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handoutMasterIdLst>
    <p:handoutMasterId r:id="rId69"/>
  </p:handoutMasterIdLst>
  <p:sldIdLst>
    <p:sldId id="256" r:id="rId2"/>
    <p:sldId id="259" r:id="rId3"/>
    <p:sldId id="257" r:id="rId4"/>
    <p:sldId id="312" r:id="rId5"/>
    <p:sldId id="275" r:id="rId6"/>
    <p:sldId id="276" r:id="rId7"/>
    <p:sldId id="260" r:id="rId8"/>
    <p:sldId id="258" r:id="rId9"/>
    <p:sldId id="261" r:id="rId10"/>
    <p:sldId id="277" r:id="rId11"/>
    <p:sldId id="280" r:id="rId12"/>
    <p:sldId id="281" r:id="rId13"/>
    <p:sldId id="282" r:id="rId14"/>
    <p:sldId id="278" r:id="rId15"/>
    <p:sldId id="283" r:id="rId16"/>
    <p:sldId id="284" r:id="rId17"/>
    <p:sldId id="285" r:id="rId18"/>
    <p:sldId id="311" r:id="rId19"/>
    <p:sldId id="263" r:id="rId20"/>
    <p:sldId id="269" r:id="rId21"/>
    <p:sldId id="313" r:id="rId22"/>
    <p:sldId id="327" r:id="rId23"/>
    <p:sldId id="262" r:id="rId24"/>
    <p:sldId id="267" r:id="rId25"/>
    <p:sldId id="265" r:id="rId26"/>
    <p:sldId id="288" r:id="rId27"/>
    <p:sldId id="268" r:id="rId28"/>
    <p:sldId id="266" r:id="rId29"/>
    <p:sldId id="306" r:id="rId30"/>
    <p:sldId id="264" r:id="rId31"/>
    <p:sldId id="331" r:id="rId32"/>
    <p:sldId id="314" r:id="rId33"/>
    <p:sldId id="287" r:id="rId34"/>
    <p:sldId id="279" r:id="rId35"/>
    <p:sldId id="271" r:id="rId36"/>
    <p:sldId id="270" r:id="rId37"/>
    <p:sldId id="317" r:id="rId38"/>
    <p:sldId id="318" r:id="rId39"/>
    <p:sldId id="273" r:id="rId40"/>
    <p:sldId id="286" r:id="rId41"/>
    <p:sldId id="308" r:id="rId42"/>
    <p:sldId id="289" r:id="rId43"/>
    <p:sldId id="290" r:id="rId44"/>
    <p:sldId id="307" r:id="rId45"/>
    <p:sldId id="300" r:id="rId46"/>
    <p:sldId id="301" r:id="rId47"/>
    <p:sldId id="316" r:id="rId48"/>
    <p:sldId id="303" r:id="rId49"/>
    <p:sldId id="291" r:id="rId50"/>
    <p:sldId id="294" r:id="rId51"/>
    <p:sldId id="292" r:id="rId52"/>
    <p:sldId id="295" r:id="rId53"/>
    <p:sldId id="309" r:id="rId54"/>
    <p:sldId id="329" r:id="rId55"/>
    <p:sldId id="302" r:id="rId56"/>
    <p:sldId id="326" r:id="rId57"/>
    <p:sldId id="296" r:id="rId58"/>
    <p:sldId id="298" r:id="rId59"/>
    <p:sldId id="297" r:id="rId60"/>
    <p:sldId id="299" r:id="rId61"/>
    <p:sldId id="293" r:id="rId62"/>
    <p:sldId id="322" r:id="rId63"/>
    <p:sldId id="324" r:id="rId64"/>
    <p:sldId id="323" r:id="rId65"/>
    <p:sldId id="330" r:id="rId66"/>
    <p:sldId id="320" r:id="rId67"/>
  </p:sldIdLst>
  <p:sldSz cx="12192000" cy="6858000"/>
  <p:notesSz cx="6858000" cy="9144000"/>
  <p:custDataLst>
    <p:tags r:id="rId70"/>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ykola Kuksa" initials="MK" lastIdx="3" clrIdx="0">
    <p:extLst>
      <p:ext uri="{19B8F6BF-5375-455C-9EA6-DF929625EA0E}">
        <p15:presenceInfo xmlns:p15="http://schemas.microsoft.com/office/powerpoint/2012/main" userId="S::MLKK@simcorp.com::1056c9f5-bd5e-4aba-85cc-cd2356148781" providerId="AD"/>
      </p:ext>
    </p:extLst>
  </p:cmAuthor>
  <p:cmAuthor id="2" name="Mariana Sofii" initials="MS" lastIdx="6" clrIdx="1">
    <p:extLst>
      <p:ext uri="{19B8F6BF-5375-455C-9EA6-DF929625EA0E}">
        <p15:presenceInfo xmlns:p15="http://schemas.microsoft.com/office/powerpoint/2012/main" userId="S::MSF@simcorp.com::c6efa36b-6f78-4df2-92ed-4da21e89d02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7A8B"/>
    <a:srgbClr val="A8A9AE"/>
    <a:srgbClr val="00DEE6"/>
    <a:srgbClr val="44B8D6"/>
    <a:srgbClr val="15AAA6"/>
    <a:srgbClr val="A5C8CF"/>
    <a:srgbClr val="010B19"/>
    <a:srgbClr val="CCCCCC"/>
    <a:srgbClr val="DADADA"/>
    <a:srgbClr val="082A41"/>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2B31F9-D21F-6F93-5A7B-5A2D5ADE20A6}" v="12" dt="2021-11-23T16:45:21.074"/>
    <p1510:client id="{20D6C519-4BFE-41E3-95DF-132C4933DC26}" v="33" dt="2021-08-25T09:19:46.270"/>
    <p1510:client id="{76DD499E-699B-8E81-141D-3BD10EF9D5D0}" v="1" dt="2021-11-24T10:39:31.029"/>
    <p1510:client id="{85B5B84F-48FE-4AE0-9A14-FAEBDCF68889}" v="2" dt="2021-11-05T11:37:21.325"/>
    <p1510:client id="{9C2F7866-2F96-275F-D9F8-64D1CDE4F26B}" v="32" dt="2021-11-24T10:20:41.3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2670" y="12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eksandr Danylenko (OLDN)" userId="S::oldn@simcorp.com::d52ba3df-87fe-4239-a178-09e585050fe0" providerId="AD" clId="Web-{4A813C5B-7899-9439-1DD9-0706B5478D67}"/>
    <pc:docChg chg="modSld">
      <pc:chgData name="Oleksandr Danylenko (OLDN)" userId="S::oldn@simcorp.com::d52ba3df-87fe-4239-a178-09e585050fe0" providerId="AD" clId="Web-{4A813C5B-7899-9439-1DD9-0706B5478D67}" dt="2021-11-23T09:59:26.091" v="4"/>
      <pc:docMkLst>
        <pc:docMk/>
      </pc:docMkLst>
      <pc:sldChg chg="modNotes">
        <pc:chgData name="Oleksandr Danylenko (OLDN)" userId="S::oldn@simcorp.com::d52ba3df-87fe-4239-a178-09e585050fe0" providerId="AD" clId="Web-{4A813C5B-7899-9439-1DD9-0706B5478D67}" dt="2021-11-23T09:59:26.091" v="4"/>
        <pc:sldMkLst>
          <pc:docMk/>
          <pc:sldMk cId="2081296545" sldId="257"/>
        </pc:sldMkLst>
      </pc:sldChg>
    </pc:docChg>
  </pc:docChgLst>
  <pc:docChgLst>
    <pc:chgData name="Mykola Kuksa (MLKK)" userId="S::mlkk@simcorp.com::1056c9f5-bd5e-4aba-85cc-cd2356148781" providerId="AD" clId="Web-{12BEFEC8-4E6A-3C41-F649-53BDBB14BAAF}"/>
    <pc:docChg chg="modSld">
      <pc:chgData name="Mykola Kuksa (MLKK)" userId="S::mlkk@simcorp.com::1056c9f5-bd5e-4aba-85cc-cd2356148781" providerId="AD" clId="Web-{12BEFEC8-4E6A-3C41-F649-53BDBB14BAAF}" dt="2021-01-10T19:30:49.162" v="19" actId="1076"/>
      <pc:docMkLst>
        <pc:docMk/>
      </pc:docMkLst>
      <pc:sldChg chg="addSp delSp modSp">
        <pc:chgData name="Mykola Kuksa (MLKK)" userId="S::mlkk@simcorp.com::1056c9f5-bd5e-4aba-85cc-cd2356148781" providerId="AD" clId="Web-{12BEFEC8-4E6A-3C41-F649-53BDBB14BAAF}" dt="2021-01-10T19:30:49.162" v="19" actId="1076"/>
        <pc:sldMkLst>
          <pc:docMk/>
          <pc:sldMk cId="2081296545" sldId="257"/>
        </pc:sldMkLst>
        <pc:picChg chg="add mod">
          <ac:chgData name="Mykola Kuksa (MLKK)" userId="S::mlkk@simcorp.com::1056c9f5-bd5e-4aba-85cc-cd2356148781" providerId="AD" clId="Web-{12BEFEC8-4E6A-3C41-F649-53BDBB14BAAF}" dt="2021-01-10T19:30:49.162" v="19" actId="1076"/>
          <ac:picMkLst>
            <pc:docMk/>
            <pc:sldMk cId="2081296545" sldId="257"/>
            <ac:picMk id="5" creationId="{2CC7DE93-B368-424C-8C6C-37E82377DFDE}"/>
          </ac:picMkLst>
        </pc:picChg>
        <pc:picChg chg="add mod">
          <ac:chgData name="Mykola Kuksa (MLKK)" userId="S::mlkk@simcorp.com::1056c9f5-bd5e-4aba-85cc-cd2356148781" providerId="AD" clId="Web-{12BEFEC8-4E6A-3C41-F649-53BDBB14BAAF}" dt="2021-01-10T19:30:44.724" v="18" actId="1076"/>
          <ac:picMkLst>
            <pc:docMk/>
            <pc:sldMk cId="2081296545" sldId="257"/>
            <ac:picMk id="7" creationId="{DED6A0FD-D3E2-46AB-848F-856AB048B1C6}"/>
          </ac:picMkLst>
        </pc:picChg>
        <pc:picChg chg="add del mod">
          <ac:chgData name="Mykola Kuksa (MLKK)" userId="S::mlkk@simcorp.com::1056c9f5-bd5e-4aba-85cc-cd2356148781" providerId="AD" clId="Web-{12BEFEC8-4E6A-3C41-F649-53BDBB14BAAF}" dt="2021-01-10T19:28:20.767" v="13"/>
          <ac:picMkLst>
            <pc:docMk/>
            <pc:sldMk cId="2081296545" sldId="257"/>
            <ac:picMk id="8" creationId="{78A76904-5E8A-4FF9-8262-A97C4CAF9050}"/>
          </ac:picMkLst>
        </pc:picChg>
        <pc:picChg chg="add mod">
          <ac:chgData name="Mykola Kuksa (MLKK)" userId="S::mlkk@simcorp.com::1056c9f5-bd5e-4aba-85cc-cd2356148781" providerId="AD" clId="Web-{12BEFEC8-4E6A-3C41-F649-53BDBB14BAAF}" dt="2021-01-10T19:30:33.052" v="16" actId="1076"/>
          <ac:picMkLst>
            <pc:docMk/>
            <pc:sldMk cId="2081296545" sldId="257"/>
            <ac:picMk id="10" creationId="{503B28CB-4B67-42D0-8867-A86504735D46}"/>
          </ac:picMkLst>
        </pc:picChg>
      </pc:sldChg>
    </pc:docChg>
  </pc:docChgLst>
  <pc:docChgLst>
    <pc:chgData name="Yuliia Serhiienko (IMK)" userId="S::imk@simcorp.com::edd23dcc-9af8-4661-8842-9e32cdbf806d" providerId="AD" clId="Web-{9C2F7866-2F96-275F-D9F8-64D1CDE4F26B}"/>
    <pc:docChg chg="modSld">
      <pc:chgData name="Yuliia Serhiienko (IMK)" userId="S::imk@simcorp.com::edd23dcc-9af8-4661-8842-9e32cdbf806d" providerId="AD" clId="Web-{9C2F7866-2F96-275F-D9F8-64D1CDE4F26B}" dt="2021-11-24T10:20:41.317" v="31" actId="20577"/>
      <pc:docMkLst>
        <pc:docMk/>
      </pc:docMkLst>
      <pc:sldChg chg="modSp">
        <pc:chgData name="Yuliia Serhiienko (IMK)" userId="S::imk@simcorp.com::edd23dcc-9af8-4661-8842-9e32cdbf806d" providerId="AD" clId="Web-{9C2F7866-2F96-275F-D9F8-64D1CDE4F26B}" dt="2021-11-24T10:20:41.317" v="31" actId="20577"/>
        <pc:sldMkLst>
          <pc:docMk/>
          <pc:sldMk cId="2797790050" sldId="293"/>
        </pc:sldMkLst>
        <pc:spChg chg="mod">
          <ac:chgData name="Yuliia Serhiienko (IMK)" userId="S::imk@simcorp.com::edd23dcc-9af8-4661-8842-9e32cdbf806d" providerId="AD" clId="Web-{9C2F7866-2F96-275F-D9F8-64D1CDE4F26B}" dt="2021-11-24T10:20:41.317" v="31" actId="20577"/>
          <ac:spMkLst>
            <pc:docMk/>
            <pc:sldMk cId="2797790050" sldId="293"/>
            <ac:spMk id="5" creationId="{02106A5E-EF3F-497C-8678-EDE44703B28B}"/>
          </ac:spMkLst>
        </pc:spChg>
      </pc:sldChg>
    </pc:docChg>
  </pc:docChgLst>
  <pc:docChgLst>
    <pc:chgData name="Valeriia Kobzar (VRKR)" userId="S::vrkr@simcorp.com::abeb4f95-95bb-4875-81dd-0cbce4da8295" providerId="AD" clId="Web-{002B31F9-D21F-6F93-5A7B-5A2D5ADE20A6}"/>
    <pc:docChg chg="modSld">
      <pc:chgData name="Valeriia Kobzar (VRKR)" userId="S::vrkr@simcorp.com::abeb4f95-95bb-4875-81dd-0cbce4da8295" providerId="AD" clId="Web-{002B31F9-D21F-6F93-5A7B-5A2D5ADE20A6}" dt="2021-11-23T16:45:19.761" v="9" actId="20577"/>
      <pc:docMkLst>
        <pc:docMk/>
      </pc:docMkLst>
      <pc:sldChg chg="addSp delSp modSp">
        <pc:chgData name="Valeriia Kobzar (VRKR)" userId="S::vrkr@simcorp.com::abeb4f95-95bb-4875-81dd-0cbce4da8295" providerId="AD" clId="Web-{002B31F9-D21F-6F93-5A7B-5A2D5ADE20A6}" dt="2021-11-23T16:45:19.761" v="9" actId="20577"/>
        <pc:sldMkLst>
          <pc:docMk/>
          <pc:sldMk cId="2559324756" sldId="309"/>
        </pc:sldMkLst>
        <pc:spChg chg="mod">
          <ac:chgData name="Valeriia Kobzar (VRKR)" userId="S::vrkr@simcorp.com::abeb4f95-95bb-4875-81dd-0cbce4da8295" providerId="AD" clId="Web-{002B31F9-D21F-6F93-5A7B-5A2D5ADE20A6}" dt="2021-11-23T16:45:19.761" v="9" actId="20577"/>
          <ac:spMkLst>
            <pc:docMk/>
            <pc:sldMk cId="2559324756" sldId="309"/>
            <ac:spMk id="2" creationId="{987D6FD0-E825-488B-AA65-91273425E1E0}"/>
          </ac:spMkLst>
        </pc:spChg>
        <pc:picChg chg="add mod">
          <ac:chgData name="Valeriia Kobzar (VRKR)" userId="S::vrkr@simcorp.com::abeb4f95-95bb-4875-81dd-0cbce4da8295" providerId="AD" clId="Web-{002B31F9-D21F-6F93-5A7B-5A2D5ADE20A6}" dt="2021-11-23T16:45:05.839" v="4" actId="14100"/>
          <ac:picMkLst>
            <pc:docMk/>
            <pc:sldMk cId="2559324756" sldId="309"/>
            <ac:picMk id="4" creationId="{0F0A2FC9-23FA-494A-8B9E-92012F23330F}"/>
          </ac:picMkLst>
        </pc:picChg>
        <pc:picChg chg="del">
          <ac:chgData name="Valeriia Kobzar (VRKR)" userId="S::vrkr@simcorp.com::abeb4f95-95bb-4875-81dd-0cbce4da8295" providerId="AD" clId="Web-{002B31F9-D21F-6F93-5A7B-5A2D5ADE20A6}" dt="2021-11-23T16:44:53.198" v="1"/>
          <ac:picMkLst>
            <pc:docMk/>
            <pc:sldMk cId="2559324756" sldId="309"/>
            <ac:picMk id="5" creationId="{65FDD960-1849-49D7-888A-2C7731945A12}"/>
          </ac:picMkLst>
        </pc:picChg>
      </pc:sldChg>
    </pc:docChg>
  </pc:docChgLst>
  <pc:docChgLst>
    <pc:chgData name="Serhii Harmash (SHHR)" userId="S::shhr@simcorp.com::19965dc1-3670-4089-9e09-ab6aab33a005" providerId="AD" clId="Web-{53E8C077-1079-0793-1E36-261F94B63D73}"/>
    <pc:docChg chg="modSld">
      <pc:chgData name="Serhii Harmash (SHHR)" userId="S::shhr@simcorp.com::19965dc1-3670-4089-9e09-ab6aab33a005" providerId="AD" clId="Web-{53E8C077-1079-0793-1E36-261F94B63D73}" dt="2021-08-24T07:11:04.707" v="2" actId="20577"/>
      <pc:docMkLst>
        <pc:docMk/>
      </pc:docMkLst>
      <pc:sldChg chg="modSp">
        <pc:chgData name="Serhii Harmash (SHHR)" userId="S::shhr@simcorp.com::19965dc1-3670-4089-9e09-ab6aab33a005" providerId="AD" clId="Web-{53E8C077-1079-0793-1E36-261F94B63D73}" dt="2021-08-24T07:11:04.707" v="2" actId="20577"/>
        <pc:sldMkLst>
          <pc:docMk/>
          <pc:sldMk cId="13744474" sldId="264"/>
        </pc:sldMkLst>
        <pc:spChg chg="mod">
          <ac:chgData name="Serhii Harmash (SHHR)" userId="S::shhr@simcorp.com::19965dc1-3670-4089-9e09-ab6aab33a005" providerId="AD" clId="Web-{53E8C077-1079-0793-1E36-261F94B63D73}" dt="2021-08-24T07:11:04.707" v="2" actId="20577"/>
          <ac:spMkLst>
            <pc:docMk/>
            <pc:sldMk cId="13744474" sldId="264"/>
            <ac:spMk id="5" creationId="{0C2A542F-2F8F-4378-BC9B-BBE328953F47}"/>
          </ac:spMkLst>
        </pc:spChg>
      </pc:sldChg>
    </pc:docChg>
  </pc:docChgLst>
  <pc:docChgLst>
    <pc:chgData name="Mykola Kuksa (MLKK)" userId="S::mlkk@simcorp.com::1056c9f5-bd5e-4aba-85cc-cd2356148781" providerId="AD" clId="Web-{7FA5E285-ECDD-F5CA-815E-2DFF2C64F68A}"/>
    <pc:docChg chg="modSld">
      <pc:chgData name="Mykola Kuksa (MLKK)" userId="S::mlkk@simcorp.com::1056c9f5-bd5e-4aba-85cc-cd2356148781" providerId="AD" clId="Web-{7FA5E285-ECDD-F5CA-815E-2DFF2C64F68A}" dt="2021-01-31T15:06:12.530" v="2" actId="20577"/>
      <pc:docMkLst>
        <pc:docMk/>
      </pc:docMkLst>
      <pc:sldChg chg="modSp">
        <pc:chgData name="Mykola Kuksa (MLKK)" userId="S::mlkk@simcorp.com::1056c9f5-bd5e-4aba-85cc-cd2356148781" providerId="AD" clId="Web-{7FA5E285-ECDD-F5CA-815E-2DFF2C64F68A}" dt="2021-01-31T15:06:03.530" v="1" actId="20577"/>
        <pc:sldMkLst>
          <pc:docMk/>
          <pc:sldMk cId="727143923" sldId="291"/>
        </pc:sldMkLst>
        <pc:spChg chg="mod">
          <ac:chgData name="Mykola Kuksa (MLKK)" userId="S::mlkk@simcorp.com::1056c9f5-bd5e-4aba-85cc-cd2356148781" providerId="AD" clId="Web-{7FA5E285-ECDD-F5CA-815E-2DFF2C64F68A}" dt="2021-01-31T15:06:03.530" v="1" actId="20577"/>
          <ac:spMkLst>
            <pc:docMk/>
            <pc:sldMk cId="727143923" sldId="291"/>
            <ac:spMk id="5" creationId="{201AA8CD-F0F4-4445-9D72-8BAD4E49243D}"/>
          </ac:spMkLst>
        </pc:spChg>
      </pc:sldChg>
      <pc:sldChg chg="modSp">
        <pc:chgData name="Mykola Kuksa (MLKK)" userId="S::mlkk@simcorp.com::1056c9f5-bd5e-4aba-85cc-cd2356148781" providerId="AD" clId="Web-{7FA5E285-ECDD-F5CA-815E-2DFF2C64F68A}" dt="2021-01-31T15:06:12.530" v="2" actId="20577"/>
        <pc:sldMkLst>
          <pc:docMk/>
          <pc:sldMk cId="2302848351" sldId="294"/>
        </pc:sldMkLst>
        <pc:spChg chg="mod">
          <ac:chgData name="Mykola Kuksa (MLKK)" userId="S::mlkk@simcorp.com::1056c9f5-bd5e-4aba-85cc-cd2356148781" providerId="AD" clId="Web-{7FA5E285-ECDD-F5CA-815E-2DFF2C64F68A}" dt="2021-01-31T15:06:12.530" v="2" actId="20577"/>
          <ac:spMkLst>
            <pc:docMk/>
            <pc:sldMk cId="2302848351" sldId="294"/>
            <ac:spMk id="5" creationId="{7BB3E393-FC93-4EC4-BA94-10F8CDBAA844}"/>
          </ac:spMkLst>
        </pc:spChg>
      </pc:sldChg>
    </pc:docChg>
  </pc:docChgLst>
  <pc:docChgLst>
    <pc:chgData name="Mykola Kuksa (MLKK)" userId="S::mlkk@simcorp.com::1056c9f5-bd5e-4aba-85cc-cd2356148781" providerId="AD" clId="Web-{E184F43D-A3C0-C904-C40E-AEBC89ADDB11}"/>
    <pc:docChg chg="modSld">
      <pc:chgData name="Mykola Kuksa (MLKK)" userId="S::mlkk@simcorp.com::1056c9f5-bd5e-4aba-85cc-cd2356148781" providerId="AD" clId="Web-{E184F43D-A3C0-C904-C40E-AEBC89ADDB11}" dt="2021-02-11T06:22:19.301" v="8" actId="20577"/>
      <pc:docMkLst>
        <pc:docMk/>
      </pc:docMkLst>
      <pc:sldChg chg="modSp">
        <pc:chgData name="Mykola Kuksa (MLKK)" userId="S::mlkk@simcorp.com::1056c9f5-bd5e-4aba-85cc-cd2356148781" providerId="AD" clId="Web-{E184F43D-A3C0-C904-C40E-AEBC89ADDB11}" dt="2021-02-11T06:22:19.301" v="8" actId="20577"/>
        <pc:sldMkLst>
          <pc:docMk/>
          <pc:sldMk cId="1172382335" sldId="305"/>
        </pc:sldMkLst>
        <pc:spChg chg="mod">
          <ac:chgData name="Mykola Kuksa (MLKK)" userId="S::mlkk@simcorp.com::1056c9f5-bd5e-4aba-85cc-cd2356148781" providerId="AD" clId="Web-{E184F43D-A3C0-C904-C40E-AEBC89ADDB11}" dt="2021-02-11T06:22:19.301" v="8" actId="20577"/>
          <ac:spMkLst>
            <pc:docMk/>
            <pc:sldMk cId="1172382335" sldId="305"/>
            <ac:spMk id="5" creationId="{180869AD-FD8C-4695-B99D-E5F1D4240FEC}"/>
          </ac:spMkLst>
        </pc:spChg>
      </pc:sldChg>
    </pc:docChg>
  </pc:docChgLst>
  <pc:docChgLst>
    <pc:chgData name="Serhii Litvinov" userId="13e31772-44c1-46fd-b5ca-e73152eb6195" providerId="ADAL" clId="{A369ADC7-E433-446C-A6CA-B0C88A190B78}"/>
    <pc:docChg chg="modSld">
      <pc:chgData name="Serhii Litvinov" userId="13e31772-44c1-46fd-b5ca-e73152eb6195" providerId="ADAL" clId="{A369ADC7-E433-446C-A6CA-B0C88A190B78}" dt="2021-02-18T13:50:32.163" v="1" actId="20577"/>
      <pc:docMkLst>
        <pc:docMk/>
      </pc:docMkLst>
      <pc:sldChg chg="modSp mod">
        <pc:chgData name="Serhii Litvinov" userId="13e31772-44c1-46fd-b5ca-e73152eb6195" providerId="ADAL" clId="{A369ADC7-E433-446C-A6CA-B0C88A190B78}" dt="2021-02-18T13:50:32.163" v="1" actId="20577"/>
        <pc:sldMkLst>
          <pc:docMk/>
          <pc:sldMk cId="2584262676" sldId="326"/>
        </pc:sldMkLst>
        <pc:graphicFrameChg chg="modGraphic">
          <ac:chgData name="Serhii Litvinov" userId="13e31772-44c1-46fd-b5ca-e73152eb6195" providerId="ADAL" clId="{A369ADC7-E433-446C-A6CA-B0C88A190B78}" dt="2021-02-18T13:50:32.163" v="1" actId="20577"/>
          <ac:graphicFrameMkLst>
            <pc:docMk/>
            <pc:sldMk cId="2584262676" sldId="326"/>
            <ac:graphicFrameMk id="6" creationId="{F5013F20-3862-44D1-90F2-7DE007D63D59}"/>
          </ac:graphicFrameMkLst>
        </pc:graphicFrameChg>
      </pc:sldChg>
    </pc:docChg>
  </pc:docChgLst>
  <pc:docChgLst>
    <pc:chgData name="Mykola Kuksa (MLKK)" userId="S::mlkk@simcorp.com::1056c9f5-bd5e-4aba-85cc-cd2356148781" providerId="AD" clId="Web-{56AABE23-FC1C-9EED-CB39-80586CCA4B98}"/>
    <pc:docChg chg="addSld modSld sldOrd">
      <pc:chgData name="Mykola Kuksa (MLKK)" userId="S::mlkk@simcorp.com::1056c9f5-bd5e-4aba-85cc-cd2356148781" providerId="AD" clId="Web-{56AABE23-FC1C-9EED-CB39-80586CCA4B98}" dt="2020-12-10T12:45:47.492" v="52" actId="20577"/>
      <pc:docMkLst>
        <pc:docMk/>
      </pc:docMkLst>
      <pc:sldChg chg="mod modShow">
        <pc:chgData name="Mykola Kuksa (MLKK)" userId="S::mlkk@simcorp.com::1056c9f5-bd5e-4aba-85cc-cd2356148781" providerId="AD" clId="Web-{56AABE23-FC1C-9EED-CB39-80586CCA4B98}" dt="2020-12-10T11:59:34.837" v="29"/>
        <pc:sldMkLst>
          <pc:docMk/>
          <pc:sldMk cId="1975386803" sldId="261"/>
        </pc:sldMkLst>
      </pc:sldChg>
      <pc:sldChg chg="mod modShow">
        <pc:chgData name="Mykola Kuksa (MLKK)" userId="S::mlkk@simcorp.com::1056c9f5-bd5e-4aba-85cc-cd2356148781" providerId="AD" clId="Web-{56AABE23-FC1C-9EED-CB39-80586CCA4B98}" dt="2020-12-10T11:59:35.532" v="39"/>
        <pc:sldMkLst>
          <pc:docMk/>
          <pc:sldMk cId="1987981369" sldId="263"/>
        </pc:sldMkLst>
      </pc:sldChg>
      <pc:sldChg chg="modSp">
        <pc:chgData name="Mykola Kuksa (MLKK)" userId="S::mlkk@simcorp.com::1056c9f5-bd5e-4aba-85cc-cd2356148781" providerId="AD" clId="Web-{56AABE23-FC1C-9EED-CB39-80586CCA4B98}" dt="2020-12-10T11:19:04.756" v="27" actId="20577"/>
        <pc:sldMkLst>
          <pc:docMk/>
          <pc:sldMk cId="385712482" sldId="268"/>
        </pc:sldMkLst>
        <pc:spChg chg="mod">
          <ac:chgData name="Mykola Kuksa (MLKK)" userId="S::mlkk@simcorp.com::1056c9f5-bd5e-4aba-85cc-cd2356148781" providerId="AD" clId="Web-{56AABE23-FC1C-9EED-CB39-80586CCA4B98}" dt="2020-12-10T11:19:04.756" v="27" actId="20577"/>
          <ac:spMkLst>
            <pc:docMk/>
            <pc:sldMk cId="385712482" sldId="268"/>
            <ac:spMk id="5" creationId="{E77980BD-C237-4816-BF27-033ADAEE5702}"/>
          </ac:spMkLst>
        </pc:spChg>
      </pc:sldChg>
      <pc:sldChg chg="delCm">
        <pc:chgData name="Mykola Kuksa (MLKK)" userId="S::mlkk@simcorp.com::1056c9f5-bd5e-4aba-85cc-cd2356148781" providerId="AD" clId="Web-{56AABE23-FC1C-9EED-CB39-80586CCA4B98}" dt="2020-12-10T12:17:54.032" v="40"/>
        <pc:sldMkLst>
          <pc:docMk/>
          <pc:sldMk cId="1710093842" sldId="269"/>
        </pc:sldMkLst>
      </pc:sldChg>
      <pc:sldChg chg="mod modShow">
        <pc:chgData name="Mykola Kuksa (MLKK)" userId="S::mlkk@simcorp.com::1056c9f5-bd5e-4aba-85cc-cd2356148781" providerId="AD" clId="Web-{56AABE23-FC1C-9EED-CB39-80586CCA4B98}" dt="2020-12-10T11:59:34.920" v="30"/>
        <pc:sldMkLst>
          <pc:docMk/>
          <pc:sldMk cId="1428129871" sldId="277"/>
        </pc:sldMkLst>
      </pc:sldChg>
      <pc:sldChg chg="mod modShow">
        <pc:chgData name="Mykola Kuksa (MLKK)" userId="S::mlkk@simcorp.com::1056c9f5-bd5e-4aba-85cc-cd2356148781" providerId="AD" clId="Web-{56AABE23-FC1C-9EED-CB39-80586CCA4B98}" dt="2020-12-10T11:59:35.235" v="34"/>
        <pc:sldMkLst>
          <pc:docMk/>
          <pc:sldMk cId="1313902995" sldId="278"/>
        </pc:sldMkLst>
      </pc:sldChg>
      <pc:sldChg chg="mod modShow">
        <pc:chgData name="Mykola Kuksa (MLKK)" userId="S::mlkk@simcorp.com::1056c9f5-bd5e-4aba-85cc-cd2356148781" providerId="AD" clId="Web-{56AABE23-FC1C-9EED-CB39-80586CCA4B98}" dt="2020-12-10T11:59:35.011" v="31"/>
        <pc:sldMkLst>
          <pc:docMk/>
          <pc:sldMk cId="2512247787" sldId="280"/>
        </pc:sldMkLst>
      </pc:sldChg>
      <pc:sldChg chg="mod modShow">
        <pc:chgData name="Mykola Kuksa (MLKK)" userId="S::mlkk@simcorp.com::1056c9f5-bd5e-4aba-85cc-cd2356148781" providerId="AD" clId="Web-{56AABE23-FC1C-9EED-CB39-80586CCA4B98}" dt="2020-12-10T11:59:35.077" v="32"/>
        <pc:sldMkLst>
          <pc:docMk/>
          <pc:sldMk cId="3859723754" sldId="281"/>
        </pc:sldMkLst>
      </pc:sldChg>
      <pc:sldChg chg="mod modShow">
        <pc:chgData name="Mykola Kuksa (MLKK)" userId="S::mlkk@simcorp.com::1056c9f5-bd5e-4aba-85cc-cd2356148781" providerId="AD" clId="Web-{56AABE23-FC1C-9EED-CB39-80586CCA4B98}" dt="2020-12-10T11:59:35.131" v="33"/>
        <pc:sldMkLst>
          <pc:docMk/>
          <pc:sldMk cId="2996562318" sldId="282"/>
        </pc:sldMkLst>
      </pc:sldChg>
      <pc:sldChg chg="mod modShow">
        <pc:chgData name="Mykola Kuksa (MLKK)" userId="S::mlkk@simcorp.com::1056c9f5-bd5e-4aba-85cc-cd2356148781" providerId="AD" clId="Web-{56AABE23-FC1C-9EED-CB39-80586CCA4B98}" dt="2020-12-10T11:59:35.289" v="35"/>
        <pc:sldMkLst>
          <pc:docMk/>
          <pc:sldMk cId="4156283068" sldId="283"/>
        </pc:sldMkLst>
      </pc:sldChg>
      <pc:sldChg chg="mod modShow">
        <pc:chgData name="Mykola Kuksa (MLKK)" userId="S::mlkk@simcorp.com::1056c9f5-bd5e-4aba-85cc-cd2356148781" providerId="AD" clId="Web-{56AABE23-FC1C-9EED-CB39-80586CCA4B98}" dt="2020-12-10T11:59:35.347" v="36"/>
        <pc:sldMkLst>
          <pc:docMk/>
          <pc:sldMk cId="305333419" sldId="284"/>
        </pc:sldMkLst>
      </pc:sldChg>
      <pc:sldChg chg="mod modShow">
        <pc:chgData name="Mykola Kuksa (MLKK)" userId="S::mlkk@simcorp.com::1056c9f5-bd5e-4aba-85cc-cd2356148781" providerId="AD" clId="Web-{56AABE23-FC1C-9EED-CB39-80586CCA4B98}" dt="2020-12-10T11:59:35.399" v="37"/>
        <pc:sldMkLst>
          <pc:docMk/>
          <pc:sldMk cId="3651305777" sldId="285"/>
        </pc:sldMkLst>
      </pc:sldChg>
      <pc:sldChg chg="modSp">
        <pc:chgData name="Mykola Kuksa (MLKK)" userId="S::mlkk@simcorp.com::1056c9f5-bd5e-4aba-85cc-cd2356148781" providerId="AD" clId="Web-{56AABE23-FC1C-9EED-CB39-80586CCA4B98}" dt="2020-12-10T12:45:47.492" v="52" actId="20577"/>
        <pc:sldMkLst>
          <pc:docMk/>
          <pc:sldMk cId="2302848351" sldId="294"/>
        </pc:sldMkLst>
        <pc:spChg chg="mod">
          <ac:chgData name="Mykola Kuksa (MLKK)" userId="S::mlkk@simcorp.com::1056c9f5-bd5e-4aba-85cc-cd2356148781" providerId="AD" clId="Web-{56AABE23-FC1C-9EED-CB39-80586CCA4B98}" dt="2020-12-10T12:45:47.492" v="52" actId="20577"/>
          <ac:spMkLst>
            <pc:docMk/>
            <pc:sldMk cId="2302848351" sldId="294"/>
            <ac:spMk id="5" creationId="{7BB3E393-FC93-4EC4-BA94-10F8CDBAA844}"/>
          </ac:spMkLst>
        </pc:spChg>
      </pc:sldChg>
      <pc:sldChg chg="modSp">
        <pc:chgData name="Mykola Kuksa (MLKK)" userId="S::mlkk@simcorp.com::1056c9f5-bd5e-4aba-85cc-cd2356148781" providerId="AD" clId="Web-{56AABE23-FC1C-9EED-CB39-80586CCA4B98}" dt="2020-12-10T12:37:51.543" v="46" actId="20577"/>
        <pc:sldMkLst>
          <pc:docMk/>
          <pc:sldMk cId="3409824526" sldId="307"/>
        </pc:sldMkLst>
        <pc:spChg chg="mod">
          <ac:chgData name="Mykola Kuksa (MLKK)" userId="S::mlkk@simcorp.com::1056c9f5-bd5e-4aba-85cc-cd2356148781" providerId="AD" clId="Web-{56AABE23-FC1C-9EED-CB39-80586CCA4B98}" dt="2020-12-10T12:37:51.543" v="46" actId="20577"/>
          <ac:spMkLst>
            <pc:docMk/>
            <pc:sldMk cId="3409824526" sldId="307"/>
            <ac:spMk id="5" creationId="{1B278CD2-934C-447E-ABEA-F6BD3B8772BF}"/>
          </ac:spMkLst>
        </pc:spChg>
      </pc:sldChg>
      <pc:sldChg chg="addSp modSp new mod ord modShow">
        <pc:chgData name="Mykola Kuksa (MLKK)" userId="S::mlkk@simcorp.com::1056c9f5-bd5e-4aba-85cc-cd2356148781" providerId="AD" clId="Web-{56AABE23-FC1C-9EED-CB39-80586CCA4B98}" dt="2020-12-10T11:59:35.457" v="38"/>
        <pc:sldMkLst>
          <pc:docMk/>
          <pc:sldMk cId="730266856" sldId="311"/>
        </pc:sldMkLst>
        <pc:spChg chg="mod">
          <ac:chgData name="Mykola Kuksa (MLKK)" userId="S::mlkk@simcorp.com::1056c9f5-bd5e-4aba-85cc-cd2356148781" providerId="AD" clId="Web-{56AABE23-FC1C-9EED-CB39-80586CCA4B98}" dt="2020-12-10T10:47:50.385" v="4" actId="20577"/>
          <ac:spMkLst>
            <pc:docMk/>
            <pc:sldMk cId="730266856" sldId="311"/>
            <ac:spMk id="2" creationId="{006B0869-7917-46BC-84CE-2CD35ACF4C4B}"/>
          </ac:spMkLst>
        </pc:spChg>
        <pc:spChg chg="mod">
          <ac:chgData name="Mykola Kuksa (MLKK)" userId="S::mlkk@simcorp.com::1056c9f5-bd5e-4aba-85cc-cd2356148781" providerId="AD" clId="Web-{56AABE23-FC1C-9EED-CB39-80586CCA4B98}" dt="2020-12-10T10:50:47.811" v="15" actId="20577"/>
          <ac:spMkLst>
            <pc:docMk/>
            <pc:sldMk cId="730266856" sldId="311"/>
            <ac:spMk id="4" creationId="{D7A4F6AB-2A03-4BDE-9305-3B1617A24F0C}"/>
          </ac:spMkLst>
        </pc:spChg>
        <pc:picChg chg="add mod">
          <ac:chgData name="Mykola Kuksa (MLKK)" userId="S::mlkk@simcorp.com::1056c9f5-bd5e-4aba-85cc-cd2356148781" providerId="AD" clId="Web-{56AABE23-FC1C-9EED-CB39-80586CCA4B98}" dt="2020-12-10T10:50:55.405" v="17" actId="1076"/>
          <ac:picMkLst>
            <pc:docMk/>
            <pc:sldMk cId="730266856" sldId="311"/>
            <ac:picMk id="5" creationId="{D8D8AD46-EDD1-4581-83F5-C56B9B2EBFAC}"/>
          </ac:picMkLst>
        </pc:picChg>
        <pc:picChg chg="add mod">
          <ac:chgData name="Mykola Kuksa (MLKK)" userId="S::mlkk@simcorp.com::1056c9f5-bd5e-4aba-85cc-cd2356148781" providerId="AD" clId="Web-{56AABE23-FC1C-9EED-CB39-80586CCA4B98}" dt="2020-12-10T11:17:00.113" v="22" actId="1076"/>
          <ac:picMkLst>
            <pc:docMk/>
            <pc:sldMk cId="730266856" sldId="311"/>
            <ac:picMk id="6" creationId="{41F6388F-1CF9-4ABA-B98D-B5486C64EBC5}"/>
          </ac:picMkLst>
        </pc:picChg>
      </pc:sldChg>
    </pc:docChg>
  </pc:docChgLst>
  <pc:docChgLst>
    <pc:chgData name="Mykola Kuksa" userId="1056c9f5-bd5e-4aba-85cc-cd2356148781" providerId="ADAL" clId="{4FD574FC-2D45-424B-B5FF-BDD045DD8047}"/>
    <pc:docChg chg="undo custSel addSld delSld modSld sldOrd">
      <pc:chgData name="Mykola Kuksa" userId="1056c9f5-bd5e-4aba-85cc-cd2356148781" providerId="ADAL" clId="{4FD574FC-2D45-424B-B5FF-BDD045DD8047}" dt="2021-02-19T06:25:02.809" v="7427"/>
      <pc:docMkLst>
        <pc:docMk/>
      </pc:docMkLst>
      <pc:sldChg chg="modNotesTx">
        <pc:chgData name="Mykola Kuksa" userId="1056c9f5-bd5e-4aba-85cc-cd2356148781" providerId="ADAL" clId="{4FD574FC-2D45-424B-B5FF-BDD045DD8047}" dt="2021-02-18T18:25:45.963" v="5633" actId="20577"/>
        <pc:sldMkLst>
          <pc:docMk/>
          <pc:sldMk cId="2081296545" sldId="257"/>
        </pc:sldMkLst>
      </pc:sldChg>
      <pc:sldChg chg="modSp mod">
        <pc:chgData name="Mykola Kuksa" userId="1056c9f5-bd5e-4aba-85cc-cd2356148781" providerId="ADAL" clId="{4FD574FC-2D45-424B-B5FF-BDD045DD8047}" dt="2021-02-14T12:03:09.302" v="2578" actId="313"/>
        <pc:sldMkLst>
          <pc:docMk/>
          <pc:sldMk cId="738792783" sldId="259"/>
        </pc:sldMkLst>
        <pc:spChg chg="mod">
          <ac:chgData name="Mykola Kuksa" userId="1056c9f5-bd5e-4aba-85cc-cd2356148781" providerId="ADAL" clId="{4FD574FC-2D45-424B-B5FF-BDD045DD8047}" dt="2021-02-14T12:03:09.302" v="2578" actId="313"/>
          <ac:spMkLst>
            <pc:docMk/>
            <pc:sldMk cId="738792783" sldId="259"/>
            <ac:spMk id="5" creationId="{67E8D471-BA5C-4AAC-A2C9-82DB42DEB307}"/>
          </ac:spMkLst>
        </pc:spChg>
      </pc:sldChg>
      <pc:sldChg chg="modNotesTx">
        <pc:chgData name="Mykola Kuksa" userId="1056c9f5-bd5e-4aba-85cc-cd2356148781" providerId="ADAL" clId="{4FD574FC-2D45-424B-B5FF-BDD045DD8047}" dt="2021-02-19T03:36:25.332" v="7410" actId="20577"/>
        <pc:sldMkLst>
          <pc:docMk/>
          <pc:sldMk cId="3211337609" sldId="260"/>
        </pc:sldMkLst>
      </pc:sldChg>
      <pc:sldChg chg="mod modShow">
        <pc:chgData name="Mykola Kuksa" userId="1056c9f5-bd5e-4aba-85cc-cd2356148781" providerId="ADAL" clId="{4FD574FC-2D45-424B-B5FF-BDD045DD8047}" dt="2021-02-18T21:03:40.581" v="7107" actId="729"/>
        <pc:sldMkLst>
          <pc:docMk/>
          <pc:sldMk cId="1975386803" sldId="261"/>
        </pc:sldMkLst>
      </pc:sldChg>
      <pc:sldChg chg="modSp mod">
        <pc:chgData name="Mykola Kuksa" userId="1056c9f5-bd5e-4aba-85cc-cd2356148781" providerId="ADAL" clId="{4FD574FC-2D45-424B-B5FF-BDD045DD8047}" dt="2021-02-14T09:13:41.269" v="2508"/>
        <pc:sldMkLst>
          <pc:docMk/>
          <pc:sldMk cId="1133137665" sldId="265"/>
        </pc:sldMkLst>
        <pc:spChg chg="mod">
          <ac:chgData name="Mykola Kuksa" userId="1056c9f5-bd5e-4aba-85cc-cd2356148781" providerId="ADAL" clId="{4FD574FC-2D45-424B-B5FF-BDD045DD8047}" dt="2021-02-14T09:13:41.269" v="2508"/>
          <ac:spMkLst>
            <pc:docMk/>
            <pc:sldMk cId="1133137665" sldId="265"/>
            <ac:spMk id="2" creationId="{B260A58C-8743-4BC6-B15B-072903B8DE5B}"/>
          </ac:spMkLst>
        </pc:spChg>
      </pc:sldChg>
      <pc:sldChg chg="modNotesTx">
        <pc:chgData name="Mykola Kuksa" userId="1056c9f5-bd5e-4aba-85cc-cd2356148781" providerId="ADAL" clId="{4FD574FC-2D45-424B-B5FF-BDD045DD8047}" dt="2021-02-17T10:16:26.461" v="5293" actId="20577"/>
        <pc:sldMkLst>
          <pc:docMk/>
          <pc:sldMk cId="631929727" sldId="271"/>
        </pc:sldMkLst>
      </pc:sldChg>
      <pc:sldChg chg="modNotesTx">
        <pc:chgData name="Mykola Kuksa" userId="1056c9f5-bd5e-4aba-85cc-cd2356148781" providerId="ADAL" clId="{4FD574FC-2D45-424B-B5FF-BDD045DD8047}" dt="2021-02-19T03:11:08.544" v="7328" actId="20577"/>
        <pc:sldMkLst>
          <pc:docMk/>
          <pc:sldMk cId="2962732405" sldId="275"/>
        </pc:sldMkLst>
      </pc:sldChg>
      <pc:sldChg chg="modNotesTx">
        <pc:chgData name="Mykola Kuksa" userId="1056c9f5-bd5e-4aba-85cc-cd2356148781" providerId="ADAL" clId="{4FD574FC-2D45-424B-B5FF-BDD045DD8047}" dt="2021-02-19T03:29:04.315" v="7408" actId="20577"/>
        <pc:sldMkLst>
          <pc:docMk/>
          <pc:sldMk cId="2267218461" sldId="276"/>
        </pc:sldMkLst>
      </pc:sldChg>
      <pc:sldChg chg="modSp mod modNotesTx">
        <pc:chgData name="Mykola Kuksa" userId="1056c9f5-bd5e-4aba-85cc-cd2356148781" providerId="ADAL" clId="{4FD574FC-2D45-424B-B5FF-BDD045DD8047}" dt="2021-02-17T12:40:28.456" v="5299" actId="20577"/>
        <pc:sldMkLst>
          <pc:docMk/>
          <pc:sldMk cId="2155247452" sldId="279"/>
        </pc:sldMkLst>
        <pc:spChg chg="mod">
          <ac:chgData name="Mykola Kuksa" userId="1056c9f5-bd5e-4aba-85cc-cd2356148781" providerId="ADAL" clId="{4FD574FC-2D45-424B-B5FF-BDD045DD8047}" dt="2021-02-14T09:16:15.194" v="2515" actId="14100"/>
          <ac:spMkLst>
            <pc:docMk/>
            <pc:sldMk cId="2155247452" sldId="279"/>
            <ac:spMk id="23" creationId="{F4777512-F3AF-4ED6-8CA7-C4D9D1AC2FB1}"/>
          </ac:spMkLst>
        </pc:spChg>
        <pc:cxnChg chg="mod">
          <ac:chgData name="Mykola Kuksa" userId="1056c9f5-bd5e-4aba-85cc-cd2356148781" providerId="ADAL" clId="{4FD574FC-2D45-424B-B5FF-BDD045DD8047}" dt="2021-02-14T09:16:15.194" v="2515" actId="14100"/>
          <ac:cxnSpMkLst>
            <pc:docMk/>
            <pc:sldMk cId="2155247452" sldId="279"/>
            <ac:cxnSpMk id="25" creationId="{D8FE3051-F286-4DF4-B72E-7EB6424603E1}"/>
          </ac:cxnSpMkLst>
        </pc:cxnChg>
      </pc:sldChg>
      <pc:sldChg chg="modNotesTx">
        <pc:chgData name="Mykola Kuksa" userId="1056c9f5-bd5e-4aba-85cc-cd2356148781" providerId="ADAL" clId="{4FD574FC-2D45-424B-B5FF-BDD045DD8047}" dt="2021-02-19T06:12:11.185" v="7419" actId="20577"/>
        <pc:sldMkLst>
          <pc:docMk/>
          <pc:sldMk cId="2968167744" sldId="288"/>
        </pc:sldMkLst>
      </pc:sldChg>
      <pc:sldChg chg="modSp mod">
        <pc:chgData name="Mykola Kuksa" userId="1056c9f5-bd5e-4aba-85cc-cd2356148781" providerId="ADAL" clId="{4FD574FC-2D45-424B-B5FF-BDD045DD8047}" dt="2021-02-11T07:59:37.552" v="0" actId="20577"/>
        <pc:sldMkLst>
          <pc:docMk/>
          <pc:sldMk cId="2302848351" sldId="294"/>
        </pc:sldMkLst>
        <pc:spChg chg="mod">
          <ac:chgData name="Mykola Kuksa" userId="1056c9f5-bd5e-4aba-85cc-cd2356148781" providerId="ADAL" clId="{4FD574FC-2D45-424B-B5FF-BDD045DD8047}" dt="2021-02-11T07:59:37.552" v="0" actId="20577"/>
          <ac:spMkLst>
            <pc:docMk/>
            <pc:sldMk cId="2302848351" sldId="294"/>
            <ac:spMk id="5" creationId="{7BB3E393-FC93-4EC4-BA94-10F8CDBAA844}"/>
          </ac:spMkLst>
        </pc:spChg>
      </pc:sldChg>
      <pc:sldChg chg="modNotesTx">
        <pc:chgData name="Mykola Kuksa" userId="1056c9f5-bd5e-4aba-85cc-cd2356148781" providerId="ADAL" clId="{4FD574FC-2D45-424B-B5FF-BDD045DD8047}" dt="2021-02-19T06:25:02.809" v="7427"/>
        <pc:sldMkLst>
          <pc:docMk/>
          <pc:sldMk cId="1476422087" sldId="299"/>
        </pc:sldMkLst>
      </pc:sldChg>
      <pc:sldChg chg="modSp mod">
        <pc:chgData name="Mykola Kuksa" userId="1056c9f5-bd5e-4aba-85cc-cd2356148781" providerId="ADAL" clId="{4FD574FC-2D45-424B-B5FF-BDD045DD8047}" dt="2021-02-14T13:54:05.115" v="2856" actId="20577"/>
        <pc:sldMkLst>
          <pc:docMk/>
          <pc:sldMk cId="4110825007" sldId="301"/>
        </pc:sldMkLst>
        <pc:spChg chg="mod">
          <ac:chgData name="Mykola Kuksa" userId="1056c9f5-bd5e-4aba-85cc-cd2356148781" providerId="ADAL" clId="{4FD574FC-2D45-424B-B5FF-BDD045DD8047}" dt="2021-02-14T13:54:05.115" v="2856" actId="20577"/>
          <ac:spMkLst>
            <pc:docMk/>
            <pc:sldMk cId="4110825007" sldId="301"/>
            <ac:spMk id="5" creationId="{87A30069-38C6-4845-BE56-126261288468}"/>
          </ac:spMkLst>
        </pc:spChg>
      </pc:sldChg>
      <pc:sldChg chg="modNotesTx">
        <pc:chgData name="Mykola Kuksa" userId="1056c9f5-bd5e-4aba-85cc-cd2356148781" providerId="ADAL" clId="{4FD574FC-2D45-424B-B5FF-BDD045DD8047}" dt="2021-02-18T20:27:38.255" v="5730" actId="20577"/>
        <pc:sldMkLst>
          <pc:docMk/>
          <pc:sldMk cId="2373623083" sldId="312"/>
        </pc:sldMkLst>
      </pc:sldChg>
      <pc:sldChg chg="addSp delSp modSp new mod ord modNotesTx">
        <pc:chgData name="Mykola Kuksa" userId="1056c9f5-bd5e-4aba-85cc-cd2356148781" providerId="ADAL" clId="{4FD574FC-2D45-424B-B5FF-BDD045DD8047}" dt="2021-02-11T10:20:31.662" v="2438" actId="1076"/>
        <pc:sldMkLst>
          <pc:docMk/>
          <pc:sldMk cId="677108262" sldId="323"/>
        </pc:sldMkLst>
        <pc:spChg chg="mod">
          <ac:chgData name="Mykola Kuksa" userId="1056c9f5-bd5e-4aba-85cc-cd2356148781" providerId="ADAL" clId="{4FD574FC-2D45-424B-B5FF-BDD045DD8047}" dt="2021-02-11T10:01:46.012" v="1735" actId="20577"/>
          <ac:spMkLst>
            <pc:docMk/>
            <pc:sldMk cId="677108262" sldId="323"/>
            <ac:spMk id="2" creationId="{D801E989-1855-4F1A-B01E-6F7E412DE274}"/>
          </ac:spMkLst>
        </pc:spChg>
        <pc:spChg chg="mod">
          <ac:chgData name="Mykola Kuksa" userId="1056c9f5-bd5e-4aba-85cc-cd2356148781" providerId="ADAL" clId="{4FD574FC-2D45-424B-B5FF-BDD045DD8047}" dt="2021-02-11T09:43:39.732" v="1290"/>
          <ac:spMkLst>
            <pc:docMk/>
            <pc:sldMk cId="677108262" sldId="323"/>
            <ac:spMk id="4" creationId="{DD6C641D-6CA9-442D-AA15-621D1537E664}"/>
          </ac:spMkLst>
        </pc:spChg>
        <pc:spChg chg="add del mod">
          <ac:chgData name="Mykola Kuksa" userId="1056c9f5-bd5e-4aba-85cc-cd2356148781" providerId="ADAL" clId="{4FD574FC-2D45-424B-B5FF-BDD045DD8047}" dt="2021-02-11T09:25:06.465" v="249" actId="478"/>
          <ac:spMkLst>
            <pc:docMk/>
            <pc:sldMk cId="677108262" sldId="323"/>
            <ac:spMk id="5" creationId="{99C638D3-5AFD-445E-B5FF-ABD98B4A521E}"/>
          </ac:spMkLst>
        </pc:spChg>
        <pc:spChg chg="add del mod">
          <ac:chgData name="Mykola Kuksa" userId="1056c9f5-bd5e-4aba-85cc-cd2356148781" providerId="ADAL" clId="{4FD574FC-2D45-424B-B5FF-BDD045DD8047}" dt="2021-02-11T09:44:26.293" v="1312" actId="478"/>
          <ac:spMkLst>
            <pc:docMk/>
            <pc:sldMk cId="677108262" sldId="323"/>
            <ac:spMk id="6" creationId="{BFEF45CE-11E0-4A6C-AF41-AFE1FCC7AD92}"/>
          </ac:spMkLst>
        </pc:spChg>
        <pc:spChg chg="add mod">
          <ac:chgData name="Mykola Kuksa" userId="1056c9f5-bd5e-4aba-85cc-cd2356148781" providerId="ADAL" clId="{4FD574FC-2D45-424B-B5FF-BDD045DD8047}" dt="2021-02-11T10:20:31.662" v="2438" actId="1076"/>
          <ac:spMkLst>
            <pc:docMk/>
            <pc:sldMk cId="677108262" sldId="323"/>
            <ac:spMk id="9" creationId="{62CD93EA-EFF4-4B90-A382-C1D6C61054B3}"/>
          </ac:spMkLst>
        </pc:spChg>
        <pc:picChg chg="add mod">
          <ac:chgData name="Mykola Kuksa" userId="1056c9f5-bd5e-4aba-85cc-cd2356148781" providerId="ADAL" clId="{4FD574FC-2D45-424B-B5FF-BDD045DD8047}" dt="2021-02-11T09:44:40.628" v="1314" actId="1076"/>
          <ac:picMkLst>
            <pc:docMk/>
            <pc:sldMk cId="677108262" sldId="323"/>
            <ac:picMk id="8" creationId="{FD0A409D-F86E-4FA8-B84B-17ECAB807585}"/>
          </ac:picMkLst>
        </pc:picChg>
      </pc:sldChg>
      <pc:sldChg chg="new del">
        <pc:chgData name="Mykola Kuksa" userId="1056c9f5-bd5e-4aba-85cc-cd2356148781" providerId="ADAL" clId="{4FD574FC-2D45-424B-B5FF-BDD045DD8047}" dt="2021-02-11T09:43:12.402" v="1288" actId="47"/>
        <pc:sldMkLst>
          <pc:docMk/>
          <pc:sldMk cId="1349670466" sldId="324"/>
        </pc:sldMkLst>
      </pc:sldChg>
      <pc:sldChg chg="addSp modSp add mod">
        <pc:chgData name="Mykola Kuksa" userId="1056c9f5-bd5e-4aba-85cc-cd2356148781" providerId="ADAL" clId="{4FD574FC-2D45-424B-B5FF-BDD045DD8047}" dt="2021-02-11T10:44:24.724" v="2472" actId="1076"/>
        <pc:sldMkLst>
          <pc:docMk/>
          <pc:sldMk cId="4273013139" sldId="324"/>
        </pc:sldMkLst>
        <pc:spChg chg="mod">
          <ac:chgData name="Mykola Kuksa" userId="1056c9f5-bd5e-4aba-85cc-cd2356148781" providerId="ADAL" clId="{4FD574FC-2D45-424B-B5FF-BDD045DD8047}" dt="2021-02-11T09:43:51.200" v="1291" actId="20577"/>
          <ac:spMkLst>
            <pc:docMk/>
            <pc:sldMk cId="4273013139" sldId="324"/>
            <ac:spMk id="2" creationId="{D801E989-1855-4F1A-B01E-6F7E412DE274}"/>
          </ac:spMkLst>
        </pc:spChg>
        <pc:spChg chg="mod">
          <ac:chgData name="Mykola Kuksa" userId="1056c9f5-bd5e-4aba-85cc-cd2356148781" providerId="ADAL" clId="{4FD574FC-2D45-424B-B5FF-BDD045DD8047}" dt="2021-02-11T10:38:23.083" v="2448"/>
          <ac:spMkLst>
            <pc:docMk/>
            <pc:sldMk cId="4273013139" sldId="324"/>
            <ac:spMk id="4" creationId="{DD6C641D-6CA9-442D-AA15-621D1537E664}"/>
          </ac:spMkLst>
        </pc:spChg>
        <pc:spChg chg="mod">
          <ac:chgData name="Mykola Kuksa" userId="1056c9f5-bd5e-4aba-85cc-cd2356148781" providerId="ADAL" clId="{4FD574FC-2D45-424B-B5FF-BDD045DD8047}" dt="2021-02-11T10:30:39.604" v="2441" actId="1076"/>
          <ac:spMkLst>
            <pc:docMk/>
            <pc:sldMk cId="4273013139" sldId="324"/>
            <ac:spMk id="6" creationId="{BFEF45CE-11E0-4A6C-AF41-AFE1FCC7AD92}"/>
          </ac:spMkLst>
        </pc:spChg>
        <pc:spChg chg="add mod">
          <ac:chgData name="Mykola Kuksa" userId="1056c9f5-bd5e-4aba-85cc-cd2356148781" providerId="ADAL" clId="{4FD574FC-2D45-424B-B5FF-BDD045DD8047}" dt="2021-02-11T10:44:24.724" v="2472" actId="1076"/>
          <ac:spMkLst>
            <pc:docMk/>
            <pc:sldMk cId="4273013139" sldId="324"/>
            <ac:spMk id="8" creationId="{F763AF65-34CF-4859-90F8-C5CCA3BB4B15}"/>
          </ac:spMkLst>
        </pc:spChg>
        <pc:picChg chg="add mod">
          <ac:chgData name="Mykola Kuksa" userId="1056c9f5-bd5e-4aba-85cc-cd2356148781" providerId="ADAL" clId="{4FD574FC-2D45-424B-B5FF-BDD045DD8047}" dt="2021-02-11T10:30:21.343" v="2440" actId="1076"/>
          <ac:picMkLst>
            <pc:docMk/>
            <pc:sldMk cId="4273013139" sldId="324"/>
            <ac:picMk id="7" creationId="{033C40A7-014E-4F30-AC5E-3A64CA8E8F79}"/>
          </ac:picMkLst>
        </pc:picChg>
        <pc:picChg chg="add mod">
          <ac:chgData name="Mykola Kuksa" userId="1056c9f5-bd5e-4aba-85cc-cd2356148781" providerId="ADAL" clId="{4FD574FC-2D45-424B-B5FF-BDD045DD8047}" dt="2021-02-11T10:40:51.285" v="2453" actId="1076"/>
          <ac:picMkLst>
            <pc:docMk/>
            <pc:sldMk cId="4273013139" sldId="324"/>
            <ac:picMk id="10" creationId="{ABFA74B3-0DB0-4537-B4C9-43158103BD39}"/>
          </ac:picMkLst>
        </pc:picChg>
      </pc:sldChg>
      <pc:sldChg chg="modSp add del mod">
        <pc:chgData name="Mykola Kuksa" userId="1056c9f5-bd5e-4aba-85cc-cd2356148781" providerId="ADAL" clId="{4FD574FC-2D45-424B-B5FF-BDD045DD8047}" dt="2021-02-14T14:04:12.972" v="2857" actId="2696"/>
        <pc:sldMkLst>
          <pc:docMk/>
          <pc:sldMk cId="4193497056" sldId="325"/>
        </pc:sldMkLst>
        <pc:spChg chg="mod">
          <ac:chgData name="Mykola Kuksa" userId="1056c9f5-bd5e-4aba-85cc-cd2356148781" providerId="ADAL" clId="{4FD574FC-2D45-424B-B5FF-BDD045DD8047}" dt="2021-02-14T09:13:55.257" v="2509"/>
          <ac:spMkLst>
            <pc:docMk/>
            <pc:sldMk cId="4193497056" sldId="325"/>
            <ac:spMk id="2" creationId="{B260A58C-8743-4BC6-B15B-072903B8DE5B}"/>
          </ac:spMkLst>
        </pc:spChg>
        <pc:spChg chg="mod">
          <ac:chgData name="Mykola Kuksa" userId="1056c9f5-bd5e-4aba-85cc-cd2356148781" providerId="ADAL" clId="{4FD574FC-2D45-424B-B5FF-BDD045DD8047}" dt="2021-02-14T09:13:30.643" v="2507" actId="20577"/>
          <ac:spMkLst>
            <pc:docMk/>
            <pc:sldMk cId="4193497056" sldId="325"/>
            <ac:spMk id="6" creationId="{2B818714-7C56-4108-8EB2-0A1836DAE102}"/>
          </ac:spMkLst>
        </pc:spChg>
      </pc:sldChg>
      <pc:sldChg chg="addSp modSp new mod ord modNotesTx">
        <pc:chgData name="Mykola Kuksa" userId="1056c9f5-bd5e-4aba-85cc-cd2356148781" providerId="ADAL" clId="{4FD574FC-2D45-424B-B5FF-BDD045DD8047}" dt="2021-02-14T13:48:10.476" v="2849"/>
        <pc:sldMkLst>
          <pc:docMk/>
          <pc:sldMk cId="2584262676" sldId="326"/>
        </pc:sldMkLst>
        <pc:spChg chg="mod">
          <ac:chgData name="Mykola Kuksa" userId="1056c9f5-bd5e-4aba-85cc-cd2356148781" providerId="ADAL" clId="{4FD574FC-2D45-424B-B5FF-BDD045DD8047}" dt="2021-02-14T11:54:56.228" v="2538" actId="20577"/>
          <ac:spMkLst>
            <pc:docMk/>
            <pc:sldMk cId="2584262676" sldId="326"/>
            <ac:spMk id="2" creationId="{80F0E290-CD0C-4893-B5D8-CB323047EDFE}"/>
          </ac:spMkLst>
        </pc:spChg>
        <pc:spChg chg="mod">
          <ac:chgData name="Mykola Kuksa" userId="1056c9f5-bd5e-4aba-85cc-cd2356148781" providerId="ADAL" clId="{4FD574FC-2D45-424B-B5FF-BDD045DD8047}" dt="2021-02-14T12:04:07.356" v="2580" actId="313"/>
          <ac:spMkLst>
            <pc:docMk/>
            <pc:sldMk cId="2584262676" sldId="326"/>
            <ac:spMk id="4" creationId="{41B73C4B-CC29-49FF-BBD0-978965328C3D}"/>
          </ac:spMkLst>
        </pc:spChg>
        <pc:spChg chg="add mod">
          <ac:chgData name="Mykola Kuksa" userId="1056c9f5-bd5e-4aba-85cc-cd2356148781" providerId="ADAL" clId="{4FD574FC-2D45-424B-B5FF-BDD045DD8047}" dt="2021-02-14T12:15:08.258" v="2634" actId="1076"/>
          <ac:spMkLst>
            <pc:docMk/>
            <pc:sldMk cId="2584262676" sldId="326"/>
            <ac:spMk id="5" creationId="{7B9560CB-18F5-42F7-A434-49FA067F7067}"/>
          </ac:spMkLst>
        </pc:spChg>
        <pc:graphicFrameChg chg="add mod modGraphic">
          <ac:chgData name="Mykola Kuksa" userId="1056c9f5-bd5e-4aba-85cc-cd2356148781" providerId="ADAL" clId="{4FD574FC-2D45-424B-B5FF-BDD045DD8047}" dt="2021-02-14T13:48:10.476" v="2849"/>
          <ac:graphicFrameMkLst>
            <pc:docMk/>
            <pc:sldMk cId="2584262676" sldId="326"/>
            <ac:graphicFrameMk id="6" creationId="{F5013F20-3862-44D1-90F2-7DE007D63D59}"/>
          </ac:graphicFrameMkLst>
        </pc:graphicFrameChg>
      </pc:sldChg>
    </pc:docChg>
  </pc:docChgLst>
  <pc:docChgLst>
    <pc:chgData clId="Web-{85B5B84F-48FE-4AE0-9A14-FAEBDCF68889}"/>
    <pc:docChg chg="modSld">
      <pc:chgData name="" userId="" providerId="" clId="Web-{85B5B84F-48FE-4AE0-9A14-FAEBDCF68889}" dt="2021-11-05T11:36:52.371" v="0" actId="20577"/>
      <pc:docMkLst>
        <pc:docMk/>
      </pc:docMkLst>
      <pc:sldChg chg="modSp">
        <pc:chgData name="" userId="" providerId="" clId="Web-{85B5B84F-48FE-4AE0-9A14-FAEBDCF68889}" dt="2021-11-05T11:36:52.371" v="0" actId="20577"/>
        <pc:sldMkLst>
          <pc:docMk/>
          <pc:sldMk cId="525279977" sldId="256"/>
        </pc:sldMkLst>
        <pc:spChg chg="mod">
          <ac:chgData name="" userId="" providerId="" clId="Web-{85B5B84F-48FE-4AE0-9A14-FAEBDCF68889}" dt="2021-11-05T11:36:52.371" v="0" actId="20577"/>
          <ac:spMkLst>
            <pc:docMk/>
            <pc:sldMk cId="525279977" sldId="256"/>
            <ac:spMk id="5" creationId="{3F26BBC0-55E0-4EA1-B967-6CE1D18774D8}"/>
          </ac:spMkLst>
        </pc:spChg>
      </pc:sldChg>
    </pc:docChg>
  </pc:docChgLst>
  <pc:docChgLst>
    <pc:chgData name="Mykola Kuksa (MLKK)" userId="S::mlkk@simcorp.com::1056c9f5-bd5e-4aba-85cc-cd2356148781" providerId="AD" clId="Web-{B435667D-D0D8-BFA1-B3E8-162D64F0AF29}"/>
    <pc:docChg chg="modSld">
      <pc:chgData name="Mykola Kuksa (MLKK)" userId="S::mlkk@simcorp.com::1056c9f5-bd5e-4aba-85cc-cd2356148781" providerId="AD" clId="Web-{B435667D-D0D8-BFA1-B3E8-162D64F0AF29}" dt="2021-05-23T11:59:32.371" v="5" actId="20577"/>
      <pc:docMkLst>
        <pc:docMk/>
      </pc:docMkLst>
      <pc:sldChg chg="modSp">
        <pc:chgData name="Mykola Kuksa (MLKK)" userId="S::mlkk@simcorp.com::1056c9f5-bd5e-4aba-85cc-cd2356148781" providerId="AD" clId="Web-{B435667D-D0D8-BFA1-B3E8-162D64F0AF29}" dt="2021-05-23T11:59:32.371" v="5" actId="20577"/>
        <pc:sldMkLst>
          <pc:docMk/>
          <pc:sldMk cId="738792783" sldId="259"/>
        </pc:sldMkLst>
        <pc:spChg chg="mod">
          <ac:chgData name="Mykola Kuksa (MLKK)" userId="S::mlkk@simcorp.com::1056c9f5-bd5e-4aba-85cc-cd2356148781" providerId="AD" clId="Web-{B435667D-D0D8-BFA1-B3E8-162D64F0AF29}" dt="2021-05-23T11:59:32.371" v="5" actId="20577"/>
          <ac:spMkLst>
            <pc:docMk/>
            <pc:sldMk cId="738792783" sldId="259"/>
            <ac:spMk id="5" creationId="{67E8D471-BA5C-4AAC-A2C9-82DB42DEB307}"/>
          </ac:spMkLst>
        </pc:spChg>
      </pc:sldChg>
    </pc:docChg>
  </pc:docChgLst>
  <pc:docChgLst>
    <pc:chgData name="Mariana Sofii" userId="c6efa36b-6f78-4df2-92ed-4da21e89d024" providerId="ADAL" clId="{77176383-573C-4738-ABBE-AD726E705BF6}"/>
    <pc:docChg chg="custSel modSld">
      <pc:chgData name="Mariana Sofii" userId="c6efa36b-6f78-4df2-92ed-4da21e89d024" providerId="ADAL" clId="{77176383-573C-4738-ABBE-AD726E705BF6}" dt="2021-02-14T12:21:13.357" v="24" actId="20577"/>
      <pc:docMkLst>
        <pc:docMk/>
      </pc:docMkLst>
      <pc:sldChg chg="modSp mod">
        <pc:chgData name="Mariana Sofii" userId="c6efa36b-6f78-4df2-92ed-4da21e89d024" providerId="ADAL" clId="{77176383-573C-4738-ABBE-AD726E705BF6}" dt="2021-02-14T12:21:13.357" v="24" actId="20577"/>
        <pc:sldMkLst>
          <pc:docMk/>
          <pc:sldMk cId="525279977" sldId="256"/>
        </pc:sldMkLst>
        <pc:spChg chg="mod">
          <ac:chgData name="Mariana Sofii" userId="c6efa36b-6f78-4df2-92ed-4da21e89d024" providerId="ADAL" clId="{77176383-573C-4738-ABBE-AD726E705BF6}" dt="2021-02-14T12:17:22.972" v="13" actId="20577"/>
          <ac:spMkLst>
            <pc:docMk/>
            <pc:sldMk cId="525279977" sldId="256"/>
            <ac:spMk id="2" creationId="{16FD03D9-3736-4F8E-8DD6-53FCA8540A34}"/>
          </ac:spMkLst>
        </pc:spChg>
        <pc:spChg chg="mod">
          <ac:chgData name="Mariana Sofii" userId="c6efa36b-6f78-4df2-92ed-4da21e89d024" providerId="ADAL" clId="{77176383-573C-4738-ABBE-AD726E705BF6}" dt="2021-02-14T12:21:13.357" v="24" actId="20577"/>
          <ac:spMkLst>
            <pc:docMk/>
            <pc:sldMk cId="525279977" sldId="256"/>
            <ac:spMk id="5" creationId="{3F26BBC0-55E0-4EA1-B967-6CE1D18774D8}"/>
          </ac:spMkLst>
        </pc:spChg>
      </pc:sldChg>
      <pc:sldChg chg="modSp mod">
        <pc:chgData name="Mariana Sofii" userId="c6efa36b-6f78-4df2-92ed-4da21e89d024" providerId="ADAL" clId="{77176383-573C-4738-ABBE-AD726E705BF6}" dt="2021-02-14T12:18:56.897" v="14" actId="20577"/>
        <pc:sldMkLst>
          <pc:docMk/>
          <pc:sldMk cId="385712482" sldId="268"/>
        </pc:sldMkLst>
        <pc:spChg chg="mod">
          <ac:chgData name="Mariana Sofii" userId="c6efa36b-6f78-4df2-92ed-4da21e89d024" providerId="ADAL" clId="{77176383-573C-4738-ABBE-AD726E705BF6}" dt="2021-02-14T12:18:56.897" v="14" actId="20577"/>
          <ac:spMkLst>
            <pc:docMk/>
            <pc:sldMk cId="385712482" sldId="268"/>
            <ac:spMk id="2" creationId="{B260A58C-8743-4BC6-B15B-072903B8DE5B}"/>
          </ac:spMkLst>
        </pc:spChg>
      </pc:sldChg>
      <pc:sldChg chg="modSp mod">
        <pc:chgData name="Mariana Sofii" userId="c6efa36b-6f78-4df2-92ed-4da21e89d024" providerId="ADAL" clId="{77176383-573C-4738-ABBE-AD726E705BF6}" dt="2021-02-14T12:20:20.712" v="15" actId="20577"/>
        <pc:sldMkLst>
          <pc:docMk/>
          <pc:sldMk cId="4273013139" sldId="324"/>
        </pc:sldMkLst>
        <pc:spChg chg="mod">
          <ac:chgData name="Mariana Sofii" userId="c6efa36b-6f78-4df2-92ed-4da21e89d024" providerId="ADAL" clId="{77176383-573C-4738-ABBE-AD726E705BF6}" dt="2021-02-14T12:20:20.712" v="15" actId="20577"/>
          <ac:spMkLst>
            <pc:docMk/>
            <pc:sldMk cId="4273013139" sldId="324"/>
            <ac:spMk id="2" creationId="{D801E989-1855-4F1A-B01E-6F7E412DE274}"/>
          </ac:spMkLst>
        </pc:spChg>
      </pc:sldChg>
    </pc:docChg>
  </pc:docChgLst>
  <pc:docChgLst>
    <pc:chgData name="Serhii Harmash" userId="19965dc1-3670-4089-9e09-ab6aab33a005" providerId="ADAL" clId="{6103873E-289F-49F3-9D86-E63210BB431C}"/>
    <pc:docChg chg="undo custSel modSld sldOrd modShowInfo">
      <pc:chgData name="Serhii Harmash" userId="19965dc1-3670-4089-9e09-ab6aab33a005" providerId="ADAL" clId="{6103873E-289F-49F3-9D86-E63210BB431C}" dt="2021-02-18T15:42:06.939" v="1301" actId="1076"/>
      <pc:docMkLst>
        <pc:docMk/>
      </pc:docMkLst>
      <pc:sldChg chg="modNotesTx">
        <pc:chgData name="Serhii Harmash" userId="19965dc1-3670-4089-9e09-ab6aab33a005" providerId="ADAL" clId="{6103873E-289F-49F3-9D86-E63210BB431C}" dt="2021-02-18T14:04:47.280" v="634" actId="20577"/>
        <pc:sldMkLst>
          <pc:docMk/>
          <pc:sldMk cId="1612566732" sldId="270"/>
        </pc:sldMkLst>
      </pc:sldChg>
      <pc:sldChg chg="modNotesTx">
        <pc:chgData name="Serhii Harmash" userId="19965dc1-3670-4089-9e09-ab6aab33a005" providerId="ADAL" clId="{6103873E-289F-49F3-9D86-E63210BB431C}" dt="2021-02-18T15:01:19.781" v="1039" actId="20577"/>
        <pc:sldMkLst>
          <pc:docMk/>
          <pc:sldMk cId="3495153897" sldId="273"/>
        </pc:sldMkLst>
      </pc:sldChg>
      <pc:sldChg chg="modNotesTx">
        <pc:chgData name="Serhii Harmash" userId="19965dc1-3670-4089-9e09-ab6aab33a005" providerId="ADAL" clId="{6103873E-289F-49F3-9D86-E63210BB431C}" dt="2021-02-18T13:46:20.564" v="439" actId="20577"/>
        <pc:sldMkLst>
          <pc:docMk/>
          <pc:sldMk cId="2155247452" sldId="279"/>
        </pc:sldMkLst>
      </pc:sldChg>
      <pc:sldChg chg="modNotesTx">
        <pc:chgData name="Serhii Harmash" userId="19965dc1-3670-4089-9e09-ab6aab33a005" providerId="ADAL" clId="{6103873E-289F-49F3-9D86-E63210BB431C}" dt="2021-02-18T15:14:09.404" v="1113" actId="12"/>
        <pc:sldMkLst>
          <pc:docMk/>
          <pc:sldMk cId="3554925085" sldId="286"/>
        </pc:sldMkLst>
      </pc:sldChg>
      <pc:sldChg chg="modSp mod modNotesTx">
        <pc:chgData name="Serhii Harmash" userId="19965dc1-3670-4089-9e09-ab6aab33a005" providerId="ADAL" clId="{6103873E-289F-49F3-9D86-E63210BB431C}" dt="2021-02-18T15:38:33.519" v="1299" actId="20577"/>
        <pc:sldMkLst>
          <pc:docMk/>
          <pc:sldMk cId="2444651517" sldId="289"/>
        </pc:sldMkLst>
        <pc:spChg chg="mod">
          <ac:chgData name="Serhii Harmash" userId="19965dc1-3670-4089-9e09-ab6aab33a005" providerId="ADAL" clId="{6103873E-289F-49F3-9D86-E63210BB431C}" dt="2021-02-18T15:19:22.116" v="1117"/>
          <ac:spMkLst>
            <pc:docMk/>
            <pc:sldMk cId="2444651517" sldId="289"/>
            <ac:spMk id="4" creationId="{E3A3A6BB-E930-48EB-A27A-E198F277E651}"/>
          </ac:spMkLst>
        </pc:spChg>
        <pc:spChg chg="mod">
          <ac:chgData name="Serhii Harmash" userId="19965dc1-3670-4089-9e09-ab6aab33a005" providerId="ADAL" clId="{6103873E-289F-49F3-9D86-E63210BB431C}" dt="2021-02-18T15:23:16.362" v="1289"/>
          <ac:spMkLst>
            <pc:docMk/>
            <pc:sldMk cId="2444651517" sldId="289"/>
            <ac:spMk id="5" creationId="{C0A13C94-C534-43E0-9575-EDF01D112170}"/>
          </ac:spMkLst>
        </pc:spChg>
      </pc:sldChg>
      <pc:sldChg chg="modNotesTx">
        <pc:chgData name="Serhii Harmash" userId="19965dc1-3670-4089-9e09-ab6aab33a005" providerId="ADAL" clId="{6103873E-289F-49F3-9D86-E63210BB431C}" dt="2021-02-18T13:50:27.758" v="443"/>
        <pc:sldMkLst>
          <pc:docMk/>
          <pc:sldMk cId="652284133" sldId="290"/>
        </pc:sldMkLst>
      </pc:sldChg>
      <pc:sldChg chg="modSp mod">
        <pc:chgData name="Serhii Harmash" userId="19965dc1-3670-4089-9e09-ab6aab33a005" providerId="ADAL" clId="{6103873E-289F-49F3-9D86-E63210BB431C}" dt="2021-02-18T15:42:06.939" v="1301" actId="1076"/>
        <pc:sldMkLst>
          <pc:docMk/>
          <pc:sldMk cId="1273100100" sldId="296"/>
        </pc:sldMkLst>
        <pc:picChg chg="mod">
          <ac:chgData name="Serhii Harmash" userId="19965dc1-3670-4089-9e09-ab6aab33a005" providerId="ADAL" clId="{6103873E-289F-49F3-9D86-E63210BB431C}" dt="2021-02-18T15:42:06.939" v="1301" actId="1076"/>
          <ac:picMkLst>
            <pc:docMk/>
            <pc:sldMk cId="1273100100" sldId="296"/>
            <ac:picMk id="7" creationId="{AB200BE3-4CC6-443C-A861-B723BC1F754F}"/>
          </ac:picMkLst>
        </pc:picChg>
      </pc:sldChg>
      <pc:sldChg chg="modNotesTx">
        <pc:chgData name="Serhii Harmash" userId="19965dc1-3670-4089-9e09-ab6aab33a005" providerId="ADAL" clId="{6103873E-289F-49F3-9D86-E63210BB431C}" dt="2021-02-18T15:36:14.476" v="1298" actId="20577"/>
        <pc:sldMkLst>
          <pc:docMk/>
          <pc:sldMk cId="3409824526" sldId="307"/>
        </pc:sldMkLst>
      </pc:sldChg>
      <pc:sldChg chg="ord modNotesTx">
        <pc:chgData name="Serhii Harmash" userId="19965dc1-3670-4089-9e09-ab6aab33a005" providerId="ADAL" clId="{6103873E-289F-49F3-9D86-E63210BB431C}" dt="2021-02-18T15:31:19.103" v="1292"/>
        <pc:sldMkLst>
          <pc:docMk/>
          <pc:sldMk cId="794761639" sldId="308"/>
        </pc:sldMkLst>
      </pc:sldChg>
      <pc:sldChg chg="modSp mod modNotesTx">
        <pc:chgData name="Serhii Harmash" userId="19965dc1-3670-4089-9e09-ab6aab33a005" providerId="ADAL" clId="{6103873E-289F-49F3-9D86-E63210BB431C}" dt="2021-02-18T14:23:07.455" v="845" actId="14100"/>
        <pc:sldMkLst>
          <pc:docMk/>
          <pc:sldMk cId="758005091" sldId="317"/>
        </pc:sldMkLst>
        <pc:spChg chg="mod">
          <ac:chgData name="Serhii Harmash" userId="19965dc1-3670-4089-9e09-ab6aab33a005" providerId="ADAL" clId="{6103873E-289F-49F3-9D86-E63210BB431C}" dt="2021-02-18T14:22:36.711" v="839" actId="20577"/>
          <ac:spMkLst>
            <pc:docMk/>
            <pc:sldMk cId="758005091" sldId="317"/>
            <ac:spMk id="113" creationId="{93DF6A9F-2E8B-4231-9077-10ABC39949F3}"/>
          </ac:spMkLst>
        </pc:spChg>
        <pc:spChg chg="mod">
          <ac:chgData name="Serhii Harmash" userId="19965dc1-3670-4089-9e09-ab6aab33a005" providerId="ADAL" clId="{6103873E-289F-49F3-9D86-E63210BB431C}" dt="2021-02-18T14:22:34.617" v="838" actId="108"/>
          <ac:spMkLst>
            <pc:docMk/>
            <pc:sldMk cId="758005091" sldId="317"/>
            <ac:spMk id="116" creationId="{6F7C3F9F-9B32-4ACC-8CDA-B611CDF5566C}"/>
          </ac:spMkLst>
        </pc:spChg>
        <pc:spChg chg="mod">
          <ac:chgData name="Serhii Harmash" userId="19965dc1-3670-4089-9e09-ab6aab33a005" providerId="ADAL" clId="{6103873E-289F-49F3-9D86-E63210BB431C}" dt="2021-02-18T14:23:02.583" v="844" actId="1076"/>
          <ac:spMkLst>
            <pc:docMk/>
            <pc:sldMk cId="758005091" sldId="317"/>
            <ac:spMk id="117" creationId="{F654799F-0FD6-4F07-B727-5E5B00E7AF6B}"/>
          </ac:spMkLst>
        </pc:spChg>
        <pc:cxnChg chg="mod">
          <ac:chgData name="Serhii Harmash" userId="19965dc1-3670-4089-9e09-ab6aab33a005" providerId="ADAL" clId="{6103873E-289F-49F3-9D86-E63210BB431C}" dt="2021-02-18T14:22:03.792" v="830" actId="14100"/>
          <ac:cxnSpMkLst>
            <pc:docMk/>
            <pc:sldMk cId="758005091" sldId="317"/>
            <ac:cxnSpMk id="137" creationId="{9EBBE090-FEE1-405A-9EF2-778306530598}"/>
          </ac:cxnSpMkLst>
        </pc:cxnChg>
        <pc:cxnChg chg="mod">
          <ac:chgData name="Serhii Harmash" userId="19965dc1-3670-4089-9e09-ab6aab33a005" providerId="ADAL" clId="{6103873E-289F-49F3-9D86-E63210BB431C}" dt="2021-02-18T14:22:53.799" v="843" actId="14100"/>
          <ac:cxnSpMkLst>
            <pc:docMk/>
            <pc:sldMk cId="758005091" sldId="317"/>
            <ac:cxnSpMk id="139" creationId="{77FA0838-0278-4816-8734-200A954E5500}"/>
          </ac:cxnSpMkLst>
        </pc:cxnChg>
        <pc:cxnChg chg="mod">
          <ac:chgData name="Serhii Harmash" userId="19965dc1-3670-4089-9e09-ab6aab33a005" providerId="ADAL" clId="{6103873E-289F-49F3-9D86-E63210BB431C}" dt="2021-02-18T14:23:07.455" v="845" actId="14100"/>
          <ac:cxnSpMkLst>
            <pc:docMk/>
            <pc:sldMk cId="758005091" sldId="317"/>
            <ac:cxnSpMk id="143" creationId="{4E8821B0-D2A7-422E-B3D6-00984F375972}"/>
          </ac:cxnSpMkLst>
        </pc:cxnChg>
      </pc:sldChg>
      <pc:sldChg chg="modNotesTx">
        <pc:chgData name="Serhii Harmash" userId="19965dc1-3670-4089-9e09-ab6aab33a005" providerId="ADAL" clId="{6103873E-289F-49F3-9D86-E63210BB431C}" dt="2021-02-18T14:53:34.271" v="931" actId="20577"/>
        <pc:sldMkLst>
          <pc:docMk/>
          <pc:sldMk cId="2969773117" sldId="318"/>
        </pc:sldMkLst>
      </pc:sldChg>
    </pc:docChg>
  </pc:docChgLst>
  <pc:docChgLst>
    <pc:chgData name="Mykola Kuksa" userId="1056c9f5-bd5e-4aba-85cc-cd2356148781" providerId="ADAL" clId="{48418F54-ECB6-4706-B7CE-8723C0527A3E}"/>
    <pc:docChg chg="undo custSel addSld delSld modSld sldOrd">
      <pc:chgData name="Mykola Kuksa" userId="1056c9f5-bd5e-4aba-85cc-cd2356148781" providerId="ADAL" clId="{48418F54-ECB6-4706-B7CE-8723C0527A3E}" dt="2021-05-25T20:19:56.108" v="4316" actId="47"/>
      <pc:docMkLst>
        <pc:docMk/>
      </pc:docMkLst>
      <pc:sldChg chg="modSp mod">
        <pc:chgData name="Mykola Kuksa" userId="1056c9f5-bd5e-4aba-85cc-cd2356148781" providerId="ADAL" clId="{48418F54-ECB6-4706-B7CE-8723C0527A3E}" dt="2021-05-25T14:12:00.988" v="2869" actId="20577"/>
        <pc:sldMkLst>
          <pc:docMk/>
          <pc:sldMk cId="738792783" sldId="259"/>
        </pc:sldMkLst>
        <pc:spChg chg="mod">
          <ac:chgData name="Mykola Kuksa" userId="1056c9f5-bd5e-4aba-85cc-cd2356148781" providerId="ADAL" clId="{48418F54-ECB6-4706-B7CE-8723C0527A3E}" dt="2021-05-25T14:12:00.988" v="2869" actId="20577"/>
          <ac:spMkLst>
            <pc:docMk/>
            <pc:sldMk cId="738792783" sldId="259"/>
            <ac:spMk id="5" creationId="{67E8D471-BA5C-4AAC-A2C9-82DB42DEB307}"/>
          </ac:spMkLst>
        </pc:spChg>
      </pc:sldChg>
      <pc:sldChg chg="mod modShow">
        <pc:chgData name="Mykola Kuksa" userId="1056c9f5-bd5e-4aba-85cc-cd2356148781" providerId="ADAL" clId="{48418F54-ECB6-4706-B7CE-8723C0527A3E}" dt="2021-05-23T18:10:18.748" v="2" actId="729"/>
        <pc:sldMkLst>
          <pc:docMk/>
          <pc:sldMk cId="1975386803" sldId="261"/>
        </pc:sldMkLst>
      </pc:sldChg>
      <pc:sldChg chg="modSp mod">
        <pc:chgData name="Mykola Kuksa" userId="1056c9f5-bd5e-4aba-85cc-cd2356148781" providerId="ADAL" clId="{48418F54-ECB6-4706-B7CE-8723C0527A3E}" dt="2021-05-25T12:32:02.402" v="1639" actId="20577"/>
        <pc:sldMkLst>
          <pc:docMk/>
          <pc:sldMk cId="13744474" sldId="264"/>
        </pc:sldMkLst>
        <pc:spChg chg="mod">
          <ac:chgData name="Mykola Kuksa" userId="1056c9f5-bd5e-4aba-85cc-cd2356148781" providerId="ADAL" clId="{48418F54-ECB6-4706-B7CE-8723C0527A3E}" dt="2021-05-23T20:14:07.313" v="34" actId="20577"/>
          <ac:spMkLst>
            <pc:docMk/>
            <pc:sldMk cId="13744474" sldId="264"/>
            <ac:spMk id="2" creationId="{E42E9E03-64A0-4CFD-8BA8-4F95F6D57FBB}"/>
          </ac:spMkLst>
        </pc:spChg>
        <pc:spChg chg="mod">
          <ac:chgData name="Mykola Kuksa" userId="1056c9f5-bd5e-4aba-85cc-cd2356148781" providerId="ADAL" clId="{48418F54-ECB6-4706-B7CE-8723C0527A3E}" dt="2021-05-25T03:52:33.640" v="132" actId="20577"/>
          <ac:spMkLst>
            <pc:docMk/>
            <pc:sldMk cId="13744474" sldId="264"/>
            <ac:spMk id="4" creationId="{ADADB590-8141-4AF0-98BF-B8E849E4BE99}"/>
          </ac:spMkLst>
        </pc:spChg>
        <pc:spChg chg="mod">
          <ac:chgData name="Mykola Kuksa" userId="1056c9f5-bd5e-4aba-85cc-cd2356148781" providerId="ADAL" clId="{48418F54-ECB6-4706-B7CE-8723C0527A3E}" dt="2021-05-25T12:32:02.402" v="1639" actId="20577"/>
          <ac:spMkLst>
            <pc:docMk/>
            <pc:sldMk cId="13744474" sldId="264"/>
            <ac:spMk id="5" creationId="{0C2A542F-2F8F-4378-BC9B-BBE328953F47}"/>
          </ac:spMkLst>
        </pc:spChg>
      </pc:sldChg>
      <pc:sldChg chg="modSp mod modShow">
        <pc:chgData name="Mykola Kuksa" userId="1056c9f5-bd5e-4aba-85cc-cd2356148781" providerId="ADAL" clId="{48418F54-ECB6-4706-B7CE-8723C0527A3E}" dt="2021-05-23T20:05:30.119" v="21" actId="20577"/>
        <pc:sldMkLst>
          <pc:docMk/>
          <pc:sldMk cId="1710093842" sldId="269"/>
        </pc:sldMkLst>
        <pc:spChg chg="mod">
          <ac:chgData name="Mykola Kuksa" userId="1056c9f5-bd5e-4aba-85cc-cd2356148781" providerId="ADAL" clId="{48418F54-ECB6-4706-B7CE-8723C0527A3E}" dt="2021-05-23T20:05:30.119" v="21" actId="20577"/>
          <ac:spMkLst>
            <pc:docMk/>
            <pc:sldMk cId="1710093842" sldId="269"/>
            <ac:spMk id="2" creationId="{6B2C9EA1-ECE3-4334-A1BC-2EEED79D9B8D}"/>
          </ac:spMkLst>
        </pc:spChg>
      </pc:sldChg>
      <pc:sldChg chg="ord">
        <pc:chgData name="Mykola Kuksa" userId="1056c9f5-bd5e-4aba-85cc-cd2356148781" providerId="ADAL" clId="{48418F54-ECB6-4706-B7CE-8723C0527A3E}" dt="2021-05-25T14:51:41.609" v="2908"/>
        <pc:sldMkLst>
          <pc:docMk/>
          <pc:sldMk cId="269478082" sldId="287"/>
        </pc:sldMkLst>
      </pc:sldChg>
      <pc:sldChg chg="ord">
        <pc:chgData name="Mykola Kuksa" userId="1056c9f5-bd5e-4aba-85cc-cd2356148781" providerId="ADAL" clId="{48418F54-ECB6-4706-B7CE-8723C0527A3E}" dt="2021-05-25T14:02:39.815" v="2804"/>
        <pc:sldMkLst>
          <pc:docMk/>
          <pc:sldMk cId="2523060593" sldId="292"/>
        </pc:sldMkLst>
      </pc:sldChg>
      <pc:sldChg chg="modSp mod">
        <pc:chgData name="Mykola Kuksa" userId="1056c9f5-bd5e-4aba-85cc-cd2356148781" providerId="ADAL" clId="{48418F54-ECB6-4706-B7CE-8723C0527A3E}" dt="2021-05-25T14:32:31.650" v="2900" actId="20577"/>
        <pc:sldMkLst>
          <pc:docMk/>
          <pc:sldMk cId="2797790050" sldId="293"/>
        </pc:sldMkLst>
        <pc:spChg chg="mod">
          <ac:chgData name="Mykola Kuksa" userId="1056c9f5-bd5e-4aba-85cc-cd2356148781" providerId="ADAL" clId="{48418F54-ECB6-4706-B7CE-8723C0527A3E}" dt="2021-05-25T14:32:31.650" v="2900" actId="20577"/>
          <ac:spMkLst>
            <pc:docMk/>
            <pc:sldMk cId="2797790050" sldId="293"/>
            <ac:spMk id="2" creationId="{118A344D-BBAD-4567-82CD-E88780C636B9}"/>
          </ac:spMkLst>
        </pc:spChg>
      </pc:sldChg>
      <pc:sldChg chg="ord">
        <pc:chgData name="Mykola Kuksa" userId="1056c9f5-bd5e-4aba-85cc-cd2356148781" providerId="ADAL" clId="{48418F54-ECB6-4706-B7CE-8723C0527A3E}" dt="2021-05-25T14:02:30.552" v="2802"/>
        <pc:sldMkLst>
          <pc:docMk/>
          <pc:sldMk cId="2302848351" sldId="294"/>
        </pc:sldMkLst>
      </pc:sldChg>
      <pc:sldChg chg="ord">
        <pc:chgData name="Mykola Kuksa" userId="1056c9f5-bd5e-4aba-85cc-cd2356148781" providerId="ADAL" clId="{48418F54-ECB6-4706-B7CE-8723C0527A3E}" dt="2021-05-25T14:04:26.333" v="2807"/>
        <pc:sldMkLst>
          <pc:docMk/>
          <pc:sldMk cId="276367149" sldId="295"/>
        </pc:sldMkLst>
      </pc:sldChg>
      <pc:sldChg chg="ord">
        <pc:chgData name="Mykola Kuksa" userId="1056c9f5-bd5e-4aba-85cc-cd2356148781" providerId="ADAL" clId="{48418F54-ECB6-4706-B7CE-8723C0527A3E}" dt="2021-05-25T14:30:10.273" v="2896"/>
        <pc:sldMkLst>
          <pc:docMk/>
          <pc:sldMk cId="3853378889" sldId="297"/>
        </pc:sldMkLst>
      </pc:sldChg>
      <pc:sldChg chg="ord">
        <pc:chgData name="Mykola Kuksa" userId="1056c9f5-bd5e-4aba-85cc-cd2356148781" providerId="ADAL" clId="{48418F54-ECB6-4706-B7CE-8723C0527A3E}" dt="2021-05-25T14:43:15.324" v="2906"/>
        <pc:sldMkLst>
          <pc:docMk/>
          <pc:sldMk cId="3981443476" sldId="298"/>
        </pc:sldMkLst>
      </pc:sldChg>
      <pc:sldChg chg="ord">
        <pc:chgData name="Mykola Kuksa" userId="1056c9f5-bd5e-4aba-85cc-cd2356148781" providerId="ADAL" clId="{48418F54-ECB6-4706-B7CE-8723C0527A3E}" dt="2021-05-25T10:31:44.598" v="445"/>
        <pc:sldMkLst>
          <pc:docMk/>
          <pc:sldMk cId="1476422087" sldId="299"/>
        </pc:sldMkLst>
      </pc:sldChg>
      <pc:sldChg chg="ord">
        <pc:chgData name="Mykola Kuksa" userId="1056c9f5-bd5e-4aba-85cc-cd2356148781" providerId="ADAL" clId="{48418F54-ECB6-4706-B7CE-8723C0527A3E}" dt="2021-05-25T15:01:01.323" v="2919"/>
        <pc:sldMkLst>
          <pc:docMk/>
          <pc:sldMk cId="1935527836" sldId="300"/>
        </pc:sldMkLst>
      </pc:sldChg>
      <pc:sldChg chg="modSp mod">
        <pc:chgData name="Mykola Kuksa" userId="1056c9f5-bd5e-4aba-85cc-cd2356148781" providerId="ADAL" clId="{48418F54-ECB6-4706-B7CE-8723C0527A3E}" dt="2021-05-25T15:11:31.794" v="2922" actId="20577"/>
        <pc:sldMkLst>
          <pc:docMk/>
          <pc:sldMk cId="4110825007" sldId="301"/>
        </pc:sldMkLst>
        <pc:spChg chg="mod">
          <ac:chgData name="Mykola Kuksa" userId="1056c9f5-bd5e-4aba-85cc-cd2356148781" providerId="ADAL" clId="{48418F54-ECB6-4706-B7CE-8723C0527A3E}" dt="2021-05-23T20:14:36.624" v="37" actId="20577"/>
          <ac:spMkLst>
            <pc:docMk/>
            <pc:sldMk cId="4110825007" sldId="301"/>
            <ac:spMk id="2" creationId="{45CE361A-96C3-40BC-AA4C-228772198FA9}"/>
          </ac:spMkLst>
        </pc:spChg>
        <pc:spChg chg="mod">
          <ac:chgData name="Mykola Kuksa" userId="1056c9f5-bd5e-4aba-85cc-cd2356148781" providerId="ADAL" clId="{48418F54-ECB6-4706-B7CE-8723C0527A3E}" dt="2021-05-25T15:11:31.794" v="2922" actId="20577"/>
          <ac:spMkLst>
            <pc:docMk/>
            <pc:sldMk cId="4110825007" sldId="301"/>
            <ac:spMk id="5" creationId="{87A30069-38C6-4845-BE56-126261288468}"/>
          </ac:spMkLst>
        </pc:spChg>
      </pc:sldChg>
      <pc:sldChg chg="addSp delSp modSp mod">
        <pc:chgData name="Mykola Kuksa" userId="1056c9f5-bd5e-4aba-85cc-cd2356148781" providerId="ADAL" clId="{48418F54-ECB6-4706-B7CE-8723C0527A3E}" dt="2021-05-25T16:38:49.001" v="3270" actId="1076"/>
        <pc:sldMkLst>
          <pc:docMk/>
          <pc:sldMk cId="2603136680" sldId="302"/>
        </pc:sldMkLst>
        <pc:spChg chg="mod">
          <ac:chgData name="Mykola Kuksa" userId="1056c9f5-bd5e-4aba-85cc-cd2356148781" providerId="ADAL" clId="{48418F54-ECB6-4706-B7CE-8723C0527A3E}" dt="2021-05-25T14:17:22.887" v="2871" actId="20577"/>
          <ac:spMkLst>
            <pc:docMk/>
            <pc:sldMk cId="2603136680" sldId="302"/>
            <ac:spMk id="2" creationId="{64DDE222-7602-40D6-A972-2557C37C137E}"/>
          </ac:spMkLst>
        </pc:spChg>
        <pc:spChg chg="mod">
          <ac:chgData name="Mykola Kuksa" userId="1056c9f5-bd5e-4aba-85cc-cd2356148781" providerId="ADAL" clId="{48418F54-ECB6-4706-B7CE-8723C0527A3E}" dt="2021-05-25T14:18:19.501" v="2880" actId="20577"/>
          <ac:spMkLst>
            <pc:docMk/>
            <pc:sldMk cId="2603136680" sldId="302"/>
            <ac:spMk id="4" creationId="{2DCE726E-7941-4EAE-8063-1EF4F745CD63}"/>
          </ac:spMkLst>
        </pc:spChg>
        <pc:spChg chg="del mod">
          <ac:chgData name="Mykola Kuksa" userId="1056c9f5-bd5e-4aba-85cc-cd2356148781" providerId="ADAL" clId="{48418F54-ECB6-4706-B7CE-8723C0527A3E}" dt="2021-05-25T14:18:31.318" v="2881" actId="478"/>
          <ac:spMkLst>
            <pc:docMk/>
            <pc:sldMk cId="2603136680" sldId="302"/>
            <ac:spMk id="5" creationId="{2090AB5C-F20B-4FF2-94C0-F428F0F66172}"/>
          </ac:spMkLst>
        </pc:spChg>
        <pc:spChg chg="add mod">
          <ac:chgData name="Mykola Kuksa" userId="1056c9f5-bd5e-4aba-85cc-cd2356148781" providerId="ADAL" clId="{48418F54-ECB6-4706-B7CE-8723C0527A3E}" dt="2021-05-25T16:36:40.302" v="3268" actId="14100"/>
          <ac:spMkLst>
            <pc:docMk/>
            <pc:sldMk cId="2603136680" sldId="302"/>
            <ac:spMk id="7" creationId="{A858F15A-DAF7-48C8-8A33-420438691A30}"/>
          </ac:spMkLst>
        </pc:spChg>
        <pc:picChg chg="add mod">
          <ac:chgData name="Mykola Kuksa" userId="1056c9f5-bd5e-4aba-85cc-cd2356148781" providerId="ADAL" clId="{48418F54-ECB6-4706-B7CE-8723C0527A3E}" dt="2021-05-25T16:38:49.001" v="3270" actId="1076"/>
          <ac:picMkLst>
            <pc:docMk/>
            <pc:sldMk cId="2603136680" sldId="302"/>
            <ac:picMk id="9" creationId="{6C596C8E-8B7C-4913-93C7-3367A7600002}"/>
          </ac:picMkLst>
        </pc:picChg>
      </pc:sldChg>
      <pc:sldChg chg="modSp del mod">
        <pc:chgData name="Mykola Kuksa" userId="1056c9f5-bd5e-4aba-85cc-cd2356148781" providerId="ADAL" clId="{48418F54-ECB6-4706-B7CE-8723C0527A3E}" dt="2021-05-25T14:25:49.520" v="2892" actId="47"/>
        <pc:sldMkLst>
          <pc:docMk/>
          <pc:sldMk cId="874488948" sldId="304"/>
        </pc:sldMkLst>
        <pc:spChg chg="mod">
          <ac:chgData name="Mykola Kuksa" userId="1056c9f5-bd5e-4aba-85cc-cd2356148781" providerId="ADAL" clId="{48418F54-ECB6-4706-B7CE-8723C0527A3E}" dt="2021-05-25T10:31:16.563" v="442" actId="20577"/>
          <ac:spMkLst>
            <pc:docMk/>
            <pc:sldMk cId="874488948" sldId="304"/>
            <ac:spMk id="4" creationId="{8B5EC574-325E-4F26-968C-AFD671B20684}"/>
          </ac:spMkLst>
        </pc:spChg>
        <pc:spChg chg="mod">
          <ac:chgData name="Mykola Kuksa" userId="1056c9f5-bd5e-4aba-85cc-cd2356148781" providerId="ADAL" clId="{48418F54-ECB6-4706-B7CE-8723C0527A3E}" dt="2021-05-25T10:31:21.103" v="443" actId="20577"/>
          <ac:spMkLst>
            <pc:docMk/>
            <pc:sldMk cId="874488948" sldId="304"/>
            <ac:spMk id="5" creationId="{14996ABF-DE70-46C4-AB6D-BE2155B8E579}"/>
          </ac:spMkLst>
        </pc:spChg>
      </pc:sldChg>
      <pc:sldChg chg="modSp del mod">
        <pc:chgData name="Mykola Kuksa" userId="1056c9f5-bd5e-4aba-85cc-cd2356148781" providerId="ADAL" clId="{48418F54-ECB6-4706-B7CE-8723C0527A3E}" dt="2021-05-25T14:32:16.915" v="2897" actId="47"/>
        <pc:sldMkLst>
          <pc:docMk/>
          <pc:sldMk cId="1172382335" sldId="305"/>
        </pc:sldMkLst>
        <pc:spChg chg="mod">
          <ac:chgData name="Mykola Kuksa" userId="1056c9f5-bd5e-4aba-85cc-cd2356148781" providerId="ADAL" clId="{48418F54-ECB6-4706-B7CE-8723C0527A3E}" dt="2021-05-23T20:16:13.252" v="44" actId="20577"/>
          <ac:spMkLst>
            <pc:docMk/>
            <pc:sldMk cId="1172382335" sldId="305"/>
            <ac:spMk id="2" creationId="{B1F00D5A-4E43-474A-BDD7-ADE2FB82B764}"/>
          </ac:spMkLst>
        </pc:spChg>
        <pc:spChg chg="mod">
          <ac:chgData name="Mykola Kuksa" userId="1056c9f5-bd5e-4aba-85cc-cd2356148781" providerId="ADAL" clId="{48418F54-ECB6-4706-B7CE-8723C0527A3E}" dt="2021-05-25T07:40:29.497" v="207" actId="20577"/>
          <ac:spMkLst>
            <pc:docMk/>
            <pc:sldMk cId="1172382335" sldId="305"/>
            <ac:spMk id="5" creationId="{180869AD-FD8C-4695-B99D-E5F1D4240FEC}"/>
          </ac:spMkLst>
        </pc:spChg>
      </pc:sldChg>
      <pc:sldChg chg="modSp mod modShow">
        <pc:chgData name="Mykola Kuksa" userId="1056c9f5-bd5e-4aba-85cc-cd2356148781" providerId="ADAL" clId="{48418F54-ECB6-4706-B7CE-8723C0527A3E}" dt="2021-05-23T20:05:38.618" v="23" actId="20577"/>
        <pc:sldMkLst>
          <pc:docMk/>
          <pc:sldMk cId="3018759771" sldId="313"/>
        </pc:sldMkLst>
        <pc:spChg chg="mod">
          <ac:chgData name="Mykola Kuksa" userId="1056c9f5-bd5e-4aba-85cc-cd2356148781" providerId="ADAL" clId="{48418F54-ECB6-4706-B7CE-8723C0527A3E}" dt="2021-05-23T20:05:38.618" v="23" actId="20577"/>
          <ac:spMkLst>
            <pc:docMk/>
            <pc:sldMk cId="3018759771" sldId="313"/>
            <ac:spMk id="2" creationId="{B9F16E83-C9A5-44A8-969C-2052CA06A5E9}"/>
          </ac:spMkLst>
        </pc:spChg>
      </pc:sldChg>
      <pc:sldChg chg="addSp modSp mod">
        <pc:chgData name="Mykola Kuksa" userId="1056c9f5-bd5e-4aba-85cc-cd2356148781" providerId="ADAL" clId="{48418F54-ECB6-4706-B7CE-8723C0527A3E}" dt="2021-05-25T12:26:24.571" v="1415" actId="1076"/>
        <pc:sldMkLst>
          <pc:docMk/>
          <pc:sldMk cId="2761603924" sldId="314"/>
        </pc:sldMkLst>
        <pc:spChg chg="mod">
          <ac:chgData name="Mykola Kuksa" userId="1056c9f5-bd5e-4aba-85cc-cd2356148781" providerId="ADAL" clId="{48418F54-ECB6-4706-B7CE-8723C0527A3E}" dt="2021-05-23T20:14:17.370" v="36" actId="20577"/>
          <ac:spMkLst>
            <pc:docMk/>
            <pc:sldMk cId="2761603924" sldId="314"/>
            <ac:spMk id="2" creationId="{E42E9E03-64A0-4CFD-8BA8-4F95F6D57FBB}"/>
          </ac:spMkLst>
        </pc:spChg>
        <pc:spChg chg="mod">
          <ac:chgData name="Mykola Kuksa" userId="1056c9f5-bd5e-4aba-85cc-cd2356148781" providerId="ADAL" clId="{48418F54-ECB6-4706-B7CE-8723C0527A3E}" dt="2021-05-25T12:24:15.531" v="1413" actId="14100"/>
          <ac:spMkLst>
            <pc:docMk/>
            <pc:sldMk cId="2761603924" sldId="314"/>
            <ac:spMk id="9" creationId="{15025601-F5FF-4AEA-8308-75AC80BA1236}"/>
          </ac:spMkLst>
        </pc:spChg>
        <pc:picChg chg="add mod">
          <ac:chgData name="Mykola Kuksa" userId="1056c9f5-bd5e-4aba-85cc-cd2356148781" providerId="ADAL" clId="{48418F54-ECB6-4706-B7CE-8723C0527A3E}" dt="2021-05-25T12:26:24.571" v="1415" actId="1076"/>
          <ac:picMkLst>
            <pc:docMk/>
            <pc:sldMk cId="2761603924" sldId="314"/>
            <ac:picMk id="7" creationId="{D195E5E4-BBDE-4C52-9657-5E271B8DB7A3}"/>
          </ac:picMkLst>
        </pc:picChg>
      </pc:sldChg>
      <pc:sldChg chg="modSp del mod">
        <pc:chgData name="Mykola Kuksa" userId="1056c9f5-bd5e-4aba-85cc-cd2356148781" providerId="ADAL" clId="{48418F54-ECB6-4706-B7CE-8723C0527A3E}" dt="2021-05-25T12:54:19.151" v="2596" actId="2696"/>
        <pc:sldMkLst>
          <pc:docMk/>
          <pc:sldMk cId="4270016019" sldId="315"/>
        </pc:sldMkLst>
        <pc:spChg chg="mod">
          <ac:chgData name="Mykola Kuksa" userId="1056c9f5-bd5e-4aba-85cc-cd2356148781" providerId="ADAL" clId="{48418F54-ECB6-4706-B7CE-8723C0527A3E}" dt="2021-05-23T20:14:41.602" v="39" actId="20577"/>
          <ac:spMkLst>
            <pc:docMk/>
            <pc:sldMk cId="4270016019" sldId="315"/>
            <ac:spMk id="2" creationId="{45CE361A-96C3-40BC-AA4C-228772198FA9}"/>
          </ac:spMkLst>
        </pc:spChg>
      </pc:sldChg>
      <pc:sldChg chg="modSp mod">
        <pc:chgData name="Mykola Kuksa" userId="1056c9f5-bd5e-4aba-85cc-cd2356148781" providerId="ADAL" clId="{48418F54-ECB6-4706-B7CE-8723C0527A3E}" dt="2021-05-23T20:14:54.066" v="41" actId="20577"/>
        <pc:sldMkLst>
          <pc:docMk/>
          <pc:sldMk cId="566240550" sldId="316"/>
        </pc:sldMkLst>
        <pc:spChg chg="mod">
          <ac:chgData name="Mykola Kuksa" userId="1056c9f5-bd5e-4aba-85cc-cd2356148781" providerId="ADAL" clId="{48418F54-ECB6-4706-B7CE-8723C0527A3E}" dt="2021-05-23T20:14:54.066" v="41" actId="20577"/>
          <ac:spMkLst>
            <pc:docMk/>
            <pc:sldMk cId="566240550" sldId="316"/>
            <ac:spMk id="2" creationId="{45CE361A-96C3-40BC-AA4C-228772198FA9}"/>
          </ac:spMkLst>
        </pc:spChg>
      </pc:sldChg>
      <pc:sldChg chg="del">
        <pc:chgData name="Mykola Kuksa" userId="1056c9f5-bd5e-4aba-85cc-cd2356148781" providerId="ADAL" clId="{48418F54-ECB6-4706-B7CE-8723C0527A3E}" dt="2021-05-25T14:19:37.422" v="2891" actId="47"/>
        <pc:sldMkLst>
          <pc:docMk/>
          <pc:sldMk cId="3712571339" sldId="319"/>
        </pc:sldMkLst>
      </pc:sldChg>
      <pc:sldChg chg="addSp delSp modSp mod ord">
        <pc:chgData name="Mykola Kuksa" userId="1056c9f5-bd5e-4aba-85cc-cd2356148781" providerId="ADAL" clId="{48418F54-ECB6-4706-B7CE-8723C0527A3E}" dt="2021-05-25T17:53:12.594" v="4286" actId="14100"/>
        <pc:sldMkLst>
          <pc:docMk/>
          <pc:sldMk cId="3339750768" sldId="320"/>
        </pc:sldMkLst>
        <pc:spChg chg="mod">
          <ac:chgData name="Mykola Kuksa" userId="1056c9f5-bd5e-4aba-85cc-cd2356148781" providerId="ADAL" clId="{48418F54-ECB6-4706-B7CE-8723C0527A3E}" dt="2021-05-25T16:46:48.608" v="3316" actId="20577"/>
          <ac:spMkLst>
            <pc:docMk/>
            <pc:sldMk cId="3339750768" sldId="320"/>
            <ac:spMk id="4" creationId="{8B5EC574-325E-4F26-968C-AFD671B20684}"/>
          </ac:spMkLst>
        </pc:spChg>
        <pc:spChg chg="add del mod">
          <ac:chgData name="Mykola Kuksa" userId="1056c9f5-bd5e-4aba-85cc-cd2356148781" providerId="ADAL" clId="{48418F54-ECB6-4706-B7CE-8723C0527A3E}" dt="2021-05-25T17:27:54.641" v="3614" actId="478"/>
          <ac:spMkLst>
            <pc:docMk/>
            <pc:sldMk cId="3339750768" sldId="320"/>
            <ac:spMk id="5" creationId="{64ED005B-3469-4B68-8E51-3E19B3474DE0}"/>
          </ac:spMkLst>
        </pc:spChg>
        <pc:spChg chg="add mod">
          <ac:chgData name="Mykola Kuksa" userId="1056c9f5-bd5e-4aba-85cc-cd2356148781" providerId="ADAL" clId="{48418F54-ECB6-4706-B7CE-8723C0527A3E}" dt="2021-05-25T17:53:12.594" v="4286" actId="14100"/>
          <ac:spMkLst>
            <pc:docMk/>
            <pc:sldMk cId="3339750768" sldId="320"/>
            <ac:spMk id="7" creationId="{CCAB56E0-604E-4F69-80A2-825CC27BB550}"/>
          </ac:spMkLst>
        </pc:spChg>
        <pc:picChg chg="del">
          <ac:chgData name="Mykola Kuksa" userId="1056c9f5-bd5e-4aba-85cc-cd2356148781" providerId="ADAL" clId="{48418F54-ECB6-4706-B7CE-8723C0527A3E}" dt="2021-05-25T10:32:00.304" v="446" actId="478"/>
          <ac:picMkLst>
            <pc:docMk/>
            <pc:sldMk cId="3339750768" sldId="320"/>
            <ac:picMk id="8" creationId="{D1575FC6-DB25-4834-945F-D5C3168B33B8}"/>
          </ac:picMkLst>
        </pc:picChg>
      </pc:sldChg>
      <pc:sldChg chg="modSp del mod">
        <pc:chgData name="Mykola Kuksa" userId="1056c9f5-bd5e-4aba-85cc-cd2356148781" providerId="ADAL" clId="{48418F54-ECB6-4706-B7CE-8723C0527A3E}" dt="2021-05-25T14:32:22.499" v="2898" actId="47"/>
        <pc:sldMkLst>
          <pc:docMk/>
          <pc:sldMk cId="2463060637" sldId="321"/>
        </pc:sldMkLst>
        <pc:spChg chg="mod">
          <ac:chgData name="Mykola Kuksa" userId="1056c9f5-bd5e-4aba-85cc-cd2356148781" providerId="ADAL" clId="{48418F54-ECB6-4706-B7CE-8723C0527A3E}" dt="2021-05-23T20:16:20.174" v="45" actId="20577"/>
          <ac:spMkLst>
            <pc:docMk/>
            <pc:sldMk cId="2463060637" sldId="321"/>
            <ac:spMk id="2" creationId="{B1F00D5A-4E43-474A-BDD7-ADE2FB82B764}"/>
          </ac:spMkLst>
        </pc:spChg>
      </pc:sldChg>
      <pc:sldChg chg="modSp mod">
        <pc:chgData name="Mykola Kuksa" userId="1056c9f5-bd5e-4aba-85cc-cd2356148781" providerId="ADAL" clId="{48418F54-ECB6-4706-B7CE-8723C0527A3E}" dt="2021-05-25T14:32:41.303" v="2904" actId="20577"/>
        <pc:sldMkLst>
          <pc:docMk/>
          <pc:sldMk cId="754905536" sldId="322"/>
        </pc:sldMkLst>
        <pc:spChg chg="mod">
          <ac:chgData name="Mykola Kuksa" userId="1056c9f5-bd5e-4aba-85cc-cd2356148781" providerId="ADAL" clId="{48418F54-ECB6-4706-B7CE-8723C0527A3E}" dt="2021-05-25T14:32:41.303" v="2904" actId="20577"/>
          <ac:spMkLst>
            <pc:docMk/>
            <pc:sldMk cId="754905536" sldId="322"/>
            <ac:spMk id="2" creationId="{118A344D-BBAD-4567-82CD-E88780C636B9}"/>
          </ac:spMkLst>
        </pc:spChg>
      </pc:sldChg>
      <pc:sldChg chg="ord">
        <pc:chgData name="Mykola Kuksa" userId="1056c9f5-bd5e-4aba-85cc-cd2356148781" providerId="ADAL" clId="{48418F54-ECB6-4706-B7CE-8723C0527A3E}" dt="2021-05-25T14:28:26.076" v="2894"/>
        <pc:sldMkLst>
          <pc:docMk/>
          <pc:sldMk cId="677108262" sldId="323"/>
        </pc:sldMkLst>
      </pc:sldChg>
      <pc:sldChg chg="ord">
        <pc:chgData name="Mykola Kuksa" userId="1056c9f5-bd5e-4aba-85cc-cd2356148781" providerId="ADAL" clId="{48418F54-ECB6-4706-B7CE-8723C0527A3E}" dt="2021-05-25T14:28:26.076" v="2894"/>
        <pc:sldMkLst>
          <pc:docMk/>
          <pc:sldMk cId="4273013139" sldId="324"/>
        </pc:sldMkLst>
      </pc:sldChg>
      <pc:sldChg chg="mod modShow modNotesTx">
        <pc:chgData name="Mykola Kuksa" userId="1056c9f5-bd5e-4aba-85cc-cd2356148781" providerId="ADAL" clId="{48418F54-ECB6-4706-B7CE-8723C0527A3E}" dt="2021-05-25T20:13:56.552" v="4315" actId="20577"/>
        <pc:sldMkLst>
          <pc:docMk/>
          <pc:sldMk cId="822067661" sldId="327"/>
        </pc:sldMkLst>
      </pc:sldChg>
      <pc:sldChg chg="del mod modShow">
        <pc:chgData name="Mykola Kuksa" userId="1056c9f5-bd5e-4aba-85cc-cd2356148781" providerId="ADAL" clId="{48418F54-ECB6-4706-B7CE-8723C0527A3E}" dt="2021-05-25T20:19:56.108" v="4316" actId="47"/>
        <pc:sldMkLst>
          <pc:docMk/>
          <pc:sldMk cId="3350619468" sldId="328"/>
        </pc:sldMkLst>
      </pc:sldChg>
      <pc:sldChg chg="modSp add del mod">
        <pc:chgData name="Mykola Kuksa" userId="1056c9f5-bd5e-4aba-85cc-cd2356148781" providerId="ADAL" clId="{48418F54-ECB6-4706-B7CE-8723C0527A3E}" dt="2021-05-25T10:15:32.679" v="214" actId="47"/>
        <pc:sldMkLst>
          <pc:docMk/>
          <pc:sldMk cId="2858813803" sldId="329"/>
        </pc:sldMkLst>
        <pc:spChg chg="mod">
          <ac:chgData name="Mykola Kuksa" userId="1056c9f5-bd5e-4aba-85cc-cd2356148781" providerId="ADAL" clId="{48418F54-ECB6-4706-B7CE-8723C0527A3E}" dt="2021-05-25T10:13:22.979" v="212" actId="20577"/>
          <ac:spMkLst>
            <pc:docMk/>
            <pc:sldMk cId="2858813803" sldId="329"/>
            <ac:spMk id="2" creationId="{64DDE222-7602-40D6-A972-2557C37C137E}"/>
          </ac:spMkLst>
        </pc:spChg>
        <pc:spChg chg="mod">
          <ac:chgData name="Mykola Kuksa" userId="1056c9f5-bd5e-4aba-85cc-cd2356148781" providerId="ADAL" clId="{48418F54-ECB6-4706-B7CE-8723C0527A3E}" dt="2021-05-25T10:13:46.501" v="213" actId="20577"/>
          <ac:spMkLst>
            <pc:docMk/>
            <pc:sldMk cId="2858813803" sldId="329"/>
            <ac:spMk id="5" creationId="{2090AB5C-F20B-4FF2-94C0-F428F0F66172}"/>
          </ac:spMkLst>
        </pc:spChg>
      </pc:sldChg>
      <pc:sldChg chg="modSp add mod">
        <pc:chgData name="Mykola Kuksa" userId="1056c9f5-bd5e-4aba-85cc-cd2356148781" providerId="ADAL" clId="{48418F54-ECB6-4706-B7CE-8723C0527A3E}" dt="2021-05-25T16:30:56.801" v="3261" actId="14100"/>
        <pc:sldMkLst>
          <pc:docMk/>
          <pc:sldMk cId="4177067199" sldId="329"/>
        </pc:sldMkLst>
        <pc:spChg chg="mod">
          <ac:chgData name="Mykola Kuksa" userId="1056c9f5-bd5e-4aba-85cc-cd2356148781" providerId="ADAL" clId="{48418F54-ECB6-4706-B7CE-8723C0527A3E}" dt="2021-05-25T10:17:39.763" v="219" actId="20577"/>
          <ac:spMkLst>
            <pc:docMk/>
            <pc:sldMk cId="4177067199" sldId="329"/>
            <ac:spMk id="2" creationId="{64DDE222-7602-40D6-A972-2557C37C137E}"/>
          </ac:spMkLst>
        </pc:spChg>
        <pc:spChg chg="mod">
          <ac:chgData name="Mykola Kuksa" userId="1056c9f5-bd5e-4aba-85cc-cd2356148781" providerId="ADAL" clId="{48418F54-ECB6-4706-B7CE-8723C0527A3E}" dt="2021-05-25T14:17:57.975" v="2872"/>
          <ac:spMkLst>
            <pc:docMk/>
            <pc:sldMk cId="4177067199" sldId="329"/>
            <ac:spMk id="4" creationId="{2DCE726E-7941-4EAE-8063-1EF4F745CD63}"/>
          </ac:spMkLst>
        </pc:spChg>
        <pc:spChg chg="mod">
          <ac:chgData name="Mykola Kuksa" userId="1056c9f5-bd5e-4aba-85cc-cd2356148781" providerId="ADAL" clId="{48418F54-ECB6-4706-B7CE-8723C0527A3E}" dt="2021-05-25T16:30:56.801" v="3261" actId="14100"/>
          <ac:spMkLst>
            <pc:docMk/>
            <pc:sldMk cId="4177067199" sldId="329"/>
            <ac:spMk id="5" creationId="{2090AB5C-F20B-4FF2-94C0-F428F0F66172}"/>
          </ac:spMkLst>
        </pc:spChg>
      </pc:sldChg>
      <pc:sldChg chg="modSp add del mod">
        <pc:chgData name="Mykola Kuksa" userId="1056c9f5-bd5e-4aba-85cc-cd2356148781" providerId="ADAL" clId="{48418F54-ECB6-4706-B7CE-8723C0527A3E}" dt="2021-05-25T14:03:19.342" v="2805" actId="47"/>
        <pc:sldMkLst>
          <pc:docMk/>
          <pc:sldMk cId="2029756753" sldId="330"/>
        </pc:sldMkLst>
        <pc:spChg chg="mod">
          <ac:chgData name="Mykola Kuksa" userId="1056c9f5-bd5e-4aba-85cc-cd2356148781" providerId="ADAL" clId="{48418F54-ECB6-4706-B7CE-8723C0527A3E}" dt="2021-05-25T10:19:53.994" v="279"/>
          <ac:spMkLst>
            <pc:docMk/>
            <pc:sldMk cId="2029756753" sldId="330"/>
            <ac:spMk id="4" creationId="{2DCE726E-7941-4EAE-8063-1EF4F745CD63}"/>
          </ac:spMkLst>
        </pc:spChg>
      </pc:sldChg>
      <pc:sldChg chg="addSp modSp add mod ord">
        <pc:chgData name="Mykola Kuksa" userId="1056c9f5-bd5e-4aba-85cc-cd2356148781" providerId="ADAL" clId="{48418F54-ECB6-4706-B7CE-8723C0527A3E}" dt="2021-05-25T17:53:50.709" v="4303" actId="313"/>
        <pc:sldMkLst>
          <pc:docMk/>
          <pc:sldMk cId="2504791585" sldId="330"/>
        </pc:sldMkLst>
        <pc:spChg chg="add mod">
          <ac:chgData name="Mykola Kuksa" userId="1056c9f5-bd5e-4aba-85cc-cd2356148781" providerId="ADAL" clId="{48418F54-ECB6-4706-B7CE-8723C0527A3E}" dt="2021-05-25T17:53:50.709" v="4303" actId="313"/>
          <ac:spMkLst>
            <pc:docMk/>
            <pc:sldMk cId="2504791585" sldId="330"/>
            <ac:spMk id="5" creationId="{A15259C3-86C6-4B57-937E-70320E24EB4B}"/>
          </ac:spMkLst>
        </pc:spChg>
      </pc:sldChg>
    </pc:docChg>
  </pc:docChgLst>
  <pc:docChgLst>
    <pc:chgData name="Valeriia Kobzar (VRKR)" userId="S::vrkr@simcorp.com::abeb4f95-95bb-4875-81dd-0cbce4da8295" providerId="AD" clId="Web-{4EFAEDD5-CE23-9196-1B4D-BE4E4E05E531}"/>
    <pc:docChg chg="modSld">
      <pc:chgData name="Valeriia Kobzar (VRKR)" userId="S::vrkr@simcorp.com::abeb4f95-95bb-4875-81dd-0cbce4da8295" providerId="AD" clId="Web-{4EFAEDD5-CE23-9196-1B4D-BE4E4E05E531}" dt="2021-01-27T10:32:06.199" v="73" actId="20577"/>
      <pc:docMkLst>
        <pc:docMk/>
      </pc:docMkLst>
      <pc:sldChg chg="modSp">
        <pc:chgData name="Valeriia Kobzar (VRKR)" userId="S::vrkr@simcorp.com::abeb4f95-95bb-4875-81dd-0cbce4da8295" providerId="AD" clId="Web-{4EFAEDD5-CE23-9196-1B4D-BE4E4E05E531}" dt="2021-01-27T09:06:39.431" v="0" actId="20577"/>
        <pc:sldMkLst>
          <pc:docMk/>
          <pc:sldMk cId="2081296545" sldId="257"/>
        </pc:sldMkLst>
        <pc:spChg chg="mod">
          <ac:chgData name="Valeriia Kobzar (VRKR)" userId="S::vrkr@simcorp.com::abeb4f95-95bb-4875-81dd-0cbce4da8295" providerId="AD" clId="Web-{4EFAEDD5-CE23-9196-1B4D-BE4E4E05E531}" dt="2021-01-27T09:06:39.431" v="0" actId="20577"/>
          <ac:spMkLst>
            <pc:docMk/>
            <pc:sldMk cId="2081296545" sldId="257"/>
            <ac:spMk id="4" creationId="{93413D34-5126-4BF6-B11C-D999C7BF183F}"/>
          </ac:spMkLst>
        </pc:spChg>
      </pc:sldChg>
      <pc:sldChg chg="modSp">
        <pc:chgData name="Valeriia Kobzar (VRKR)" userId="S::vrkr@simcorp.com::abeb4f95-95bb-4875-81dd-0cbce4da8295" providerId="AD" clId="Web-{4EFAEDD5-CE23-9196-1B4D-BE4E4E05E531}" dt="2021-01-27T09:09:48.662" v="5" actId="20577"/>
        <pc:sldMkLst>
          <pc:docMk/>
          <pc:sldMk cId="3257262552" sldId="258"/>
        </pc:sldMkLst>
        <pc:spChg chg="mod">
          <ac:chgData name="Valeriia Kobzar (VRKR)" userId="S::vrkr@simcorp.com::abeb4f95-95bb-4875-81dd-0cbce4da8295" providerId="AD" clId="Web-{4EFAEDD5-CE23-9196-1B4D-BE4E4E05E531}" dt="2021-01-27T09:09:48.662" v="5" actId="20577"/>
          <ac:spMkLst>
            <pc:docMk/>
            <pc:sldMk cId="3257262552" sldId="258"/>
            <ac:spMk id="10" creationId="{7EF9E92F-F2FF-467C-8651-E3824FCB05B0}"/>
          </ac:spMkLst>
        </pc:spChg>
      </pc:sldChg>
      <pc:sldChg chg="modSp">
        <pc:chgData name="Valeriia Kobzar (VRKR)" userId="S::vrkr@simcorp.com::abeb4f95-95bb-4875-81dd-0cbce4da8295" providerId="AD" clId="Web-{4EFAEDD5-CE23-9196-1B4D-BE4E4E05E531}" dt="2021-01-27T09:20:20.311" v="25" actId="20577"/>
        <pc:sldMkLst>
          <pc:docMk/>
          <pc:sldMk cId="738792783" sldId="259"/>
        </pc:sldMkLst>
        <pc:spChg chg="mod">
          <ac:chgData name="Valeriia Kobzar (VRKR)" userId="S::vrkr@simcorp.com::abeb4f95-95bb-4875-81dd-0cbce4da8295" providerId="AD" clId="Web-{4EFAEDD5-CE23-9196-1B4D-BE4E4E05E531}" dt="2021-01-27T09:20:20.311" v="25" actId="20577"/>
          <ac:spMkLst>
            <pc:docMk/>
            <pc:sldMk cId="738792783" sldId="259"/>
            <ac:spMk id="5" creationId="{67E8D471-BA5C-4AAC-A2C9-82DB42DEB307}"/>
          </ac:spMkLst>
        </pc:spChg>
      </pc:sldChg>
      <pc:sldChg chg="modSp">
        <pc:chgData name="Valeriia Kobzar (VRKR)" userId="S::vrkr@simcorp.com::abeb4f95-95bb-4875-81dd-0cbce4da8295" providerId="AD" clId="Web-{4EFAEDD5-CE23-9196-1B4D-BE4E4E05E531}" dt="2021-01-27T09:09:22.941" v="4" actId="20577"/>
        <pc:sldMkLst>
          <pc:docMk/>
          <pc:sldMk cId="3211337609" sldId="260"/>
        </pc:sldMkLst>
        <pc:spChg chg="mod">
          <ac:chgData name="Valeriia Kobzar (VRKR)" userId="S::vrkr@simcorp.com::abeb4f95-95bb-4875-81dd-0cbce4da8295" providerId="AD" clId="Web-{4EFAEDD5-CE23-9196-1B4D-BE4E4E05E531}" dt="2021-01-27T09:09:22.941" v="4" actId="20577"/>
          <ac:spMkLst>
            <pc:docMk/>
            <pc:sldMk cId="3211337609" sldId="260"/>
            <ac:spMk id="13" creationId="{391A1E4F-7692-4F41-8596-84A3BC97D909}"/>
          </ac:spMkLst>
        </pc:spChg>
      </pc:sldChg>
      <pc:sldChg chg="modSp">
        <pc:chgData name="Valeriia Kobzar (VRKR)" userId="S::vrkr@simcorp.com::abeb4f95-95bb-4875-81dd-0cbce4da8295" providerId="AD" clId="Web-{4EFAEDD5-CE23-9196-1B4D-BE4E4E05E531}" dt="2021-01-27T09:22:53.664" v="30" actId="14100"/>
        <pc:sldMkLst>
          <pc:docMk/>
          <pc:sldMk cId="1494123321" sldId="262"/>
        </pc:sldMkLst>
        <pc:spChg chg="mod">
          <ac:chgData name="Valeriia Kobzar (VRKR)" userId="S::vrkr@simcorp.com::abeb4f95-95bb-4875-81dd-0cbce4da8295" providerId="AD" clId="Web-{4EFAEDD5-CE23-9196-1B4D-BE4E4E05E531}" dt="2021-01-27T09:22:32.741" v="29" actId="20577"/>
          <ac:spMkLst>
            <pc:docMk/>
            <pc:sldMk cId="1494123321" sldId="262"/>
            <ac:spMk id="4" creationId="{623D6F71-CABC-428A-8060-0E1DCE538AE3}"/>
          </ac:spMkLst>
        </pc:spChg>
        <pc:spChg chg="mod">
          <ac:chgData name="Valeriia Kobzar (VRKR)" userId="S::vrkr@simcorp.com::abeb4f95-95bb-4875-81dd-0cbce4da8295" providerId="AD" clId="Web-{4EFAEDD5-CE23-9196-1B4D-BE4E4E05E531}" dt="2021-01-27T09:22:53.664" v="30" actId="14100"/>
          <ac:spMkLst>
            <pc:docMk/>
            <pc:sldMk cId="1494123321" sldId="262"/>
            <ac:spMk id="5" creationId="{8892A49B-6402-4C7A-A8F0-059CE65370F2}"/>
          </ac:spMkLst>
        </pc:spChg>
      </pc:sldChg>
      <pc:sldChg chg="modSp">
        <pc:chgData name="Valeriia Kobzar (VRKR)" userId="S::vrkr@simcorp.com::abeb4f95-95bb-4875-81dd-0cbce4da8295" providerId="AD" clId="Web-{4EFAEDD5-CE23-9196-1B4D-BE4E4E05E531}" dt="2021-01-27T09:26:30.693" v="41" actId="20577"/>
        <pc:sldMkLst>
          <pc:docMk/>
          <pc:sldMk cId="13744474" sldId="264"/>
        </pc:sldMkLst>
        <pc:spChg chg="mod">
          <ac:chgData name="Valeriia Kobzar (VRKR)" userId="S::vrkr@simcorp.com::abeb4f95-95bb-4875-81dd-0cbce4da8295" providerId="AD" clId="Web-{4EFAEDD5-CE23-9196-1B4D-BE4E4E05E531}" dt="2021-01-27T09:26:30.693" v="41" actId="20577"/>
          <ac:spMkLst>
            <pc:docMk/>
            <pc:sldMk cId="13744474" sldId="264"/>
            <ac:spMk id="5" creationId="{0C2A542F-2F8F-4378-BC9B-BBE328953F47}"/>
          </ac:spMkLst>
        </pc:spChg>
      </pc:sldChg>
      <pc:sldChg chg="modSp">
        <pc:chgData name="Valeriia Kobzar (VRKR)" userId="S::vrkr@simcorp.com::abeb4f95-95bb-4875-81dd-0cbce4da8295" providerId="AD" clId="Web-{4EFAEDD5-CE23-9196-1B4D-BE4E4E05E531}" dt="2021-01-27T09:23:06.430" v="35" actId="20577"/>
        <pc:sldMkLst>
          <pc:docMk/>
          <pc:sldMk cId="591578985" sldId="267"/>
        </pc:sldMkLst>
        <pc:spChg chg="mod">
          <ac:chgData name="Valeriia Kobzar (VRKR)" userId="S::vrkr@simcorp.com::abeb4f95-95bb-4875-81dd-0cbce4da8295" providerId="AD" clId="Web-{4EFAEDD5-CE23-9196-1B4D-BE4E4E05E531}" dt="2021-01-27T09:23:06.430" v="35" actId="20577"/>
          <ac:spMkLst>
            <pc:docMk/>
            <pc:sldMk cId="591578985" sldId="267"/>
            <ac:spMk id="4" creationId="{3C9CB473-1C5E-4726-9FC9-8157550C57D0}"/>
          </ac:spMkLst>
        </pc:spChg>
      </pc:sldChg>
      <pc:sldChg chg="modSp">
        <pc:chgData name="Valeriia Kobzar (VRKR)" userId="S::vrkr@simcorp.com::abeb4f95-95bb-4875-81dd-0cbce4da8295" providerId="AD" clId="Web-{4EFAEDD5-CE23-9196-1B4D-BE4E4E05E531}" dt="2021-01-27T09:13:06.877" v="23" actId="20577"/>
        <pc:sldMkLst>
          <pc:docMk/>
          <pc:sldMk cId="1710093842" sldId="269"/>
        </pc:sldMkLst>
        <pc:spChg chg="mod">
          <ac:chgData name="Valeriia Kobzar (VRKR)" userId="S::vrkr@simcorp.com::abeb4f95-95bb-4875-81dd-0cbce4da8295" providerId="AD" clId="Web-{4EFAEDD5-CE23-9196-1B4D-BE4E4E05E531}" dt="2021-01-27T09:13:06.877" v="23" actId="20577"/>
          <ac:spMkLst>
            <pc:docMk/>
            <pc:sldMk cId="1710093842" sldId="269"/>
            <ac:spMk id="5" creationId="{133F8559-D403-480C-A954-FFDDAEDB221E}"/>
          </ac:spMkLst>
        </pc:spChg>
      </pc:sldChg>
      <pc:sldChg chg="modSp">
        <pc:chgData name="Valeriia Kobzar (VRKR)" userId="S::vrkr@simcorp.com::abeb4f95-95bb-4875-81dd-0cbce4da8295" providerId="AD" clId="Web-{4EFAEDD5-CE23-9196-1B4D-BE4E4E05E531}" dt="2021-01-27T09:29:26.485" v="51"/>
        <pc:sldMkLst>
          <pc:docMk/>
          <pc:sldMk cId="3495153897" sldId="273"/>
        </pc:sldMkLst>
        <pc:graphicFrameChg chg="mod modGraphic">
          <ac:chgData name="Valeriia Kobzar (VRKR)" userId="S::vrkr@simcorp.com::abeb4f95-95bb-4875-81dd-0cbce4da8295" providerId="AD" clId="Web-{4EFAEDD5-CE23-9196-1B4D-BE4E4E05E531}" dt="2021-01-27T09:29:26.485" v="51"/>
          <ac:graphicFrameMkLst>
            <pc:docMk/>
            <pc:sldMk cId="3495153897" sldId="273"/>
            <ac:graphicFrameMk id="7" creationId="{BADD2CB8-FD3C-4B06-927E-E98C02C917CC}"/>
          </ac:graphicFrameMkLst>
        </pc:graphicFrameChg>
      </pc:sldChg>
      <pc:sldChg chg="modSp">
        <pc:chgData name="Valeriia Kobzar (VRKR)" userId="S::vrkr@simcorp.com::abeb4f95-95bb-4875-81dd-0cbce4da8295" providerId="AD" clId="Web-{4EFAEDD5-CE23-9196-1B4D-BE4E4E05E531}" dt="2021-01-27T09:29:33.861" v="55"/>
        <pc:sldMkLst>
          <pc:docMk/>
          <pc:sldMk cId="3554925085" sldId="286"/>
        </pc:sldMkLst>
        <pc:graphicFrameChg chg="mod modGraphic">
          <ac:chgData name="Valeriia Kobzar (VRKR)" userId="S::vrkr@simcorp.com::abeb4f95-95bb-4875-81dd-0cbce4da8295" providerId="AD" clId="Web-{4EFAEDD5-CE23-9196-1B4D-BE4E4E05E531}" dt="2021-01-27T09:29:33.861" v="55"/>
          <ac:graphicFrameMkLst>
            <pc:docMk/>
            <pc:sldMk cId="3554925085" sldId="286"/>
            <ac:graphicFrameMk id="7" creationId="{BADD2CB8-FD3C-4B06-927E-E98C02C917CC}"/>
          </ac:graphicFrameMkLst>
        </pc:graphicFrameChg>
      </pc:sldChg>
      <pc:sldChg chg="modSp">
        <pc:chgData name="Valeriia Kobzar (VRKR)" userId="S::vrkr@simcorp.com::abeb4f95-95bb-4875-81dd-0cbce4da8295" providerId="AD" clId="Web-{4EFAEDD5-CE23-9196-1B4D-BE4E4E05E531}" dt="2021-01-27T09:24:58.922" v="38" actId="20577"/>
        <pc:sldMkLst>
          <pc:docMk/>
          <pc:sldMk cId="2968167744" sldId="288"/>
        </pc:sldMkLst>
        <pc:spChg chg="mod">
          <ac:chgData name="Valeriia Kobzar (VRKR)" userId="S::vrkr@simcorp.com::abeb4f95-95bb-4875-81dd-0cbce4da8295" providerId="AD" clId="Web-{4EFAEDD5-CE23-9196-1B4D-BE4E4E05E531}" dt="2021-01-27T09:24:58.922" v="38" actId="20577"/>
          <ac:spMkLst>
            <pc:docMk/>
            <pc:sldMk cId="2968167744" sldId="288"/>
            <ac:spMk id="5" creationId="{D0AA47E6-9788-4853-B8B4-B9159756F07B}"/>
          </ac:spMkLst>
        </pc:spChg>
      </pc:sldChg>
      <pc:sldChg chg="modSp">
        <pc:chgData name="Valeriia Kobzar (VRKR)" userId="S::vrkr@simcorp.com::abeb4f95-95bb-4875-81dd-0cbce4da8295" providerId="AD" clId="Web-{4EFAEDD5-CE23-9196-1B4D-BE4E4E05E531}" dt="2021-01-27T10:32:06.199" v="73" actId="20577"/>
        <pc:sldMkLst>
          <pc:docMk/>
          <pc:sldMk cId="2603136680" sldId="302"/>
        </pc:sldMkLst>
        <pc:spChg chg="mod">
          <ac:chgData name="Valeriia Kobzar (VRKR)" userId="S::vrkr@simcorp.com::abeb4f95-95bb-4875-81dd-0cbce4da8295" providerId="AD" clId="Web-{4EFAEDD5-CE23-9196-1B4D-BE4E4E05E531}" dt="2021-01-27T10:32:06.199" v="73" actId="20577"/>
          <ac:spMkLst>
            <pc:docMk/>
            <pc:sldMk cId="2603136680" sldId="302"/>
            <ac:spMk id="5" creationId="{2090AB5C-F20B-4FF2-94C0-F428F0F66172}"/>
          </ac:spMkLst>
        </pc:spChg>
      </pc:sldChg>
      <pc:sldChg chg="modSp">
        <pc:chgData name="Valeriia Kobzar (VRKR)" userId="S::vrkr@simcorp.com::abeb4f95-95bb-4875-81dd-0cbce4da8295" providerId="AD" clId="Web-{4EFAEDD5-CE23-9196-1B4D-BE4E4E05E531}" dt="2021-01-27T09:32:06.422" v="60" actId="20577"/>
        <pc:sldMkLst>
          <pc:docMk/>
          <pc:sldMk cId="3409824526" sldId="307"/>
        </pc:sldMkLst>
        <pc:spChg chg="mod">
          <ac:chgData name="Valeriia Kobzar (VRKR)" userId="S::vrkr@simcorp.com::abeb4f95-95bb-4875-81dd-0cbce4da8295" providerId="AD" clId="Web-{4EFAEDD5-CE23-9196-1B4D-BE4E4E05E531}" dt="2021-01-27T09:32:06.422" v="60" actId="20577"/>
          <ac:spMkLst>
            <pc:docMk/>
            <pc:sldMk cId="3409824526" sldId="307"/>
            <ac:spMk id="5" creationId="{1B278CD2-934C-447E-ABEA-F6BD3B8772BF}"/>
          </ac:spMkLst>
        </pc:spChg>
      </pc:sldChg>
      <pc:sldChg chg="modSp">
        <pc:chgData name="Valeriia Kobzar (VRKR)" userId="S::vrkr@simcorp.com::abeb4f95-95bb-4875-81dd-0cbce4da8295" providerId="AD" clId="Web-{4EFAEDD5-CE23-9196-1B4D-BE4E4E05E531}" dt="2021-01-27T09:27:24.243" v="45" actId="1076"/>
        <pc:sldMkLst>
          <pc:docMk/>
          <pc:sldMk cId="2761603924" sldId="314"/>
        </pc:sldMkLst>
        <pc:spChg chg="mod">
          <ac:chgData name="Valeriia Kobzar (VRKR)" userId="S::vrkr@simcorp.com::abeb4f95-95bb-4875-81dd-0cbce4da8295" providerId="AD" clId="Web-{4EFAEDD5-CE23-9196-1B4D-BE4E4E05E531}" dt="2021-01-27T09:27:24.243" v="45" actId="1076"/>
          <ac:spMkLst>
            <pc:docMk/>
            <pc:sldMk cId="2761603924" sldId="314"/>
            <ac:spMk id="9" creationId="{15025601-F5FF-4AEA-8308-75AC80BA1236}"/>
          </ac:spMkLst>
        </pc:spChg>
      </pc:sldChg>
      <pc:sldChg chg="modSp">
        <pc:chgData name="Valeriia Kobzar (VRKR)" userId="S::vrkr@simcorp.com::abeb4f95-95bb-4875-81dd-0cbce4da8295" providerId="AD" clId="Web-{4EFAEDD5-CE23-9196-1B4D-BE4E4E05E531}" dt="2021-01-27T10:29:36.258" v="63" actId="20577"/>
        <pc:sldMkLst>
          <pc:docMk/>
          <pc:sldMk cId="4270016019" sldId="315"/>
        </pc:sldMkLst>
        <pc:spChg chg="mod">
          <ac:chgData name="Valeriia Kobzar (VRKR)" userId="S::vrkr@simcorp.com::abeb4f95-95bb-4875-81dd-0cbce4da8295" providerId="AD" clId="Web-{4EFAEDD5-CE23-9196-1B4D-BE4E4E05E531}" dt="2021-01-27T10:29:36.258" v="63" actId="20577"/>
          <ac:spMkLst>
            <pc:docMk/>
            <pc:sldMk cId="4270016019" sldId="315"/>
            <ac:spMk id="5" creationId="{87A30069-38C6-4845-BE56-126261288468}"/>
          </ac:spMkLst>
        </pc:spChg>
      </pc:sldChg>
      <pc:sldChg chg="modSp">
        <pc:chgData name="Valeriia Kobzar (VRKR)" userId="S::vrkr@simcorp.com::abeb4f95-95bb-4875-81dd-0cbce4da8295" providerId="AD" clId="Web-{4EFAEDD5-CE23-9196-1B4D-BE4E4E05E531}" dt="2021-01-27T10:30:20.009" v="71" actId="20577"/>
        <pc:sldMkLst>
          <pc:docMk/>
          <pc:sldMk cId="566240550" sldId="316"/>
        </pc:sldMkLst>
        <pc:spChg chg="mod">
          <ac:chgData name="Valeriia Kobzar (VRKR)" userId="S::vrkr@simcorp.com::abeb4f95-95bb-4875-81dd-0cbce4da8295" providerId="AD" clId="Web-{4EFAEDD5-CE23-9196-1B4D-BE4E4E05E531}" dt="2021-01-27T10:30:20.009" v="71" actId="20577"/>
          <ac:spMkLst>
            <pc:docMk/>
            <pc:sldMk cId="566240550" sldId="316"/>
            <ac:spMk id="5" creationId="{87A30069-38C6-4845-BE56-126261288468}"/>
          </ac:spMkLst>
        </pc:spChg>
      </pc:sldChg>
      <pc:sldChg chg="modSp">
        <pc:chgData name="Valeriia Kobzar (VRKR)" userId="S::vrkr@simcorp.com::abeb4f95-95bb-4875-81dd-0cbce4da8295" providerId="AD" clId="Web-{4EFAEDD5-CE23-9196-1B4D-BE4E4E05E531}" dt="2021-01-27T09:29:07.844" v="49"/>
        <pc:sldMkLst>
          <pc:docMk/>
          <pc:sldMk cId="2969773117" sldId="318"/>
        </pc:sldMkLst>
        <pc:graphicFrameChg chg="mod modGraphic">
          <ac:chgData name="Valeriia Kobzar (VRKR)" userId="S::vrkr@simcorp.com::abeb4f95-95bb-4875-81dd-0cbce4da8295" providerId="AD" clId="Web-{4EFAEDD5-CE23-9196-1B4D-BE4E4E05E531}" dt="2021-01-27T09:29:07.844" v="49"/>
          <ac:graphicFrameMkLst>
            <pc:docMk/>
            <pc:sldMk cId="2969773117" sldId="318"/>
            <ac:graphicFrameMk id="11" creationId="{09BEE679-45F8-4FEA-811D-D1A9BEAD2B5E}"/>
          </ac:graphicFrameMkLst>
        </pc:graphicFrameChg>
      </pc:sldChg>
    </pc:docChg>
  </pc:docChgLst>
  <pc:docChgLst>
    <pc:chgData name="Mariana Sofii" userId="c6efa36b-6f78-4df2-92ed-4da21e89d024" providerId="ADAL" clId="{EFB08231-EBFF-4BD8-9CC6-31D8770B3423}"/>
    <pc:docChg chg="modSld">
      <pc:chgData name="Mariana Sofii" userId="c6efa36b-6f78-4df2-92ed-4da21e89d024" providerId="ADAL" clId="{EFB08231-EBFF-4BD8-9CC6-31D8770B3423}" dt="2021-05-25T19:14:15.773" v="22" actId="108"/>
      <pc:docMkLst>
        <pc:docMk/>
      </pc:docMkLst>
      <pc:sldChg chg="modSp mod">
        <pc:chgData name="Mariana Sofii" userId="c6efa36b-6f78-4df2-92ed-4da21e89d024" providerId="ADAL" clId="{EFB08231-EBFF-4BD8-9CC6-31D8770B3423}" dt="2021-05-25T19:10:20.308" v="21" actId="20577"/>
        <pc:sldMkLst>
          <pc:docMk/>
          <pc:sldMk cId="2797790050" sldId="293"/>
        </pc:sldMkLst>
        <pc:spChg chg="mod">
          <ac:chgData name="Mariana Sofii" userId="c6efa36b-6f78-4df2-92ed-4da21e89d024" providerId="ADAL" clId="{EFB08231-EBFF-4BD8-9CC6-31D8770B3423}" dt="2021-05-25T19:10:20.308" v="21" actId="20577"/>
          <ac:spMkLst>
            <pc:docMk/>
            <pc:sldMk cId="2797790050" sldId="293"/>
            <ac:spMk id="5" creationId="{02106A5E-EF3F-497C-8678-EDE44703B28B}"/>
          </ac:spMkLst>
        </pc:spChg>
      </pc:sldChg>
      <pc:sldChg chg="modSp mod">
        <pc:chgData name="Mariana Sofii" userId="c6efa36b-6f78-4df2-92ed-4da21e89d024" providerId="ADAL" clId="{EFB08231-EBFF-4BD8-9CC6-31D8770B3423}" dt="2021-05-25T18:59:47.170" v="11" actId="20577"/>
        <pc:sldMkLst>
          <pc:docMk/>
          <pc:sldMk cId="4110825007" sldId="301"/>
        </pc:sldMkLst>
        <pc:spChg chg="mod">
          <ac:chgData name="Mariana Sofii" userId="c6efa36b-6f78-4df2-92ed-4da21e89d024" providerId="ADAL" clId="{EFB08231-EBFF-4BD8-9CC6-31D8770B3423}" dt="2021-05-25T18:59:47.170" v="11" actId="20577"/>
          <ac:spMkLst>
            <pc:docMk/>
            <pc:sldMk cId="4110825007" sldId="301"/>
            <ac:spMk id="5" creationId="{87A30069-38C6-4845-BE56-126261288468}"/>
          </ac:spMkLst>
        </pc:spChg>
      </pc:sldChg>
      <pc:sldChg chg="modSp mod">
        <pc:chgData name="Mariana Sofii" userId="c6efa36b-6f78-4df2-92ed-4da21e89d024" providerId="ADAL" clId="{EFB08231-EBFF-4BD8-9CC6-31D8770B3423}" dt="2021-05-25T19:03:33.591" v="15" actId="20577"/>
        <pc:sldMkLst>
          <pc:docMk/>
          <pc:sldMk cId="566240550" sldId="316"/>
        </pc:sldMkLst>
        <pc:spChg chg="mod">
          <ac:chgData name="Mariana Sofii" userId="c6efa36b-6f78-4df2-92ed-4da21e89d024" providerId="ADAL" clId="{EFB08231-EBFF-4BD8-9CC6-31D8770B3423}" dt="2021-05-25T19:03:33.591" v="15" actId="20577"/>
          <ac:spMkLst>
            <pc:docMk/>
            <pc:sldMk cId="566240550" sldId="316"/>
            <ac:spMk id="5" creationId="{87A30069-38C6-4845-BE56-126261288468}"/>
          </ac:spMkLst>
        </pc:spChg>
      </pc:sldChg>
      <pc:sldChg chg="modSp mod">
        <pc:chgData name="Mariana Sofii" userId="c6efa36b-6f78-4df2-92ed-4da21e89d024" providerId="ADAL" clId="{EFB08231-EBFF-4BD8-9CC6-31D8770B3423}" dt="2021-05-25T19:14:15.773" v="22" actId="108"/>
        <pc:sldMkLst>
          <pc:docMk/>
          <pc:sldMk cId="2504791585" sldId="330"/>
        </pc:sldMkLst>
        <pc:spChg chg="mod">
          <ac:chgData name="Mariana Sofii" userId="c6efa36b-6f78-4df2-92ed-4da21e89d024" providerId="ADAL" clId="{EFB08231-EBFF-4BD8-9CC6-31D8770B3423}" dt="2021-05-25T19:14:15.773" v="22" actId="108"/>
          <ac:spMkLst>
            <pc:docMk/>
            <pc:sldMk cId="2504791585" sldId="330"/>
            <ac:spMk id="5" creationId="{A15259C3-86C6-4B57-937E-70320E24EB4B}"/>
          </ac:spMkLst>
        </pc:spChg>
      </pc:sldChg>
    </pc:docChg>
  </pc:docChgLst>
  <pc:docChgLst>
    <pc:chgData name="Mykola Kuksa" userId="1056c9f5-bd5e-4aba-85cc-cd2356148781" providerId="ADAL" clId="{6935F080-A96F-4E59-AB4B-8044C870B067}"/>
    <pc:docChg chg="undo custSel addSld delSld modSld sldOrd">
      <pc:chgData name="Mykola Kuksa" userId="1056c9f5-bd5e-4aba-85cc-cd2356148781" providerId="ADAL" clId="{6935F080-A96F-4E59-AB4B-8044C870B067}" dt="2021-01-20T09:36:26.524" v="4965" actId="20577"/>
      <pc:docMkLst>
        <pc:docMk/>
      </pc:docMkLst>
      <pc:sldChg chg="addSp delSp modSp mod modNotesTx">
        <pc:chgData name="Mykola Kuksa" userId="1056c9f5-bd5e-4aba-85cc-cd2356148781" providerId="ADAL" clId="{6935F080-A96F-4E59-AB4B-8044C870B067}" dt="2021-01-19T21:15:37.637" v="4683" actId="20577"/>
        <pc:sldMkLst>
          <pc:docMk/>
          <pc:sldMk cId="2081296545" sldId="257"/>
        </pc:sldMkLst>
        <pc:spChg chg="mod">
          <ac:chgData name="Mykola Kuksa" userId="1056c9f5-bd5e-4aba-85cc-cd2356148781" providerId="ADAL" clId="{6935F080-A96F-4E59-AB4B-8044C870B067}" dt="2021-01-12T15:20:28.064" v="384" actId="1076"/>
          <ac:spMkLst>
            <pc:docMk/>
            <pc:sldMk cId="2081296545" sldId="257"/>
            <ac:spMk id="6" creationId="{58754E55-2129-42FF-A194-B4451DE070CA}"/>
          </ac:spMkLst>
        </pc:spChg>
        <pc:picChg chg="del">
          <ac:chgData name="Mykola Kuksa" userId="1056c9f5-bd5e-4aba-85cc-cd2356148781" providerId="ADAL" clId="{6935F080-A96F-4E59-AB4B-8044C870B067}" dt="2021-01-12T15:22:42.627" v="398" actId="21"/>
          <ac:picMkLst>
            <pc:docMk/>
            <pc:sldMk cId="2081296545" sldId="257"/>
            <ac:picMk id="5" creationId="{2CC7DE93-B368-424C-8C6C-37E82377DFDE}"/>
          </ac:picMkLst>
        </pc:picChg>
        <pc:picChg chg="del">
          <ac:chgData name="Mykola Kuksa" userId="1056c9f5-bd5e-4aba-85cc-cd2356148781" providerId="ADAL" clId="{6935F080-A96F-4E59-AB4B-8044C870B067}" dt="2021-01-12T15:22:42.627" v="398" actId="21"/>
          <ac:picMkLst>
            <pc:docMk/>
            <pc:sldMk cId="2081296545" sldId="257"/>
            <ac:picMk id="7" creationId="{DED6A0FD-D3E2-46AB-848F-856AB048B1C6}"/>
          </ac:picMkLst>
        </pc:picChg>
        <pc:picChg chg="del">
          <ac:chgData name="Mykola Kuksa" userId="1056c9f5-bd5e-4aba-85cc-cd2356148781" providerId="ADAL" clId="{6935F080-A96F-4E59-AB4B-8044C870B067}" dt="2021-01-12T15:22:42.627" v="398" actId="21"/>
          <ac:picMkLst>
            <pc:docMk/>
            <pc:sldMk cId="2081296545" sldId="257"/>
            <ac:picMk id="10" creationId="{503B28CB-4B67-42D0-8867-A86504735D46}"/>
          </ac:picMkLst>
        </pc:picChg>
        <pc:picChg chg="add del mod">
          <ac:chgData name="Mykola Kuksa" userId="1056c9f5-bd5e-4aba-85cc-cd2356148781" providerId="ADAL" clId="{6935F080-A96F-4E59-AB4B-8044C870B067}" dt="2021-01-17T16:01:54.992" v="572" actId="478"/>
          <ac:picMkLst>
            <pc:docMk/>
            <pc:sldMk cId="2081296545" sldId="257"/>
            <ac:picMk id="11" creationId="{7B5DD0A6-F465-4254-9506-7974773099D8}"/>
          </ac:picMkLst>
        </pc:picChg>
        <pc:picChg chg="add del mod">
          <ac:chgData name="Mykola Kuksa" userId="1056c9f5-bd5e-4aba-85cc-cd2356148781" providerId="ADAL" clId="{6935F080-A96F-4E59-AB4B-8044C870B067}" dt="2021-01-17T16:04:14.301" v="577" actId="478"/>
          <ac:picMkLst>
            <pc:docMk/>
            <pc:sldMk cId="2081296545" sldId="257"/>
            <ac:picMk id="13" creationId="{B189C2B4-09AF-4304-A2F5-F77444DA97E5}"/>
          </ac:picMkLst>
        </pc:picChg>
        <pc:picChg chg="add mod">
          <ac:chgData name="Mykola Kuksa" userId="1056c9f5-bd5e-4aba-85cc-cd2356148781" providerId="ADAL" clId="{6935F080-A96F-4E59-AB4B-8044C870B067}" dt="2021-01-17T16:04:45.833" v="581" actId="1076"/>
          <ac:picMkLst>
            <pc:docMk/>
            <pc:sldMk cId="2081296545" sldId="257"/>
            <ac:picMk id="15" creationId="{6BECC861-2B1B-42D3-AF62-01EB289030E9}"/>
          </ac:picMkLst>
        </pc:picChg>
      </pc:sldChg>
      <pc:sldChg chg="addSp delSp modSp mod modNotesTx">
        <pc:chgData name="Mykola Kuksa" userId="1056c9f5-bd5e-4aba-85cc-cd2356148781" providerId="ADAL" clId="{6935F080-A96F-4E59-AB4B-8044C870B067}" dt="2021-01-17T20:22:34.341" v="1666" actId="1076"/>
        <pc:sldMkLst>
          <pc:docMk/>
          <pc:sldMk cId="3257262552" sldId="258"/>
        </pc:sldMkLst>
        <pc:spChg chg="mod">
          <ac:chgData name="Mykola Kuksa" userId="1056c9f5-bd5e-4aba-85cc-cd2356148781" providerId="ADAL" clId="{6935F080-A96F-4E59-AB4B-8044C870B067}" dt="2021-01-17T19:52:13.425" v="1402" actId="20577"/>
          <ac:spMkLst>
            <pc:docMk/>
            <pc:sldMk cId="3257262552" sldId="258"/>
            <ac:spMk id="4" creationId="{A02DEABB-4ED6-4552-952E-8C460D4DCB09}"/>
          </ac:spMkLst>
        </pc:spChg>
        <pc:spChg chg="del mod">
          <ac:chgData name="Mykola Kuksa" userId="1056c9f5-bd5e-4aba-85cc-cd2356148781" providerId="ADAL" clId="{6935F080-A96F-4E59-AB4B-8044C870B067}" dt="2021-01-17T20:21:07.560" v="1652" actId="478"/>
          <ac:spMkLst>
            <pc:docMk/>
            <pc:sldMk cId="3257262552" sldId="258"/>
            <ac:spMk id="5" creationId="{AA53420F-3AB7-4BAC-B42B-236AC91B74D9}"/>
          </ac:spMkLst>
        </pc:spChg>
        <pc:spChg chg="add del mod">
          <ac:chgData name="Mykola Kuksa" userId="1056c9f5-bd5e-4aba-85cc-cd2356148781" providerId="ADAL" clId="{6935F080-A96F-4E59-AB4B-8044C870B067}" dt="2021-01-17T20:08:51.419" v="1519" actId="478"/>
          <ac:spMkLst>
            <pc:docMk/>
            <pc:sldMk cId="3257262552" sldId="258"/>
            <ac:spMk id="9" creationId="{FCC49FEE-E797-49A2-B76E-A48C075EEA8D}"/>
          </ac:spMkLst>
        </pc:spChg>
        <pc:spChg chg="add mod">
          <ac:chgData name="Mykola Kuksa" userId="1056c9f5-bd5e-4aba-85cc-cd2356148781" providerId="ADAL" clId="{6935F080-A96F-4E59-AB4B-8044C870B067}" dt="2021-01-17T20:19:29.080" v="1650" actId="14100"/>
          <ac:spMkLst>
            <pc:docMk/>
            <pc:sldMk cId="3257262552" sldId="258"/>
            <ac:spMk id="10" creationId="{7EF9E92F-F2FF-467C-8651-E3824FCB05B0}"/>
          </ac:spMkLst>
        </pc:spChg>
        <pc:picChg chg="del">
          <ac:chgData name="Mykola Kuksa" userId="1056c9f5-bd5e-4aba-85cc-cd2356148781" providerId="ADAL" clId="{6935F080-A96F-4E59-AB4B-8044C870B067}" dt="2021-01-17T17:36:16.035" v="1172" actId="478"/>
          <ac:picMkLst>
            <pc:docMk/>
            <pc:sldMk cId="3257262552" sldId="258"/>
            <ac:picMk id="7" creationId="{5D873D3B-BA2F-460F-9A40-3C8CE8803558}"/>
          </ac:picMkLst>
        </pc:picChg>
        <pc:picChg chg="add mod">
          <ac:chgData name="Mykola Kuksa" userId="1056c9f5-bd5e-4aba-85cc-cd2356148781" providerId="ADAL" clId="{6935F080-A96F-4E59-AB4B-8044C870B067}" dt="2021-01-17T20:22:10.966" v="1661" actId="1076"/>
          <ac:picMkLst>
            <pc:docMk/>
            <pc:sldMk cId="3257262552" sldId="258"/>
            <ac:picMk id="8" creationId="{955820C5-C1BE-4180-AEFD-B8E214F83244}"/>
          </ac:picMkLst>
        </pc:picChg>
        <pc:picChg chg="add mod">
          <ac:chgData name="Mykola Kuksa" userId="1056c9f5-bd5e-4aba-85cc-cd2356148781" providerId="ADAL" clId="{6935F080-A96F-4E59-AB4B-8044C870B067}" dt="2021-01-17T20:22:34.341" v="1666" actId="1076"/>
          <ac:picMkLst>
            <pc:docMk/>
            <pc:sldMk cId="3257262552" sldId="258"/>
            <ac:picMk id="12" creationId="{8F6DA417-CB33-4E5B-83CD-CBF4918DF09C}"/>
          </ac:picMkLst>
        </pc:picChg>
      </pc:sldChg>
      <pc:sldChg chg="modSp mod">
        <pc:chgData name="Mykola Kuksa" userId="1056c9f5-bd5e-4aba-85cc-cd2356148781" providerId="ADAL" clId="{6935F080-A96F-4E59-AB4B-8044C870B067}" dt="2021-01-19T21:11:31.613" v="4655" actId="1076"/>
        <pc:sldMkLst>
          <pc:docMk/>
          <pc:sldMk cId="738792783" sldId="259"/>
        </pc:sldMkLst>
        <pc:spChg chg="mod">
          <ac:chgData name="Mykola Kuksa" userId="1056c9f5-bd5e-4aba-85cc-cd2356148781" providerId="ADAL" clId="{6935F080-A96F-4E59-AB4B-8044C870B067}" dt="2021-01-19T21:11:31.613" v="4655" actId="1076"/>
          <ac:spMkLst>
            <pc:docMk/>
            <pc:sldMk cId="738792783" sldId="259"/>
            <ac:spMk id="5" creationId="{67E8D471-BA5C-4AAC-A2C9-82DB42DEB307}"/>
          </ac:spMkLst>
        </pc:spChg>
      </pc:sldChg>
      <pc:sldChg chg="addSp delSp modSp mod modNotesTx">
        <pc:chgData name="Mykola Kuksa" userId="1056c9f5-bd5e-4aba-85cc-cd2356148781" providerId="ADAL" clId="{6935F080-A96F-4E59-AB4B-8044C870B067}" dt="2021-01-19T21:23:41.307" v="4738"/>
        <pc:sldMkLst>
          <pc:docMk/>
          <pc:sldMk cId="3211337609" sldId="260"/>
        </pc:sldMkLst>
        <pc:spChg chg="mod">
          <ac:chgData name="Mykola Kuksa" userId="1056c9f5-bd5e-4aba-85cc-cd2356148781" providerId="ADAL" clId="{6935F080-A96F-4E59-AB4B-8044C870B067}" dt="2021-01-17T19:31:02.736" v="1199" actId="20577"/>
          <ac:spMkLst>
            <pc:docMk/>
            <pc:sldMk cId="3211337609" sldId="260"/>
            <ac:spMk id="4" creationId="{7F1E8ED0-27BD-42B9-912F-0C6F8427ABC7}"/>
          </ac:spMkLst>
        </pc:spChg>
        <pc:spChg chg="add del">
          <ac:chgData name="Mykola Kuksa" userId="1056c9f5-bd5e-4aba-85cc-cd2356148781" providerId="ADAL" clId="{6935F080-A96F-4E59-AB4B-8044C870B067}" dt="2021-01-17T19:38:01.972" v="1208" actId="11529"/>
          <ac:spMkLst>
            <pc:docMk/>
            <pc:sldMk cId="3211337609" sldId="260"/>
            <ac:spMk id="7" creationId="{27A3C241-4849-4869-B5B3-3B977DC8853D}"/>
          </ac:spMkLst>
        </pc:spChg>
        <pc:spChg chg="mod">
          <ac:chgData name="Mykola Kuksa" userId="1056c9f5-bd5e-4aba-85cc-cd2356148781" providerId="ADAL" clId="{6935F080-A96F-4E59-AB4B-8044C870B067}" dt="2021-01-17T21:08:46.238" v="1760" actId="1076"/>
          <ac:spMkLst>
            <pc:docMk/>
            <pc:sldMk cId="3211337609" sldId="260"/>
            <ac:spMk id="8" creationId="{181100A5-E1E0-46E8-9765-914975E99E63}"/>
          </ac:spMkLst>
        </pc:spChg>
        <pc:spChg chg="add mod">
          <ac:chgData name="Mykola Kuksa" userId="1056c9f5-bd5e-4aba-85cc-cd2356148781" providerId="ADAL" clId="{6935F080-A96F-4E59-AB4B-8044C870B067}" dt="2021-01-17T21:08:46.238" v="1760" actId="1076"/>
          <ac:spMkLst>
            <pc:docMk/>
            <pc:sldMk cId="3211337609" sldId="260"/>
            <ac:spMk id="9" creationId="{1C182226-88F6-4348-855B-F9D23D746AA9}"/>
          </ac:spMkLst>
        </pc:spChg>
        <pc:spChg chg="add mod">
          <ac:chgData name="Mykola Kuksa" userId="1056c9f5-bd5e-4aba-85cc-cd2356148781" providerId="ADAL" clId="{6935F080-A96F-4E59-AB4B-8044C870B067}" dt="2021-01-17T21:08:46.238" v="1760" actId="1076"/>
          <ac:spMkLst>
            <pc:docMk/>
            <pc:sldMk cId="3211337609" sldId="260"/>
            <ac:spMk id="10" creationId="{FBA00335-8C44-410E-8DAC-9156465C21D5}"/>
          </ac:spMkLst>
        </pc:spChg>
        <pc:spChg chg="add mod">
          <ac:chgData name="Mykola Kuksa" userId="1056c9f5-bd5e-4aba-85cc-cd2356148781" providerId="ADAL" clId="{6935F080-A96F-4E59-AB4B-8044C870B067}" dt="2021-01-17T21:08:46.238" v="1760" actId="1076"/>
          <ac:spMkLst>
            <pc:docMk/>
            <pc:sldMk cId="3211337609" sldId="260"/>
            <ac:spMk id="11" creationId="{CFC878B0-D226-461B-A1BD-585FE10B461D}"/>
          </ac:spMkLst>
        </pc:spChg>
        <pc:spChg chg="add mod">
          <ac:chgData name="Mykola Kuksa" userId="1056c9f5-bd5e-4aba-85cc-cd2356148781" providerId="ADAL" clId="{6935F080-A96F-4E59-AB4B-8044C870B067}" dt="2021-01-17T21:08:46.238" v="1760" actId="1076"/>
          <ac:spMkLst>
            <pc:docMk/>
            <pc:sldMk cId="3211337609" sldId="260"/>
            <ac:spMk id="12" creationId="{274DC0FE-0A08-4029-855D-452E13F549CE}"/>
          </ac:spMkLst>
        </pc:spChg>
        <pc:spChg chg="add mod">
          <ac:chgData name="Mykola Kuksa" userId="1056c9f5-bd5e-4aba-85cc-cd2356148781" providerId="ADAL" clId="{6935F080-A96F-4E59-AB4B-8044C870B067}" dt="2021-01-17T21:08:46.238" v="1760" actId="1076"/>
          <ac:spMkLst>
            <pc:docMk/>
            <pc:sldMk cId="3211337609" sldId="260"/>
            <ac:spMk id="13" creationId="{391A1E4F-7692-4F41-8596-84A3BC97D909}"/>
          </ac:spMkLst>
        </pc:spChg>
        <pc:spChg chg="add mod">
          <ac:chgData name="Mykola Kuksa" userId="1056c9f5-bd5e-4aba-85cc-cd2356148781" providerId="ADAL" clId="{6935F080-A96F-4E59-AB4B-8044C870B067}" dt="2021-01-17T21:08:54.005" v="1761" actId="6549"/>
          <ac:spMkLst>
            <pc:docMk/>
            <pc:sldMk cId="3211337609" sldId="260"/>
            <ac:spMk id="14" creationId="{6F483E1A-50AB-48EC-BE4F-88F264146219}"/>
          </ac:spMkLst>
        </pc:spChg>
        <pc:spChg chg="add mod">
          <ac:chgData name="Mykola Kuksa" userId="1056c9f5-bd5e-4aba-85cc-cd2356148781" providerId="ADAL" clId="{6935F080-A96F-4E59-AB4B-8044C870B067}" dt="2021-01-17T21:08:46.238" v="1760" actId="1076"/>
          <ac:spMkLst>
            <pc:docMk/>
            <pc:sldMk cId="3211337609" sldId="260"/>
            <ac:spMk id="15" creationId="{64A55809-0A7F-45EE-BA6B-DB7EF5A2A0F5}"/>
          </ac:spMkLst>
        </pc:spChg>
        <pc:spChg chg="add mod">
          <ac:chgData name="Mykola Kuksa" userId="1056c9f5-bd5e-4aba-85cc-cd2356148781" providerId="ADAL" clId="{6935F080-A96F-4E59-AB4B-8044C870B067}" dt="2021-01-17T21:08:46.238" v="1760" actId="1076"/>
          <ac:spMkLst>
            <pc:docMk/>
            <pc:sldMk cId="3211337609" sldId="260"/>
            <ac:spMk id="16" creationId="{29438D54-D244-468C-834C-F518287EDA21}"/>
          </ac:spMkLst>
        </pc:spChg>
        <pc:spChg chg="add mod">
          <ac:chgData name="Mykola Kuksa" userId="1056c9f5-bd5e-4aba-85cc-cd2356148781" providerId="ADAL" clId="{6935F080-A96F-4E59-AB4B-8044C870B067}" dt="2021-01-17T21:08:46.238" v="1760" actId="1076"/>
          <ac:spMkLst>
            <pc:docMk/>
            <pc:sldMk cId="3211337609" sldId="260"/>
            <ac:spMk id="17" creationId="{1EF23483-9BB6-478E-B132-3B9BAAE92145}"/>
          </ac:spMkLst>
        </pc:spChg>
        <pc:picChg chg="add mod">
          <ac:chgData name="Mykola Kuksa" userId="1056c9f5-bd5e-4aba-85cc-cd2356148781" providerId="ADAL" clId="{6935F080-A96F-4E59-AB4B-8044C870B067}" dt="2021-01-17T21:08:46.238" v="1760" actId="1076"/>
          <ac:picMkLst>
            <pc:docMk/>
            <pc:sldMk cId="3211337609" sldId="260"/>
            <ac:picMk id="6" creationId="{93CB76C7-0C7E-4517-8E15-4E9868373AC6}"/>
          </ac:picMkLst>
        </pc:picChg>
      </pc:sldChg>
      <pc:sldChg chg="modSp mod">
        <pc:chgData name="Mykola Kuksa" userId="1056c9f5-bd5e-4aba-85cc-cd2356148781" providerId="ADAL" clId="{6935F080-A96F-4E59-AB4B-8044C870B067}" dt="2021-01-18T03:34:18.728" v="1835" actId="20577"/>
        <pc:sldMkLst>
          <pc:docMk/>
          <pc:sldMk cId="13744474" sldId="264"/>
        </pc:sldMkLst>
        <pc:spChg chg="mod">
          <ac:chgData name="Mykola Kuksa" userId="1056c9f5-bd5e-4aba-85cc-cd2356148781" providerId="ADAL" clId="{6935F080-A96F-4E59-AB4B-8044C870B067}" dt="2021-01-18T03:34:18.728" v="1835" actId="20577"/>
          <ac:spMkLst>
            <pc:docMk/>
            <pc:sldMk cId="13744474" sldId="264"/>
            <ac:spMk id="5" creationId="{0C2A542F-2F8F-4378-BC9B-BBE328953F47}"/>
          </ac:spMkLst>
        </pc:spChg>
      </pc:sldChg>
      <pc:sldChg chg="addSp delSp modSp mod modNotesTx">
        <pc:chgData name="Mykola Kuksa" userId="1056c9f5-bd5e-4aba-85cc-cd2356148781" providerId="ADAL" clId="{6935F080-A96F-4E59-AB4B-8044C870B067}" dt="2021-01-20T08:54:03.259" v="4743" actId="255"/>
        <pc:sldMkLst>
          <pc:docMk/>
          <pc:sldMk cId="1133137665" sldId="265"/>
        </pc:sldMkLst>
        <pc:spChg chg="del mod">
          <ac:chgData name="Mykola Kuksa" userId="1056c9f5-bd5e-4aba-85cc-cd2356148781" providerId="ADAL" clId="{6935F080-A96F-4E59-AB4B-8044C870B067}" dt="2021-01-17T21:22:04.620" v="1781"/>
          <ac:spMkLst>
            <pc:docMk/>
            <pc:sldMk cId="1133137665" sldId="265"/>
            <ac:spMk id="5" creationId="{E77980BD-C237-4816-BF27-033ADAEE5702}"/>
          </ac:spMkLst>
        </pc:spChg>
        <pc:spChg chg="add mod">
          <ac:chgData name="Mykola Kuksa" userId="1056c9f5-bd5e-4aba-85cc-cd2356148781" providerId="ADAL" clId="{6935F080-A96F-4E59-AB4B-8044C870B067}" dt="2021-01-20T08:54:03.259" v="4743" actId="255"/>
          <ac:spMkLst>
            <pc:docMk/>
            <pc:sldMk cId="1133137665" sldId="265"/>
            <ac:spMk id="6" creationId="{2B818714-7C56-4108-8EB2-0A1836DAE102}"/>
          </ac:spMkLst>
        </pc:spChg>
      </pc:sldChg>
      <pc:sldChg chg="delSp modSp mod modNotesTx">
        <pc:chgData name="Mykola Kuksa" userId="1056c9f5-bd5e-4aba-85cc-cd2356148781" providerId="ADAL" clId="{6935F080-A96F-4E59-AB4B-8044C870B067}" dt="2021-01-18T03:27:01.474" v="1821" actId="2711"/>
        <pc:sldMkLst>
          <pc:docMk/>
          <pc:sldMk cId="1673282592" sldId="266"/>
        </pc:sldMkLst>
        <pc:spChg chg="del mod">
          <ac:chgData name="Mykola Kuksa" userId="1056c9f5-bd5e-4aba-85cc-cd2356148781" providerId="ADAL" clId="{6935F080-A96F-4E59-AB4B-8044C870B067}" dt="2021-01-18T03:23:38.681" v="1787"/>
          <ac:spMkLst>
            <pc:docMk/>
            <pc:sldMk cId="1673282592" sldId="266"/>
            <ac:spMk id="5" creationId="{3D929258-1EB3-4B1C-885D-DC6839E74E4A}"/>
          </ac:spMkLst>
        </pc:spChg>
        <pc:spChg chg="mod">
          <ac:chgData name="Mykola Kuksa" userId="1056c9f5-bd5e-4aba-85cc-cd2356148781" providerId="ADAL" clId="{6935F080-A96F-4E59-AB4B-8044C870B067}" dt="2021-01-18T03:27:01.474" v="1821" actId="2711"/>
          <ac:spMkLst>
            <pc:docMk/>
            <pc:sldMk cId="1673282592" sldId="266"/>
            <ac:spMk id="6" creationId="{881F6206-4CC8-4436-BC81-2DB2A132E915}"/>
          </ac:spMkLst>
        </pc:spChg>
      </pc:sldChg>
      <pc:sldChg chg="delCm">
        <pc:chgData name="Mykola Kuksa" userId="1056c9f5-bd5e-4aba-85cc-cd2356148781" providerId="ADAL" clId="{6935F080-A96F-4E59-AB4B-8044C870B067}" dt="2021-01-17T15:35:20.591" v="565" actId="1592"/>
        <pc:sldMkLst>
          <pc:docMk/>
          <pc:sldMk cId="385712482" sldId="268"/>
        </pc:sldMkLst>
      </pc:sldChg>
      <pc:sldChg chg="delSp modSp mod modNotesTx">
        <pc:chgData name="Mykola Kuksa" userId="1056c9f5-bd5e-4aba-85cc-cd2356148781" providerId="ADAL" clId="{6935F080-A96F-4E59-AB4B-8044C870B067}" dt="2021-01-20T09:28:39.192" v="4872" actId="20577"/>
        <pc:sldMkLst>
          <pc:docMk/>
          <pc:sldMk cId="1612566732" sldId="270"/>
        </pc:sldMkLst>
        <pc:spChg chg="mod">
          <ac:chgData name="Mykola Kuksa" userId="1056c9f5-bd5e-4aba-85cc-cd2356148781" providerId="ADAL" clId="{6935F080-A96F-4E59-AB4B-8044C870B067}" dt="2021-01-18T03:54:44.330" v="1972" actId="1076"/>
          <ac:spMkLst>
            <pc:docMk/>
            <pc:sldMk cId="1612566732" sldId="270"/>
            <ac:spMk id="7" creationId="{4D9A6FE7-E76F-4BDD-B630-42A1B7D6B8D8}"/>
          </ac:spMkLst>
        </pc:spChg>
        <pc:spChg chg="mod">
          <ac:chgData name="Mykola Kuksa" userId="1056c9f5-bd5e-4aba-85cc-cd2356148781" providerId="ADAL" clId="{6935F080-A96F-4E59-AB4B-8044C870B067}" dt="2021-01-18T03:54:44.330" v="1972" actId="1076"/>
          <ac:spMkLst>
            <pc:docMk/>
            <pc:sldMk cId="1612566732" sldId="270"/>
            <ac:spMk id="8" creationId="{70F2C1B8-16C0-4BF6-AFE8-E9355AE022A7}"/>
          </ac:spMkLst>
        </pc:spChg>
        <pc:spChg chg="mod">
          <ac:chgData name="Mykola Kuksa" userId="1056c9f5-bd5e-4aba-85cc-cd2356148781" providerId="ADAL" clId="{6935F080-A96F-4E59-AB4B-8044C870B067}" dt="2021-01-18T03:54:44.330" v="1972" actId="1076"/>
          <ac:spMkLst>
            <pc:docMk/>
            <pc:sldMk cId="1612566732" sldId="270"/>
            <ac:spMk id="9" creationId="{67C05EF1-92CF-4225-A98B-19C3A082DBD0}"/>
          </ac:spMkLst>
        </pc:spChg>
        <pc:spChg chg="mod">
          <ac:chgData name="Mykola Kuksa" userId="1056c9f5-bd5e-4aba-85cc-cd2356148781" providerId="ADAL" clId="{6935F080-A96F-4E59-AB4B-8044C870B067}" dt="2021-01-18T03:54:44.330" v="1972" actId="1076"/>
          <ac:spMkLst>
            <pc:docMk/>
            <pc:sldMk cId="1612566732" sldId="270"/>
            <ac:spMk id="11" creationId="{4FC83934-CB6A-4FBB-A370-F43C5A842A17}"/>
          </ac:spMkLst>
        </pc:spChg>
        <pc:spChg chg="mod">
          <ac:chgData name="Mykola Kuksa" userId="1056c9f5-bd5e-4aba-85cc-cd2356148781" providerId="ADAL" clId="{6935F080-A96F-4E59-AB4B-8044C870B067}" dt="2021-01-18T03:54:44.330" v="1972" actId="1076"/>
          <ac:spMkLst>
            <pc:docMk/>
            <pc:sldMk cId="1612566732" sldId="270"/>
            <ac:spMk id="12" creationId="{22DAE342-B965-4F17-82E3-74F94A58D981}"/>
          </ac:spMkLst>
        </pc:spChg>
        <pc:spChg chg="mod">
          <ac:chgData name="Mykola Kuksa" userId="1056c9f5-bd5e-4aba-85cc-cd2356148781" providerId="ADAL" clId="{6935F080-A96F-4E59-AB4B-8044C870B067}" dt="2021-01-18T03:54:44.330" v="1972" actId="1076"/>
          <ac:spMkLst>
            <pc:docMk/>
            <pc:sldMk cId="1612566732" sldId="270"/>
            <ac:spMk id="14" creationId="{07B7A098-5144-4241-ADAF-95407715CEB2}"/>
          </ac:spMkLst>
        </pc:spChg>
        <pc:spChg chg="mod">
          <ac:chgData name="Mykola Kuksa" userId="1056c9f5-bd5e-4aba-85cc-cd2356148781" providerId="ADAL" clId="{6935F080-A96F-4E59-AB4B-8044C870B067}" dt="2021-01-18T03:54:44.330" v="1972" actId="1076"/>
          <ac:spMkLst>
            <pc:docMk/>
            <pc:sldMk cId="1612566732" sldId="270"/>
            <ac:spMk id="15" creationId="{5ED98B0C-D513-4104-AE9A-C06574A2B447}"/>
          </ac:spMkLst>
        </pc:spChg>
        <pc:spChg chg="mod">
          <ac:chgData name="Mykola Kuksa" userId="1056c9f5-bd5e-4aba-85cc-cd2356148781" providerId="ADAL" clId="{6935F080-A96F-4E59-AB4B-8044C870B067}" dt="2021-01-18T03:54:44.330" v="1972" actId="1076"/>
          <ac:spMkLst>
            <pc:docMk/>
            <pc:sldMk cId="1612566732" sldId="270"/>
            <ac:spMk id="16" creationId="{73F2FED8-2FC7-46FF-A2B2-B5FD13ED7DA6}"/>
          </ac:spMkLst>
        </pc:spChg>
        <pc:spChg chg="mod">
          <ac:chgData name="Mykola Kuksa" userId="1056c9f5-bd5e-4aba-85cc-cd2356148781" providerId="ADAL" clId="{6935F080-A96F-4E59-AB4B-8044C870B067}" dt="2021-01-19T08:19:28.043" v="3150" actId="207"/>
          <ac:spMkLst>
            <pc:docMk/>
            <pc:sldMk cId="1612566732" sldId="270"/>
            <ac:spMk id="17" creationId="{34D7FDCA-7E24-46C5-B090-EC39F3000FBE}"/>
          </ac:spMkLst>
        </pc:spChg>
        <pc:spChg chg="mod">
          <ac:chgData name="Mykola Kuksa" userId="1056c9f5-bd5e-4aba-85cc-cd2356148781" providerId="ADAL" clId="{6935F080-A96F-4E59-AB4B-8044C870B067}" dt="2021-01-18T03:54:44.330" v="1972" actId="1076"/>
          <ac:spMkLst>
            <pc:docMk/>
            <pc:sldMk cId="1612566732" sldId="270"/>
            <ac:spMk id="18" creationId="{83EBCDAE-8396-415A-9FE5-9BF3F18351F3}"/>
          </ac:spMkLst>
        </pc:spChg>
        <pc:spChg chg="mod">
          <ac:chgData name="Mykola Kuksa" userId="1056c9f5-bd5e-4aba-85cc-cd2356148781" providerId="ADAL" clId="{6935F080-A96F-4E59-AB4B-8044C870B067}" dt="2021-01-18T03:54:44.330" v="1972" actId="1076"/>
          <ac:spMkLst>
            <pc:docMk/>
            <pc:sldMk cId="1612566732" sldId="270"/>
            <ac:spMk id="19" creationId="{B0DF8E26-7FD6-4E00-AB65-84136360ADA4}"/>
          </ac:spMkLst>
        </pc:spChg>
        <pc:spChg chg="mod">
          <ac:chgData name="Mykola Kuksa" userId="1056c9f5-bd5e-4aba-85cc-cd2356148781" providerId="ADAL" clId="{6935F080-A96F-4E59-AB4B-8044C870B067}" dt="2021-01-18T03:54:44.330" v="1972" actId="1076"/>
          <ac:spMkLst>
            <pc:docMk/>
            <pc:sldMk cId="1612566732" sldId="270"/>
            <ac:spMk id="20" creationId="{2D1591A0-3198-45CF-9DC7-56507523246F}"/>
          </ac:spMkLst>
        </pc:spChg>
        <pc:spChg chg="mod">
          <ac:chgData name="Mykola Kuksa" userId="1056c9f5-bd5e-4aba-85cc-cd2356148781" providerId="ADAL" clId="{6935F080-A96F-4E59-AB4B-8044C870B067}" dt="2021-01-18T03:54:44.330" v="1972" actId="1076"/>
          <ac:spMkLst>
            <pc:docMk/>
            <pc:sldMk cId="1612566732" sldId="270"/>
            <ac:spMk id="21" creationId="{B161F072-2310-4DE2-A6B5-70D6FBC6F4D4}"/>
          </ac:spMkLst>
        </pc:spChg>
        <pc:spChg chg="mod">
          <ac:chgData name="Mykola Kuksa" userId="1056c9f5-bd5e-4aba-85cc-cd2356148781" providerId="ADAL" clId="{6935F080-A96F-4E59-AB4B-8044C870B067}" dt="2021-01-18T03:54:44.330" v="1972" actId="1076"/>
          <ac:spMkLst>
            <pc:docMk/>
            <pc:sldMk cId="1612566732" sldId="270"/>
            <ac:spMk id="25" creationId="{84F09993-C58D-47E7-81B4-FF46FFF16E00}"/>
          </ac:spMkLst>
        </pc:spChg>
        <pc:spChg chg="mod">
          <ac:chgData name="Mykola Kuksa" userId="1056c9f5-bd5e-4aba-85cc-cd2356148781" providerId="ADAL" clId="{6935F080-A96F-4E59-AB4B-8044C870B067}" dt="2021-01-18T03:54:44.330" v="1972" actId="1076"/>
          <ac:spMkLst>
            <pc:docMk/>
            <pc:sldMk cId="1612566732" sldId="270"/>
            <ac:spMk id="26" creationId="{53FD2FB8-54FB-4A93-B7A0-A939986F669F}"/>
          </ac:spMkLst>
        </pc:spChg>
        <pc:spChg chg="mod">
          <ac:chgData name="Mykola Kuksa" userId="1056c9f5-bd5e-4aba-85cc-cd2356148781" providerId="ADAL" clId="{6935F080-A96F-4E59-AB4B-8044C870B067}" dt="2021-01-18T03:54:44.330" v="1972" actId="1076"/>
          <ac:spMkLst>
            <pc:docMk/>
            <pc:sldMk cId="1612566732" sldId="270"/>
            <ac:spMk id="27" creationId="{4AB8482A-941F-487C-80B4-C6374A63CB5A}"/>
          </ac:spMkLst>
        </pc:spChg>
        <pc:spChg chg="mod">
          <ac:chgData name="Mykola Kuksa" userId="1056c9f5-bd5e-4aba-85cc-cd2356148781" providerId="ADAL" clId="{6935F080-A96F-4E59-AB4B-8044C870B067}" dt="2021-01-18T03:54:44.330" v="1972" actId="1076"/>
          <ac:spMkLst>
            <pc:docMk/>
            <pc:sldMk cId="1612566732" sldId="270"/>
            <ac:spMk id="28" creationId="{831CC780-2F15-4867-9599-72DC0429A6A9}"/>
          </ac:spMkLst>
        </pc:spChg>
        <pc:spChg chg="mod">
          <ac:chgData name="Mykola Kuksa" userId="1056c9f5-bd5e-4aba-85cc-cd2356148781" providerId="ADAL" clId="{6935F080-A96F-4E59-AB4B-8044C870B067}" dt="2021-01-18T03:54:44.330" v="1972" actId="1076"/>
          <ac:spMkLst>
            <pc:docMk/>
            <pc:sldMk cId="1612566732" sldId="270"/>
            <ac:spMk id="29" creationId="{ED67D6BB-416E-4D66-AA39-5641665EC749}"/>
          </ac:spMkLst>
        </pc:spChg>
        <pc:spChg chg="del">
          <ac:chgData name="Mykola Kuksa" userId="1056c9f5-bd5e-4aba-85cc-cd2356148781" providerId="ADAL" clId="{6935F080-A96F-4E59-AB4B-8044C870B067}" dt="2021-01-18T03:54:18.434" v="1969" actId="478"/>
          <ac:spMkLst>
            <pc:docMk/>
            <pc:sldMk cId="1612566732" sldId="270"/>
            <ac:spMk id="91" creationId="{4548AAAA-CDB7-46C0-8C6A-B2F7C3B1F7C0}"/>
          </ac:spMkLst>
        </pc:spChg>
        <pc:spChg chg="del">
          <ac:chgData name="Mykola Kuksa" userId="1056c9f5-bd5e-4aba-85cc-cd2356148781" providerId="ADAL" clId="{6935F080-A96F-4E59-AB4B-8044C870B067}" dt="2021-01-18T03:54:18.434" v="1969" actId="478"/>
          <ac:spMkLst>
            <pc:docMk/>
            <pc:sldMk cId="1612566732" sldId="270"/>
            <ac:spMk id="92" creationId="{77B0F317-3E2F-47A9-B6E4-15BA47641B1A}"/>
          </ac:spMkLst>
        </pc:spChg>
        <pc:cxnChg chg="mod">
          <ac:chgData name="Mykola Kuksa" userId="1056c9f5-bd5e-4aba-85cc-cd2356148781" providerId="ADAL" clId="{6935F080-A96F-4E59-AB4B-8044C870B067}" dt="2021-01-18T03:54:44.330" v="1972" actId="1076"/>
          <ac:cxnSpMkLst>
            <pc:docMk/>
            <pc:sldMk cId="1612566732" sldId="270"/>
            <ac:cxnSpMk id="31" creationId="{11DC5251-29DB-45E2-8106-34874A2F79EA}"/>
          </ac:cxnSpMkLst>
        </pc:cxnChg>
        <pc:cxnChg chg="mod">
          <ac:chgData name="Mykola Kuksa" userId="1056c9f5-bd5e-4aba-85cc-cd2356148781" providerId="ADAL" clId="{6935F080-A96F-4E59-AB4B-8044C870B067}" dt="2021-01-18T03:54:44.330" v="1972" actId="1076"/>
          <ac:cxnSpMkLst>
            <pc:docMk/>
            <pc:sldMk cId="1612566732" sldId="270"/>
            <ac:cxnSpMk id="33" creationId="{BDFC47BE-62DB-4F60-BB1B-FFD170BA2AD8}"/>
          </ac:cxnSpMkLst>
        </pc:cxnChg>
        <pc:cxnChg chg="mod">
          <ac:chgData name="Mykola Kuksa" userId="1056c9f5-bd5e-4aba-85cc-cd2356148781" providerId="ADAL" clId="{6935F080-A96F-4E59-AB4B-8044C870B067}" dt="2021-01-18T03:54:44.330" v="1972" actId="1076"/>
          <ac:cxnSpMkLst>
            <pc:docMk/>
            <pc:sldMk cId="1612566732" sldId="270"/>
            <ac:cxnSpMk id="35" creationId="{89DD4EF8-04DD-4726-B00A-1EF5EF9AF4DF}"/>
          </ac:cxnSpMkLst>
        </pc:cxnChg>
        <pc:cxnChg chg="mod">
          <ac:chgData name="Mykola Kuksa" userId="1056c9f5-bd5e-4aba-85cc-cd2356148781" providerId="ADAL" clId="{6935F080-A96F-4E59-AB4B-8044C870B067}" dt="2021-01-18T03:54:44.330" v="1972" actId="1076"/>
          <ac:cxnSpMkLst>
            <pc:docMk/>
            <pc:sldMk cId="1612566732" sldId="270"/>
            <ac:cxnSpMk id="37" creationId="{D0832F96-0D59-42F1-B85B-80E348D44A17}"/>
          </ac:cxnSpMkLst>
        </pc:cxnChg>
        <pc:cxnChg chg="mod">
          <ac:chgData name="Mykola Kuksa" userId="1056c9f5-bd5e-4aba-85cc-cd2356148781" providerId="ADAL" clId="{6935F080-A96F-4E59-AB4B-8044C870B067}" dt="2021-01-18T03:54:44.330" v="1972" actId="1076"/>
          <ac:cxnSpMkLst>
            <pc:docMk/>
            <pc:sldMk cId="1612566732" sldId="270"/>
            <ac:cxnSpMk id="39" creationId="{805A7279-528F-4200-95E0-0C383D21AF8A}"/>
          </ac:cxnSpMkLst>
        </pc:cxnChg>
        <pc:cxnChg chg="mod">
          <ac:chgData name="Mykola Kuksa" userId="1056c9f5-bd5e-4aba-85cc-cd2356148781" providerId="ADAL" clId="{6935F080-A96F-4E59-AB4B-8044C870B067}" dt="2021-01-18T03:54:44.330" v="1972" actId="1076"/>
          <ac:cxnSpMkLst>
            <pc:docMk/>
            <pc:sldMk cId="1612566732" sldId="270"/>
            <ac:cxnSpMk id="41" creationId="{B3A1633E-8624-403D-8DB8-A8E59B9A8F40}"/>
          </ac:cxnSpMkLst>
        </pc:cxnChg>
        <pc:cxnChg chg="mod">
          <ac:chgData name="Mykola Kuksa" userId="1056c9f5-bd5e-4aba-85cc-cd2356148781" providerId="ADAL" clId="{6935F080-A96F-4E59-AB4B-8044C870B067}" dt="2021-01-18T03:54:44.330" v="1972" actId="1076"/>
          <ac:cxnSpMkLst>
            <pc:docMk/>
            <pc:sldMk cId="1612566732" sldId="270"/>
            <ac:cxnSpMk id="58" creationId="{D90C6F52-637D-4761-A71F-5C3A41924B47}"/>
          </ac:cxnSpMkLst>
        </pc:cxnChg>
        <pc:cxnChg chg="mod">
          <ac:chgData name="Mykola Kuksa" userId="1056c9f5-bd5e-4aba-85cc-cd2356148781" providerId="ADAL" clId="{6935F080-A96F-4E59-AB4B-8044C870B067}" dt="2021-01-18T03:54:44.330" v="1972" actId="1076"/>
          <ac:cxnSpMkLst>
            <pc:docMk/>
            <pc:sldMk cId="1612566732" sldId="270"/>
            <ac:cxnSpMk id="60" creationId="{34FA0F94-5F5F-433E-8E7C-4CC2BC1401D1}"/>
          </ac:cxnSpMkLst>
        </pc:cxnChg>
        <pc:cxnChg chg="mod">
          <ac:chgData name="Mykola Kuksa" userId="1056c9f5-bd5e-4aba-85cc-cd2356148781" providerId="ADAL" clId="{6935F080-A96F-4E59-AB4B-8044C870B067}" dt="2021-01-18T03:54:44.330" v="1972" actId="1076"/>
          <ac:cxnSpMkLst>
            <pc:docMk/>
            <pc:sldMk cId="1612566732" sldId="270"/>
            <ac:cxnSpMk id="62" creationId="{0211B2CB-19E4-4952-A8FF-C1821B61BF62}"/>
          </ac:cxnSpMkLst>
        </pc:cxnChg>
        <pc:cxnChg chg="mod">
          <ac:chgData name="Mykola Kuksa" userId="1056c9f5-bd5e-4aba-85cc-cd2356148781" providerId="ADAL" clId="{6935F080-A96F-4E59-AB4B-8044C870B067}" dt="2021-01-18T03:54:44.330" v="1972" actId="1076"/>
          <ac:cxnSpMkLst>
            <pc:docMk/>
            <pc:sldMk cId="1612566732" sldId="270"/>
            <ac:cxnSpMk id="64" creationId="{2DEF7DED-C2CD-43B6-800B-0C22923099BA}"/>
          </ac:cxnSpMkLst>
        </pc:cxnChg>
        <pc:cxnChg chg="mod">
          <ac:chgData name="Mykola Kuksa" userId="1056c9f5-bd5e-4aba-85cc-cd2356148781" providerId="ADAL" clId="{6935F080-A96F-4E59-AB4B-8044C870B067}" dt="2021-01-18T03:54:44.330" v="1972" actId="1076"/>
          <ac:cxnSpMkLst>
            <pc:docMk/>
            <pc:sldMk cId="1612566732" sldId="270"/>
            <ac:cxnSpMk id="66" creationId="{D0F197A5-1B75-4684-9175-B6400819C728}"/>
          </ac:cxnSpMkLst>
        </pc:cxnChg>
        <pc:cxnChg chg="mod">
          <ac:chgData name="Mykola Kuksa" userId="1056c9f5-bd5e-4aba-85cc-cd2356148781" providerId="ADAL" clId="{6935F080-A96F-4E59-AB4B-8044C870B067}" dt="2021-01-18T03:54:44.330" v="1972" actId="1076"/>
          <ac:cxnSpMkLst>
            <pc:docMk/>
            <pc:sldMk cId="1612566732" sldId="270"/>
            <ac:cxnSpMk id="71" creationId="{E087F06C-8B01-4E9A-9382-93B6DBE9DF3B}"/>
          </ac:cxnSpMkLst>
        </pc:cxnChg>
        <pc:cxnChg chg="mod">
          <ac:chgData name="Mykola Kuksa" userId="1056c9f5-bd5e-4aba-85cc-cd2356148781" providerId="ADAL" clId="{6935F080-A96F-4E59-AB4B-8044C870B067}" dt="2021-01-18T03:54:44.330" v="1972" actId="1076"/>
          <ac:cxnSpMkLst>
            <pc:docMk/>
            <pc:sldMk cId="1612566732" sldId="270"/>
            <ac:cxnSpMk id="75" creationId="{37845873-1BA9-45DC-9A22-3819956958B4}"/>
          </ac:cxnSpMkLst>
        </pc:cxnChg>
        <pc:cxnChg chg="mod">
          <ac:chgData name="Mykola Kuksa" userId="1056c9f5-bd5e-4aba-85cc-cd2356148781" providerId="ADAL" clId="{6935F080-A96F-4E59-AB4B-8044C870B067}" dt="2021-01-18T03:54:44.330" v="1972" actId="1076"/>
          <ac:cxnSpMkLst>
            <pc:docMk/>
            <pc:sldMk cId="1612566732" sldId="270"/>
            <ac:cxnSpMk id="77" creationId="{17FB6E99-3C40-4027-B8A6-42C5BC990318}"/>
          </ac:cxnSpMkLst>
        </pc:cxnChg>
        <pc:cxnChg chg="mod">
          <ac:chgData name="Mykola Kuksa" userId="1056c9f5-bd5e-4aba-85cc-cd2356148781" providerId="ADAL" clId="{6935F080-A96F-4E59-AB4B-8044C870B067}" dt="2021-01-18T03:54:44.330" v="1972" actId="1076"/>
          <ac:cxnSpMkLst>
            <pc:docMk/>
            <pc:sldMk cId="1612566732" sldId="270"/>
            <ac:cxnSpMk id="79" creationId="{9A430ADA-4EEF-4391-9F16-B6F6655848A5}"/>
          </ac:cxnSpMkLst>
        </pc:cxnChg>
        <pc:cxnChg chg="mod">
          <ac:chgData name="Mykola Kuksa" userId="1056c9f5-bd5e-4aba-85cc-cd2356148781" providerId="ADAL" clId="{6935F080-A96F-4E59-AB4B-8044C870B067}" dt="2021-01-18T03:54:44.330" v="1972" actId="1076"/>
          <ac:cxnSpMkLst>
            <pc:docMk/>
            <pc:sldMk cId="1612566732" sldId="270"/>
            <ac:cxnSpMk id="80" creationId="{635A9D58-0068-45B2-B12E-7B34976E2578}"/>
          </ac:cxnSpMkLst>
        </pc:cxnChg>
        <pc:cxnChg chg="mod">
          <ac:chgData name="Mykola Kuksa" userId="1056c9f5-bd5e-4aba-85cc-cd2356148781" providerId="ADAL" clId="{6935F080-A96F-4E59-AB4B-8044C870B067}" dt="2021-01-18T03:54:44.330" v="1972" actId="1076"/>
          <ac:cxnSpMkLst>
            <pc:docMk/>
            <pc:sldMk cId="1612566732" sldId="270"/>
            <ac:cxnSpMk id="82" creationId="{C370218D-F709-4453-8558-D15C441E2C94}"/>
          </ac:cxnSpMkLst>
        </pc:cxnChg>
        <pc:cxnChg chg="mod">
          <ac:chgData name="Mykola Kuksa" userId="1056c9f5-bd5e-4aba-85cc-cd2356148781" providerId="ADAL" clId="{6935F080-A96F-4E59-AB4B-8044C870B067}" dt="2021-01-18T03:54:44.330" v="1972" actId="1076"/>
          <ac:cxnSpMkLst>
            <pc:docMk/>
            <pc:sldMk cId="1612566732" sldId="270"/>
            <ac:cxnSpMk id="84" creationId="{247A9DAE-1750-49A4-9E85-BBA3C55A0FFE}"/>
          </ac:cxnSpMkLst>
        </pc:cxnChg>
        <pc:cxnChg chg="mod">
          <ac:chgData name="Mykola Kuksa" userId="1056c9f5-bd5e-4aba-85cc-cd2356148781" providerId="ADAL" clId="{6935F080-A96F-4E59-AB4B-8044C870B067}" dt="2021-01-18T03:54:44.330" v="1972" actId="1076"/>
          <ac:cxnSpMkLst>
            <pc:docMk/>
            <pc:sldMk cId="1612566732" sldId="270"/>
            <ac:cxnSpMk id="86" creationId="{21CBEA2C-CD0D-4039-A6E7-B85445A1E859}"/>
          </ac:cxnSpMkLst>
        </pc:cxnChg>
        <pc:cxnChg chg="del mod">
          <ac:chgData name="Mykola Kuksa" userId="1056c9f5-bd5e-4aba-85cc-cd2356148781" providerId="ADAL" clId="{6935F080-A96F-4E59-AB4B-8044C870B067}" dt="2021-01-18T03:54:21.454" v="1970" actId="478"/>
          <ac:cxnSpMkLst>
            <pc:docMk/>
            <pc:sldMk cId="1612566732" sldId="270"/>
            <ac:cxnSpMk id="95" creationId="{721E2F73-1DEA-4CF7-8DDB-23590C040C37}"/>
          </ac:cxnSpMkLst>
        </pc:cxnChg>
        <pc:cxnChg chg="del mod">
          <ac:chgData name="Mykola Kuksa" userId="1056c9f5-bd5e-4aba-85cc-cd2356148781" providerId="ADAL" clId="{6935F080-A96F-4E59-AB4B-8044C870B067}" dt="2021-01-18T03:54:24.027" v="1971" actId="478"/>
          <ac:cxnSpMkLst>
            <pc:docMk/>
            <pc:sldMk cId="1612566732" sldId="270"/>
            <ac:cxnSpMk id="97" creationId="{EBE2835F-9352-40CA-9DEE-A0EC50E35B39}"/>
          </ac:cxnSpMkLst>
        </pc:cxnChg>
      </pc:sldChg>
      <pc:sldChg chg="addSp delSp modSp mod">
        <pc:chgData name="Mykola Kuksa" userId="1056c9f5-bd5e-4aba-85cc-cd2356148781" providerId="ADAL" clId="{6935F080-A96F-4E59-AB4B-8044C870B067}" dt="2021-01-20T09:26:38.720" v="4849" actId="14100"/>
        <pc:sldMkLst>
          <pc:docMk/>
          <pc:sldMk cId="631929727" sldId="271"/>
        </pc:sldMkLst>
        <pc:spChg chg="add del mod">
          <ac:chgData name="Mykola Kuksa" userId="1056c9f5-bd5e-4aba-85cc-cd2356148781" providerId="ADAL" clId="{6935F080-A96F-4E59-AB4B-8044C870B067}" dt="2021-01-20T09:26:08.751" v="4823" actId="478"/>
          <ac:spMkLst>
            <pc:docMk/>
            <pc:sldMk cId="631929727" sldId="271"/>
            <ac:spMk id="7" creationId="{5910CCD2-D9FB-496B-A9A5-0448FFF19367}"/>
          </ac:spMkLst>
        </pc:spChg>
        <pc:spChg chg="add mod">
          <ac:chgData name="Mykola Kuksa" userId="1056c9f5-bd5e-4aba-85cc-cd2356148781" providerId="ADAL" clId="{6935F080-A96F-4E59-AB4B-8044C870B067}" dt="2021-01-20T09:26:26.449" v="4838" actId="14100"/>
          <ac:spMkLst>
            <pc:docMk/>
            <pc:sldMk cId="631929727" sldId="271"/>
            <ac:spMk id="10" creationId="{8BD98C5A-19CF-4897-9263-AC3259333B8C}"/>
          </ac:spMkLst>
        </pc:spChg>
        <pc:spChg chg="del">
          <ac:chgData name="Mykola Kuksa" userId="1056c9f5-bd5e-4aba-85cc-cd2356148781" providerId="ADAL" clId="{6935F080-A96F-4E59-AB4B-8044C870B067}" dt="2021-01-20T09:23:00.981" v="4750" actId="478"/>
          <ac:spMkLst>
            <pc:docMk/>
            <pc:sldMk cId="631929727" sldId="271"/>
            <ac:spMk id="12" creationId="{6DC8BE87-6C03-474C-92B8-5BD1E3ED31B0}"/>
          </ac:spMkLst>
        </pc:spChg>
        <pc:spChg chg="del">
          <ac:chgData name="Mykola Kuksa" userId="1056c9f5-bd5e-4aba-85cc-cd2356148781" providerId="ADAL" clId="{6935F080-A96F-4E59-AB4B-8044C870B067}" dt="2021-01-20T09:22:55.319" v="4749" actId="478"/>
          <ac:spMkLst>
            <pc:docMk/>
            <pc:sldMk cId="631929727" sldId="271"/>
            <ac:spMk id="14" creationId="{C19ECF32-EF38-4F7D-9921-D94BAC7DF383}"/>
          </ac:spMkLst>
        </pc:spChg>
        <pc:spChg chg="del">
          <ac:chgData name="Mykola Kuksa" userId="1056c9f5-bd5e-4aba-85cc-cd2356148781" providerId="ADAL" clId="{6935F080-A96F-4E59-AB4B-8044C870B067}" dt="2021-01-20T09:23:00.981" v="4750" actId="478"/>
          <ac:spMkLst>
            <pc:docMk/>
            <pc:sldMk cId="631929727" sldId="271"/>
            <ac:spMk id="15" creationId="{D69F87C0-8111-4014-821B-BA929F34C156}"/>
          </ac:spMkLst>
        </pc:spChg>
        <pc:spChg chg="del">
          <ac:chgData name="Mykola Kuksa" userId="1056c9f5-bd5e-4aba-85cc-cd2356148781" providerId="ADAL" clId="{6935F080-A96F-4E59-AB4B-8044C870B067}" dt="2021-01-20T09:23:00.981" v="4750" actId="478"/>
          <ac:spMkLst>
            <pc:docMk/>
            <pc:sldMk cId="631929727" sldId="271"/>
            <ac:spMk id="16" creationId="{3C9234E0-7062-47CD-B82D-B36FE49FC0D6}"/>
          </ac:spMkLst>
        </pc:spChg>
        <pc:spChg chg="del">
          <ac:chgData name="Mykola Kuksa" userId="1056c9f5-bd5e-4aba-85cc-cd2356148781" providerId="ADAL" clId="{6935F080-A96F-4E59-AB4B-8044C870B067}" dt="2021-01-20T09:22:55.319" v="4749" actId="478"/>
          <ac:spMkLst>
            <pc:docMk/>
            <pc:sldMk cId="631929727" sldId="271"/>
            <ac:spMk id="17" creationId="{BE10F7B3-D7E6-4EBD-89AF-1895C5ADC455}"/>
          </ac:spMkLst>
        </pc:spChg>
        <pc:spChg chg="add mod">
          <ac:chgData name="Mykola Kuksa" userId="1056c9f5-bd5e-4aba-85cc-cd2356148781" providerId="ADAL" clId="{6935F080-A96F-4E59-AB4B-8044C870B067}" dt="2021-01-20T09:26:38.720" v="4849" actId="14100"/>
          <ac:spMkLst>
            <pc:docMk/>
            <pc:sldMk cId="631929727" sldId="271"/>
            <ac:spMk id="23" creationId="{FCF5C9AA-282D-4F65-BA53-A6C2429D8FB6}"/>
          </ac:spMkLst>
        </pc:spChg>
        <pc:graphicFrameChg chg="del modGraphic">
          <ac:chgData name="Mykola Kuksa" userId="1056c9f5-bd5e-4aba-85cc-cd2356148781" providerId="ADAL" clId="{6935F080-A96F-4E59-AB4B-8044C870B067}" dt="2021-01-20T09:22:44.999" v="4747" actId="478"/>
          <ac:graphicFrameMkLst>
            <pc:docMk/>
            <pc:sldMk cId="631929727" sldId="271"/>
            <ac:graphicFrameMk id="8" creationId="{B23504B5-049D-4DCE-90E6-FCE0C1D4B23B}"/>
          </ac:graphicFrameMkLst>
        </pc:graphicFrameChg>
        <pc:graphicFrameChg chg="del">
          <ac:chgData name="Mykola Kuksa" userId="1056c9f5-bd5e-4aba-85cc-cd2356148781" providerId="ADAL" clId="{6935F080-A96F-4E59-AB4B-8044C870B067}" dt="2021-01-20T09:22:47.702" v="4748" actId="478"/>
          <ac:graphicFrameMkLst>
            <pc:docMk/>
            <pc:sldMk cId="631929727" sldId="271"/>
            <ac:graphicFrameMk id="9" creationId="{189FD4B7-A4C1-47EE-B1BD-4832A9E82AA1}"/>
          </ac:graphicFrameMkLst>
        </pc:graphicFrameChg>
        <pc:picChg chg="add mod">
          <ac:chgData name="Mykola Kuksa" userId="1056c9f5-bd5e-4aba-85cc-cd2356148781" providerId="ADAL" clId="{6935F080-A96F-4E59-AB4B-8044C870B067}" dt="2021-01-20T09:23:46.223" v="4755" actId="1076"/>
          <ac:picMkLst>
            <pc:docMk/>
            <pc:sldMk cId="631929727" sldId="271"/>
            <ac:picMk id="6" creationId="{6B6CE556-28AA-42BC-8705-D5791F1815FF}"/>
          </ac:picMkLst>
        </pc:picChg>
        <pc:cxnChg chg="del">
          <ac:chgData name="Mykola Kuksa" userId="1056c9f5-bd5e-4aba-85cc-cd2356148781" providerId="ADAL" clId="{6935F080-A96F-4E59-AB4B-8044C870B067}" dt="2021-01-20T09:22:55.319" v="4749" actId="478"/>
          <ac:cxnSpMkLst>
            <pc:docMk/>
            <pc:sldMk cId="631929727" sldId="271"/>
            <ac:cxnSpMk id="11" creationId="{11E06341-0C08-46A0-927D-CF7899D0E49D}"/>
          </ac:cxnSpMkLst>
        </pc:cxnChg>
        <pc:cxnChg chg="del mod">
          <ac:chgData name="Mykola Kuksa" userId="1056c9f5-bd5e-4aba-85cc-cd2356148781" providerId="ADAL" clId="{6935F080-A96F-4E59-AB4B-8044C870B067}" dt="2021-01-20T09:22:55.319" v="4749" actId="478"/>
          <ac:cxnSpMkLst>
            <pc:docMk/>
            <pc:sldMk cId="631929727" sldId="271"/>
            <ac:cxnSpMk id="19" creationId="{876CB362-5DFD-48DC-B60A-9D3BDC53C762}"/>
          </ac:cxnSpMkLst>
        </pc:cxnChg>
        <pc:cxnChg chg="del mod">
          <ac:chgData name="Mykola Kuksa" userId="1056c9f5-bd5e-4aba-85cc-cd2356148781" providerId="ADAL" clId="{6935F080-A96F-4E59-AB4B-8044C870B067}" dt="2021-01-20T09:22:55.319" v="4749" actId="478"/>
          <ac:cxnSpMkLst>
            <pc:docMk/>
            <pc:sldMk cId="631929727" sldId="271"/>
            <ac:cxnSpMk id="20" creationId="{91EBD713-CAD6-48C8-810B-6A88ABDB9CD1}"/>
          </ac:cxnSpMkLst>
        </pc:cxnChg>
        <pc:cxnChg chg="del mod">
          <ac:chgData name="Mykola Kuksa" userId="1056c9f5-bd5e-4aba-85cc-cd2356148781" providerId="ADAL" clId="{6935F080-A96F-4E59-AB4B-8044C870B067}" dt="2021-01-20T09:22:55.319" v="4749" actId="478"/>
          <ac:cxnSpMkLst>
            <pc:docMk/>
            <pc:sldMk cId="631929727" sldId="271"/>
            <ac:cxnSpMk id="21" creationId="{0A318291-D38B-42DD-96A3-61C88F420D81}"/>
          </ac:cxnSpMkLst>
        </pc:cxnChg>
        <pc:cxnChg chg="del mod">
          <ac:chgData name="Mykola Kuksa" userId="1056c9f5-bd5e-4aba-85cc-cd2356148781" providerId="ADAL" clId="{6935F080-A96F-4E59-AB4B-8044C870B067}" dt="2021-01-20T09:22:55.319" v="4749" actId="478"/>
          <ac:cxnSpMkLst>
            <pc:docMk/>
            <pc:sldMk cId="631929727" sldId="271"/>
            <ac:cxnSpMk id="22" creationId="{ECD51D28-2346-48A3-95A6-62F9A6D800CD}"/>
          </ac:cxnSpMkLst>
        </pc:cxnChg>
      </pc:sldChg>
      <pc:sldChg chg="modSp del mod">
        <pc:chgData name="Mykola Kuksa" userId="1056c9f5-bd5e-4aba-85cc-cd2356148781" providerId="ADAL" clId="{6935F080-A96F-4E59-AB4B-8044C870B067}" dt="2021-01-18T15:41:39.368" v="2530" actId="47"/>
        <pc:sldMkLst>
          <pc:docMk/>
          <pc:sldMk cId="1941966088" sldId="272"/>
        </pc:sldMkLst>
        <pc:graphicFrameChg chg="mod modGraphic">
          <ac:chgData name="Mykola Kuksa" userId="1056c9f5-bd5e-4aba-85cc-cd2356148781" providerId="ADAL" clId="{6935F080-A96F-4E59-AB4B-8044C870B067}" dt="2021-01-18T15:37:50.101" v="2518" actId="1076"/>
          <ac:graphicFrameMkLst>
            <pc:docMk/>
            <pc:sldMk cId="1941966088" sldId="272"/>
            <ac:graphicFrameMk id="11" creationId="{09BEE679-45F8-4FEA-811D-D1A9BEAD2B5E}"/>
          </ac:graphicFrameMkLst>
        </pc:graphicFrameChg>
      </pc:sldChg>
      <pc:sldChg chg="modSp mod">
        <pc:chgData name="Mykola Kuksa" userId="1056c9f5-bd5e-4aba-85cc-cd2356148781" providerId="ADAL" clId="{6935F080-A96F-4E59-AB4B-8044C870B067}" dt="2021-01-19T12:22:30.638" v="3465" actId="313"/>
        <pc:sldMkLst>
          <pc:docMk/>
          <pc:sldMk cId="3495153897" sldId="273"/>
        </pc:sldMkLst>
        <pc:graphicFrameChg chg="mod modGraphic">
          <ac:chgData name="Mykola Kuksa" userId="1056c9f5-bd5e-4aba-85cc-cd2356148781" providerId="ADAL" clId="{6935F080-A96F-4E59-AB4B-8044C870B067}" dt="2021-01-19T12:22:30.638" v="3465" actId="313"/>
          <ac:graphicFrameMkLst>
            <pc:docMk/>
            <pc:sldMk cId="3495153897" sldId="273"/>
            <ac:graphicFrameMk id="7" creationId="{BADD2CB8-FD3C-4B06-927E-E98C02C917CC}"/>
          </ac:graphicFrameMkLst>
        </pc:graphicFrameChg>
      </pc:sldChg>
      <pc:sldChg chg="addSp delSp modSp mod modNotesTx">
        <pc:chgData name="Mykola Kuksa" userId="1056c9f5-bd5e-4aba-85cc-cd2356148781" providerId="ADAL" clId="{6935F080-A96F-4E59-AB4B-8044C870B067}" dt="2021-01-19T21:17:02.604" v="4688" actId="20577"/>
        <pc:sldMkLst>
          <pc:docMk/>
          <pc:sldMk cId="2962732405" sldId="275"/>
        </pc:sldMkLst>
        <pc:spChg chg="mod">
          <ac:chgData name="Mykola Kuksa" userId="1056c9f5-bd5e-4aba-85cc-cd2356148781" providerId="ADAL" clId="{6935F080-A96F-4E59-AB4B-8044C870B067}" dt="2021-01-10T20:26:17.185" v="288" actId="20577"/>
          <ac:spMkLst>
            <pc:docMk/>
            <pc:sldMk cId="2962732405" sldId="275"/>
            <ac:spMk id="4" creationId="{93413D34-5126-4BF6-B11C-D999C7BF183F}"/>
          </ac:spMkLst>
        </pc:spChg>
        <pc:spChg chg="mod">
          <ac:chgData name="Mykola Kuksa" userId="1056c9f5-bd5e-4aba-85cc-cd2356148781" providerId="ADAL" clId="{6935F080-A96F-4E59-AB4B-8044C870B067}" dt="2021-01-17T17:34:00.180" v="1170" actId="1076"/>
          <ac:spMkLst>
            <pc:docMk/>
            <pc:sldMk cId="2962732405" sldId="275"/>
            <ac:spMk id="8" creationId="{5204D265-E40F-41B9-8913-77FD0C745392}"/>
          </ac:spMkLst>
        </pc:spChg>
        <pc:spChg chg="add mod">
          <ac:chgData name="Mykola Kuksa" userId="1056c9f5-bd5e-4aba-85cc-cd2356148781" providerId="ADAL" clId="{6935F080-A96F-4E59-AB4B-8044C870B067}" dt="2021-01-17T17:34:00.180" v="1170" actId="1076"/>
          <ac:spMkLst>
            <pc:docMk/>
            <pc:sldMk cId="2962732405" sldId="275"/>
            <ac:spMk id="10" creationId="{0768D6F5-9772-4111-9046-E729404E9CBB}"/>
          </ac:spMkLst>
        </pc:spChg>
        <pc:spChg chg="add mod">
          <ac:chgData name="Mykola Kuksa" userId="1056c9f5-bd5e-4aba-85cc-cd2356148781" providerId="ADAL" clId="{6935F080-A96F-4E59-AB4B-8044C870B067}" dt="2021-01-17T17:34:00.180" v="1170" actId="1076"/>
          <ac:spMkLst>
            <pc:docMk/>
            <pc:sldMk cId="2962732405" sldId="275"/>
            <ac:spMk id="11" creationId="{C1999B99-CE45-442E-A8AC-046011DF3A94}"/>
          </ac:spMkLst>
        </pc:spChg>
        <pc:spChg chg="mod">
          <ac:chgData name="Mykola Kuksa" userId="1056c9f5-bd5e-4aba-85cc-cd2356148781" providerId="ADAL" clId="{6935F080-A96F-4E59-AB4B-8044C870B067}" dt="2021-01-17T17:34:00.180" v="1170" actId="1076"/>
          <ac:spMkLst>
            <pc:docMk/>
            <pc:sldMk cId="2962732405" sldId="275"/>
            <ac:spMk id="12" creationId="{F85AABBA-BDA7-4CE1-8944-F0BDB64D4B87}"/>
          </ac:spMkLst>
        </pc:spChg>
        <pc:spChg chg="mod">
          <ac:chgData name="Mykola Kuksa" userId="1056c9f5-bd5e-4aba-85cc-cd2356148781" providerId="ADAL" clId="{6935F080-A96F-4E59-AB4B-8044C870B067}" dt="2021-01-17T17:34:00.180" v="1170" actId="1076"/>
          <ac:spMkLst>
            <pc:docMk/>
            <pc:sldMk cId="2962732405" sldId="275"/>
            <ac:spMk id="13" creationId="{A0D745BE-4259-4DA1-80C0-429FCC27CDCF}"/>
          </ac:spMkLst>
        </pc:spChg>
        <pc:spChg chg="mod">
          <ac:chgData name="Mykola Kuksa" userId="1056c9f5-bd5e-4aba-85cc-cd2356148781" providerId="ADAL" clId="{6935F080-A96F-4E59-AB4B-8044C870B067}" dt="2021-01-17T17:34:00.180" v="1170" actId="1076"/>
          <ac:spMkLst>
            <pc:docMk/>
            <pc:sldMk cId="2962732405" sldId="275"/>
            <ac:spMk id="14" creationId="{727AEA65-27E0-4A19-A178-1BE591232576}"/>
          </ac:spMkLst>
        </pc:spChg>
        <pc:spChg chg="del mod">
          <ac:chgData name="Mykola Kuksa" userId="1056c9f5-bd5e-4aba-85cc-cd2356148781" providerId="ADAL" clId="{6935F080-A96F-4E59-AB4B-8044C870B067}" dt="2021-01-17T16:58:25.033" v="969" actId="478"/>
          <ac:spMkLst>
            <pc:docMk/>
            <pc:sldMk cId="2962732405" sldId="275"/>
            <ac:spMk id="15" creationId="{A5651AAD-B409-4B98-8655-87611B0CE3B0}"/>
          </ac:spMkLst>
        </pc:spChg>
        <pc:spChg chg="del mod">
          <ac:chgData name="Mykola Kuksa" userId="1056c9f5-bd5e-4aba-85cc-cd2356148781" providerId="ADAL" clId="{6935F080-A96F-4E59-AB4B-8044C870B067}" dt="2021-01-17T16:58:17.275" v="967" actId="478"/>
          <ac:spMkLst>
            <pc:docMk/>
            <pc:sldMk cId="2962732405" sldId="275"/>
            <ac:spMk id="16" creationId="{55C84C92-B697-45F9-9D01-76FCB492A22F}"/>
          </ac:spMkLst>
        </pc:spChg>
        <pc:spChg chg="del">
          <ac:chgData name="Mykola Kuksa" userId="1056c9f5-bd5e-4aba-85cc-cd2356148781" providerId="ADAL" clId="{6935F080-A96F-4E59-AB4B-8044C870B067}" dt="2021-01-17T16:51:15.222" v="811" actId="478"/>
          <ac:spMkLst>
            <pc:docMk/>
            <pc:sldMk cId="2962732405" sldId="275"/>
            <ac:spMk id="19" creationId="{2DBCED95-64AA-402B-9F54-E92A6DB30537}"/>
          </ac:spMkLst>
        </pc:spChg>
        <pc:spChg chg="mod">
          <ac:chgData name="Mykola Kuksa" userId="1056c9f5-bd5e-4aba-85cc-cd2356148781" providerId="ADAL" clId="{6935F080-A96F-4E59-AB4B-8044C870B067}" dt="2021-01-17T19:31:33.745" v="1200" actId="1076"/>
          <ac:spMkLst>
            <pc:docMk/>
            <pc:sldMk cId="2962732405" sldId="275"/>
            <ac:spMk id="23" creationId="{C113B106-383C-4508-9B86-2F9EDB931B89}"/>
          </ac:spMkLst>
        </pc:spChg>
        <pc:spChg chg="del mod">
          <ac:chgData name="Mykola Kuksa" userId="1056c9f5-bd5e-4aba-85cc-cd2356148781" providerId="ADAL" clId="{6935F080-A96F-4E59-AB4B-8044C870B067}" dt="2021-01-17T16:56:06.311" v="936" actId="478"/>
          <ac:spMkLst>
            <pc:docMk/>
            <pc:sldMk cId="2962732405" sldId="275"/>
            <ac:spMk id="25" creationId="{87F4BFAC-5627-4C3F-A7CD-8388DC89DC23}"/>
          </ac:spMkLst>
        </pc:spChg>
        <pc:spChg chg="mod">
          <ac:chgData name="Mykola Kuksa" userId="1056c9f5-bd5e-4aba-85cc-cd2356148781" providerId="ADAL" clId="{6935F080-A96F-4E59-AB4B-8044C870B067}" dt="2021-01-17T17:34:00.180" v="1170" actId="1076"/>
          <ac:spMkLst>
            <pc:docMk/>
            <pc:sldMk cId="2962732405" sldId="275"/>
            <ac:spMk id="26" creationId="{7EF57854-9EE1-4EF4-B94A-2F31DFCF9B8A}"/>
          </ac:spMkLst>
        </pc:spChg>
        <pc:spChg chg="mod">
          <ac:chgData name="Mykola Kuksa" userId="1056c9f5-bd5e-4aba-85cc-cd2356148781" providerId="ADAL" clId="{6935F080-A96F-4E59-AB4B-8044C870B067}" dt="2021-01-17T17:34:00.180" v="1170" actId="1076"/>
          <ac:spMkLst>
            <pc:docMk/>
            <pc:sldMk cId="2962732405" sldId="275"/>
            <ac:spMk id="28" creationId="{A4766FFE-3A13-4A81-9887-4CF04FD2B489}"/>
          </ac:spMkLst>
        </pc:spChg>
        <pc:spChg chg="mod">
          <ac:chgData name="Mykola Kuksa" userId="1056c9f5-bd5e-4aba-85cc-cd2356148781" providerId="ADAL" clId="{6935F080-A96F-4E59-AB4B-8044C870B067}" dt="2021-01-17T17:34:00.180" v="1170" actId="1076"/>
          <ac:spMkLst>
            <pc:docMk/>
            <pc:sldMk cId="2962732405" sldId="275"/>
            <ac:spMk id="47" creationId="{77DCD927-2B90-4765-B035-F09F81D11CA5}"/>
          </ac:spMkLst>
        </pc:spChg>
        <pc:spChg chg="mod">
          <ac:chgData name="Mykola Kuksa" userId="1056c9f5-bd5e-4aba-85cc-cd2356148781" providerId="ADAL" clId="{6935F080-A96F-4E59-AB4B-8044C870B067}" dt="2021-01-17T17:34:00.180" v="1170" actId="1076"/>
          <ac:spMkLst>
            <pc:docMk/>
            <pc:sldMk cId="2962732405" sldId="275"/>
            <ac:spMk id="48" creationId="{129C75CA-A54F-4972-97F4-DA6DBC11B8E7}"/>
          </ac:spMkLst>
        </pc:spChg>
        <pc:spChg chg="mod">
          <ac:chgData name="Mykola Kuksa" userId="1056c9f5-bd5e-4aba-85cc-cd2356148781" providerId="ADAL" clId="{6935F080-A96F-4E59-AB4B-8044C870B067}" dt="2021-01-17T17:34:00.180" v="1170" actId="1076"/>
          <ac:spMkLst>
            <pc:docMk/>
            <pc:sldMk cId="2962732405" sldId="275"/>
            <ac:spMk id="50" creationId="{1D003580-4F54-4F2F-93F3-E449C8D0F5B1}"/>
          </ac:spMkLst>
        </pc:spChg>
        <pc:cxnChg chg="add mod">
          <ac:chgData name="Mykola Kuksa" userId="1056c9f5-bd5e-4aba-85cc-cd2356148781" providerId="ADAL" clId="{6935F080-A96F-4E59-AB4B-8044C870B067}" dt="2021-01-17T17:34:00.180" v="1170" actId="1076"/>
          <ac:cxnSpMkLst>
            <pc:docMk/>
            <pc:sldMk cId="2962732405" sldId="275"/>
            <ac:cxnSpMk id="18" creationId="{46A87E1D-4F8C-4E11-975B-657529680349}"/>
          </ac:cxnSpMkLst>
        </pc:cxnChg>
        <pc:cxnChg chg="mod">
          <ac:chgData name="Mykola Kuksa" userId="1056c9f5-bd5e-4aba-85cc-cd2356148781" providerId="ADAL" clId="{6935F080-A96F-4E59-AB4B-8044C870B067}" dt="2021-01-17T17:34:00.180" v="1170" actId="1076"/>
          <ac:cxnSpMkLst>
            <pc:docMk/>
            <pc:sldMk cId="2962732405" sldId="275"/>
            <ac:cxnSpMk id="30" creationId="{8A28D812-5F6B-4591-B8AC-B68D167F6644}"/>
          </ac:cxnSpMkLst>
        </pc:cxnChg>
        <pc:cxnChg chg="del mod">
          <ac:chgData name="Mykola Kuksa" userId="1056c9f5-bd5e-4aba-85cc-cd2356148781" providerId="ADAL" clId="{6935F080-A96F-4E59-AB4B-8044C870B067}" dt="2021-01-17T16:59:41.368" v="975" actId="478"/>
          <ac:cxnSpMkLst>
            <pc:docMk/>
            <pc:sldMk cId="2962732405" sldId="275"/>
            <ac:cxnSpMk id="38" creationId="{C906B168-1C0A-41A0-801A-BBAAB8B97305}"/>
          </ac:cxnSpMkLst>
        </pc:cxnChg>
        <pc:cxnChg chg="mod">
          <ac:chgData name="Mykola Kuksa" userId="1056c9f5-bd5e-4aba-85cc-cd2356148781" providerId="ADAL" clId="{6935F080-A96F-4E59-AB4B-8044C870B067}" dt="2021-01-17T17:34:00.180" v="1170" actId="1076"/>
          <ac:cxnSpMkLst>
            <pc:docMk/>
            <pc:sldMk cId="2962732405" sldId="275"/>
            <ac:cxnSpMk id="40" creationId="{B1BDA3B7-722F-4210-91A4-22BE1805A1A3}"/>
          </ac:cxnSpMkLst>
        </pc:cxnChg>
        <pc:cxnChg chg="mod">
          <ac:chgData name="Mykola Kuksa" userId="1056c9f5-bd5e-4aba-85cc-cd2356148781" providerId="ADAL" clId="{6935F080-A96F-4E59-AB4B-8044C870B067}" dt="2021-01-17T17:34:00.180" v="1170" actId="1076"/>
          <ac:cxnSpMkLst>
            <pc:docMk/>
            <pc:sldMk cId="2962732405" sldId="275"/>
            <ac:cxnSpMk id="52" creationId="{5F29A35C-D730-4A92-9AFC-E0C4DC918D3E}"/>
          </ac:cxnSpMkLst>
        </pc:cxnChg>
      </pc:sldChg>
      <pc:sldChg chg="addSp delSp modSp mod modNotesTx">
        <pc:chgData name="Mykola Kuksa" userId="1056c9f5-bd5e-4aba-85cc-cd2356148781" providerId="ADAL" clId="{6935F080-A96F-4E59-AB4B-8044C870B067}" dt="2021-01-19T21:22:46.917" v="4735" actId="20577"/>
        <pc:sldMkLst>
          <pc:docMk/>
          <pc:sldMk cId="2267218461" sldId="276"/>
        </pc:sldMkLst>
        <pc:spChg chg="mod">
          <ac:chgData name="Mykola Kuksa" userId="1056c9f5-bd5e-4aba-85cc-cd2356148781" providerId="ADAL" clId="{6935F080-A96F-4E59-AB4B-8044C870B067}" dt="2021-01-17T15:20:38.426" v="563" actId="20577"/>
          <ac:spMkLst>
            <pc:docMk/>
            <pc:sldMk cId="2267218461" sldId="276"/>
            <ac:spMk id="4" creationId="{93413D34-5126-4BF6-B11C-D999C7BF183F}"/>
          </ac:spMkLst>
        </pc:spChg>
        <pc:spChg chg="del mod">
          <ac:chgData name="Mykola Kuksa" userId="1056c9f5-bd5e-4aba-85cc-cd2356148781" providerId="ADAL" clId="{6935F080-A96F-4E59-AB4B-8044C870B067}" dt="2021-01-17T15:13:33.317" v="515" actId="478"/>
          <ac:spMkLst>
            <pc:docMk/>
            <pc:sldMk cId="2267218461" sldId="276"/>
            <ac:spMk id="5" creationId="{F28DFD77-9FA7-474B-B1BA-931A0BAB752C}"/>
          </ac:spMkLst>
        </pc:spChg>
        <pc:spChg chg="mod">
          <ac:chgData name="Mykola Kuksa" userId="1056c9f5-bd5e-4aba-85cc-cd2356148781" providerId="ADAL" clId="{6935F080-A96F-4E59-AB4B-8044C870B067}" dt="2021-01-17T17:27:33.637" v="1153" actId="14100"/>
          <ac:spMkLst>
            <pc:docMk/>
            <pc:sldMk cId="2267218461" sldId="276"/>
            <ac:spMk id="6" creationId="{09DF38F5-56BD-4362-B5A5-C193C1CE69DE}"/>
          </ac:spMkLst>
        </pc:spChg>
        <pc:spChg chg="add del mod">
          <ac:chgData name="Mykola Kuksa" userId="1056c9f5-bd5e-4aba-85cc-cd2356148781" providerId="ADAL" clId="{6935F080-A96F-4E59-AB4B-8044C870B067}" dt="2021-01-10T20:08:44.890" v="100" actId="478"/>
          <ac:spMkLst>
            <pc:docMk/>
            <pc:sldMk cId="2267218461" sldId="276"/>
            <ac:spMk id="7" creationId="{C37CBFF4-EF87-43AE-B0F4-4CB0DACF7F94}"/>
          </ac:spMkLst>
        </pc:spChg>
        <pc:spChg chg="del mod">
          <ac:chgData name="Mykola Kuksa" userId="1056c9f5-bd5e-4aba-85cc-cd2356148781" providerId="ADAL" clId="{6935F080-A96F-4E59-AB4B-8044C870B067}" dt="2021-01-17T15:12:59.263" v="513" actId="478"/>
          <ac:spMkLst>
            <pc:docMk/>
            <pc:sldMk cId="2267218461" sldId="276"/>
            <ac:spMk id="8" creationId="{5204D265-E40F-41B9-8913-77FD0C745392}"/>
          </ac:spMkLst>
        </pc:spChg>
        <pc:spChg chg="add del mod">
          <ac:chgData name="Mykola Kuksa" userId="1056c9f5-bd5e-4aba-85cc-cd2356148781" providerId="ADAL" clId="{6935F080-A96F-4E59-AB4B-8044C870B067}" dt="2021-01-17T17:05:37.975" v="1010" actId="478"/>
          <ac:spMkLst>
            <pc:docMk/>
            <pc:sldMk cId="2267218461" sldId="276"/>
            <ac:spMk id="9" creationId="{D500CE86-75F4-40CB-A722-DAC6D9BBC9FF}"/>
          </ac:spMkLst>
        </pc:spChg>
        <pc:spChg chg="mod">
          <ac:chgData name="Mykola Kuksa" userId="1056c9f5-bd5e-4aba-85cc-cd2356148781" providerId="ADAL" clId="{6935F080-A96F-4E59-AB4B-8044C870B067}" dt="2021-01-17T17:27:44.315" v="1154" actId="14100"/>
          <ac:spMkLst>
            <pc:docMk/>
            <pc:sldMk cId="2267218461" sldId="276"/>
            <ac:spMk id="15" creationId="{A5651AAD-B409-4B98-8655-87611B0CE3B0}"/>
          </ac:spMkLst>
        </pc:spChg>
        <pc:spChg chg="mod">
          <ac:chgData name="Mykola Kuksa" userId="1056c9f5-bd5e-4aba-85cc-cd2356148781" providerId="ADAL" clId="{6935F080-A96F-4E59-AB4B-8044C870B067}" dt="2021-01-17T17:27:33.637" v="1153" actId="14100"/>
          <ac:spMkLst>
            <pc:docMk/>
            <pc:sldMk cId="2267218461" sldId="276"/>
            <ac:spMk id="16" creationId="{55C84C92-B697-45F9-9D01-76FCB492A22F}"/>
          </ac:spMkLst>
        </pc:spChg>
        <pc:spChg chg="del mod">
          <ac:chgData name="Mykola Kuksa" userId="1056c9f5-bd5e-4aba-85cc-cd2356148781" providerId="ADAL" clId="{6935F080-A96F-4E59-AB4B-8044C870B067}" dt="2021-01-17T15:14:53.918" v="528" actId="478"/>
          <ac:spMkLst>
            <pc:docMk/>
            <pc:sldMk cId="2267218461" sldId="276"/>
            <ac:spMk id="23" creationId="{C113B106-383C-4508-9B86-2F9EDB931B89}"/>
          </ac:spMkLst>
        </pc:spChg>
        <pc:spChg chg="del mod">
          <ac:chgData name="Mykola Kuksa" userId="1056c9f5-bd5e-4aba-85cc-cd2356148781" providerId="ADAL" clId="{6935F080-A96F-4E59-AB4B-8044C870B067}" dt="2021-01-17T15:17:53.159" v="544" actId="478"/>
          <ac:spMkLst>
            <pc:docMk/>
            <pc:sldMk cId="2267218461" sldId="276"/>
            <ac:spMk id="25" creationId="{87F4BFAC-5627-4C3F-A7CD-8388DC89DC23}"/>
          </ac:spMkLst>
        </pc:spChg>
        <pc:spChg chg="del">
          <ac:chgData name="Mykola Kuksa" userId="1056c9f5-bd5e-4aba-85cc-cd2356148781" providerId="ADAL" clId="{6935F080-A96F-4E59-AB4B-8044C870B067}" dt="2021-01-17T15:20:22.880" v="552" actId="478"/>
          <ac:spMkLst>
            <pc:docMk/>
            <pc:sldMk cId="2267218461" sldId="276"/>
            <ac:spMk id="26" creationId="{7EF57854-9EE1-4EF4-B94A-2F31DFCF9B8A}"/>
          </ac:spMkLst>
        </pc:spChg>
        <pc:spChg chg="mod">
          <ac:chgData name="Mykola Kuksa" userId="1056c9f5-bd5e-4aba-85cc-cd2356148781" providerId="ADAL" clId="{6935F080-A96F-4E59-AB4B-8044C870B067}" dt="2021-01-17T17:27:33.637" v="1153" actId="14100"/>
          <ac:spMkLst>
            <pc:docMk/>
            <pc:sldMk cId="2267218461" sldId="276"/>
            <ac:spMk id="27" creationId="{4558702C-B06E-4207-8A07-8A6E59225EA3}"/>
          </ac:spMkLst>
        </pc:spChg>
        <pc:spChg chg="del mod">
          <ac:chgData name="Mykola Kuksa" userId="1056c9f5-bd5e-4aba-85cc-cd2356148781" providerId="ADAL" clId="{6935F080-A96F-4E59-AB4B-8044C870B067}" dt="2021-01-17T15:17:20.906" v="540" actId="478"/>
          <ac:spMkLst>
            <pc:docMk/>
            <pc:sldMk cId="2267218461" sldId="276"/>
            <ac:spMk id="28" creationId="{A4766FFE-3A13-4A81-9887-4CF04FD2B489}"/>
          </ac:spMkLst>
        </pc:spChg>
        <pc:spChg chg="add del">
          <ac:chgData name="Mykola Kuksa" userId="1056c9f5-bd5e-4aba-85cc-cd2356148781" providerId="ADAL" clId="{6935F080-A96F-4E59-AB4B-8044C870B067}" dt="2021-01-10T20:12:57.564" v="113" actId="11529"/>
          <ac:spMkLst>
            <pc:docMk/>
            <pc:sldMk cId="2267218461" sldId="276"/>
            <ac:spMk id="29" creationId="{BACB3FEF-2009-4DDF-B685-415D8E73AC2D}"/>
          </ac:spMkLst>
        </pc:spChg>
        <pc:spChg chg="add del">
          <ac:chgData name="Mykola Kuksa" userId="1056c9f5-bd5e-4aba-85cc-cd2356148781" providerId="ADAL" clId="{6935F080-A96F-4E59-AB4B-8044C870B067}" dt="2021-01-10T20:13:39.884" v="115" actId="11529"/>
          <ac:spMkLst>
            <pc:docMk/>
            <pc:sldMk cId="2267218461" sldId="276"/>
            <ac:spMk id="30" creationId="{ADFD6927-BF2F-4A0D-8A0B-4D28549C3906}"/>
          </ac:spMkLst>
        </pc:spChg>
        <pc:spChg chg="add del mod">
          <ac:chgData name="Mykola Kuksa" userId="1056c9f5-bd5e-4aba-85cc-cd2356148781" providerId="ADAL" clId="{6935F080-A96F-4E59-AB4B-8044C870B067}" dt="2021-01-17T17:24:49.411" v="1131" actId="478"/>
          <ac:spMkLst>
            <pc:docMk/>
            <pc:sldMk cId="2267218461" sldId="276"/>
            <ac:spMk id="31" creationId="{F584B93E-7C2B-4075-A941-0C7ABF846CE0}"/>
          </ac:spMkLst>
        </pc:spChg>
        <pc:spChg chg="add del mod">
          <ac:chgData name="Mykola Kuksa" userId="1056c9f5-bd5e-4aba-85cc-cd2356148781" providerId="ADAL" clId="{6935F080-A96F-4E59-AB4B-8044C870B067}" dt="2021-01-10T20:21:40.210" v="204" actId="478"/>
          <ac:spMkLst>
            <pc:docMk/>
            <pc:sldMk cId="2267218461" sldId="276"/>
            <ac:spMk id="32" creationId="{F7A3E59C-F12C-4239-AC32-BA92E8E82D6E}"/>
          </ac:spMkLst>
        </pc:spChg>
        <pc:spChg chg="add del mod">
          <ac:chgData name="Mykola Kuksa" userId="1056c9f5-bd5e-4aba-85cc-cd2356148781" providerId="ADAL" clId="{6935F080-A96F-4E59-AB4B-8044C870B067}" dt="2021-01-17T17:22:35.406" v="1120" actId="478"/>
          <ac:spMkLst>
            <pc:docMk/>
            <pc:sldMk cId="2267218461" sldId="276"/>
            <ac:spMk id="37" creationId="{E831C90C-0171-4426-9C82-DD8BC8356D57}"/>
          </ac:spMkLst>
        </pc:spChg>
        <pc:spChg chg="add mod">
          <ac:chgData name="Mykola Kuksa" userId="1056c9f5-bd5e-4aba-85cc-cd2356148781" providerId="ADAL" clId="{6935F080-A96F-4E59-AB4B-8044C870B067}" dt="2021-01-17T17:27:33.637" v="1153" actId="14100"/>
          <ac:spMkLst>
            <pc:docMk/>
            <pc:sldMk cId="2267218461" sldId="276"/>
            <ac:spMk id="38" creationId="{014E07F8-22B6-4738-B442-056DC8E7E48E}"/>
          </ac:spMkLst>
        </pc:spChg>
        <pc:spChg chg="add del mod">
          <ac:chgData name="Mykola Kuksa" userId="1056c9f5-bd5e-4aba-85cc-cd2356148781" providerId="ADAL" clId="{6935F080-A96F-4E59-AB4B-8044C870B067}" dt="2021-01-17T17:05:31.551" v="1009" actId="478"/>
          <ac:spMkLst>
            <pc:docMk/>
            <pc:sldMk cId="2267218461" sldId="276"/>
            <ac:spMk id="39" creationId="{7215C1FD-626A-4F0C-A988-C704E4DA31B5}"/>
          </ac:spMkLst>
        </pc:spChg>
        <pc:spChg chg="add mod">
          <ac:chgData name="Mykola Kuksa" userId="1056c9f5-bd5e-4aba-85cc-cd2356148781" providerId="ADAL" clId="{6935F080-A96F-4E59-AB4B-8044C870B067}" dt="2021-01-17T17:27:33.637" v="1153" actId="14100"/>
          <ac:spMkLst>
            <pc:docMk/>
            <pc:sldMk cId="2267218461" sldId="276"/>
            <ac:spMk id="40" creationId="{11E0672B-0A2A-4CAF-8A05-F7B8787DFEF8}"/>
          </ac:spMkLst>
        </pc:spChg>
        <pc:spChg chg="add mod">
          <ac:chgData name="Mykola Kuksa" userId="1056c9f5-bd5e-4aba-85cc-cd2356148781" providerId="ADAL" clId="{6935F080-A96F-4E59-AB4B-8044C870B067}" dt="2021-01-17T17:27:33.637" v="1153" actId="14100"/>
          <ac:spMkLst>
            <pc:docMk/>
            <pc:sldMk cId="2267218461" sldId="276"/>
            <ac:spMk id="41" creationId="{6A574FE9-BE5C-470E-B543-F0B71173BB18}"/>
          </ac:spMkLst>
        </pc:spChg>
        <pc:spChg chg="add mod">
          <ac:chgData name="Mykola Kuksa" userId="1056c9f5-bd5e-4aba-85cc-cd2356148781" providerId="ADAL" clId="{6935F080-A96F-4E59-AB4B-8044C870B067}" dt="2021-01-17T17:28:28.549" v="1162" actId="14100"/>
          <ac:spMkLst>
            <pc:docMk/>
            <pc:sldMk cId="2267218461" sldId="276"/>
            <ac:spMk id="42" creationId="{13BBD63D-5C49-4960-9BE3-A1D53605AD9F}"/>
          </ac:spMkLst>
        </pc:spChg>
        <pc:spChg chg="add mod">
          <ac:chgData name="Mykola Kuksa" userId="1056c9f5-bd5e-4aba-85cc-cd2356148781" providerId="ADAL" clId="{6935F080-A96F-4E59-AB4B-8044C870B067}" dt="2021-01-17T17:27:33.637" v="1153" actId="14100"/>
          <ac:spMkLst>
            <pc:docMk/>
            <pc:sldMk cId="2267218461" sldId="276"/>
            <ac:spMk id="43" creationId="{6F2D22A0-8DC0-4CDD-B78E-1B51F61CA37E}"/>
          </ac:spMkLst>
        </pc:spChg>
        <pc:picChg chg="add del mod">
          <ac:chgData name="Mykola Kuksa" userId="1056c9f5-bd5e-4aba-85cc-cd2356148781" providerId="ADAL" clId="{6935F080-A96F-4E59-AB4B-8044C870B067}" dt="2021-01-10T19:49:43.895" v="62" actId="478"/>
          <ac:picMkLst>
            <pc:docMk/>
            <pc:sldMk cId="2267218461" sldId="276"/>
            <ac:picMk id="11" creationId="{39E2EE02-896C-46BB-B21A-2CEE1241CB93}"/>
          </ac:picMkLst>
        </pc:picChg>
        <pc:picChg chg="add del mod">
          <ac:chgData name="Mykola Kuksa" userId="1056c9f5-bd5e-4aba-85cc-cd2356148781" providerId="ADAL" clId="{6935F080-A96F-4E59-AB4B-8044C870B067}" dt="2021-01-10T19:52:20.324" v="74" actId="22"/>
          <ac:picMkLst>
            <pc:docMk/>
            <pc:sldMk cId="2267218461" sldId="276"/>
            <ac:picMk id="13" creationId="{797531EF-B123-4470-A0F9-B16888C066E6}"/>
          </ac:picMkLst>
        </pc:picChg>
        <pc:picChg chg="add del mod">
          <ac:chgData name="Mykola Kuksa" userId="1056c9f5-bd5e-4aba-85cc-cd2356148781" providerId="ADAL" clId="{6935F080-A96F-4E59-AB4B-8044C870B067}" dt="2021-01-10T20:10:24.646" v="103" actId="478"/>
          <ac:picMkLst>
            <pc:docMk/>
            <pc:sldMk cId="2267218461" sldId="276"/>
            <ac:picMk id="17" creationId="{EB0F6512-F751-42B6-A9DB-1B0F2523AD5F}"/>
          </ac:picMkLst>
        </pc:picChg>
        <pc:picChg chg="add del mod">
          <ac:chgData name="Mykola Kuksa" userId="1056c9f5-bd5e-4aba-85cc-cd2356148781" providerId="ADAL" clId="{6935F080-A96F-4E59-AB4B-8044C870B067}" dt="2021-01-10T20:11:32.922" v="108" actId="478"/>
          <ac:picMkLst>
            <pc:docMk/>
            <pc:sldMk cId="2267218461" sldId="276"/>
            <ac:picMk id="19" creationId="{47337569-E653-4DBE-B0B9-2A3A9E80B442}"/>
          </ac:picMkLst>
        </pc:picChg>
        <pc:picChg chg="add del mod">
          <ac:chgData name="Mykola Kuksa" userId="1056c9f5-bd5e-4aba-85cc-cd2356148781" providerId="ADAL" clId="{6935F080-A96F-4E59-AB4B-8044C870B067}" dt="2021-01-17T13:45:35.982" v="424" actId="478"/>
          <ac:picMkLst>
            <pc:docMk/>
            <pc:sldMk cId="2267218461" sldId="276"/>
            <ac:picMk id="21" creationId="{30EFB431-0709-42BC-975A-98CF02471CC4}"/>
          </ac:picMkLst>
        </pc:picChg>
        <pc:picChg chg="add mod">
          <ac:chgData name="Mykola Kuksa" userId="1056c9f5-bd5e-4aba-85cc-cd2356148781" providerId="ADAL" clId="{6935F080-A96F-4E59-AB4B-8044C870B067}" dt="2021-01-17T17:27:48.884" v="1155" actId="1076"/>
          <ac:picMkLst>
            <pc:docMk/>
            <pc:sldMk cId="2267218461" sldId="276"/>
            <ac:picMk id="24" creationId="{37931222-B88B-4C7E-994C-CDC4EEFF3EF6}"/>
          </ac:picMkLst>
        </pc:picChg>
        <pc:picChg chg="add del mod">
          <ac:chgData name="Mykola Kuksa" userId="1056c9f5-bd5e-4aba-85cc-cd2356148781" providerId="ADAL" clId="{6935F080-A96F-4E59-AB4B-8044C870B067}" dt="2021-01-17T15:07:25.276" v="436" actId="478"/>
          <ac:picMkLst>
            <pc:docMk/>
            <pc:sldMk cId="2267218461" sldId="276"/>
            <ac:picMk id="34" creationId="{D5554E20-BC23-4B0C-A17A-360742A00579}"/>
          </ac:picMkLst>
        </pc:picChg>
        <pc:picChg chg="add mod">
          <ac:chgData name="Mykola Kuksa" userId="1056c9f5-bd5e-4aba-85cc-cd2356148781" providerId="ADAL" clId="{6935F080-A96F-4E59-AB4B-8044C870B067}" dt="2021-01-17T17:27:33.637" v="1153" actId="14100"/>
          <ac:picMkLst>
            <pc:docMk/>
            <pc:sldMk cId="2267218461" sldId="276"/>
            <ac:picMk id="36" creationId="{449A0BAB-748B-42CF-88DA-1DC07304CA5E}"/>
          </ac:picMkLst>
        </pc:picChg>
        <pc:picChg chg="add mod">
          <ac:chgData name="Mykola Kuksa" userId="1056c9f5-bd5e-4aba-85cc-cd2356148781" providerId="ADAL" clId="{6935F080-A96F-4E59-AB4B-8044C870B067}" dt="2021-01-17T17:34:43.247" v="1171" actId="1076"/>
          <ac:picMkLst>
            <pc:docMk/>
            <pc:sldMk cId="2267218461" sldId="276"/>
            <ac:picMk id="45" creationId="{DE9BDC4E-8E83-4A8B-A8E0-C7506122789A}"/>
          </ac:picMkLst>
        </pc:picChg>
      </pc:sldChg>
      <pc:sldChg chg="modSp mod">
        <pc:chgData name="Mykola Kuksa" userId="1056c9f5-bd5e-4aba-85cc-cd2356148781" providerId="ADAL" clId="{6935F080-A96F-4E59-AB4B-8044C870B067}" dt="2021-01-18T03:40:01.470" v="1916" actId="313"/>
        <pc:sldMkLst>
          <pc:docMk/>
          <pc:sldMk cId="2155247452" sldId="279"/>
        </pc:sldMkLst>
        <pc:spChg chg="mod">
          <ac:chgData name="Mykola Kuksa" userId="1056c9f5-bd5e-4aba-85cc-cd2356148781" providerId="ADAL" clId="{6935F080-A96F-4E59-AB4B-8044C870B067}" dt="2021-01-18T03:40:01.470" v="1916" actId="313"/>
          <ac:spMkLst>
            <pc:docMk/>
            <pc:sldMk cId="2155247452" sldId="279"/>
            <ac:spMk id="17" creationId="{67E9F776-3C1E-47DE-80D5-FF66A52B82A8}"/>
          </ac:spMkLst>
        </pc:spChg>
      </pc:sldChg>
      <pc:sldChg chg="modSp mod">
        <pc:chgData name="Mykola Kuksa" userId="1056c9f5-bd5e-4aba-85cc-cd2356148781" providerId="ADAL" clId="{6935F080-A96F-4E59-AB4B-8044C870B067}" dt="2021-01-19T13:26:07.701" v="3506" actId="255"/>
        <pc:sldMkLst>
          <pc:docMk/>
          <pc:sldMk cId="3554925085" sldId="286"/>
        </pc:sldMkLst>
        <pc:spChg chg="mod">
          <ac:chgData name="Mykola Kuksa" userId="1056c9f5-bd5e-4aba-85cc-cd2356148781" providerId="ADAL" clId="{6935F080-A96F-4E59-AB4B-8044C870B067}" dt="2021-01-18T03:44:13.693" v="1923" actId="20577"/>
          <ac:spMkLst>
            <pc:docMk/>
            <pc:sldMk cId="3554925085" sldId="286"/>
            <ac:spMk id="4" creationId="{1D93E65C-20FD-47A4-9EA3-30E663BAB287}"/>
          </ac:spMkLst>
        </pc:spChg>
        <pc:graphicFrameChg chg="mod modGraphic">
          <ac:chgData name="Mykola Kuksa" userId="1056c9f5-bd5e-4aba-85cc-cd2356148781" providerId="ADAL" clId="{6935F080-A96F-4E59-AB4B-8044C870B067}" dt="2021-01-19T13:26:07.701" v="3506" actId="255"/>
          <ac:graphicFrameMkLst>
            <pc:docMk/>
            <pc:sldMk cId="3554925085" sldId="286"/>
            <ac:graphicFrameMk id="7" creationId="{BADD2CB8-FD3C-4B06-927E-E98C02C917CC}"/>
          </ac:graphicFrameMkLst>
        </pc:graphicFrameChg>
      </pc:sldChg>
      <pc:sldChg chg="modSp mod">
        <pc:chgData name="Mykola Kuksa" userId="1056c9f5-bd5e-4aba-85cc-cd2356148781" providerId="ADAL" clId="{6935F080-A96F-4E59-AB4B-8044C870B067}" dt="2021-01-20T08:55:55.776" v="4745" actId="14100"/>
        <pc:sldMkLst>
          <pc:docMk/>
          <pc:sldMk cId="2968167744" sldId="288"/>
        </pc:sldMkLst>
        <pc:spChg chg="mod">
          <ac:chgData name="Mykola Kuksa" userId="1056c9f5-bd5e-4aba-85cc-cd2356148781" providerId="ADAL" clId="{6935F080-A96F-4E59-AB4B-8044C870B067}" dt="2021-01-20T08:55:55.776" v="4745" actId="14100"/>
          <ac:spMkLst>
            <pc:docMk/>
            <pc:sldMk cId="2968167744" sldId="288"/>
            <ac:spMk id="5" creationId="{D0AA47E6-9788-4853-B8B4-B9159756F07B}"/>
          </ac:spMkLst>
        </pc:spChg>
      </pc:sldChg>
      <pc:sldChg chg="modSp mod">
        <pc:chgData name="Mykola Kuksa" userId="1056c9f5-bd5e-4aba-85cc-cd2356148781" providerId="ADAL" clId="{6935F080-A96F-4E59-AB4B-8044C870B067}" dt="2021-01-19T13:28:13.836" v="3536" actId="20577"/>
        <pc:sldMkLst>
          <pc:docMk/>
          <pc:sldMk cId="652284133" sldId="290"/>
        </pc:sldMkLst>
        <pc:spChg chg="mod">
          <ac:chgData name="Mykola Kuksa" userId="1056c9f5-bd5e-4aba-85cc-cd2356148781" providerId="ADAL" clId="{6935F080-A96F-4E59-AB4B-8044C870B067}" dt="2021-01-19T13:28:13.836" v="3536" actId="20577"/>
          <ac:spMkLst>
            <pc:docMk/>
            <pc:sldMk cId="652284133" sldId="290"/>
            <ac:spMk id="9" creationId="{6315A575-0AFA-4721-ABA9-8A4C5F9349A1}"/>
          </ac:spMkLst>
        </pc:spChg>
      </pc:sldChg>
      <pc:sldChg chg="addSp modSp mod">
        <pc:chgData name="Mykola Kuksa" userId="1056c9f5-bd5e-4aba-85cc-cd2356148781" providerId="ADAL" clId="{6935F080-A96F-4E59-AB4B-8044C870B067}" dt="2021-01-19T17:01:25.658" v="3830" actId="1076"/>
        <pc:sldMkLst>
          <pc:docMk/>
          <pc:sldMk cId="727143923" sldId="291"/>
        </pc:sldMkLst>
        <pc:spChg chg="mod">
          <ac:chgData name="Mykola Kuksa" userId="1056c9f5-bd5e-4aba-85cc-cd2356148781" providerId="ADAL" clId="{6935F080-A96F-4E59-AB4B-8044C870B067}" dt="2021-01-19T17:01:21.832" v="3829" actId="14100"/>
          <ac:spMkLst>
            <pc:docMk/>
            <pc:sldMk cId="727143923" sldId="291"/>
            <ac:spMk id="5" creationId="{201AA8CD-F0F4-4445-9D72-8BAD4E49243D}"/>
          </ac:spMkLst>
        </pc:spChg>
        <pc:picChg chg="add mod">
          <ac:chgData name="Mykola Kuksa" userId="1056c9f5-bd5e-4aba-85cc-cd2356148781" providerId="ADAL" clId="{6935F080-A96F-4E59-AB4B-8044C870B067}" dt="2021-01-19T17:01:25.658" v="3830" actId="1076"/>
          <ac:picMkLst>
            <pc:docMk/>
            <pc:sldMk cId="727143923" sldId="291"/>
            <ac:picMk id="7" creationId="{42FB6556-AD7B-4438-8F19-84B9D70AD3C4}"/>
          </ac:picMkLst>
        </pc:picChg>
      </pc:sldChg>
      <pc:sldChg chg="addSp modSp mod">
        <pc:chgData name="Mykola Kuksa" userId="1056c9f5-bd5e-4aba-85cc-cd2356148781" providerId="ADAL" clId="{6935F080-A96F-4E59-AB4B-8044C870B067}" dt="2021-01-19T20:27:16.211" v="4590"/>
        <pc:sldMkLst>
          <pc:docMk/>
          <pc:sldMk cId="2523060593" sldId="292"/>
        </pc:sldMkLst>
        <pc:spChg chg="mod">
          <ac:chgData name="Mykola Kuksa" userId="1056c9f5-bd5e-4aba-85cc-cd2356148781" providerId="ADAL" clId="{6935F080-A96F-4E59-AB4B-8044C870B067}" dt="2021-01-19T20:27:16.211" v="4590"/>
          <ac:spMkLst>
            <pc:docMk/>
            <pc:sldMk cId="2523060593" sldId="292"/>
            <ac:spMk id="2" creationId="{48250159-5836-494C-9282-29D622CA11F8}"/>
          </ac:spMkLst>
        </pc:spChg>
        <pc:spChg chg="mod">
          <ac:chgData name="Mykola Kuksa" userId="1056c9f5-bd5e-4aba-85cc-cd2356148781" providerId="ADAL" clId="{6935F080-A96F-4E59-AB4B-8044C870B067}" dt="2021-01-19T17:29:36.093" v="3950" actId="20577"/>
          <ac:spMkLst>
            <pc:docMk/>
            <pc:sldMk cId="2523060593" sldId="292"/>
            <ac:spMk id="5" creationId="{AEC4655D-2186-4CA6-B50F-AE385B4FD32C}"/>
          </ac:spMkLst>
        </pc:spChg>
        <pc:picChg chg="add mod">
          <ac:chgData name="Mykola Kuksa" userId="1056c9f5-bd5e-4aba-85cc-cd2356148781" providerId="ADAL" clId="{6935F080-A96F-4E59-AB4B-8044C870B067}" dt="2021-01-19T17:29:42.931" v="3951" actId="1076"/>
          <ac:picMkLst>
            <pc:docMk/>
            <pc:sldMk cId="2523060593" sldId="292"/>
            <ac:picMk id="7" creationId="{48333382-1D69-4A85-B400-74A9C79590BE}"/>
          </ac:picMkLst>
        </pc:picChg>
      </pc:sldChg>
      <pc:sldChg chg="modSp mod">
        <pc:chgData name="Mykola Kuksa" userId="1056c9f5-bd5e-4aba-85cc-cd2356148781" providerId="ADAL" clId="{6935F080-A96F-4E59-AB4B-8044C870B067}" dt="2021-01-19T19:32:57.069" v="4046" actId="20577"/>
        <pc:sldMkLst>
          <pc:docMk/>
          <pc:sldMk cId="2797790050" sldId="293"/>
        </pc:sldMkLst>
        <pc:spChg chg="mod">
          <ac:chgData name="Mykola Kuksa" userId="1056c9f5-bd5e-4aba-85cc-cd2356148781" providerId="ADAL" clId="{6935F080-A96F-4E59-AB4B-8044C870B067}" dt="2021-01-19T19:32:57.069" v="4046" actId="20577"/>
          <ac:spMkLst>
            <pc:docMk/>
            <pc:sldMk cId="2797790050" sldId="293"/>
            <ac:spMk id="5" creationId="{02106A5E-EF3F-497C-8678-EDE44703B28B}"/>
          </ac:spMkLst>
        </pc:spChg>
      </pc:sldChg>
      <pc:sldChg chg="addSp modSp mod">
        <pc:chgData name="Mykola Kuksa" userId="1056c9f5-bd5e-4aba-85cc-cd2356148781" providerId="ADAL" clId="{6935F080-A96F-4E59-AB4B-8044C870B067}" dt="2021-01-19T17:17:47.794" v="3842" actId="14100"/>
        <pc:sldMkLst>
          <pc:docMk/>
          <pc:sldMk cId="2302848351" sldId="294"/>
        </pc:sldMkLst>
        <pc:spChg chg="mod">
          <ac:chgData name="Mykola Kuksa" userId="1056c9f5-bd5e-4aba-85cc-cd2356148781" providerId="ADAL" clId="{6935F080-A96F-4E59-AB4B-8044C870B067}" dt="2021-01-19T17:17:47.794" v="3842" actId="14100"/>
          <ac:spMkLst>
            <pc:docMk/>
            <pc:sldMk cId="2302848351" sldId="294"/>
            <ac:spMk id="5" creationId="{7BB3E393-FC93-4EC4-BA94-10F8CDBAA844}"/>
          </ac:spMkLst>
        </pc:spChg>
        <pc:picChg chg="add mod">
          <ac:chgData name="Mykola Kuksa" userId="1056c9f5-bd5e-4aba-85cc-cd2356148781" providerId="ADAL" clId="{6935F080-A96F-4E59-AB4B-8044C870B067}" dt="2021-01-19T17:17:44.617" v="3841" actId="1076"/>
          <ac:picMkLst>
            <pc:docMk/>
            <pc:sldMk cId="2302848351" sldId="294"/>
            <ac:picMk id="7" creationId="{1497704C-EE07-4F64-880D-5A8D9E1882BF}"/>
          </ac:picMkLst>
        </pc:picChg>
      </pc:sldChg>
      <pc:sldChg chg="modSp mod">
        <pc:chgData name="Mykola Kuksa" userId="1056c9f5-bd5e-4aba-85cc-cd2356148781" providerId="ADAL" clId="{6935F080-A96F-4E59-AB4B-8044C870B067}" dt="2021-01-19T15:40:29.452" v="3679" actId="14100"/>
        <pc:sldMkLst>
          <pc:docMk/>
          <pc:sldMk cId="4110825007" sldId="301"/>
        </pc:sldMkLst>
        <pc:spChg chg="mod">
          <ac:chgData name="Mykola Kuksa" userId="1056c9f5-bd5e-4aba-85cc-cd2356148781" providerId="ADAL" clId="{6935F080-A96F-4E59-AB4B-8044C870B067}" dt="2021-01-19T15:40:29.452" v="3679" actId="14100"/>
          <ac:spMkLst>
            <pc:docMk/>
            <pc:sldMk cId="4110825007" sldId="301"/>
            <ac:spMk id="5" creationId="{87A30069-38C6-4845-BE56-126261288468}"/>
          </ac:spMkLst>
        </pc:spChg>
      </pc:sldChg>
      <pc:sldChg chg="modSp mod">
        <pc:chgData name="Mykola Kuksa" userId="1056c9f5-bd5e-4aba-85cc-cd2356148781" providerId="ADAL" clId="{6935F080-A96F-4E59-AB4B-8044C870B067}" dt="2021-01-19T20:07:48.543" v="4560" actId="20577"/>
        <pc:sldMkLst>
          <pc:docMk/>
          <pc:sldMk cId="2603136680" sldId="302"/>
        </pc:sldMkLst>
        <pc:spChg chg="mod">
          <ac:chgData name="Mykola Kuksa" userId="1056c9f5-bd5e-4aba-85cc-cd2356148781" providerId="ADAL" clId="{6935F080-A96F-4E59-AB4B-8044C870B067}" dt="2021-01-19T20:07:48.543" v="4560" actId="20577"/>
          <ac:spMkLst>
            <pc:docMk/>
            <pc:sldMk cId="2603136680" sldId="302"/>
            <ac:spMk id="5" creationId="{2090AB5C-F20B-4FF2-94C0-F428F0F66172}"/>
          </ac:spMkLst>
        </pc:spChg>
      </pc:sldChg>
      <pc:sldChg chg="modSp mod">
        <pc:chgData name="Mykola Kuksa" userId="1056c9f5-bd5e-4aba-85cc-cd2356148781" providerId="ADAL" clId="{6935F080-A96F-4E59-AB4B-8044C870B067}" dt="2021-01-19T21:04:11.780" v="4643" actId="20577"/>
        <pc:sldMkLst>
          <pc:docMk/>
          <pc:sldMk cId="50482504" sldId="303"/>
        </pc:sldMkLst>
        <pc:spChg chg="mod">
          <ac:chgData name="Mykola Kuksa" userId="1056c9f5-bd5e-4aba-85cc-cd2356148781" providerId="ADAL" clId="{6935F080-A96F-4E59-AB4B-8044C870B067}" dt="2021-01-19T21:04:11.780" v="4643" actId="20577"/>
          <ac:spMkLst>
            <pc:docMk/>
            <pc:sldMk cId="50482504" sldId="303"/>
            <ac:spMk id="2" creationId="{F2069B10-627B-4792-9B55-4E0FC0864094}"/>
          </ac:spMkLst>
        </pc:spChg>
      </pc:sldChg>
      <pc:sldChg chg="modSp add del mod">
        <pc:chgData name="Mykola Kuksa" userId="1056c9f5-bd5e-4aba-85cc-cd2356148781" providerId="ADAL" clId="{6935F080-A96F-4E59-AB4B-8044C870B067}" dt="2021-01-19T20:53:03.090" v="4617"/>
        <pc:sldMkLst>
          <pc:docMk/>
          <pc:sldMk cId="1172382335" sldId="305"/>
        </pc:sldMkLst>
        <pc:spChg chg="mod">
          <ac:chgData name="Mykola Kuksa" userId="1056c9f5-bd5e-4aba-85cc-cd2356148781" providerId="ADAL" clId="{6935F080-A96F-4E59-AB4B-8044C870B067}" dt="2021-01-19T20:53:03.090" v="4617"/>
          <ac:spMkLst>
            <pc:docMk/>
            <pc:sldMk cId="1172382335" sldId="305"/>
            <ac:spMk id="5" creationId="{180869AD-FD8C-4695-B99D-E5F1D4240FEC}"/>
          </ac:spMkLst>
        </pc:spChg>
      </pc:sldChg>
      <pc:sldChg chg="modSp mod">
        <pc:chgData name="Mykola Kuksa" userId="1056c9f5-bd5e-4aba-85cc-cd2356148781" providerId="ADAL" clId="{6935F080-A96F-4E59-AB4B-8044C870B067}" dt="2021-01-18T03:28:47.650" v="1828" actId="20577"/>
        <pc:sldMkLst>
          <pc:docMk/>
          <pc:sldMk cId="3377012615" sldId="306"/>
        </pc:sldMkLst>
        <pc:spChg chg="mod">
          <ac:chgData name="Mykola Kuksa" userId="1056c9f5-bd5e-4aba-85cc-cd2356148781" providerId="ADAL" clId="{6935F080-A96F-4E59-AB4B-8044C870B067}" dt="2021-01-18T03:28:47.650" v="1828" actId="20577"/>
          <ac:spMkLst>
            <pc:docMk/>
            <pc:sldMk cId="3377012615" sldId="306"/>
            <ac:spMk id="5" creationId="{85853D9A-C1B2-4B62-9C32-9F099A05AA9C}"/>
          </ac:spMkLst>
        </pc:spChg>
      </pc:sldChg>
      <pc:sldChg chg="addSp modSp mod">
        <pc:chgData name="Mykola Kuksa" userId="1056c9f5-bd5e-4aba-85cc-cd2356148781" providerId="ADAL" clId="{6935F080-A96F-4E59-AB4B-8044C870B067}" dt="2021-01-19T21:07:47.748" v="4653" actId="1076"/>
        <pc:sldMkLst>
          <pc:docMk/>
          <pc:sldMk cId="3409824526" sldId="307"/>
        </pc:sldMkLst>
        <pc:spChg chg="mod">
          <ac:chgData name="Mykola Kuksa" userId="1056c9f5-bd5e-4aba-85cc-cd2356148781" providerId="ADAL" clId="{6935F080-A96F-4E59-AB4B-8044C870B067}" dt="2021-01-19T13:36:46.257" v="3599" actId="1076"/>
          <ac:spMkLst>
            <pc:docMk/>
            <pc:sldMk cId="3409824526" sldId="307"/>
            <ac:spMk id="5" creationId="{1B278CD2-934C-447E-ABEA-F6BD3B8772BF}"/>
          </ac:spMkLst>
        </pc:spChg>
        <pc:picChg chg="add mod">
          <ac:chgData name="Mykola Kuksa" userId="1056c9f5-bd5e-4aba-85cc-cd2356148781" providerId="ADAL" clId="{6935F080-A96F-4E59-AB4B-8044C870B067}" dt="2021-01-19T21:07:47.748" v="4653" actId="1076"/>
          <ac:picMkLst>
            <pc:docMk/>
            <pc:sldMk cId="3409824526" sldId="307"/>
            <ac:picMk id="7" creationId="{4F393052-779D-448A-B012-50B5D337F294}"/>
          </ac:picMkLst>
        </pc:picChg>
      </pc:sldChg>
      <pc:sldChg chg="addSp modSp mod">
        <pc:chgData name="Mykola Kuksa" userId="1056c9f5-bd5e-4aba-85cc-cd2356148781" providerId="ADAL" clId="{6935F080-A96F-4E59-AB4B-8044C870B067}" dt="2021-01-19T15:22:15.225" v="3605" actId="1076"/>
        <pc:sldMkLst>
          <pc:docMk/>
          <pc:sldMk cId="794761639" sldId="308"/>
        </pc:sldMkLst>
        <pc:picChg chg="mod">
          <ac:chgData name="Mykola Kuksa" userId="1056c9f5-bd5e-4aba-85cc-cd2356148781" providerId="ADAL" clId="{6935F080-A96F-4E59-AB4B-8044C870B067}" dt="2021-01-19T15:22:11.810" v="3604" actId="1076"/>
          <ac:picMkLst>
            <pc:docMk/>
            <pc:sldMk cId="794761639" sldId="308"/>
            <ac:picMk id="7" creationId="{3AC56430-3526-4CA3-9064-7CE98ABB353F}"/>
          </ac:picMkLst>
        </pc:picChg>
        <pc:picChg chg="add mod">
          <ac:chgData name="Mykola Kuksa" userId="1056c9f5-bd5e-4aba-85cc-cd2356148781" providerId="ADAL" clId="{6935F080-A96F-4E59-AB4B-8044C870B067}" dt="2021-01-19T15:22:15.225" v="3605" actId="1076"/>
          <ac:picMkLst>
            <pc:docMk/>
            <pc:sldMk cId="794761639" sldId="308"/>
            <ac:picMk id="8" creationId="{6A7A773D-F064-4939-8A07-84F164C1B444}"/>
          </ac:picMkLst>
        </pc:picChg>
      </pc:sldChg>
      <pc:sldChg chg="del">
        <pc:chgData name="Mykola Kuksa" userId="1056c9f5-bd5e-4aba-85cc-cd2356148781" providerId="ADAL" clId="{6935F080-A96F-4E59-AB4B-8044C870B067}" dt="2021-01-19T19:33:41.947" v="4047" actId="2696"/>
        <pc:sldMkLst>
          <pc:docMk/>
          <pc:sldMk cId="2416452543" sldId="310"/>
        </pc:sldMkLst>
      </pc:sldChg>
      <pc:sldChg chg="addSp delSp modSp new add del mod modNotesTx">
        <pc:chgData name="Mykola Kuksa" userId="1056c9f5-bd5e-4aba-85cc-cd2356148781" providerId="ADAL" clId="{6935F080-A96F-4E59-AB4B-8044C870B067}" dt="2021-01-19T21:13:34.083" v="4659" actId="20577"/>
        <pc:sldMkLst>
          <pc:docMk/>
          <pc:sldMk cId="2373623083" sldId="312"/>
        </pc:sldMkLst>
        <pc:spChg chg="mod">
          <ac:chgData name="Mykola Kuksa" userId="1056c9f5-bd5e-4aba-85cc-cd2356148781" providerId="ADAL" clId="{6935F080-A96F-4E59-AB4B-8044C870B067}" dt="2021-01-12T15:04:29.231" v="290"/>
          <ac:spMkLst>
            <pc:docMk/>
            <pc:sldMk cId="2373623083" sldId="312"/>
            <ac:spMk id="2" creationId="{DEA4FEA2-4D75-468D-B984-E341CFCF57CB}"/>
          </ac:spMkLst>
        </pc:spChg>
        <pc:spChg chg="mod">
          <ac:chgData name="Mykola Kuksa" userId="1056c9f5-bd5e-4aba-85cc-cd2356148781" providerId="ADAL" clId="{6935F080-A96F-4E59-AB4B-8044C870B067}" dt="2021-01-17T16:05:37.011" v="601" actId="6549"/>
          <ac:spMkLst>
            <pc:docMk/>
            <pc:sldMk cId="2373623083" sldId="312"/>
            <ac:spMk id="4" creationId="{DB8D423F-FBE8-42A0-8FCA-87EB808E80E5}"/>
          </ac:spMkLst>
        </pc:spChg>
        <pc:spChg chg="add del mod">
          <ac:chgData name="Mykola Kuksa" userId="1056c9f5-bd5e-4aba-85cc-cd2356148781" providerId="ADAL" clId="{6935F080-A96F-4E59-AB4B-8044C870B067}" dt="2021-01-12T15:22:29.926" v="397" actId="478"/>
          <ac:spMkLst>
            <pc:docMk/>
            <pc:sldMk cId="2373623083" sldId="312"/>
            <ac:spMk id="5" creationId="{AD66571F-B877-4EC4-8B6C-13DDC68E0BAC}"/>
          </ac:spMkLst>
        </pc:spChg>
        <pc:spChg chg="add mod">
          <ac:chgData name="Mykola Kuksa" userId="1056c9f5-bd5e-4aba-85cc-cd2356148781" providerId="ADAL" clId="{6935F080-A96F-4E59-AB4B-8044C870B067}" dt="2021-01-17T16:25:21.768" v="615" actId="1076"/>
          <ac:spMkLst>
            <pc:docMk/>
            <pc:sldMk cId="2373623083" sldId="312"/>
            <ac:spMk id="9" creationId="{BB1FB446-B5A4-4069-8888-9AD18057FA95}"/>
          </ac:spMkLst>
        </pc:spChg>
        <pc:spChg chg="add mod">
          <ac:chgData name="Mykola Kuksa" userId="1056c9f5-bd5e-4aba-85cc-cd2356148781" providerId="ADAL" clId="{6935F080-A96F-4E59-AB4B-8044C870B067}" dt="2021-01-17T16:25:21.768" v="615" actId="1076"/>
          <ac:spMkLst>
            <pc:docMk/>
            <pc:sldMk cId="2373623083" sldId="312"/>
            <ac:spMk id="10" creationId="{4355AA33-0F52-4190-B6D4-AC6156F260AE}"/>
          </ac:spMkLst>
        </pc:spChg>
        <pc:spChg chg="add mod">
          <ac:chgData name="Mykola Kuksa" userId="1056c9f5-bd5e-4aba-85cc-cd2356148781" providerId="ADAL" clId="{6935F080-A96F-4E59-AB4B-8044C870B067}" dt="2021-01-17T16:25:21.768" v="615" actId="1076"/>
          <ac:spMkLst>
            <pc:docMk/>
            <pc:sldMk cId="2373623083" sldId="312"/>
            <ac:spMk id="11" creationId="{6AC6C3EB-6A4F-48A4-9B09-DA69AD85F2D2}"/>
          </ac:spMkLst>
        </pc:spChg>
        <pc:spChg chg="add mod">
          <ac:chgData name="Mykola Kuksa" userId="1056c9f5-bd5e-4aba-85cc-cd2356148781" providerId="ADAL" clId="{6935F080-A96F-4E59-AB4B-8044C870B067}" dt="2021-01-17T16:25:21.768" v="615" actId="1076"/>
          <ac:spMkLst>
            <pc:docMk/>
            <pc:sldMk cId="2373623083" sldId="312"/>
            <ac:spMk id="12" creationId="{4D1B1807-8849-4B9C-9442-788A244B147D}"/>
          </ac:spMkLst>
        </pc:spChg>
        <pc:spChg chg="add mod">
          <ac:chgData name="Mykola Kuksa" userId="1056c9f5-bd5e-4aba-85cc-cd2356148781" providerId="ADAL" clId="{6935F080-A96F-4E59-AB4B-8044C870B067}" dt="2021-01-17T16:26:06.637" v="641" actId="1076"/>
          <ac:spMkLst>
            <pc:docMk/>
            <pc:sldMk cId="2373623083" sldId="312"/>
            <ac:spMk id="15" creationId="{3217C747-2289-412B-AED2-78B6991C3127}"/>
          </ac:spMkLst>
        </pc:spChg>
        <pc:spChg chg="add mod">
          <ac:chgData name="Mykola Kuksa" userId="1056c9f5-bd5e-4aba-85cc-cd2356148781" providerId="ADAL" clId="{6935F080-A96F-4E59-AB4B-8044C870B067}" dt="2021-01-17T16:27:18.506" v="707" actId="1076"/>
          <ac:spMkLst>
            <pc:docMk/>
            <pc:sldMk cId="2373623083" sldId="312"/>
            <ac:spMk id="16" creationId="{44D10AA4-79A5-4ED3-B062-98FB26E648F3}"/>
          </ac:spMkLst>
        </pc:spChg>
        <pc:spChg chg="add mod">
          <ac:chgData name="Mykola Kuksa" userId="1056c9f5-bd5e-4aba-85cc-cd2356148781" providerId="ADAL" clId="{6935F080-A96F-4E59-AB4B-8044C870B067}" dt="2021-01-17T16:33:54.393" v="804" actId="20577"/>
          <ac:spMkLst>
            <pc:docMk/>
            <pc:sldMk cId="2373623083" sldId="312"/>
            <ac:spMk id="17" creationId="{088512EC-8E89-40C3-8256-4BA964BFA23D}"/>
          </ac:spMkLst>
        </pc:spChg>
        <pc:picChg chg="add mod">
          <ac:chgData name="Mykola Kuksa" userId="1056c9f5-bd5e-4aba-85cc-cd2356148781" providerId="ADAL" clId="{6935F080-A96F-4E59-AB4B-8044C870B067}" dt="2021-01-17T16:25:21.768" v="615" actId="1076"/>
          <ac:picMkLst>
            <pc:docMk/>
            <pc:sldMk cId="2373623083" sldId="312"/>
            <ac:picMk id="6" creationId="{15B74484-F161-4B78-A287-CA567D17E864}"/>
          </ac:picMkLst>
        </pc:picChg>
        <pc:picChg chg="add mod">
          <ac:chgData name="Mykola Kuksa" userId="1056c9f5-bd5e-4aba-85cc-cd2356148781" providerId="ADAL" clId="{6935F080-A96F-4E59-AB4B-8044C870B067}" dt="2021-01-17T16:25:21.768" v="615" actId="1076"/>
          <ac:picMkLst>
            <pc:docMk/>
            <pc:sldMk cId="2373623083" sldId="312"/>
            <ac:picMk id="7" creationId="{1CA2E12C-0940-4657-BB70-0723423B688C}"/>
          </ac:picMkLst>
        </pc:picChg>
        <pc:picChg chg="add del mod">
          <ac:chgData name="Mykola Kuksa" userId="1056c9f5-bd5e-4aba-85cc-cd2356148781" providerId="ADAL" clId="{6935F080-A96F-4E59-AB4B-8044C870B067}" dt="2021-01-17T16:19:40.626" v="602" actId="478"/>
          <ac:picMkLst>
            <pc:docMk/>
            <pc:sldMk cId="2373623083" sldId="312"/>
            <ac:picMk id="8" creationId="{C21C9245-DA35-4631-9D2B-06D4A80D70BC}"/>
          </ac:picMkLst>
        </pc:picChg>
        <pc:picChg chg="add del mod">
          <ac:chgData name="Mykola Kuksa" userId="1056c9f5-bd5e-4aba-85cc-cd2356148781" providerId="ADAL" clId="{6935F080-A96F-4E59-AB4B-8044C870B067}" dt="2021-01-17T16:39:53.345" v="805" actId="478"/>
          <ac:picMkLst>
            <pc:docMk/>
            <pc:sldMk cId="2373623083" sldId="312"/>
            <ac:picMk id="14" creationId="{C7D34744-4C60-4E69-B948-52F19877CF6B}"/>
          </ac:picMkLst>
        </pc:picChg>
        <pc:picChg chg="add mod">
          <ac:chgData name="Mykola Kuksa" userId="1056c9f5-bd5e-4aba-85cc-cd2356148781" providerId="ADAL" clId="{6935F080-A96F-4E59-AB4B-8044C870B067}" dt="2021-01-17T16:40:02.432" v="808" actId="1076"/>
          <ac:picMkLst>
            <pc:docMk/>
            <pc:sldMk cId="2373623083" sldId="312"/>
            <ac:picMk id="19" creationId="{7052AED4-0B92-4B63-836A-48EF570709F9}"/>
          </ac:picMkLst>
        </pc:picChg>
      </pc:sldChg>
      <pc:sldChg chg="addSp modSp new mod">
        <pc:chgData name="Mykola Kuksa" userId="1056c9f5-bd5e-4aba-85cc-cd2356148781" providerId="ADAL" clId="{6935F080-A96F-4E59-AB4B-8044C870B067}" dt="2021-01-18T03:38:28.548" v="1873"/>
        <pc:sldMkLst>
          <pc:docMk/>
          <pc:sldMk cId="3018759771" sldId="313"/>
        </pc:sldMkLst>
        <pc:spChg chg="mod">
          <ac:chgData name="Mykola Kuksa" userId="1056c9f5-bd5e-4aba-85cc-cd2356148781" providerId="ADAL" clId="{6935F080-A96F-4E59-AB4B-8044C870B067}" dt="2021-01-17T21:15:40.645" v="1763"/>
          <ac:spMkLst>
            <pc:docMk/>
            <pc:sldMk cId="3018759771" sldId="313"/>
            <ac:spMk id="2" creationId="{B9F16E83-C9A5-44A8-969C-2052CA06A5E9}"/>
          </ac:spMkLst>
        </pc:spChg>
        <pc:spChg chg="mod">
          <ac:chgData name="Mykola Kuksa" userId="1056c9f5-bd5e-4aba-85cc-cd2356148781" providerId="ADAL" clId="{6935F080-A96F-4E59-AB4B-8044C870B067}" dt="2021-01-17T21:15:51.881" v="1771" actId="20577"/>
          <ac:spMkLst>
            <pc:docMk/>
            <pc:sldMk cId="3018759771" sldId="313"/>
            <ac:spMk id="4" creationId="{48ACF8C0-4C2D-48EA-86CE-0112C3B4E3DC}"/>
          </ac:spMkLst>
        </pc:spChg>
        <pc:picChg chg="add mod">
          <ac:chgData name="Mykola Kuksa" userId="1056c9f5-bd5e-4aba-85cc-cd2356148781" providerId="ADAL" clId="{6935F080-A96F-4E59-AB4B-8044C870B067}" dt="2021-01-17T21:19:35.794" v="1776" actId="1076"/>
          <ac:picMkLst>
            <pc:docMk/>
            <pc:sldMk cId="3018759771" sldId="313"/>
            <ac:picMk id="6" creationId="{46AC398E-6453-49CF-B2FB-C0E1E73C9DDA}"/>
          </ac:picMkLst>
        </pc:picChg>
        <pc:picChg chg="add mod">
          <ac:chgData name="Mykola Kuksa" userId="1056c9f5-bd5e-4aba-85cc-cd2356148781" providerId="ADAL" clId="{6935F080-A96F-4E59-AB4B-8044C870B067}" dt="2021-01-18T03:38:28.548" v="1873"/>
          <ac:picMkLst>
            <pc:docMk/>
            <pc:sldMk cId="3018759771" sldId="313"/>
            <ac:picMk id="7" creationId="{028A062C-1EDF-4856-829E-8713F7AE66A4}"/>
          </ac:picMkLst>
        </pc:picChg>
      </pc:sldChg>
      <pc:sldChg chg="addSp delSp modSp add mod">
        <pc:chgData name="Mykola Kuksa" userId="1056c9f5-bd5e-4aba-85cc-cd2356148781" providerId="ADAL" clId="{6935F080-A96F-4E59-AB4B-8044C870B067}" dt="2021-01-18T03:38:08.808" v="1872" actId="1076"/>
        <pc:sldMkLst>
          <pc:docMk/>
          <pc:sldMk cId="2761603924" sldId="314"/>
        </pc:sldMkLst>
        <pc:spChg chg="mod">
          <ac:chgData name="Mykola Kuksa" userId="1056c9f5-bd5e-4aba-85cc-cd2356148781" providerId="ADAL" clId="{6935F080-A96F-4E59-AB4B-8044C870B067}" dt="2021-01-18T03:36:15.680" v="1844" actId="20577"/>
          <ac:spMkLst>
            <pc:docMk/>
            <pc:sldMk cId="2761603924" sldId="314"/>
            <ac:spMk id="4" creationId="{ADADB590-8141-4AF0-98BF-B8E849E4BE99}"/>
          </ac:spMkLst>
        </pc:spChg>
        <pc:spChg chg="del">
          <ac:chgData name="Mykola Kuksa" userId="1056c9f5-bd5e-4aba-85cc-cd2356148781" providerId="ADAL" clId="{6935F080-A96F-4E59-AB4B-8044C870B067}" dt="2021-01-18T03:36:20.095" v="1845" actId="478"/>
          <ac:spMkLst>
            <pc:docMk/>
            <pc:sldMk cId="2761603924" sldId="314"/>
            <ac:spMk id="5" creationId="{0C2A542F-2F8F-4378-BC9B-BBE328953F47}"/>
          </ac:spMkLst>
        </pc:spChg>
        <pc:spChg chg="add mod">
          <ac:chgData name="Mykola Kuksa" userId="1056c9f5-bd5e-4aba-85cc-cd2356148781" providerId="ADAL" clId="{6935F080-A96F-4E59-AB4B-8044C870B067}" dt="2021-01-18T03:38:08.808" v="1872" actId="1076"/>
          <ac:spMkLst>
            <pc:docMk/>
            <pc:sldMk cId="2761603924" sldId="314"/>
            <ac:spMk id="9" creationId="{15025601-F5FF-4AEA-8308-75AC80BA1236}"/>
          </ac:spMkLst>
        </pc:spChg>
        <pc:picChg chg="add del mod">
          <ac:chgData name="Mykola Kuksa" userId="1056c9f5-bd5e-4aba-85cc-cd2356148781" providerId="ADAL" clId="{6935F080-A96F-4E59-AB4B-8044C870B067}" dt="2021-01-18T03:36:57.078" v="1851" actId="478"/>
          <ac:picMkLst>
            <pc:docMk/>
            <pc:sldMk cId="2761603924" sldId="314"/>
            <ac:picMk id="8" creationId="{5D00B4DE-C62F-4740-9E2C-74B26438DB67}"/>
          </ac:picMkLst>
        </pc:picChg>
      </pc:sldChg>
      <pc:sldChg chg="modSp add mod">
        <pc:chgData name="Mykola Kuksa" userId="1056c9f5-bd5e-4aba-85cc-cd2356148781" providerId="ADAL" clId="{6935F080-A96F-4E59-AB4B-8044C870B067}" dt="2021-01-19T15:47:07.564" v="3783" actId="313"/>
        <pc:sldMkLst>
          <pc:docMk/>
          <pc:sldMk cId="4270016019" sldId="315"/>
        </pc:sldMkLst>
        <pc:spChg chg="mod">
          <ac:chgData name="Mykola Kuksa" userId="1056c9f5-bd5e-4aba-85cc-cd2356148781" providerId="ADAL" clId="{6935F080-A96F-4E59-AB4B-8044C870B067}" dt="2021-01-19T15:47:07.564" v="3783" actId="313"/>
          <ac:spMkLst>
            <pc:docMk/>
            <pc:sldMk cId="4270016019" sldId="315"/>
            <ac:spMk id="5" creationId="{87A30069-38C6-4845-BE56-126261288468}"/>
          </ac:spMkLst>
        </pc:spChg>
      </pc:sldChg>
      <pc:sldChg chg="addSp delSp modSp add mod">
        <pc:chgData name="Mykola Kuksa" userId="1056c9f5-bd5e-4aba-85cc-cd2356148781" providerId="ADAL" clId="{6935F080-A96F-4E59-AB4B-8044C870B067}" dt="2021-01-19T21:07:16.783" v="4652" actId="1076"/>
        <pc:sldMkLst>
          <pc:docMk/>
          <pc:sldMk cId="566240550" sldId="316"/>
        </pc:sldMkLst>
        <pc:spChg chg="mod">
          <ac:chgData name="Mykola Kuksa" userId="1056c9f5-bd5e-4aba-85cc-cd2356148781" providerId="ADAL" clId="{6935F080-A96F-4E59-AB4B-8044C870B067}" dt="2021-01-18T03:49:22.514" v="1936" actId="20577"/>
          <ac:spMkLst>
            <pc:docMk/>
            <pc:sldMk cId="566240550" sldId="316"/>
            <ac:spMk id="4" creationId="{B9169F9A-F185-4FA2-BC0F-A87FFBC9DC0F}"/>
          </ac:spMkLst>
        </pc:spChg>
        <pc:spChg chg="mod">
          <ac:chgData name="Mykola Kuksa" userId="1056c9f5-bd5e-4aba-85cc-cd2356148781" providerId="ADAL" clId="{6935F080-A96F-4E59-AB4B-8044C870B067}" dt="2021-01-19T21:05:01.090" v="4649" actId="20577"/>
          <ac:spMkLst>
            <pc:docMk/>
            <pc:sldMk cId="566240550" sldId="316"/>
            <ac:spMk id="5" creationId="{87A30069-38C6-4845-BE56-126261288468}"/>
          </ac:spMkLst>
        </pc:spChg>
        <pc:picChg chg="add del mod">
          <ac:chgData name="Mykola Kuksa" userId="1056c9f5-bd5e-4aba-85cc-cd2356148781" providerId="ADAL" clId="{6935F080-A96F-4E59-AB4B-8044C870B067}" dt="2021-01-19T21:07:10.312" v="4650" actId="478"/>
          <ac:picMkLst>
            <pc:docMk/>
            <pc:sldMk cId="566240550" sldId="316"/>
            <ac:picMk id="8" creationId="{A6E19F0E-7AC2-44DC-BF6F-84904C404BCC}"/>
          </ac:picMkLst>
        </pc:picChg>
        <pc:picChg chg="add mod">
          <ac:chgData name="Mykola Kuksa" userId="1056c9f5-bd5e-4aba-85cc-cd2356148781" providerId="ADAL" clId="{6935F080-A96F-4E59-AB4B-8044C870B067}" dt="2021-01-19T21:07:16.783" v="4652" actId="1076"/>
          <ac:picMkLst>
            <pc:docMk/>
            <pc:sldMk cId="566240550" sldId="316"/>
            <ac:picMk id="10" creationId="{A3F36D5F-8634-487C-ACD1-4BE029B626F4}"/>
          </ac:picMkLst>
        </pc:picChg>
      </pc:sldChg>
      <pc:sldChg chg="addSp delSp modSp add mod modNotesTx">
        <pc:chgData name="Mykola Kuksa" userId="1056c9f5-bd5e-4aba-85cc-cd2356148781" providerId="ADAL" clId="{6935F080-A96F-4E59-AB4B-8044C870B067}" dt="2021-01-20T09:36:26.524" v="4965" actId="20577"/>
        <pc:sldMkLst>
          <pc:docMk/>
          <pc:sldMk cId="758005091" sldId="317"/>
        </pc:sldMkLst>
        <pc:spChg chg="mod">
          <ac:chgData name="Mykola Kuksa" userId="1056c9f5-bd5e-4aba-85cc-cd2356148781" providerId="ADAL" clId="{6935F080-A96F-4E59-AB4B-8044C870B067}" dt="2021-01-19T08:25:30.475" v="3163" actId="20577"/>
          <ac:spMkLst>
            <pc:docMk/>
            <pc:sldMk cId="758005091" sldId="317"/>
            <ac:spMk id="4" creationId="{D3D2C4BC-4807-4888-9B99-9E7FDC6BD3CD}"/>
          </ac:spMkLst>
        </pc:spChg>
        <pc:spChg chg="del">
          <ac:chgData name="Mykola Kuksa" userId="1056c9f5-bd5e-4aba-85cc-cd2356148781" providerId="ADAL" clId="{6935F080-A96F-4E59-AB4B-8044C870B067}" dt="2021-01-18T03:53:23.471" v="1940" actId="478"/>
          <ac:spMkLst>
            <pc:docMk/>
            <pc:sldMk cId="758005091" sldId="317"/>
            <ac:spMk id="7" creationId="{4D9A6FE7-E76F-4BDD-B630-42A1B7D6B8D8}"/>
          </ac:spMkLst>
        </pc:spChg>
        <pc:spChg chg="del">
          <ac:chgData name="Mykola Kuksa" userId="1056c9f5-bd5e-4aba-85cc-cd2356148781" providerId="ADAL" clId="{6935F080-A96F-4E59-AB4B-8044C870B067}" dt="2021-01-18T03:53:23.471" v="1940" actId="478"/>
          <ac:spMkLst>
            <pc:docMk/>
            <pc:sldMk cId="758005091" sldId="317"/>
            <ac:spMk id="8" creationId="{70F2C1B8-16C0-4BF6-AFE8-E9355AE022A7}"/>
          </ac:spMkLst>
        </pc:spChg>
        <pc:spChg chg="del">
          <ac:chgData name="Mykola Kuksa" userId="1056c9f5-bd5e-4aba-85cc-cd2356148781" providerId="ADAL" clId="{6935F080-A96F-4E59-AB4B-8044C870B067}" dt="2021-01-18T03:53:23.471" v="1940" actId="478"/>
          <ac:spMkLst>
            <pc:docMk/>
            <pc:sldMk cId="758005091" sldId="317"/>
            <ac:spMk id="9" creationId="{67C05EF1-92CF-4225-A98B-19C3A082DBD0}"/>
          </ac:spMkLst>
        </pc:spChg>
        <pc:spChg chg="del">
          <ac:chgData name="Mykola Kuksa" userId="1056c9f5-bd5e-4aba-85cc-cd2356148781" providerId="ADAL" clId="{6935F080-A96F-4E59-AB4B-8044C870B067}" dt="2021-01-18T03:53:23.471" v="1940" actId="478"/>
          <ac:spMkLst>
            <pc:docMk/>
            <pc:sldMk cId="758005091" sldId="317"/>
            <ac:spMk id="11" creationId="{4FC83934-CB6A-4FBB-A370-F43C5A842A17}"/>
          </ac:spMkLst>
        </pc:spChg>
        <pc:spChg chg="del">
          <ac:chgData name="Mykola Kuksa" userId="1056c9f5-bd5e-4aba-85cc-cd2356148781" providerId="ADAL" clId="{6935F080-A96F-4E59-AB4B-8044C870B067}" dt="2021-01-18T03:53:23.471" v="1940" actId="478"/>
          <ac:spMkLst>
            <pc:docMk/>
            <pc:sldMk cId="758005091" sldId="317"/>
            <ac:spMk id="12" creationId="{22DAE342-B965-4F17-82E3-74F94A58D981}"/>
          </ac:spMkLst>
        </pc:spChg>
        <pc:spChg chg="del">
          <ac:chgData name="Mykola Kuksa" userId="1056c9f5-bd5e-4aba-85cc-cd2356148781" providerId="ADAL" clId="{6935F080-A96F-4E59-AB4B-8044C870B067}" dt="2021-01-18T03:53:23.471" v="1940" actId="478"/>
          <ac:spMkLst>
            <pc:docMk/>
            <pc:sldMk cId="758005091" sldId="317"/>
            <ac:spMk id="14" creationId="{07B7A098-5144-4241-ADAF-95407715CEB2}"/>
          </ac:spMkLst>
        </pc:spChg>
        <pc:spChg chg="del">
          <ac:chgData name="Mykola Kuksa" userId="1056c9f5-bd5e-4aba-85cc-cd2356148781" providerId="ADAL" clId="{6935F080-A96F-4E59-AB4B-8044C870B067}" dt="2021-01-18T03:53:23.471" v="1940" actId="478"/>
          <ac:spMkLst>
            <pc:docMk/>
            <pc:sldMk cId="758005091" sldId="317"/>
            <ac:spMk id="15" creationId="{5ED98B0C-D513-4104-AE9A-C06574A2B447}"/>
          </ac:spMkLst>
        </pc:spChg>
        <pc:spChg chg="del mod">
          <ac:chgData name="Mykola Kuksa" userId="1056c9f5-bd5e-4aba-85cc-cd2356148781" providerId="ADAL" clId="{6935F080-A96F-4E59-AB4B-8044C870B067}" dt="2021-01-18T03:53:29.513" v="1942" actId="478"/>
          <ac:spMkLst>
            <pc:docMk/>
            <pc:sldMk cId="758005091" sldId="317"/>
            <ac:spMk id="16" creationId="{73F2FED8-2FC7-46FF-A2B2-B5FD13ED7DA6}"/>
          </ac:spMkLst>
        </pc:spChg>
        <pc:spChg chg="mod">
          <ac:chgData name="Mykola Kuksa" userId="1056c9f5-bd5e-4aba-85cc-cd2356148781" providerId="ADAL" clId="{6935F080-A96F-4E59-AB4B-8044C870B067}" dt="2021-01-19T08:16:57.568" v="3146" actId="1076"/>
          <ac:spMkLst>
            <pc:docMk/>
            <pc:sldMk cId="758005091" sldId="317"/>
            <ac:spMk id="17" creationId="{34D7FDCA-7E24-46C5-B090-EC39F3000FBE}"/>
          </ac:spMkLst>
        </pc:spChg>
        <pc:spChg chg="del">
          <ac:chgData name="Mykola Kuksa" userId="1056c9f5-bd5e-4aba-85cc-cd2356148781" providerId="ADAL" clId="{6935F080-A96F-4E59-AB4B-8044C870B067}" dt="2021-01-18T03:53:23.471" v="1940" actId="478"/>
          <ac:spMkLst>
            <pc:docMk/>
            <pc:sldMk cId="758005091" sldId="317"/>
            <ac:spMk id="18" creationId="{83EBCDAE-8396-415A-9FE5-9BF3F18351F3}"/>
          </ac:spMkLst>
        </pc:spChg>
        <pc:spChg chg="del">
          <ac:chgData name="Mykola Kuksa" userId="1056c9f5-bd5e-4aba-85cc-cd2356148781" providerId="ADAL" clId="{6935F080-A96F-4E59-AB4B-8044C870B067}" dt="2021-01-18T03:53:23.471" v="1940" actId="478"/>
          <ac:spMkLst>
            <pc:docMk/>
            <pc:sldMk cId="758005091" sldId="317"/>
            <ac:spMk id="19" creationId="{B0DF8E26-7FD6-4E00-AB65-84136360ADA4}"/>
          </ac:spMkLst>
        </pc:spChg>
        <pc:spChg chg="del">
          <ac:chgData name="Mykola Kuksa" userId="1056c9f5-bd5e-4aba-85cc-cd2356148781" providerId="ADAL" clId="{6935F080-A96F-4E59-AB4B-8044C870B067}" dt="2021-01-18T03:53:23.471" v="1940" actId="478"/>
          <ac:spMkLst>
            <pc:docMk/>
            <pc:sldMk cId="758005091" sldId="317"/>
            <ac:spMk id="20" creationId="{2D1591A0-3198-45CF-9DC7-56507523246F}"/>
          </ac:spMkLst>
        </pc:spChg>
        <pc:spChg chg="del">
          <ac:chgData name="Mykola Kuksa" userId="1056c9f5-bd5e-4aba-85cc-cd2356148781" providerId="ADAL" clId="{6935F080-A96F-4E59-AB4B-8044C870B067}" dt="2021-01-18T03:53:23.471" v="1940" actId="478"/>
          <ac:spMkLst>
            <pc:docMk/>
            <pc:sldMk cId="758005091" sldId="317"/>
            <ac:spMk id="21" creationId="{B161F072-2310-4DE2-A6B5-70D6FBC6F4D4}"/>
          </ac:spMkLst>
        </pc:spChg>
        <pc:spChg chg="del">
          <ac:chgData name="Mykola Kuksa" userId="1056c9f5-bd5e-4aba-85cc-cd2356148781" providerId="ADAL" clId="{6935F080-A96F-4E59-AB4B-8044C870B067}" dt="2021-01-18T03:53:23.471" v="1940" actId="478"/>
          <ac:spMkLst>
            <pc:docMk/>
            <pc:sldMk cId="758005091" sldId="317"/>
            <ac:spMk id="25" creationId="{84F09993-C58D-47E7-81B4-FF46FFF16E00}"/>
          </ac:spMkLst>
        </pc:spChg>
        <pc:spChg chg="del">
          <ac:chgData name="Mykola Kuksa" userId="1056c9f5-bd5e-4aba-85cc-cd2356148781" providerId="ADAL" clId="{6935F080-A96F-4E59-AB4B-8044C870B067}" dt="2021-01-18T03:53:23.471" v="1940" actId="478"/>
          <ac:spMkLst>
            <pc:docMk/>
            <pc:sldMk cId="758005091" sldId="317"/>
            <ac:spMk id="26" creationId="{53FD2FB8-54FB-4A93-B7A0-A939986F669F}"/>
          </ac:spMkLst>
        </pc:spChg>
        <pc:spChg chg="del">
          <ac:chgData name="Mykola Kuksa" userId="1056c9f5-bd5e-4aba-85cc-cd2356148781" providerId="ADAL" clId="{6935F080-A96F-4E59-AB4B-8044C870B067}" dt="2021-01-18T03:53:23.471" v="1940" actId="478"/>
          <ac:spMkLst>
            <pc:docMk/>
            <pc:sldMk cId="758005091" sldId="317"/>
            <ac:spMk id="27" creationId="{4AB8482A-941F-487C-80B4-C6374A63CB5A}"/>
          </ac:spMkLst>
        </pc:spChg>
        <pc:spChg chg="del">
          <ac:chgData name="Mykola Kuksa" userId="1056c9f5-bd5e-4aba-85cc-cd2356148781" providerId="ADAL" clId="{6935F080-A96F-4E59-AB4B-8044C870B067}" dt="2021-01-18T03:53:23.471" v="1940" actId="478"/>
          <ac:spMkLst>
            <pc:docMk/>
            <pc:sldMk cId="758005091" sldId="317"/>
            <ac:spMk id="28" creationId="{831CC780-2F15-4867-9599-72DC0429A6A9}"/>
          </ac:spMkLst>
        </pc:spChg>
        <pc:spChg chg="del">
          <ac:chgData name="Mykola Kuksa" userId="1056c9f5-bd5e-4aba-85cc-cd2356148781" providerId="ADAL" clId="{6935F080-A96F-4E59-AB4B-8044C870B067}" dt="2021-01-18T03:53:23.471" v="1940" actId="478"/>
          <ac:spMkLst>
            <pc:docMk/>
            <pc:sldMk cId="758005091" sldId="317"/>
            <ac:spMk id="29" creationId="{ED67D6BB-416E-4D66-AA39-5641665EC749}"/>
          </ac:spMkLst>
        </pc:spChg>
        <pc:spChg chg="add mod">
          <ac:chgData name="Mykola Kuksa" userId="1056c9f5-bd5e-4aba-85cc-cd2356148781" providerId="ADAL" clId="{6935F080-A96F-4E59-AB4B-8044C870B067}" dt="2021-01-19T08:16:57.568" v="3146" actId="1076"/>
          <ac:spMkLst>
            <pc:docMk/>
            <pc:sldMk cId="758005091" sldId="317"/>
            <ac:spMk id="51" creationId="{6B609D6D-02A4-488E-8C10-AA81D671E8BD}"/>
          </ac:spMkLst>
        </pc:spChg>
        <pc:spChg chg="add del mod">
          <ac:chgData name="Mykola Kuksa" userId="1056c9f5-bd5e-4aba-85cc-cd2356148781" providerId="ADAL" clId="{6935F080-A96F-4E59-AB4B-8044C870B067}" dt="2021-01-18T16:44:59.663" v="2974" actId="478"/>
          <ac:spMkLst>
            <pc:docMk/>
            <pc:sldMk cId="758005091" sldId="317"/>
            <ac:spMk id="56" creationId="{A147AEA9-0934-4C0D-AF72-DC2F45A96E90}"/>
          </ac:spMkLst>
        </pc:spChg>
        <pc:spChg chg="add del mod">
          <ac:chgData name="Mykola Kuksa" userId="1056c9f5-bd5e-4aba-85cc-cd2356148781" providerId="ADAL" clId="{6935F080-A96F-4E59-AB4B-8044C870B067}" dt="2021-01-18T12:48:11.381" v="2136" actId="767"/>
          <ac:spMkLst>
            <pc:docMk/>
            <pc:sldMk cId="758005091" sldId="317"/>
            <ac:spMk id="57" creationId="{0C56AC1F-3C1E-4C91-973A-2251D43BAEEC}"/>
          </ac:spMkLst>
        </pc:spChg>
        <pc:spChg chg="add del mod">
          <ac:chgData name="Mykola Kuksa" userId="1056c9f5-bd5e-4aba-85cc-cd2356148781" providerId="ADAL" clId="{6935F080-A96F-4E59-AB4B-8044C870B067}" dt="2021-01-18T13:03:34.228" v="2246" actId="478"/>
          <ac:spMkLst>
            <pc:docMk/>
            <pc:sldMk cId="758005091" sldId="317"/>
            <ac:spMk id="59" creationId="{E9A5941A-5431-465F-B3FC-0AF96B68A189}"/>
          </ac:spMkLst>
        </pc:spChg>
        <pc:spChg chg="add mod">
          <ac:chgData name="Mykola Kuksa" userId="1056c9f5-bd5e-4aba-85cc-cd2356148781" providerId="ADAL" clId="{6935F080-A96F-4E59-AB4B-8044C870B067}" dt="2021-01-19T08:16:57.568" v="3146" actId="1076"/>
          <ac:spMkLst>
            <pc:docMk/>
            <pc:sldMk cId="758005091" sldId="317"/>
            <ac:spMk id="61" creationId="{447274BA-54C8-465E-BD0D-9B8C61E17B35}"/>
          </ac:spMkLst>
        </pc:spChg>
        <pc:spChg chg="add mod">
          <ac:chgData name="Mykola Kuksa" userId="1056c9f5-bd5e-4aba-85cc-cd2356148781" providerId="ADAL" clId="{6935F080-A96F-4E59-AB4B-8044C870B067}" dt="2021-01-19T08:16:57.568" v="3146" actId="1076"/>
          <ac:spMkLst>
            <pc:docMk/>
            <pc:sldMk cId="758005091" sldId="317"/>
            <ac:spMk id="63" creationId="{9A39BE7B-CD6F-43E1-93F5-50092E7EB078}"/>
          </ac:spMkLst>
        </pc:spChg>
        <pc:spChg chg="add mod">
          <ac:chgData name="Mykola Kuksa" userId="1056c9f5-bd5e-4aba-85cc-cd2356148781" providerId="ADAL" clId="{6935F080-A96F-4E59-AB4B-8044C870B067}" dt="2021-01-19T08:16:57.568" v="3146" actId="1076"/>
          <ac:spMkLst>
            <pc:docMk/>
            <pc:sldMk cId="758005091" sldId="317"/>
            <ac:spMk id="65" creationId="{DCFB39EB-596D-4ADE-A8C5-D79E3E3BB582}"/>
          </ac:spMkLst>
        </pc:spChg>
        <pc:spChg chg="add del">
          <ac:chgData name="Mykola Kuksa" userId="1056c9f5-bd5e-4aba-85cc-cd2356148781" providerId="ADAL" clId="{6935F080-A96F-4E59-AB4B-8044C870B067}" dt="2021-01-18T15:18:31.260" v="2316" actId="478"/>
          <ac:spMkLst>
            <pc:docMk/>
            <pc:sldMk cId="758005091" sldId="317"/>
            <ac:spMk id="67" creationId="{94ED6AA1-B46D-4772-BB75-C3917EAE8AFB}"/>
          </ac:spMkLst>
        </pc:spChg>
        <pc:spChg chg="add del mod">
          <ac:chgData name="Mykola Kuksa" userId="1056c9f5-bd5e-4aba-85cc-cd2356148781" providerId="ADAL" clId="{6935F080-A96F-4E59-AB4B-8044C870B067}" dt="2021-01-18T16:45:07.280" v="2975" actId="478"/>
          <ac:spMkLst>
            <pc:docMk/>
            <pc:sldMk cId="758005091" sldId="317"/>
            <ac:spMk id="78" creationId="{EDCBC2B3-54B2-4ED0-B19C-4326876738FC}"/>
          </ac:spMkLst>
        </pc:spChg>
        <pc:spChg chg="add del mod">
          <ac:chgData name="Mykola Kuksa" userId="1056c9f5-bd5e-4aba-85cc-cd2356148781" providerId="ADAL" clId="{6935F080-A96F-4E59-AB4B-8044C870B067}" dt="2021-01-18T16:45:26.968" v="2978" actId="478"/>
          <ac:spMkLst>
            <pc:docMk/>
            <pc:sldMk cId="758005091" sldId="317"/>
            <ac:spMk id="81" creationId="{5C48748C-DF4E-4615-BBBD-1815533F8059}"/>
          </ac:spMkLst>
        </pc:spChg>
        <pc:spChg chg="add del mod">
          <ac:chgData name="Mykola Kuksa" userId="1056c9f5-bd5e-4aba-85cc-cd2356148781" providerId="ADAL" clId="{6935F080-A96F-4E59-AB4B-8044C870B067}" dt="2021-01-18T16:11:34.794" v="2599" actId="478"/>
          <ac:spMkLst>
            <pc:docMk/>
            <pc:sldMk cId="758005091" sldId="317"/>
            <ac:spMk id="83" creationId="{B37159C2-F436-4831-B705-9F70433F32F1}"/>
          </ac:spMkLst>
        </pc:spChg>
        <pc:spChg chg="add del mod">
          <ac:chgData name="Mykola Kuksa" userId="1056c9f5-bd5e-4aba-85cc-cd2356148781" providerId="ADAL" clId="{6935F080-A96F-4E59-AB4B-8044C870B067}" dt="2021-01-18T16:13:28.108" v="2620" actId="478"/>
          <ac:spMkLst>
            <pc:docMk/>
            <pc:sldMk cId="758005091" sldId="317"/>
            <ac:spMk id="85" creationId="{27087066-9199-4ED2-A78B-5D4B7B071CF8}"/>
          </ac:spMkLst>
        </pc:spChg>
        <pc:spChg chg="add mod">
          <ac:chgData name="Mykola Kuksa" userId="1056c9f5-bd5e-4aba-85cc-cd2356148781" providerId="ADAL" clId="{6935F080-A96F-4E59-AB4B-8044C870B067}" dt="2021-01-18T12:50:32.468" v="2164" actId="571"/>
          <ac:spMkLst>
            <pc:docMk/>
            <pc:sldMk cId="758005091" sldId="317"/>
            <ac:spMk id="87" creationId="{E323C6F7-D564-4C62-9981-F9F737AE6D80}"/>
          </ac:spMkLst>
        </pc:spChg>
        <pc:spChg chg="add del mod">
          <ac:chgData name="Mykola Kuksa" userId="1056c9f5-bd5e-4aba-85cc-cd2356148781" providerId="ADAL" clId="{6935F080-A96F-4E59-AB4B-8044C870B067}" dt="2021-01-18T16:13:30.364" v="2621" actId="478"/>
          <ac:spMkLst>
            <pc:docMk/>
            <pc:sldMk cId="758005091" sldId="317"/>
            <ac:spMk id="88" creationId="{4F6597B6-7B95-4231-9CC1-BD2CC2BA9A53}"/>
          </ac:spMkLst>
        </pc:spChg>
        <pc:spChg chg="add del mod">
          <ac:chgData name="Mykola Kuksa" userId="1056c9f5-bd5e-4aba-85cc-cd2356148781" providerId="ADAL" clId="{6935F080-A96F-4E59-AB4B-8044C870B067}" dt="2021-01-18T16:13:35.139" v="2623" actId="478"/>
          <ac:spMkLst>
            <pc:docMk/>
            <pc:sldMk cId="758005091" sldId="317"/>
            <ac:spMk id="89" creationId="{265D321B-C299-463D-89D0-21B109B4107C}"/>
          </ac:spMkLst>
        </pc:spChg>
        <pc:spChg chg="add del mod">
          <ac:chgData name="Mykola Kuksa" userId="1056c9f5-bd5e-4aba-85cc-cd2356148781" providerId="ADAL" clId="{6935F080-A96F-4E59-AB4B-8044C870B067}" dt="2021-01-18T16:20:27.965" v="2702" actId="478"/>
          <ac:spMkLst>
            <pc:docMk/>
            <pc:sldMk cId="758005091" sldId="317"/>
            <ac:spMk id="90" creationId="{02B3A3C2-F022-4C09-A751-79883C3A2079}"/>
          </ac:spMkLst>
        </pc:spChg>
        <pc:spChg chg="del mod">
          <ac:chgData name="Mykola Kuksa" userId="1056c9f5-bd5e-4aba-85cc-cd2356148781" providerId="ADAL" clId="{6935F080-A96F-4E59-AB4B-8044C870B067}" dt="2021-01-18T12:23:31.118" v="2017" actId="478"/>
          <ac:spMkLst>
            <pc:docMk/>
            <pc:sldMk cId="758005091" sldId="317"/>
            <ac:spMk id="91" creationId="{4548AAAA-CDB7-46C0-8C6A-B2F7C3B1F7C0}"/>
          </ac:spMkLst>
        </pc:spChg>
        <pc:spChg chg="del mod">
          <ac:chgData name="Mykola Kuksa" userId="1056c9f5-bd5e-4aba-85cc-cd2356148781" providerId="ADAL" clId="{6935F080-A96F-4E59-AB4B-8044C870B067}" dt="2021-01-18T13:02:56.140" v="2244" actId="478"/>
          <ac:spMkLst>
            <pc:docMk/>
            <pc:sldMk cId="758005091" sldId="317"/>
            <ac:spMk id="92" creationId="{77B0F317-3E2F-47A9-B6E4-15BA47641B1A}"/>
          </ac:spMkLst>
        </pc:spChg>
        <pc:spChg chg="add del mod">
          <ac:chgData name="Mykola Kuksa" userId="1056c9f5-bd5e-4aba-85cc-cd2356148781" providerId="ADAL" clId="{6935F080-A96F-4E59-AB4B-8044C870B067}" dt="2021-01-18T16:13:44.467" v="2626" actId="478"/>
          <ac:spMkLst>
            <pc:docMk/>
            <pc:sldMk cId="758005091" sldId="317"/>
            <ac:spMk id="93" creationId="{0E6D6113-1644-435C-8AE8-FBB3C9551292}"/>
          </ac:spMkLst>
        </pc:spChg>
        <pc:spChg chg="add del mod">
          <ac:chgData name="Mykola Kuksa" userId="1056c9f5-bd5e-4aba-85cc-cd2356148781" providerId="ADAL" clId="{6935F080-A96F-4E59-AB4B-8044C870B067}" dt="2021-01-18T16:13:37.325" v="2624" actId="478"/>
          <ac:spMkLst>
            <pc:docMk/>
            <pc:sldMk cId="758005091" sldId="317"/>
            <ac:spMk id="94" creationId="{C9F77BE2-4BC0-4905-92EB-F6CB39D35423}"/>
          </ac:spMkLst>
        </pc:spChg>
        <pc:spChg chg="add del mod">
          <ac:chgData name="Mykola Kuksa" userId="1056c9f5-bd5e-4aba-85cc-cd2356148781" providerId="ADAL" clId="{6935F080-A96F-4E59-AB4B-8044C870B067}" dt="2021-01-18T16:13:39.867" v="2625" actId="478"/>
          <ac:spMkLst>
            <pc:docMk/>
            <pc:sldMk cId="758005091" sldId="317"/>
            <ac:spMk id="96" creationId="{5D4FA91D-4F2A-4860-AA06-198892CA6AE5}"/>
          </ac:spMkLst>
        </pc:spChg>
        <pc:spChg chg="add del mod">
          <ac:chgData name="Mykola Kuksa" userId="1056c9f5-bd5e-4aba-85cc-cd2356148781" providerId="ADAL" clId="{6935F080-A96F-4E59-AB4B-8044C870B067}" dt="2021-01-19T08:16:08.881" v="3145" actId="478"/>
          <ac:spMkLst>
            <pc:docMk/>
            <pc:sldMk cId="758005091" sldId="317"/>
            <ac:spMk id="98" creationId="{A60C7324-F061-427B-8507-D57435A025AD}"/>
          </ac:spMkLst>
        </pc:spChg>
        <pc:spChg chg="add del mod">
          <ac:chgData name="Mykola Kuksa" userId="1056c9f5-bd5e-4aba-85cc-cd2356148781" providerId="ADAL" clId="{6935F080-A96F-4E59-AB4B-8044C870B067}" dt="2021-01-19T08:16:08.881" v="3145" actId="478"/>
          <ac:spMkLst>
            <pc:docMk/>
            <pc:sldMk cId="758005091" sldId="317"/>
            <ac:spMk id="99" creationId="{DB7C8F9E-CB37-4EB7-BA9B-8A9D637ECD4D}"/>
          </ac:spMkLst>
        </pc:spChg>
        <pc:spChg chg="add mod">
          <ac:chgData name="Mykola Kuksa" userId="1056c9f5-bd5e-4aba-85cc-cd2356148781" providerId="ADAL" clId="{6935F080-A96F-4E59-AB4B-8044C870B067}" dt="2021-01-20T09:27:30.489" v="4859" actId="207"/>
          <ac:spMkLst>
            <pc:docMk/>
            <pc:sldMk cId="758005091" sldId="317"/>
            <ac:spMk id="100" creationId="{06C48674-B857-493D-8530-5F2B516BA934}"/>
          </ac:spMkLst>
        </pc:spChg>
        <pc:spChg chg="add del mod">
          <ac:chgData name="Mykola Kuksa" userId="1056c9f5-bd5e-4aba-85cc-cd2356148781" providerId="ADAL" clId="{6935F080-A96F-4E59-AB4B-8044C870B067}" dt="2021-01-18T16:13:05.132" v="2612" actId="478"/>
          <ac:spMkLst>
            <pc:docMk/>
            <pc:sldMk cId="758005091" sldId="317"/>
            <ac:spMk id="101" creationId="{DA78F334-64D7-4910-BF18-6FF2C1C998CD}"/>
          </ac:spMkLst>
        </pc:spChg>
        <pc:spChg chg="add del mod">
          <ac:chgData name="Mykola Kuksa" userId="1056c9f5-bd5e-4aba-85cc-cd2356148781" providerId="ADAL" clId="{6935F080-A96F-4E59-AB4B-8044C870B067}" dt="2021-01-18T16:13:06.915" v="2613" actId="478"/>
          <ac:spMkLst>
            <pc:docMk/>
            <pc:sldMk cId="758005091" sldId="317"/>
            <ac:spMk id="102" creationId="{0765AA03-5EC9-48AA-A46A-D75C892738CA}"/>
          </ac:spMkLst>
        </pc:spChg>
        <pc:spChg chg="add del mod">
          <ac:chgData name="Mykola Kuksa" userId="1056c9f5-bd5e-4aba-85cc-cd2356148781" providerId="ADAL" clId="{6935F080-A96F-4E59-AB4B-8044C870B067}" dt="2021-01-18T16:28:23.112" v="2820" actId="478"/>
          <ac:spMkLst>
            <pc:docMk/>
            <pc:sldMk cId="758005091" sldId="317"/>
            <ac:spMk id="103" creationId="{5813E901-EFF6-46A4-84E2-E8B20756DF08}"/>
          </ac:spMkLst>
        </pc:spChg>
        <pc:spChg chg="add del mod">
          <ac:chgData name="Mykola Kuksa" userId="1056c9f5-bd5e-4aba-85cc-cd2356148781" providerId="ADAL" clId="{6935F080-A96F-4E59-AB4B-8044C870B067}" dt="2021-01-18T16:29:16.825" v="2844" actId="478"/>
          <ac:spMkLst>
            <pc:docMk/>
            <pc:sldMk cId="758005091" sldId="317"/>
            <ac:spMk id="104" creationId="{7ED50973-1964-4711-AD20-4E2C2014E2C8}"/>
          </ac:spMkLst>
        </pc:spChg>
        <pc:spChg chg="add del mod">
          <ac:chgData name="Mykola Kuksa" userId="1056c9f5-bd5e-4aba-85cc-cd2356148781" providerId="ADAL" clId="{6935F080-A96F-4E59-AB4B-8044C870B067}" dt="2021-01-18T16:29:16.825" v="2844" actId="478"/>
          <ac:spMkLst>
            <pc:docMk/>
            <pc:sldMk cId="758005091" sldId="317"/>
            <ac:spMk id="105" creationId="{3933B860-6CBE-455A-8D98-8F0A5668EF71}"/>
          </ac:spMkLst>
        </pc:spChg>
        <pc:spChg chg="add del mod">
          <ac:chgData name="Mykola Kuksa" userId="1056c9f5-bd5e-4aba-85cc-cd2356148781" providerId="ADAL" clId="{6935F080-A96F-4E59-AB4B-8044C870B067}" dt="2021-01-18T16:29:08.216" v="2841" actId="478"/>
          <ac:spMkLst>
            <pc:docMk/>
            <pc:sldMk cId="758005091" sldId="317"/>
            <ac:spMk id="106" creationId="{5703AE10-8B12-4023-B005-47AF70877E5C}"/>
          </ac:spMkLst>
        </pc:spChg>
        <pc:spChg chg="add del mod">
          <ac:chgData name="Mykola Kuksa" userId="1056c9f5-bd5e-4aba-85cc-cd2356148781" providerId="ADAL" clId="{6935F080-A96F-4E59-AB4B-8044C870B067}" dt="2021-01-18T16:29:08.216" v="2841" actId="478"/>
          <ac:spMkLst>
            <pc:docMk/>
            <pc:sldMk cId="758005091" sldId="317"/>
            <ac:spMk id="107" creationId="{3798B795-7A05-4AD0-AF82-8CE3AB31032E}"/>
          </ac:spMkLst>
        </pc:spChg>
        <pc:spChg chg="add del mod">
          <ac:chgData name="Mykola Kuksa" userId="1056c9f5-bd5e-4aba-85cc-cd2356148781" providerId="ADAL" clId="{6935F080-A96F-4E59-AB4B-8044C870B067}" dt="2021-01-18T16:29:10.427" v="2842" actId="478"/>
          <ac:spMkLst>
            <pc:docMk/>
            <pc:sldMk cId="758005091" sldId="317"/>
            <ac:spMk id="108" creationId="{75563A53-667D-4033-9290-52977F45EAB2}"/>
          </ac:spMkLst>
        </pc:spChg>
        <pc:spChg chg="add del mod">
          <ac:chgData name="Mykola Kuksa" userId="1056c9f5-bd5e-4aba-85cc-cd2356148781" providerId="ADAL" clId="{6935F080-A96F-4E59-AB4B-8044C870B067}" dt="2021-01-18T16:29:10.427" v="2842" actId="478"/>
          <ac:spMkLst>
            <pc:docMk/>
            <pc:sldMk cId="758005091" sldId="317"/>
            <ac:spMk id="109" creationId="{A01D0847-9E30-4AA7-9FE2-80E2F659AAE4}"/>
          </ac:spMkLst>
        </pc:spChg>
        <pc:spChg chg="add mod">
          <ac:chgData name="Mykola Kuksa" userId="1056c9f5-bd5e-4aba-85cc-cd2356148781" providerId="ADAL" clId="{6935F080-A96F-4E59-AB4B-8044C870B067}" dt="2021-01-20T09:27:40.939" v="4863" actId="207"/>
          <ac:spMkLst>
            <pc:docMk/>
            <pc:sldMk cId="758005091" sldId="317"/>
            <ac:spMk id="110" creationId="{95842E03-F6AE-4DD3-8EE3-CDB7338DDD3C}"/>
          </ac:spMkLst>
        </pc:spChg>
        <pc:spChg chg="add mod">
          <ac:chgData name="Mykola Kuksa" userId="1056c9f5-bd5e-4aba-85cc-cd2356148781" providerId="ADAL" clId="{6935F080-A96F-4E59-AB4B-8044C870B067}" dt="2021-01-20T09:27:52.481" v="4867" actId="207"/>
          <ac:spMkLst>
            <pc:docMk/>
            <pc:sldMk cId="758005091" sldId="317"/>
            <ac:spMk id="111" creationId="{7BA61C9D-F2B4-4A94-A52A-0543579F9158}"/>
          </ac:spMkLst>
        </pc:spChg>
        <pc:spChg chg="add mod">
          <ac:chgData name="Mykola Kuksa" userId="1056c9f5-bd5e-4aba-85cc-cd2356148781" providerId="ADAL" clId="{6935F080-A96F-4E59-AB4B-8044C870B067}" dt="2021-01-20T09:28:07.541" v="4871" actId="114"/>
          <ac:spMkLst>
            <pc:docMk/>
            <pc:sldMk cId="758005091" sldId="317"/>
            <ac:spMk id="112" creationId="{674773B4-1F90-4BC0-BE30-AB775631785E}"/>
          </ac:spMkLst>
        </pc:spChg>
        <pc:spChg chg="add mod">
          <ac:chgData name="Mykola Kuksa" userId="1056c9f5-bd5e-4aba-85cc-cd2356148781" providerId="ADAL" clId="{6935F080-A96F-4E59-AB4B-8044C870B067}" dt="2021-01-20T09:27:03.676" v="4851" actId="114"/>
          <ac:spMkLst>
            <pc:docMk/>
            <pc:sldMk cId="758005091" sldId="317"/>
            <ac:spMk id="113" creationId="{93DF6A9F-2E8B-4231-9077-10ABC39949F3}"/>
          </ac:spMkLst>
        </pc:spChg>
        <pc:spChg chg="add del mod">
          <ac:chgData name="Mykola Kuksa" userId="1056c9f5-bd5e-4aba-85cc-cd2356148781" providerId="ADAL" clId="{6935F080-A96F-4E59-AB4B-8044C870B067}" dt="2021-01-19T08:07:19.060" v="3041" actId="478"/>
          <ac:spMkLst>
            <pc:docMk/>
            <pc:sldMk cId="758005091" sldId="317"/>
            <ac:spMk id="114" creationId="{65D5A55C-AE0D-4D31-8533-BB1DB13EF06A}"/>
          </ac:spMkLst>
        </pc:spChg>
        <pc:spChg chg="add del mod">
          <ac:chgData name="Mykola Kuksa" userId="1056c9f5-bd5e-4aba-85cc-cd2356148781" providerId="ADAL" clId="{6935F080-A96F-4E59-AB4B-8044C870B067}" dt="2021-01-19T08:07:16.583" v="3040" actId="478"/>
          <ac:spMkLst>
            <pc:docMk/>
            <pc:sldMk cId="758005091" sldId="317"/>
            <ac:spMk id="115" creationId="{F6BDD31B-5808-45AE-8146-8ABCCB0BE0C9}"/>
          </ac:spMkLst>
        </pc:spChg>
        <pc:spChg chg="add mod">
          <ac:chgData name="Mykola Kuksa" userId="1056c9f5-bd5e-4aba-85cc-cd2356148781" providerId="ADAL" clId="{6935F080-A96F-4E59-AB4B-8044C870B067}" dt="2021-01-20T09:27:11.052" v="4853" actId="114"/>
          <ac:spMkLst>
            <pc:docMk/>
            <pc:sldMk cId="758005091" sldId="317"/>
            <ac:spMk id="116" creationId="{6F7C3F9F-9B32-4ACC-8CDA-B611CDF5566C}"/>
          </ac:spMkLst>
        </pc:spChg>
        <pc:spChg chg="add mod">
          <ac:chgData name="Mykola Kuksa" userId="1056c9f5-bd5e-4aba-85cc-cd2356148781" providerId="ADAL" clId="{6935F080-A96F-4E59-AB4B-8044C870B067}" dt="2021-01-20T09:27:16.666" v="4855" actId="207"/>
          <ac:spMkLst>
            <pc:docMk/>
            <pc:sldMk cId="758005091" sldId="317"/>
            <ac:spMk id="117" creationId="{F654799F-0FD6-4F07-B727-5E5B00E7AF6B}"/>
          </ac:spMkLst>
        </pc:spChg>
        <pc:spChg chg="add mod">
          <ac:chgData name="Mykola Kuksa" userId="1056c9f5-bd5e-4aba-85cc-cd2356148781" providerId="ADAL" clId="{6935F080-A96F-4E59-AB4B-8044C870B067}" dt="2021-01-19T08:16:57.568" v="3146" actId="1076"/>
          <ac:spMkLst>
            <pc:docMk/>
            <pc:sldMk cId="758005091" sldId="317"/>
            <ac:spMk id="129" creationId="{FFBC5EE7-33BD-4665-8360-5902A9F2788A}"/>
          </ac:spMkLst>
        </pc:spChg>
        <pc:spChg chg="add mod">
          <ac:chgData name="Mykola Kuksa" userId="1056c9f5-bd5e-4aba-85cc-cd2356148781" providerId="ADAL" clId="{6935F080-A96F-4E59-AB4B-8044C870B067}" dt="2021-01-19T08:16:57.568" v="3146" actId="1076"/>
          <ac:spMkLst>
            <pc:docMk/>
            <pc:sldMk cId="758005091" sldId="317"/>
            <ac:spMk id="130" creationId="{96C47DBE-FAF9-407D-9535-ADC061107D57}"/>
          </ac:spMkLst>
        </pc:spChg>
        <pc:cxnChg chg="del mod">
          <ac:chgData name="Mykola Kuksa" userId="1056c9f5-bd5e-4aba-85cc-cd2356148781" providerId="ADAL" clId="{6935F080-A96F-4E59-AB4B-8044C870B067}" dt="2021-01-18T03:53:23.471" v="1940" actId="478"/>
          <ac:cxnSpMkLst>
            <pc:docMk/>
            <pc:sldMk cId="758005091" sldId="317"/>
            <ac:cxnSpMk id="31" creationId="{11DC5251-29DB-45E2-8106-34874A2F79EA}"/>
          </ac:cxnSpMkLst>
        </pc:cxnChg>
        <pc:cxnChg chg="del mod">
          <ac:chgData name="Mykola Kuksa" userId="1056c9f5-bd5e-4aba-85cc-cd2356148781" providerId="ADAL" clId="{6935F080-A96F-4E59-AB4B-8044C870B067}" dt="2021-01-18T03:53:23.471" v="1940" actId="478"/>
          <ac:cxnSpMkLst>
            <pc:docMk/>
            <pc:sldMk cId="758005091" sldId="317"/>
            <ac:cxnSpMk id="33" creationId="{BDFC47BE-62DB-4F60-BB1B-FFD170BA2AD8}"/>
          </ac:cxnSpMkLst>
        </pc:cxnChg>
        <pc:cxnChg chg="del mod">
          <ac:chgData name="Mykola Kuksa" userId="1056c9f5-bd5e-4aba-85cc-cd2356148781" providerId="ADAL" clId="{6935F080-A96F-4E59-AB4B-8044C870B067}" dt="2021-01-18T03:53:23.471" v="1940" actId="478"/>
          <ac:cxnSpMkLst>
            <pc:docMk/>
            <pc:sldMk cId="758005091" sldId="317"/>
            <ac:cxnSpMk id="35" creationId="{89DD4EF8-04DD-4726-B00A-1EF5EF9AF4DF}"/>
          </ac:cxnSpMkLst>
        </pc:cxnChg>
        <pc:cxnChg chg="del mod">
          <ac:chgData name="Mykola Kuksa" userId="1056c9f5-bd5e-4aba-85cc-cd2356148781" providerId="ADAL" clId="{6935F080-A96F-4E59-AB4B-8044C870B067}" dt="2021-01-18T03:53:23.471" v="1940" actId="478"/>
          <ac:cxnSpMkLst>
            <pc:docMk/>
            <pc:sldMk cId="758005091" sldId="317"/>
            <ac:cxnSpMk id="37" creationId="{D0832F96-0D59-42F1-B85B-80E348D44A17}"/>
          </ac:cxnSpMkLst>
        </pc:cxnChg>
        <pc:cxnChg chg="del mod">
          <ac:chgData name="Mykola Kuksa" userId="1056c9f5-bd5e-4aba-85cc-cd2356148781" providerId="ADAL" clId="{6935F080-A96F-4E59-AB4B-8044C870B067}" dt="2021-01-18T03:53:23.471" v="1940" actId="478"/>
          <ac:cxnSpMkLst>
            <pc:docMk/>
            <pc:sldMk cId="758005091" sldId="317"/>
            <ac:cxnSpMk id="39" creationId="{805A7279-528F-4200-95E0-0C383D21AF8A}"/>
          </ac:cxnSpMkLst>
        </pc:cxnChg>
        <pc:cxnChg chg="del mod">
          <ac:chgData name="Mykola Kuksa" userId="1056c9f5-bd5e-4aba-85cc-cd2356148781" providerId="ADAL" clId="{6935F080-A96F-4E59-AB4B-8044C870B067}" dt="2021-01-18T03:53:23.471" v="1940" actId="478"/>
          <ac:cxnSpMkLst>
            <pc:docMk/>
            <pc:sldMk cId="758005091" sldId="317"/>
            <ac:cxnSpMk id="41" creationId="{B3A1633E-8624-403D-8DB8-A8E59B9A8F40}"/>
          </ac:cxnSpMkLst>
        </pc:cxnChg>
        <pc:cxnChg chg="add del mod">
          <ac:chgData name="Mykola Kuksa" userId="1056c9f5-bd5e-4aba-85cc-cd2356148781" providerId="ADAL" clId="{6935F080-A96F-4E59-AB4B-8044C870B067}" dt="2021-01-18T12:27:32.108" v="2090" actId="478"/>
          <ac:cxnSpMkLst>
            <pc:docMk/>
            <pc:sldMk cId="758005091" sldId="317"/>
            <ac:cxnSpMk id="44" creationId="{2C0BFA2E-248A-40A7-84D8-3E272222E261}"/>
          </ac:cxnSpMkLst>
        </pc:cxnChg>
        <pc:cxnChg chg="add del mod">
          <ac:chgData name="Mykola Kuksa" userId="1056c9f5-bd5e-4aba-85cc-cd2356148781" providerId="ADAL" clId="{6935F080-A96F-4E59-AB4B-8044C870B067}" dt="2021-01-18T12:27:49.892" v="2093" actId="478"/>
          <ac:cxnSpMkLst>
            <pc:docMk/>
            <pc:sldMk cId="758005091" sldId="317"/>
            <ac:cxnSpMk id="47" creationId="{BBFEC494-0A9C-4A65-91F8-D14E71BA5366}"/>
          </ac:cxnSpMkLst>
        </pc:cxnChg>
        <pc:cxnChg chg="add mod">
          <ac:chgData name="Mykola Kuksa" userId="1056c9f5-bd5e-4aba-85cc-cd2356148781" providerId="ADAL" clId="{6935F080-A96F-4E59-AB4B-8044C870B067}" dt="2021-01-19T08:16:57.568" v="3146" actId="1076"/>
          <ac:cxnSpMkLst>
            <pc:docMk/>
            <pc:sldMk cId="758005091" sldId="317"/>
            <ac:cxnSpMk id="52" creationId="{7E8C2C58-00A9-40FA-9645-4706DBB91219}"/>
          </ac:cxnSpMkLst>
        </pc:cxnChg>
        <pc:cxnChg chg="add mod">
          <ac:chgData name="Mykola Kuksa" userId="1056c9f5-bd5e-4aba-85cc-cd2356148781" providerId="ADAL" clId="{6935F080-A96F-4E59-AB4B-8044C870B067}" dt="2021-01-19T08:16:57.568" v="3146" actId="1076"/>
          <ac:cxnSpMkLst>
            <pc:docMk/>
            <pc:sldMk cId="758005091" sldId="317"/>
            <ac:cxnSpMk id="54" creationId="{45BB62BA-F2FF-4722-BDF8-EB1D2B233A26}"/>
          </ac:cxnSpMkLst>
        </pc:cxnChg>
        <pc:cxnChg chg="del mod">
          <ac:chgData name="Mykola Kuksa" userId="1056c9f5-bd5e-4aba-85cc-cd2356148781" providerId="ADAL" clId="{6935F080-A96F-4E59-AB4B-8044C870B067}" dt="2021-01-18T03:53:23.471" v="1940" actId="478"/>
          <ac:cxnSpMkLst>
            <pc:docMk/>
            <pc:sldMk cId="758005091" sldId="317"/>
            <ac:cxnSpMk id="58" creationId="{D90C6F52-637D-4761-A71F-5C3A41924B47}"/>
          </ac:cxnSpMkLst>
        </pc:cxnChg>
        <pc:cxnChg chg="del mod">
          <ac:chgData name="Mykola Kuksa" userId="1056c9f5-bd5e-4aba-85cc-cd2356148781" providerId="ADAL" clId="{6935F080-A96F-4E59-AB4B-8044C870B067}" dt="2021-01-18T03:53:23.471" v="1940" actId="478"/>
          <ac:cxnSpMkLst>
            <pc:docMk/>
            <pc:sldMk cId="758005091" sldId="317"/>
            <ac:cxnSpMk id="60" creationId="{34FA0F94-5F5F-433E-8E7C-4CC2BC1401D1}"/>
          </ac:cxnSpMkLst>
        </pc:cxnChg>
        <pc:cxnChg chg="del mod">
          <ac:chgData name="Mykola Kuksa" userId="1056c9f5-bd5e-4aba-85cc-cd2356148781" providerId="ADAL" clId="{6935F080-A96F-4E59-AB4B-8044C870B067}" dt="2021-01-18T03:53:23.471" v="1940" actId="478"/>
          <ac:cxnSpMkLst>
            <pc:docMk/>
            <pc:sldMk cId="758005091" sldId="317"/>
            <ac:cxnSpMk id="62" creationId="{0211B2CB-19E4-4952-A8FF-C1821B61BF62}"/>
          </ac:cxnSpMkLst>
        </pc:cxnChg>
        <pc:cxnChg chg="del mod">
          <ac:chgData name="Mykola Kuksa" userId="1056c9f5-bd5e-4aba-85cc-cd2356148781" providerId="ADAL" clId="{6935F080-A96F-4E59-AB4B-8044C870B067}" dt="2021-01-18T03:53:23.471" v="1940" actId="478"/>
          <ac:cxnSpMkLst>
            <pc:docMk/>
            <pc:sldMk cId="758005091" sldId="317"/>
            <ac:cxnSpMk id="64" creationId="{2DEF7DED-C2CD-43B6-800B-0C22923099BA}"/>
          </ac:cxnSpMkLst>
        </pc:cxnChg>
        <pc:cxnChg chg="del mod">
          <ac:chgData name="Mykola Kuksa" userId="1056c9f5-bd5e-4aba-85cc-cd2356148781" providerId="ADAL" clId="{6935F080-A96F-4E59-AB4B-8044C870B067}" dt="2021-01-18T03:53:23.471" v="1940" actId="478"/>
          <ac:cxnSpMkLst>
            <pc:docMk/>
            <pc:sldMk cId="758005091" sldId="317"/>
            <ac:cxnSpMk id="66" creationId="{D0F197A5-1B75-4684-9175-B6400819C728}"/>
          </ac:cxnSpMkLst>
        </pc:cxnChg>
        <pc:cxnChg chg="del mod">
          <ac:chgData name="Mykola Kuksa" userId="1056c9f5-bd5e-4aba-85cc-cd2356148781" providerId="ADAL" clId="{6935F080-A96F-4E59-AB4B-8044C870B067}" dt="2021-01-18T03:53:23.471" v="1940" actId="478"/>
          <ac:cxnSpMkLst>
            <pc:docMk/>
            <pc:sldMk cId="758005091" sldId="317"/>
            <ac:cxnSpMk id="71" creationId="{E087F06C-8B01-4E9A-9382-93B6DBE9DF3B}"/>
          </ac:cxnSpMkLst>
        </pc:cxnChg>
        <pc:cxnChg chg="add mod">
          <ac:chgData name="Mykola Kuksa" userId="1056c9f5-bd5e-4aba-85cc-cd2356148781" providerId="ADAL" clId="{6935F080-A96F-4E59-AB4B-8044C870B067}" dt="2021-01-19T08:16:57.568" v="3146" actId="1076"/>
          <ac:cxnSpMkLst>
            <pc:docMk/>
            <pc:sldMk cId="758005091" sldId="317"/>
            <ac:cxnSpMk id="72" creationId="{F51B390B-6827-4A70-B17A-7ACDCE131E6F}"/>
          </ac:cxnSpMkLst>
        </pc:cxnChg>
        <pc:cxnChg chg="add mod">
          <ac:chgData name="Mykola Kuksa" userId="1056c9f5-bd5e-4aba-85cc-cd2356148781" providerId="ADAL" clId="{6935F080-A96F-4E59-AB4B-8044C870B067}" dt="2021-01-19T08:16:57.568" v="3146" actId="1076"/>
          <ac:cxnSpMkLst>
            <pc:docMk/>
            <pc:sldMk cId="758005091" sldId="317"/>
            <ac:cxnSpMk id="74" creationId="{D9329EA1-30F3-46D8-9C28-45040ED04FB2}"/>
          </ac:cxnSpMkLst>
        </pc:cxnChg>
        <pc:cxnChg chg="del mod">
          <ac:chgData name="Mykola Kuksa" userId="1056c9f5-bd5e-4aba-85cc-cd2356148781" providerId="ADAL" clId="{6935F080-A96F-4E59-AB4B-8044C870B067}" dt="2021-01-18T03:53:23.471" v="1940" actId="478"/>
          <ac:cxnSpMkLst>
            <pc:docMk/>
            <pc:sldMk cId="758005091" sldId="317"/>
            <ac:cxnSpMk id="75" creationId="{37845873-1BA9-45DC-9A22-3819956958B4}"/>
          </ac:cxnSpMkLst>
        </pc:cxnChg>
        <pc:cxnChg chg="del mod">
          <ac:chgData name="Mykola Kuksa" userId="1056c9f5-bd5e-4aba-85cc-cd2356148781" providerId="ADAL" clId="{6935F080-A96F-4E59-AB4B-8044C870B067}" dt="2021-01-18T03:53:23.471" v="1940" actId="478"/>
          <ac:cxnSpMkLst>
            <pc:docMk/>
            <pc:sldMk cId="758005091" sldId="317"/>
            <ac:cxnSpMk id="77" creationId="{17FB6E99-3C40-4027-B8A6-42C5BC990318}"/>
          </ac:cxnSpMkLst>
        </pc:cxnChg>
        <pc:cxnChg chg="del mod">
          <ac:chgData name="Mykola Kuksa" userId="1056c9f5-bd5e-4aba-85cc-cd2356148781" providerId="ADAL" clId="{6935F080-A96F-4E59-AB4B-8044C870B067}" dt="2021-01-18T03:53:23.471" v="1940" actId="478"/>
          <ac:cxnSpMkLst>
            <pc:docMk/>
            <pc:sldMk cId="758005091" sldId="317"/>
            <ac:cxnSpMk id="79" creationId="{9A430ADA-4EEF-4391-9F16-B6F6655848A5}"/>
          </ac:cxnSpMkLst>
        </pc:cxnChg>
        <pc:cxnChg chg="del">
          <ac:chgData name="Mykola Kuksa" userId="1056c9f5-bd5e-4aba-85cc-cd2356148781" providerId="ADAL" clId="{6935F080-A96F-4E59-AB4B-8044C870B067}" dt="2021-01-18T03:53:23.471" v="1940" actId="478"/>
          <ac:cxnSpMkLst>
            <pc:docMk/>
            <pc:sldMk cId="758005091" sldId="317"/>
            <ac:cxnSpMk id="80" creationId="{635A9D58-0068-45B2-B12E-7B34976E2578}"/>
          </ac:cxnSpMkLst>
        </pc:cxnChg>
        <pc:cxnChg chg="del mod">
          <ac:chgData name="Mykola Kuksa" userId="1056c9f5-bd5e-4aba-85cc-cd2356148781" providerId="ADAL" clId="{6935F080-A96F-4E59-AB4B-8044C870B067}" dt="2021-01-18T03:53:23.471" v="1940" actId="478"/>
          <ac:cxnSpMkLst>
            <pc:docMk/>
            <pc:sldMk cId="758005091" sldId="317"/>
            <ac:cxnSpMk id="82" creationId="{C370218D-F709-4453-8558-D15C441E2C94}"/>
          </ac:cxnSpMkLst>
        </pc:cxnChg>
        <pc:cxnChg chg="del mod">
          <ac:chgData name="Mykola Kuksa" userId="1056c9f5-bd5e-4aba-85cc-cd2356148781" providerId="ADAL" clId="{6935F080-A96F-4E59-AB4B-8044C870B067}" dt="2021-01-18T03:53:23.471" v="1940" actId="478"/>
          <ac:cxnSpMkLst>
            <pc:docMk/>
            <pc:sldMk cId="758005091" sldId="317"/>
            <ac:cxnSpMk id="84" creationId="{247A9DAE-1750-49A4-9E85-BBA3C55A0FFE}"/>
          </ac:cxnSpMkLst>
        </pc:cxnChg>
        <pc:cxnChg chg="del mod">
          <ac:chgData name="Mykola Kuksa" userId="1056c9f5-bd5e-4aba-85cc-cd2356148781" providerId="ADAL" clId="{6935F080-A96F-4E59-AB4B-8044C870B067}" dt="2021-01-18T03:53:23.471" v="1940" actId="478"/>
          <ac:cxnSpMkLst>
            <pc:docMk/>
            <pc:sldMk cId="758005091" sldId="317"/>
            <ac:cxnSpMk id="86" creationId="{21CBEA2C-CD0D-4039-A6E7-B85445A1E859}"/>
          </ac:cxnSpMkLst>
        </pc:cxnChg>
        <pc:cxnChg chg="del mod">
          <ac:chgData name="Mykola Kuksa" userId="1056c9f5-bd5e-4aba-85cc-cd2356148781" providerId="ADAL" clId="{6935F080-A96F-4E59-AB4B-8044C870B067}" dt="2021-01-19T08:09:44.429" v="3093" actId="478"/>
          <ac:cxnSpMkLst>
            <pc:docMk/>
            <pc:sldMk cId="758005091" sldId="317"/>
            <ac:cxnSpMk id="95" creationId="{721E2F73-1DEA-4CF7-8DDB-23590C040C37}"/>
          </ac:cxnSpMkLst>
        </pc:cxnChg>
        <pc:cxnChg chg="mod">
          <ac:chgData name="Mykola Kuksa" userId="1056c9f5-bd5e-4aba-85cc-cd2356148781" providerId="ADAL" clId="{6935F080-A96F-4E59-AB4B-8044C870B067}" dt="2021-01-19T08:16:57.568" v="3146" actId="1076"/>
          <ac:cxnSpMkLst>
            <pc:docMk/>
            <pc:sldMk cId="758005091" sldId="317"/>
            <ac:cxnSpMk id="97" creationId="{EBE2835F-9352-40CA-9DEE-A0EC50E35B39}"/>
          </ac:cxnSpMkLst>
        </pc:cxnChg>
        <pc:cxnChg chg="add mod">
          <ac:chgData name="Mykola Kuksa" userId="1056c9f5-bd5e-4aba-85cc-cd2356148781" providerId="ADAL" clId="{6935F080-A96F-4E59-AB4B-8044C870B067}" dt="2021-01-19T08:16:57.568" v="3146" actId="1076"/>
          <ac:cxnSpMkLst>
            <pc:docMk/>
            <pc:sldMk cId="758005091" sldId="317"/>
            <ac:cxnSpMk id="118" creationId="{AE8A15EC-114A-4FAA-9153-97091F1AB37A}"/>
          </ac:cxnSpMkLst>
        </pc:cxnChg>
        <pc:cxnChg chg="add mod">
          <ac:chgData name="Mykola Kuksa" userId="1056c9f5-bd5e-4aba-85cc-cd2356148781" providerId="ADAL" clId="{6935F080-A96F-4E59-AB4B-8044C870B067}" dt="2021-01-19T08:16:57.568" v="3146" actId="1076"/>
          <ac:cxnSpMkLst>
            <pc:docMk/>
            <pc:sldMk cId="758005091" sldId="317"/>
            <ac:cxnSpMk id="120" creationId="{6555532C-70CD-42FB-8215-BA57D2705958}"/>
          </ac:cxnSpMkLst>
        </pc:cxnChg>
        <pc:cxnChg chg="add mod">
          <ac:chgData name="Mykola Kuksa" userId="1056c9f5-bd5e-4aba-85cc-cd2356148781" providerId="ADAL" clId="{6935F080-A96F-4E59-AB4B-8044C870B067}" dt="2021-01-19T08:16:57.568" v="3146" actId="1076"/>
          <ac:cxnSpMkLst>
            <pc:docMk/>
            <pc:sldMk cId="758005091" sldId="317"/>
            <ac:cxnSpMk id="127" creationId="{AD9D66BA-C2E3-4590-AD14-EC26965A0B70}"/>
          </ac:cxnSpMkLst>
        </pc:cxnChg>
        <pc:cxnChg chg="add mod">
          <ac:chgData name="Mykola Kuksa" userId="1056c9f5-bd5e-4aba-85cc-cd2356148781" providerId="ADAL" clId="{6935F080-A96F-4E59-AB4B-8044C870B067}" dt="2021-01-19T08:16:57.568" v="3146" actId="1076"/>
          <ac:cxnSpMkLst>
            <pc:docMk/>
            <pc:sldMk cId="758005091" sldId="317"/>
            <ac:cxnSpMk id="132" creationId="{6EFC45F0-3FEF-44D2-A0CF-AD91E111AE85}"/>
          </ac:cxnSpMkLst>
        </pc:cxnChg>
        <pc:cxnChg chg="add mod">
          <ac:chgData name="Mykola Kuksa" userId="1056c9f5-bd5e-4aba-85cc-cd2356148781" providerId="ADAL" clId="{6935F080-A96F-4E59-AB4B-8044C870B067}" dt="2021-01-19T08:16:57.568" v="3146" actId="1076"/>
          <ac:cxnSpMkLst>
            <pc:docMk/>
            <pc:sldMk cId="758005091" sldId="317"/>
            <ac:cxnSpMk id="134" creationId="{69D8E509-7B2D-46DF-A412-CEF5572AB26A}"/>
          </ac:cxnSpMkLst>
        </pc:cxnChg>
        <pc:cxnChg chg="add mod">
          <ac:chgData name="Mykola Kuksa" userId="1056c9f5-bd5e-4aba-85cc-cd2356148781" providerId="ADAL" clId="{6935F080-A96F-4E59-AB4B-8044C870B067}" dt="2021-01-19T08:29:15.120" v="3279" actId="13822"/>
          <ac:cxnSpMkLst>
            <pc:docMk/>
            <pc:sldMk cId="758005091" sldId="317"/>
            <ac:cxnSpMk id="137" creationId="{9EBBE090-FEE1-405A-9EF2-778306530598}"/>
          </ac:cxnSpMkLst>
        </pc:cxnChg>
        <pc:cxnChg chg="add mod">
          <ac:chgData name="Mykola Kuksa" userId="1056c9f5-bd5e-4aba-85cc-cd2356148781" providerId="ADAL" clId="{6935F080-A96F-4E59-AB4B-8044C870B067}" dt="2021-01-19T08:31:05.358" v="3291" actId="14100"/>
          <ac:cxnSpMkLst>
            <pc:docMk/>
            <pc:sldMk cId="758005091" sldId="317"/>
            <ac:cxnSpMk id="139" creationId="{77FA0838-0278-4816-8734-200A954E5500}"/>
          </ac:cxnSpMkLst>
        </pc:cxnChg>
        <pc:cxnChg chg="add mod">
          <ac:chgData name="Mykola Kuksa" userId="1056c9f5-bd5e-4aba-85cc-cd2356148781" providerId="ADAL" clId="{6935F080-A96F-4E59-AB4B-8044C870B067}" dt="2021-01-19T08:30:57.989" v="3290" actId="14100"/>
          <ac:cxnSpMkLst>
            <pc:docMk/>
            <pc:sldMk cId="758005091" sldId="317"/>
            <ac:cxnSpMk id="143" creationId="{4E8821B0-D2A7-422E-B3D6-00984F375972}"/>
          </ac:cxnSpMkLst>
        </pc:cxnChg>
      </pc:sldChg>
      <pc:sldChg chg="modSp add mod ord">
        <pc:chgData name="Mykola Kuksa" userId="1056c9f5-bd5e-4aba-85cc-cd2356148781" providerId="ADAL" clId="{6935F080-A96F-4E59-AB4B-8044C870B067}" dt="2021-01-18T15:46:04.936" v="2569" actId="255"/>
        <pc:sldMkLst>
          <pc:docMk/>
          <pc:sldMk cId="2969773117" sldId="318"/>
        </pc:sldMkLst>
        <pc:graphicFrameChg chg="mod modGraphic">
          <ac:chgData name="Mykola Kuksa" userId="1056c9f5-bd5e-4aba-85cc-cd2356148781" providerId="ADAL" clId="{6935F080-A96F-4E59-AB4B-8044C870B067}" dt="2021-01-18T15:46:04.936" v="2569" actId="255"/>
          <ac:graphicFrameMkLst>
            <pc:docMk/>
            <pc:sldMk cId="2969773117" sldId="318"/>
            <ac:graphicFrameMk id="11" creationId="{09BEE679-45F8-4FEA-811D-D1A9BEAD2B5E}"/>
          </ac:graphicFrameMkLst>
        </pc:graphicFrameChg>
      </pc:sldChg>
      <pc:sldChg chg="addSp delSp modSp add mod">
        <pc:chgData name="Mykola Kuksa" userId="1056c9f5-bd5e-4aba-85cc-cd2356148781" providerId="ADAL" clId="{6935F080-A96F-4E59-AB4B-8044C870B067}" dt="2021-01-19T20:13:53.009" v="4589" actId="14100"/>
        <pc:sldMkLst>
          <pc:docMk/>
          <pc:sldMk cId="3712571339" sldId="319"/>
        </pc:sldMkLst>
        <pc:spChg chg="mod">
          <ac:chgData name="Mykola Kuksa" userId="1056c9f5-bd5e-4aba-85cc-cd2356148781" providerId="ADAL" clId="{6935F080-A96F-4E59-AB4B-8044C870B067}" dt="2021-01-19T17:30:07.670" v="3966" actId="20577"/>
          <ac:spMkLst>
            <pc:docMk/>
            <pc:sldMk cId="3712571339" sldId="319"/>
            <ac:spMk id="4" creationId="{2DCE726E-7941-4EAE-8063-1EF4F745CD63}"/>
          </ac:spMkLst>
        </pc:spChg>
        <pc:spChg chg="del mod">
          <ac:chgData name="Mykola Kuksa" userId="1056c9f5-bd5e-4aba-85cc-cd2356148781" providerId="ADAL" clId="{6935F080-A96F-4E59-AB4B-8044C870B067}" dt="2021-01-19T20:02:18.741" v="4220" actId="478"/>
          <ac:spMkLst>
            <pc:docMk/>
            <pc:sldMk cId="3712571339" sldId="319"/>
            <ac:spMk id="5" creationId="{2090AB5C-F20B-4FF2-94C0-F428F0F66172}"/>
          </ac:spMkLst>
        </pc:spChg>
        <pc:spChg chg="add mod">
          <ac:chgData name="Mykola Kuksa" userId="1056c9f5-bd5e-4aba-85cc-cd2356148781" providerId="ADAL" clId="{6935F080-A96F-4E59-AB4B-8044C870B067}" dt="2021-01-19T20:13:53.009" v="4589" actId="14100"/>
          <ac:spMkLst>
            <pc:docMk/>
            <pc:sldMk cId="3712571339" sldId="319"/>
            <ac:spMk id="9" creationId="{CAE7FF1D-E169-44AD-9149-3DB0D42B7D4E}"/>
          </ac:spMkLst>
        </pc:spChg>
        <pc:picChg chg="add mod">
          <ac:chgData name="Mykola Kuksa" userId="1056c9f5-bd5e-4aba-85cc-cd2356148781" providerId="ADAL" clId="{6935F080-A96F-4E59-AB4B-8044C870B067}" dt="2021-01-19T20:13:43.777" v="4588" actId="1076"/>
          <ac:picMkLst>
            <pc:docMk/>
            <pc:sldMk cId="3712571339" sldId="319"/>
            <ac:picMk id="8" creationId="{38F56EAA-AB9E-4B5E-B4F9-0C6E241A1886}"/>
          </ac:picMkLst>
        </pc:picChg>
      </pc:sldChg>
      <pc:sldChg chg="addSp delSp modSp add mod">
        <pc:chgData name="Mykola Kuksa" userId="1056c9f5-bd5e-4aba-85cc-cd2356148781" providerId="ADAL" clId="{6935F080-A96F-4E59-AB4B-8044C870B067}" dt="2021-01-19T20:37:28.764" v="4605" actId="1076"/>
        <pc:sldMkLst>
          <pc:docMk/>
          <pc:sldMk cId="3339750768" sldId="320"/>
        </pc:sldMkLst>
        <pc:spChg chg="mod">
          <ac:chgData name="Mykola Kuksa" userId="1056c9f5-bd5e-4aba-85cc-cd2356148781" providerId="ADAL" clId="{6935F080-A96F-4E59-AB4B-8044C870B067}" dt="2021-01-19T20:37:12.514" v="4601" actId="20577"/>
          <ac:spMkLst>
            <pc:docMk/>
            <pc:sldMk cId="3339750768" sldId="320"/>
            <ac:spMk id="4" creationId="{8B5EC574-325E-4F26-968C-AFD671B20684}"/>
          </ac:spMkLst>
        </pc:spChg>
        <pc:spChg chg="del mod">
          <ac:chgData name="Mykola Kuksa" userId="1056c9f5-bd5e-4aba-85cc-cd2356148781" providerId="ADAL" clId="{6935F080-A96F-4E59-AB4B-8044C870B067}" dt="2021-01-19T20:37:21.150" v="4603" actId="478"/>
          <ac:spMkLst>
            <pc:docMk/>
            <pc:sldMk cId="3339750768" sldId="320"/>
            <ac:spMk id="5" creationId="{14996ABF-DE70-46C4-AB6D-BE2155B8E579}"/>
          </ac:spMkLst>
        </pc:spChg>
        <pc:picChg chg="add mod">
          <ac:chgData name="Mykola Kuksa" userId="1056c9f5-bd5e-4aba-85cc-cd2356148781" providerId="ADAL" clId="{6935F080-A96F-4E59-AB4B-8044C870B067}" dt="2021-01-19T20:37:28.764" v="4605" actId="1076"/>
          <ac:picMkLst>
            <pc:docMk/>
            <pc:sldMk cId="3339750768" sldId="320"/>
            <ac:picMk id="8" creationId="{D1575FC6-DB25-4834-945F-D5C3168B33B8}"/>
          </ac:picMkLst>
        </pc:picChg>
      </pc:sldChg>
      <pc:sldChg chg="addSp delSp modSp add mod">
        <pc:chgData name="Mykola Kuksa" userId="1056c9f5-bd5e-4aba-85cc-cd2356148781" providerId="ADAL" clId="{6935F080-A96F-4E59-AB4B-8044C870B067}" dt="2021-01-19T21:03:12.241" v="4642" actId="20577"/>
        <pc:sldMkLst>
          <pc:docMk/>
          <pc:sldMk cId="2463060637" sldId="321"/>
        </pc:sldMkLst>
        <pc:spChg chg="mod">
          <ac:chgData name="Mykola Kuksa" userId="1056c9f5-bd5e-4aba-85cc-cd2356148781" providerId="ADAL" clId="{6935F080-A96F-4E59-AB4B-8044C870B067}" dt="2021-01-19T21:03:12.241" v="4642" actId="20577"/>
          <ac:spMkLst>
            <pc:docMk/>
            <pc:sldMk cId="2463060637" sldId="321"/>
            <ac:spMk id="4" creationId="{E1B22F85-B146-4079-A214-FF6E6BC684F4}"/>
          </ac:spMkLst>
        </pc:spChg>
        <pc:spChg chg="del">
          <ac:chgData name="Mykola Kuksa" userId="1056c9f5-bd5e-4aba-85cc-cd2356148781" providerId="ADAL" clId="{6935F080-A96F-4E59-AB4B-8044C870B067}" dt="2021-01-19T20:45:42.481" v="4612" actId="478"/>
          <ac:spMkLst>
            <pc:docMk/>
            <pc:sldMk cId="2463060637" sldId="321"/>
            <ac:spMk id="5" creationId="{180869AD-FD8C-4695-B99D-E5F1D4240FEC}"/>
          </ac:spMkLst>
        </pc:spChg>
        <pc:spChg chg="add del">
          <ac:chgData name="Mykola Kuksa" userId="1056c9f5-bd5e-4aba-85cc-cd2356148781" providerId="ADAL" clId="{6935F080-A96F-4E59-AB4B-8044C870B067}" dt="2021-01-19T20:56:15.628" v="4619" actId="22"/>
          <ac:spMkLst>
            <pc:docMk/>
            <pc:sldMk cId="2463060637" sldId="321"/>
            <ac:spMk id="10" creationId="{CAC8313D-5FA4-4BF8-B6F1-ED31998D45BA}"/>
          </ac:spMkLst>
        </pc:spChg>
        <pc:picChg chg="add mod">
          <ac:chgData name="Mykola Kuksa" userId="1056c9f5-bd5e-4aba-85cc-cd2356148781" providerId="ADAL" clId="{6935F080-A96F-4E59-AB4B-8044C870B067}" dt="2021-01-19T20:45:50.632" v="4614" actId="1076"/>
          <ac:picMkLst>
            <pc:docMk/>
            <pc:sldMk cId="2463060637" sldId="321"/>
            <ac:picMk id="8" creationId="{08FE361B-2EC0-4EE9-9AD0-32179186450B}"/>
          </ac:picMkLst>
        </pc:picChg>
        <pc:picChg chg="add mod">
          <ac:chgData name="Mykola Kuksa" userId="1056c9f5-bd5e-4aba-85cc-cd2356148781" providerId="ADAL" clId="{6935F080-A96F-4E59-AB4B-8044C870B067}" dt="2021-01-19T20:57:02.985" v="4621" actId="1076"/>
          <ac:picMkLst>
            <pc:docMk/>
            <pc:sldMk cId="2463060637" sldId="321"/>
            <ac:picMk id="12" creationId="{A5EA4DC9-A03D-443C-87BA-B96C23C8FB4B}"/>
          </ac:picMkLst>
        </pc:picChg>
      </pc:sldChg>
      <pc:sldChg chg="addSp delSp modSp add mod">
        <pc:chgData name="Mykola Kuksa" userId="1056c9f5-bd5e-4aba-85cc-cd2356148781" providerId="ADAL" clId="{6935F080-A96F-4E59-AB4B-8044C870B067}" dt="2021-01-19T21:01:54.517" v="4634" actId="20577"/>
        <pc:sldMkLst>
          <pc:docMk/>
          <pc:sldMk cId="754905536" sldId="322"/>
        </pc:sldMkLst>
        <pc:spChg chg="mod">
          <ac:chgData name="Mykola Kuksa" userId="1056c9f5-bd5e-4aba-85cc-cd2356148781" providerId="ADAL" clId="{6935F080-A96F-4E59-AB4B-8044C870B067}" dt="2021-01-19T21:01:54.517" v="4634" actId="20577"/>
          <ac:spMkLst>
            <pc:docMk/>
            <pc:sldMk cId="754905536" sldId="322"/>
            <ac:spMk id="4" creationId="{D38E4F0B-DECC-4D91-A789-4832A0420D9A}"/>
          </ac:spMkLst>
        </pc:spChg>
        <pc:spChg chg="del mod">
          <ac:chgData name="Mykola Kuksa" userId="1056c9f5-bd5e-4aba-85cc-cd2356148781" providerId="ADAL" clId="{6935F080-A96F-4E59-AB4B-8044C870B067}" dt="2021-01-19T21:01:41.621" v="4624" actId="478"/>
          <ac:spMkLst>
            <pc:docMk/>
            <pc:sldMk cId="754905536" sldId="322"/>
            <ac:spMk id="5" creationId="{02106A5E-EF3F-497C-8678-EDE44703B28B}"/>
          </ac:spMkLst>
        </pc:spChg>
        <pc:picChg chg="add mod">
          <ac:chgData name="Mykola Kuksa" userId="1056c9f5-bd5e-4aba-85cc-cd2356148781" providerId="ADAL" clId="{6935F080-A96F-4E59-AB4B-8044C870B067}" dt="2021-01-19T21:01:47.689" v="4626" actId="1076"/>
          <ac:picMkLst>
            <pc:docMk/>
            <pc:sldMk cId="754905536" sldId="322"/>
            <ac:picMk id="7" creationId="{7EB1B3F7-06E7-4C69-81A3-C2E880A1914E}"/>
          </ac:picMkLst>
        </pc:picChg>
      </pc:sldChg>
    </pc:docChg>
  </pc:docChgLst>
  <pc:docChgLst>
    <pc:chgData name="Mykola Kuksa (MLKK)" userId="S::mlkk@simcorp.com::1056c9f5-bd5e-4aba-85cc-cd2356148781" providerId="AD" clId="Web-{94B1EDC6-2573-122D-6D03-3DEDD9D09384}"/>
    <pc:docChg chg="modSld">
      <pc:chgData name="Mykola Kuksa (MLKK)" userId="S::mlkk@simcorp.com::1056c9f5-bd5e-4aba-85cc-cd2356148781" providerId="AD" clId="Web-{94B1EDC6-2573-122D-6D03-3DEDD9D09384}" dt="2021-02-18T18:02:19.135" v="48"/>
      <pc:docMkLst>
        <pc:docMk/>
      </pc:docMkLst>
      <pc:sldChg chg="modNotes">
        <pc:chgData name="Mykola Kuksa (MLKK)" userId="S::mlkk@simcorp.com::1056c9f5-bd5e-4aba-85cc-cd2356148781" providerId="AD" clId="Web-{94B1EDC6-2573-122D-6D03-3DEDD9D09384}" dt="2021-02-18T17:57:05.333" v="41"/>
        <pc:sldMkLst>
          <pc:docMk/>
          <pc:sldMk cId="2081296545" sldId="257"/>
        </pc:sldMkLst>
      </pc:sldChg>
      <pc:sldChg chg="modNotes">
        <pc:chgData name="Mykola Kuksa (MLKK)" userId="S::mlkk@simcorp.com::1056c9f5-bd5e-4aba-85cc-cd2356148781" providerId="AD" clId="Web-{94B1EDC6-2573-122D-6D03-3DEDD9D09384}" dt="2021-02-18T18:02:19.135" v="48"/>
        <pc:sldMkLst>
          <pc:docMk/>
          <pc:sldMk cId="2373623083" sldId="312"/>
        </pc:sldMkLst>
      </pc:sldChg>
    </pc:docChg>
  </pc:docChgLst>
  <pc:docChgLst>
    <pc:chgData name="Serhii Litvinov" userId="13e31772-44c1-46fd-b5ca-e73152eb6195" providerId="ADAL" clId="{F942D773-5BA9-4A33-99A2-D79097974097}"/>
    <pc:docChg chg="custSel modSld">
      <pc:chgData name="Serhii Litvinov" userId="13e31772-44c1-46fd-b5ca-e73152eb6195" providerId="ADAL" clId="{F942D773-5BA9-4A33-99A2-D79097974097}" dt="2021-05-25T19:18:05.749" v="93" actId="114"/>
      <pc:docMkLst>
        <pc:docMk/>
      </pc:docMkLst>
      <pc:sldChg chg="addSp delSp modSp mod">
        <pc:chgData name="Serhii Litvinov" userId="13e31772-44c1-46fd-b5ca-e73152eb6195" providerId="ADAL" clId="{F942D773-5BA9-4A33-99A2-D79097974097}" dt="2021-05-25T19:12:55.916" v="80" actId="14100"/>
        <pc:sldMkLst>
          <pc:docMk/>
          <pc:sldMk cId="754905536" sldId="322"/>
        </pc:sldMkLst>
        <pc:picChg chg="add mod">
          <ac:chgData name="Serhii Litvinov" userId="13e31772-44c1-46fd-b5ca-e73152eb6195" providerId="ADAL" clId="{F942D773-5BA9-4A33-99A2-D79097974097}" dt="2021-05-25T19:12:55.916" v="80" actId="14100"/>
          <ac:picMkLst>
            <pc:docMk/>
            <pc:sldMk cId="754905536" sldId="322"/>
            <ac:picMk id="6" creationId="{0ECF2F6C-5798-4B55-AF9D-0A2F779CED3B}"/>
          </ac:picMkLst>
        </pc:picChg>
        <pc:picChg chg="del">
          <ac:chgData name="Serhii Litvinov" userId="13e31772-44c1-46fd-b5ca-e73152eb6195" providerId="ADAL" clId="{F942D773-5BA9-4A33-99A2-D79097974097}" dt="2021-05-25T19:12:47.191" v="76" actId="478"/>
          <ac:picMkLst>
            <pc:docMk/>
            <pc:sldMk cId="754905536" sldId="322"/>
            <ac:picMk id="7" creationId="{7EB1B3F7-06E7-4C69-81A3-C2E880A1914E}"/>
          </ac:picMkLst>
        </pc:picChg>
      </pc:sldChg>
      <pc:sldChg chg="modSp mod">
        <pc:chgData name="Serhii Litvinov" userId="13e31772-44c1-46fd-b5ca-e73152eb6195" providerId="ADAL" clId="{F942D773-5BA9-4A33-99A2-D79097974097}" dt="2021-05-25T18:54:35.559" v="72" actId="20577"/>
        <pc:sldMkLst>
          <pc:docMk/>
          <pc:sldMk cId="4177067199" sldId="329"/>
        </pc:sldMkLst>
        <pc:spChg chg="mod">
          <ac:chgData name="Serhii Litvinov" userId="13e31772-44c1-46fd-b5ca-e73152eb6195" providerId="ADAL" clId="{F942D773-5BA9-4A33-99A2-D79097974097}" dt="2021-05-25T18:54:35.559" v="72" actId="20577"/>
          <ac:spMkLst>
            <pc:docMk/>
            <pc:sldMk cId="4177067199" sldId="329"/>
            <ac:spMk id="5" creationId="{2090AB5C-F20B-4FF2-94C0-F428F0F66172}"/>
          </ac:spMkLst>
        </pc:spChg>
      </pc:sldChg>
      <pc:sldChg chg="modSp mod">
        <pc:chgData name="Serhii Litvinov" userId="13e31772-44c1-46fd-b5ca-e73152eb6195" providerId="ADAL" clId="{F942D773-5BA9-4A33-99A2-D79097974097}" dt="2021-05-25T19:18:05.749" v="93" actId="114"/>
        <pc:sldMkLst>
          <pc:docMk/>
          <pc:sldMk cId="2504791585" sldId="330"/>
        </pc:sldMkLst>
        <pc:spChg chg="mod">
          <ac:chgData name="Serhii Litvinov" userId="13e31772-44c1-46fd-b5ca-e73152eb6195" providerId="ADAL" clId="{F942D773-5BA9-4A33-99A2-D79097974097}" dt="2021-05-25T19:18:05.749" v="93" actId="114"/>
          <ac:spMkLst>
            <pc:docMk/>
            <pc:sldMk cId="2504791585" sldId="330"/>
            <ac:spMk id="5" creationId="{A15259C3-86C6-4B57-937E-70320E24EB4B}"/>
          </ac:spMkLst>
        </pc:spChg>
      </pc:sldChg>
    </pc:docChg>
  </pc:docChgLst>
  <pc:docChgLst>
    <pc:chgData name="Mykola Kuksa (MLKK)" userId="S::mlkk@simcorp.com::1056c9f5-bd5e-4aba-85cc-cd2356148781" providerId="AD" clId="Web-{AA3A2E52-B898-E90A-8500-56A529AB77A1}"/>
    <pc:docChg chg="modSld">
      <pc:chgData name="Mykola Kuksa (MLKK)" userId="S::mlkk@simcorp.com::1056c9f5-bd5e-4aba-85cc-cd2356148781" providerId="AD" clId="Web-{AA3A2E52-B898-E90A-8500-56A529AB77A1}" dt="2021-05-25T15:01:55.206" v="214" actId="20577"/>
      <pc:docMkLst>
        <pc:docMk/>
      </pc:docMkLst>
      <pc:sldChg chg="modSp">
        <pc:chgData name="Mykola Kuksa (MLKK)" userId="S::mlkk@simcorp.com::1056c9f5-bd5e-4aba-85cc-cd2356148781" providerId="AD" clId="Web-{AA3A2E52-B898-E90A-8500-56A529AB77A1}" dt="2021-05-25T15:01:55.206" v="214" actId="20577"/>
        <pc:sldMkLst>
          <pc:docMk/>
          <pc:sldMk cId="738792783" sldId="259"/>
        </pc:sldMkLst>
        <pc:spChg chg="mod">
          <ac:chgData name="Mykola Kuksa (MLKK)" userId="S::mlkk@simcorp.com::1056c9f5-bd5e-4aba-85cc-cd2356148781" providerId="AD" clId="Web-{AA3A2E52-B898-E90A-8500-56A529AB77A1}" dt="2021-05-25T15:01:55.206" v="214" actId="20577"/>
          <ac:spMkLst>
            <pc:docMk/>
            <pc:sldMk cId="738792783" sldId="259"/>
            <ac:spMk id="5" creationId="{67E8D471-BA5C-4AAC-A2C9-82DB42DEB307}"/>
          </ac:spMkLst>
        </pc:spChg>
      </pc:sldChg>
    </pc:docChg>
  </pc:docChgLst>
  <pc:docChgLst>
    <pc:chgData name="Serhii Harmash (SHHR)" userId="S::shhr@simcorp.com::19965dc1-3670-4089-9e09-ab6aab33a005" providerId="AD" clId="Web-{E264007C-8B04-E7CC-22EA-AC28E1E58AB0}"/>
    <pc:docChg chg="modSld">
      <pc:chgData name="Serhii Harmash (SHHR)" userId="S::shhr@simcorp.com::19965dc1-3670-4089-9e09-ab6aab33a005" providerId="AD" clId="Web-{E264007C-8B04-E7CC-22EA-AC28E1E58AB0}" dt="2021-05-26T09:20:52.093" v="4" actId="20577"/>
      <pc:docMkLst>
        <pc:docMk/>
      </pc:docMkLst>
      <pc:sldChg chg="modSp">
        <pc:chgData name="Serhii Harmash (SHHR)" userId="S::shhr@simcorp.com::19965dc1-3670-4089-9e09-ab6aab33a005" providerId="AD" clId="Web-{E264007C-8B04-E7CC-22EA-AC28E1E58AB0}" dt="2021-05-26T09:20:52.093" v="4" actId="20577"/>
        <pc:sldMkLst>
          <pc:docMk/>
          <pc:sldMk cId="2302848351" sldId="294"/>
        </pc:sldMkLst>
        <pc:spChg chg="mod">
          <ac:chgData name="Serhii Harmash (SHHR)" userId="S::shhr@simcorp.com::19965dc1-3670-4089-9e09-ab6aab33a005" providerId="AD" clId="Web-{E264007C-8B04-E7CC-22EA-AC28E1E58AB0}" dt="2021-05-26T09:20:52.093" v="4" actId="20577"/>
          <ac:spMkLst>
            <pc:docMk/>
            <pc:sldMk cId="2302848351" sldId="294"/>
            <ac:spMk id="5" creationId="{7BB3E393-FC93-4EC4-BA94-10F8CDBAA844}"/>
          </ac:spMkLst>
        </pc:spChg>
      </pc:sldChg>
    </pc:docChg>
  </pc:docChgLst>
  <pc:docChgLst>
    <pc:chgData name="Mykola Kuksa" userId="1056c9f5-bd5e-4aba-85cc-cd2356148781" providerId="ADAL" clId="{180BEFAB-68D4-42E2-A961-5E7C15BF3DF7}"/>
    <pc:docChg chg="modSld sldOrd">
      <pc:chgData name="Mykola Kuksa" userId="1056c9f5-bd5e-4aba-85cc-cd2356148781" providerId="ADAL" clId="{180BEFAB-68D4-42E2-A961-5E7C15BF3DF7}" dt="2021-02-19T12:11:50.055" v="9" actId="20577"/>
      <pc:docMkLst>
        <pc:docMk/>
      </pc:docMkLst>
      <pc:sldChg chg="ord">
        <pc:chgData name="Mykola Kuksa" userId="1056c9f5-bd5e-4aba-85cc-cd2356148781" providerId="ADAL" clId="{180BEFAB-68D4-42E2-A961-5E7C15BF3DF7}" dt="2021-02-19T09:51:30.106" v="1"/>
        <pc:sldMkLst>
          <pc:docMk/>
          <pc:sldMk cId="2302848351" sldId="294"/>
        </pc:sldMkLst>
      </pc:sldChg>
      <pc:sldChg chg="modNotesTx">
        <pc:chgData name="Mykola Kuksa" userId="1056c9f5-bd5e-4aba-85cc-cd2356148781" providerId="ADAL" clId="{180BEFAB-68D4-42E2-A961-5E7C15BF3DF7}" dt="2021-02-19T10:01:51.024" v="2" actId="20577"/>
        <pc:sldMkLst>
          <pc:docMk/>
          <pc:sldMk cId="1476422087" sldId="299"/>
        </pc:sldMkLst>
      </pc:sldChg>
      <pc:sldChg chg="modSp mod">
        <pc:chgData name="Mykola Kuksa" userId="1056c9f5-bd5e-4aba-85cc-cd2356148781" providerId="ADAL" clId="{180BEFAB-68D4-42E2-A961-5E7C15BF3DF7}" dt="2021-02-19T12:11:50.055" v="9" actId="20577"/>
        <pc:sldMkLst>
          <pc:docMk/>
          <pc:sldMk cId="1172382335" sldId="305"/>
        </pc:sldMkLst>
        <pc:spChg chg="mod">
          <ac:chgData name="Mykola Kuksa" userId="1056c9f5-bd5e-4aba-85cc-cd2356148781" providerId="ADAL" clId="{180BEFAB-68D4-42E2-A961-5E7C15BF3DF7}" dt="2021-02-19T12:11:50.055" v="9" actId="20577"/>
          <ac:spMkLst>
            <pc:docMk/>
            <pc:sldMk cId="1172382335" sldId="305"/>
            <ac:spMk id="5" creationId="{180869AD-FD8C-4695-B99D-E5F1D4240FEC}"/>
          </ac:spMkLst>
        </pc:spChg>
      </pc:sldChg>
    </pc:docChg>
  </pc:docChgLst>
  <pc:docChgLst>
    <pc:chgData name="Mykola Kuksa (MLKK)" userId="S::mlkk@simcorp.com::1056c9f5-bd5e-4aba-85cc-cd2356148781" providerId="AD" clId="Web-{2FFB4490-E969-6C7B-9012-8364D05F7AA3}"/>
    <pc:docChg chg="modSld">
      <pc:chgData name="Mykola Kuksa (MLKK)" userId="S::mlkk@simcorp.com::1056c9f5-bd5e-4aba-85cc-cd2356148781" providerId="AD" clId="Web-{2FFB4490-E969-6C7B-9012-8364D05F7AA3}" dt="2021-01-10T18:34:01.224" v="5" actId="1076"/>
      <pc:docMkLst>
        <pc:docMk/>
      </pc:docMkLst>
      <pc:sldChg chg="modSp">
        <pc:chgData name="Mykola Kuksa (MLKK)" userId="S::mlkk@simcorp.com::1056c9f5-bd5e-4aba-85cc-cd2356148781" providerId="AD" clId="Web-{2FFB4490-E969-6C7B-9012-8364D05F7AA3}" dt="2021-01-10T18:34:01.224" v="5" actId="1076"/>
        <pc:sldMkLst>
          <pc:docMk/>
          <pc:sldMk cId="2081296545" sldId="257"/>
        </pc:sldMkLst>
        <pc:spChg chg="mod">
          <ac:chgData name="Mykola Kuksa (MLKK)" userId="S::mlkk@simcorp.com::1056c9f5-bd5e-4aba-85cc-cd2356148781" providerId="AD" clId="Web-{2FFB4490-E969-6C7B-9012-8364D05F7AA3}" dt="2021-01-10T18:34:01.224" v="5" actId="1076"/>
          <ac:spMkLst>
            <pc:docMk/>
            <pc:sldMk cId="2081296545" sldId="257"/>
            <ac:spMk id="6" creationId="{58754E55-2129-42FF-A194-B4451DE070CA}"/>
          </ac:spMkLst>
        </pc:spChg>
      </pc:sldChg>
      <pc:sldChg chg="delCm">
        <pc:chgData name="Mykola Kuksa (MLKK)" userId="S::mlkk@simcorp.com::1056c9f5-bd5e-4aba-85cc-cd2356148781" providerId="AD" clId="Web-{2FFB4490-E969-6C7B-9012-8364D05F7AA3}" dt="2021-01-10T18:29:25.453" v="0"/>
        <pc:sldMkLst>
          <pc:docMk/>
          <pc:sldMk cId="1428129871" sldId="277"/>
        </pc:sldMkLst>
      </pc:sldChg>
    </pc:docChg>
  </pc:docChgLst>
  <pc:docChgLst>
    <pc:chgData name="Valeriia Kobzar (VRKR)" userId="S::vrkr@simcorp.com::abeb4f95-95bb-4875-81dd-0cbce4da8295" providerId="AD" clId="Web-{76DD499E-699B-8E81-141D-3BD10EF9D5D0}"/>
    <pc:docChg chg="sldOrd">
      <pc:chgData name="Valeriia Kobzar (VRKR)" userId="S::vrkr@simcorp.com::abeb4f95-95bb-4875-81dd-0cbce4da8295" providerId="AD" clId="Web-{76DD499E-699B-8E81-141D-3BD10EF9D5D0}" dt="2021-11-24T10:39:31.029" v="0"/>
      <pc:docMkLst>
        <pc:docMk/>
      </pc:docMkLst>
      <pc:sldChg chg="ord">
        <pc:chgData name="Valeriia Kobzar (VRKR)" userId="S::vrkr@simcorp.com::abeb4f95-95bb-4875-81dd-0cbce4da8295" providerId="AD" clId="Web-{76DD499E-699B-8E81-141D-3BD10EF9D5D0}" dt="2021-11-24T10:39:31.029" v="0"/>
        <pc:sldMkLst>
          <pc:docMk/>
          <pc:sldMk cId="2559324756" sldId="309"/>
        </pc:sldMkLst>
      </pc:sldChg>
    </pc:docChg>
  </pc:docChgLst>
  <pc:docChgLst>
    <pc:chgData name="Serhii Harmash" userId="19965dc1-3670-4089-9e09-ab6aab33a005" providerId="ADAL" clId="{20D6C519-4BFE-41E3-95DF-132C4933DC26}"/>
    <pc:docChg chg="undo custSel addSld modSld">
      <pc:chgData name="Serhii Harmash" userId="19965dc1-3670-4089-9e09-ab6aab33a005" providerId="ADAL" clId="{20D6C519-4BFE-41E3-95DF-132C4933DC26}" dt="2021-08-25T09:19:46.270" v="968" actId="20577"/>
      <pc:docMkLst>
        <pc:docMk/>
      </pc:docMkLst>
      <pc:sldChg chg="modSp mod">
        <pc:chgData name="Serhii Harmash" userId="19965dc1-3670-4089-9e09-ab6aab33a005" providerId="ADAL" clId="{20D6C519-4BFE-41E3-95DF-132C4933DC26}" dt="2021-08-24T08:02:43.770" v="943" actId="20577"/>
        <pc:sldMkLst>
          <pc:docMk/>
          <pc:sldMk cId="13744474" sldId="264"/>
        </pc:sldMkLst>
        <pc:spChg chg="mod">
          <ac:chgData name="Serhii Harmash" userId="19965dc1-3670-4089-9e09-ab6aab33a005" providerId="ADAL" clId="{20D6C519-4BFE-41E3-95DF-132C4933DC26}" dt="2021-08-24T08:02:43.770" v="943" actId="20577"/>
          <ac:spMkLst>
            <pc:docMk/>
            <pc:sldMk cId="13744474" sldId="264"/>
            <ac:spMk id="5" creationId="{0C2A542F-2F8F-4378-BC9B-BBE328953F47}"/>
          </ac:spMkLst>
        </pc:spChg>
      </pc:sldChg>
      <pc:sldChg chg="modSp mod">
        <pc:chgData name="Serhii Harmash" userId="19965dc1-3670-4089-9e09-ab6aab33a005" providerId="ADAL" clId="{20D6C519-4BFE-41E3-95DF-132C4933DC26}" dt="2021-08-25T09:19:46.270" v="968" actId="20577"/>
        <pc:sldMkLst>
          <pc:docMk/>
          <pc:sldMk cId="2603136680" sldId="302"/>
        </pc:sldMkLst>
        <pc:spChg chg="mod">
          <ac:chgData name="Serhii Harmash" userId="19965dc1-3670-4089-9e09-ab6aab33a005" providerId="ADAL" clId="{20D6C519-4BFE-41E3-95DF-132C4933DC26}" dt="2021-08-25T09:19:46.270" v="968" actId="20577"/>
          <ac:spMkLst>
            <pc:docMk/>
            <pc:sldMk cId="2603136680" sldId="302"/>
            <ac:spMk id="7" creationId="{A858F15A-DAF7-48C8-8A33-420438691A30}"/>
          </ac:spMkLst>
        </pc:spChg>
      </pc:sldChg>
      <pc:sldChg chg="addSp delSp modSp mod">
        <pc:chgData name="Serhii Harmash" userId="19965dc1-3670-4089-9e09-ab6aab33a005" providerId="ADAL" clId="{20D6C519-4BFE-41E3-95DF-132C4933DC26}" dt="2021-08-24T07:56:53.010" v="939" actId="20577"/>
        <pc:sldMkLst>
          <pc:docMk/>
          <pc:sldMk cId="2761603924" sldId="314"/>
        </pc:sldMkLst>
        <pc:spChg chg="mod">
          <ac:chgData name="Serhii Harmash" userId="19965dc1-3670-4089-9e09-ab6aab33a005" providerId="ADAL" clId="{20D6C519-4BFE-41E3-95DF-132C4933DC26}" dt="2021-08-24T07:56:53.010" v="939" actId="20577"/>
          <ac:spMkLst>
            <pc:docMk/>
            <pc:sldMk cId="2761603924" sldId="314"/>
            <ac:spMk id="9" creationId="{15025601-F5FF-4AEA-8308-75AC80BA1236}"/>
          </ac:spMkLst>
        </pc:spChg>
        <pc:picChg chg="del">
          <ac:chgData name="Serhii Harmash" userId="19965dc1-3670-4089-9e09-ab6aab33a005" providerId="ADAL" clId="{20D6C519-4BFE-41E3-95DF-132C4933DC26}" dt="2021-08-24T07:55:21.488" v="920" actId="478"/>
          <ac:picMkLst>
            <pc:docMk/>
            <pc:sldMk cId="2761603924" sldId="314"/>
            <ac:picMk id="7" creationId="{D195E5E4-BBDE-4C52-9657-5E271B8DB7A3}"/>
          </ac:picMkLst>
        </pc:picChg>
        <pc:picChg chg="add mod">
          <ac:chgData name="Serhii Harmash" userId="19965dc1-3670-4089-9e09-ab6aab33a005" providerId="ADAL" clId="{20D6C519-4BFE-41E3-95DF-132C4933DC26}" dt="2021-08-24T07:55:24.433" v="924" actId="1076"/>
          <ac:picMkLst>
            <pc:docMk/>
            <pc:sldMk cId="2761603924" sldId="314"/>
            <ac:picMk id="8" creationId="{618B2605-E46D-4C0C-9346-9A38969F79E5}"/>
          </ac:picMkLst>
        </pc:picChg>
      </pc:sldChg>
      <pc:sldChg chg="addSp delSp modSp add mod">
        <pc:chgData name="Serhii Harmash" userId="19965dc1-3670-4089-9e09-ab6aab33a005" providerId="ADAL" clId="{20D6C519-4BFE-41E3-95DF-132C4933DC26}" dt="2021-08-24T07:53:58.860" v="915" actId="108"/>
        <pc:sldMkLst>
          <pc:docMk/>
          <pc:sldMk cId="3592426322" sldId="331"/>
        </pc:sldMkLst>
        <pc:spChg chg="mod">
          <ac:chgData name="Serhii Harmash" userId="19965dc1-3670-4089-9e09-ab6aab33a005" providerId="ADAL" clId="{20D6C519-4BFE-41E3-95DF-132C4933DC26}" dt="2021-08-24T07:53:58.860" v="915" actId="108"/>
          <ac:spMkLst>
            <pc:docMk/>
            <pc:sldMk cId="3592426322" sldId="331"/>
            <ac:spMk id="5" creationId="{0C2A542F-2F8F-4378-BC9B-BBE328953F47}"/>
          </ac:spMkLst>
        </pc:spChg>
        <pc:picChg chg="add del mod">
          <ac:chgData name="Serhii Harmash" userId="19965dc1-3670-4089-9e09-ab6aab33a005" providerId="ADAL" clId="{20D6C519-4BFE-41E3-95DF-132C4933DC26}" dt="2021-08-24T07:30:53.664" v="254" actId="478"/>
          <ac:picMkLst>
            <pc:docMk/>
            <pc:sldMk cId="3592426322" sldId="331"/>
            <ac:picMk id="8" creationId="{3563DFD1-BC0F-48FA-A941-1A262EE71E5A}"/>
          </ac:picMkLst>
        </pc:picChg>
      </pc:sldChg>
    </pc:docChg>
  </pc:docChgLst>
  <pc:docChgLst>
    <pc:chgData name="Mariana Sofii (MSF)" userId="S::msf@simcorp.com::c6efa36b-6f78-4df2-92ed-4da21e89d024" providerId="AD" clId="Web-{8641427E-EB68-58F1-3A0F-D11897927A97}"/>
    <pc:docChg chg="modSld">
      <pc:chgData name="Mariana Sofii (MSF)" userId="S::msf@simcorp.com::c6efa36b-6f78-4df2-92ed-4da21e89d024" providerId="AD" clId="Web-{8641427E-EB68-58F1-3A0F-D11897927A97}" dt="2021-02-14T14:02:36.300" v="0" actId="14100"/>
      <pc:docMkLst>
        <pc:docMk/>
      </pc:docMkLst>
      <pc:sldChg chg="modSp">
        <pc:chgData name="Mariana Sofii (MSF)" userId="S::msf@simcorp.com::c6efa36b-6f78-4df2-92ed-4da21e89d024" providerId="AD" clId="Web-{8641427E-EB68-58F1-3A0F-D11897927A97}" dt="2021-02-14T14:02:36.300" v="0" actId="14100"/>
        <pc:sldMkLst>
          <pc:docMk/>
          <pc:sldMk cId="1172382335" sldId="305"/>
        </pc:sldMkLst>
        <pc:spChg chg="mod">
          <ac:chgData name="Mariana Sofii (MSF)" userId="S::msf@simcorp.com::c6efa36b-6f78-4df2-92ed-4da21e89d024" providerId="AD" clId="Web-{8641427E-EB68-58F1-3A0F-D11897927A97}" dt="2021-02-14T14:02:36.300" v="0" actId="14100"/>
          <ac:spMkLst>
            <pc:docMk/>
            <pc:sldMk cId="1172382335" sldId="305"/>
            <ac:spMk id="5" creationId="{180869AD-FD8C-4695-B99D-E5F1D4240FEC}"/>
          </ac:spMkLst>
        </pc:spChg>
      </pc:sldChg>
    </pc:docChg>
  </pc:docChgLst>
  <pc:docChgLst>
    <pc:chgData name="Mykola Kuksa (MLKK)" userId="S::mlkk@simcorp.com::1056c9f5-bd5e-4aba-85cc-cd2356148781" providerId="AD" clId="Web-{849E8326-1441-5D4B-7D92-715477FFF536}"/>
    <pc:docChg chg="modSld">
      <pc:chgData name="Mykola Kuksa (MLKK)" userId="S::mlkk@simcorp.com::1056c9f5-bd5e-4aba-85cc-cd2356148781" providerId="AD" clId="Web-{849E8326-1441-5D4B-7D92-715477FFF536}" dt="2021-02-18T17:06:44.328" v="1" actId="20577"/>
      <pc:docMkLst>
        <pc:docMk/>
      </pc:docMkLst>
      <pc:sldChg chg="modSp">
        <pc:chgData name="Mykola Kuksa (MLKK)" userId="S::mlkk@simcorp.com::1056c9f5-bd5e-4aba-85cc-cd2356148781" providerId="AD" clId="Web-{849E8326-1441-5D4B-7D92-715477FFF536}" dt="2021-02-18T17:06:44.328" v="1" actId="20577"/>
        <pc:sldMkLst>
          <pc:docMk/>
          <pc:sldMk cId="2081296545" sldId="257"/>
        </pc:sldMkLst>
        <pc:spChg chg="mod">
          <ac:chgData name="Mykola Kuksa (MLKK)" userId="S::mlkk@simcorp.com::1056c9f5-bd5e-4aba-85cc-cd2356148781" providerId="AD" clId="Web-{849E8326-1441-5D4B-7D92-715477FFF536}" dt="2021-02-18T17:06:44.328" v="1" actId="20577"/>
          <ac:spMkLst>
            <pc:docMk/>
            <pc:sldMk cId="2081296545" sldId="257"/>
            <ac:spMk id="4" creationId="{93413D34-5126-4BF6-B11C-D999C7BF183F}"/>
          </ac:spMkLst>
        </pc:spChg>
      </pc:sldChg>
    </pc:docChg>
  </pc:docChgLst>
  <pc:docChgLst>
    <pc:chgData name="Mykola Kuksa" userId="1056c9f5-bd5e-4aba-85cc-cd2356148781" providerId="ADAL" clId="{C396E202-01F9-4D3F-A66C-043C51462C00}"/>
    <pc:docChg chg="custSel modSld sldOrd">
      <pc:chgData name="Mykola Kuksa" userId="1056c9f5-bd5e-4aba-85cc-cd2356148781" providerId="ADAL" clId="{C396E202-01F9-4D3F-A66C-043C51462C00}" dt="2021-05-26T09:48:10.769" v="121"/>
      <pc:docMkLst>
        <pc:docMk/>
      </pc:docMkLst>
      <pc:sldChg chg="ord">
        <pc:chgData name="Mykola Kuksa" userId="1056c9f5-bd5e-4aba-85cc-cd2356148781" providerId="ADAL" clId="{C396E202-01F9-4D3F-A66C-043C51462C00}" dt="2021-05-26T09:48:10.769" v="121"/>
        <pc:sldMkLst>
          <pc:docMk/>
          <pc:sldMk cId="4273013139" sldId="324"/>
        </pc:sldMkLst>
      </pc:sldChg>
      <pc:sldChg chg="modSp mod">
        <pc:chgData name="Mykola Kuksa" userId="1056c9f5-bd5e-4aba-85cc-cd2356148781" providerId="ADAL" clId="{C396E202-01F9-4D3F-A66C-043C51462C00}" dt="2021-05-26T05:36:19.218" v="119" actId="20577"/>
        <pc:sldMkLst>
          <pc:docMk/>
          <pc:sldMk cId="4177067199" sldId="329"/>
        </pc:sldMkLst>
        <pc:spChg chg="mod">
          <ac:chgData name="Mykola Kuksa" userId="1056c9f5-bd5e-4aba-85cc-cd2356148781" providerId="ADAL" clId="{C396E202-01F9-4D3F-A66C-043C51462C00}" dt="2021-05-26T05:36:19.218" v="119" actId="20577"/>
          <ac:spMkLst>
            <pc:docMk/>
            <pc:sldMk cId="4177067199" sldId="329"/>
            <ac:spMk id="5" creationId="{2090AB5C-F20B-4FF2-94C0-F428F0F6617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758475-46F8-48DB-8603-B040CBA163BF}" type="datetimeFigureOut">
              <a:rPr lang="da-DK" smtClean="0"/>
              <a:t>27-05-2022</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5/27/2022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microsoft.com/en-us/dotnet/csharp/language-reference/builtin-types/integral-numeric-types"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docs.microsoft.com/en-us/dotnet/csharp/language-reference/builtin-types/bool"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microsoft.com/en-us/dotnet/csharp/language-reference/builtin-types/struct" TargetMode="External"/><Relationship Id="rId2" Type="http://schemas.openxmlformats.org/officeDocument/2006/relationships/slide" Target="../slides/slide36.xml"/><Relationship Id="rId1" Type="http://schemas.openxmlformats.org/officeDocument/2006/relationships/notesMaster" Target="../notesMasters/notesMaster1.xml"/><Relationship Id="rId6" Type="http://schemas.openxmlformats.org/officeDocument/2006/relationships/hyperlink" Target="https://docs.microsoft.com/en-us/dotnet/csharp/language-reference/builtin-types/enum" TargetMode="External"/><Relationship Id="rId5" Type="http://schemas.openxmlformats.org/officeDocument/2006/relationships/hyperlink" Target="https://docs.microsoft.com/en-us/dotnet/csharp/language-reference/keywords/interface" TargetMode="External"/><Relationship Id="rId4" Type="http://schemas.openxmlformats.org/officeDocument/2006/relationships/hyperlink" Target="https://docs.microsoft.com/en-us/dotnet/csharp/language-reference/keywords/class"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8" Type="http://schemas.openxmlformats.org/officeDocument/2006/relationships/hyperlink" Target="https://docs.microsoft.com/en-us/dotnet/csharp/language-reference/operators/equality-operators" TargetMode="External"/><Relationship Id="rId3" Type="http://schemas.openxmlformats.org/officeDocument/2006/relationships/hyperlink" Target="https://docs.microsoft.com/en-us/dotnet/csharp/language-reference/builtin-types/value-types" TargetMode="External"/><Relationship Id="rId7" Type="http://schemas.openxmlformats.org/officeDocument/2006/relationships/hyperlink" Target="https://docs.microsoft.com/en-us/dotnet/csharp/language-reference/operators/comparison-operators" TargetMode="External"/><Relationship Id="rId12" Type="http://schemas.openxmlformats.org/officeDocument/2006/relationships/hyperlink" Target="https://docs.microsoft.com/en-us/dotnet/csharp/language-reference/operators/type-testing-and-cast#cast-expression" TargetMode="External"/><Relationship Id="rId2" Type="http://schemas.openxmlformats.org/officeDocument/2006/relationships/slide" Target="../slides/slide39.xml"/><Relationship Id="rId1" Type="http://schemas.openxmlformats.org/officeDocument/2006/relationships/notesMaster" Target="../notesMasters/notesMaster1.xml"/><Relationship Id="rId6" Type="http://schemas.openxmlformats.org/officeDocument/2006/relationships/hyperlink" Target="https://docs.microsoft.com/en-us/dotnet/csharp/language-reference/operators/arithmetic-operators" TargetMode="External"/><Relationship Id="rId11" Type="http://schemas.openxmlformats.org/officeDocument/2006/relationships/hyperlink" Target="https://docs.microsoft.com/en-us/dotnet/api/system.double.positiveinfinity" TargetMode="External"/><Relationship Id="rId5" Type="http://schemas.openxmlformats.org/officeDocument/2006/relationships/hyperlink" Target="https://docs.microsoft.com/en-us/dotnet/csharp/language-reference/builtin-types/floating-point-numeric-types#real-literals" TargetMode="External"/><Relationship Id="rId10" Type="http://schemas.openxmlformats.org/officeDocument/2006/relationships/hyperlink" Target="https://docs.microsoft.com/en-us/dotnet/api/system.double.negativeinfinity" TargetMode="External"/><Relationship Id="rId4" Type="http://schemas.openxmlformats.org/officeDocument/2006/relationships/hyperlink" Target="https://docs.microsoft.com/en-us/dotnet/csharp/language-reference/builtin-types/value-types#built-in-value-types" TargetMode="External"/><Relationship Id="rId9" Type="http://schemas.openxmlformats.org/officeDocument/2006/relationships/hyperlink" Target="https://docs.microsoft.com/en-us/dotnet/api/system.double.nan"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docs.microsoft.com/en-us/dotnet/api/system.boolean" TargetMode="External"/><Relationship Id="rId2" Type="http://schemas.openxmlformats.org/officeDocument/2006/relationships/slide" Target="../slides/slide40.xml"/><Relationship Id="rId1" Type="http://schemas.openxmlformats.org/officeDocument/2006/relationships/notesMaster" Target="../notesMasters/notesMaster1.xml"/><Relationship Id="rId5" Type="http://schemas.openxmlformats.org/officeDocument/2006/relationships/hyperlink" Target="https://docs.microsoft.com/en-us/dotnet/csharp/language-reference/builtin-types/reference-types#the-string-type" TargetMode="External"/><Relationship Id="rId4" Type="http://schemas.openxmlformats.org/officeDocument/2006/relationships/hyperlink" Target="https://docs.microsoft.com/en-us/dotnet/api/system.char"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docs.microsoft.com/en-us/dotnet/csharp/language-reference/keywords/var" TargetMode="External"/><Relationship Id="rId2" Type="http://schemas.openxmlformats.org/officeDocument/2006/relationships/slide" Target="../slides/slide43.xml"/><Relationship Id="rId1" Type="http://schemas.openxmlformats.org/officeDocument/2006/relationships/notesMaster" Target="../notesMasters/notesMaster1.xml"/><Relationship Id="rId4" Type="http://schemas.openxmlformats.org/officeDocument/2006/relationships/hyperlink" Target="https://docs.microsoft.com/en-us/dotnet/csharp/language-reference/builtin-types/integral-numeric-types"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ocs.microsoft.com/en-us/dotnet/csharp/language-reference/builtin-types/struct" TargetMode="External"/><Relationship Id="rId2" Type="http://schemas.openxmlformats.org/officeDocument/2006/relationships/slide" Target="../slides/slide44.xml"/><Relationship Id="rId1" Type="http://schemas.openxmlformats.org/officeDocument/2006/relationships/notesMaster" Target="../notesMasters/notesMaster1.xml"/><Relationship Id="rId6" Type="http://schemas.openxmlformats.org/officeDocument/2006/relationships/hyperlink" Target="https://docs.microsoft.com/en-us/dotnet/csharp/language-reference/builtin-types/enum" TargetMode="External"/><Relationship Id="rId5" Type="http://schemas.openxmlformats.org/officeDocument/2006/relationships/hyperlink" Target="https://docs.microsoft.com/en-us/dotnet/csharp/language-reference/keywords/interface" TargetMode="External"/><Relationship Id="rId4" Type="http://schemas.openxmlformats.org/officeDocument/2006/relationships/hyperlink" Target="https://docs.microsoft.com/en-us/dotnet/csharp/language-reference/keywords/class"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a:t>
            </a:fld>
            <a:endParaRPr lang="en-US"/>
          </a:p>
        </p:txBody>
      </p:sp>
    </p:spTree>
    <p:extLst>
      <p:ext uri="{BB962C8B-B14F-4D97-AF65-F5344CB8AC3E}">
        <p14:creationId xmlns:p14="http://schemas.microsoft.com/office/powerpoint/2010/main" val="1244324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D1C1D"/>
                </a:solidFill>
                <a:latin typeface="Slack-Lato"/>
                <a:ea typeface="ＭＳ Ｐゴシック"/>
              </a:rPr>
              <a:t>C# (pronounced "See Sharp") is a modern, object-oriented, and type-safe programming language. C# enables developers to build many types of secure and robust applications that run in .NET. C# has its roots in the C family of languages and will be immediately familiar to C, C++, Java, and JavaScript programmers</a:t>
            </a:r>
            <a:r>
              <a:rPr lang="en-US">
                <a:ea typeface="ＭＳ Ｐゴシック"/>
                <a:cs typeface="Calibri"/>
              </a:rPr>
              <a:t>.</a:t>
            </a:r>
            <a:br>
              <a:rPr lang="en-US">
                <a:latin typeface="Slack-Lato"/>
                <a:ea typeface="ＭＳ Ｐゴシック"/>
              </a:rPr>
            </a:br>
            <a:br>
              <a:rPr lang="en-US">
                <a:latin typeface="Slack-Lato"/>
                <a:ea typeface="ＭＳ Ｐゴシック"/>
              </a:rPr>
            </a:br>
            <a:r>
              <a:rPr lang="en-US" b="0" i="0">
                <a:solidFill>
                  <a:srgbClr val="1D1C1D"/>
                </a:solidFill>
                <a:effectLst/>
                <a:latin typeface="Slack-Lato"/>
                <a:ea typeface="ＭＳ Ｐゴシック"/>
              </a:rPr>
              <a:t>C# enables developers to build many types of applications that run in the .NET ecosystem.</a:t>
            </a:r>
            <a:endParaRPr lang="en-US"/>
          </a:p>
          <a:p>
            <a:r>
              <a:rPr lang="en-US" b="0" i="0">
                <a:solidFill>
                  <a:srgbClr val="1D1C1D"/>
                </a:solidFill>
                <a:effectLst/>
                <a:latin typeface="Slack-Lato"/>
                <a:ea typeface="ＭＳ Ｐゴシック"/>
              </a:rPr>
              <a:t>They include:</a:t>
            </a:r>
            <a:endParaRPr lang="en-US" b="0" i="0">
              <a:solidFill>
                <a:srgbClr val="212121"/>
              </a:solidFill>
              <a:effectLst/>
              <a:latin typeface="open sans" panose="020B0606030504020204" pitchFamily="34" charset="0"/>
            </a:endParaRPr>
          </a:p>
          <a:p>
            <a:pPr algn="l">
              <a:buFont typeface="Arial" panose="020B0604020202020204" pitchFamily="34" charset="0"/>
              <a:buChar char="•"/>
            </a:pPr>
            <a:r>
              <a:rPr lang="en-US" b="0" i="0">
                <a:solidFill>
                  <a:srgbClr val="212121"/>
                </a:solidFill>
                <a:effectLst/>
                <a:latin typeface="open sans"/>
                <a:ea typeface="ＭＳ Ｐゴシック"/>
                <a:cs typeface="open sans"/>
              </a:rPr>
              <a:t>Windows client applications</a:t>
            </a:r>
          </a:p>
          <a:p>
            <a:pPr algn="l">
              <a:buFont typeface="Arial" panose="020B0604020202020204" pitchFamily="34" charset="0"/>
              <a:buChar char="•"/>
            </a:pPr>
            <a:r>
              <a:rPr lang="en-US" b="0" i="0">
                <a:solidFill>
                  <a:srgbClr val="212121"/>
                </a:solidFill>
                <a:effectLst/>
                <a:latin typeface="open sans"/>
                <a:ea typeface="ＭＳ Ｐゴシック"/>
                <a:cs typeface="open sans"/>
              </a:rPr>
              <a:t>Windows libraries and components</a:t>
            </a:r>
          </a:p>
          <a:p>
            <a:pPr algn="l">
              <a:buFont typeface="Arial" panose="020B0604020202020204" pitchFamily="34" charset="0"/>
              <a:buChar char="•"/>
            </a:pPr>
            <a:r>
              <a:rPr lang="en-US" b="0" i="0">
                <a:solidFill>
                  <a:srgbClr val="212121"/>
                </a:solidFill>
                <a:effectLst/>
                <a:latin typeface="open sans"/>
                <a:ea typeface="ＭＳ Ｐゴシック"/>
                <a:cs typeface="open sans"/>
              </a:rPr>
              <a:t>Windows services</a:t>
            </a:r>
          </a:p>
          <a:p>
            <a:pPr algn="l">
              <a:buFont typeface="Arial" panose="020B0604020202020204" pitchFamily="34" charset="0"/>
              <a:buChar char="•"/>
            </a:pPr>
            <a:r>
              <a:rPr lang="en-US" b="0" i="0">
                <a:solidFill>
                  <a:srgbClr val="212121"/>
                </a:solidFill>
                <a:effectLst/>
                <a:latin typeface="open sans"/>
                <a:ea typeface="ＭＳ Ｐゴシック"/>
                <a:cs typeface="open sans"/>
              </a:rPr>
              <a:t>Web applications</a:t>
            </a:r>
          </a:p>
          <a:p>
            <a:pPr algn="l">
              <a:buFont typeface="Arial" panose="020B0604020202020204" pitchFamily="34" charset="0"/>
              <a:buChar char="•"/>
            </a:pPr>
            <a:r>
              <a:rPr lang="en-US" b="0" i="0">
                <a:solidFill>
                  <a:srgbClr val="212121"/>
                </a:solidFill>
                <a:effectLst/>
                <a:latin typeface="open sans"/>
                <a:ea typeface="ＭＳ Ｐゴシック"/>
                <a:cs typeface="open sans"/>
              </a:rPr>
              <a:t>Web services and Web API</a:t>
            </a:r>
          </a:p>
          <a:p>
            <a:pPr algn="l">
              <a:buFont typeface="Arial" panose="020B0604020202020204" pitchFamily="34" charset="0"/>
              <a:buChar char="•"/>
            </a:pPr>
            <a:r>
              <a:rPr lang="en-US" b="0" i="0">
                <a:solidFill>
                  <a:srgbClr val="212121"/>
                </a:solidFill>
                <a:effectLst/>
                <a:latin typeface="open sans"/>
                <a:ea typeface="ＭＳ Ｐゴシック"/>
                <a:cs typeface="open sans"/>
              </a:rPr>
              <a:t>Native iOS and Android mobile apps</a:t>
            </a:r>
          </a:p>
          <a:p>
            <a:pPr algn="l">
              <a:buFont typeface="Arial" panose="020B0604020202020204" pitchFamily="34" charset="0"/>
              <a:buChar char="•"/>
            </a:pPr>
            <a:r>
              <a:rPr lang="en-US" b="0" i="0">
                <a:solidFill>
                  <a:srgbClr val="212121"/>
                </a:solidFill>
                <a:effectLst/>
                <a:latin typeface="open sans"/>
                <a:ea typeface="ＭＳ Ｐゴシック"/>
                <a:cs typeface="open sans"/>
              </a:rPr>
              <a:t>Backend services</a:t>
            </a:r>
          </a:p>
          <a:p>
            <a:pPr algn="l">
              <a:buFont typeface="Arial" panose="020B0604020202020204" pitchFamily="34" charset="0"/>
              <a:buChar char="•"/>
            </a:pPr>
            <a:r>
              <a:rPr lang="en-US" b="0" i="0">
                <a:solidFill>
                  <a:srgbClr val="212121"/>
                </a:solidFill>
                <a:effectLst/>
                <a:latin typeface="open sans"/>
                <a:ea typeface="ＭＳ Ｐゴシック"/>
                <a:cs typeface="open sans"/>
              </a:rPr>
              <a:t>Azure cloud applications and services</a:t>
            </a:r>
          </a:p>
          <a:p>
            <a:pPr algn="l">
              <a:buFont typeface="Arial" panose="020B0604020202020204" pitchFamily="34" charset="0"/>
              <a:buChar char="•"/>
            </a:pPr>
            <a:r>
              <a:rPr lang="en-US" b="0" i="0">
                <a:solidFill>
                  <a:srgbClr val="212121"/>
                </a:solidFill>
                <a:effectLst/>
                <a:latin typeface="open sans"/>
                <a:ea typeface="ＭＳ Ｐゴシック"/>
                <a:cs typeface="open sans"/>
              </a:rPr>
              <a:t>Backend database using ML/Data tools</a:t>
            </a:r>
          </a:p>
          <a:p>
            <a:pPr algn="l">
              <a:buFont typeface="Arial" panose="020B0604020202020204" pitchFamily="34" charset="0"/>
              <a:buChar char="•"/>
            </a:pPr>
            <a:r>
              <a:rPr lang="en-US" b="0" i="0">
                <a:solidFill>
                  <a:srgbClr val="212121"/>
                </a:solidFill>
                <a:effectLst/>
                <a:latin typeface="open sans"/>
                <a:ea typeface="ＭＳ Ｐゴシック"/>
                <a:cs typeface="open sans"/>
              </a:rPr>
              <a:t>Interoperability software such as Office, SharePoint, SQL Server and so on.</a:t>
            </a:r>
          </a:p>
          <a:p>
            <a:pPr algn="l">
              <a:buFont typeface="Arial" panose="020B0604020202020204" pitchFamily="34" charset="0"/>
              <a:buChar char="•"/>
            </a:pPr>
            <a:r>
              <a:rPr lang="en-US" b="0" i="0">
                <a:solidFill>
                  <a:srgbClr val="212121"/>
                </a:solidFill>
                <a:effectLst/>
                <a:latin typeface="open sans"/>
                <a:ea typeface="ＭＳ Ｐゴシック"/>
                <a:cs typeface="open sans"/>
              </a:rPr>
              <a:t>Artificial Intelligence and Machine learning</a:t>
            </a:r>
          </a:p>
          <a:p>
            <a:pPr algn="l">
              <a:buFont typeface="Arial" panose="020B0604020202020204" pitchFamily="34" charset="0"/>
              <a:buChar char="•"/>
            </a:pPr>
            <a:r>
              <a:rPr lang="en-US" b="0" i="0">
                <a:solidFill>
                  <a:srgbClr val="212121"/>
                </a:solidFill>
                <a:effectLst/>
                <a:latin typeface="open sans"/>
                <a:ea typeface="ＭＳ Ｐゴシック"/>
                <a:cs typeface="open sans"/>
              </a:rPr>
              <a:t>Blockchains and distributed ledger technology including cryptocurrency</a:t>
            </a:r>
          </a:p>
          <a:p>
            <a:pPr algn="l">
              <a:buFont typeface="Arial" panose="020B0604020202020204" pitchFamily="34" charset="0"/>
              <a:buChar char="•"/>
            </a:pPr>
            <a:r>
              <a:rPr lang="en-US" b="0" i="0">
                <a:solidFill>
                  <a:srgbClr val="212121"/>
                </a:solidFill>
                <a:effectLst/>
                <a:latin typeface="open sans"/>
                <a:ea typeface="ＭＳ Ｐゴシック"/>
                <a:cs typeface="open sans"/>
              </a:rPr>
              <a:t>Internet of Things (IoT) devices</a:t>
            </a:r>
          </a:p>
          <a:p>
            <a:pPr algn="l">
              <a:buFont typeface="Arial" panose="020B0604020202020204" pitchFamily="34" charset="0"/>
              <a:buChar char="•"/>
            </a:pPr>
            <a:r>
              <a:rPr lang="en-US" b="0" i="0">
                <a:solidFill>
                  <a:srgbClr val="212121"/>
                </a:solidFill>
                <a:effectLst/>
                <a:latin typeface="open sans"/>
                <a:ea typeface="ＭＳ Ｐゴシック"/>
                <a:cs typeface="open sans"/>
              </a:rPr>
              <a:t>Gaming consoles and gaming systems</a:t>
            </a:r>
          </a:p>
          <a:p>
            <a:pPr algn="l">
              <a:buFont typeface="Arial" panose="020B0604020202020204" pitchFamily="34" charset="0"/>
              <a:buChar char="•"/>
            </a:pPr>
            <a:r>
              <a:rPr lang="en-US" b="0" i="0">
                <a:solidFill>
                  <a:srgbClr val="212121"/>
                </a:solidFill>
                <a:effectLst/>
                <a:latin typeface="open sans"/>
                <a:ea typeface="ＭＳ Ｐゴシック"/>
                <a:cs typeface="open sans"/>
              </a:rPr>
              <a:t>Video games</a:t>
            </a:r>
          </a:p>
          <a:p>
            <a:endParaRPr lang="en-US" i="0"/>
          </a:p>
          <a:p>
            <a:r>
              <a:rPr lang="en-US" b="0" i="0">
                <a:solidFill>
                  <a:srgbClr val="1D1C1D"/>
                </a:solidFill>
                <a:effectLst/>
                <a:latin typeface="Slack-Lato"/>
                <a:ea typeface="ＭＳ Ｐゴシック"/>
              </a:rPr>
              <a:t>Since the very beginning C# was designed to be a simple, modern, type-safe, </a:t>
            </a:r>
            <a:r>
              <a:rPr lang="en-US">
                <a:solidFill>
                  <a:srgbClr val="1D1C1D"/>
                </a:solidFill>
                <a:latin typeface="Slack-Lato"/>
                <a:ea typeface="ＭＳ Ｐゴシック"/>
              </a:rPr>
              <a:t>and</a:t>
            </a:r>
            <a:r>
              <a:rPr lang="en-US" b="0" i="0">
                <a:solidFill>
                  <a:srgbClr val="1D1C1D"/>
                </a:solidFill>
                <a:effectLst/>
                <a:latin typeface="Slack-Lato"/>
                <a:ea typeface="ＭＳ Ｐゴシック"/>
              </a:rPr>
              <a:t> object-oriented programming language.</a:t>
            </a:r>
          </a:p>
          <a:p>
            <a:pPr>
              <a:defRPr/>
            </a:pPr>
            <a:r>
              <a:rPr lang="en-US" b="0" i="0">
                <a:solidFill>
                  <a:srgbClr val="1D1C1D"/>
                </a:solidFill>
                <a:effectLst/>
                <a:latin typeface="Slack-Lato"/>
                <a:ea typeface="ＭＳ Ｐゴシック"/>
              </a:rPr>
              <a:t>These and </a:t>
            </a:r>
            <a:r>
              <a:rPr lang="en-GB" b="0" i="0">
                <a:solidFill>
                  <a:srgbClr val="1D1C1D"/>
                </a:solidFill>
                <a:effectLst/>
                <a:latin typeface="Slack-Lato"/>
                <a:ea typeface="ＭＳ Ｐゴシック"/>
              </a:rPr>
              <a:t>other features</a:t>
            </a:r>
            <a:r>
              <a:rPr lang="en-US" b="0" i="0">
                <a:solidFill>
                  <a:srgbClr val="1D1C1D"/>
                </a:solidFill>
                <a:effectLst/>
                <a:latin typeface="Slack-Lato"/>
                <a:ea typeface="ＭＳ Ｐゴシック"/>
              </a:rPr>
              <a:t> of the C# language will be covered in details in this and following modules.</a:t>
            </a:r>
            <a:br>
              <a:rPr lang="en-US" b="0" i="0">
                <a:effectLst/>
                <a:latin typeface="Slack-Lato"/>
              </a:rPr>
            </a:br>
            <a:r>
              <a:rPr lang="en-US" b="0" i="0">
                <a:solidFill>
                  <a:srgbClr val="1D1C1D"/>
                </a:solidFill>
                <a:effectLst/>
                <a:latin typeface="Slack-Lato"/>
                <a:ea typeface="ＭＳ Ｐゴシック"/>
              </a:rPr>
              <a:t>But, b</a:t>
            </a:r>
            <a:r>
              <a:rPr lang="en-US">
                <a:ea typeface="ＭＳ Ｐゴシック"/>
                <a:cs typeface="Calibri"/>
              </a:rPr>
              <a:t>efore we will start to dive deeper into C#</a:t>
            </a:r>
            <a:r>
              <a:rPr lang="uk-UA">
                <a:ea typeface="ＭＳ Ｐゴシック"/>
                <a:cs typeface="Calibri"/>
              </a:rPr>
              <a:t> </a:t>
            </a:r>
            <a:r>
              <a:rPr lang="en-GB">
                <a:ea typeface="ＭＳ Ｐゴシック"/>
                <a:cs typeface="Calibri"/>
              </a:rPr>
              <a:t>and </a:t>
            </a:r>
            <a:r>
              <a:rPr lang="en-GB" err="1">
                <a:ea typeface="ＭＳ Ｐゴシック"/>
                <a:cs typeface="Calibri"/>
              </a:rPr>
              <a:t>.Net</a:t>
            </a:r>
            <a:r>
              <a:rPr lang="en-GB">
                <a:ea typeface="ＭＳ Ｐゴシック"/>
                <a:cs typeface="Calibri"/>
              </a:rPr>
              <a:t> </a:t>
            </a:r>
            <a:r>
              <a:rPr lang="en-US">
                <a:ea typeface="ＭＳ Ｐゴシック"/>
                <a:cs typeface="Calibri"/>
              </a:rPr>
              <a:t>features, let me spend a couple of minutes in order to build some common understanding about the programming languages and development process in general. </a:t>
            </a:r>
            <a:r>
              <a:rPr lang="en-US" b="1">
                <a:ea typeface="ＭＳ Ｐゴシック"/>
                <a:cs typeface="Calibri"/>
              </a:rPr>
              <a:t>(next slide)</a:t>
            </a:r>
          </a:p>
          <a:p>
            <a:endParaRPr lang="en-US" i="0"/>
          </a:p>
          <a:p>
            <a:endParaRPr lang="en-US" i="0"/>
          </a:p>
          <a:p>
            <a:endParaRPr lang="en-US" i="0"/>
          </a:p>
          <a:p>
            <a:endParaRPr lang="en-US" i="0"/>
          </a:p>
          <a:p>
            <a:endParaRPr lang="en-US"/>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a:t>
            </a:fld>
            <a:endParaRPr lang="en-US"/>
          </a:p>
        </p:txBody>
      </p:sp>
    </p:spTree>
    <p:extLst>
      <p:ext uri="{BB962C8B-B14F-4D97-AF65-F5344CB8AC3E}">
        <p14:creationId xmlns:p14="http://schemas.microsoft.com/office/powerpoint/2010/main" val="2072664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ＭＳ Ｐゴシック"/>
                <a:cs typeface="Calibri"/>
              </a:rPr>
              <a:t>First of all let’s start with understanding what actually this “high level” means as a feature of a programming language. </a:t>
            </a:r>
            <a:endParaRPr lang="en-US"/>
          </a:p>
          <a:p>
            <a:r>
              <a:rPr lang="en-US">
                <a:ea typeface="ＭＳ Ｐゴシック"/>
                <a:cs typeface="Calibri"/>
              </a:rPr>
              <a:t>Well, as a human beings we use our language(s) to communicate with each other. There are a lot of different languages in the world, but none of them can be used to program a machine (a computer). </a:t>
            </a:r>
            <a:endParaRPr lang="en-US">
              <a:cs typeface="Calibri"/>
            </a:endParaRPr>
          </a:p>
          <a:p>
            <a:r>
              <a:rPr lang="en-US" i="1">
                <a:ea typeface="ＭＳ Ｐゴシック"/>
                <a:cs typeface="Calibri"/>
              </a:rPr>
              <a:t>“To program” here means to enforce the computer to do some specific task.</a:t>
            </a:r>
          </a:p>
          <a:p>
            <a:endParaRPr lang="en-US" i="1"/>
          </a:p>
          <a:p>
            <a:r>
              <a:rPr lang="en-US" i="0">
                <a:ea typeface="ＭＳ Ｐゴシック"/>
                <a:cs typeface="Calibri"/>
              </a:rPr>
              <a:t>On the other hand there is only one language that computer can understand, it’s a binary code (a sequence of zeros and ones). The binary code also called machine code.</a:t>
            </a:r>
          </a:p>
          <a:p>
            <a:r>
              <a:rPr lang="en-US" i="0">
                <a:ea typeface="ＭＳ Ｐゴシック"/>
                <a:cs typeface="Calibri"/>
              </a:rPr>
              <a:t>Well, here the logical question pops up: If there is only one language that computer can understand, why we have a lot of programming languages, like Java, Python, C#, etc.?</a:t>
            </a:r>
          </a:p>
          <a:p>
            <a:r>
              <a:rPr lang="en-US" i="0">
                <a:ea typeface="ＭＳ Ｐゴシック"/>
                <a:cs typeface="Calibri"/>
              </a:rPr>
              <a:t>The reason is the following: the machine language is </a:t>
            </a:r>
            <a:r>
              <a:rPr lang="en-US" i="0" err="1">
                <a:ea typeface="ＭＳ Ｐゴシック"/>
                <a:cs typeface="Calibri"/>
              </a:rPr>
              <a:t>veeeeery</a:t>
            </a:r>
            <a:r>
              <a:rPr lang="en-US" i="0">
                <a:ea typeface="ＭＳ Ｐゴシック"/>
                <a:cs typeface="Calibri"/>
              </a:rPr>
              <a:t> difficult to understand for a human.</a:t>
            </a:r>
            <a:r>
              <a:rPr lang="en-US">
                <a:ea typeface="ＭＳ Ｐゴシック"/>
                <a:cs typeface="Calibri"/>
              </a:rPr>
              <a:t> </a:t>
            </a:r>
            <a:endParaRPr lang="en-US" i="0">
              <a:cs typeface="Calibri"/>
            </a:endParaRPr>
          </a:p>
          <a:p>
            <a:endParaRPr lang="en-US" i="0"/>
          </a:p>
          <a:p>
            <a:r>
              <a:rPr lang="en-US" i="0">
                <a:ea typeface="ＭＳ Ｐゴシック"/>
                <a:cs typeface="Calibri"/>
              </a:rPr>
              <a:t>So, a programing language is formal language that from one hand can be unambiguously “translated” into binary code and from the other hand is humane enough to be readable and understandable by a human.</a:t>
            </a:r>
            <a:r>
              <a:rPr lang="en-US">
                <a:ea typeface="ＭＳ Ｐゴシック"/>
                <a:cs typeface="Calibri"/>
              </a:rPr>
              <a:t> </a:t>
            </a:r>
            <a:endParaRPr lang="en-US" i="0">
              <a:cs typeface="Calibri"/>
            </a:endParaRPr>
          </a:p>
          <a:p>
            <a:endParaRPr lang="en-US" i="0"/>
          </a:p>
          <a:p>
            <a:r>
              <a:rPr lang="en-US" i="0">
                <a:ea typeface="ＭＳ Ｐゴシック"/>
                <a:cs typeface="Calibri"/>
              </a:rPr>
              <a:t>The extent of </a:t>
            </a:r>
            <a:r>
              <a:rPr lang="en-US">
                <a:ea typeface="ＭＳ Ｐゴシック"/>
                <a:cs typeface="Calibri"/>
              </a:rPr>
              <a:t>how a programming language is close to </a:t>
            </a:r>
            <a:r>
              <a:rPr lang="en-US" i="0">
                <a:ea typeface="ＭＳ Ｐゴシック"/>
                <a:cs typeface="Calibri"/>
              </a:rPr>
              <a:t>the binary code and native CPU instructions defines a “level” of the programming language.</a:t>
            </a:r>
          </a:p>
          <a:p>
            <a:endParaRPr lang="en-US" i="0">
              <a:ea typeface="ＭＳ Ｐゴシック"/>
              <a:cs typeface="Calibri"/>
            </a:endParaRPr>
          </a:p>
          <a:p>
            <a:r>
              <a:rPr lang="en-US" i="0">
                <a:ea typeface="ＭＳ Ｐゴシック"/>
                <a:cs typeface="Calibri"/>
              </a:rPr>
              <a:t>A low-level programming language is a language that provides little or no abstraction from a computer's architecture—commands or functions in the language map closely to processor instructions. </a:t>
            </a:r>
            <a:br>
              <a:rPr lang="en-US" i="0">
                <a:ea typeface="ＭＳ Ｐゴシック"/>
                <a:cs typeface="Calibri"/>
              </a:rPr>
            </a:br>
            <a:r>
              <a:rPr lang="en-US" i="0">
                <a:ea typeface="ＭＳ Ｐゴシック"/>
                <a:cs typeface="Calibri"/>
              </a:rPr>
              <a:t>Generally, this refers to either machine code or assembly language.</a:t>
            </a:r>
          </a:p>
          <a:p>
            <a:endParaRPr lang="en-US" i="0"/>
          </a:p>
          <a:p>
            <a:r>
              <a:rPr lang="en-US" b="0" i="0">
                <a:solidFill>
                  <a:srgbClr val="3C484E"/>
                </a:solidFill>
                <a:effectLst/>
                <a:latin typeface="Nunito Sans"/>
                <a:ea typeface="ＭＳ Ｐゴシック"/>
              </a:rPr>
              <a:t>Int contrast, high-level programming languages are closer to how humans communicate  and provide strong abstraction from the details of the computer. </a:t>
            </a:r>
            <a:endParaRPr lang="en-US" i="0">
              <a:ea typeface="ＭＳ Ｐゴシック"/>
            </a:endParaRPr>
          </a:p>
          <a:p>
            <a:endParaRPr lang="en-US"/>
          </a:p>
          <a:p>
            <a:r>
              <a:rPr lang="en-US"/>
              <a:t>Let’s have a closer look what is required to have programming language code “translated” into machine code and executed on the computer. </a:t>
            </a:r>
            <a:r>
              <a:rPr lang="en-US" b="1"/>
              <a:t>(next slide)</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a:t>
            </a:fld>
            <a:endParaRPr lang="en-US"/>
          </a:p>
        </p:txBody>
      </p:sp>
    </p:spTree>
    <p:extLst>
      <p:ext uri="{BB962C8B-B14F-4D97-AF65-F5344CB8AC3E}">
        <p14:creationId xmlns:p14="http://schemas.microsoft.com/office/powerpoint/2010/main" val="2853340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First of all, we have a developer who writes code of a program.</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Then, in order to translate a source code in a programming language into binary code the special software is used, it’s called a </a:t>
            </a:r>
            <a:r>
              <a:rPr lang="en-US" sz="1600" b="1">
                <a:latin typeface="+mn-lt"/>
              </a:rPr>
              <a:t>compiler</a:t>
            </a:r>
            <a:r>
              <a:rPr lang="en-US" sz="1600">
                <a:latin typeface="+mn-lt"/>
              </a:rPr>
              <a:t>. </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So, a compiler is a computer program that transforms code written in a high-level programming language into the machine code. </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endParaRPr lang="en-US" sz="1600">
              <a:latin typeface="+mn-lt"/>
            </a:endParaRP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The binaries produced by the compiler and related tools can be executed on a computer platform.</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There are also feedback loops on the diagram. </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endParaRPr lang="en-US" sz="1600">
              <a:latin typeface="+mn-lt"/>
            </a:endParaRP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A compiler should comply with the syntax rule of that programming language in which it is written. If you make a mistake, you need to make changes in the syntax of your program. Otherwise, it will not compile.</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endParaRPr lang="en-US" sz="1600">
              <a:latin typeface="+mn-lt"/>
            </a:endParaRP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This diagram is a bit general, and more or less reflects the process of building a program on languages like C or C++, but C# programs require an additional layer to be executed. (</a:t>
            </a:r>
            <a:r>
              <a:rPr lang="en-US" sz="1600" b="1">
                <a:latin typeface="+mn-lt"/>
              </a:rPr>
              <a:t>next slide</a:t>
            </a:r>
            <a:r>
              <a:rPr lang="en-US" sz="1600">
                <a:latin typeface="+mn-lt"/>
              </a:rPr>
              <a:t>)</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endParaRPr lang="en-US" sz="1600">
              <a:latin typeface="+mn-lt"/>
            </a:endParaRP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What is Interpreter?</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An interpreter is a computer program, which coverts each high-level program statement into the machine code. This includes source code, pre-compiled code, and scripts. Both compiler and interpreters do the same job which is converting higher level programming language to machine code. However, a compiler will convert the code into machine code (create an exe) before program run. Interpreters convert code into machine code when the program is run.</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endParaRPr lang="en-US" sz="1600">
              <a:latin typeface="+mn-lt"/>
            </a:endParaRPr>
          </a:p>
          <a:p>
            <a:pPr marL="0" indent="0" defTabSz="179388">
              <a:buClr>
                <a:srgbClr val="00DEE6"/>
              </a:buClr>
              <a:buFont typeface="Arial" panose="020B0604020202020204" pitchFamily="34" charset="0"/>
              <a:buNone/>
            </a:pPr>
            <a:endParaRPr lang="en-US" sz="1600">
              <a:latin typeface="+mn-lt"/>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a:t>
            </a:fld>
            <a:endParaRPr lang="en-US"/>
          </a:p>
        </p:txBody>
      </p:sp>
    </p:spTree>
    <p:extLst>
      <p:ext uri="{BB962C8B-B14F-4D97-AF65-F5344CB8AC3E}">
        <p14:creationId xmlns:p14="http://schemas.microsoft.com/office/powerpoint/2010/main" val="984646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179388">
              <a:buClr>
                <a:srgbClr val="00DEE6"/>
              </a:buClr>
              <a:buFont typeface="Arial" panose="020B0604020202020204" pitchFamily="34" charset="0"/>
              <a:buNone/>
            </a:pPr>
            <a:r>
              <a:rPr lang="en-US" sz="1600">
                <a:latin typeface="+mn-lt"/>
              </a:rPr>
              <a:t>The beginning is actually the same as we had on the previous diagram. There are also the same feedback loops, but they are omitted here just to simplicity reasons. </a:t>
            </a:r>
          </a:p>
          <a:p>
            <a:pPr marL="0" indent="0" defTabSz="179388">
              <a:buClr>
                <a:srgbClr val="00DEE6"/>
              </a:buClr>
              <a:buFont typeface="Arial" panose="020B0604020202020204" pitchFamily="34" charset="0"/>
              <a:buNone/>
            </a:pPr>
            <a:r>
              <a:rPr lang="en-US" sz="1600">
                <a:latin typeface="+mn-lt"/>
              </a:rPr>
              <a:t>The differences begin at compilation step, the C# compiler doesn’t produce binaries for a target computer platform. It produces intermediate language code, called Common Intermediate Language (CIL, or just IL).</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At runtime the IL is then translated into native machine code by a just-in-time (JIT) compiler.</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a:latin typeface="+mn-lt"/>
              </a:rPr>
              <a:t>So, e</a:t>
            </a:r>
            <a:r>
              <a:rPr lang="en-US"/>
              <a:t>xecution of a program written on C# (or other “common” language) requires one more level on top of OS. It’s CLR, Common Language Runtime.</a:t>
            </a:r>
          </a:p>
          <a:p>
            <a:pPr defTabSz="179388">
              <a:buClr>
                <a:srgbClr val="00DEE6"/>
              </a:buClr>
            </a:pPr>
            <a:endParaRPr lang="en-US" sz="1600">
              <a:latin typeface="+mn-lt"/>
            </a:endParaRPr>
          </a:p>
          <a:p>
            <a:pPr defTabSz="179388">
              <a:buClr>
                <a:srgbClr val="00DEE6"/>
              </a:buClr>
            </a:pPr>
            <a:r>
              <a:rPr lang="en-US" sz="1600">
                <a:latin typeface="+mn-lt"/>
              </a:rPr>
              <a:t>Code written in C# (as well as on any other </a:t>
            </a:r>
            <a:r>
              <a:rPr lang="en-US" sz="1600" err="1">
                <a:latin typeface="+mn-lt"/>
              </a:rPr>
              <a:t>.Net</a:t>
            </a:r>
            <a:r>
              <a:rPr lang="en-US" sz="1600">
                <a:latin typeface="+mn-lt"/>
              </a:rPr>
              <a:t> language) is called “manageable code” because it is “managed” by CLR. </a:t>
            </a:r>
          </a:p>
          <a:p>
            <a:endParaRPr lang="en-US"/>
          </a:p>
          <a:p>
            <a:pPr marL="0" indent="0" defTabSz="179388">
              <a:buClr>
                <a:srgbClr val="00DEE6"/>
              </a:buClr>
              <a:buFont typeface="Arial" panose="020B0604020202020204" pitchFamily="34" charset="0"/>
              <a:buNone/>
            </a:pPr>
            <a:r>
              <a:rPr lang="en-US" sz="1600">
                <a:latin typeface="+mn-lt"/>
              </a:rPr>
              <a:t>The CLR belongs </a:t>
            </a:r>
            <a:r>
              <a:rPr lang="en-US" sz="1600" err="1">
                <a:latin typeface="+mn-lt"/>
              </a:rPr>
              <a:t>.Net</a:t>
            </a:r>
            <a:r>
              <a:rPr lang="en-US" sz="1600">
                <a:latin typeface="+mn-lt"/>
              </a:rPr>
              <a:t> Platform (Runtime) which consists of several parts:</a:t>
            </a:r>
          </a:p>
          <a:p>
            <a:pPr marL="285750" indent="-285750" defTabSz="179388">
              <a:buClr>
                <a:srgbClr val="00DEE6"/>
              </a:buClr>
              <a:buFont typeface="Arial" panose="020B0604020202020204" pitchFamily="34" charset="0"/>
              <a:buChar char="•"/>
            </a:pPr>
            <a:r>
              <a:rPr lang="en-US" sz="1600">
                <a:latin typeface="+mn-lt"/>
              </a:rPr>
              <a:t>Developers' tools or Software Development Kit (SDK)</a:t>
            </a:r>
          </a:p>
          <a:p>
            <a:pPr marL="285750" indent="-285750" defTabSz="179388">
              <a:buClr>
                <a:srgbClr val="00DEE6"/>
              </a:buClr>
              <a:buFont typeface="Arial" panose="020B0604020202020204" pitchFamily="34" charset="0"/>
              <a:buChar char="•"/>
            </a:pPr>
            <a:r>
              <a:rPr lang="en-US" sz="1600">
                <a:latin typeface="+mn-lt"/>
              </a:rPr>
              <a:t>Common Language Runtime (CLR)</a:t>
            </a:r>
          </a:p>
          <a:p>
            <a:pPr marL="285750" indent="-285750" defTabSz="179388">
              <a:buClr>
                <a:srgbClr val="00DEE6"/>
              </a:buClr>
              <a:buFont typeface="Arial" panose="020B0604020202020204" pitchFamily="34" charset="0"/>
              <a:buChar char="•"/>
            </a:pPr>
            <a:r>
              <a:rPr lang="en-US" sz="1600">
                <a:latin typeface="+mn-lt"/>
              </a:rPr>
              <a:t>Base Class Library (BCL)</a:t>
            </a:r>
          </a:p>
          <a:p>
            <a:endParaRPr lang="en-US"/>
          </a:p>
          <a:p>
            <a:r>
              <a:rPr lang="en-US"/>
              <a:t>Let’s have a closer look on the </a:t>
            </a:r>
            <a:r>
              <a:rPr lang="en-US" err="1"/>
              <a:t>.Net</a:t>
            </a:r>
            <a:r>
              <a:rPr lang="en-US"/>
              <a:t> Platform itself (</a:t>
            </a:r>
            <a:r>
              <a:rPr lang="en-US" b="1"/>
              <a:t>next slide</a:t>
            </a:r>
            <a:r>
              <a:rPr lang="en-US"/>
              <a:t>)</a:t>
            </a:r>
          </a:p>
          <a:p>
            <a:endParaRPr lang="en-US"/>
          </a:p>
          <a:p>
            <a:r>
              <a:rPr lang="en-US"/>
              <a:t>Extra info</a:t>
            </a:r>
          </a:p>
          <a:p>
            <a:r>
              <a:rPr lang="en-US"/>
              <a:t>The first step is converting the source code to intermediate language (IL) by a language-specific compiler. </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a:t>Explicit compilation converts the upper level language into object code prior to program execution. Ahead of time (AOT) compilers are designed to ensure that, the CPU can understand every line in the code before any interaction takes place.</a:t>
            </a:r>
          </a:p>
          <a:p>
            <a:endParaRPr lang="en-US"/>
          </a:p>
          <a:p>
            <a:r>
              <a:rPr lang="en-US"/>
              <a:t>The second step is converting the IL to machine instructions. The main difference with the explicit compilers is that only executed fragments of IL code are compiled into machine instructions, at runtime. The .NET framework calls this compiler the JIT (Just-In-Time) compiler. </a:t>
            </a:r>
          </a:p>
          <a:p>
            <a:endParaRPr lang="en-US"/>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a:t>
            </a:fld>
            <a:endParaRPr lang="en-US"/>
          </a:p>
        </p:txBody>
      </p:sp>
    </p:spTree>
    <p:extLst>
      <p:ext uri="{BB962C8B-B14F-4D97-AF65-F5344CB8AC3E}">
        <p14:creationId xmlns:p14="http://schemas.microsoft.com/office/powerpoint/2010/main" val="3192425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179388">
              <a:buClr>
                <a:srgbClr val="00DEE6"/>
              </a:buClr>
            </a:pPr>
            <a:r>
              <a:rPr lang="en-US" sz="1600">
                <a:latin typeface="+mn-lt"/>
              </a:rPr>
              <a:t>The execution environment (CLR)</a:t>
            </a:r>
          </a:p>
          <a:p>
            <a:pPr marL="285750" indent="-285750" defTabSz="179388">
              <a:buClr>
                <a:srgbClr val="00DEE6"/>
              </a:buClr>
              <a:buFont typeface="Arial" panose="020B0604020202020204" pitchFamily="34" charset="0"/>
              <a:buChar char="•"/>
            </a:pPr>
            <a:r>
              <a:rPr lang="en-US" sz="1600">
                <a:latin typeface="+mn-lt"/>
              </a:rPr>
              <a:t>Memory management and garbage collection</a:t>
            </a:r>
          </a:p>
          <a:p>
            <a:pPr marL="285750" indent="-285750" defTabSz="179388">
              <a:buClr>
                <a:srgbClr val="00DEE6"/>
              </a:buClr>
              <a:buFont typeface="Arial" panose="020B0604020202020204" pitchFamily="34" charset="0"/>
              <a:buChar char="•"/>
            </a:pPr>
            <a:r>
              <a:rPr lang="en-US" sz="1600">
                <a:latin typeface="+mn-lt"/>
              </a:rPr>
              <a:t>Code safety verification</a:t>
            </a:r>
          </a:p>
          <a:p>
            <a:pPr marL="285750" indent="-285750" defTabSz="179388">
              <a:buClr>
                <a:srgbClr val="00DEE6"/>
              </a:buClr>
              <a:buFont typeface="Arial" panose="020B0604020202020204" pitchFamily="34" charset="0"/>
              <a:buChar char="•"/>
            </a:pPr>
            <a:r>
              <a:rPr lang="en-US" sz="1600">
                <a:latin typeface="+mn-lt"/>
              </a:rPr>
              <a:t>Code execution, thread management and exception handling</a:t>
            </a:r>
          </a:p>
          <a:p>
            <a:pPr defTabSz="179388">
              <a:buClr>
                <a:srgbClr val="00DEE6"/>
              </a:buClr>
            </a:pPr>
            <a:endParaRPr lang="en-US" sz="1600">
              <a:latin typeface="+mn-lt"/>
            </a:endParaRPr>
          </a:p>
          <a:p>
            <a:pPr marL="0" indent="0" defTabSz="179388">
              <a:buClr>
                <a:srgbClr val="00DEE6"/>
              </a:buClr>
              <a:buFont typeface="Arial" panose="020B0604020202020204" pitchFamily="34" charset="0"/>
              <a:buNone/>
            </a:pPr>
            <a:r>
              <a:rPr lang="en-US" sz="1600">
                <a:latin typeface="+mn-lt"/>
              </a:rPr>
              <a:t>The programing tools (SDK)</a:t>
            </a:r>
          </a:p>
          <a:p>
            <a:pPr marL="285750" indent="-285750" defTabSz="179388">
              <a:buClr>
                <a:srgbClr val="00DEE6"/>
              </a:buClr>
              <a:buFont typeface="Arial" panose="020B0604020202020204" pitchFamily="34" charset="0"/>
              <a:buChar char="•"/>
            </a:pPr>
            <a:r>
              <a:rPr lang="en-US" sz="1600">
                <a:latin typeface="+mn-lt"/>
              </a:rPr>
              <a:t>.NET-compliant compilers (e.g., C#. Visual basic .NET, F#)</a:t>
            </a:r>
          </a:p>
          <a:p>
            <a:pPr marL="285750" indent="-285750" defTabSz="179388">
              <a:buClr>
                <a:srgbClr val="00DEE6"/>
              </a:buClr>
              <a:buFont typeface="Arial" panose="020B0604020202020204" pitchFamily="34" charset="0"/>
              <a:buChar char="•"/>
            </a:pPr>
            <a:r>
              <a:rPr lang="en-US" sz="1600">
                <a:latin typeface="+mn-lt"/>
              </a:rPr>
              <a:t>Debuggers</a:t>
            </a:r>
          </a:p>
          <a:p>
            <a:pPr marL="285750" indent="-285750" defTabSz="179388">
              <a:buClr>
                <a:srgbClr val="00DEE6"/>
              </a:buClr>
              <a:buFont typeface="Arial" panose="020B0604020202020204" pitchFamily="34" charset="0"/>
              <a:buChar char="•"/>
            </a:pPr>
            <a:r>
              <a:rPr lang="en-US" sz="1600">
                <a:latin typeface="+mn-lt"/>
              </a:rPr>
              <a:t>Web development server-side technologies, such as ASP.NET </a:t>
            </a:r>
          </a:p>
          <a:p>
            <a:pPr marL="285750" indent="-285750" defTabSz="179388">
              <a:buClr>
                <a:srgbClr val="00DEE6"/>
              </a:buClr>
              <a:buFont typeface="Arial" panose="020B0604020202020204" pitchFamily="34" charset="0"/>
              <a:buChar char="•"/>
            </a:pPr>
            <a:endParaRPr lang="en-US" sz="1600">
              <a:latin typeface="+mn-lt"/>
            </a:endParaRPr>
          </a:p>
          <a:p>
            <a:pPr marL="0" indent="0" defTabSz="179388">
              <a:buClr>
                <a:srgbClr val="00DEE6"/>
              </a:buClr>
              <a:buFont typeface="Arial" panose="020B0604020202020204" pitchFamily="34" charset="0"/>
              <a:buNone/>
            </a:pPr>
            <a:r>
              <a:rPr lang="en-US" sz="1600">
                <a:latin typeface="+mn-lt"/>
              </a:rPr>
              <a:t>The Base Class Library</a:t>
            </a:r>
          </a:p>
          <a:p>
            <a:pPr marL="285750" indent="-285750" defTabSz="179388">
              <a:buClr>
                <a:srgbClr val="00DEE6"/>
              </a:buClr>
              <a:buFont typeface="Arial" panose="020B0604020202020204" pitchFamily="34" charset="0"/>
              <a:buChar char="•"/>
            </a:pPr>
            <a:r>
              <a:rPr lang="en-US" sz="1600">
                <a:latin typeface="+mn-lt"/>
              </a:rPr>
              <a:t>File manipulation, string manipulation, security and encryption</a:t>
            </a:r>
          </a:p>
          <a:p>
            <a:pPr marL="285750" indent="-285750" defTabSz="179388">
              <a:buClr>
                <a:srgbClr val="00DEE6"/>
              </a:buClr>
              <a:buFont typeface="Arial" panose="020B0604020202020204" pitchFamily="34" charset="0"/>
              <a:buChar char="•"/>
            </a:pPr>
            <a:r>
              <a:rPr lang="en-US" sz="1600">
                <a:latin typeface="+mn-lt"/>
              </a:rPr>
              <a:t>Collection classes that implements lists, dictionaries, hash tables and bit arrays</a:t>
            </a:r>
          </a:p>
          <a:p>
            <a:pPr marL="285750" indent="-285750" defTabSz="179388">
              <a:buClr>
                <a:srgbClr val="00DEE6"/>
              </a:buClr>
              <a:buFont typeface="Arial" panose="020B0604020202020204" pitchFamily="34" charset="0"/>
              <a:buChar char="•"/>
            </a:pPr>
            <a:r>
              <a:rPr lang="en-US" sz="1600">
                <a:latin typeface="+mn-lt"/>
              </a:rPr>
              <a:t>Classes for building multithreaded programs</a:t>
            </a:r>
          </a:p>
          <a:p>
            <a:pPr marL="285750" indent="-285750" defTabSz="179388">
              <a:buClr>
                <a:srgbClr val="00DEE6"/>
              </a:buClr>
              <a:buFont typeface="Arial" panose="020B0604020202020204" pitchFamily="34" charset="0"/>
              <a:buChar char="•"/>
            </a:pPr>
            <a:r>
              <a:rPr lang="en-US" sz="1600">
                <a:latin typeface="+mn-lt"/>
              </a:rPr>
              <a:t>And a lot more</a:t>
            </a:r>
          </a:p>
          <a:p>
            <a:endParaRPr lang="en-US"/>
          </a:p>
          <a:p>
            <a:r>
              <a:rPr lang="en-US" err="1"/>
              <a:t>.Net</a:t>
            </a:r>
            <a:r>
              <a:rPr lang="en-US"/>
              <a:t> Standard is a specification of .NET APIs that have implementation for each runtme. </a:t>
            </a:r>
          </a:p>
          <a:p>
            <a:r>
              <a:rPr lang="en-US"/>
              <a:t>So, code created for one runtime can also be executed on other runtime</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7</a:t>
            </a:fld>
            <a:endParaRPr lang="en-US"/>
          </a:p>
        </p:txBody>
      </p:sp>
    </p:spTree>
    <p:extLst>
      <p:ext uri="{BB962C8B-B14F-4D97-AF65-F5344CB8AC3E}">
        <p14:creationId xmlns:p14="http://schemas.microsoft.com/office/powerpoint/2010/main" val="3346297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.NET Standard is versioned. Each new version adds more APIs. When a library is built against a certain version of .NET Standard, it can run on any .NET implementation that implements that version of .NET Standard (or higher).</a:t>
            </a:r>
          </a:p>
          <a:p>
            <a:endParaRPr lang="en-US"/>
          </a:p>
          <a:p>
            <a:r>
              <a:rPr lang="en-US"/>
              <a:t>Targeting a higher version of .NET Standard allows a library to use more APIs, but means it can only be used on more recent versions of .NET. Targeting a lower version reduces the available APIs, but means the library can run in more places.</a:t>
            </a:r>
          </a:p>
          <a:p>
            <a:endParaRPr lang="en-US"/>
          </a:p>
          <a:p>
            <a:pPr algn="l"/>
            <a:r>
              <a:rPr lang="en-US" b="0" i="0">
                <a:solidFill>
                  <a:srgbClr val="171717"/>
                </a:solidFill>
                <a:effectLst/>
                <a:latin typeface="Segoe UI" panose="020B0502040204020203" pitchFamily="34" charset="0"/>
              </a:rPr>
              <a:t>The various .NET implementations target specific versions of .NET Standard. Each .NET implementation version advertises the highest .NET Standard version it supports, a statement that means it also supports previous versions. For example, .NET Framework 4.6 implements .NET Standard 1.3, which means that it exposes all APIs defined in .NET Standard versions 1.0 through 1.3. Similarly, .NET Framework 4.6.1 implements .NET Standard 1.4, while .NET 5.0 implements .NET Standard 2.1.</a:t>
            </a:r>
          </a:p>
          <a:p>
            <a:pPr algn="l"/>
            <a:r>
              <a:rPr lang="en-US" b="0" i="0">
                <a:solidFill>
                  <a:srgbClr val="171717"/>
                </a:solidFill>
                <a:effectLst/>
                <a:latin typeface="Segoe UI" panose="020B0502040204020203" pitchFamily="34" charset="0"/>
              </a:rPr>
              <a:t>The following table lists the </a:t>
            </a:r>
            <a:r>
              <a:rPr lang="en-US" b="1" i="0">
                <a:solidFill>
                  <a:srgbClr val="171717"/>
                </a:solidFill>
                <a:effectLst/>
                <a:latin typeface="Segoe UI" panose="020B0502040204020203" pitchFamily="34" charset="0"/>
              </a:rPr>
              <a:t>minimum</a:t>
            </a:r>
            <a:r>
              <a:rPr lang="en-US" b="0" i="0">
                <a:solidFill>
                  <a:srgbClr val="171717"/>
                </a:solidFill>
                <a:effectLst/>
                <a:latin typeface="Segoe UI" panose="020B0502040204020203" pitchFamily="34" charset="0"/>
              </a:rPr>
              <a:t> implementation versions that support each .NET Standard version. That means that later versions of a listed implementation also support the corresponding .NET Standard version. For example, .NET Core 2.1 and later versions support .NET Standard 2.0 and earlier versions.</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8</a:t>
            </a:fld>
            <a:endParaRPr lang="en-US"/>
          </a:p>
        </p:txBody>
      </p:sp>
    </p:spTree>
    <p:extLst>
      <p:ext uri="{BB962C8B-B14F-4D97-AF65-F5344CB8AC3E}">
        <p14:creationId xmlns:p14="http://schemas.microsoft.com/office/powerpoint/2010/main" val="721275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179388">
              <a:buClr>
                <a:srgbClr val="00DEE6"/>
              </a:buClr>
              <a:buFont typeface="Arial" panose="020B0604020202020204" pitchFamily="34" charset="0"/>
              <a:buNone/>
            </a:pPr>
            <a:r>
              <a:rPr lang="en-US" sz="1600">
                <a:solidFill>
                  <a:schemeClr val="accent2"/>
                </a:solidFill>
                <a:latin typeface="+mn-lt"/>
              </a:rPr>
              <a:t>Visual Studio</a:t>
            </a:r>
            <a:r>
              <a:rPr lang="en-US" sz="1600">
                <a:latin typeface="+mn-lt"/>
              </a:rPr>
              <a:t> is an integrated development environment for working with .NET-languages. </a:t>
            </a:r>
          </a:p>
          <a:p>
            <a:pPr marL="0" indent="0" defTabSz="179388">
              <a:buClr>
                <a:srgbClr val="00DEE6"/>
              </a:buClr>
              <a:buFont typeface="Arial" panose="020B0604020202020204" pitchFamily="34" charset="0"/>
              <a:buNone/>
            </a:pPr>
            <a:r>
              <a:rPr lang="en-US" sz="1600">
                <a:latin typeface="+mn-lt"/>
              </a:rPr>
              <a:t>Like other IDEs, VS makes the process of writing a source code, compiling it, managing dependencies, </a:t>
            </a:r>
            <a:br>
              <a:rPr lang="en-US" sz="1600">
                <a:latin typeface="+mn-lt"/>
              </a:rPr>
            </a:br>
            <a:r>
              <a:rPr lang="en-US" sz="1600">
                <a:latin typeface="+mn-lt"/>
              </a:rPr>
              <a:t>building an assembly and debugging easier and faster.</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9</a:t>
            </a:fld>
            <a:endParaRPr lang="en-US"/>
          </a:p>
        </p:txBody>
      </p:sp>
    </p:spTree>
    <p:extLst>
      <p:ext uri="{BB962C8B-B14F-4D97-AF65-F5344CB8AC3E}">
        <p14:creationId xmlns:p14="http://schemas.microsoft.com/office/powerpoint/2010/main" val="3344700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Like any other computer program Visual Studio works with a specific type of files. </a:t>
            </a:r>
            <a:br>
              <a:rPr lang="en-US"/>
            </a:br>
            <a:r>
              <a:rPr lang="en-US"/>
              <a:t>For example if use Word you work with word-documents, if you use Excel you work with excel spreadsheet.</a:t>
            </a:r>
            <a:br>
              <a:rPr lang="en-US"/>
            </a:br>
            <a:r>
              <a:rPr lang="en-US"/>
              <a:t>So, when you work with VS you open a solution, it consists of projects that consists of files. </a:t>
            </a:r>
          </a:p>
          <a:p>
            <a:r>
              <a:rPr lang="en-US"/>
              <a:t>The key is that the project can be built. Building is a general term for compiling, linking and other actions to convert your code which is human understandable into a machine code, or IL or whatever else that is executable.</a:t>
            </a:r>
          </a:p>
          <a:p>
            <a:r>
              <a:rPr lang="en-US"/>
              <a:t>Visual studio supports different types of application, it can EXE or a class library (a DLL)</a:t>
            </a:r>
          </a:p>
          <a:p>
            <a:endParaRPr lang="en-US"/>
          </a:p>
          <a:p>
            <a:r>
              <a:rPr lang="en-US"/>
              <a:t>Solution explorer is file oriented. </a:t>
            </a:r>
          </a:p>
          <a:p>
            <a:endParaRPr lang="en-US"/>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a:latin typeface="+mn-lt"/>
              </a:rPr>
              <a:t>Class view provides a logical view based on the relationships of namespaces, classes, interfaces and </a:t>
            </a:r>
            <a:r>
              <a:rPr lang="en-US" sz="1600" err="1">
                <a:latin typeface="+mn-lt"/>
              </a:rPr>
              <a:t>enums</a:t>
            </a:r>
            <a:r>
              <a:rPr lang="en-US" sz="1600">
                <a:latin typeface="+mn-lt"/>
              </a:rPr>
              <a:t> within a project.</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10</a:t>
            </a:fld>
            <a:endParaRPr lang="en-US"/>
          </a:p>
        </p:txBody>
      </p:sp>
    </p:spTree>
    <p:extLst>
      <p:ext uri="{BB962C8B-B14F-4D97-AF65-F5344CB8AC3E}">
        <p14:creationId xmlns:p14="http://schemas.microsoft.com/office/powerpoint/2010/main" val="4231061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13</a:t>
            </a:fld>
            <a:endParaRPr lang="en-US"/>
          </a:p>
        </p:txBody>
      </p:sp>
    </p:spTree>
    <p:extLst>
      <p:ext uri="{BB962C8B-B14F-4D97-AF65-F5344CB8AC3E}">
        <p14:creationId xmlns:p14="http://schemas.microsoft.com/office/powerpoint/2010/main" val="50301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17</a:t>
            </a:fld>
            <a:endParaRPr lang="en-US"/>
          </a:p>
        </p:txBody>
      </p:sp>
    </p:spTree>
    <p:extLst>
      <p:ext uri="{BB962C8B-B14F-4D97-AF65-F5344CB8AC3E}">
        <p14:creationId xmlns:p14="http://schemas.microsoft.com/office/powerpoint/2010/main" val="3078578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21</a:t>
            </a:fld>
            <a:endParaRPr lang="en-US"/>
          </a:p>
        </p:txBody>
      </p:sp>
    </p:spTree>
    <p:extLst>
      <p:ext uri="{BB962C8B-B14F-4D97-AF65-F5344CB8AC3E}">
        <p14:creationId xmlns:p14="http://schemas.microsoft.com/office/powerpoint/2010/main" val="2105695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you create an app or website in Visual Studio, you start with a </a:t>
            </a:r>
            <a:r>
              <a:rPr lang="en-US" b="1"/>
              <a:t>project</a:t>
            </a:r>
            <a:r>
              <a:rPr lang="en-US"/>
              <a:t>. </a:t>
            </a:r>
          </a:p>
          <a:p>
            <a:r>
              <a:rPr lang="en-US"/>
              <a:t>In a logical sense, a project contains all files that are compiled into an executable, library, or website. Those files can include source code, icons, images, data files, and so on. </a:t>
            </a:r>
          </a:p>
          <a:p>
            <a:r>
              <a:rPr lang="en-US"/>
              <a:t>A project also contains compiler settings and other configuration files that might be needed by various services or components that your program communicates with.</a:t>
            </a:r>
          </a:p>
          <a:p>
            <a:endParaRPr lang="en-US"/>
          </a:p>
          <a:p>
            <a:r>
              <a:rPr lang="en-US" b="0" i="0">
                <a:solidFill>
                  <a:srgbClr val="171717"/>
                </a:solidFill>
                <a:effectLst/>
                <a:latin typeface="Segoe UI" panose="020B0502040204020203" pitchFamily="34" charset="0"/>
              </a:rPr>
              <a:t>The easiest way to create a new project is to use a project template for the project type you want. A project template includes a basic set of pre-generated code files, config files, assets, and settings. Use </a:t>
            </a:r>
            <a:r>
              <a:rPr lang="en-US" b="1" i="0">
                <a:solidFill>
                  <a:srgbClr val="171717"/>
                </a:solidFill>
                <a:effectLst/>
                <a:latin typeface="Segoe UI" panose="020B0502040204020203" pitchFamily="34" charset="0"/>
              </a:rPr>
              <a:t>File</a:t>
            </a:r>
            <a:r>
              <a:rPr lang="en-US" b="0" i="0">
                <a:solidFill>
                  <a:srgbClr val="171717"/>
                </a:solidFill>
                <a:effectLst/>
                <a:latin typeface="Segoe UI" panose="020B0502040204020203" pitchFamily="34" charset="0"/>
              </a:rPr>
              <a:t> &gt; </a:t>
            </a:r>
            <a:r>
              <a:rPr lang="en-US" b="1" i="0">
                <a:solidFill>
                  <a:srgbClr val="171717"/>
                </a:solidFill>
                <a:effectLst/>
                <a:latin typeface="Segoe UI" panose="020B0502040204020203" pitchFamily="34" charset="0"/>
              </a:rPr>
              <a:t>New</a:t>
            </a:r>
            <a:r>
              <a:rPr lang="en-US" b="0" i="0">
                <a:solidFill>
                  <a:srgbClr val="171717"/>
                </a:solidFill>
                <a:effectLst/>
                <a:latin typeface="Segoe UI" panose="020B0502040204020203" pitchFamily="34" charset="0"/>
              </a:rPr>
              <a:t> &gt; </a:t>
            </a:r>
            <a:r>
              <a:rPr lang="en-US" b="1" i="0">
                <a:solidFill>
                  <a:srgbClr val="171717"/>
                </a:solidFill>
                <a:effectLst/>
                <a:latin typeface="Segoe UI" panose="020B0502040204020203" pitchFamily="34" charset="0"/>
              </a:rPr>
              <a:t>Project</a:t>
            </a:r>
            <a:r>
              <a:rPr lang="en-US" b="0" i="0">
                <a:solidFill>
                  <a:srgbClr val="171717"/>
                </a:solidFill>
                <a:effectLst/>
                <a:latin typeface="Segoe UI" panose="020B0502040204020203" pitchFamily="34" charset="0"/>
              </a:rPr>
              <a:t> to select a project template.</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A project is contained within a </a:t>
            </a:r>
            <a:r>
              <a:rPr lang="en-US" b="0" i="1">
                <a:solidFill>
                  <a:srgbClr val="171717"/>
                </a:solidFill>
                <a:effectLst/>
                <a:latin typeface="Segoe UI" panose="020B0502040204020203" pitchFamily="34" charset="0"/>
              </a:rPr>
              <a:t>solution</a:t>
            </a:r>
            <a:r>
              <a:rPr lang="en-US" b="0" i="0">
                <a:solidFill>
                  <a:srgbClr val="171717"/>
                </a:solidFill>
                <a:effectLst/>
                <a:latin typeface="Segoe UI" panose="020B0502040204020203" pitchFamily="34" charset="0"/>
              </a:rPr>
              <a:t>. It's simply a container for one or more related projects, along with build information, Visual Studio window settings, and any miscellaneous files that aren't associated with a particular project. </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22</a:t>
            </a:fld>
            <a:endParaRPr lang="en-US"/>
          </a:p>
        </p:txBody>
      </p:sp>
    </p:spTree>
    <p:extLst>
      <p:ext uri="{BB962C8B-B14F-4D97-AF65-F5344CB8AC3E}">
        <p14:creationId xmlns:p14="http://schemas.microsoft.com/office/powerpoint/2010/main" val="2958717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179388">
              <a:buClr>
                <a:srgbClr val="00DEE6"/>
              </a:buClr>
              <a:buFont typeface="Arial" panose="020B0604020202020204" pitchFamily="34" charset="0"/>
              <a:buNone/>
            </a:pPr>
            <a:r>
              <a:rPr lang="en-US" sz="1600">
                <a:latin typeface="+mn-lt"/>
              </a:rPr>
              <a:t>C# is an objective oriented language. So, any C# program consist of a set of class declarations. </a:t>
            </a: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r>
              <a:rPr lang="en-US" sz="1600">
                <a:solidFill>
                  <a:schemeClr val="accent2"/>
                </a:solidFill>
                <a:latin typeface="+mn-lt"/>
              </a:rPr>
              <a:t>Class</a:t>
            </a:r>
            <a:r>
              <a:rPr lang="en-US" sz="1600">
                <a:latin typeface="+mn-lt"/>
              </a:rPr>
              <a:t> is a user defined data type that simulates an entity of some domain area (e.g. </a:t>
            </a:r>
            <a:r>
              <a:rPr lang="en-US" sz="1600" i="1">
                <a:latin typeface="+mn-lt"/>
              </a:rPr>
              <a:t>Transaction</a:t>
            </a:r>
            <a:r>
              <a:rPr lang="en-US" sz="1600">
                <a:latin typeface="+mn-lt"/>
              </a:rPr>
              <a:t> in a trading system or </a:t>
            </a:r>
            <a:br>
              <a:rPr lang="en-US" sz="1600">
                <a:latin typeface="+mn-lt"/>
              </a:rPr>
            </a:br>
            <a:r>
              <a:rPr lang="en-US" sz="1600">
                <a:latin typeface="+mn-lt"/>
              </a:rPr>
              <a:t>a </a:t>
            </a:r>
            <a:r>
              <a:rPr lang="en-US" sz="1600" i="1">
                <a:latin typeface="+mn-lt"/>
              </a:rPr>
              <a:t>Student</a:t>
            </a:r>
            <a:r>
              <a:rPr lang="en-US" sz="1600">
                <a:latin typeface="+mn-lt"/>
              </a:rPr>
              <a:t> in grade university program). Class defines a blueprint that can be used to define an instance (called an object)</a:t>
            </a:r>
            <a:br>
              <a:rPr lang="en-US" sz="1600">
                <a:latin typeface="+mn-lt"/>
              </a:rPr>
            </a:br>
            <a:r>
              <a:rPr lang="en-US" sz="1600">
                <a:latin typeface="+mn-lt"/>
              </a:rPr>
              <a:t>the class.</a:t>
            </a: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r>
              <a:rPr lang="en-US" sz="1600">
                <a:latin typeface="+mn-lt"/>
              </a:rPr>
              <a:t>Simply speaking (without digging in the details of the OOP paradigm that will be explained in the next modules) </a:t>
            </a:r>
            <a:br>
              <a:rPr lang="en-US" sz="1600">
                <a:latin typeface="+mn-lt"/>
              </a:rPr>
            </a:br>
            <a:r>
              <a:rPr lang="en-US" sz="1600">
                <a:latin typeface="+mn-lt"/>
              </a:rPr>
              <a:t>a </a:t>
            </a:r>
            <a:r>
              <a:rPr lang="en-US" sz="1600">
                <a:solidFill>
                  <a:schemeClr val="accent2"/>
                </a:solidFill>
                <a:latin typeface="+mn-lt"/>
              </a:rPr>
              <a:t>class</a:t>
            </a:r>
            <a:r>
              <a:rPr lang="en-US" sz="1600">
                <a:latin typeface="+mn-lt"/>
              </a:rPr>
              <a:t> combines the methods that can do some calculations or data manipulation and the data that is needed for doing </a:t>
            </a:r>
            <a:br>
              <a:rPr lang="en-US" sz="1600">
                <a:latin typeface="+mn-lt"/>
              </a:rPr>
            </a:br>
            <a:r>
              <a:rPr lang="en-US" sz="1600">
                <a:latin typeface="+mn-lt"/>
              </a:rPr>
              <a:t>these operations.</a:t>
            </a: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r>
              <a:rPr lang="en-US" sz="1600">
                <a:latin typeface="+mn-lt"/>
              </a:rPr>
              <a:t>In our example class </a:t>
            </a:r>
            <a:r>
              <a:rPr lang="en-US" sz="1600" i="1">
                <a:latin typeface="+mn-lt"/>
              </a:rPr>
              <a:t>Program</a:t>
            </a:r>
            <a:r>
              <a:rPr lang="en-US" sz="1600">
                <a:latin typeface="+mn-lt"/>
              </a:rPr>
              <a:t> has only one method (with name </a:t>
            </a:r>
            <a:r>
              <a:rPr lang="en-US" sz="1600" i="1">
                <a:latin typeface="+mn-lt"/>
              </a:rPr>
              <a:t>Main</a:t>
            </a:r>
            <a:r>
              <a:rPr lang="en-US" sz="1600">
                <a:latin typeface="+mn-lt"/>
              </a:rPr>
              <a:t>) that contains only one statement that call a method</a:t>
            </a:r>
            <a:br>
              <a:rPr lang="en-US" sz="1600">
                <a:latin typeface="+mn-lt"/>
              </a:rPr>
            </a:br>
            <a:r>
              <a:rPr lang="en-US" sz="1600">
                <a:latin typeface="+mn-lt"/>
              </a:rPr>
              <a:t>from Console class to print an output to the console.</a:t>
            </a: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r>
              <a:rPr lang="en-US" sz="1600">
                <a:latin typeface="+mn-lt"/>
              </a:rPr>
              <a:t>Method </a:t>
            </a:r>
            <a:r>
              <a:rPr lang="en-US" sz="1600" i="1">
                <a:latin typeface="+mn-lt"/>
              </a:rPr>
              <a:t>Main</a:t>
            </a:r>
            <a:r>
              <a:rPr lang="en-US" sz="1600">
                <a:latin typeface="+mn-lt"/>
              </a:rPr>
              <a:t> is a special one. Every C# program must have method called </a:t>
            </a:r>
            <a:r>
              <a:rPr lang="en-US" sz="1600" i="1">
                <a:latin typeface="+mn-lt"/>
              </a:rPr>
              <a:t>Main</a:t>
            </a:r>
            <a:r>
              <a:rPr lang="en-US" sz="1600">
                <a:latin typeface="+mn-lt"/>
              </a:rPr>
              <a:t>, it marks an </a:t>
            </a:r>
            <a:r>
              <a:rPr lang="en-US" sz="1600" b="1">
                <a:latin typeface="+mn-lt"/>
              </a:rPr>
              <a:t>entry point</a:t>
            </a:r>
            <a:r>
              <a:rPr lang="en-US" sz="1600">
                <a:latin typeface="+mn-lt"/>
              </a:rPr>
              <a:t> of the program</a:t>
            </a:r>
            <a:br>
              <a:rPr lang="en-US" sz="1600">
                <a:latin typeface="+mn-lt"/>
              </a:rPr>
            </a:br>
            <a:r>
              <a:rPr lang="en-US" sz="1600">
                <a:latin typeface="+mn-lt"/>
              </a:rPr>
              <a:t>for the C# compiler.</a:t>
            </a:r>
          </a:p>
          <a:p>
            <a:pPr marL="0" indent="0" defTabSz="179388">
              <a:buClr>
                <a:srgbClr val="00DEE6"/>
              </a:buClr>
              <a:buFont typeface="Arial" panose="020B0604020202020204" pitchFamily="34" charset="0"/>
              <a:buNone/>
            </a:pPr>
            <a:endParaRPr lang="en-US" sz="1600">
              <a:latin typeface="+mn-lt"/>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23</a:t>
            </a:fld>
            <a:endParaRPr lang="en-US"/>
          </a:p>
        </p:txBody>
      </p:sp>
    </p:spTree>
    <p:extLst>
      <p:ext uri="{BB962C8B-B14F-4D97-AF65-F5344CB8AC3E}">
        <p14:creationId xmlns:p14="http://schemas.microsoft.com/office/powerpoint/2010/main" val="168465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a:latin typeface="+mn-lt"/>
              </a:rPr>
              <a:t>To declare a class we need to use </a:t>
            </a:r>
            <a:r>
              <a:rPr lang="en-US" sz="1600" b="1">
                <a:latin typeface="+mn-lt"/>
              </a:rPr>
              <a:t>keyword</a:t>
            </a:r>
            <a:r>
              <a:rPr lang="en-US" sz="1600">
                <a:latin typeface="+mn-lt"/>
              </a:rPr>
              <a:t> class followed by an </a:t>
            </a:r>
            <a:r>
              <a:rPr lang="en-US" sz="1600" b="1">
                <a:latin typeface="+mn-lt"/>
              </a:rPr>
              <a:t>identifier</a:t>
            </a:r>
            <a:r>
              <a:rPr lang="en-US" sz="1600">
                <a:latin typeface="+mn-lt"/>
              </a:rPr>
              <a:t> and opening curly brace. The end of the class</a:t>
            </a:r>
            <a:br>
              <a:rPr lang="en-US" sz="1600">
                <a:latin typeface="+mn-lt"/>
              </a:rPr>
            </a:br>
            <a:r>
              <a:rPr lang="en-US" sz="1600">
                <a:latin typeface="+mn-lt"/>
              </a:rPr>
              <a:t>declaration is a matching closing curly brace.</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24</a:t>
            </a:fld>
            <a:endParaRPr lang="en-US"/>
          </a:p>
        </p:txBody>
      </p:sp>
    </p:spTree>
    <p:extLst>
      <p:ext uri="{BB962C8B-B14F-4D97-AF65-F5344CB8AC3E}">
        <p14:creationId xmlns:p14="http://schemas.microsoft.com/office/powerpoint/2010/main" val="2679257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179388">
              <a:spcAft>
                <a:spcPts val="1200"/>
              </a:spcAft>
              <a:buClr>
                <a:srgbClr val="00DEE6"/>
              </a:buClr>
              <a:buFont typeface="Arial" panose="020B0604020202020204" pitchFamily="34" charset="0"/>
              <a:buNone/>
            </a:pPr>
            <a:r>
              <a:rPr lang="en-US" sz="1600">
                <a:latin typeface="+mn-lt"/>
              </a:rPr>
              <a:t>A </a:t>
            </a:r>
            <a:r>
              <a:rPr lang="en-US" sz="1600">
                <a:solidFill>
                  <a:schemeClr val="accent2"/>
                </a:solidFill>
                <a:latin typeface="+mn-lt"/>
              </a:rPr>
              <a:t>namespace</a:t>
            </a:r>
            <a:r>
              <a:rPr lang="en-US" sz="1600">
                <a:latin typeface="+mn-lt"/>
              </a:rPr>
              <a:t> a way of grouping a related set of type declarations and giving the group a name.</a:t>
            </a:r>
          </a:p>
          <a:p>
            <a:pPr marL="0" indent="0" defTabSz="179388">
              <a:spcAft>
                <a:spcPts val="1200"/>
              </a:spcAft>
              <a:buClr>
                <a:srgbClr val="00DEE6"/>
              </a:buClr>
              <a:buFont typeface="Arial" panose="020B0604020202020204" pitchFamily="34" charset="0"/>
              <a:buNone/>
            </a:pPr>
            <a:r>
              <a:rPr lang="en-US" sz="1600">
                <a:latin typeface="+mn-lt"/>
              </a:rPr>
              <a:t>A namespace provides following possibilities:</a:t>
            </a:r>
          </a:p>
          <a:p>
            <a:pPr marL="285750" indent="-285750" defTabSz="179388">
              <a:spcAft>
                <a:spcPts val="1200"/>
              </a:spcAft>
              <a:buClr>
                <a:srgbClr val="00DEE6"/>
              </a:buClr>
              <a:buFont typeface="Arial" panose="020B0604020202020204" pitchFamily="34" charset="0"/>
              <a:buChar char="•"/>
            </a:pPr>
            <a:r>
              <a:rPr lang="en-US" sz="1600">
                <a:latin typeface="+mn-lt"/>
              </a:rPr>
              <a:t>Organize logical grouping of related classes and other type declarations.</a:t>
            </a:r>
          </a:p>
          <a:p>
            <a:pPr marL="285750" indent="-285750" defTabSz="179388">
              <a:spcAft>
                <a:spcPts val="1200"/>
              </a:spcAft>
              <a:buClr>
                <a:srgbClr val="00DEE6"/>
              </a:buClr>
              <a:buFont typeface="Arial" panose="020B0604020202020204" pitchFamily="34" charset="0"/>
              <a:buChar char="•"/>
            </a:pPr>
            <a:r>
              <a:rPr lang="en-US" sz="1600">
                <a:latin typeface="+mn-lt"/>
              </a:rPr>
              <a:t>Resolve naming conflicts. So, two or more classes can have the same name if they are in the different namespaces </a:t>
            </a:r>
          </a:p>
          <a:p>
            <a:pPr defTabSz="179388">
              <a:spcAft>
                <a:spcPts val="1200"/>
              </a:spcAft>
              <a:buClr>
                <a:srgbClr val="00DEE6"/>
              </a:buClr>
            </a:pPr>
            <a:r>
              <a:rPr lang="en-US" sz="1600">
                <a:latin typeface="+mn-lt"/>
              </a:rPr>
              <a:t>A namespace declaration starts from the keyword </a:t>
            </a:r>
            <a:r>
              <a:rPr lang="en-US" sz="1600">
                <a:solidFill>
                  <a:schemeClr val="accent2"/>
                </a:solidFill>
                <a:latin typeface="+mn-lt"/>
              </a:rPr>
              <a:t>namespace</a:t>
            </a:r>
            <a:r>
              <a:rPr lang="en-US" sz="1600">
                <a:latin typeface="+mn-lt"/>
              </a:rPr>
              <a:t> followed by a namespace name and opening curly brace. The end of a namespace declaration is the matching closing curly brace.</a:t>
            </a:r>
          </a:p>
          <a:p>
            <a:pPr defTabSz="179388">
              <a:spcAft>
                <a:spcPts val="1200"/>
              </a:spcAft>
              <a:buClr>
                <a:srgbClr val="00DEE6"/>
              </a:buClr>
            </a:pPr>
            <a:r>
              <a:rPr lang="en-US" sz="1600">
                <a:latin typeface="+mn-lt"/>
              </a:rPr>
              <a:t>A member of a namespace can be accessed by using a “dot-operator” (.). In the </a:t>
            </a:r>
            <a:r>
              <a:rPr lang="en-US" sz="1600" err="1">
                <a:latin typeface="+mn-lt"/>
              </a:rPr>
              <a:t>FirstConsoleApp</a:t>
            </a:r>
            <a:r>
              <a:rPr lang="en-US" sz="1600">
                <a:latin typeface="+mn-lt"/>
              </a:rPr>
              <a:t> we used a dot to access the class Console from System namespace.</a:t>
            </a:r>
          </a:p>
          <a:p>
            <a:pPr defTabSz="179388">
              <a:spcAft>
                <a:spcPts val="1200"/>
              </a:spcAft>
              <a:buClr>
                <a:srgbClr val="00DEE6"/>
              </a:buClr>
            </a:pPr>
            <a:r>
              <a:rPr lang="en-US" sz="1600">
                <a:latin typeface="+mn-lt"/>
              </a:rPr>
              <a:t>Like the folder hierarchy namespaces can be nested in each other. </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25</a:t>
            </a:fld>
            <a:endParaRPr lang="en-US"/>
          </a:p>
        </p:txBody>
      </p:sp>
    </p:spTree>
    <p:extLst>
      <p:ext uri="{BB962C8B-B14F-4D97-AF65-F5344CB8AC3E}">
        <p14:creationId xmlns:p14="http://schemas.microsoft.com/office/powerpoint/2010/main" val="700631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big part of development is reusing of code, yours and other peoples.</a:t>
            </a:r>
          </a:p>
          <a:p>
            <a:r>
              <a:rPr lang="en-US"/>
              <a:t>So, in </a:t>
            </a:r>
            <a:r>
              <a:rPr lang="en-US" err="1"/>
              <a:t>.Net</a:t>
            </a:r>
            <a:r>
              <a:rPr lang="en-US"/>
              <a:t> application if you want to use some code from another assembly you just use the full name of the class.</a:t>
            </a:r>
          </a:p>
          <a:p>
            <a:r>
              <a:rPr lang="en-US"/>
              <a:t>For example, we used WriteLine method with full name </a:t>
            </a:r>
            <a:r>
              <a:rPr lang="en-US" err="1"/>
              <a:t>System.Console.WriteLine</a:t>
            </a:r>
            <a:r>
              <a:rPr lang="en-US"/>
              <a:t>  And if you are only using a class in one place, calling it by its full name is convinient way to go.</a:t>
            </a:r>
            <a:br>
              <a:rPr lang="en-US"/>
            </a:br>
            <a:r>
              <a:rPr lang="en-US"/>
              <a:t>But imagine if you have dozens of places in one file of code where you use some other class than it becomes an awkward way. So, you can use “using” instead of providing full name. </a:t>
            </a:r>
          </a:p>
          <a:p>
            <a:endParaRPr lang="en-US"/>
          </a:p>
          <a:p>
            <a:r>
              <a:rPr lang="en-US"/>
              <a:t>One thing that some people who are new in </a:t>
            </a:r>
            <a:r>
              <a:rPr lang="en-US" err="1"/>
              <a:t>.Net</a:t>
            </a:r>
            <a:r>
              <a:rPr lang="en-US"/>
              <a:t> get confused about is the difference between adding a reference and using a namespace. </a:t>
            </a:r>
          </a:p>
          <a:p>
            <a:r>
              <a:rPr lang="en-US"/>
              <a:t>Adding a reference to a project makes the code on other assembly available to you, but you’ll still need to call it by full name. The Using keyword let you type less and make the source code more concise, but it doesn’t automatically add the reference. </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26</a:t>
            </a:fld>
            <a:endParaRPr lang="en-US"/>
          </a:p>
        </p:txBody>
      </p:sp>
    </p:spTree>
    <p:extLst>
      <p:ext uri="{BB962C8B-B14F-4D97-AF65-F5344CB8AC3E}">
        <p14:creationId xmlns:p14="http://schemas.microsoft.com/office/powerpoint/2010/main" val="35604903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can use a block whenever the syntax requires a statement but the action you</a:t>
            </a:r>
          </a:p>
          <a:p>
            <a:r>
              <a:rPr lang="en-US"/>
              <a:t>need requires more than one simple statement.</a:t>
            </a:r>
          </a:p>
          <a:p>
            <a:r>
              <a:rPr lang="en-US"/>
              <a:t>• Certain program constructs require blocks. In these constructs, you cannot substitute</a:t>
            </a:r>
          </a:p>
          <a:p>
            <a:r>
              <a:rPr lang="en-US"/>
              <a:t>a simple statement for the block.</a:t>
            </a:r>
          </a:p>
          <a:p>
            <a:r>
              <a:rPr lang="en-US"/>
              <a:t>• Although a simple statement is terminated by a semicolon, a block is not followed</a:t>
            </a:r>
          </a:p>
          <a:p>
            <a:r>
              <a:rPr lang="en-US"/>
              <a:t>by a semicolon. (Actually, the compiler will allow it because it’s parsed as an empty</a:t>
            </a:r>
          </a:p>
          <a:p>
            <a:r>
              <a:rPr lang="en-US"/>
              <a:t>statement—but it’s not good style.)</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27</a:t>
            </a:fld>
            <a:endParaRPr lang="en-US"/>
          </a:p>
        </p:txBody>
      </p:sp>
    </p:spTree>
    <p:extLst>
      <p:ext uri="{BB962C8B-B14F-4D97-AF65-F5344CB8AC3E}">
        <p14:creationId xmlns:p14="http://schemas.microsoft.com/office/powerpoint/2010/main" val="2805380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179388">
              <a:spcAft>
                <a:spcPts val="600"/>
              </a:spcAft>
              <a:buClr>
                <a:srgbClr val="00DEE6"/>
              </a:buClr>
              <a:buFont typeface="Arial" panose="020B0604020202020204" pitchFamily="34" charset="0"/>
              <a:buNone/>
            </a:pPr>
            <a:r>
              <a:rPr lang="en-US" sz="1600">
                <a:solidFill>
                  <a:schemeClr val="accent2"/>
                </a:solidFill>
                <a:latin typeface="+mn-lt"/>
              </a:rPr>
              <a:t>Whitespace</a:t>
            </a:r>
            <a:r>
              <a:rPr lang="en-US" sz="1600">
                <a:latin typeface="+mn-lt"/>
              </a:rPr>
              <a:t> in a source code refers to characters that do not have a visible output, such as space, tab, new line etc. The whitespaces are ignored by the complier and help to make code clearer and easier to read.</a:t>
            </a:r>
          </a:p>
          <a:p>
            <a:pPr marL="0" indent="0" defTabSz="179388">
              <a:spcAft>
                <a:spcPts val="600"/>
              </a:spcAft>
              <a:buClr>
                <a:srgbClr val="00DEE6"/>
              </a:buClr>
              <a:buFont typeface="Arial" panose="020B0604020202020204" pitchFamily="34" charset="0"/>
              <a:buNone/>
            </a:pPr>
            <a:r>
              <a:rPr lang="en-US" sz="1600">
                <a:latin typeface="+mn-lt"/>
              </a:rPr>
              <a:t>Like whitespaces, </a:t>
            </a:r>
            <a:r>
              <a:rPr lang="en-US" sz="1600">
                <a:solidFill>
                  <a:schemeClr val="accent2"/>
                </a:solidFill>
                <a:latin typeface="+mn-lt"/>
              </a:rPr>
              <a:t>comments</a:t>
            </a:r>
            <a:r>
              <a:rPr lang="en-US" sz="1600">
                <a:latin typeface="+mn-lt"/>
              </a:rPr>
              <a:t> are also ignored by the compiler. They  explain, document and make the source easier to understand by a human.</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28</a:t>
            </a:fld>
            <a:endParaRPr lang="en-US"/>
          </a:p>
        </p:txBody>
      </p:sp>
    </p:spTree>
    <p:extLst>
      <p:ext uri="{BB962C8B-B14F-4D97-AF65-F5344CB8AC3E}">
        <p14:creationId xmlns:p14="http://schemas.microsoft.com/office/powerpoint/2010/main" val="18076049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33</a:t>
            </a:fld>
            <a:endParaRPr lang="en-US"/>
          </a:p>
        </p:txBody>
      </p:sp>
    </p:spTree>
    <p:extLst>
      <p:ext uri="{BB962C8B-B14F-4D97-AF65-F5344CB8AC3E}">
        <p14:creationId xmlns:p14="http://schemas.microsoft.com/office/powerpoint/2010/main" val="19363116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179388">
              <a:buClr>
                <a:srgbClr val="00DEE6"/>
              </a:buClr>
              <a:buFont typeface="Arial" panose="020B0604020202020204" pitchFamily="34" charset="0"/>
              <a:buNone/>
            </a:pPr>
            <a:r>
              <a:rPr lang="en-US" sz="1600">
                <a:latin typeface="+mn-lt"/>
              </a:rPr>
              <a:t>C# is strongly typed language unless for example JavaScript which is weakly typed language.</a:t>
            </a:r>
          </a:p>
          <a:p>
            <a:pPr marL="0" indent="0" defTabSz="179388">
              <a:buClr>
                <a:srgbClr val="00DEE6"/>
              </a:buClr>
              <a:buFont typeface="Arial" panose="020B0604020202020204" pitchFamily="34" charset="0"/>
              <a:buNone/>
            </a:pPr>
            <a:r>
              <a:rPr lang="en-US" b="0" i="0">
                <a:solidFill>
                  <a:srgbClr val="242729"/>
                </a:solidFill>
                <a:effectLst/>
                <a:latin typeface="Arial" panose="020B0604020202020204" pitchFamily="34" charset="0"/>
              </a:rPr>
              <a:t>And the difference is not about declaring types on variables. It's a bit more subtle than that.</a:t>
            </a:r>
          </a:p>
          <a:p>
            <a:pPr marL="0" indent="0" defTabSz="179388">
              <a:buClr>
                <a:srgbClr val="00DEE6"/>
              </a:buClr>
              <a:buFont typeface="Arial" panose="020B0604020202020204" pitchFamily="34" charset="0"/>
              <a:buNone/>
            </a:pPr>
            <a:r>
              <a:rPr lang="en-US" b="0" i="0">
                <a:solidFill>
                  <a:srgbClr val="242729"/>
                </a:solidFill>
                <a:effectLst/>
                <a:latin typeface="Arial" panose="020B0604020202020204" pitchFamily="34" charset="0"/>
              </a:rPr>
              <a:t>The distinction is that in a strongly-typed language, </a:t>
            </a:r>
            <a:r>
              <a:rPr lang="en-US" b="1" i="0">
                <a:solidFill>
                  <a:srgbClr val="242729"/>
                </a:solidFill>
                <a:effectLst/>
                <a:latin typeface="Arial" panose="020B0604020202020204" pitchFamily="34" charset="0"/>
              </a:rPr>
              <a:t>every expression has a type which can be determined at compile time</a:t>
            </a:r>
            <a:r>
              <a:rPr lang="en-US" b="0" i="0">
                <a:solidFill>
                  <a:srgbClr val="242729"/>
                </a:solidFill>
                <a:effectLst/>
                <a:latin typeface="Arial" panose="020B0604020202020204" pitchFamily="34" charset="0"/>
              </a:rPr>
              <a:t>, and </a:t>
            </a:r>
            <a:r>
              <a:rPr lang="en-US" b="1" i="0">
                <a:solidFill>
                  <a:srgbClr val="242729"/>
                </a:solidFill>
                <a:effectLst/>
                <a:latin typeface="Arial" panose="020B0604020202020204" pitchFamily="34" charset="0"/>
              </a:rPr>
              <a:t>only operations appropriate to that type are allowed</a:t>
            </a:r>
            <a:r>
              <a:rPr lang="en-US" b="0" i="0">
                <a:solidFill>
                  <a:srgbClr val="242729"/>
                </a:solidFill>
                <a:effectLst/>
                <a:latin typeface="Arial" panose="020B0604020202020204" pitchFamily="34" charset="0"/>
              </a:rPr>
              <a:t>.</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b="0" i="0">
                <a:solidFill>
                  <a:srgbClr val="171717"/>
                </a:solidFill>
                <a:effectLst/>
                <a:latin typeface="Segoe UI" panose="020B0502040204020203" pitchFamily="34" charset="0"/>
              </a:rPr>
              <a:t>The compiler uses type information to make sure all operations that are performed in your code are </a:t>
            </a:r>
            <a:r>
              <a:rPr lang="en-US" b="0" i="1">
                <a:solidFill>
                  <a:srgbClr val="171717"/>
                </a:solidFill>
                <a:effectLst/>
                <a:latin typeface="Segoe UI" panose="020B0502040204020203" pitchFamily="34" charset="0"/>
              </a:rPr>
              <a:t>type safe</a:t>
            </a:r>
            <a:r>
              <a:rPr lang="en-US" b="0" i="0">
                <a:solidFill>
                  <a:srgbClr val="171717"/>
                </a:solidFill>
                <a:effectLst/>
                <a:latin typeface="Segoe UI" panose="020B0502040204020203" pitchFamily="34" charset="0"/>
              </a:rPr>
              <a:t>. For example, if you declare a variable of type </a:t>
            </a:r>
            <a:r>
              <a:rPr lang="en-US" b="0" i="0" u="none" strike="noStrike">
                <a:effectLst/>
                <a:latin typeface="Segoe UI" panose="020B0502040204020203" pitchFamily="34" charset="0"/>
                <a:hlinkClick r:id="rId3"/>
              </a:rPr>
              <a:t>int</a:t>
            </a:r>
            <a:r>
              <a:rPr lang="en-US" b="0" i="0">
                <a:solidFill>
                  <a:srgbClr val="171717"/>
                </a:solidFill>
                <a:effectLst/>
                <a:latin typeface="Segoe UI" panose="020B0502040204020203" pitchFamily="34" charset="0"/>
              </a:rPr>
              <a:t>, the compiler allows you to use the variable in addition and subtraction operations. If you try to perform those same operations on a variable of type </a:t>
            </a:r>
            <a:r>
              <a:rPr lang="en-US" b="0" i="0" u="none" strike="noStrike">
                <a:effectLst/>
                <a:latin typeface="Segoe UI" panose="020B0502040204020203" pitchFamily="34" charset="0"/>
                <a:hlinkClick r:id="rId4"/>
              </a:rPr>
              <a:t>bool</a:t>
            </a:r>
            <a:r>
              <a:rPr lang="en-US" b="0" i="0">
                <a:solidFill>
                  <a:srgbClr val="171717"/>
                </a:solidFill>
                <a:effectLst/>
                <a:latin typeface="Segoe UI" panose="020B0502040204020203" pitchFamily="34" charset="0"/>
              </a:rPr>
              <a:t>, the compiler generates an error</a:t>
            </a:r>
            <a:endParaRPr lang="en-US" sz="1600">
              <a:latin typeface="+mn-lt"/>
            </a:endParaRPr>
          </a:p>
          <a:p>
            <a:pPr marL="0" indent="0" defTabSz="179388">
              <a:buClr>
                <a:srgbClr val="00DEE6"/>
              </a:buClr>
              <a:buFont typeface="Arial" panose="020B0604020202020204" pitchFamily="34" charset="0"/>
              <a:buNone/>
            </a:pPr>
            <a:endParaRPr lang="en-US" b="0" i="0">
              <a:solidFill>
                <a:srgbClr val="242729"/>
              </a:solidFill>
              <a:effectLst/>
              <a:latin typeface="Arial" panose="020B0604020202020204" pitchFamily="34" charset="0"/>
            </a:endParaRPr>
          </a:p>
          <a:p>
            <a:pPr marL="0" indent="0" defTabSz="179388">
              <a:buClr>
                <a:srgbClr val="00DEE6"/>
              </a:buClr>
              <a:buFont typeface="Arial" panose="020B0604020202020204" pitchFamily="34" charset="0"/>
              <a:buNone/>
            </a:pPr>
            <a:endParaRPr lang="en-US" sz="1600" b="0" i="0">
              <a:solidFill>
                <a:srgbClr val="242729"/>
              </a:solidFill>
              <a:effectLst/>
              <a:latin typeface="Arial" panose="020B0604020202020204" pitchFamily="34" charset="0"/>
            </a:endParaRP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sz="1600" b="1">
                <a:solidFill>
                  <a:srgbClr val="FF0000"/>
                </a:solidFill>
                <a:latin typeface="+mn-lt"/>
              </a:rPr>
              <a:t>EXAMPLE in Visual Studio</a:t>
            </a:r>
            <a:endParaRPr lang="en-US" sz="1600">
              <a:latin typeface="+mn-lt"/>
            </a:endParaRP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r>
              <a:rPr lang="en-US" sz="1600">
                <a:latin typeface="+mn-lt"/>
              </a:rPr>
              <a:t>A </a:t>
            </a:r>
            <a:r>
              <a:rPr lang="en-US" sz="1600" i="1">
                <a:solidFill>
                  <a:schemeClr val="accent2"/>
                </a:solidFill>
                <a:latin typeface="+mn-lt"/>
              </a:rPr>
              <a:t>type</a:t>
            </a:r>
            <a:r>
              <a:rPr lang="en-US" sz="1600">
                <a:solidFill>
                  <a:schemeClr val="accent2"/>
                </a:solidFill>
                <a:latin typeface="+mn-lt"/>
              </a:rPr>
              <a:t> </a:t>
            </a:r>
            <a:r>
              <a:rPr lang="en-US" sz="1600">
                <a:latin typeface="+mn-lt"/>
              </a:rPr>
              <a:t>is a template for creating a data structures. It isn’t the data structure itself, but it specifies the characteristics of objects constructed from the template.</a:t>
            </a: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GB" sz="1600">
                <a:latin typeface="+mn-lt"/>
              </a:rPr>
              <a:t>A good example is a cookie cutters – where cutters are templates (data type characteristics), and cookies are an objects of specific data type (instances). </a:t>
            </a: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r>
              <a:rPr lang="en-US" sz="1600" b="1">
                <a:solidFill>
                  <a:srgbClr val="FF0000"/>
                </a:solidFill>
                <a:latin typeface="+mn-lt"/>
              </a:rPr>
              <a:t>EXAMPLE in Visual Studio</a:t>
            </a: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r>
              <a:rPr lang="en-US" sz="1600">
                <a:latin typeface="+mn-lt"/>
              </a:rPr>
              <a:t>The type of a data item defines how much memory is required to store it and the data members that comprise it. </a:t>
            </a:r>
          </a:p>
          <a:p>
            <a:pPr marL="0" indent="0" defTabSz="179388">
              <a:buClr>
                <a:srgbClr val="00DEE6"/>
              </a:buClr>
              <a:buFont typeface="Arial" panose="020B0604020202020204" pitchFamily="34" charset="0"/>
              <a:buNone/>
            </a:pPr>
            <a:r>
              <a:rPr lang="en-US" sz="1600">
                <a:latin typeface="+mn-lt"/>
              </a:rPr>
              <a:t>The type also determines where an object is stored in memory – Heap, Stack or Register</a:t>
            </a:r>
            <a:endParaRPr lang="ru-RU" sz="1600">
              <a:latin typeface="+mn-lt"/>
            </a:endParaRPr>
          </a:p>
          <a:p>
            <a:pPr marL="0" indent="0" defTabSz="179388">
              <a:buClr>
                <a:srgbClr val="00DEE6"/>
              </a:buClr>
              <a:buFont typeface="Arial" panose="020B0604020202020204" pitchFamily="34" charset="0"/>
              <a:buNone/>
            </a:pPr>
            <a:endParaRPr lang="ru-RU" sz="1600">
              <a:latin typeface="+mn-lt"/>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34</a:t>
            </a:fld>
            <a:endParaRPr lang="en-US"/>
          </a:p>
        </p:txBody>
      </p:sp>
    </p:spTree>
    <p:extLst>
      <p:ext uri="{BB962C8B-B14F-4D97-AF65-F5344CB8AC3E}">
        <p14:creationId xmlns:p14="http://schemas.microsoft.com/office/powerpoint/2010/main" val="27529461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179388">
              <a:buClr>
                <a:srgbClr val="00DEE6"/>
              </a:buClr>
              <a:buFont typeface="Arial" panose="020B0604020202020204" pitchFamily="34" charset="0"/>
              <a:buNone/>
            </a:pPr>
            <a:r>
              <a:rPr lang="en-US" sz="1600">
                <a:solidFill>
                  <a:schemeClr val="accent2"/>
                </a:solidFill>
                <a:latin typeface="+mn-lt"/>
              </a:rPr>
              <a:t>Value types </a:t>
            </a:r>
            <a:r>
              <a:rPr lang="en-US" sz="1600">
                <a:latin typeface="+mn-lt"/>
              </a:rPr>
              <a:t>require only a single segment of memory, which stores the actual data</a:t>
            </a:r>
          </a:p>
          <a:p>
            <a:pPr marL="0" indent="0" defTabSz="179388">
              <a:buClr>
                <a:srgbClr val="00DEE6"/>
              </a:buClr>
              <a:buFont typeface="Arial" panose="020B0604020202020204" pitchFamily="34" charset="0"/>
              <a:buNone/>
            </a:pPr>
            <a:r>
              <a:rPr lang="en-US" sz="1600">
                <a:solidFill>
                  <a:schemeClr val="accent2"/>
                </a:solidFill>
                <a:latin typeface="+mn-lt"/>
              </a:rPr>
              <a:t>Reference types </a:t>
            </a:r>
            <a:r>
              <a:rPr lang="en-US" sz="1600">
                <a:latin typeface="+mn-lt"/>
              </a:rPr>
              <a:t>require two segments of memory.</a:t>
            </a:r>
          </a:p>
          <a:p>
            <a:pPr marL="285750" indent="-285750" defTabSz="179388">
              <a:buClr>
                <a:srgbClr val="00DEE6"/>
              </a:buClr>
              <a:buFont typeface="Arial" panose="020B0604020202020204" pitchFamily="34" charset="0"/>
              <a:buChar char="•"/>
            </a:pPr>
            <a:r>
              <a:rPr lang="en-US" sz="1600">
                <a:latin typeface="+mn-lt"/>
              </a:rPr>
              <a:t>The first contains the actual data.</a:t>
            </a:r>
          </a:p>
          <a:p>
            <a:pPr marL="285750" indent="-285750" defTabSz="179388">
              <a:buClr>
                <a:srgbClr val="00DEE6"/>
              </a:buClr>
              <a:buFont typeface="Arial" panose="020B0604020202020204" pitchFamily="34" charset="0"/>
              <a:buChar char="•"/>
            </a:pPr>
            <a:r>
              <a:rPr lang="en-US" sz="1600">
                <a:latin typeface="+mn-lt"/>
              </a:rPr>
              <a:t>The second is a reference that points to where the data is stored in the memory.</a:t>
            </a:r>
          </a:p>
          <a:p>
            <a:pPr marL="0" indent="0" defTabSz="179388">
              <a:buClr>
                <a:srgbClr val="00DEE6"/>
              </a:buClr>
              <a:buFont typeface="Arial" panose="020B0604020202020204" pitchFamily="34" charset="0"/>
              <a:buNone/>
            </a:pPr>
            <a:endParaRPr lang="en-US" sz="1600">
              <a:latin typeface="+mn-lt"/>
            </a:endParaRPr>
          </a:p>
          <a:p>
            <a:pPr marL="0" marR="0" lvl="0" indent="0" algn="l" defTabSz="179388" rtl="0" eaLnBrk="1" fontAlgn="base" latinLnBrk="0" hangingPunct="1">
              <a:lnSpc>
                <a:spcPct val="100000"/>
              </a:lnSpc>
              <a:spcBef>
                <a:spcPct val="30000"/>
              </a:spcBef>
              <a:spcAft>
                <a:spcPct val="0"/>
              </a:spcAft>
              <a:buClr>
                <a:srgbClr val="00DEE6"/>
              </a:buClr>
              <a:buSzTx/>
              <a:buFont typeface="Arial" panose="020B0604020202020204" pitchFamily="34" charset="0"/>
              <a:buNone/>
              <a:tabLst/>
              <a:defRPr/>
            </a:pPr>
            <a:r>
              <a:rPr lang="en-US"/>
              <a:t>Any reference types can contain a null value which means that a reference doesn’t point to any object, in other words it is unassigned.</a:t>
            </a:r>
          </a:p>
          <a:p>
            <a:pPr marL="0" indent="0" defTabSz="179388">
              <a:buClr>
                <a:srgbClr val="00DEE6"/>
              </a:buClr>
              <a:buFont typeface="Arial" panose="020B0604020202020204" pitchFamily="34" charset="0"/>
              <a:buNone/>
            </a:pPr>
            <a:endParaRPr lang="uk-UA" sz="1600">
              <a:latin typeface="+mn-lt"/>
            </a:endParaRPr>
          </a:p>
          <a:p>
            <a:pPr marL="0" indent="0" defTabSz="179388">
              <a:buClr>
                <a:srgbClr val="00DEE6"/>
              </a:buClr>
              <a:buFont typeface="Arial" panose="020B0604020202020204" pitchFamily="34" charset="0"/>
              <a:buNone/>
            </a:pPr>
            <a:r>
              <a:rPr lang="en-US" sz="1600">
                <a:latin typeface="+mn-lt"/>
              </a:rPr>
              <a:t>Types that can store only a single data item are called simple types.</a:t>
            </a:r>
          </a:p>
          <a:p>
            <a:pPr marL="0" indent="0" defTabSz="179388">
              <a:buClr>
                <a:srgbClr val="00DEE6"/>
              </a:buClr>
              <a:buFont typeface="Arial" panose="020B0604020202020204" pitchFamily="34" charset="0"/>
              <a:buNone/>
            </a:pPr>
            <a:r>
              <a:rPr lang="en-US" sz="1600">
                <a:latin typeface="+mn-lt"/>
              </a:rPr>
              <a:t>Other types can store multiple data items. An array, for example, is a type that can store multiple items of the same type.</a:t>
            </a:r>
          </a:p>
          <a:p>
            <a:pPr marL="0" indent="0" defTabSz="179388">
              <a:buClr>
                <a:srgbClr val="00DEE6"/>
              </a:buClr>
              <a:buFont typeface="Arial" panose="020B0604020202020204" pitchFamily="34" charset="0"/>
              <a:buNone/>
            </a:pPr>
            <a:endParaRPr lang="en-US" sz="1600">
              <a:latin typeface="+mn-lt"/>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35</a:t>
            </a:fld>
            <a:endParaRPr lang="en-US"/>
          </a:p>
        </p:txBody>
      </p:sp>
    </p:spTree>
    <p:extLst>
      <p:ext uri="{BB962C8B-B14F-4D97-AF65-F5344CB8AC3E}">
        <p14:creationId xmlns:p14="http://schemas.microsoft.com/office/powerpoint/2010/main" val="3460009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800" b="0" i="0" u="none" strike="noStrike" baseline="0">
                <a:solidFill>
                  <a:srgbClr val="000000"/>
                </a:solidFill>
                <a:latin typeface="MfnxcdSwhqspKqbnbhUtopiaStd-Regular"/>
              </a:rPr>
              <a:t>C# provides 16 </a:t>
            </a:r>
            <a:r>
              <a:rPr lang="en-US" sz="2000" b="0" i="0">
                <a:solidFill>
                  <a:srgbClr val="171717"/>
                </a:solidFill>
                <a:effectLst/>
                <a:latin typeface="Segoe UI" panose="020B0502040204020203" pitchFamily="34" charset="0"/>
              </a:rPr>
              <a:t>built-in types and several custom types</a:t>
            </a:r>
            <a:r>
              <a:rPr lang="en-US" sz="1800" b="0" i="0" u="none" strike="noStrike" baseline="0">
                <a:solidFill>
                  <a:srgbClr val="000000"/>
                </a:solidFill>
                <a:latin typeface="MfnxcdSwhqspKqbnbhUtopiaStd-Regular"/>
              </a:rPr>
              <a:t>. </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800" b="0" i="0">
                <a:solidFill>
                  <a:srgbClr val="171717"/>
                </a:solidFill>
                <a:effectLst/>
                <a:latin typeface="Segoe UI" panose="020B0502040204020203" pitchFamily="34" charset="0"/>
              </a:rPr>
              <a:t>Built-in </a:t>
            </a:r>
            <a:r>
              <a:rPr lang="en-US" sz="2000" b="0" i="0">
                <a:solidFill>
                  <a:srgbClr val="171717"/>
                </a:solidFill>
                <a:effectLst/>
                <a:latin typeface="Segoe UI" panose="020B0502040204020203" pitchFamily="34" charset="0"/>
              </a:rPr>
              <a:t>types are available for you to use in any C# program, and they </a:t>
            </a:r>
            <a:r>
              <a:rPr lang="en-US" sz="1800" b="0" i="0" u="none" strike="noStrike" baseline="0">
                <a:solidFill>
                  <a:srgbClr val="000000"/>
                </a:solidFill>
                <a:latin typeface="MfnxcdSwhqspKqbnbhUtopiaStd-Regular"/>
              </a:rPr>
              <a:t>include 13 simple types and 3 non-simple types (object, string, dynamic)</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sz="1800" b="0" i="0" u="none" strike="noStrike" baseline="0">
              <a:solidFill>
                <a:srgbClr val="000000"/>
              </a:solidFill>
              <a:latin typeface="MfnxcdSwhqspKqbnbhUtopiaStd-Regular"/>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2400" b="0" i="0">
                <a:solidFill>
                  <a:srgbClr val="171717"/>
                </a:solidFill>
                <a:effectLst/>
                <a:latin typeface="Segoe UI" panose="020B0502040204020203" pitchFamily="34" charset="0"/>
              </a:rPr>
              <a:t>By using the </a:t>
            </a:r>
            <a:r>
              <a:rPr lang="en-US" sz="2400" b="0" i="0" u="none" strike="noStrike">
                <a:effectLst/>
                <a:latin typeface="Segoe UI" panose="020B0502040204020203" pitchFamily="34" charset="0"/>
                <a:hlinkClick r:id="rId3"/>
              </a:rPr>
              <a:t>struct</a:t>
            </a:r>
            <a:r>
              <a:rPr lang="en-US" sz="2400" b="0" i="0">
                <a:solidFill>
                  <a:srgbClr val="171717"/>
                </a:solidFill>
                <a:effectLst/>
                <a:latin typeface="Segoe UI" panose="020B0502040204020203" pitchFamily="34" charset="0"/>
              </a:rPr>
              <a:t>, </a:t>
            </a:r>
            <a:r>
              <a:rPr lang="en-US" sz="2400" b="0" i="0" u="none" strike="noStrike">
                <a:effectLst/>
                <a:latin typeface="Segoe UI" panose="020B0502040204020203" pitchFamily="34" charset="0"/>
                <a:hlinkClick r:id="rId4"/>
              </a:rPr>
              <a:t>class</a:t>
            </a:r>
            <a:r>
              <a:rPr lang="en-US" sz="2400" b="0" i="0">
                <a:solidFill>
                  <a:srgbClr val="171717"/>
                </a:solidFill>
                <a:effectLst/>
                <a:latin typeface="Segoe UI" panose="020B0502040204020203" pitchFamily="34" charset="0"/>
              </a:rPr>
              <a:t>, </a:t>
            </a:r>
            <a:r>
              <a:rPr lang="en-US" sz="2400" b="0" i="0" u="none" strike="noStrike">
                <a:effectLst/>
                <a:latin typeface="Segoe UI" panose="020B0502040204020203" pitchFamily="34" charset="0"/>
                <a:hlinkClick r:id="rId5"/>
              </a:rPr>
              <a:t>interface</a:t>
            </a:r>
            <a:r>
              <a:rPr lang="en-US" sz="2400" b="0" i="0">
                <a:solidFill>
                  <a:srgbClr val="171717"/>
                </a:solidFill>
                <a:effectLst/>
                <a:latin typeface="Segoe UI" panose="020B0502040204020203" pitchFamily="34" charset="0"/>
              </a:rPr>
              <a:t>, and </a:t>
            </a:r>
            <a:r>
              <a:rPr lang="en-US" sz="2400" b="0" i="0" u="none" strike="noStrike">
                <a:effectLst/>
                <a:latin typeface="Segoe UI" panose="020B0502040204020203" pitchFamily="34" charset="0"/>
                <a:hlinkClick r:id="rId6"/>
              </a:rPr>
              <a:t>enum</a:t>
            </a:r>
            <a:r>
              <a:rPr lang="en-US" sz="2400" b="0" i="0">
                <a:solidFill>
                  <a:srgbClr val="171717"/>
                </a:solidFill>
                <a:effectLst/>
                <a:latin typeface="Segoe UI" panose="020B0502040204020203" pitchFamily="34" charset="0"/>
              </a:rPr>
              <a:t> constructs to create a new data type, you create your own custom types. </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2400" b="0" i="0">
                <a:solidFill>
                  <a:srgbClr val="171717"/>
                </a:solidFill>
                <a:effectLst/>
                <a:latin typeface="Segoe UI" panose="020B0502040204020203" pitchFamily="34" charset="0"/>
              </a:rPr>
              <a:t>The .NET class library itself is a collection of custom types provided by Microsoft that you can use in your own applications. </a:t>
            </a: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2400" b="0" i="0">
                <a:solidFill>
                  <a:srgbClr val="171717"/>
                </a:solidFill>
                <a:effectLst/>
                <a:latin typeface="Segoe UI" panose="020B0502040204020203" pitchFamily="34" charset="0"/>
              </a:rPr>
              <a:t>By default, the most frequently used types in the class library are available in any C# program. </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36</a:t>
            </a:fld>
            <a:endParaRPr lang="en-US"/>
          </a:p>
        </p:txBody>
      </p:sp>
    </p:spTree>
    <p:extLst>
      <p:ext uri="{BB962C8B-B14F-4D97-AF65-F5344CB8AC3E}">
        <p14:creationId xmlns:p14="http://schemas.microsoft.com/office/powerpoint/2010/main" val="3224347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a:solidFill>
                  <a:srgbClr val="171717"/>
                </a:solidFill>
                <a:effectLst/>
                <a:latin typeface="Segoe UI" panose="020B0502040204020203" pitchFamily="34" charset="0"/>
              </a:rPr>
              <a:t>C# provides a set of predefined struct types called the </a:t>
            </a:r>
            <a:r>
              <a:rPr lang="en-US" sz="1800" b="1" i="1">
                <a:solidFill>
                  <a:srgbClr val="171717"/>
                </a:solidFill>
                <a:effectLst/>
                <a:latin typeface="Segoe UI" panose="020B0502040204020203" pitchFamily="34" charset="0"/>
              </a:rPr>
              <a:t>simple types</a:t>
            </a:r>
            <a:r>
              <a:rPr lang="en-US" sz="1800" b="0" i="0">
                <a:solidFill>
                  <a:srgbClr val="171717"/>
                </a:solidFill>
                <a:effectLst/>
                <a:latin typeface="Segoe UI" panose="020B0502040204020203" pitchFamily="34" charset="0"/>
              </a:rPr>
              <a:t> </a:t>
            </a:r>
            <a:r>
              <a:rPr lang="en-US" sz="2000" b="0" i="0">
                <a:solidFill>
                  <a:srgbClr val="171717"/>
                </a:solidFill>
                <a:effectLst/>
                <a:latin typeface="Segoe UI" panose="020B0502040204020203" pitchFamily="34" charset="0"/>
              </a:rPr>
              <a:t>to represent integers, floating point values, Boolean expressions, text characters, decimal values, and other types of data. </a:t>
            </a:r>
            <a:endParaRPr lang="en-US" sz="1800" b="0" i="0">
              <a:solidFill>
                <a:srgbClr val="171717"/>
              </a:solidFill>
              <a:effectLst/>
              <a:latin typeface="Segoe UI" panose="020B0502040204020203" pitchFamily="34" charset="0"/>
            </a:endParaRPr>
          </a:p>
          <a:p>
            <a:pPr algn="l"/>
            <a:r>
              <a:rPr lang="en-US" sz="1800" b="0" i="0">
                <a:solidFill>
                  <a:srgbClr val="171717"/>
                </a:solidFill>
                <a:effectLst/>
                <a:latin typeface="Segoe UI" panose="020B0502040204020203" pitchFamily="34" charset="0"/>
              </a:rPr>
              <a:t>The simple types are identified through reserved words, but these reserved words are simply aliases for predefined struct types in the </a:t>
            </a:r>
            <a:r>
              <a:rPr lang="en-US" sz="1800"/>
              <a:t>System</a:t>
            </a:r>
            <a:r>
              <a:rPr lang="en-US" sz="1800" b="0" i="0">
                <a:solidFill>
                  <a:srgbClr val="171717"/>
                </a:solidFill>
                <a:effectLst/>
                <a:latin typeface="Segoe UI" panose="020B0502040204020203" pitchFamily="34" charset="0"/>
              </a:rPr>
              <a:t> namespace.</a:t>
            </a:r>
          </a:p>
          <a:p>
            <a:pPr algn="l"/>
            <a:endParaRPr lang="en-US" sz="1800" b="0"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800" b="1">
                <a:solidFill>
                  <a:srgbClr val="FF0000"/>
                </a:solidFill>
                <a:latin typeface="+mn-lt"/>
              </a:rPr>
              <a:t>EXAMPLE in Visual Studio</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sz="1800" b="1" i="0">
              <a:solidFill>
                <a:srgbClr val="FF0000"/>
              </a:solidFill>
              <a:effectLst/>
              <a:latin typeface="+mn-lt"/>
            </a:endParaRPr>
          </a:p>
          <a:p>
            <a:pPr marL="0" marR="0">
              <a:spcBef>
                <a:spcPts val="0"/>
              </a:spcBef>
              <a:spcAft>
                <a:spcPts val="0"/>
              </a:spcAft>
            </a:pPr>
            <a:r>
              <a:rPr lang="en-US" sz="1800">
                <a:effectLst/>
                <a:latin typeface="Calibri" panose="020F0502020204030204" pitchFamily="34" charset="0"/>
              </a:rPr>
              <a:t>Right variables types matter. </a:t>
            </a:r>
          </a:p>
          <a:p>
            <a:pPr marL="0" marR="0">
              <a:spcBef>
                <a:spcPts val="0"/>
              </a:spcBef>
              <a:spcAft>
                <a:spcPts val="0"/>
              </a:spcAft>
            </a:pPr>
            <a:r>
              <a:rPr lang="en-US" sz="1800">
                <a:effectLst/>
                <a:latin typeface="Calibri" panose="020F0502020204030204" pitchFamily="34" charset="0"/>
              </a:rPr>
              <a:t>Ariane 5 Flight 501</a:t>
            </a:r>
          </a:p>
          <a:p>
            <a:pPr marL="0" marR="0">
              <a:spcBef>
                <a:spcPts val="0"/>
              </a:spcBef>
              <a:spcAft>
                <a:spcPts val="0"/>
              </a:spcAft>
            </a:pPr>
            <a:r>
              <a:rPr lang="en-US" sz="1800">
                <a:effectLst/>
                <a:latin typeface="Calibri" panose="020F0502020204030204" pitchFamily="34" charset="0"/>
              </a:rPr>
              <a:t>Europe’s newest un-manned satellite-launching rocket reused working software from its predecessor, the Ariane 4. Unfortunately, the Ariane 5’s faster engines exploited a bug that was not found in previous models. Thirty-six seconds into its maiden launch the rocket’s engineers hit the self destruct button following multiple computer failures. In essence, the software had tried to cram a 64-bit number into a 16-bit space. The resulting overflow conditions crashed both the primary and backup computers (which were both running the exact same software). </a:t>
            </a:r>
          </a:p>
          <a:p>
            <a:pPr marL="0" marR="0">
              <a:spcBef>
                <a:spcPts val="0"/>
              </a:spcBef>
              <a:spcAft>
                <a:spcPts val="0"/>
              </a:spcAft>
            </a:pPr>
            <a:r>
              <a:rPr lang="en-US" sz="1800">
                <a:effectLst/>
                <a:latin typeface="Calibri" panose="020F0502020204030204" pitchFamily="34" charset="0"/>
              </a:rPr>
              <a:t>The Ariane 5 had cost nearly $8 billion to develop and was carrying a $500 million satellite payload when it exploded.</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sz="1800" b="0"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800" b="1">
                <a:solidFill>
                  <a:srgbClr val="FF0000"/>
                </a:solidFill>
                <a:latin typeface="+mn-lt"/>
              </a:rPr>
              <a:t>EXAMPLE in Visual Studio</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sz="1800" b="1">
              <a:solidFill>
                <a:srgbClr val="FF0000"/>
              </a:solidFill>
              <a:latin typeface="+mn-lt"/>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800" kern="1200">
                <a:solidFill>
                  <a:schemeClr val="tx1"/>
                </a:solidFill>
                <a:effectLst/>
                <a:latin typeface="Calibri" panose="020F0502020204030204" pitchFamily="34" charset="0"/>
                <a:ea typeface="ＭＳ Ｐゴシック" charset="0"/>
              </a:rPr>
              <a:t>So, when to use each numeric data types?</a:t>
            </a:r>
            <a:endParaRPr lang="en-US" sz="1800" b="1" i="0">
              <a:solidFill>
                <a:srgbClr val="FF0000"/>
              </a:solidFill>
              <a:effectLst/>
              <a:latin typeface="+mn-lt"/>
            </a:endParaRPr>
          </a:p>
          <a:p>
            <a:pPr marL="342900" indent="-342900" algn="l">
              <a:buFont typeface="Arial" panose="020B0604020202020204" pitchFamily="34" charset="0"/>
              <a:buChar char="•"/>
            </a:pPr>
            <a:r>
              <a:rPr lang="en-US" sz="2000" b="0" i="0">
                <a:solidFill>
                  <a:srgbClr val="4B4B5A"/>
                </a:solidFill>
                <a:effectLst/>
                <a:latin typeface="Muli"/>
              </a:rPr>
              <a:t>Use double for non-integer math where the most precise answer isn't necessary.</a:t>
            </a:r>
          </a:p>
          <a:p>
            <a:pPr marL="342900" indent="-342900" algn="l">
              <a:buFont typeface="Arial" panose="020B0604020202020204" pitchFamily="34" charset="0"/>
              <a:buChar char="•"/>
            </a:pPr>
            <a:r>
              <a:rPr lang="en-US" sz="2000" b="0" i="0">
                <a:solidFill>
                  <a:srgbClr val="4B4B5A"/>
                </a:solidFill>
                <a:effectLst/>
                <a:latin typeface="Muli"/>
              </a:rPr>
              <a:t>Use decimal for non-integer math where precision is needed (e.g. money and currency).</a:t>
            </a:r>
          </a:p>
          <a:p>
            <a:pPr marL="342900" marR="0" lvl="0" indent="-342900" algn="l" defTabSz="609585"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2400" b="0" i="0">
                <a:solidFill>
                  <a:srgbClr val="4B4B5A"/>
                </a:solidFill>
                <a:effectLst/>
                <a:latin typeface="Muli"/>
              </a:rPr>
              <a:t>Use int by default for any integer-based operations that can use that type, as it will be more performant than short or long.</a:t>
            </a:r>
          </a:p>
          <a:p>
            <a:pPr algn="l">
              <a:buFont typeface="Arial" panose="020B0604020202020204" pitchFamily="34" charset="0"/>
              <a:buChar char="•"/>
            </a:pPr>
            <a:endParaRPr lang="en-US" sz="2000" b="0" i="0">
              <a:solidFill>
                <a:srgbClr val="4B4B5A"/>
              </a:solidFill>
              <a:effectLst/>
              <a:latin typeface="Muli"/>
            </a:endParaRP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sz="1800" b="0" i="0">
              <a:solidFill>
                <a:srgbClr val="171717"/>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37</a:t>
            </a:fld>
            <a:endParaRPr lang="en-US"/>
          </a:p>
        </p:txBody>
      </p:sp>
    </p:spTree>
    <p:extLst>
      <p:ext uri="{BB962C8B-B14F-4D97-AF65-F5344CB8AC3E}">
        <p14:creationId xmlns:p14="http://schemas.microsoft.com/office/powerpoint/2010/main" val="3134360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C# provides a set of predefined struct types called the </a:t>
            </a:r>
            <a:r>
              <a:rPr lang="en-US" b="1" i="1">
                <a:solidFill>
                  <a:srgbClr val="171717"/>
                </a:solidFill>
                <a:effectLst/>
                <a:latin typeface="Segoe UI" panose="020B0502040204020203" pitchFamily="34" charset="0"/>
              </a:rPr>
              <a:t>simple types</a:t>
            </a:r>
            <a:r>
              <a:rPr lang="en-US" b="0" i="0">
                <a:solidFill>
                  <a:srgbClr val="171717"/>
                </a:solidFill>
                <a:effectLst/>
                <a:latin typeface="Segoe UI" panose="020B0502040204020203" pitchFamily="34" charset="0"/>
              </a:rPr>
              <a:t>. </a:t>
            </a:r>
          </a:p>
          <a:p>
            <a:r>
              <a:rPr lang="en-US" b="0" i="0">
                <a:solidFill>
                  <a:srgbClr val="171717"/>
                </a:solidFill>
                <a:effectLst/>
                <a:latin typeface="Segoe UI" panose="020B0502040204020203" pitchFamily="34" charset="0"/>
              </a:rPr>
              <a:t>The simple types are identified through reserved words, but these reserved words are simply aliases for predefined struct types in the </a:t>
            </a:r>
            <a:r>
              <a:rPr lang="en-US"/>
              <a:t>System</a:t>
            </a:r>
            <a:r>
              <a:rPr lang="en-US" b="0" i="0">
                <a:solidFill>
                  <a:srgbClr val="171717"/>
                </a:solidFill>
                <a:effectLst/>
                <a:latin typeface="Segoe UI" panose="020B0502040204020203" pitchFamily="34" charset="0"/>
              </a:rPr>
              <a:t> namespace, as described in the table below.</a:t>
            </a:r>
          </a:p>
          <a:p>
            <a:endParaRPr lang="en-US" b="0" i="0">
              <a:solidFill>
                <a:srgbClr val="171717"/>
              </a:solidFill>
              <a:effectLst/>
              <a:latin typeface="Segoe UI" panose="020B0502040204020203" pitchFamily="34" charset="0"/>
            </a:endParaRPr>
          </a:p>
          <a:p>
            <a:r>
              <a:rPr lang="en-US" b="0" i="0">
                <a:solidFill>
                  <a:srgbClr val="535A60"/>
                </a:solidFill>
                <a:effectLst/>
                <a:latin typeface="Arial" panose="020B0604020202020204" pitchFamily="34" charset="0"/>
              </a:rPr>
              <a:t>Each of the predefined types is shorthand for a system-provided type. </a:t>
            </a:r>
          </a:p>
          <a:p>
            <a:r>
              <a:rPr lang="en-US" b="0" i="0">
                <a:solidFill>
                  <a:srgbClr val="535A60"/>
                </a:solidFill>
                <a:effectLst/>
                <a:latin typeface="Arial" panose="020B0604020202020204" pitchFamily="34" charset="0"/>
              </a:rPr>
              <a:t>For example, the keyword </a:t>
            </a:r>
            <a:r>
              <a:rPr lang="en-US"/>
              <a:t>int</a:t>
            </a:r>
            <a:r>
              <a:rPr lang="en-US" b="0" i="0">
                <a:solidFill>
                  <a:srgbClr val="535A60"/>
                </a:solidFill>
                <a:effectLst/>
                <a:latin typeface="Arial" panose="020B0604020202020204" pitchFamily="34" charset="0"/>
              </a:rPr>
              <a:t> refers to the struct </a:t>
            </a:r>
            <a:r>
              <a:rPr lang="en-US"/>
              <a:t>System.Int32</a:t>
            </a:r>
            <a:r>
              <a:rPr lang="en-US" b="0" i="0">
                <a:solidFill>
                  <a:srgbClr val="535A60"/>
                </a:solidFill>
                <a:effectLst/>
                <a:latin typeface="Arial" panose="020B0604020202020204" pitchFamily="34" charset="0"/>
              </a:rPr>
              <a:t>. </a:t>
            </a:r>
          </a:p>
          <a:p>
            <a:r>
              <a:rPr lang="en-US" b="0" i="0">
                <a:solidFill>
                  <a:srgbClr val="535A60"/>
                </a:solidFill>
                <a:effectLst/>
                <a:latin typeface="Arial" panose="020B0604020202020204" pitchFamily="34" charset="0"/>
              </a:rPr>
              <a:t>As a matter of style, use of the keyword is favored overuse of the complete system type name.</a:t>
            </a:r>
          </a:p>
          <a:p>
            <a:endParaRPr lang="en-US" b="0" i="0">
              <a:solidFill>
                <a:srgbClr val="535A60"/>
              </a:solidFill>
              <a:effectLst/>
              <a:latin typeface="Arial" panose="020B0604020202020204"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1">
                <a:solidFill>
                  <a:srgbClr val="FF0000"/>
                </a:solidFill>
                <a:latin typeface="+mn-lt"/>
              </a:rPr>
              <a:t>EXAMPLE in Visual Studio – show that int is System.Int32 struct</a:t>
            </a:r>
            <a:endParaRPr lang="en-US" sz="1600">
              <a:latin typeface="+mn-lt"/>
            </a:endParaRPr>
          </a:p>
          <a:p>
            <a:endParaRPr lang="en-US" b="0" i="0">
              <a:solidFill>
                <a:srgbClr val="535A60"/>
              </a:solidFill>
              <a:effectLst/>
              <a:latin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38</a:t>
            </a:fld>
            <a:endParaRPr lang="en-US"/>
          </a:p>
        </p:txBody>
      </p:sp>
    </p:spTree>
    <p:extLst>
      <p:ext uri="{BB962C8B-B14F-4D97-AF65-F5344CB8AC3E}">
        <p14:creationId xmlns:p14="http://schemas.microsoft.com/office/powerpoint/2010/main" val="34555967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The </a:t>
            </a:r>
            <a:r>
              <a:rPr lang="en-US" b="0" i="1">
                <a:solidFill>
                  <a:srgbClr val="171717"/>
                </a:solidFill>
                <a:effectLst/>
                <a:latin typeface="Segoe UI" panose="020B0502040204020203" pitchFamily="34" charset="0"/>
              </a:rPr>
              <a:t>floating-point numeric types</a:t>
            </a:r>
            <a:r>
              <a:rPr lang="en-US" b="0" i="0">
                <a:solidFill>
                  <a:srgbClr val="171717"/>
                </a:solidFill>
                <a:effectLst/>
                <a:latin typeface="Segoe UI" panose="020B0502040204020203" pitchFamily="34" charset="0"/>
              </a:rPr>
              <a:t> represent real numbers. All floating-point numeric types are </a:t>
            </a:r>
            <a:r>
              <a:rPr lang="en-US" b="0" i="0" u="none" strike="noStrike">
                <a:effectLst/>
                <a:latin typeface="Segoe UI" panose="020B0502040204020203" pitchFamily="34" charset="0"/>
                <a:hlinkClick r:id="rId3"/>
              </a:rPr>
              <a:t>value types</a:t>
            </a:r>
            <a:r>
              <a:rPr lang="en-US" b="0" i="0">
                <a:solidFill>
                  <a:srgbClr val="171717"/>
                </a:solidFill>
                <a:effectLst/>
                <a:latin typeface="Segoe UI" panose="020B0502040204020203" pitchFamily="34" charset="0"/>
              </a:rPr>
              <a:t>. They are also </a:t>
            </a:r>
            <a:r>
              <a:rPr lang="en-US" b="0" i="0" u="none" strike="noStrike">
                <a:effectLst/>
                <a:latin typeface="Segoe UI" panose="020B0502040204020203" pitchFamily="34" charset="0"/>
                <a:hlinkClick r:id="rId4"/>
              </a:rPr>
              <a:t>simple types</a:t>
            </a:r>
            <a:r>
              <a:rPr lang="en-US" b="0" i="0">
                <a:solidFill>
                  <a:srgbClr val="171717"/>
                </a:solidFill>
                <a:effectLst/>
                <a:latin typeface="Segoe UI" panose="020B0502040204020203" pitchFamily="34" charset="0"/>
              </a:rPr>
              <a:t> and can be initialized with </a:t>
            </a:r>
            <a:r>
              <a:rPr lang="en-US" b="0" i="0" u="none" strike="noStrike">
                <a:effectLst/>
                <a:latin typeface="Segoe UI" panose="020B0502040204020203" pitchFamily="34" charset="0"/>
                <a:hlinkClick r:id="rId5"/>
              </a:rPr>
              <a:t>literals</a:t>
            </a:r>
            <a:r>
              <a:rPr lang="en-US" b="0" i="0">
                <a:solidFill>
                  <a:srgbClr val="171717"/>
                </a:solidFill>
                <a:effectLst/>
                <a:latin typeface="Segoe UI" panose="020B0502040204020203" pitchFamily="34" charset="0"/>
              </a:rPr>
              <a:t>. All floating-point numeric types support </a:t>
            </a:r>
            <a:r>
              <a:rPr lang="en-US" b="0" i="0" u="none" strike="noStrike">
                <a:effectLst/>
                <a:latin typeface="Segoe UI" panose="020B0502040204020203" pitchFamily="34" charset="0"/>
                <a:hlinkClick r:id="rId6"/>
              </a:rPr>
              <a:t>arithmetic</a:t>
            </a:r>
            <a:r>
              <a:rPr lang="en-US" b="0" i="0">
                <a:solidFill>
                  <a:srgbClr val="171717"/>
                </a:solidFill>
                <a:effectLst/>
                <a:latin typeface="Segoe UI" panose="020B0502040204020203" pitchFamily="34" charset="0"/>
              </a:rPr>
              <a:t>, </a:t>
            </a:r>
            <a:r>
              <a:rPr lang="en-US" b="0" i="0" u="none" strike="noStrike">
                <a:effectLst/>
                <a:latin typeface="Segoe UI" panose="020B0502040204020203" pitchFamily="34" charset="0"/>
                <a:hlinkClick r:id="rId7"/>
              </a:rPr>
              <a:t>comparison</a:t>
            </a:r>
            <a:r>
              <a:rPr lang="en-US" b="0" i="0">
                <a:solidFill>
                  <a:srgbClr val="171717"/>
                </a:solidFill>
                <a:effectLst/>
                <a:latin typeface="Segoe UI" panose="020B0502040204020203" pitchFamily="34" charset="0"/>
              </a:rPr>
              <a:t>, and </a:t>
            </a:r>
            <a:r>
              <a:rPr lang="en-US" b="0" i="0" u="none" strike="noStrike">
                <a:effectLst/>
                <a:latin typeface="Segoe UI" panose="020B0502040204020203" pitchFamily="34" charset="0"/>
                <a:hlinkClick r:id="rId8"/>
              </a:rPr>
              <a:t>equality</a:t>
            </a:r>
            <a:r>
              <a:rPr lang="en-US" b="0" i="0">
                <a:solidFill>
                  <a:srgbClr val="171717"/>
                </a:solidFill>
                <a:effectLst/>
                <a:latin typeface="Segoe UI" panose="020B0502040204020203" pitchFamily="34" charset="0"/>
              </a:rPr>
              <a:t> operators.</a:t>
            </a:r>
          </a:p>
          <a:p>
            <a:r>
              <a:rPr lang="en-US" b="0" i="0">
                <a:solidFill>
                  <a:srgbClr val="171717"/>
                </a:solidFill>
                <a:effectLst/>
                <a:latin typeface="Segoe UI" panose="020B0502040204020203" pitchFamily="34" charset="0"/>
              </a:rPr>
              <a:t>The default value of each floating-point type is zero, </a:t>
            </a:r>
            <a:r>
              <a:rPr lang="en-US"/>
              <a:t>0</a:t>
            </a:r>
            <a:r>
              <a:rPr lang="en-US" b="0" i="0">
                <a:solidFill>
                  <a:srgbClr val="171717"/>
                </a:solidFill>
                <a:effectLst/>
                <a:latin typeface="Segoe UI" panose="020B0502040204020203" pitchFamily="34" charset="0"/>
              </a:rPr>
              <a:t>. Each of the floating-point types has the </a:t>
            </a:r>
            <a:r>
              <a:rPr lang="en-US" err="1"/>
              <a:t>MinValue</a:t>
            </a:r>
            <a:r>
              <a:rPr lang="en-US" b="0" i="0">
                <a:solidFill>
                  <a:srgbClr val="171717"/>
                </a:solidFill>
                <a:effectLst/>
                <a:latin typeface="Segoe UI" panose="020B0502040204020203" pitchFamily="34" charset="0"/>
              </a:rPr>
              <a:t> and </a:t>
            </a:r>
            <a:r>
              <a:rPr lang="en-US" err="1"/>
              <a:t>MaxValue</a:t>
            </a:r>
            <a:r>
              <a:rPr lang="en-US" b="0" i="0">
                <a:solidFill>
                  <a:srgbClr val="171717"/>
                </a:solidFill>
                <a:effectLst/>
                <a:latin typeface="Segoe UI" panose="020B0502040204020203" pitchFamily="34" charset="0"/>
              </a:rPr>
              <a:t> constants that provide the minimum and maximum finite value of that type. The </a:t>
            </a:r>
            <a:r>
              <a:rPr lang="en-US"/>
              <a:t>float</a:t>
            </a:r>
            <a:r>
              <a:rPr lang="en-US" b="0" i="0">
                <a:solidFill>
                  <a:srgbClr val="171717"/>
                </a:solidFill>
                <a:effectLst/>
                <a:latin typeface="Segoe UI" panose="020B0502040204020203" pitchFamily="34" charset="0"/>
              </a:rPr>
              <a:t> and </a:t>
            </a:r>
            <a:r>
              <a:rPr lang="en-US"/>
              <a:t>double</a:t>
            </a:r>
            <a:r>
              <a:rPr lang="en-US" b="0" i="0">
                <a:solidFill>
                  <a:srgbClr val="171717"/>
                </a:solidFill>
                <a:effectLst/>
                <a:latin typeface="Segoe UI" panose="020B0502040204020203" pitchFamily="34" charset="0"/>
              </a:rPr>
              <a:t> types also provide constants that represent not-a-number and infinity values. For example, the </a:t>
            </a:r>
            <a:r>
              <a:rPr lang="en-US"/>
              <a:t>double</a:t>
            </a:r>
            <a:r>
              <a:rPr lang="en-US" b="0" i="0">
                <a:solidFill>
                  <a:srgbClr val="171717"/>
                </a:solidFill>
                <a:effectLst/>
                <a:latin typeface="Segoe UI" panose="020B0502040204020203" pitchFamily="34" charset="0"/>
              </a:rPr>
              <a:t> type provides the following constants: </a:t>
            </a:r>
            <a:r>
              <a:rPr lang="en-US" b="0" i="0" u="none" strike="noStrike" err="1">
                <a:effectLst/>
                <a:latin typeface="Segoe UI" panose="020B0502040204020203" pitchFamily="34" charset="0"/>
                <a:hlinkClick r:id="rId9"/>
              </a:rPr>
              <a:t>Double.NaN</a:t>
            </a:r>
            <a:r>
              <a:rPr lang="en-US" b="0" i="0">
                <a:solidFill>
                  <a:srgbClr val="171717"/>
                </a:solidFill>
                <a:effectLst/>
                <a:latin typeface="Segoe UI" panose="020B0502040204020203" pitchFamily="34" charset="0"/>
              </a:rPr>
              <a:t>, </a:t>
            </a:r>
            <a:r>
              <a:rPr lang="en-US" b="0" i="0" u="none" strike="noStrike" err="1">
                <a:effectLst/>
                <a:latin typeface="Segoe UI" panose="020B0502040204020203" pitchFamily="34" charset="0"/>
                <a:hlinkClick r:id="rId10"/>
              </a:rPr>
              <a:t>Double.NegativeInfinity</a:t>
            </a:r>
            <a:r>
              <a:rPr lang="en-US" b="0" i="0">
                <a:solidFill>
                  <a:srgbClr val="171717"/>
                </a:solidFill>
                <a:effectLst/>
                <a:latin typeface="Segoe UI" panose="020B0502040204020203" pitchFamily="34" charset="0"/>
              </a:rPr>
              <a:t>, and </a:t>
            </a:r>
            <a:r>
              <a:rPr lang="en-US" b="0" i="0" u="none" strike="noStrike" err="1">
                <a:effectLst/>
                <a:latin typeface="Segoe UI" panose="020B0502040204020203" pitchFamily="34" charset="0"/>
                <a:hlinkClick r:id="rId11"/>
              </a:rPr>
              <a:t>Double.PositiveInfinity</a:t>
            </a:r>
            <a:r>
              <a:rPr lang="en-US" b="0" i="0">
                <a:solidFill>
                  <a:srgbClr val="171717"/>
                </a:solidFill>
                <a:effectLst/>
                <a:latin typeface="Segoe UI" panose="020B0502040204020203" pitchFamily="34" charset="0"/>
              </a:rPr>
              <a:t>.</a:t>
            </a:r>
          </a:p>
          <a:p>
            <a:endParaRPr lang="en-US" b="0" i="0">
              <a:solidFill>
                <a:srgbClr val="171717"/>
              </a:solidFill>
              <a:effectLst/>
              <a:latin typeface="Segoe UI" panose="020B0502040204020203"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1">
                <a:solidFill>
                  <a:srgbClr val="FF0000"/>
                </a:solidFill>
                <a:latin typeface="+mn-lt"/>
              </a:rPr>
              <a:t>EXAMPLE in Visual Studio – show min/max, Nan, NegativeInfinity</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sz="1600" b="1">
              <a:solidFill>
                <a:srgbClr val="FF0000"/>
              </a:solidFill>
              <a:latin typeface="+mn-lt"/>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171717"/>
                </a:solidFill>
                <a:effectLst/>
                <a:latin typeface="Segoe UI" panose="020B0502040204020203" pitchFamily="34" charset="0"/>
              </a:rPr>
              <a:t>There is only one implicit conversion between floating-point numeric types: from </a:t>
            </a:r>
            <a:r>
              <a:rPr lang="en-US"/>
              <a:t>float</a:t>
            </a:r>
            <a:r>
              <a:rPr lang="en-US" b="0" i="0">
                <a:solidFill>
                  <a:srgbClr val="171717"/>
                </a:solidFill>
                <a:effectLst/>
                <a:latin typeface="Segoe UI" panose="020B0502040204020203" pitchFamily="34" charset="0"/>
              </a:rPr>
              <a:t> to </a:t>
            </a:r>
            <a:r>
              <a:rPr lang="en-US"/>
              <a:t>double</a:t>
            </a:r>
            <a:r>
              <a:rPr lang="en-US" b="0" i="0">
                <a:solidFill>
                  <a:srgbClr val="171717"/>
                </a:solidFill>
                <a:effectLst/>
                <a:latin typeface="Segoe UI" panose="020B0502040204020203" pitchFamily="34" charset="0"/>
              </a:rPr>
              <a:t>. However, you can convert any floating-point type to any other floating-point type with the </a:t>
            </a:r>
            <a:r>
              <a:rPr lang="en-US" b="0" i="0" u="none" strike="noStrike">
                <a:effectLst/>
                <a:latin typeface="Segoe UI" panose="020B0502040204020203" pitchFamily="34" charset="0"/>
                <a:hlinkClick r:id="rId12"/>
              </a:rPr>
              <a:t>explicit cast</a:t>
            </a:r>
            <a:r>
              <a:rPr lang="en-US" b="0" i="0">
                <a:solidFill>
                  <a:srgbClr val="171717"/>
                </a:solidFill>
                <a:effectLst/>
                <a:latin typeface="Segoe UI" panose="020B0502040204020203" pitchFamily="34" charset="0"/>
              </a:rPr>
              <a:t>.</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The type of a real literal is determined by its suffix as follows:</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The literal without suffix or with the d or D suffix is of type double</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The literal with the f or F suffix is of type float</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The literal with the m or M suffix is of type decimal</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sz="1600" b="1">
              <a:solidFill>
                <a:srgbClr val="FF0000"/>
              </a:solidFill>
              <a:latin typeface="+mn-lt"/>
            </a:endParaRP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sz="1600" b="1">
              <a:solidFill>
                <a:srgbClr val="FF0000"/>
              </a:solidFill>
              <a:latin typeface="+mn-lt"/>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b="1">
                <a:solidFill>
                  <a:srgbClr val="FF0000"/>
                </a:solidFill>
                <a:latin typeface="+mn-lt"/>
              </a:rPr>
              <a:t>OPTIONAL:</a:t>
            </a:r>
            <a:endParaRPr lang="en-US"/>
          </a:p>
          <a:p>
            <a:endParaRPr lang="en-US"/>
          </a:p>
          <a:p>
            <a:r>
              <a:rPr lang="en-US">
                <a:solidFill>
                  <a:schemeClr val="bg1">
                    <a:lumMod val="75000"/>
                  </a:schemeClr>
                </a:solidFill>
              </a:rPr>
              <a:t>Significant digits example:</a:t>
            </a:r>
          </a:p>
          <a:p>
            <a:r>
              <a:rPr lang="en-US">
                <a:solidFill>
                  <a:schemeClr val="bg1">
                    <a:lumMod val="75000"/>
                  </a:schemeClr>
                </a:solidFill>
              </a:rPr>
              <a:t>https://csharp.azurewebsites.net/wp-content/uploads/2017/03/image_thumb-4.png</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39</a:t>
            </a:fld>
            <a:endParaRPr lang="en-US"/>
          </a:p>
        </p:txBody>
      </p:sp>
    </p:spTree>
    <p:extLst>
      <p:ext uri="{BB962C8B-B14F-4D97-AF65-F5344CB8AC3E}">
        <p14:creationId xmlns:p14="http://schemas.microsoft.com/office/powerpoint/2010/main" val="27367114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The </a:t>
            </a:r>
            <a:r>
              <a:rPr lang="en-US"/>
              <a:t>bool</a:t>
            </a:r>
            <a:r>
              <a:rPr lang="en-US" b="0" i="0">
                <a:solidFill>
                  <a:srgbClr val="171717"/>
                </a:solidFill>
                <a:effectLst/>
                <a:latin typeface="Segoe UI" panose="020B0502040204020203" pitchFamily="34" charset="0"/>
              </a:rPr>
              <a:t> type keyword is an alias for the .NET </a:t>
            </a:r>
            <a:r>
              <a:rPr lang="en-US" b="0" i="0" u="none" strike="noStrike" err="1">
                <a:effectLst/>
                <a:latin typeface="Segoe UI" panose="020B0502040204020203" pitchFamily="34" charset="0"/>
                <a:hlinkClick r:id="rId3"/>
              </a:rPr>
              <a:t>System.Boolean</a:t>
            </a:r>
            <a:r>
              <a:rPr lang="en-US" b="0" i="0">
                <a:solidFill>
                  <a:srgbClr val="171717"/>
                </a:solidFill>
                <a:effectLst/>
                <a:latin typeface="Segoe UI" panose="020B0502040204020203" pitchFamily="34" charset="0"/>
              </a:rPr>
              <a:t> structure type that represents a Boolean value, which can be either </a:t>
            </a:r>
            <a:r>
              <a:rPr lang="en-US"/>
              <a:t>true</a:t>
            </a:r>
            <a:r>
              <a:rPr lang="en-US" b="0" i="0">
                <a:solidFill>
                  <a:srgbClr val="171717"/>
                </a:solidFill>
                <a:effectLst/>
                <a:latin typeface="Segoe UI" panose="020B0502040204020203" pitchFamily="34" charset="0"/>
              </a:rPr>
              <a:t> or </a:t>
            </a:r>
            <a:r>
              <a:rPr lang="en-US"/>
              <a:t>false</a:t>
            </a:r>
            <a:r>
              <a:rPr lang="en-US" b="0" i="0">
                <a:solidFill>
                  <a:srgbClr val="171717"/>
                </a:solidFill>
                <a:effectLst/>
                <a:latin typeface="Segoe UI" panose="020B0502040204020203" pitchFamily="34" charset="0"/>
              </a:rPr>
              <a:t>.</a:t>
            </a:r>
          </a:p>
          <a:p>
            <a:r>
              <a:rPr lang="en-US" b="0" i="0">
                <a:solidFill>
                  <a:srgbClr val="171717"/>
                </a:solidFill>
                <a:effectLst/>
                <a:latin typeface="Segoe UI" panose="020B0502040204020203" pitchFamily="34" charset="0"/>
              </a:rPr>
              <a:t>You can use the </a:t>
            </a:r>
            <a:r>
              <a:rPr lang="en-US"/>
              <a:t>true</a:t>
            </a:r>
            <a:r>
              <a:rPr lang="en-US" b="0" i="0">
                <a:solidFill>
                  <a:srgbClr val="171717"/>
                </a:solidFill>
                <a:effectLst/>
                <a:latin typeface="Segoe UI" panose="020B0502040204020203" pitchFamily="34" charset="0"/>
              </a:rPr>
              <a:t> and </a:t>
            </a:r>
            <a:r>
              <a:rPr lang="en-US"/>
              <a:t>false</a:t>
            </a:r>
            <a:r>
              <a:rPr lang="en-US" b="0" i="0">
                <a:solidFill>
                  <a:srgbClr val="171717"/>
                </a:solidFill>
                <a:effectLst/>
                <a:latin typeface="Segoe UI" panose="020B0502040204020203" pitchFamily="34" charset="0"/>
              </a:rPr>
              <a:t> literals to initialize a </a:t>
            </a:r>
            <a:r>
              <a:rPr lang="en-US"/>
              <a:t>bool</a:t>
            </a:r>
            <a:r>
              <a:rPr lang="en-US" b="0" i="0">
                <a:solidFill>
                  <a:srgbClr val="171717"/>
                </a:solidFill>
                <a:effectLst/>
                <a:latin typeface="Segoe UI" panose="020B0502040204020203" pitchFamily="34" charset="0"/>
              </a:rPr>
              <a:t> variable or to pass a </a:t>
            </a:r>
            <a:r>
              <a:rPr lang="en-US"/>
              <a:t>bool</a:t>
            </a:r>
            <a:r>
              <a:rPr lang="en-US" b="0" i="0">
                <a:solidFill>
                  <a:srgbClr val="171717"/>
                </a:solidFill>
                <a:effectLst/>
                <a:latin typeface="Segoe UI" panose="020B0502040204020203" pitchFamily="34" charset="0"/>
              </a:rPr>
              <a:t> value.</a:t>
            </a:r>
          </a:p>
          <a:p>
            <a:endParaRPr lang="en-US" b="0" i="0">
              <a:solidFill>
                <a:srgbClr val="171717"/>
              </a:solidFill>
              <a:effectLst/>
              <a:latin typeface="Segoe UI" panose="020B0502040204020203" pitchFamily="34" charset="0"/>
            </a:endParaRP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The </a:t>
            </a:r>
            <a:r>
              <a:rPr lang="en-US"/>
              <a:t>char</a:t>
            </a:r>
            <a:r>
              <a:rPr lang="en-US" b="0" i="0">
                <a:solidFill>
                  <a:srgbClr val="171717"/>
                </a:solidFill>
                <a:effectLst/>
                <a:latin typeface="Segoe UI" panose="020B0502040204020203" pitchFamily="34" charset="0"/>
              </a:rPr>
              <a:t> type keyword is an alias for the .NET </a:t>
            </a:r>
            <a:r>
              <a:rPr lang="en-US" b="0" i="0" u="none" strike="noStrike" err="1">
                <a:effectLst/>
                <a:latin typeface="Segoe UI" panose="020B0502040204020203" pitchFamily="34" charset="0"/>
                <a:hlinkClick r:id="rId4"/>
              </a:rPr>
              <a:t>System.Char</a:t>
            </a:r>
            <a:r>
              <a:rPr lang="en-US" b="0" i="0">
                <a:solidFill>
                  <a:srgbClr val="171717"/>
                </a:solidFill>
                <a:effectLst/>
                <a:latin typeface="Segoe UI" panose="020B0502040204020203" pitchFamily="34" charset="0"/>
              </a:rPr>
              <a:t> structure type that represents a Unicode UTF-16 character (one of the ways to encode Unicode characters as a sequence of 16-bit words).</a:t>
            </a:r>
          </a:p>
          <a:p>
            <a:r>
              <a:rPr lang="en-US" b="0" i="0">
                <a:solidFill>
                  <a:srgbClr val="171717"/>
                </a:solidFill>
                <a:effectLst/>
                <a:latin typeface="Segoe UI" panose="020B0502040204020203" pitchFamily="34" charset="0"/>
              </a:rPr>
              <a:t>The </a:t>
            </a:r>
            <a:r>
              <a:rPr lang="en-US" b="0" i="0" u="none" strike="noStrike">
                <a:effectLst/>
                <a:latin typeface="Segoe UI" panose="020B0502040204020203" pitchFamily="34" charset="0"/>
                <a:hlinkClick r:id="rId5"/>
              </a:rPr>
              <a:t>string</a:t>
            </a:r>
            <a:r>
              <a:rPr lang="en-US" b="0" i="0">
                <a:solidFill>
                  <a:srgbClr val="171717"/>
                </a:solidFill>
                <a:effectLst/>
                <a:latin typeface="Segoe UI" panose="020B0502040204020203" pitchFamily="34" charset="0"/>
              </a:rPr>
              <a:t> type represents text as a sequence of </a:t>
            </a:r>
            <a:r>
              <a:rPr lang="en-US"/>
              <a:t>char</a:t>
            </a:r>
            <a:r>
              <a:rPr lang="en-US" b="0" i="0">
                <a:solidFill>
                  <a:srgbClr val="171717"/>
                </a:solidFill>
                <a:effectLst/>
                <a:latin typeface="Segoe UI" panose="020B0502040204020203" pitchFamily="34" charset="0"/>
              </a:rPr>
              <a:t> values.</a:t>
            </a:r>
          </a:p>
          <a:p>
            <a:endParaRPr lang="en-US" b="0" i="0">
              <a:solidFill>
                <a:srgbClr val="171717"/>
              </a:solidFill>
              <a:effectLst/>
              <a:latin typeface="Segoe UI" panose="020B0502040204020203" pitchFamily="34" charset="0"/>
            </a:endParaRPr>
          </a:p>
          <a:p>
            <a:r>
              <a:rPr lang="en-US" sz="1600" b="1">
                <a:solidFill>
                  <a:srgbClr val="FF0000"/>
                </a:solidFill>
                <a:latin typeface="+mn-lt"/>
              </a:rPr>
              <a:t>EXAMPLE in Visual Studio </a:t>
            </a:r>
            <a:r>
              <a:rPr lang="en-US" sz="1600" b="0" i="0">
                <a:solidFill>
                  <a:srgbClr val="171717"/>
                </a:solidFill>
                <a:effectLst/>
                <a:latin typeface="Segoe UI" panose="020B0502040204020203" pitchFamily="34" charset="0"/>
              </a:rPr>
              <a:t>– show example for chars:</a:t>
            </a:r>
          </a:p>
          <a:p>
            <a:endParaRPr lang="en-US" sz="1600"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You can specify a char value with:</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a character literal.</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a Unicode escape sequence, which is \u followed by the four-symbol hexadecimal representation of a character code.</a:t>
            </a:r>
          </a:p>
          <a:p>
            <a:pPr marL="285750" indent="-285750" algn="l">
              <a:buFont typeface="Arial" panose="020B0604020202020204" pitchFamily="34" charset="0"/>
              <a:buChar char="•"/>
            </a:pPr>
            <a:r>
              <a:rPr lang="en-US" b="0" i="0">
                <a:solidFill>
                  <a:srgbClr val="171717"/>
                </a:solidFill>
                <a:effectLst/>
                <a:latin typeface="Segoe UI" panose="020B0502040204020203" pitchFamily="34" charset="0"/>
              </a:rPr>
              <a:t>a hexadecimal escape sequence, which is \x followed by the hexadecimal representation of a character code.</a:t>
            </a:r>
            <a:endParaRPr lang="en-US" sz="1600" b="0" i="0">
              <a:solidFill>
                <a:srgbClr val="171717"/>
              </a:solidFill>
              <a:effectLst/>
              <a:latin typeface="Segoe UI" panose="020B0502040204020203" pitchFamily="34" charset="0"/>
            </a:endParaRPr>
          </a:p>
          <a:p>
            <a:endParaRPr lang="en-US" b="0" i="0">
              <a:solidFill>
                <a:srgbClr val="171717"/>
              </a:solidFill>
              <a:effectLst/>
              <a:latin typeface="Segoe UI" panose="020B0502040204020203" pitchFamily="34" charset="0"/>
            </a:endParaRPr>
          </a:p>
          <a:p>
            <a:r>
              <a:rPr lang="en-US" b="0" i="0">
                <a:solidFill>
                  <a:srgbClr val="0101FD"/>
                </a:solidFill>
                <a:effectLst/>
                <a:latin typeface="SFMono-Regular"/>
              </a:rPr>
              <a:t>var</a:t>
            </a:r>
            <a:r>
              <a:rPr lang="en-US" b="0" i="0">
                <a:solidFill>
                  <a:srgbClr val="171717"/>
                </a:solidFill>
                <a:effectLst/>
                <a:latin typeface="SFMono-Regular"/>
              </a:rPr>
              <a:t> chars = </a:t>
            </a:r>
            <a:r>
              <a:rPr lang="en-US" b="0" i="0">
                <a:solidFill>
                  <a:srgbClr val="0101FD"/>
                </a:solidFill>
                <a:effectLst/>
                <a:latin typeface="SFMono-Regular"/>
              </a:rPr>
              <a:t>new</a:t>
            </a:r>
            <a:r>
              <a:rPr lang="en-US" b="0" i="0">
                <a:solidFill>
                  <a:srgbClr val="171717"/>
                </a:solidFill>
                <a:effectLst/>
                <a:latin typeface="SFMono-Regular"/>
              </a:rPr>
              <a:t>[] { </a:t>
            </a:r>
          </a:p>
          <a:p>
            <a:r>
              <a:rPr lang="en-US" b="0" i="0">
                <a:solidFill>
                  <a:srgbClr val="A31515"/>
                </a:solidFill>
                <a:effectLst/>
                <a:latin typeface="SFMono-Regular"/>
              </a:rPr>
              <a:t>	'j’</a:t>
            </a:r>
            <a:r>
              <a:rPr lang="en-US" b="0" i="0">
                <a:solidFill>
                  <a:srgbClr val="171717"/>
                </a:solidFill>
                <a:effectLst/>
                <a:latin typeface="SFMono-Regular"/>
              </a:rPr>
              <a:t>, </a:t>
            </a:r>
          </a:p>
          <a:p>
            <a:r>
              <a:rPr lang="en-US" b="0" i="0">
                <a:solidFill>
                  <a:srgbClr val="171717"/>
                </a:solidFill>
                <a:effectLst/>
                <a:latin typeface="SFMono-Regular"/>
              </a:rPr>
              <a:t>	</a:t>
            </a:r>
            <a:r>
              <a:rPr lang="en-US" b="0" i="0">
                <a:solidFill>
                  <a:srgbClr val="A31515"/>
                </a:solidFill>
                <a:effectLst/>
                <a:latin typeface="SFMono-Regular"/>
              </a:rPr>
              <a:t>'\u006A’</a:t>
            </a:r>
            <a:r>
              <a:rPr lang="en-US" b="0" i="0">
                <a:solidFill>
                  <a:srgbClr val="171717"/>
                </a:solidFill>
                <a:effectLst/>
                <a:latin typeface="SFMono-Regular"/>
              </a:rPr>
              <a:t>,</a:t>
            </a:r>
          </a:p>
          <a:p>
            <a:r>
              <a:rPr lang="en-US" b="0" i="0">
                <a:solidFill>
                  <a:srgbClr val="171717"/>
                </a:solidFill>
                <a:effectLst/>
                <a:latin typeface="SFMono-Regular"/>
              </a:rPr>
              <a:t>	</a:t>
            </a:r>
            <a:r>
              <a:rPr lang="en-US" b="0" i="0">
                <a:solidFill>
                  <a:srgbClr val="A31515"/>
                </a:solidFill>
                <a:effectLst/>
                <a:latin typeface="SFMono-Regular"/>
              </a:rPr>
              <a:t>'\x006A’</a:t>
            </a:r>
            <a:r>
              <a:rPr lang="en-US" b="0" i="0">
                <a:solidFill>
                  <a:srgbClr val="171717"/>
                </a:solidFill>
                <a:effectLst/>
                <a:latin typeface="SFMono-Regular"/>
              </a:rPr>
              <a:t>, </a:t>
            </a:r>
          </a:p>
          <a:p>
            <a:r>
              <a:rPr lang="en-US" b="0" i="0">
                <a:solidFill>
                  <a:srgbClr val="171717"/>
                </a:solidFill>
                <a:effectLst/>
                <a:latin typeface="SFMono-Regular"/>
              </a:rPr>
              <a:t>	(</a:t>
            </a:r>
            <a:r>
              <a:rPr lang="en-US" b="0" i="0">
                <a:solidFill>
                  <a:srgbClr val="0101FD"/>
                </a:solidFill>
                <a:effectLst/>
                <a:latin typeface="SFMono-Regular"/>
              </a:rPr>
              <a:t>char</a:t>
            </a:r>
            <a:r>
              <a:rPr lang="en-US" b="0" i="0">
                <a:solidFill>
                  <a:srgbClr val="171717"/>
                </a:solidFill>
                <a:effectLst/>
                <a:latin typeface="SFMono-Regular"/>
              </a:rPr>
              <a:t>)106, </a:t>
            </a:r>
          </a:p>
          <a:p>
            <a:r>
              <a:rPr lang="en-US" b="0" i="0">
                <a:solidFill>
                  <a:srgbClr val="171717"/>
                </a:solidFill>
                <a:effectLst/>
                <a:latin typeface="SFMono-Regular"/>
              </a:rPr>
              <a:t>}; </a:t>
            </a:r>
          </a:p>
          <a:p>
            <a:r>
              <a:rPr lang="en-US" b="0" i="0" err="1">
                <a:solidFill>
                  <a:srgbClr val="171717"/>
                </a:solidFill>
                <a:effectLst/>
                <a:latin typeface="SFMono-Regular"/>
              </a:rPr>
              <a:t>Console.WriteLine</a:t>
            </a:r>
            <a:r>
              <a:rPr lang="en-US" b="0" i="0">
                <a:solidFill>
                  <a:srgbClr val="171717"/>
                </a:solidFill>
                <a:effectLst/>
                <a:latin typeface="SFMono-Regular"/>
              </a:rPr>
              <a:t>(</a:t>
            </a:r>
            <a:r>
              <a:rPr lang="en-US" b="0" i="0" err="1">
                <a:solidFill>
                  <a:srgbClr val="0101FD"/>
                </a:solidFill>
                <a:effectLst/>
                <a:latin typeface="SFMono-Regular"/>
              </a:rPr>
              <a:t>string</a:t>
            </a:r>
            <a:r>
              <a:rPr lang="en-US" b="0" i="0" err="1">
                <a:solidFill>
                  <a:srgbClr val="171717"/>
                </a:solidFill>
                <a:effectLst/>
                <a:latin typeface="SFMono-Regular"/>
              </a:rPr>
              <a:t>.Join</a:t>
            </a:r>
            <a:r>
              <a:rPr lang="en-US" b="0" i="0">
                <a:solidFill>
                  <a:srgbClr val="171717"/>
                </a:solidFill>
                <a:effectLst/>
                <a:latin typeface="SFMono-Regular"/>
              </a:rPr>
              <a:t>(</a:t>
            </a:r>
            <a:r>
              <a:rPr lang="en-US" b="0" i="0">
                <a:solidFill>
                  <a:srgbClr val="A31515"/>
                </a:solidFill>
                <a:effectLst/>
                <a:latin typeface="SFMono-Regular"/>
              </a:rPr>
              <a:t>" "</a:t>
            </a:r>
            <a:r>
              <a:rPr lang="en-US" b="0" i="0">
                <a:solidFill>
                  <a:srgbClr val="171717"/>
                </a:solidFill>
                <a:effectLst/>
                <a:latin typeface="SFMono-Regular"/>
              </a:rPr>
              <a:t>, chars)); </a:t>
            </a:r>
            <a:r>
              <a:rPr lang="en-US" b="0" i="0">
                <a:solidFill>
                  <a:srgbClr val="008000"/>
                </a:solidFill>
                <a:effectLst/>
                <a:latin typeface="SFMono-Regular"/>
              </a:rPr>
              <a:t>// output: j </a:t>
            </a:r>
            <a:r>
              <a:rPr lang="en-US" b="0" i="0" err="1">
                <a:solidFill>
                  <a:srgbClr val="008000"/>
                </a:solidFill>
                <a:effectLst/>
                <a:latin typeface="SFMono-Regular"/>
              </a:rPr>
              <a:t>j</a:t>
            </a:r>
            <a:r>
              <a:rPr lang="en-US" b="0" i="0">
                <a:solidFill>
                  <a:srgbClr val="008000"/>
                </a:solidFill>
                <a:effectLst/>
                <a:latin typeface="SFMono-Regular"/>
              </a:rPr>
              <a:t> </a:t>
            </a:r>
            <a:r>
              <a:rPr lang="en-US" b="0" i="0" err="1">
                <a:solidFill>
                  <a:srgbClr val="008000"/>
                </a:solidFill>
                <a:effectLst/>
                <a:latin typeface="SFMono-Regular"/>
              </a:rPr>
              <a:t>j</a:t>
            </a:r>
            <a:r>
              <a:rPr lang="en-US" b="0" i="0">
                <a:solidFill>
                  <a:srgbClr val="008000"/>
                </a:solidFill>
                <a:effectLst/>
                <a:latin typeface="SFMono-Regular"/>
              </a:rPr>
              <a:t> </a:t>
            </a:r>
            <a:r>
              <a:rPr lang="en-US" b="0" i="0" err="1">
                <a:solidFill>
                  <a:srgbClr val="008000"/>
                </a:solidFill>
                <a:effectLst/>
                <a:latin typeface="SFMono-Regular"/>
              </a:rPr>
              <a:t>j</a:t>
            </a:r>
            <a:endParaRPr lang="en-US" b="0" i="0">
              <a:solidFill>
                <a:srgbClr val="171717"/>
              </a:solidFill>
              <a:effectLst/>
              <a:latin typeface="Segoe UI" panose="020B0502040204020203" pitchFamily="34" charset="0"/>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40</a:t>
            </a:fld>
            <a:endParaRPr lang="en-US"/>
          </a:p>
        </p:txBody>
      </p:sp>
    </p:spTree>
    <p:extLst>
      <p:ext uri="{BB962C8B-B14F-4D97-AF65-F5344CB8AC3E}">
        <p14:creationId xmlns:p14="http://schemas.microsoft.com/office/powerpoint/2010/main" val="31527172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a:solidFill>
                  <a:srgbClr val="FF0000"/>
                </a:solidFill>
                <a:latin typeface="+mn-lt"/>
              </a:rPr>
              <a:t>EXAMPLE in Visual Studio </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41</a:t>
            </a:fld>
            <a:endParaRPr lang="en-US"/>
          </a:p>
        </p:txBody>
      </p:sp>
    </p:spTree>
    <p:extLst>
      <p:ext uri="{BB962C8B-B14F-4D97-AF65-F5344CB8AC3E}">
        <p14:creationId xmlns:p14="http://schemas.microsoft.com/office/powerpoint/2010/main" val="2680085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4E4E4E"/>
                </a:solidFill>
                <a:effectLst/>
                <a:latin typeface="Segoe UI" panose="020B0502040204020203" pitchFamily="34" charset="0"/>
              </a:rPr>
              <a:t>In C#, </a:t>
            </a:r>
            <a:r>
              <a:rPr lang="en-US" b="1" i="0">
                <a:solidFill>
                  <a:srgbClr val="4E4E4E"/>
                </a:solidFill>
                <a:effectLst/>
                <a:latin typeface="Segoe UI" panose="020B0502040204020203" pitchFamily="34" charset="0"/>
              </a:rPr>
              <a:t>Assignment Operator</a:t>
            </a:r>
            <a:r>
              <a:rPr lang="en-US" b="0" i="0">
                <a:solidFill>
                  <a:srgbClr val="4E4E4E"/>
                </a:solidFill>
                <a:effectLst/>
                <a:latin typeface="Segoe UI" panose="020B0502040204020203" pitchFamily="34" charset="0"/>
              </a:rPr>
              <a:t> are useful to assign a new value to the operand and these operators will work with only one operand.</a:t>
            </a:r>
          </a:p>
          <a:p>
            <a:pPr algn="l"/>
            <a:r>
              <a:rPr lang="en-US" b="0" i="0">
                <a:solidFill>
                  <a:srgbClr val="4E4E4E"/>
                </a:solidFill>
                <a:effectLst/>
                <a:latin typeface="Segoe UI" panose="020B0502040204020203" pitchFamily="34" charset="0"/>
              </a:rPr>
              <a:t> </a:t>
            </a:r>
          </a:p>
          <a:p>
            <a:pPr algn="l"/>
            <a:r>
              <a:rPr lang="en-US" b="0" i="0">
                <a:solidFill>
                  <a:srgbClr val="4E4E4E"/>
                </a:solidFill>
                <a:effectLst/>
                <a:latin typeface="Segoe UI" panose="020B0502040204020203" pitchFamily="34" charset="0"/>
              </a:rPr>
              <a:t>For example, we can declare and assign a value to the variable using assignment operator (</a:t>
            </a:r>
            <a:r>
              <a:rPr lang="en-US" b="1" i="0">
                <a:solidFill>
                  <a:srgbClr val="4E4E4E"/>
                </a:solidFill>
                <a:effectLst/>
                <a:latin typeface="Segoe UI" panose="020B0502040204020203" pitchFamily="34" charset="0"/>
              </a:rPr>
              <a:t>=</a:t>
            </a:r>
            <a:r>
              <a:rPr lang="en-US" b="0" i="0">
                <a:solidFill>
                  <a:srgbClr val="4E4E4E"/>
                </a:solidFill>
                <a:effectLst/>
                <a:latin typeface="Segoe UI" panose="020B0502040204020203" pitchFamily="34" charset="0"/>
              </a:rPr>
              <a:t>) like as shown below.</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42</a:t>
            </a:fld>
            <a:endParaRPr lang="en-US"/>
          </a:p>
        </p:txBody>
      </p:sp>
    </p:spTree>
    <p:extLst>
      <p:ext uri="{BB962C8B-B14F-4D97-AF65-F5344CB8AC3E}">
        <p14:creationId xmlns:p14="http://schemas.microsoft.com/office/powerpoint/2010/main" val="19500141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When you declare a variable or constant in a program, you must either specify its type or use the </a:t>
            </a:r>
            <a:r>
              <a:rPr lang="en-US" b="0" i="0" u="none" strike="noStrike">
                <a:effectLst/>
                <a:latin typeface="Segoe UI" panose="020B0502040204020203" pitchFamily="34" charset="0"/>
                <a:hlinkClick r:id="rId3"/>
              </a:rPr>
              <a:t>var</a:t>
            </a:r>
            <a:r>
              <a:rPr lang="en-US" b="0" i="0">
                <a:solidFill>
                  <a:srgbClr val="171717"/>
                </a:solidFill>
                <a:effectLst/>
                <a:latin typeface="Segoe UI" panose="020B0502040204020203" pitchFamily="34" charset="0"/>
              </a:rPr>
              <a:t> keyword to let the compiler infer the type.</a:t>
            </a:r>
          </a:p>
          <a:p>
            <a:endParaRPr lang="en-US" b="0" i="0">
              <a:solidFill>
                <a:srgbClr val="171717"/>
              </a:solidFill>
              <a:effectLst/>
              <a:latin typeface="Segoe UI" panose="020B0502040204020203" pitchFamily="34" charset="0"/>
            </a:endParaRPr>
          </a:p>
          <a:p>
            <a:r>
              <a:rPr lang="en-US" b="0" i="0">
                <a:solidFill>
                  <a:srgbClr val="171717"/>
                </a:solidFill>
                <a:effectLst/>
                <a:latin typeface="Segoe UI" panose="020B0502040204020203" pitchFamily="34" charset="0"/>
              </a:rPr>
              <a:t>After you declare a variable, you can't redeclare it with a new type, and you can't assign a value not compatible with its declared type. For example, you can't declare an </a:t>
            </a:r>
            <a:r>
              <a:rPr lang="en-US" b="0" i="0" u="none" strike="noStrike">
                <a:effectLst/>
                <a:latin typeface="Segoe UI" panose="020B0502040204020203" pitchFamily="34" charset="0"/>
                <a:hlinkClick r:id="rId4"/>
              </a:rPr>
              <a:t>int</a:t>
            </a:r>
            <a:r>
              <a:rPr lang="en-US" b="0" i="0">
                <a:solidFill>
                  <a:srgbClr val="171717"/>
                </a:solidFill>
                <a:effectLst/>
                <a:latin typeface="Segoe UI" panose="020B0502040204020203" pitchFamily="34" charset="0"/>
              </a:rPr>
              <a:t> and then assign it a Boolean value of </a:t>
            </a:r>
            <a:r>
              <a:rPr lang="en-US"/>
              <a:t>true</a:t>
            </a:r>
            <a:r>
              <a:rPr lang="en-US" b="0" i="0">
                <a:solidFill>
                  <a:srgbClr val="171717"/>
                </a:solidFill>
                <a:effectLst/>
                <a:latin typeface="Segoe UI" panose="020B0502040204020203" pitchFamily="34" charset="0"/>
              </a:rPr>
              <a:t>. However, values can be converted to other types, for example when they're assigned to new variables or passed as method arguments. A </a:t>
            </a:r>
            <a:r>
              <a:rPr lang="en-US" b="0" i="1">
                <a:solidFill>
                  <a:srgbClr val="171717"/>
                </a:solidFill>
                <a:effectLst/>
                <a:latin typeface="Segoe UI" panose="020B0502040204020203" pitchFamily="34" charset="0"/>
              </a:rPr>
              <a:t>type conversion</a:t>
            </a:r>
            <a:r>
              <a:rPr lang="en-US" b="0" i="0">
                <a:solidFill>
                  <a:srgbClr val="171717"/>
                </a:solidFill>
                <a:effectLst/>
                <a:latin typeface="Segoe UI" panose="020B0502040204020203" pitchFamily="34" charset="0"/>
              </a:rPr>
              <a:t> that doesn't cause data loss is performed automatically by the compiler. A conversion that might cause data loss requires a </a:t>
            </a:r>
            <a:r>
              <a:rPr lang="en-US" b="0" i="1">
                <a:solidFill>
                  <a:srgbClr val="171717"/>
                </a:solidFill>
                <a:effectLst/>
                <a:latin typeface="Segoe UI" panose="020B0502040204020203" pitchFamily="34" charset="0"/>
              </a:rPr>
              <a:t>cast</a:t>
            </a:r>
            <a:r>
              <a:rPr lang="en-US" b="0" i="0">
                <a:solidFill>
                  <a:srgbClr val="171717"/>
                </a:solidFill>
                <a:effectLst/>
                <a:latin typeface="Segoe UI" panose="020B0502040204020203" pitchFamily="34" charset="0"/>
              </a:rPr>
              <a:t> in the source code.</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43</a:t>
            </a:fld>
            <a:endParaRPr lang="en-US"/>
          </a:p>
        </p:txBody>
      </p:sp>
    </p:spTree>
    <p:extLst>
      <p:ext uri="{BB962C8B-B14F-4D97-AF65-F5344CB8AC3E}">
        <p14:creationId xmlns:p14="http://schemas.microsoft.com/office/powerpoint/2010/main" val="40000859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71717"/>
                </a:solidFill>
                <a:effectLst/>
                <a:latin typeface="Segoe UI" panose="020B0502040204020203" pitchFamily="34" charset="0"/>
              </a:rPr>
              <a:t>You can use the </a:t>
            </a:r>
            <a:r>
              <a:rPr lang="en-US" b="0" i="0" u="none" strike="noStrike">
                <a:effectLst/>
                <a:latin typeface="Segoe UI" panose="020B0502040204020203" pitchFamily="34" charset="0"/>
                <a:hlinkClick r:id="rId3"/>
              </a:rPr>
              <a:t>struct</a:t>
            </a:r>
            <a:r>
              <a:rPr lang="en-US" b="0" i="0">
                <a:solidFill>
                  <a:srgbClr val="171717"/>
                </a:solidFill>
                <a:effectLst/>
                <a:latin typeface="Segoe UI" panose="020B0502040204020203" pitchFamily="34" charset="0"/>
              </a:rPr>
              <a:t>, </a:t>
            </a:r>
            <a:r>
              <a:rPr lang="en-US" b="0" i="0" u="none" strike="noStrike">
                <a:effectLst/>
                <a:latin typeface="Segoe UI" panose="020B0502040204020203" pitchFamily="34" charset="0"/>
                <a:hlinkClick r:id="rId4"/>
              </a:rPr>
              <a:t>class</a:t>
            </a:r>
            <a:r>
              <a:rPr lang="en-US" b="0" i="0">
                <a:solidFill>
                  <a:srgbClr val="171717"/>
                </a:solidFill>
                <a:effectLst/>
                <a:latin typeface="Segoe UI" panose="020B0502040204020203" pitchFamily="34" charset="0"/>
              </a:rPr>
              <a:t>, </a:t>
            </a:r>
            <a:r>
              <a:rPr lang="en-US" b="0" i="0" u="none" strike="noStrike">
                <a:effectLst/>
                <a:latin typeface="Segoe UI" panose="020B0502040204020203" pitchFamily="34" charset="0"/>
                <a:hlinkClick r:id="rId5"/>
              </a:rPr>
              <a:t>interface</a:t>
            </a:r>
            <a:r>
              <a:rPr lang="en-US" b="0" i="0">
                <a:solidFill>
                  <a:srgbClr val="171717"/>
                </a:solidFill>
                <a:effectLst/>
                <a:latin typeface="Segoe UI" panose="020B0502040204020203" pitchFamily="34" charset="0"/>
              </a:rPr>
              <a:t>, and </a:t>
            </a:r>
            <a:r>
              <a:rPr lang="en-US" b="0" i="0" u="none" strike="noStrike">
                <a:effectLst/>
                <a:latin typeface="Segoe UI" panose="020B0502040204020203" pitchFamily="34" charset="0"/>
                <a:hlinkClick r:id="rId6"/>
              </a:rPr>
              <a:t>enum</a:t>
            </a:r>
            <a:r>
              <a:rPr lang="en-US" b="0" i="0">
                <a:solidFill>
                  <a:srgbClr val="171717"/>
                </a:solidFill>
                <a:effectLst/>
                <a:latin typeface="Segoe UI" panose="020B0502040204020203" pitchFamily="34" charset="0"/>
              </a:rPr>
              <a:t> constructs to create your own custom types. </a:t>
            </a:r>
          </a:p>
          <a:p>
            <a:r>
              <a:rPr lang="en-US" b="0" i="0">
                <a:solidFill>
                  <a:srgbClr val="171717"/>
                </a:solidFill>
                <a:effectLst/>
                <a:latin typeface="Segoe UI" panose="020B0502040204020203" pitchFamily="34" charset="0"/>
              </a:rPr>
              <a:t>The .NET class library itself is a collection of custom types provided by Microsoft that you can use in your own applications.</a:t>
            </a:r>
          </a:p>
          <a:p>
            <a:r>
              <a:rPr lang="en-US" b="0" i="0">
                <a:solidFill>
                  <a:srgbClr val="171717"/>
                </a:solidFill>
                <a:effectLst/>
                <a:latin typeface="Segoe UI" panose="020B0502040204020203" pitchFamily="34" charset="0"/>
              </a:rPr>
              <a:t>By default, the most frequently used types in the class library are available in any C# program.</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44</a:t>
            </a:fld>
            <a:endParaRPr lang="en-US"/>
          </a:p>
        </p:txBody>
      </p:sp>
    </p:spTree>
    <p:extLst>
      <p:ext uri="{BB962C8B-B14F-4D97-AF65-F5344CB8AC3E}">
        <p14:creationId xmlns:p14="http://schemas.microsoft.com/office/powerpoint/2010/main" val="24657488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a:latin typeface="MmplldFrjfvvQmjprjUtopiaStd-Regular"/>
              </a:rPr>
              <a:t>A </a:t>
            </a:r>
            <a:r>
              <a:rPr lang="en-US" sz="1800" b="0" i="1" u="none" strike="noStrike" baseline="0">
                <a:latin typeface="LjbxnvLcmshcLqhqpwUtopiaStd-Italic"/>
              </a:rPr>
              <a:t>console window </a:t>
            </a:r>
            <a:r>
              <a:rPr lang="en-US" sz="1800" b="0" i="0" u="none" strike="noStrike" baseline="0">
                <a:latin typeface="MmplldFrjfvvQmjprjUtopiaStd-Regular"/>
              </a:rPr>
              <a:t>is a simple command prompt window that allows a program to display text and receive</a:t>
            </a:r>
          </a:p>
          <a:p>
            <a:pPr algn="l"/>
            <a:r>
              <a:rPr lang="en-US" sz="1800" b="0" i="0" u="none" strike="noStrike" baseline="0">
                <a:latin typeface="MmplldFrjfvvQmjprjUtopiaStd-Regular"/>
              </a:rPr>
              <a:t>input from the keyboard. The BCL supplies a class called </a:t>
            </a:r>
            <a:r>
              <a:rPr lang="en-US" sz="1800" b="0" i="0" u="none" strike="noStrike" baseline="0">
                <a:latin typeface="MmhftvLjbrgdGvlhndTheSansMonoConNormal"/>
              </a:rPr>
              <a:t>Console </a:t>
            </a:r>
            <a:r>
              <a:rPr lang="en-US" sz="1800" b="0" i="0" u="none" strike="noStrike" baseline="0">
                <a:latin typeface="MmplldFrjfvvQmjprjUtopiaStd-Regular"/>
              </a:rPr>
              <a:t>(in the </a:t>
            </a:r>
            <a:r>
              <a:rPr lang="en-US" sz="1800" b="0" i="0" u="none" strike="noStrike" baseline="0">
                <a:latin typeface="MmhftvLjbrgdGvlhndTheSansMonoConNormal"/>
              </a:rPr>
              <a:t>System </a:t>
            </a:r>
            <a:r>
              <a:rPr lang="en-US" sz="1800" b="0" i="0" u="none" strike="noStrike" baseline="0">
                <a:latin typeface="MmplldFrjfvvQmjprjUtopiaStd-Regular"/>
              </a:rPr>
              <a:t>namespace), which</a:t>
            </a:r>
          </a:p>
          <a:p>
            <a:pPr algn="l"/>
            <a:r>
              <a:rPr lang="en-US" sz="1800" b="0" i="0" u="none" strike="noStrike" baseline="0">
                <a:latin typeface="MmplldFrjfvvQmjprjUtopiaStd-Regular"/>
              </a:rPr>
              <a:t>contains methods for inputting and outputting data to a console window.</a:t>
            </a:r>
          </a:p>
          <a:p>
            <a:pPr algn="l"/>
            <a:endParaRPr lang="en-US" sz="1800" b="0" i="0" u="none" strike="noStrike" baseline="0">
              <a:latin typeface="MmplldFrjfvvQmjprjUtopiaStd-Regular"/>
            </a:endParaRPr>
          </a:p>
          <a:p>
            <a:pPr algn="l"/>
            <a:r>
              <a:rPr lang="en-US" sz="1800" b="0" i="0" u="none" strike="noStrike" baseline="0">
                <a:latin typeface="MmplldFrjfvvQmjprjUtopiaStd-Regular"/>
              </a:rPr>
              <a:t>The general form of the </a:t>
            </a:r>
            <a:r>
              <a:rPr lang="en-US" sz="1800" b="0" i="0" u="none" strike="noStrike" baseline="0">
                <a:latin typeface="MmhftvLjbrgdGvlhndTheSansMonoConNormal"/>
              </a:rPr>
              <a:t>Write </a:t>
            </a:r>
            <a:r>
              <a:rPr lang="en-US" sz="1800" b="0" i="0" u="none" strike="noStrike" baseline="0">
                <a:latin typeface="MmplldFrjfvvQmjprjUtopiaStd-Regular"/>
              </a:rPr>
              <a:t>and </a:t>
            </a:r>
            <a:r>
              <a:rPr lang="en-US" sz="1800" b="0" i="0" u="none" strike="noStrike" baseline="0">
                <a:latin typeface="MmhftvLjbrgdGvlhndTheSansMonoConNormal"/>
              </a:rPr>
              <a:t>WriteLine </a:t>
            </a:r>
            <a:r>
              <a:rPr lang="en-US" sz="1800" b="0" i="0" u="none" strike="noStrike" baseline="0">
                <a:latin typeface="MmplldFrjfvvQmjprjUtopiaStd-Regular"/>
              </a:rPr>
              <a:t>statements can take more than a single parameter.</a:t>
            </a:r>
          </a:p>
          <a:p>
            <a:pPr algn="l"/>
            <a:r>
              <a:rPr lang="en-US" sz="1800" b="0" i="0" u="none" strike="noStrike" baseline="0">
                <a:latin typeface="PggtkgSbnrcmGnbbdhSymbol"/>
              </a:rPr>
              <a:t>• </a:t>
            </a:r>
            <a:r>
              <a:rPr lang="en-US" sz="1800" b="0" i="0" u="none" strike="noStrike" baseline="0">
                <a:latin typeface="MmplldFrjfvvQmjprjUtopiaStd-Regular"/>
              </a:rPr>
              <a:t>If there is more than a single parameter, the parameters are separated by commas.</a:t>
            </a:r>
          </a:p>
          <a:p>
            <a:pPr algn="l"/>
            <a:r>
              <a:rPr lang="en-US" sz="1800" b="0" i="0" u="none" strike="noStrike" baseline="0">
                <a:latin typeface="PggtkgSbnrcmGnbbdhSymbol"/>
              </a:rPr>
              <a:t>• </a:t>
            </a:r>
            <a:r>
              <a:rPr lang="en-US" sz="1800" b="0" i="0" u="none" strike="noStrike" baseline="0">
                <a:latin typeface="MmplldFrjfvvQmjprjUtopiaStd-Regular"/>
              </a:rPr>
              <a:t>The first parameter must always be a string and is called the </a:t>
            </a:r>
            <a:r>
              <a:rPr lang="en-US" sz="1800" b="0" i="1" u="none" strike="noStrike" baseline="0">
                <a:latin typeface="LjbxnvLcmshcLqhqpwUtopiaStd-Italic"/>
              </a:rPr>
              <a:t>format string</a:t>
            </a:r>
            <a:r>
              <a:rPr lang="en-US" sz="1800" b="0" i="0" u="none" strike="noStrike" baseline="0">
                <a:latin typeface="MmplldFrjfvvQmjprjUtopiaStd-Regular"/>
              </a:rPr>
              <a:t>. The</a:t>
            </a:r>
          </a:p>
          <a:p>
            <a:pPr algn="l"/>
            <a:r>
              <a:rPr lang="en-US" sz="1800" b="0" i="0" u="none" strike="noStrike" baseline="0">
                <a:latin typeface="MmplldFrjfvvQmjprjUtopiaStd-Regular"/>
              </a:rPr>
              <a:t>format string can contain </a:t>
            </a:r>
            <a:r>
              <a:rPr lang="en-US" sz="1800" b="0" i="1" u="none" strike="noStrike" baseline="0">
                <a:latin typeface="LjbxnvLcmshcLqhqpwUtopiaStd-Italic"/>
              </a:rPr>
              <a:t>substitution markers</a:t>
            </a:r>
            <a:r>
              <a:rPr lang="en-US" sz="1800" b="0" i="0" u="none" strike="noStrike" baseline="0">
                <a:latin typeface="MmplldFrjfvvQmjprjUtopiaStd-Regular"/>
              </a:rPr>
              <a:t>.</a:t>
            </a:r>
          </a:p>
          <a:p>
            <a:pPr algn="l"/>
            <a:r>
              <a:rPr lang="en-US" sz="1800" b="0" i="0" u="none" strike="noStrike" baseline="0">
                <a:latin typeface="VcxfphJbyjqwYtbtlcTimes-Roman"/>
              </a:rPr>
              <a:t>–</a:t>
            </a:r>
            <a:r>
              <a:rPr lang="en-US" sz="1800" b="0" i="0" u="none" strike="noStrike" baseline="0">
                <a:latin typeface="MmplldFrjfvvQmjprjUtopiaStd-Regular"/>
              </a:rPr>
              <a:t>– A substitution marker marks the position in the format string where a value</a:t>
            </a:r>
          </a:p>
          <a:p>
            <a:pPr algn="l"/>
            <a:r>
              <a:rPr lang="en-US" sz="1800" b="0" i="0" u="none" strike="noStrike" baseline="0">
                <a:latin typeface="MmplldFrjfvvQmjprjUtopiaStd-Regular"/>
              </a:rPr>
              <a:t>should be substituted in the output string.</a:t>
            </a:r>
          </a:p>
          <a:p>
            <a:pPr algn="l"/>
            <a:r>
              <a:rPr lang="en-US" sz="1800" b="0" i="0" u="none" strike="noStrike" baseline="0">
                <a:latin typeface="VcxfphJbyjqwYtbtlcTimes-Roman"/>
              </a:rPr>
              <a:t>–</a:t>
            </a:r>
            <a:r>
              <a:rPr lang="en-US" sz="1800" b="0" i="0" u="none" strike="noStrike" baseline="0">
                <a:latin typeface="MmplldFrjfvvQmjprjUtopiaStd-Regular"/>
              </a:rPr>
              <a:t>– A substitution marker consists of an integer enclosed in a set of matching curly</a:t>
            </a:r>
          </a:p>
          <a:p>
            <a:pPr algn="l"/>
            <a:r>
              <a:rPr lang="en-US" sz="1800" b="0" i="0" u="none" strike="noStrike" baseline="0">
                <a:latin typeface="MmplldFrjfvvQmjprjUtopiaStd-Regular"/>
              </a:rPr>
              <a:t>braces. The integer is the numeric position of the substitution value to be used.</a:t>
            </a:r>
          </a:p>
          <a:p>
            <a:pPr algn="l"/>
            <a:r>
              <a:rPr lang="en-US" sz="1800" b="0" i="0" u="none" strike="noStrike" baseline="0">
                <a:latin typeface="MmplldFrjfvvQmjprjUtopiaStd-Regular"/>
              </a:rPr>
              <a:t>The parameters following the format string are called </a:t>
            </a:r>
            <a:r>
              <a:rPr lang="en-US" sz="1800" b="0" i="1" u="none" strike="noStrike" baseline="0">
                <a:latin typeface="LjbxnvLcmshcLqhqpwUtopiaStd-Italic"/>
              </a:rPr>
              <a:t>substitution values</a:t>
            </a:r>
            <a:r>
              <a:rPr lang="en-US" sz="1800" b="0" i="0" u="none" strike="noStrike" baseline="0">
                <a:latin typeface="MmplldFrjfvvQmjprjUtopiaStd-Regular"/>
              </a:rPr>
              <a:t>. These</a:t>
            </a:r>
          </a:p>
          <a:p>
            <a:pPr algn="l"/>
            <a:r>
              <a:rPr lang="en-US" sz="1800" b="0" i="0" u="none" strike="noStrike" baseline="0">
                <a:latin typeface="MmplldFrjfvvQmjprjUtopiaStd-Regular"/>
              </a:rPr>
              <a:t>substitution values are numbered, starting at 0.</a:t>
            </a:r>
          </a:p>
          <a:p>
            <a:pPr algn="l"/>
            <a:r>
              <a:rPr lang="en-US" sz="1800" b="0" i="0" u="none" strike="noStrike" baseline="0">
                <a:latin typeface="MmplldFrjfvvQmjprjUtopiaStd-Regular"/>
              </a:rPr>
              <a:t>The syntax is as follows:</a:t>
            </a:r>
          </a:p>
          <a:p>
            <a:pPr algn="l"/>
            <a:endParaRPr lang="en-US" sz="1800" b="0" i="0" u="none" strike="noStrike" baseline="0">
              <a:latin typeface="MmplldFrjfvvQmjprjUtopiaStd-Regular"/>
            </a:endParaRPr>
          </a:p>
          <a:p>
            <a:pPr algn="l"/>
            <a:r>
              <a:rPr lang="en-US" sz="1800" b="0" i="0" u="none" strike="noStrike" baseline="0">
                <a:latin typeface="MmplldFrjfvvQmjprjUtopiaStd-Regular"/>
              </a:rPr>
              <a:t>C# 6.0 introduced a simplified syntax to allow you to restate parameterized strings in an easier-to understand</a:t>
            </a:r>
          </a:p>
          <a:p>
            <a:pPr algn="l"/>
            <a:r>
              <a:rPr lang="en-US" sz="1800" b="0" i="0" u="none" strike="noStrike" baseline="0">
                <a:latin typeface="MmplldFrjfvvQmjprjUtopiaStd-Regular"/>
              </a:rPr>
              <a:t>manner. This syntax is referred to as </a:t>
            </a:r>
            <a:r>
              <a:rPr lang="en-US" sz="1800" b="0" i="1" u="none" strike="noStrike" baseline="0">
                <a:latin typeface="LjbxnvLcmshcLqhqpwUtopiaStd-Italic"/>
              </a:rPr>
              <a:t>string interpolation </a:t>
            </a:r>
            <a:r>
              <a:rPr lang="en-US" sz="1800" b="0" i="0" u="none" strike="noStrike" baseline="0">
                <a:latin typeface="MmplldFrjfvvQmjprjUtopiaStd-Regular"/>
              </a:rPr>
              <a:t>and consists of inserting the variable</a:t>
            </a:r>
          </a:p>
          <a:p>
            <a:pPr algn="l"/>
            <a:r>
              <a:rPr lang="en-US" sz="1800" b="0" i="0" u="none" strike="noStrike" baseline="0">
                <a:latin typeface="MmplldFrjfvvQmjprjUtopiaStd-Regular"/>
              </a:rPr>
              <a:t>name directly into the substitution marker. In effect, the substitution marker tells the compiler that the</a:t>
            </a:r>
          </a:p>
          <a:p>
            <a:pPr algn="l"/>
            <a:r>
              <a:rPr lang="en-US" sz="1800" b="0" i="0" u="none" strike="noStrike" baseline="0">
                <a:latin typeface="MmplldFrjfvvQmjprjUtopiaStd-Regular"/>
              </a:rPr>
              <a:t>variable name is to be treated as a variable and not as a string literal—provided that the string is preceded by</a:t>
            </a:r>
          </a:p>
          <a:p>
            <a:pPr algn="l"/>
            <a:r>
              <a:rPr lang="en-US" sz="1800" b="0" i="0" u="none" strike="noStrike" baseline="0">
                <a:latin typeface="MmplldFrjfvvQmjprjUtopiaStd-Regular"/>
              </a:rPr>
              <a:t>the </a:t>
            </a:r>
            <a:r>
              <a:rPr lang="en-US" sz="1800" b="0" i="0" u="none" strike="noStrike" baseline="0">
                <a:latin typeface="MmhftvLjbrgdGvlhndTheSansMonoConNormal"/>
              </a:rPr>
              <a:t>$ </a:t>
            </a:r>
            <a:r>
              <a:rPr lang="en-US" sz="1800" b="0" i="0" u="none" strike="noStrike" baseline="0">
                <a:latin typeface="MmplldFrjfvvQmjprjUtopiaStd-Regular"/>
              </a:rPr>
              <a:t>symbol.</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45</a:t>
            </a:fld>
            <a:endParaRPr lang="en-US"/>
          </a:p>
        </p:txBody>
      </p:sp>
    </p:spTree>
    <p:extLst>
      <p:ext uri="{BB962C8B-B14F-4D97-AF65-F5344CB8AC3E}">
        <p14:creationId xmlns:p14="http://schemas.microsoft.com/office/powerpoint/2010/main" val="14258826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46</a:t>
            </a:fld>
            <a:endParaRPr lang="en-US"/>
          </a:p>
        </p:txBody>
      </p:sp>
    </p:spTree>
    <p:extLst>
      <p:ext uri="{BB962C8B-B14F-4D97-AF65-F5344CB8AC3E}">
        <p14:creationId xmlns:p14="http://schemas.microsoft.com/office/powerpoint/2010/main" val="37654409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49</a:t>
            </a:fld>
            <a:endParaRPr lang="en-US"/>
          </a:p>
        </p:txBody>
      </p:sp>
    </p:spTree>
    <p:extLst>
      <p:ext uri="{BB962C8B-B14F-4D97-AF65-F5344CB8AC3E}">
        <p14:creationId xmlns:p14="http://schemas.microsoft.com/office/powerpoint/2010/main" val="19494210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effectLst/>
                <a:latin typeface="euclid_circular_a"/>
              </a:rPr>
              <a:t>Relational operators are used to check the relationship between two operands. If the relationship is true the result will be </a:t>
            </a:r>
            <a:r>
              <a:rPr lang="en-US"/>
              <a:t>true</a:t>
            </a:r>
            <a:r>
              <a:rPr lang="en-US" b="0" i="0">
                <a:effectLst/>
                <a:latin typeface="euclid_circular_a"/>
              </a:rPr>
              <a:t>, otherwise it will result in </a:t>
            </a:r>
            <a:r>
              <a:rPr lang="en-US"/>
              <a:t>false</a:t>
            </a:r>
            <a:r>
              <a:rPr lang="en-US" b="0" i="0">
                <a:effectLst/>
                <a:latin typeface="euclid_circular_a"/>
              </a:rPr>
              <a:t>.</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51</a:t>
            </a:fld>
            <a:endParaRPr lang="en-US"/>
          </a:p>
        </p:txBody>
      </p:sp>
    </p:spTree>
    <p:extLst>
      <p:ext uri="{BB962C8B-B14F-4D97-AF65-F5344CB8AC3E}">
        <p14:creationId xmlns:p14="http://schemas.microsoft.com/office/powerpoint/2010/main" val="7948314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54</a:t>
            </a:fld>
            <a:endParaRPr lang="en-US"/>
          </a:p>
        </p:txBody>
      </p:sp>
    </p:spTree>
    <p:extLst>
      <p:ext uri="{BB962C8B-B14F-4D97-AF65-F5344CB8AC3E}">
        <p14:creationId xmlns:p14="http://schemas.microsoft.com/office/powerpoint/2010/main" val="19439735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a:latin typeface="WvjcyjLsmtrgMgkptqUtopiaStd-Regular"/>
              </a:rPr>
              <a:t>You know from your grade-school days that in the preceding example, the multiplication must be performed</a:t>
            </a:r>
          </a:p>
          <a:p>
            <a:pPr algn="l"/>
            <a:r>
              <a:rPr lang="en-US" sz="1800" b="0" i="0" u="none" strike="noStrike" baseline="0">
                <a:latin typeface="WvjcyjLsmtrgMgkptqUtopiaStd-Regular"/>
              </a:rPr>
              <a:t>before the addition because multiplication has a higher precedence than addition. But unlike grade-school</a:t>
            </a:r>
          </a:p>
          <a:p>
            <a:pPr algn="l"/>
            <a:r>
              <a:rPr lang="en-US" sz="1800" b="0" i="0" u="none" strike="noStrike" baseline="0">
                <a:latin typeface="WvjcyjLsmtrgMgkptqUtopiaStd-Regular"/>
              </a:rPr>
              <a:t>days, where you had four operators and two levels of precedence, things are a bit more complex with C#,</a:t>
            </a:r>
          </a:p>
          <a:p>
            <a:pPr algn="l"/>
            <a:r>
              <a:rPr lang="en-US" sz="1800" b="0" i="0" u="none" strike="noStrike" baseline="0">
                <a:latin typeface="WvjcyjLsmtrgMgkptqUtopiaStd-Regular"/>
              </a:rPr>
              <a:t>which has more than 45 operators and 14 levels of precedence.</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56</a:t>
            </a:fld>
            <a:endParaRPr lang="en-US"/>
          </a:p>
        </p:txBody>
      </p:sp>
    </p:spTree>
    <p:extLst>
      <p:ext uri="{BB962C8B-B14F-4D97-AF65-F5344CB8AC3E}">
        <p14:creationId xmlns:p14="http://schemas.microsoft.com/office/powerpoint/2010/main" val="6553654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effectLst/>
                <a:latin typeface="euclid_circular_a"/>
              </a:rPr>
              <a:t>The increment </a:t>
            </a:r>
            <a:r>
              <a:rPr lang="en-US"/>
              <a:t>(++)</a:t>
            </a:r>
            <a:r>
              <a:rPr lang="en-US" b="0" i="0">
                <a:effectLst/>
                <a:latin typeface="euclid_circular_a"/>
              </a:rPr>
              <a:t> and decrement </a:t>
            </a:r>
            <a:r>
              <a:rPr lang="en-US"/>
              <a:t>(--)</a:t>
            </a:r>
            <a:r>
              <a:rPr lang="en-US" b="0" i="0">
                <a:effectLst/>
                <a:latin typeface="euclid_circular_a"/>
              </a:rPr>
              <a:t> operators can be used as prefix and postfix. </a:t>
            </a:r>
          </a:p>
          <a:p>
            <a:r>
              <a:rPr lang="en-US" b="0" i="0">
                <a:effectLst/>
                <a:latin typeface="euclid_circular_a"/>
              </a:rPr>
              <a:t>If used as prefix, the change in value of variable is seen on the same line and if used as postfix, the change in value of variable is seen on the next line. This will be clear by the example below.</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57</a:t>
            </a:fld>
            <a:endParaRPr lang="en-US"/>
          </a:p>
        </p:txBody>
      </p:sp>
    </p:spTree>
    <p:extLst>
      <p:ext uri="{BB962C8B-B14F-4D97-AF65-F5344CB8AC3E}">
        <p14:creationId xmlns:p14="http://schemas.microsoft.com/office/powerpoint/2010/main" val="37560006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58</a:t>
            </a:fld>
            <a:endParaRPr lang="en-US"/>
          </a:p>
        </p:txBody>
      </p:sp>
    </p:spTree>
    <p:extLst>
      <p:ext uri="{BB962C8B-B14F-4D97-AF65-F5344CB8AC3E}">
        <p14:creationId xmlns:p14="http://schemas.microsoft.com/office/powerpoint/2010/main" val="2579119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effectLst/>
                <a:latin typeface="euclid_circular_a"/>
              </a:rPr>
              <a:t>The ternary operator </a:t>
            </a:r>
            <a:r>
              <a:rPr lang="en-US"/>
              <a:t>? :</a:t>
            </a:r>
            <a:r>
              <a:rPr lang="en-US" b="0" i="0">
                <a:effectLst/>
                <a:latin typeface="euclid_circular_a"/>
              </a:rPr>
              <a:t> operates on three operands. It is a shorthand for </a:t>
            </a:r>
            <a:r>
              <a:rPr lang="en-US"/>
              <a:t>if-then-else</a:t>
            </a:r>
            <a:r>
              <a:rPr lang="en-US" b="0" i="0">
                <a:effectLst/>
                <a:latin typeface="euclid_circular_a"/>
              </a:rPr>
              <a:t> statement. Ternary operator can be used as follows:</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59</a:t>
            </a:fld>
            <a:endParaRPr lang="en-US"/>
          </a:p>
        </p:txBody>
      </p:sp>
    </p:spTree>
    <p:extLst>
      <p:ext uri="{BB962C8B-B14F-4D97-AF65-F5344CB8AC3E}">
        <p14:creationId xmlns:p14="http://schemas.microsoft.com/office/powerpoint/2010/main" val="36776527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REPL is a simple interactive computer programming environment that takes single user inputs, executes them, and returns the result to the user</a:t>
            </a:r>
          </a:p>
          <a:p>
            <a:endParaRPr lang="en-US"/>
          </a:p>
          <a:p>
            <a:r>
              <a:rPr lang="en-US" b="0" i="0">
                <a:solidFill>
                  <a:srgbClr val="333333"/>
                </a:solidFill>
                <a:effectLst/>
                <a:latin typeface="Century Gothic" panose="020B0502020202020204" pitchFamily="34" charset="0"/>
              </a:rPr>
              <a:t>C# Interactive is a handy tool for quickly running a piece of code, either line by line or from a script.</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60</a:t>
            </a:fld>
            <a:endParaRPr lang="en-US"/>
          </a:p>
        </p:txBody>
      </p:sp>
    </p:spTree>
    <p:extLst>
      <p:ext uri="{BB962C8B-B14F-4D97-AF65-F5344CB8AC3E}">
        <p14:creationId xmlns:p14="http://schemas.microsoft.com/office/powerpoint/2010/main" val="12782480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Any reference types can contain a </a:t>
            </a:r>
            <a:r>
              <a:rPr lang="en-US" b="1"/>
              <a:t>null</a:t>
            </a:r>
            <a:r>
              <a:rPr lang="en-US"/>
              <a:t> value which means that a reference doesn’t point to any object, in other words it is unassigned.</a:t>
            </a:r>
          </a:p>
          <a:p>
            <a:r>
              <a:rPr lang="en-US"/>
              <a:t>It is quite natural for reference types as they require two segmented of memory to store (one for a reference and the second one for the value itself). </a:t>
            </a:r>
          </a:p>
          <a:p>
            <a:endParaRPr lang="en-US"/>
          </a:p>
          <a:p>
            <a:r>
              <a:rPr lang="en-US"/>
              <a:t>Sometimes it is useful to have a possibility to store a </a:t>
            </a:r>
            <a:r>
              <a:rPr lang="en-US" b="1"/>
              <a:t>null </a:t>
            </a:r>
            <a:r>
              <a:rPr lang="en-GB" b="0"/>
              <a:t>value even for value types. </a:t>
            </a:r>
          </a:p>
          <a:p>
            <a:r>
              <a:rPr lang="en-GB" b="0"/>
              <a:t>For example, a </a:t>
            </a:r>
            <a:r>
              <a:rPr lang="en-GB" b="1"/>
              <a:t>null</a:t>
            </a:r>
            <a:r>
              <a:rPr lang="en-GB" b="0"/>
              <a:t> value can mean a user has not provided some data to an application. In this case a default value for a type isn’t a good choice because it often can represent legal user input.</a:t>
            </a:r>
            <a:endParaRPr lang="en-US"/>
          </a:p>
          <a:p>
            <a:r>
              <a:rPr lang="en-US"/>
              <a:t>Nullable types in C# solves this issue.</a:t>
            </a:r>
          </a:p>
          <a:p>
            <a:endParaRPr lang="en-US"/>
          </a:p>
          <a:p>
            <a:r>
              <a:rPr lang="en-US"/>
              <a:t>A nullable value type T? represents all values of its underlying value type T and an additional </a:t>
            </a:r>
            <a:r>
              <a:rPr lang="en-US" b="1"/>
              <a:t>null</a:t>
            </a:r>
            <a:r>
              <a:rPr lang="en-US"/>
              <a:t> value.</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63</a:t>
            </a:fld>
            <a:endParaRPr lang="en-US"/>
          </a:p>
        </p:txBody>
      </p:sp>
    </p:spTree>
    <p:extLst>
      <p:ext uri="{BB962C8B-B14F-4D97-AF65-F5344CB8AC3E}">
        <p14:creationId xmlns:p14="http://schemas.microsoft.com/office/powerpoint/2010/main" val="15707256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Any reference types can contain a </a:t>
            </a:r>
            <a:r>
              <a:rPr lang="en-US" b="1"/>
              <a:t>null</a:t>
            </a:r>
            <a:r>
              <a:rPr lang="en-US"/>
              <a:t> value which means that a reference doesn’t point to any object, in other words it is unassigned.</a:t>
            </a:r>
          </a:p>
          <a:p>
            <a:r>
              <a:rPr lang="en-US"/>
              <a:t>It is quite natural for reference types as they require two segmented of memory to store (one for a reference and the second one for the value itself). </a:t>
            </a:r>
          </a:p>
          <a:p>
            <a:endParaRPr lang="en-US"/>
          </a:p>
          <a:p>
            <a:r>
              <a:rPr lang="en-US"/>
              <a:t>Null reference in a program always leads to the problems. The most common one is “</a:t>
            </a:r>
            <a:r>
              <a:rPr lang="en-US" err="1"/>
              <a:t>NullReferenceException</a:t>
            </a:r>
            <a:r>
              <a:rPr lang="en-US"/>
              <a:t>”  or “</a:t>
            </a:r>
            <a:r>
              <a:rPr lang="en-US" err="1"/>
              <a:t>ArgumentNullException</a:t>
            </a:r>
            <a:r>
              <a:rPr lang="en-US"/>
              <a:t>” , and it often leads to the termination of the program if the exceptions are unhandled. </a:t>
            </a:r>
          </a:p>
          <a:p>
            <a:r>
              <a:rPr lang="en-US"/>
              <a:t>Even in the simple examples that we considered in previous practice we can face these “null-problems”. </a:t>
            </a:r>
          </a:p>
          <a:p>
            <a:r>
              <a:rPr lang="en-US"/>
              <a:t>Probably (if you were </a:t>
            </a:r>
            <a:r>
              <a:rPr lang="en-US" err="1"/>
              <a:t>carrefull</a:t>
            </a:r>
            <a:r>
              <a:rPr lang="en-US"/>
              <a:t>) you have noticed a warning from </a:t>
            </a:r>
            <a:r>
              <a:rPr lang="en-US" err="1"/>
              <a:t>intellisense</a:t>
            </a:r>
            <a:r>
              <a:rPr lang="en-US"/>
              <a:t> that we can have </a:t>
            </a:r>
            <a:r>
              <a:rPr lang="en-US" b="1"/>
              <a:t>null</a:t>
            </a:r>
            <a:r>
              <a:rPr lang="en-US" b="0"/>
              <a:t> as result of </a:t>
            </a:r>
            <a:r>
              <a:rPr lang="en-US" b="0" err="1"/>
              <a:t>Console.ReadLine</a:t>
            </a:r>
            <a:r>
              <a:rPr lang="en-US" b="0"/>
              <a:t>(), so as a result we can have </a:t>
            </a:r>
            <a:r>
              <a:rPr lang="en-US"/>
              <a:t>“</a:t>
            </a:r>
            <a:r>
              <a:rPr lang="en-US" err="1"/>
              <a:t>ArgumentNullException</a:t>
            </a:r>
            <a:r>
              <a:rPr lang="en-US"/>
              <a:t>”  when call </a:t>
            </a:r>
            <a:r>
              <a:rPr lang="en-US" err="1"/>
              <a:t>double.Parse</a:t>
            </a:r>
            <a:r>
              <a:rPr lang="en-US"/>
              <a:t>() method.</a:t>
            </a:r>
          </a:p>
          <a:p>
            <a:endParaRPr lang="en-US"/>
          </a:p>
          <a:p>
            <a:r>
              <a:rPr lang="en-US"/>
              <a:t>Null-coalescing operator provide simple and elegant way how to deal with null values. </a:t>
            </a:r>
          </a:p>
          <a:p>
            <a:r>
              <a:rPr lang="en-US" b="0" i="0">
                <a:solidFill>
                  <a:srgbClr val="171717"/>
                </a:solidFill>
                <a:effectLst/>
                <a:latin typeface="Segoe UI" panose="020B0502040204020203" pitchFamily="34" charset="0"/>
              </a:rPr>
              <a:t>The null-coalescing operator </a:t>
            </a:r>
            <a:r>
              <a:rPr lang="en-US" b="1"/>
              <a:t>??</a:t>
            </a:r>
            <a:r>
              <a:rPr lang="en-US" b="0" i="0">
                <a:solidFill>
                  <a:srgbClr val="171717"/>
                </a:solidFill>
                <a:effectLst/>
                <a:latin typeface="Segoe UI" panose="020B0502040204020203" pitchFamily="34" charset="0"/>
              </a:rPr>
              <a:t> returns the value of its left-hand operand if it isn't </a:t>
            </a:r>
            <a:r>
              <a:rPr lang="en-US"/>
              <a:t>null</a:t>
            </a:r>
            <a:r>
              <a:rPr lang="en-US" b="0" i="0">
                <a:solidFill>
                  <a:srgbClr val="171717"/>
                </a:solidFill>
                <a:effectLst/>
                <a:latin typeface="Segoe UI" panose="020B0502040204020203" pitchFamily="34" charset="0"/>
              </a:rPr>
              <a:t>; otherwise, it evaluates the right-hand operand and returns its result. </a:t>
            </a:r>
          </a:p>
          <a:p>
            <a:r>
              <a:rPr lang="en-US" b="0" i="0">
                <a:solidFill>
                  <a:srgbClr val="171717"/>
                </a:solidFill>
                <a:effectLst/>
                <a:latin typeface="Segoe UI" panose="020B0502040204020203" pitchFamily="34" charset="0"/>
              </a:rPr>
              <a:t>The </a:t>
            </a:r>
            <a:r>
              <a:rPr lang="en-US" b="1"/>
              <a:t>??</a:t>
            </a:r>
            <a:r>
              <a:rPr lang="en-US" b="0" i="0">
                <a:solidFill>
                  <a:srgbClr val="171717"/>
                </a:solidFill>
                <a:effectLst/>
                <a:latin typeface="Segoe UI" panose="020B0502040204020203" pitchFamily="34" charset="0"/>
              </a:rPr>
              <a:t> operator doesn't evaluate its right-hand operand if the left-hand operand evaluates to non-null.</a:t>
            </a:r>
            <a:endParaRPr lang="en-US"/>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64</a:t>
            </a:fld>
            <a:endParaRPr lang="en-US"/>
          </a:p>
        </p:txBody>
      </p:sp>
    </p:spTree>
    <p:extLst>
      <p:ext uri="{BB962C8B-B14F-4D97-AF65-F5344CB8AC3E}">
        <p14:creationId xmlns:p14="http://schemas.microsoft.com/office/powerpoint/2010/main" val="38409137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for general information and illustrative purposes only and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used</a:t>
            </a:r>
            <a:r>
              <a:rPr lang="da-DK" sz="800">
                <a:solidFill>
                  <a:schemeClr val="accent6">
                    <a:lumMod val="75000"/>
                  </a:schemeClr>
                </a:solidFill>
                <a:latin typeface="+mn-lt"/>
              </a:rPr>
              <a:t> at the </a:t>
            </a:r>
            <a:r>
              <a:rPr lang="da-DK" sz="800" err="1">
                <a:solidFill>
                  <a:schemeClr val="accent6">
                    <a:lumMod val="75000"/>
                  </a:schemeClr>
                </a:solidFill>
                <a:latin typeface="+mn-lt"/>
              </a:rPr>
              <a:t>reader’s</a:t>
            </a:r>
            <a:r>
              <a:rPr lang="da-DK" sz="800">
                <a:solidFill>
                  <a:schemeClr val="accent6">
                    <a:lumMod val="75000"/>
                  </a:schemeClr>
                </a:solidFill>
                <a:latin typeface="+mn-lt"/>
              </a:rPr>
              <a:t> </a:t>
            </a:r>
            <a:r>
              <a:rPr lang="da-DK" sz="800" err="1">
                <a:solidFill>
                  <a:schemeClr val="accent6">
                    <a:lumMod val="75000"/>
                  </a:schemeClr>
                </a:solidFill>
                <a:latin typeface="+mn-lt"/>
              </a:rPr>
              <a:t>own</a:t>
            </a:r>
            <a:r>
              <a:rPr lang="da-DK" sz="800">
                <a:solidFill>
                  <a:schemeClr val="accent6">
                    <a:lumMod val="75000"/>
                  </a:schemeClr>
                </a:solidFill>
                <a:latin typeface="+mn-lt"/>
              </a:rPr>
              <a:t> </a:t>
            </a:r>
            <a:r>
              <a:rPr lang="da-DK" sz="800" err="1">
                <a:solidFill>
                  <a:schemeClr val="accent6">
                    <a:lumMod val="75000"/>
                  </a:schemeClr>
                </a:solidFill>
                <a:latin typeface="+mn-lt"/>
              </a:rPr>
              <a:t>risk</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uses</a:t>
            </a:r>
            <a:r>
              <a:rPr lang="da-DK" sz="800">
                <a:solidFill>
                  <a:schemeClr val="accent6">
                    <a:lumMod val="75000"/>
                  </a:schemeClr>
                </a:solidFill>
                <a:latin typeface="+mn-lt"/>
              </a:rPr>
              <a:t> all </a:t>
            </a:r>
            <a:r>
              <a:rPr lang="da-DK" sz="800" err="1">
                <a:solidFill>
                  <a:schemeClr val="accent6">
                    <a:lumMod val="75000"/>
                  </a:schemeClr>
                </a:solidFill>
                <a:latin typeface="+mn-lt"/>
              </a:rPr>
              <a:t>reasonable</a:t>
            </a:r>
            <a:r>
              <a:rPr lang="da-DK" sz="800">
                <a:solidFill>
                  <a:schemeClr val="accent6">
                    <a:lumMod val="75000"/>
                  </a:schemeClr>
                </a:solidFill>
                <a:latin typeface="+mn-lt"/>
              </a:rPr>
              <a:t> </a:t>
            </a:r>
            <a:r>
              <a:rPr lang="da-DK" sz="800" err="1">
                <a:solidFill>
                  <a:schemeClr val="accent6">
                    <a:lumMod val="75000"/>
                  </a:schemeClr>
                </a:solidFill>
                <a:latin typeface="+mn-lt"/>
              </a:rPr>
              <a:t>endeavors</a:t>
            </a:r>
            <a:r>
              <a:rPr lang="da-DK" sz="800">
                <a:solidFill>
                  <a:schemeClr val="accent6">
                    <a:lumMod val="75000"/>
                  </a:schemeClr>
                </a:solidFill>
                <a:latin typeface="+mn-lt"/>
              </a:rPr>
              <a:t> to </a:t>
            </a:r>
            <a:r>
              <a:rPr lang="da-DK" sz="800" err="1">
                <a:solidFill>
                  <a:schemeClr val="accent6">
                    <a:lumMod val="75000"/>
                  </a:schemeClr>
                </a:solidFill>
                <a:latin typeface="+mn-lt"/>
              </a:rPr>
              <a:t>ensure</a:t>
            </a:r>
            <a:r>
              <a:rPr lang="da-DK" sz="800">
                <a:solidFill>
                  <a:schemeClr val="accent6">
                    <a:lumMod val="75000"/>
                  </a:schemeClr>
                </a:solidFill>
                <a:latin typeface="+mn-lt"/>
              </a:rPr>
              <a:t> the </a:t>
            </a:r>
            <a:r>
              <a:rPr lang="da-DK" sz="800" err="1">
                <a:solidFill>
                  <a:schemeClr val="accent6">
                    <a:lumMod val="75000"/>
                  </a:schemeClr>
                </a:solidFill>
                <a:latin typeface="+mn-lt"/>
              </a:rPr>
              <a:t>accuracy</a:t>
            </a:r>
            <a:r>
              <a:rPr lang="da-DK" sz="800">
                <a:solidFill>
                  <a:schemeClr val="accent6">
                    <a:lumMod val="75000"/>
                  </a:schemeClr>
                </a:solidFill>
                <a:latin typeface="+mn-lt"/>
              </a:rPr>
              <a:t> of the information. </a:t>
            </a:r>
            <a:r>
              <a:rPr lang="da-DK" sz="800" err="1">
                <a:solidFill>
                  <a:schemeClr val="accent6">
                    <a:lumMod val="75000"/>
                  </a:schemeClr>
                </a:solidFill>
                <a:latin typeface="+mn-lt"/>
              </a:rPr>
              <a:t>However</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does</a:t>
            </a:r>
            <a:r>
              <a:rPr lang="da-DK" sz="800">
                <a:solidFill>
                  <a:schemeClr val="accent6">
                    <a:lumMod val="75000"/>
                  </a:schemeClr>
                </a:solidFill>
                <a:latin typeface="+mn-lt"/>
              </a:rPr>
              <a:t> not </a:t>
            </a:r>
            <a:r>
              <a:rPr lang="da-DK" sz="800" err="1">
                <a:solidFill>
                  <a:schemeClr val="accent6">
                    <a:lumMod val="75000"/>
                  </a:schemeClr>
                </a:solidFill>
                <a:latin typeface="+mn-lt"/>
              </a:rPr>
              <a:t>guarantee</a:t>
            </a:r>
            <a:r>
              <a:rPr lang="da-DK" sz="800">
                <a:solidFill>
                  <a:schemeClr val="accent6">
                    <a:lumMod val="75000"/>
                  </a:schemeClr>
                </a:solidFill>
                <a:latin typeface="+mn-lt"/>
              </a:rPr>
              <a:t> or warrant the </a:t>
            </a:r>
            <a:r>
              <a:rPr lang="da-DK" sz="800" err="1">
                <a:solidFill>
                  <a:schemeClr val="accent6">
                    <a:lumMod val="75000"/>
                  </a:schemeClr>
                </a:solidFill>
                <a:latin typeface="+mn-lt"/>
              </a:rPr>
              <a:t>accuracy</a:t>
            </a:r>
            <a:r>
              <a:rPr lang="da-DK" sz="800">
                <a:solidFill>
                  <a:schemeClr val="accent6">
                    <a:lumMod val="75000"/>
                  </a:schemeClr>
                </a:solidFill>
                <a:latin typeface="+mn-lt"/>
              </a:rPr>
              <a:t>, </a:t>
            </a:r>
            <a:r>
              <a:rPr lang="da-DK" sz="800" err="1">
                <a:solidFill>
                  <a:schemeClr val="accent6">
                    <a:lumMod val="75000"/>
                  </a:schemeClr>
                </a:solidFill>
                <a:latin typeface="+mn-lt"/>
              </a:rPr>
              <a:t>completeness</a:t>
            </a:r>
            <a:r>
              <a:rPr lang="da-DK" sz="800">
                <a:solidFill>
                  <a:schemeClr val="accent6">
                    <a:lumMod val="75000"/>
                  </a:schemeClr>
                </a:solidFill>
                <a:latin typeface="+mn-lt"/>
              </a:rPr>
              <a:t>, </a:t>
            </a:r>
            <a:r>
              <a:rPr lang="da-DK" sz="800" err="1">
                <a:solidFill>
                  <a:schemeClr val="accent6">
                    <a:lumMod val="75000"/>
                  </a:schemeClr>
                </a:solidFill>
                <a:latin typeface="+mn-lt"/>
              </a:rPr>
              <a:t>factual</a:t>
            </a:r>
            <a:r>
              <a:rPr lang="da-DK" sz="800">
                <a:solidFill>
                  <a:schemeClr val="accent6">
                    <a:lumMod val="75000"/>
                  </a:schemeClr>
                </a:solidFill>
                <a:latin typeface="+mn-lt"/>
              </a:rPr>
              <a:t> </a:t>
            </a:r>
            <a:r>
              <a:rPr lang="da-DK" sz="800" err="1">
                <a:solidFill>
                  <a:schemeClr val="accent6">
                    <a:lumMod val="75000"/>
                  </a:schemeClr>
                </a:solidFill>
                <a:latin typeface="+mn-lt"/>
              </a:rPr>
              <a:t>correctness</a:t>
            </a:r>
            <a:r>
              <a:rPr lang="da-DK" sz="800">
                <a:solidFill>
                  <a:schemeClr val="accent6">
                    <a:lumMod val="75000"/>
                  </a:schemeClr>
                </a:solidFill>
                <a:latin typeface="+mn-lt"/>
              </a:rPr>
              <a:t>, or </a:t>
            </a:r>
            <a:r>
              <a:rPr lang="da-DK" sz="800" err="1">
                <a:solidFill>
                  <a:schemeClr val="accent6">
                    <a:lumMod val="75000"/>
                  </a:schemeClr>
                </a:solidFill>
                <a:latin typeface="+mn-lt"/>
              </a:rPr>
              <a:t>reliability</a:t>
            </a:r>
            <a:r>
              <a:rPr lang="da-DK" sz="800">
                <a:solidFill>
                  <a:schemeClr val="accent6">
                    <a:lumMod val="75000"/>
                  </a:schemeClr>
                </a:solidFill>
                <a:latin typeface="+mn-lt"/>
              </a:rPr>
              <a:t> of </a:t>
            </a:r>
            <a:r>
              <a:rPr lang="da-DK" sz="800" err="1">
                <a:solidFill>
                  <a:schemeClr val="accent6">
                    <a:lumMod val="75000"/>
                  </a:schemeClr>
                </a:solidFill>
                <a:latin typeface="+mn-lt"/>
              </a:rPr>
              <a:t>any</a:t>
            </a:r>
            <a:r>
              <a:rPr lang="da-DK" sz="800">
                <a:solidFill>
                  <a:schemeClr val="accent6">
                    <a:lumMod val="75000"/>
                  </a:schemeClr>
                </a:solidFill>
                <a:latin typeface="+mn-lt"/>
              </a:rPr>
              <a:t> information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and </a:t>
            </a:r>
            <a:r>
              <a:rPr lang="da-DK" sz="800" err="1">
                <a:solidFill>
                  <a:schemeClr val="accent6">
                    <a:lumMod val="75000"/>
                  </a:schemeClr>
                </a:solidFill>
                <a:latin typeface="+mn-lt"/>
              </a:rPr>
              <a:t>does</a:t>
            </a:r>
            <a:r>
              <a:rPr lang="da-DK" sz="800">
                <a:solidFill>
                  <a:schemeClr val="accent6">
                    <a:lumMod val="75000"/>
                  </a:schemeClr>
                </a:solidFill>
                <a:latin typeface="+mn-lt"/>
              </a:rPr>
              <a:t> not accept </a:t>
            </a:r>
            <a:r>
              <a:rPr lang="da-DK" sz="800" err="1">
                <a:solidFill>
                  <a:schemeClr val="accent6">
                    <a:lumMod val="75000"/>
                  </a:schemeClr>
                </a:solidFill>
                <a:latin typeface="+mn-lt"/>
              </a:rPr>
              <a:t>liability</a:t>
            </a:r>
            <a:r>
              <a:rPr lang="da-DK" sz="800">
                <a:solidFill>
                  <a:schemeClr val="accent6">
                    <a:lumMod val="75000"/>
                  </a:schemeClr>
                </a:solidFill>
                <a:latin typeface="+mn-lt"/>
              </a:rPr>
              <a:t> for </a:t>
            </a:r>
            <a:r>
              <a:rPr lang="da-DK" sz="800" err="1">
                <a:solidFill>
                  <a:schemeClr val="accent6">
                    <a:lumMod val="75000"/>
                  </a:schemeClr>
                </a:solidFill>
                <a:latin typeface="+mn-lt"/>
              </a:rPr>
              <a:t>errors</a:t>
            </a:r>
            <a:r>
              <a:rPr lang="da-DK" sz="800">
                <a:solidFill>
                  <a:schemeClr val="accent6">
                    <a:lumMod val="75000"/>
                  </a:schemeClr>
                </a:solidFill>
                <a:latin typeface="+mn-lt"/>
              </a:rPr>
              <a:t>, </a:t>
            </a:r>
            <a:r>
              <a:rPr lang="da-DK" sz="800" err="1">
                <a:solidFill>
                  <a:schemeClr val="accent6">
                    <a:lumMod val="75000"/>
                  </a:schemeClr>
                </a:solidFill>
                <a:latin typeface="+mn-lt"/>
              </a:rPr>
              <a:t>omissions</a:t>
            </a:r>
            <a:r>
              <a:rPr lang="da-DK" sz="800">
                <a:solidFill>
                  <a:schemeClr val="accent6">
                    <a:lumMod val="75000"/>
                  </a:schemeClr>
                </a:solidFill>
                <a:latin typeface="+mn-lt"/>
              </a:rPr>
              <a:t>, </a:t>
            </a:r>
            <a:r>
              <a:rPr lang="da-DK" sz="800" err="1">
                <a:solidFill>
                  <a:schemeClr val="accent6">
                    <a:lumMod val="75000"/>
                  </a:schemeClr>
                </a:solidFill>
                <a:latin typeface="+mn-lt"/>
              </a:rPr>
              <a:t>inaccuracies</a:t>
            </a:r>
            <a:r>
              <a:rPr lang="da-DK" sz="800">
                <a:solidFill>
                  <a:schemeClr val="accent6">
                    <a:lumMod val="75000"/>
                  </a:schemeClr>
                </a:solidFill>
                <a:latin typeface="+mn-lt"/>
              </a:rPr>
              <a:t>, or </a:t>
            </a:r>
            <a:r>
              <a:rPr lang="da-DK" sz="800" err="1">
                <a:solidFill>
                  <a:schemeClr val="accent6">
                    <a:lumMod val="75000"/>
                  </a:schemeClr>
                </a:solidFill>
                <a:latin typeface="+mn-lt"/>
              </a:rPr>
              <a:t>typographical</a:t>
            </a:r>
            <a:r>
              <a:rPr lang="da-DK" sz="800">
                <a:solidFill>
                  <a:schemeClr val="accent6">
                    <a:lumMod val="75000"/>
                  </a:schemeClr>
                </a:solidFill>
                <a:latin typeface="+mn-lt"/>
              </a:rPr>
              <a:t> </a:t>
            </a:r>
            <a:r>
              <a:rPr lang="da-DK" sz="800" err="1">
                <a:solidFill>
                  <a:schemeClr val="accent6">
                    <a:lumMod val="75000"/>
                  </a:schemeClr>
                </a:solidFill>
                <a:latin typeface="+mn-lt"/>
              </a:rPr>
              <a:t>errors</a:t>
            </a:r>
            <a:r>
              <a:rPr lang="da-DK" sz="800">
                <a:solidFill>
                  <a:schemeClr val="accent6">
                    <a:lumMod val="75000"/>
                  </a:schemeClr>
                </a:solidFill>
                <a:latin typeface="+mn-lt"/>
              </a:rPr>
              <a:t>. The views and opinions </a:t>
            </a:r>
            <a:r>
              <a:rPr lang="da-DK" sz="800" err="1">
                <a:solidFill>
                  <a:schemeClr val="accent6">
                    <a:lumMod val="75000"/>
                  </a:schemeClr>
                </a:solidFill>
                <a:latin typeface="+mn-lt"/>
              </a:rPr>
              <a:t>expressed</a:t>
            </a:r>
            <a:r>
              <a:rPr lang="da-DK" sz="800">
                <a:solidFill>
                  <a:schemeClr val="accent6">
                    <a:lumMod val="75000"/>
                  </a:schemeClr>
                </a:solidFill>
                <a:latin typeface="+mn-lt"/>
              </a:rPr>
              <a:t>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not </a:t>
            </a:r>
            <a:r>
              <a:rPr lang="da-DK" sz="800" err="1">
                <a:solidFill>
                  <a:schemeClr val="accent6">
                    <a:lumMod val="75000"/>
                  </a:schemeClr>
                </a:solidFill>
                <a:latin typeface="+mn-lt"/>
              </a:rPr>
              <a:t>necessarily</a:t>
            </a:r>
            <a:r>
              <a:rPr lang="da-DK" sz="800">
                <a:solidFill>
                  <a:schemeClr val="accent6">
                    <a:lumMod val="75000"/>
                  </a:schemeClr>
                </a:solidFill>
                <a:latin typeface="+mn-lt"/>
              </a:rPr>
              <a:t> </a:t>
            </a:r>
            <a:r>
              <a:rPr lang="da-DK" sz="800" err="1">
                <a:solidFill>
                  <a:schemeClr val="accent6">
                    <a:lumMod val="75000"/>
                  </a:schemeClr>
                </a:solidFill>
                <a:latin typeface="+mn-lt"/>
              </a:rPr>
              <a:t>those</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 2020 </a:t>
            </a:r>
            <a:r>
              <a:rPr lang="da-DK" sz="800" err="1">
                <a:solidFill>
                  <a:schemeClr val="accent6">
                    <a:lumMod val="75000"/>
                  </a:schemeClr>
                </a:solidFill>
                <a:latin typeface="+mn-lt"/>
              </a:rPr>
              <a:t>SimCorp</a:t>
            </a:r>
            <a:r>
              <a:rPr lang="da-DK" sz="800">
                <a:solidFill>
                  <a:schemeClr val="accent6">
                    <a:lumMod val="75000"/>
                  </a:schemeClr>
                </a:solidFill>
                <a:latin typeface="+mn-lt"/>
              </a:rPr>
              <a:t> A/S. All </a:t>
            </a:r>
            <a:r>
              <a:rPr lang="da-DK" sz="800" err="1">
                <a:solidFill>
                  <a:schemeClr val="accent6">
                    <a:lumMod val="75000"/>
                  </a:schemeClr>
                </a:solidFill>
                <a:latin typeface="+mn-lt"/>
              </a:rPr>
              <a:t>rights</a:t>
            </a:r>
            <a:r>
              <a:rPr lang="da-DK" sz="800">
                <a:solidFill>
                  <a:schemeClr val="accent6">
                    <a:lumMod val="75000"/>
                  </a:schemeClr>
                </a:solidFill>
                <a:latin typeface="+mn-lt"/>
              </a:rPr>
              <a:t> </a:t>
            </a:r>
            <a:r>
              <a:rPr lang="da-DK" sz="800" err="1">
                <a:solidFill>
                  <a:schemeClr val="accent6">
                    <a:lumMod val="75000"/>
                  </a:schemeClr>
                </a:solidFill>
                <a:latin typeface="+mn-lt"/>
              </a:rPr>
              <a:t>reserved</a:t>
            </a:r>
            <a:r>
              <a:rPr lang="da-DK" sz="800">
                <a:solidFill>
                  <a:schemeClr val="accent6">
                    <a:lumMod val="75000"/>
                  </a:schemeClr>
                </a:solidFill>
                <a:latin typeface="+mn-lt"/>
              </a:rPr>
              <a:t>. </a:t>
            </a:r>
            <a:r>
              <a:rPr lang="da-DK" sz="800" err="1">
                <a:solidFill>
                  <a:schemeClr val="accent6">
                    <a:lumMod val="75000"/>
                  </a:schemeClr>
                </a:solidFill>
                <a:latin typeface="+mn-lt"/>
              </a:rPr>
              <a:t>Without</a:t>
            </a:r>
            <a:r>
              <a:rPr lang="da-DK" sz="800">
                <a:solidFill>
                  <a:schemeClr val="accent6">
                    <a:lumMod val="75000"/>
                  </a:schemeClr>
                </a:solidFill>
                <a:latin typeface="+mn-lt"/>
              </a:rPr>
              <a:t> </a:t>
            </a:r>
            <a:r>
              <a:rPr lang="da-DK" sz="800" err="1">
                <a:solidFill>
                  <a:schemeClr val="accent6">
                    <a:lumMod val="75000"/>
                  </a:schemeClr>
                </a:solidFill>
                <a:latin typeface="+mn-lt"/>
              </a:rPr>
              <a:t>limiting</a:t>
            </a:r>
            <a:r>
              <a:rPr lang="da-DK" sz="800">
                <a:solidFill>
                  <a:schemeClr val="accent6">
                    <a:lumMod val="75000"/>
                  </a:schemeClr>
                </a:solidFill>
                <a:latin typeface="+mn-lt"/>
              </a:rPr>
              <a:t> </a:t>
            </a:r>
            <a:r>
              <a:rPr lang="da-DK" sz="800" err="1">
                <a:solidFill>
                  <a:schemeClr val="accent6">
                    <a:lumMod val="75000"/>
                  </a:schemeClr>
                </a:solidFill>
                <a:latin typeface="+mn-lt"/>
              </a:rPr>
              <a:t>rights</a:t>
            </a:r>
            <a:r>
              <a:rPr lang="da-DK" sz="800">
                <a:solidFill>
                  <a:schemeClr val="accent6">
                    <a:lumMod val="75000"/>
                  </a:schemeClr>
                </a:solidFill>
                <a:latin typeface="+mn-lt"/>
              </a:rPr>
              <a:t> under copyright, no part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may</a:t>
            </a:r>
            <a:r>
              <a:rPr lang="da-DK" sz="800">
                <a:solidFill>
                  <a:schemeClr val="accent6">
                    <a:lumMod val="75000"/>
                  </a:schemeClr>
                </a:solidFill>
                <a:latin typeface="+mn-lt"/>
              </a:rPr>
              <a:t> </a:t>
            </a:r>
            <a:r>
              <a:rPr lang="da-DK" sz="800" err="1">
                <a:solidFill>
                  <a:schemeClr val="accent6">
                    <a:lumMod val="75000"/>
                  </a:schemeClr>
                </a:solidFill>
                <a:latin typeface="+mn-lt"/>
              </a:rPr>
              <a:t>be</a:t>
            </a:r>
            <a:r>
              <a:rPr lang="da-DK" sz="800">
                <a:solidFill>
                  <a:schemeClr val="accent6">
                    <a:lumMod val="75000"/>
                  </a:schemeClr>
                </a:solidFill>
                <a:latin typeface="+mn-lt"/>
              </a:rPr>
              <a:t> </a:t>
            </a:r>
            <a:r>
              <a:rPr lang="da-DK" sz="800" err="1">
                <a:solidFill>
                  <a:schemeClr val="accent6">
                    <a:lumMod val="75000"/>
                  </a:schemeClr>
                </a:solidFill>
                <a:latin typeface="+mn-lt"/>
              </a:rPr>
              <a:t>reproduced</a:t>
            </a:r>
            <a:r>
              <a:rPr lang="da-DK" sz="800">
                <a:solidFill>
                  <a:schemeClr val="accent6">
                    <a:lumMod val="75000"/>
                  </a:schemeClr>
                </a:solidFill>
                <a:latin typeface="+mn-lt"/>
              </a:rPr>
              <a:t>, </a:t>
            </a:r>
            <a:r>
              <a:rPr lang="da-DK" sz="800" err="1">
                <a:solidFill>
                  <a:schemeClr val="accent6">
                    <a:lumMod val="75000"/>
                  </a:schemeClr>
                </a:solidFill>
                <a:latin typeface="+mn-lt"/>
              </a:rPr>
              <a:t>stored</a:t>
            </a:r>
            <a:r>
              <a:rPr lang="da-DK" sz="800">
                <a:solidFill>
                  <a:schemeClr val="accent6">
                    <a:lumMod val="75000"/>
                  </a:schemeClr>
                </a:solidFill>
                <a:latin typeface="+mn-lt"/>
              </a:rPr>
              <a:t> in, or </a:t>
            </a:r>
            <a:r>
              <a:rPr lang="da-DK" sz="800" err="1">
                <a:solidFill>
                  <a:schemeClr val="accent6">
                    <a:lumMod val="75000"/>
                  </a:schemeClr>
                </a:solidFill>
                <a:latin typeface="+mn-lt"/>
              </a:rPr>
              <a:t>introduced</a:t>
            </a:r>
            <a:r>
              <a:rPr lang="da-DK" sz="800">
                <a:solidFill>
                  <a:schemeClr val="accent6">
                    <a:lumMod val="75000"/>
                  </a:schemeClr>
                </a:solidFill>
                <a:latin typeface="+mn-lt"/>
              </a:rPr>
              <a:t> </a:t>
            </a:r>
            <a:r>
              <a:rPr lang="da-DK" sz="800" err="1">
                <a:solidFill>
                  <a:schemeClr val="accent6">
                    <a:lumMod val="75000"/>
                  </a:schemeClr>
                </a:solidFill>
                <a:latin typeface="+mn-lt"/>
              </a:rPr>
              <a:t>into</a:t>
            </a:r>
            <a:r>
              <a:rPr lang="da-DK" sz="800">
                <a:solidFill>
                  <a:schemeClr val="accent6">
                    <a:lumMod val="75000"/>
                  </a:schemeClr>
                </a:solidFill>
                <a:latin typeface="+mn-lt"/>
              </a:rPr>
              <a:t> a </a:t>
            </a:r>
            <a:r>
              <a:rPr lang="da-DK" sz="800" err="1">
                <a:solidFill>
                  <a:schemeClr val="accent6">
                    <a:lumMod val="75000"/>
                  </a:schemeClr>
                </a:solidFill>
                <a:latin typeface="+mn-lt"/>
              </a:rPr>
              <a:t>retrieval</a:t>
            </a:r>
            <a:r>
              <a:rPr lang="da-DK" sz="800">
                <a:solidFill>
                  <a:schemeClr val="accent6">
                    <a:lumMod val="75000"/>
                  </a:schemeClr>
                </a:solidFill>
                <a:latin typeface="+mn-lt"/>
              </a:rPr>
              <a:t> system, or </a:t>
            </a:r>
            <a:r>
              <a:rPr lang="da-DK" sz="800" err="1">
                <a:solidFill>
                  <a:schemeClr val="accent6">
                    <a:lumMod val="75000"/>
                  </a:schemeClr>
                </a:solidFill>
                <a:latin typeface="+mn-lt"/>
              </a:rPr>
              <a:t>transmitted</a:t>
            </a:r>
            <a:r>
              <a:rPr lang="da-DK" sz="800">
                <a:solidFill>
                  <a:schemeClr val="accent6">
                    <a:lumMod val="75000"/>
                  </a:schemeClr>
                </a:solidFill>
                <a:latin typeface="+mn-lt"/>
              </a:rPr>
              <a:t> in </a:t>
            </a:r>
            <a:r>
              <a:rPr lang="da-DK" sz="800" err="1">
                <a:solidFill>
                  <a:schemeClr val="accent6">
                    <a:lumMod val="75000"/>
                  </a:schemeClr>
                </a:solidFill>
                <a:latin typeface="+mn-lt"/>
              </a:rPr>
              <a:t>any</a:t>
            </a:r>
            <a:r>
              <a:rPr lang="da-DK" sz="800">
                <a:solidFill>
                  <a:schemeClr val="accent6">
                    <a:lumMod val="75000"/>
                  </a:schemeClr>
                </a:solidFill>
                <a:latin typeface="+mn-lt"/>
              </a:rPr>
              <a:t> form, by </a:t>
            </a:r>
            <a:r>
              <a:rPr lang="da-DK" sz="800" err="1">
                <a:solidFill>
                  <a:schemeClr val="accent6">
                    <a:lumMod val="75000"/>
                  </a:schemeClr>
                </a:solidFill>
                <a:latin typeface="+mn-lt"/>
              </a:rPr>
              <a:t>any</a:t>
            </a:r>
            <a:r>
              <a:rPr lang="da-DK" sz="800">
                <a:solidFill>
                  <a:schemeClr val="accent6">
                    <a:lumMod val="75000"/>
                  </a:schemeClr>
                </a:solidFill>
                <a:latin typeface="+mn-lt"/>
              </a:rPr>
              <a:t> </a:t>
            </a:r>
            <a:r>
              <a:rPr lang="da-DK" sz="800" err="1">
                <a:solidFill>
                  <a:schemeClr val="accent6">
                    <a:lumMod val="75000"/>
                  </a:schemeClr>
                </a:solidFill>
                <a:latin typeface="+mn-lt"/>
              </a:rPr>
              <a:t>means</a:t>
            </a:r>
            <a:r>
              <a:rPr lang="da-DK" sz="800">
                <a:solidFill>
                  <a:schemeClr val="accent6">
                    <a:lumMod val="75000"/>
                  </a:schemeClr>
                </a:solidFill>
                <a:latin typeface="+mn-lt"/>
              </a:rPr>
              <a:t> (</a:t>
            </a:r>
            <a:r>
              <a:rPr lang="da-DK" sz="800" err="1">
                <a:solidFill>
                  <a:schemeClr val="accent6">
                    <a:lumMod val="75000"/>
                  </a:schemeClr>
                </a:solidFill>
                <a:latin typeface="+mn-lt"/>
              </a:rPr>
              <a:t>electronic</a:t>
            </a:r>
            <a:r>
              <a:rPr lang="da-DK" sz="800">
                <a:solidFill>
                  <a:schemeClr val="accent6">
                    <a:lumMod val="75000"/>
                  </a:schemeClr>
                </a:solidFill>
                <a:latin typeface="+mn-lt"/>
              </a:rPr>
              <a:t>, </a:t>
            </a:r>
            <a:r>
              <a:rPr lang="da-DK" sz="800" err="1">
                <a:solidFill>
                  <a:schemeClr val="accent6">
                    <a:lumMod val="75000"/>
                  </a:schemeClr>
                </a:solidFill>
                <a:latin typeface="+mn-lt"/>
              </a:rPr>
              <a:t>mechanical</a:t>
            </a:r>
            <a:r>
              <a:rPr lang="da-DK" sz="800">
                <a:solidFill>
                  <a:schemeClr val="accent6">
                    <a:lumMod val="75000"/>
                  </a:schemeClr>
                </a:solidFill>
                <a:latin typeface="+mn-lt"/>
              </a:rPr>
              <a:t>, </a:t>
            </a:r>
            <a:r>
              <a:rPr lang="da-DK" sz="800" err="1">
                <a:solidFill>
                  <a:schemeClr val="accent6">
                    <a:lumMod val="75000"/>
                  </a:schemeClr>
                </a:solidFill>
                <a:latin typeface="+mn-lt"/>
              </a:rPr>
              <a:t>photocopying</a:t>
            </a:r>
            <a:r>
              <a:rPr lang="da-DK" sz="800">
                <a:solidFill>
                  <a:schemeClr val="accent6">
                    <a:lumMod val="75000"/>
                  </a:schemeClr>
                </a:solidFill>
                <a:latin typeface="+mn-lt"/>
              </a:rPr>
              <a:t>, </a:t>
            </a:r>
            <a:r>
              <a:rPr lang="da-DK" sz="800" err="1">
                <a:solidFill>
                  <a:schemeClr val="accent6">
                    <a:lumMod val="75000"/>
                  </a:schemeClr>
                </a:solidFill>
                <a:latin typeface="+mn-lt"/>
              </a:rPr>
              <a:t>recording</a:t>
            </a:r>
            <a:r>
              <a:rPr lang="da-DK" sz="800">
                <a:solidFill>
                  <a:schemeClr val="accent6">
                    <a:lumMod val="75000"/>
                  </a:schemeClr>
                </a:solidFill>
                <a:latin typeface="+mn-lt"/>
              </a:rPr>
              <a:t>, or </a:t>
            </a:r>
            <a:r>
              <a:rPr lang="da-DK" sz="800" err="1">
                <a:solidFill>
                  <a:schemeClr val="accent6">
                    <a:lumMod val="75000"/>
                  </a:schemeClr>
                </a:solidFill>
                <a:latin typeface="+mn-lt"/>
              </a:rPr>
              <a:t>otherwise</a:t>
            </a:r>
            <a:r>
              <a:rPr lang="da-DK" sz="800">
                <a:solidFill>
                  <a:schemeClr val="accent6">
                    <a:lumMod val="75000"/>
                  </a:schemeClr>
                </a:solidFill>
                <a:latin typeface="+mn-lt"/>
              </a:rPr>
              <a:t>), or for </a:t>
            </a:r>
            <a:r>
              <a:rPr lang="da-DK" sz="800" err="1">
                <a:solidFill>
                  <a:schemeClr val="accent6">
                    <a:lumMod val="75000"/>
                  </a:schemeClr>
                </a:solidFill>
                <a:latin typeface="+mn-lt"/>
              </a:rPr>
              <a:t>any</a:t>
            </a:r>
            <a:r>
              <a:rPr lang="da-DK" sz="800">
                <a:solidFill>
                  <a:schemeClr val="accent6">
                    <a:lumMod val="75000"/>
                  </a:schemeClr>
                </a:solidFill>
                <a:latin typeface="+mn-lt"/>
              </a:rPr>
              <a:t> purpose </a:t>
            </a:r>
            <a:r>
              <a:rPr lang="da-DK" sz="800" err="1">
                <a:solidFill>
                  <a:schemeClr val="accent6">
                    <a:lumMod val="75000"/>
                  </a:schemeClr>
                </a:solidFill>
                <a:latin typeface="+mn-lt"/>
              </a:rPr>
              <a:t>without</a:t>
            </a:r>
            <a:r>
              <a:rPr lang="da-DK" sz="800">
                <a:solidFill>
                  <a:schemeClr val="accent6">
                    <a:lumMod val="75000"/>
                  </a:schemeClr>
                </a:solidFill>
                <a:latin typeface="+mn-lt"/>
              </a:rPr>
              <a:t> the </a:t>
            </a:r>
            <a:r>
              <a:rPr lang="da-DK" sz="800" err="1">
                <a:solidFill>
                  <a:schemeClr val="accent6">
                    <a:lumMod val="75000"/>
                  </a:schemeClr>
                </a:solidFill>
                <a:latin typeface="+mn-lt"/>
              </a:rPr>
              <a:t>express</a:t>
            </a:r>
            <a:r>
              <a:rPr lang="da-DK" sz="800">
                <a:solidFill>
                  <a:schemeClr val="accent6">
                    <a:lumMod val="75000"/>
                  </a:schemeClr>
                </a:solidFill>
                <a:latin typeface="+mn-lt"/>
              </a:rPr>
              <a:t> </a:t>
            </a:r>
            <a:r>
              <a:rPr lang="da-DK" sz="800" err="1">
                <a:solidFill>
                  <a:schemeClr val="accent6">
                    <a:lumMod val="75000"/>
                  </a:schemeClr>
                </a:solidFill>
                <a:latin typeface="+mn-lt"/>
              </a:rPr>
              <a:t>written</a:t>
            </a:r>
            <a:r>
              <a:rPr lang="da-DK" sz="800">
                <a:solidFill>
                  <a:schemeClr val="accent6">
                    <a:lumMod val="75000"/>
                  </a:schemeClr>
                </a:solidFill>
                <a:latin typeface="+mn-lt"/>
              </a:rPr>
              <a:t> permission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SimCorp</a:t>
            </a:r>
            <a:r>
              <a:rPr lang="da-DK" sz="800">
                <a:solidFill>
                  <a:schemeClr val="accent6">
                    <a:lumMod val="75000"/>
                  </a:schemeClr>
                </a:solidFill>
                <a:latin typeface="+mn-lt"/>
              </a:rPr>
              <a:t>, the </a:t>
            </a:r>
            <a:r>
              <a:rPr lang="da-DK" sz="800" err="1">
                <a:solidFill>
                  <a:schemeClr val="accent6">
                    <a:lumMod val="75000"/>
                  </a:schemeClr>
                </a:solidFill>
                <a:latin typeface="+mn-lt"/>
              </a:rPr>
              <a:t>SimCorp</a:t>
            </a:r>
            <a:r>
              <a:rPr lang="da-DK" sz="800">
                <a:solidFill>
                  <a:schemeClr val="accent6">
                    <a:lumMod val="75000"/>
                  </a:schemeClr>
                </a:solidFill>
                <a:latin typeface="+mn-lt"/>
              </a:rPr>
              <a:t> logo, </a:t>
            </a:r>
            <a:r>
              <a:rPr lang="da-DK" sz="800" err="1">
                <a:solidFill>
                  <a:schemeClr val="accent6">
                    <a:lumMod val="75000"/>
                  </a:schemeClr>
                </a:solidFill>
                <a:latin typeface="+mn-lt"/>
              </a:rPr>
              <a:t>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a:t>
            </a:r>
            <a:r>
              <a:rPr lang="da-DK" sz="800" err="1">
                <a:solidFill>
                  <a:schemeClr val="accent6">
                    <a:lumMod val="75000"/>
                  </a:schemeClr>
                </a:solidFill>
                <a:latin typeface="+mn-lt"/>
              </a:rPr>
              <a:t>SimCorp</a:t>
            </a:r>
            <a:r>
              <a:rPr lang="da-DK" sz="800">
                <a:solidFill>
                  <a:schemeClr val="accent6">
                    <a:lumMod val="75000"/>
                  </a:schemeClr>
                </a:solidFill>
                <a:latin typeface="+mn-lt"/>
              </a:rPr>
              <a:t> Services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either</a:t>
            </a:r>
            <a:r>
              <a:rPr lang="da-DK" sz="800">
                <a:solidFill>
                  <a:schemeClr val="accent6">
                    <a:lumMod val="75000"/>
                  </a:schemeClr>
                </a:solidFill>
                <a:latin typeface="+mn-lt"/>
              </a:rPr>
              <a:t> </a:t>
            </a:r>
            <a:r>
              <a:rPr lang="da-DK" sz="800" err="1">
                <a:solidFill>
                  <a:schemeClr val="accent6">
                    <a:lumMod val="75000"/>
                  </a:schemeClr>
                </a:solidFill>
                <a:latin typeface="+mn-lt"/>
              </a:rPr>
              <a:t>registered</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or </a:t>
            </a:r>
            <a:r>
              <a:rPr lang="da-DK" sz="800" err="1">
                <a:solidFill>
                  <a:schemeClr val="accent6">
                    <a:lumMod val="75000"/>
                  </a:schemeClr>
                </a:solidFill>
                <a:latin typeface="+mn-lt"/>
              </a:rPr>
              <a:t>trademarks</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A/S in Denmark and/or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countries</a:t>
            </a:r>
            <a:r>
              <a:rPr lang="da-DK" sz="800">
                <a:solidFill>
                  <a:schemeClr val="accent6">
                    <a:lumMod val="75000"/>
                  </a:schemeClr>
                </a:solidFill>
                <a:latin typeface="+mn-lt"/>
              </a:rPr>
              <a:t>. Refer to www.simcorp.com/trademarks for a </a:t>
            </a:r>
            <a:r>
              <a:rPr lang="da-DK" sz="800" err="1">
                <a:solidFill>
                  <a:schemeClr val="accent6">
                    <a:lumMod val="75000"/>
                  </a:schemeClr>
                </a:solidFill>
                <a:latin typeface="+mn-lt"/>
              </a:rPr>
              <a:t>full</a:t>
            </a:r>
            <a:r>
              <a:rPr lang="da-DK" sz="800">
                <a:solidFill>
                  <a:schemeClr val="accent6">
                    <a:lumMod val="75000"/>
                  </a:schemeClr>
                </a:solidFill>
                <a:latin typeface="+mn-lt"/>
              </a:rPr>
              <a:t> list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trademarks</a:t>
            </a:r>
            <a:r>
              <a:rPr lang="da-DK" sz="800">
                <a:solidFill>
                  <a:schemeClr val="accent6">
                    <a:lumMod val="75000"/>
                  </a:schemeClr>
                </a:solidFill>
                <a:latin typeface="+mn-lt"/>
              </a:rPr>
              <a:t>.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referred to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the </a:t>
            </a:r>
            <a:r>
              <a:rPr lang="da-DK" sz="800" err="1">
                <a:solidFill>
                  <a:schemeClr val="accent6">
                    <a:lumMod val="75000"/>
                  </a:schemeClr>
                </a:solidFill>
                <a:latin typeface="+mn-lt"/>
              </a:rPr>
              <a:t>property</a:t>
            </a:r>
            <a:r>
              <a:rPr lang="da-DK" sz="800">
                <a:solidFill>
                  <a:schemeClr val="accent6">
                    <a:lumMod val="75000"/>
                  </a:schemeClr>
                </a:solidFill>
                <a:latin typeface="+mn-lt"/>
              </a:rPr>
              <a:t> of </a:t>
            </a:r>
            <a:r>
              <a:rPr lang="da-DK" sz="800" err="1">
                <a:solidFill>
                  <a:schemeClr val="accent6">
                    <a:lumMod val="75000"/>
                  </a:schemeClr>
                </a:solidFill>
                <a:latin typeface="+mn-lt"/>
              </a:rPr>
              <a:t>their</a:t>
            </a:r>
            <a:r>
              <a:rPr lang="da-DK" sz="800">
                <a:solidFill>
                  <a:schemeClr val="accent6">
                    <a:lumMod val="75000"/>
                  </a:schemeClr>
                </a:solidFill>
                <a:latin typeface="+mn-lt"/>
              </a:rPr>
              <a:t> </a:t>
            </a:r>
            <a:r>
              <a:rPr lang="da-DK" sz="800" err="1">
                <a:solidFill>
                  <a:schemeClr val="accent6">
                    <a:lumMod val="75000"/>
                  </a:schemeClr>
                </a:solidFill>
                <a:latin typeface="+mn-lt"/>
              </a:rPr>
              <a:t>respective</a:t>
            </a:r>
            <a:r>
              <a:rPr lang="da-DK" sz="800">
                <a:solidFill>
                  <a:schemeClr val="accent6">
                    <a:lumMod val="75000"/>
                  </a:schemeClr>
                </a:solidFill>
                <a:latin typeface="+mn-lt"/>
              </a:rPr>
              <a:t> </a:t>
            </a:r>
            <a:r>
              <a:rPr lang="da-DK" sz="800" err="1">
                <a:solidFill>
                  <a:schemeClr val="accent6">
                    <a:lumMod val="75000"/>
                  </a:schemeClr>
                </a:solidFill>
                <a:latin typeface="+mn-lt"/>
              </a:rPr>
              <a:t>owners</a:t>
            </a:r>
            <a:r>
              <a:rPr lang="da-DK" sz="800">
                <a:solidFill>
                  <a:schemeClr val="accent6">
                    <a:lumMod val="75000"/>
                  </a:schemeClr>
                </a:solidFill>
                <a:latin typeface="+mn-lt"/>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hyperlink" Target="https://docs.microsoft.com/en-us/dotnet/standard/net-standard"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docs.microsoft.com/en-us/dotnet/csharp/programming-guide/inside-a-program/coding-convention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4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0.svg"/></Relationships>
</file>

<file path=ppt/slides/_rels/slide5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3" Type="http://schemas.openxmlformats.org/officeDocument/2006/relationships/hyperlink" Target="https://docs.microsoft.com/en-us/dotnet/csharp/language-reference/operators/"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0.svg"/><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63.xml.rels><?xml version="1.0" encoding="UTF-8" standalone="yes"?>
<Relationships xmlns="http://schemas.openxmlformats.org/package/2006/relationships"><Relationship Id="rId3" Type="http://schemas.openxmlformats.org/officeDocument/2006/relationships/hyperlink" Target="https://docs.microsoft.com/en-us/dotnet/csharp/language-reference/builtin-types/nullable-value-types"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t>C# for test automation</a:t>
            </a:r>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p:txBody>
          <a:bodyPr/>
          <a:lstStyle/>
          <a:p>
            <a:r>
              <a:rPr lang="en-US"/>
              <a:t>Introduction to C# and </a:t>
            </a:r>
            <a:r>
              <a:rPr lang="en-US" err="1"/>
              <a:t>.net</a:t>
            </a:r>
            <a:r>
              <a:rPr lang="en-US"/>
              <a:t>. Visual studio. Data types</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a:ea typeface="ＭＳ Ｐゴシック"/>
              </a:rPr>
              <a:t>Module 2</a:t>
            </a:r>
            <a:endParaRPr lang="en-US"/>
          </a:p>
        </p:txBody>
      </p:sp>
    </p:spTree>
    <p:extLst>
      <p:ext uri="{BB962C8B-B14F-4D97-AF65-F5344CB8AC3E}">
        <p14:creationId xmlns:p14="http://schemas.microsoft.com/office/powerpoint/2010/main" val="52527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47895" y="1686454"/>
            <a:ext cx="9357342" cy="3856884"/>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pitchFamily="34" charset="0"/>
              <a:buAutoNum type="arabicPeriod"/>
            </a:pPr>
            <a:r>
              <a:rPr lang="en-US" sz="1600">
                <a:latin typeface="+mn-lt"/>
                <a:ea typeface="ＭＳ Ｐゴシック"/>
              </a:rPr>
              <a:t>Introduction to C# and .NET</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Visual Studio. First console application. Main syntax</a:t>
            </a:r>
          </a:p>
          <a:p>
            <a:pPr marL="342900" indent="-342900" defTabSz="179388">
              <a:buClr>
                <a:srgbClr val="00DEE6"/>
              </a:buClr>
              <a:buAutoNum type="arabicPeriod"/>
            </a:pPr>
            <a:r>
              <a:rPr lang="en-US" sz="1600">
                <a:latin typeface="+mn-lt"/>
                <a:ea typeface="ＭＳ Ｐゴシック"/>
              </a:rPr>
              <a:t>Projects and solutions. Namespaces.</a:t>
            </a:r>
            <a:endParaRPr lang="en-US"/>
          </a:p>
          <a:p>
            <a:pPr marL="342900" indent="-342900" defTabSz="179388">
              <a:buClr>
                <a:srgbClr val="00DEE6"/>
              </a:buClr>
              <a:buFont typeface="Arial" panose="020B0604020202020204" pitchFamily="34" charset="0"/>
              <a:buAutoNum type="arabicPeriod"/>
            </a:pPr>
            <a:r>
              <a:rPr lang="en-US" sz="1600">
                <a:latin typeface="+mn-lt"/>
              </a:rPr>
              <a:t>Practice 1.</a:t>
            </a:r>
          </a:p>
          <a:p>
            <a:pPr marL="342900" indent="-342900" defTabSz="179388">
              <a:buClr>
                <a:srgbClr val="00DEE6"/>
              </a:buClr>
              <a:buAutoNum type="arabicPeriod"/>
            </a:pPr>
            <a:r>
              <a:rPr lang="en-US" sz="1600" i="1">
                <a:solidFill>
                  <a:schemeClr val="accent1">
                    <a:lumMod val="50000"/>
                  </a:schemeClr>
                </a:solidFill>
                <a:latin typeface="+mn-lt"/>
                <a:ea typeface="ＭＳ Ｐゴシック"/>
                <a:cs typeface="Arial"/>
              </a:rPr>
              <a:t>Coffee break </a:t>
            </a:r>
            <a:endParaRPr lang="en-US" sz="1600">
              <a:solidFill>
                <a:schemeClr val="accent1">
                  <a:lumMod val="50000"/>
                </a:schemeClr>
              </a:solidFill>
              <a:latin typeface="+mn-lt"/>
              <a:ea typeface="ＭＳ Ｐゴシック"/>
            </a:endParaRPr>
          </a:p>
          <a:p>
            <a:pPr marL="342900" indent="-342900" defTabSz="179388">
              <a:buClr>
                <a:srgbClr val="00DEE6"/>
              </a:buClr>
              <a:buFont typeface="Arial" panose="020B0604020202020204" pitchFamily="34" charset="0"/>
              <a:buAutoNum type="arabicPeriod"/>
            </a:pPr>
            <a:r>
              <a:rPr lang="en-US" sz="1600">
                <a:latin typeface="+mn-lt"/>
              </a:rPr>
              <a:t>Variables and data types. </a:t>
            </a:r>
          </a:p>
          <a:p>
            <a:pPr marL="342900" indent="-342900" defTabSz="179388">
              <a:buClr>
                <a:srgbClr val="00DEE6"/>
              </a:buClr>
              <a:buFont typeface="Arial" panose="020B0604020202020204" pitchFamily="34" charset="0"/>
              <a:buAutoNum type="arabicPeriod"/>
            </a:pPr>
            <a:r>
              <a:rPr lang="en-US" sz="1600">
                <a:latin typeface="+mn-lt"/>
              </a:rPr>
              <a:t>Practice 2.</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rPr>
              <a:t>Coffee break</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Operators. Working with simple data types. Basic debugging features in VS</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3. </a:t>
            </a:r>
          </a:p>
          <a:p>
            <a:pPr marL="342900" indent="-342900" defTabSz="179388">
              <a:buClr>
                <a:srgbClr val="00DEE6"/>
              </a:buClr>
              <a:buAutoNum type="arabicPeriod"/>
            </a:pPr>
            <a:r>
              <a:rPr lang="en-US" sz="1600" i="1">
                <a:solidFill>
                  <a:schemeClr val="accent1">
                    <a:lumMod val="50000"/>
                  </a:schemeClr>
                </a:solidFill>
                <a:latin typeface="+mn-lt"/>
                <a:ea typeface="ＭＳ Ｐゴシック"/>
                <a:cs typeface="Arial"/>
              </a:rPr>
              <a:t>Coffee break</a:t>
            </a:r>
            <a:endParaRPr lang="en-US" sz="1600">
              <a:solidFill>
                <a:schemeClr val="accent1">
                  <a:lumMod val="50000"/>
                </a:schemeClr>
              </a:solidFill>
              <a:latin typeface="+mn-lt"/>
              <a:ea typeface="ＭＳ Ｐゴシック"/>
              <a:cs typeface="Arial"/>
            </a:endParaRPr>
          </a:p>
          <a:p>
            <a:pPr marL="342900" indent="-342900" defTabSz="179388">
              <a:buClr>
                <a:srgbClr val="00DEE6"/>
              </a:buClr>
              <a:buAutoNum type="arabicPeriod"/>
            </a:pPr>
            <a:r>
              <a:rPr lang="en-US" sz="1600">
                <a:latin typeface="+mn-lt"/>
                <a:ea typeface="ＭＳ Ｐゴシック"/>
                <a:cs typeface="Arial"/>
              </a:rPr>
              <a:t>Operators' precedence. Other basic operators </a:t>
            </a:r>
            <a:endParaRPr lang="en-US" sz="1600">
              <a:latin typeface="+mn-lt"/>
              <a:ea typeface="ＭＳ Ｐゴシック"/>
            </a:endParaRPr>
          </a:p>
          <a:p>
            <a:pPr marL="342900" indent="-342900" defTabSz="179388">
              <a:buClr>
                <a:srgbClr val="00DEE6"/>
              </a:buClr>
              <a:buFontTx/>
              <a:buAutoNum type="arabicPeriod"/>
            </a:pPr>
            <a:r>
              <a:rPr lang="en-US" sz="1600">
                <a:latin typeface="+mn-lt"/>
                <a:ea typeface="ＭＳ Ｐゴシック"/>
                <a:cs typeface="Arial"/>
              </a:rPr>
              <a:t>Ternary operator. C# interactive </a:t>
            </a:r>
            <a:endParaRPr lang="en-US" sz="1600">
              <a:latin typeface="Calibri"/>
              <a:ea typeface="ＭＳ Ｐゴシック"/>
              <a:cs typeface="Calibri"/>
            </a:endParaRPr>
          </a:p>
          <a:p>
            <a:pPr marL="342900" indent="-342900" defTabSz="179388">
              <a:buClr>
                <a:srgbClr val="00DEE6"/>
              </a:buClr>
              <a:buFontTx/>
              <a:buAutoNum type="arabicPeriod"/>
            </a:pPr>
            <a:r>
              <a:rPr lang="en-US" sz="1600">
                <a:latin typeface="+mn-lt"/>
                <a:ea typeface="ＭＳ Ｐゴシック"/>
                <a:cs typeface="Arial"/>
              </a:rPr>
              <a:t>Practice 4. </a:t>
            </a:r>
            <a:endParaRPr lang="en-US" sz="1600">
              <a:latin typeface="Calibri"/>
              <a:ea typeface="ＭＳ Ｐゴシック"/>
              <a:cs typeface="Calibri"/>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Nullable value types. null-coalescing operator. </a:t>
            </a:r>
            <a:endParaRPr lang="en-US" sz="1600">
              <a:solidFill>
                <a:srgbClr val="000000"/>
              </a:solidFill>
              <a:latin typeface="+mn-lt"/>
              <a:ea typeface="ＭＳ Ｐゴシック"/>
            </a:endParaRPr>
          </a:p>
          <a:p>
            <a:pPr marL="342900" indent="-342900" defTabSz="179388">
              <a:buClr>
                <a:srgbClr val="00DEE6"/>
              </a:buClr>
              <a:buAutoNum type="arabicPeriod"/>
            </a:pPr>
            <a:r>
              <a:rPr lang="en-US" sz="1600">
                <a:latin typeface="+mn-lt"/>
                <a:ea typeface="ＭＳ Ｐゴシック"/>
              </a:rPr>
              <a:t>Practice 5.</a:t>
            </a:r>
            <a:endParaRPr lang="en-US" sz="1600">
              <a:latin typeface="+mn-lt"/>
            </a:endParaRPr>
          </a:p>
          <a:p>
            <a:pPr marL="342900" indent="-342900" defTabSz="179388">
              <a:buClr>
                <a:srgbClr val="00DEE6"/>
              </a:buClr>
              <a:buAutoNum type="arabicPeriod"/>
            </a:pPr>
            <a:endParaRPr lang="en-US" sz="1600">
              <a:latin typeface="+mn-lt"/>
            </a:endParaRPr>
          </a:p>
          <a:p>
            <a:pPr defTabSz="179388">
              <a:buClr>
                <a:srgbClr val="00DEE6"/>
              </a:buClr>
            </a:pPr>
            <a:endParaRPr lang="en-US" sz="1600">
              <a:latin typeface="+mn-lt"/>
            </a:endParaRPr>
          </a:p>
        </p:txBody>
      </p:sp>
    </p:spTree>
    <p:extLst>
      <p:ext uri="{BB962C8B-B14F-4D97-AF65-F5344CB8AC3E}">
        <p14:creationId xmlns:p14="http://schemas.microsoft.com/office/powerpoint/2010/main" val="73879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AD8CD-1570-4B28-B80D-BB6AD64E9A88}"/>
              </a:ext>
            </a:extLst>
          </p:cNvPr>
          <p:cNvSpPr>
            <a:spLocks noGrp="1"/>
          </p:cNvSpPr>
          <p:nvPr>
            <p:ph type="title"/>
          </p:nvPr>
        </p:nvSpPr>
        <p:spPr/>
        <p:txBody>
          <a:bodyPr/>
          <a:lstStyle/>
          <a:p>
            <a:r>
              <a:rPr lang="en-US"/>
              <a:t>Introduction</a:t>
            </a:r>
          </a:p>
        </p:txBody>
      </p:sp>
      <p:sp>
        <p:nvSpPr>
          <p:cNvPr id="3" name="Slide Number Placeholder 2">
            <a:extLst>
              <a:ext uri="{FF2B5EF4-FFF2-40B4-BE49-F238E27FC236}">
                <a16:creationId xmlns:a16="http://schemas.microsoft.com/office/drawing/2014/main" id="{6330E805-7798-4BE7-9810-41033C90E59A}"/>
              </a:ext>
            </a:extLst>
          </p:cNvPr>
          <p:cNvSpPr>
            <a:spLocks noGrp="1"/>
          </p:cNvSpPr>
          <p:nvPr>
            <p:ph type="sldNum" sz="quarter" idx="11"/>
          </p:nvPr>
        </p:nvSpPr>
        <p:spPr/>
        <p:txBody>
          <a:bodyPr/>
          <a:lstStyle/>
          <a:p>
            <a:fld id="{E16BA917-7F09-4B8D-AF07-F52890C14046}" type="slidenum">
              <a:rPr lang="da-DK" smtClean="0"/>
              <a:pPr/>
              <a:t>3</a:t>
            </a:fld>
            <a:endParaRPr lang="da-DK"/>
          </a:p>
        </p:txBody>
      </p:sp>
      <p:sp>
        <p:nvSpPr>
          <p:cNvPr id="4" name="Text Placeholder 3">
            <a:extLst>
              <a:ext uri="{FF2B5EF4-FFF2-40B4-BE49-F238E27FC236}">
                <a16:creationId xmlns:a16="http://schemas.microsoft.com/office/drawing/2014/main" id="{93413D34-5126-4BF6-B11C-D999C7BF183F}"/>
              </a:ext>
            </a:extLst>
          </p:cNvPr>
          <p:cNvSpPr>
            <a:spLocks noGrp="1"/>
          </p:cNvSpPr>
          <p:nvPr>
            <p:ph type="body" sz="quarter" idx="17"/>
          </p:nvPr>
        </p:nvSpPr>
        <p:spPr/>
        <p:txBody>
          <a:bodyPr/>
          <a:lstStyle/>
          <a:p>
            <a:r>
              <a:rPr lang="en-US" sz="2000">
                <a:latin typeface="Arial"/>
                <a:cs typeface="Arial"/>
              </a:rPr>
              <a:t>C# ProgramMing language  </a:t>
            </a:r>
            <a:endParaRPr lang="en-US" sz="2000"/>
          </a:p>
        </p:txBody>
      </p:sp>
      <p:pic>
        <p:nvPicPr>
          <p:cNvPr id="9" name="Picture 8" descr="A picture containing drawing&#10;&#10;Description automatically generated">
            <a:extLst>
              <a:ext uri="{FF2B5EF4-FFF2-40B4-BE49-F238E27FC236}">
                <a16:creationId xmlns:a16="http://schemas.microsoft.com/office/drawing/2014/main" id="{603CAC66-FBD4-42DD-8009-2E763FBC5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139" y="1458384"/>
            <a:ext cx="2143125" cy="2143125"/>
          </a:xfrm>
          <a:prstGeom prst="rect">
            <a:avLst/>
          </a:prstGeom>
        </p:spPr>
      </p:pic>
      <p:sp>
        <p:nvSpPr>
          <p:cNvPr id="6" name="TextBox 5">
            <a:extLst>
              <a:ext uri="{FF2B5EF4-FFF2-40B4-BE49-F238E27FC236}">
                <a16:creationId xmlns:a16="http://schemas.microsoft.com/office/drawing/2014/main" id="{58754E55-2129-42FF-A194-B4451DE070CA}"/>
              </a:ext>
            </a:extLst>
          </p:cNvPr>
          <p:cNvSpPr txBox="1"/>
          <p:nvPr/>
        </p:nvSpPr>
        <p:spPr>
          <a:xfrm>
            <a:off x="2792264" y="2448873"/>
            <a:ext cx="9266548" cy="976723"/>
          </a:xfrm>
          <a:prstGeom prst="rect">
            <a:avLst/>
          </a:prstGeom>
          <a:noFill/>
        </p:spPr>
        <p:txBody>
          <a:bodyPr wrap="square" lIns="0" tIns="0" rIns="0" bIns="0" rtlCol="0" anchor="t">
            <a:noAutofit/>
          </a:bodyPr>
          <a:lstStyle/>
          <a:p>
            <a:pPr defTabSz="179388">
              <a:spcAft>
                <a:spcPts val="600"/>
              </a:spcAft>
              <a:buClr>
                <a:srgbClr val="00DEE6"/>
              </a:buClr>
              <a:buFont typeface="Arial" panose="020B0604020202020204" pitchFamily="34" charset="0"/>
            </a:pPr>
            <a:r>
              <a:rPr lang="en-US" sz="1600">
                <a:latin typeface="+mn-lt"/>
                <a:ea typeface="ＭＳ Ｐゴシック"/>
              </a:rPr>
              <a:t>is a high-level, general-purpose object-oriented programming language developed by Microsoft. </a:t>
            </a:r>
            <a:endParaRPr lang="en-US" sz="1600">
              <a:latin typeface="+mn-lt"/>
            </a:endParaRPr>
          </a:p>
          <a:p>
            <a:pPr defTabSz="179388">
              <a:spcAft>
                <a:spcPts val="600"/>
              </a:spcAft>
              <a:buClr>
                <a:srgbClr val="00DEE6"/>
              </a:buClr>
            </a:pPr>
            <a:r>
              <a:rPr lang="en-US" sz="1600">
                <a:latin typeface="+mn-lt"/>
                <a:ea typeface="ＭＳ Ｐゴシック"/>
              </a:rPr>
              <a:t>The first release was in the beginning of 2002. </a:t>
            </a:r>
            <a:endParaRPr lang="en-US" sz="1600">
              <a:latin typeface="+mn-lt"/>
            </a:endParaRPr>
          </a:p>
          <a:p>
            <a:pPr marL="0" indent="0" defTabSz="179388">
              <a:spcAft>
                <a:spcPts val="600"/>
              </a:spcAft>
              <a:buClr>
                <a:srgbClr val="00DEE6"/>
              </a:buClr>
              <a:buFont typeface="Arial" panose="020B0604020202020204" pitchFamily="34" charset="0"/>
              <a:buNone/>
            </a:pPr>
            <a:r>
              <a:rPr lang="en-US" sz="1600">
                <a:latin typeface="+mn-lt"/>
                <a:ea typeface="ＭＳ Ｐゴシック"/>
              </a:rPr>
              <a:t>The author of C# language is Anders Hejlsberg.</a:t>
            </a:r>
            <a:endParaRPr lang="en-GB" sz="1600">
              <a:latin typeface="+mn-lt"/>
              <a:ea typeface="ＭＳ Ｐゴシック"/>
            </a:endParaRPr>
          </a:p>
        </p:txBody>
      </p:sp>
      <p:pic>
        <p:nvPicPr>
          <p:cNvPr id="15" name="Picture 14" descr="A screenshot of a computer&#10;&#10;Description automatically generated with medium confidence">
            <a:extLst>
              <a:ext uri="{FF2B5EF4-FFF2-40B4-BE49-F238E27FC236}">
                <a16:creationId xmlns:a16="http://schemas.microsoft.com/office/drawing/2014/main" id="{6BECC861-2B1B-42D3-AF62-01EB289030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7352" y="3776662"/>
            <a:ext cx="5800725" cy="2447925"/>
          </a:xfrm>
          <a:prstGeom prst="rect">
            <a:avLst/>
          </a:prstGeom>
        </p:spPr>
      </p:pic>
    </p:spTree>
    <p:extLst>
      <p:ext uri="{BB962C8B-B14F-4D97-AF65-F5344CB8AC3E}">
        <p14:creationId xmlns:p14="http://schemas.microsoft.com/office/powerpoint/2010/main" val="2081296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4FEA2-4D75-468D-B984-E341CFCF57CB}"/>
              </a:ext>
            </a:extLst>
          </p:cNvPr>
          <p:cNvSpPr>
            <a:spLocks noGrp="1"/>
          </p:cNvSpPr>
          <p:nvPr>
            <p:ph type="title"/>
          </p:nvPr>
        </p:nvSpPr>
        <p:spPr/>
        <p:txBody>
          <a:bodyPr/>
          <a:lstStyle/>
          <a:p>
            <a:r>
              <a:rPr lang="en-US"/>
              <a:t>Introduction</a:t>
            </a:r>
          </a:p>
        </p:txBody>
      </p:sp>
      <p:sp>
        <p:nvSpPr>
          <p:cNvPr id="3" name="Slide Number Placeholder 2">
            <a:extLst>
              <a:ext uri="{FF2B5EF4-FFF2-40B4-BE49-F238E27FC236}">
                <a16:creationId xmlns:a16="http://schemas.microsoft.com/office/drawing/2014/main" id="{46AFC14E-ECD1-4094-AC97-22DB61A38449}"/>
              </a:ext>
            </a:extLst>
          </p:cNvPr>
          <p:cNvSpPr>
            <a:spLocks noGrp="1"/>
          </p:cNvSpPr>
          <p:nvPr>
            <p:ph type="sldNum" sz="quarter" idx="11"/>
          </p:nvPr>
        </p:nvSpPr>
        <p:spPr/>
        <p:txBody>
          <a:bodyPr/>
          <a:lstStyle/>
          <a:p>
            <a:fld id="{E16BA917-7F09-4B8D-AF07-F52890C14046}" type="slidenum">
              <a:rPr lang="da-DK" smtClean="0"/>
              <a:pPr/>
              <a:t>4</a:t>
            </a:fld>
            <a:endParaRPr lang="da-DK"/>
          </a:p>
        </p:txBody>
      </p:sp>
      <p:sp>
        <p:nvSpPr>
          <p:cNvPr id="4" name="Text Placeholder 3">
            <a:extLst>
              <a:ext uri="{FF2B5EF4-FFF2-40B4-BE49-F238E27FC236}">
                <a16:creationId xmlns:a16="http://schemas.microsoft.com/office/drawing/2014/main" id="{DB8D423F-FBE8-42A0-8FCA-87EB808E80E5}"/>
              </a:ext>
            </a:extLst>
          </p:cNvPr>
          <p:cNvSpPr>
            <a:spLocks noGrp="1"/>
          </p:cNvSpPr>
          <p:nvPr>
            <p:ph type="body" sz="quarter" idx="17"/>
          </p:nvPr>
        </p:nvSpPr>
        <p:spPr/>
        <p:txBody>
          <a:bodyPr/>
          <a:lstStyle/>
          <a:p>
            <a:r>
              <a:rPr lang="en-US"/>
              <a:t>Levels of programming languages</a:t>
            </a:r>
          </a:p>
        </p:txBody>
      </p:sp>
      <p:pic>
        <p:nvPicPr>
          <p:cNvPr id="6" name="Picture 6">
            <a:extLst>
              <a:ext uri="{FF2B5EF4-FFF2-40B4-BE49-F238E27FC236}">
                <a16:creationId xmlns:a16="http://schemas.microsoft.com/office/drawing/2014/main" id="{15B74484-F161-4B78-A287-CA567D17E864}"/>
              </a:ext>
            </a:extLst>
          </p:cNvPr>
          <p:cNvPicPr>
            <a:picLocks noChangeAspect="1"/>
          </p:cNvPicPr>
          <p:nvPr/>
        </p:nvPicPr>
        <p:blipFill>
          <a:blip r:embed="rId3"/>
          <a:stretch>
            <a:fillRect/>
          </a:stretch>
        </p:blipFill>
        <p:spPr>
          <a:xfrm>
            <a:off x="649139" y="2852169"/>
            <a:ext cx="2133600" cy="2143125"/>
          </a:xfrm>
          <a:prstGeom prst="rect">
            <a:avLst/>
          </a:prstGeom>
        </p:spPr>
      </p:pic>
      <p:pic>
        <p:nvPicPr>
          <p:cNvPr id="7" name="Picture 7" descr="A picture containing table&#10;&#10;Description automatically generated">
            <a:extLst>
              <a:ext uri="{FF2B5EF4-FFF2-40B4-BE49-F238E27FC236}">
                <a16:creationId xmlns:a16="http://schemas.microsoft.com/office/drawing/2014/main" id="{1CA2E12C-0940-4657-BB70-0723423B688C}"/>
              </a:ext>
            </a:extLst>
          </p:cNvPr>
          <p:cNvPicPr>
            <a:picLocks noChangeAspect="1"/>
          </p:cNvPicPr>
          <p:nvPr/>
        </p:nvPicPr>
        <p:blipFill>
          <a:blip r:embed="rId4"/>
          <a:stretch>
            <a:fillRect/>
          </a:stretch>
        </p:blipFill>
        <p:spPr>
          <a:xfrm>
            <a:off x="3531031" y="2980755"/>
            <a:ext cx="2324100" cy="1885950"/>
          </a:xfrm>
          <a:prstGeom prst="rect">
            <a:avLst/>
          </a:prstGeom>
        </p:spPr>
      </p:pic>
      <p:sp>
        <p:nvSpPr>
          <p:cNvPr id="9" name="Arrow: Right 8">
            <a:extLst>
              <a:ext uri="{FF2B5EF4-FFF2-40B4-BE49-F238E27FC236}">
                <a16:creationId xmlns:a16="http://schemas.microsoft.com/office/drawing/2014/main" id="{BB1FB446-B5A4-4069-8888-9AD18057FA95}"/>
              </a:ext>
            </a:extLst>
          </p:cNvPr>
          <p:cNvSpPr/>
          <p:nvPr/>
        </p:nvSpPr>
        <p:spPr>
          <a:xfrm>
            <a:off x="2782739" y="3717579"/>
            <a:ext cx="748292" cy="324247"/>
          </a:xfrm>
          <a:prstGeom prst="right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0" name="Arrow: Right 9">
            <a:extLst>
              <a:ext uri="{FF2B5EF4-FFF2-40B4-BE49-F238E27FC236}">
                <a16:creationId xmlns:a16="http://schemas.microsoft.com/office/drawing/2014/main" id="{4355AA33-0F52-4190-B6D4-AC6156F260AE}"/>
              </a:ext>
            </a:extLst>
          </p:cNvPr>
          <p:cNvSpPr/>
          <p:nvPr/>
        </p:nvSpPr>
        <p:spPr>
          <a:xfrm>
            <a:off x="5742546" y="3622726"/>
            <a:ext cx="748292" cy="301003"/>
          </a:xfrm>
          <a:prstGeom prst="right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1" name="TextBox 10">
            <a:extLst>
              <a:ext uri="{FF2B5EF4-FFF2-40B4-BE49-F238E27FC236}">
                <a16:creationId xmlns:a16="http://schemas.microsoft.com/office/drawing/2014/main" id="{6AC6C3EB-6A4F-48A4-9B09-DA69AD85F2D2}"/>
              </a:ext>
            </a:extLst>
          </p:cNvPr>
          <p:cNvSpPr txBox="1"/>
          <p:nvPr/>
        </p:nvSpPr>
        <p:spPr>
          <a:xfrm>
            <a:off x="6572012" y="3485665"/>
            <a:ext cx="361950" cy="301003"/>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sz="2400">
                <a:latin typeface="+mn-lt"/>
              </a:rPr>
              <a:t>…</a:t>
            </a:r>
          </a:p>
        </p:txBody>
      </p:sp>
      <p:sp>
        <p:nvSpPr>
          <p:cNvPr id="12" name="Arrow: Right 11">
            <a:extLst>
              <a:ext uri="{FF2B5EF4-FFF2-40B4-BE49-F238E27FC236}">
                <a16:creationId xmlns:a16="http://schemas.microsoft.com/office/drawing/2014/main" id="{4D1B1807-8849-4B9C-9442-788A244B147D}"/>
              </a:ext>
            </a:extLst>
          </p:cNvPr>
          <p:cNvSpPr/>
          <p:nvPr/>
        </p:nvSpPr>
        <p:spPr>
          <a:xfrm>
            <a:off x="6899207" y="3636167"/>
            <a:ext cx="748292" cy="301003"/>
          </a:xfrm>
          <a:prstGeom prst="right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5" name="TextBox 14">
            <a:extLst>
              <a:ext uri="{FF2B5EF4-FFF2-40B4-BE49-F238E27FC236}">
                <a16:creationId xmlns:a16="http://schemas.microsoft.com/office/drawing/2014/main" id="{3217C747-2289-412B-AED2-78B6991C3127}"/>
              </a:ext>
            </a:extLst>
          </p:cNvPr>
          <p:cNvSpPr txBox="1"/>
          <p:nvPr/>
        </p:nvSpPr>
        <p:spPr>
          <a:xfrm>
            <a:off x="957750" y="2049532"/>
            <a:ext cx="1709249" cy="721388"/>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a:latin typeface="+mn-lt"/>
              </a:rPr>
              <a:t>Machine/binary </a:t>
            </a:r>
            <a:br>
              <a:rPr lang="en-US">
                <a:latin typeface="+mn-lt"/>
              </a:rPr>
            </a:br>
            <a:r>
              <a:rPr lang="en-US">
                <a:latin typeface="+mn-lt"/>
              </a:rPr>
              <a:t>code</a:t>
            </a:r>
          </a:p>
        </p:txBody>
      </p:sp>
      <p:sp>
        <p:nvSpPr>
          <p:cNvPr id="16" name="TextBox 15">
            <a:extLst>
              <a:ext uri="{FF2B5EF4-FFF2-40B4-BE49-F238E27FC236}">
                <a16:creationId xmlns:a16="http://schemas.microsoft.com/office/drawing/2014/main" id="{44D10AA4-79A5-4ED3-B062-98FB26E648F3}"/>
              </a:ext>
            </a:extLst>
          </p:cNvPr>
          <p:cNvSpPr txBox="1"/>
          <p:nvPr/>
        </p:nvSpPr>
        <p:spPr>
          <a:xfrm>
            <a:off x="4252372" y="2135708"/>
            <a:ext cx="1709249" cy="721388"/>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a:latin typeface="+mn-lt"/>
              </a:rPr>
              <a:t>Assembler-like </a:t>
            </a:r>
            <a:br>
              <a:rPr lang="en-US">
                <a:latin typeface="+mn-lt"/>
              </a:rPr>
            </a:br>
            <a:r>
              <a:rPr lang="en-US">
                <a:latin typeface="+mn-lt"/>
              </a:rPr>
              <a:t>languages</a:t>
            </a:r>
          </a:p>
        </p:txBody>
      </p:sp>
      <p:sp>
        <p:nvSpPr>
          <p:cNvPr id="17" name="TextBox 16">
            <a:extLst>
              <a:ext uri="{FF2B5EF4-FFF2-40B4-BE49-F238E27FC236}">
                <a16:creationId xmlns:a16="http://schemas.microsoft.com/office/drawing/2014/main" id="{088512EC-8E89-40C3-8256-4BA964BFA23D}"/>
              </a:ext>
            </a:extLst>
          </p:cNvPr>
          <p:cNvSpPr txBox="1"/>
          <p:nvPr/>
        </p:nvSpPr>
        <p:spPr>
          <a:xfrm>
            <a:off x="8471947" y="2049532"/>
            <a:ext cx="3520028" cy="721388"/>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a:latin typeface="+mn-lt"/>
              </a:rPr>
              <a:t>C# and other high-level </a:t>
            </a:r>
            <a:br>
              <a:rPr lang="en-US">
                <a:latin typeface="+mn-lt"/>
              </a:rPr>
            </a:br>
            <a:r>
              <a:rPr lang="en-US">
                <a:latin typeface="+mn-lt"/>
              </a:rPr>
              <a:t>languages (C++, Java, APL, etc.)</a:t>
            </a:r>
          </a:p>
        </p:txBody>
      </p:sp>
      <p:pic>
        <p:nvPicPr>
          <p:cNvPr id="19" name="Picture 18">
            <a:extLst>
              <a:ext uri="{FF2B5EF4-FFF2-40B4-BE49-F238E27FC236}">
                <a16:creationId xmlns:a16="http://schemas.microsoft.com/office/drawing/2014/main" id="{7052AED4-0B92-4B63-836A-48EF570709F9}"/>
              </a:ext>
            </a:extLst>
          </p:cNvPr>
          <p:cNvPicPr>
            <a:picLocks noChangeAspect="1"/>
          </p:cNvPicPr>
          <p:nvPr/>
        </p:nvPicPr>
        <p:blipFill>
          <a:blip r:embed="rId5"/>
          <a:stretch>
            <a:fillRect/>
          </a:stretch>
        </p:blipFill>
        <p:spPr>
          <a:xfrm>
            <a:off x="7647499" y="3360654"/>
            <a:ext cx="4190476" cy="1038095"/>
          </a:xfrm>
          <a:prstGeom prst="rect">
            <a:avLst/>
          </a:prstGeom>
        </p:spPr>
      </p:pic>
    </p:spTree>
    <p:extLst>
      <p:ext uri="{BB962C8B-B14F-4D97-AF65-F5344CB8AC3E}">
        <p14:creationId xmlns:p14="http://schemas.microsoft.com/office/powerpoint/2010/main" val="237362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AD8CD-1570-4B28-B80D-BB6AD64E9A88}"/>
              </a:ext>
            </a:extLst>
          </p:cNvPr>
          <p:cNvSpPr>
            <a:spLocks noGrp="1"/>
          </p:cNvSpPr>
          <p:nvPr>
            <p:ph type="title"/>
          </p:nvPr>
        </p:nvSpPr>
        <p:spPr/>
        <p:txBody>
          <a:bodyPr/>
          <a:lstStyle/>
          <a:p>
            <a:r>
              <a:rPr lang="en-US"/>
              <a:t>Introduction</a:t>
            </a:r>
          </a:p>
        </p:txBody>
      </p:sp>
      <p:sp>
        <p:nvSpPr>
          <p:cNvPr id="3" name="Slide Number Placeholder 2">
            <a:extLst>
              <a:ext uri="{FF2B5EF4-FFF2-40B4-BE49-F238E27FC236}">
                <a16:creationId xmlns:a16="http://schemas.microsoft.com/office/drawing/2014/main" id="{6330E805-7798-4BE7-9810-41033C90E59A}"/>
              </a:ext>
            </a:extLst>
          </p:cNvPr>
          <p:cNvSpPr>
            <a:spLocks noGrp="1"/>
          </p:cNvSpPr>
          <p:nvPr>
            <p:ph type="sldNum" sz="quarter" idx="11"/>
          </p:nvPr>
        </p:nvSpPr>
        <p:spPr/>
        <p:txBody>
          <a:bodyPr/>
          <a:lstStyle/>
          <a:p>
            <a:fld id="{E16BA917-7F09-4B8D-AF07-F52890C14046}" type="slidenum">
              <a:rPr lang="da-DK" smtClean="0"/>
              <a:pPr/>
              <a:t>5</a:t>
            </a:fld>
            <a:endParaRPr lang="da-DK"/>
          </a:p>
        </p:txBody>
      </p:sp>
      <p:sp>
        <p:nvSpPr>
          <p:cNvPr id="4" name="Text Placeholder 3">
            <a:extLst>
              <a:ext uri="{FF2B5EF4-FFF2-40B4-BE49-F238E27FC236}">
                <a16:creationId xmlns:a16="http://schemas.microsoft.com/office/drawing/2014/main" id="{93413D34-5126-4BF6-B11C-D999C7BF183F}"/>
              </a:ext>
            </a:extLst>
          </p:cNvPr>
          <p:cNvSpPr>
            <a:spLocks noGrp="1"/>
          </p:cNvSpPr>
          <p:nvPr>
            <p:ph type="body" sz="quarter" idx="17"/>
          </p:nvPr>
        </p:nvSpPr>
        <p:spPr/>
        <p:txBody>
          <a:bodyPr/>
          <a:lstStyle/>
          <a:p>
            <a:pPr marL="0" indent="0" defTabSz="179388">
              <a:buClr>
                <a:srgbClr val="00DEE6"/>
              </a:buClr>
              <a:buFont typeface="Arial" panose="020B0604020202020204" pitchFamily="34" charset="0"/>
              <a:buNone/>
            </a:pPr>
            <a:r>
              <a:rPr lang="en-US">
                <a:latin typeface="+mn-lt"/>
              </a:rPr>
              <a:t>Basic development steps</a:t>
            </a:r>
          </a:p>
        </p:txBody>
      </p:sp>
      <p:sp>
        <p:nvSpPr>
          <p:cNvPr id="8" name="Rectangle 7">
            <a:extLst>
              <a:ext uri="{FF2B5EF4-FFF2-40B4-BE49-F238E27FC236}">
                <a16:creationId xmlns:a16="http://schemas.microsoft.com/office/drawing/2014/main" id="{5204D265-E40F-41B9-8913-77FD0C745392}"/>
              </a:ext>
            </a:extLst>
          </p:cNvPr>
          <p:cNvSpPr/>
          <p:nvPr/>
        </p:nvSpPr>
        <p:spPr>
          <a:xfrm>
            <a:off x="5038047" y="4317331"/>
            <a:ext cx="1488558" cy="883204"/>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COMPLIER,</a:t>
            </a:r>
            <a:br>
              <a:rPr lang="en-US" sz="1600">
                <a:solidFill>
                  <a:schemeClr val="tx1"/>
                </a:solidFill>
              </a:rPr>
            </a:br>
            <a:r>
              <a:rPr lang="en-US" sz="1600">
                <a:solidFill>
                  <a:schemeClr val="tx1"/>
                </a:solidFill>
              </a:rPr>
              <a:t>linker etc.</a:t>
            </a:r>
          </a:p>
        </p:txBody>
      </p:sp>
      <p:sp>
        <p:nvSpPr>
          <p:cNvPr id="12" name="Rectangle 11">
            <a:extLst>
              <a:ext uri="{FF2B5EF4-FFF2-40B4-BE49-F238E27FC236}">
                <a16:creationId xmlns:a16="http://schemas.microsoft.com/office/drawing/2014/main" id="{F85AABBA-BDA7-4CE1-8944-F0BDB64D4B87}"/>
              </a:ext>
            </a:extLst>
          </p:cNvPr>
          <p:cNvSpPr/>
          <p:nvPr/>
        </p:nvSpPr>
        <p:spPr>
          <a:xfrm>
            <a:off x="1841993" y="4284464"/>
            <a:ext cx="1528939" cy="914400"/>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Developer</a:t>
            </a:r>
          </a:p>
        </p:txBody>
      </p:sp>
      <p:sp>
        <p:nvSpPr>
          <p:cNvPr id="13" name="Rectangle 12">
            <a:extLst>
              <a:ext uri="{FF2B5EF4-FFF2-40B4-BE49-F238E27FC236}">
                <a16:creationId xmlns:a16="http://schemas.microsoft.com/office/drawing/2014/main" id="{A0D745BE-4259-4DA1-80C0-429FCC27CDCF}"/>
              </a:ext>
            </a:extLst>
          </p:cNvPr>
          <p:cNvSpPr/>
          <p:nvPr/>
        </p:nvSpPr>
        <p:spPr>
          <a:xfrm>
            <a:off x="9133821" y="4850892"/>
            <a:ext cx="1354087" cy="945596"/>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Computer hardware</a:t>
            </a:r>
          </a:p>
        </p:txBody>
      </p:sp>
      <p:sp>
        <p:nvSpPr>
          <p:cNvPr id="14" name="Rectangle 13">
            <a:extLst>
              <a:ext uri="{FF2B5EF4-FFF2-40B4-BE49-F238E27FC236}">
                <a16:creationId xmlns:a16="http://schemas.microsoft.com/office/drawing/2014/main" id="{727AEA65-27E0-4A19-A178-1BE591232576}"/>
              </a:ext>
            </a:extLst>
          </p:cNvPr>
          <p:cNvSpPr/>
          <p:nvPr/>
        </p:nvSpPr>
        <p:spPr>
          <a:xfrm>
            <a:off x="9133821" y="3795730"/>
            <a:ext cx="1360967" cy="945596"/>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System software, OS</a:t>
            </a:r>
          </a:p>
        </p:txBody>
      </p:sp>
      <p:sp>
        <p:nvSpPr>
          <p:cNvPr id="23" name="Arrow: Down 22">
            <a:extLst>
              <a:ext uri="{FF2B5EF4-FFF2-40B4-BE49-F238E27FC236}">
                <a16:creationId xmlns:a16="http://schemas.microsoft.com/office/drawing/2014/main" id="{C113B106-383C-4508-9B86-2F9EDB931B89}"/>
              </a:ext>
            </a:extLst>
          </p:cNvPr>
          <p:cNvSpPr/>
          <p:nvPr/>
        </p:nvSpPr>
        <p:spPr>
          <a:xfrm rot="16200000">
            <a:off x="7603656" y="3533738"/>
            <a:ext cx="283276" cy="2437377"/>
          </a:xfrm>
          <a:prstGeom prst="downArrow">
            <a:avLst/>
          </a:prstGeom>
          <a:solidFill>
            <a:schemeClr val="tx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6" name="Arrow: Up-Down 25">
            <a:extLst>
              <a:ext uri="{FF2B5EF4-FFF2-40B4-BE49-F238E27FC236}">
                <a16:creationId xmlns:a16="http://schemas.microsoft.com/office/drawing/2014/main" id="{7EF57854-9EE1-4EF4-B94A-2F31DFCF9B8A}"/>
              </a:ext>
            </a:extLst>
          </p:cNvPr>
          <p:cNvSpPr/>
          <p:nvPr/>
        </p:nvSpPr>
        <p:spPr>
          <a:xfrm>
            <a:off x="10336776" y="5211724"/>
            <a:ext cx="138223" cy="223932"/>
          </a:xfrm>
          <a:prstGeom prst="upDown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8" name="Arrow: Down 27">
            <a:extLst>
              <a:ext uri="{FF2B5EF4-FFF2-40B4-BE49-F238E27FC236}">
                <a16:creationId xmlns:a16="http://schemas.microsoft.com/office/drawing/2014/main" id="{A4766FFE-3A13-4A81-9887-4CF04FD2B489}"/>
              </a:ext>
            </a:extLst>
          </p:cNvPr>
          <p:cNvSpPr/>
          <p:nvPr/>
        </p:nvSpPr>
        <p:spPr>
          <a:xfrm rot="16200000">
            <a:off x="4075972" y="3889882"/>
            <a:ext cx="257035" cy="1667117"/>
          </a:xfrm>
          <a:prstGeom prst="downArrow">
            <a:avLst/>
          </a:prstGeom>
          <a:solidFill>
            <a:schemeClr val="tx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cxnSp>
        <p:nvCxnSpPr>
          <p:cNvPr id="30" name="Connector: Elbow 29">
            <a:extLst>
              <a:ext uri="{FF2B5EF4-FFF2-40B4-BE49-F238E27FC236}">
                <a16:creationId xmlns:a16="http://schemas.microsoft.com/office/drawing/2014/main" id="{8A28D812-5F6B-4591-B8AC-B68D167F6644}"/>
              </a:ext>
            </a:extLst>
          </p:cNvPr>
          <p:cNvCxnSpPr>
            <a:stCxn id="14" idx="1"/>
            <a:endCxn id="13" idx="1"/>
          </p:cNvCxnSpPr>
          <p:nvPr/>
        </p:nvCxnSpPr>
        <p:spPr>
          <a:xfrm rot="10800000" flipV="1">
            <a:off x="9133821" y="4268528"/>
            <a:ext cx="12700" cy="1055162"/>
          </a:xfrm>
          <a:prstGeom prst="bentConnector3">
            <a:avLst>
              <a:gd name="adj1" fmla="val 1425000"/>
            </a:avLst>
          </a:prstGeom>
          <a:noFill/>
          <a:ln w="9525">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40" name="Connector: Elbow 39">
            <a:extLst>
              <a:ext uri="{FF2B5EF4-FFF2-40B4-BE49-F238E27FC236}">
                <a16:creationId xmlns:a16="http://schemas.microsoft.com/office/drawing/2014/main" id="{B1BDA3B7-722F-4210-91A4-22BE1805A1A3}"/>
              </a:ext>
            </a:extLst>
          </p:cNvPr>
          <p:cNvCxnSpPr>
            <a:cxnSpLocks/>
            <a:stCxn id="14" idx="0"/>
            <a:endCxn id="12" idx="1"/>
          </p:cNvCxnSpPr>
          <p:nvPr/>
        </p:nvCxnSpPr>
        <p:spPr>
          <a:xfrm rot="16200000" flipH="1" flipV="1">
            <a:off x="5355182" y="282541"/>
            <a:ext cx="945934" cy="7972312"/>
          </a:xfrm>
          <a:prstGeom prst="bentConnector4">
            <a:avLst>
              <a:gd name="adj1" fmla="val -86597"/>
              <a:gd name="adj2" fmla="val 102867"/>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77DCD927-2B90-4765-B035-F09F81D11CA5}"/>
              </a:ext>
            </a:extLst>
          </p:cNvPr>
          <p:cNvSpPr txBox="1"/>
          <p:nvPr/>
        </p:nvSpPr>
        <p:spPr>
          <a:xfrm>
            <a:off x="3801999" y="3412534"/>
            <a:ext cx="1236048" cy="283277"/>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Syntax errors</a:t>
            </a:r>
          </a:p>
        </p:txBody>
      </p:sp>
      <p:sp>
        <p:nvSpPr>
          <p:cNvPr id="48" name="TextBox 47">
            <a:extLst>
              <a:ext uri="{FF2B5EF4-FFF2-40B4-BE49-F238E27FC236}">
                <a16:creationId xmlns:a16="http://schemas.microsoft.com/office/drawing/2014/main" id="{129C75CA-A54F-4972-97F4-DA6DBC11B8E7}"/>
              </a:ext>
            </a:extLst>
          </p:cNvPr>
          <p:cNvSpPr txBox="1"/>
          <p:nvPr/>
        </p:nvSpPr>
        <p:spPr>
          <a:xfrm>
            <a:off x="8478442" y="2716521"/>
            <a:ext cx="1336158" cy="260139"/>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Runtime errors</a:t>
            </a:r>
          </a:p>
        </p:txBody>
      </p:sp>
      <p:sp>
        <p:nvSpPr>
          <p:cNvPr id="50" name="Rectangle 49">
            <a:extLst>
              <a:ext uri="{FF2B5EF4-FFF2-40B4-BE49-F238E27FC236}">
                <a16:creationId xmlns:a16="http://schemas.microsoft.com/office/drawing/2014/main" id="{1D003580-4F54-4F2F-93F3-E449C8D0F5B1}"/>
              </a:ext>
            </a:extLst>
          </p:cNvPr>
          <p:cNvSpPr/>
          <p:nvPr/>
        </p:nvSpPr>
        <p:spPr>
          <a:xfrm>
            <a:off x="6526605" y="1726191"/>
            <a:ext cx="1158948" cy="707487"/>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Debugger</a:t>
            </a:r>
          </a:p>
        </p:txBody>
      </p:sp>
      <p:cxnSp>
        <p:nvCxnSpPr>
          <p:cNvPr id="52" name="Straight Arrow Connector 51">
            <a:extLst>
              <a:ext uri="{FF2B5EF4-FFF2-40B4-BE49-F238E27FC236}">
                <a16:creationId xmlns:a16="http://schemas.microsoft.com/office/drawing/2014/main" id="{5F29A35C-D730-4A92-9AFC-E0C4DC918D3E}"/>
              </a:ext>
            </a:extLst>
          </p:cNvPr>
          <p:cNvCxnSpPr>
            <a:cxnSpLocks/>
          </p:cNvCxnSpPr>
          <p:nvPr/>
        </p:nvCxnSpPr>
        <p:spPr>
          <a:xfrm>
            <a:off x="7089873" y="2433679"/>
            <a:ext cx="0" cy="54298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0768D6F5-9772-4111-9046-E729404E9CBB}"/>
              </a:ext>
            </a:extLst>
          </p:cNvPr>
          <p:cNvSpPr txBox="1"/>
          <p:nvPr/>
        </p:nvSpPr>
        <p:spPr>
          <a:xfrm>
            <a:off x="3581618" y="4315023"/>
            <a:ext cx="1303782" cy="295766"/>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a:latin typeface="+mn-lt"/>
              </a:rPr>
              <a:t>Source code</a:t>
            </a:r>
          </a:p>
        </p:txBody>
      </p:sp>
      <p:sp>
        <p:nvSpPr>
          <p:cNvPr id="11" name="TextBox 10">
            <a:extLst>
              <a:ext uri="{FF2B5EF4-FFF2-40B4-BE49-F238E27FC236}">
                <a16:creationId xmlns:a16="http://schemas.microsoft.com/office/drawing/2014/main" id="{C1999B99-CE45-442E-A8AC-046011DF3A94}"/>
              </a:ext>
            </a:extLst>
          </p:cNvPr>
          <p:cNvSpPr txBox="1"/>
          <p:nvPr/>
        </p:nvSpPr>
        <p:spPr>
          <a:xfrm>
            <a:off x="6679252" y="4380830"/>
            <a:ext cx="2284729" cy="324413"/>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a:latin typeface="+mn-lt"/>
              </a:rPr>
              <a:t>Binary/machine code</a:t>
            </a:r>
          </a:p>
        </p:txBody>
      </p:sp>
      <p:cxnSp>
        <p:nvCxnSpPr>
          <p:cNvPr id="18" name="Connector: Elbow 17">
            <a:extLst>
              <a:ext uri="{FF2B5EF4-FFF2-40B4-BE49-F238E27FC236}">
                <a16:creationId xmlns:a16="http://schemas.microsoft.com/office/drawing/2014/main" id="{46A87E1D-4F8C-4E11-975B-657529680349}"/>
              </a:ext>
            </a:extLst>
          </p:cNvPr>
          <p:cNvCxnSpPr>
            <a:cxnSpLocks/>
            <a:stCxn id="8" idx="0"/>
            <a:endCxn id="12" idx="0"/>
          </p:cNvCxnSpPr>
          <p:nvPr/>
        </p:nvCxnSpPr>
        <p:spPr>
          <a:xfrm rot="16200000" flipV="1">
            <a:off x="4177962" y="2712966"/>
            <a:ext cx="32867" cy="3175863"/>
          </a:xfrm>
          <a:prstGeom prst="bentConnector3">
            <a:avLst>
              <a:gd name="adj1" fmla="val 1867807"/>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62732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AD8CD-1570-4B28-B80D-BB6AD64E9A88}"/>
              </a:ext>
            </a:extLst>
          </p:cNvPr>
          <p:cNvSpPr>
            <a:spLocks noGrp="1"/>
          </p:cNvSpPr>
          <p:nvPr>
            <p:ph type="title"/>
          </p:nvPr>
        </p:nvSpPr>
        <p:spPr/>
        <p:txBody>
          <a:bodyPr/>
          <a:lstStyle/>
          <a:p>
            <a:r>
              <a:rPr lang="en-US"/>
              <a:t>Introduction</a:t>
            </a:r>
          </a:p>
        </p:txBody>
      </p:sp>
      <p:sp>
        <p:nvSpPr>
          <p:cNvPr id="3" name="Slide Number Placeholder 2">
            <a:extLst>
              <a:ext uri="{FF2B5EF4-FFF2-40B4-BE49-F238E27FC236}">
                <a16:creationId xmlns:a16="http://schemas.microsoft.com/office/drawing/2014/main" id="{6330E805-7798-4BE7-9810-41033C90E59A}"/>
              </a:ext>
            </a:extLst>
          </p:cNvPr>
          <p:cNvSpPr>
            <a:spLocks noGrp="1"/>
          </p:cNvSpPr>
          <p:nvPr>
            <p:ph type="sldNum" sz="quarter" idx="11"/>
          </p:nvPr>
        </p:nvSpPr>
        <p:spPr/>
        <p:txBody>
          <a:bodyPr/>
          <a:lstStyle/>
          <a:p>
            <a:fld id="{E16BA917-7F09-4B8D-AF07-F52890C14046}" type="slidenum">
              <a:rPr lang="da-DK" smtClean="0"/>
              <a:pPr/>
              <a:t>6</a:t>
            </a:fld>
            <a:endParaRPr lang="da-DK"/>
          </a:p>
        </p:txBody>
      </p:sp>
      <p:sp>
        <p:nvSpPr>
          <p:cNvPr id="4" name="Text Placeholder 3">
            <a:extLst>
              <a:ext uri="{FF2B5EF4-FFF2-40B4-BE49-F238E27FC236}">
                <a16:creationId xmlns:a16="http://schemas.microsoft.com/office/drawing/2014/main" id="{93413D34-5126-4BF6-B11C-D999C7BF183F}"/>
              </a:ext>
            </a:extLst>
          </p:cNvPr>
          <p:cNvSpPr>
            <a:spLocks noGrp="1"/>
          </p:cNvSpPr>
          <p:nvPr>
            <p:ph type="body" sz="quarter" idx="17"/>
          </p:nvPr>
        </p:nvSpPr>
        <p:spPr/>
        <p:txBody>
          <a:bodyPr/>
          <a:lstStyle/>
          <a:p>
            <a:pPr marL="0" indent="0" defTabSz="179388">
              <a:buClr>
                <a:srgbClr val="00DEE6"/>
              </a:buClr>
              <a:buFont typeface="Arial" panose="020B0604020202020204" pitchFamily="34" charset="0"/>
              <a:buNone/>
            </a:pPr>
            <a:r>
              <a:rPr lang="en-US">
                <a:latin typeface="+mn-lt"/>
              </a:rPr>
              <a:t>Creating a C# program</a:t>
            </a:r>
          </a:p>
        </p:txBody>
      </p:sp>
      <p:sp>
        <p:nvSpPr>
          <p:cNvPr id="15" name="Rectangle 14">
            <a:extLst>
              <a:ext uri="{FF2B5EF4-FFF2-40B4-BE49-F238E27FC236}">
                <a16:creationId xmlns:a16="http://schemas.microsoft.com/office/drawing/2014/main" id="{A5651AAD-B409-4B98-8655-87611B0CE3B0}"/>
              </a:ext>
            </a:extLst>
          </p:cNvPr>
          <p:cNvSpPr/>
          <p:nvPr/>
        </p:nvSpPr>
        <p:spPr>
          <a:xfrm>
            <a:off x="649138" y="2957837"/>
            <a:ext cx="1182483" cy="914400"/>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 Developer</a:t>
            </a:r>
          </a:p>
        </p:txBody>
      </p:sp>
      <p:sp>
        <p:nvSpPr>
          <p:cNvPr id="16" name="Rectangle 15">
            <a:extLst>
              <a:ext uri="{FF2B5EF4-FFF2-40B4-BE49-F238E27FC236}">
                <a16:creationId xmlns:a16="http://schemas.microsoft.com/office/drawing/2014/main" id="{55C84C92-B697-45F9-9D01-76FCB492A22F}"/>
              </a:ext>
            </a:extLst>
          </p:cNvPr>
          <p:cNvSpPr/>
          <p:nvPr/>
        </p:nvSpPr>
        <p:spPr>
          <a:xfrm>
            <a:off x="3638564" y="2951672"/>
            <a:ext cx="1307610" cy="914400"/>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 Compiler</a:t>
            </a:r>
          </a:p>
        </p:txBody>
      </p:sp>
      <p:sp>
        <p:nvSpPr>
          <p:cNvPr id="6" name="Rectangle 5">
            <a:extLst>
              <a:ext uri="{FF2B5EF4-FFF2-40B4-BE49-F238E27FC236}">
                <a16:creationId xmlns:a16="http://schemas.microsoft.com/office/drawing/2014/main" id="{09DF38F5-56BD-4362-B5A5-C193C1CE69DE}"/>
              </a:ext>
            </a:extLst>
          </p:cNvPr>
          <p:cNvSpPr/>
          <p:nvPr/>
        </p:nvSpPr>
        <p:spPr>
          <a:xfrm>
            <a:off x="7759713" y="2941599"/>
            <a:ext cx="1992802" cy="873272"/>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CLR (common </a:t>
            </a:r>
          </a:p>
          <a:p>
            <a:pPr algn="ctr"/>
            <a:r>
              <a:rPr lang="en-US" sz="1600">
                <a:solidFill>
                  <a:schemeClr val="tx1"/>
                </a:solidFill>
              </a:rPr>
              <a:t>language runtime),</a:t>
            </a:r>
            <a:br>
              <a:rPr lang="en-US" sz="1600">
                <a:solidFill>
                  <a:schemeClr val="tx1"/>
                </a:solidFill>
              </a:rPr>
            </a:br>
            <a:r>
              <a:rPr lang="en-US" sz="1600">
                <a:solidFill>
                  <a:schemeClr val="tx1"/>
                </a:solidFill>
              </a:rPr>
              <a:t> JIT compiler</a:t>
            </a:r>
          </a:p>
        </p:txBody>
      </p:sp>
      <p:sp>
        <p:nvSpPr>
          <p:cNvPr id="27" name="Arrow: Down 26">
            <a:extLst>
              <a:ext uri="{FF2B5EF4-FFF2-40B4-BE49-F238E27FC236}">
                <a16:creationId xmlns:a16="http://schemas.microsoft.com/office/drawing/2014/main" id="{4558702C-B06E-4207-8A07-8A6E59225EA3}"/>
              </a:ext>
            </a:extLst>
          </p:cNvPr>
          <p:cNvSpPr/>
          <p:nvPr/>
        </p:nvSpPr>
        <p:spPr>
          <a:xfrm rot="16200000">
            <a:off x="2608577" y="2468749"/>
            <a:ext cx="234403" cy="1810320"/>
          </a:xfrm>
          <a:prstGeom prst="downArrow">
            <a:avLst/>
          </a:prstGeom>
          <a:solidFill>
            <a:schemeClr val="tx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pic>
        <p:nvPicPr>
          <p:cNvPr id="24" name="Picture 23">
            <a:extLst>
              <a:ext uri="{FF2B5EF4-FFF2-40B4-BE49-F238E27FC236}">
                <a16:creationId xmlns:a16="http://schemas.microsoft.com/office/drawing/2014/main" id="{37931222-B88B-4C7E-994C-CDC4EEFF3EF6}"/>
              </a:ext>
            </a:extLst>
          </p:cNvPr>
          <p:cNvPicPr>
            <a:picLocks noChangeAspect="1"/>
          </p:cNvPicPr>
          <p:nvPr/>
        </p:nvPicPr>
        <p:blipFill>
          <a:blip r:embed="rId3"/>
          <a:stretch>
            <a:fillRect/>
          </a:stretch>
        </p:blipFill>
        <p:spPr>
          <a:xfrm>
            <a:off x="1187607" y="1924388"/>
            <a:ext cx="3104762" cy="933333"/>
          </a:xfrm>
          <a:prstGeom prst="rect">
            <a:avLst/>
          </a:prstGeom>
        </p:spPr>
      </p:pic>
      <p:pic>
        <p:nvPicPr>
          <p:cNvPr id="36" name="Picture 35">
            <a:extLst>
              <a:ext uri="{FF2B5EF4-FFF2-40B4-BE49-F238E27FC236}">
                <a16:creationId xmlns:a16="http://schemas.microsoft.com/office/drawing/2014/main" id="{449A0BAB-748B-42CF-88DA-1DC07304CA5E}"/>
              </a:ext>
            </a:extLst>
          </p:cNvPr>
          <p:cNvPicPr>
            <a:picLocks noChangeAspect="1"/>
          </p:cNvPicPr>
          <p:nvPr/>
        </p:nvPicPr>
        <p:blipFill>
          <a:blip r:embed="rId4"/>
          <a:stretch>
            <a:fillRect/>
          </a:stretch>
        </p:blipFill>
        <p:spPr>
          <a:xfrm>
            <a:off x="4458404" y="4364383"/>
            <a:ext cx="4923081" cy="1990476"/>
          </a:xfrm>
          <a:prstGeom prst="rect">
            <a:avLst/>
          </a:prstGeom>
        </p:spPr>
      </p:pic>
      <p:sp>
        <p:nvSpPr>
          <p:cNvPr id="38" name="Arrow: Down 37">
            <a:extLst>
              <a:ext uri="{FF2B5EF4-FFF2-40B4-BE49-F238E27FC236}">
                <a16:creationId xmlns:a16="http://schemas.microsoft.com/office/drawing/2014/main" id="{014E07F8-22B6-4738-B442-056DC8E7E48E}"/>
              </a:ext>
            </a:extLst>
          </p:cNvPr>
          <p:cNvSpPr/>
          <p:nvPr/>
        </p:nvSpPr>
        <p:spPr>
          <a:xfrm rot="16200000">
            <a:off x="6220488" y="1964018"/>
            <a:ext cx="264911" cy="2813539"/>
          </a:xfrm>
          <a:prstGeom prst="downArrow">
            <a:avLst/>
          </a:prstGeom>
          <a:solidFill>
            <a:schemeClr val="tx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40" name="TextBox 39">
            <a:extLst>
              <a:ext uri="{FF2B5EF4-FFF2-40B4-BE49-F238E27FC236}">
                <a16:creationId xmlns:a16="http://schemas.microsoft.com/office/drawing/2014/main" id="{11E0672B-0A2A-4CAF-8A05-F7B8787DFEF8}"/>
              </a:ext>
            </a:extLst>
          </p:cNvPr>
          <p:cNvSpPr txBox="1"/>
          <p:nvPr/>
        </p:nvSpPr>
        <p:spPr>
          <a:xfrm>
            <a:off x="1884602" y="2957837"/>
            <a:ext cx="1569931" cy="280495"/>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a:latin typeface="+mn-lt"/>
              </a:rPr>
              <a:t>C# source code</a:t>
            </a:r>
          </a:p>
        </p:txBody>
      </p:sp>
      <p:sp>
        <p:nvSpPr>
          <p:cNvPr id="41" name="TextBox 40">
            <a:extLst>
              <a:ext uri="{FF2B5EF4-FFF2-40B4-BE49-F238E27FC236}">
                <a16:creationId xmlns:a16="http://schemas.microsoft.com/office/drawing/2014/main" id="{6A574FE9-BE5C-470E-B543-F0B71173BB18}"/>
              </a:ext>
            </a:extLst>
          </p:cNvPr>
          <p:cNvSpPr txBox="1"/>
          <p:nvPr/>
        </p:nvSpPr>
        <p:spPr>
          <a:xfrm>
            <a:off x="5156055" y="3491111"/>
            <a:ext cx="2484132" cy="873272"/>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a:latin typeface="+mn-lt"/>
              </a:rPr>
              <a:t>CIL (common </a:t>
            </a:r>
            <a:br>
              <a:rPr lang="en-US">
                <a:latin typeface="+mn-lt"/>
              </a:rPr>
            </a:br>
            <a:r>
              <a:rPr lang="en-US">
                <a:latin typeface="+mn-lt"/>
              </a:rPr>
              <a:t>intermediate language).</a:t>
            </a:r>
            <a:br>
              <a:rPr lang="en-US">
                <a:latin typeface="+mn-lt"/>
              </a:rPr>
            </a:br>
            <a:r>
              <a:rPr lang="en-US">
                <a:latin typeface="+mn-lt"/>
              </a:rPr>
              <a:t>An assembly</a:t>
            </a:r>
          </a:p>
        </p:txBody>
      </p:sp>
      <p:sp>
        <p:nvSpPr>
          <p:cNvPr id="42" name="TextBox 41">
            <a:extLst>
              <a:ext uri="{FF2B5EF4-FFF2-40B4-BE49-F238E27FC236}">
                <a16:creationId xmlns:a16="http://schemas.microsoft.com/office/drawing/2014/main" id="{13BBD63D-5C49-4960-9BE3-A1D53605AD9F}"/>
              </a:ext>
            </a:extLst>
          </p:cNvPr>
          <p:cNvSpPr txBox="1"/>
          <p:nvPr/>
        </p:nvSpPr>
        <p:spPr>
          <a:xfrm>
            <a:off x="9872041" y="2979327"/>
            <a:ext cx="1453184" cy="324413"/>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a:latin typeface="+mn-lt"/>
              </a:rPr>
              <a:t>Machine code</a:t>
            </a:r>
          </a:p>
        </p:txBody>
      </p:sp>
      <p:sp>
        <p:nvSpPr>
          <p:cNvPr id="43" name="Arrow: Down 42">
            <a:extLst>
              <a:ext uri="{FF2B5EF4-FFF2-40B4-BE49-F238E27FC236}">
                <a16:creationId xmlns:a16="http://schemas.microsoft.com/office/drawing/2014/main" id="{6F2D22A0-8DC0-4CDD-B78E-1B51F61CA37E}"/>
              </a:ext>
            </a:extLst>
          </p:cNvPr>
          <p:cNvSpPr/>
          <p:nvPr/>
        </p:nvSpPr>
        <p:spPr>
          <a:xfrm rot="16200000">
            <a:off x="10534407" y="2474815"/>
            <a:ext cx="246535" cy="1810320"/>
          </a:xfrm>
          <a:prstGeom prst="downArrow">
            <a:avLst/>
          </a:prstGeom>
          <a:solidFill>
            <a:schemeClr val="tx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pic>
        <p:nvPicPr>
          <p:cNvPr id="45" name="Picture 44" descr="A picture containing text&#10;&#10;Description automatically generated">
            <a:extLst>
              <a:ext uri="{FF2B5EF4-FFF2-40B4-BE49-F238E27FC236}">
                <a16:creationId xmlns:a16="http://schemas.microsoft.com/office/drawing/2014/main" id="{DE9BDC4E-8E83-4A8B-A8E0-C750612278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1270" y="1600925"/>
            <a:ext cx="2092808" cy="1275382"/>
          </a:xfrm>
          <a:prstGeom prst="rect">
            <a:avLst/>
          </a:prstGeom>
        </p:spPr>
      </p:pic>
    </p:spTree>
    <p:extLst>
      <p:ext uri="{BB962C8B-B14F-4D97-AF65-F5344CB8AC3E}">
        <p14:creationId xmlns:p14="http://schemas.microsoft.com/office/powerpoint/2010/main" val="2267218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A7DF-C8B9-4184-B275-5AE1E562951B}"/>
              </a:ext>
            </a:extLst>
          </p:cNvPr>
          <p:cNvSpPr>
            <a:spLocks noGrp="1"/>
          </p:cNvSpPr>
          <p:nvPr>
            <p:ph type="title"/>
          </p:nvPr>
        </p:nvSpPr>
        <p:spPr/>
        <p:txBody>
          <a:bodyPr/>
          <a:lstStyle/>
          <a:p>
            <a:r>
              <a:rPr lang="en-US"/>
              <a:t>Introduction</a:t>
            </a:r>
          </a:p>
        </p:txBody>
      </p:sp>
      <p:sp>
        <p:nvSpPr>
          <p:cNvPr id="3" name="Slide Number Placeholder 2">
            <a:extLst>
              <a:ext uri="{FF2B5EF4-FFF2-40B4-BE49-F238E27FC236}">
                <a16:creationId xmlns:a16="http://schemas.microsoft.com/office/drawing/2014/main" id="{40C750A5-C4A4-41AE-A12C-6B44C15CE467}"/>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4" name="Text Placeholder 3">
            <a:extLst>
              <a:ext uri="{FF2B5EF4-FFF2-40B4-BE49-F238E27FC236}">
                <a16:creationId xmlns:a16="http://schemas.microsoft.com/office/drawing/2014/main" id="{7F1E8ED0-27BD-42B9-912F-0C6F8427ABC7}"/>
              </a:ext>
            </a:extLst>
          </p:cNvPr>
          <p:cNvSpPr>
            <a:spLocks noGrp="1"/>
          </p:cNvSpPr>
          <p:nvPr>
            <p:ph type="body" sz="quarter" idx="17"/>
          </p:nvPr>
        </p:nvSpPr>
        <p:spPr/>
        <p:txBody>
          <a:bodyPr/>
          <a:lstStyle/>
          <a:p>
            <a:r>
              <a:rPr lang="en-US" err="1"/>
              <a:t>.Net</a:t>
            </a:r>
            <a:r>
              <a:rPr lang="en-US"/>
              <a:t> Development platform</a:t>
            </a:r>
          </a:p>
        </p:txBody>
      </p:sp>
      <p:sp>
        <p:nvSpPr>
          <p:cNvPr id="8" name="TextBox 7">
            <a:extLst>
              <a:ext uri="{FF2B5EF4-FFF2-40B4-BE49-F238E27FC236}">
                <a16:creationId xmlns:a16="http://schemas.microsoft.com/office/drawing/2014/main" id="{181100A5-E1E0-46E8-9765-914975E99E63}"/>
              </a:ext>
            </a:extLst>
          </p:cNvPr>
          <p:cNvSpPr txBox="1"/>
          <p:nvPr/>
        </p:nvSpPr>
        <p:spPr>
          <a:xfrm>
            <a:off x="649140" y="2046498"/>
            <a:ext cx="9209236" cy="3952875"/>
          </a:xfrm>
          <a:prstGeom prst="rect">
            <a:avLst/>
          </a:prstGeom>
          <a:noFill/>
        </p:spPr>
        <p:txBody>
          <a:bodyPr wrap="none" lIns="0" tIns="0" rIns="0" bIns="0" rtlCol="0">
            <a:noAutofit/>
          </a:bodyPr>
          <a:lstStyle/>
          <a:p>
            <a:pPr defTabSz="179388">
              <a:buClr>
                <a:srgbClr val="00DEE6"/>
              </a:buClr>
            </a:pPr>
            <a:endParaRPr lang="en-US" sz="2000">
              <a:latin typeface="+mn-lt"/>
            </a:endParaRPr>
          </a:p>
        </p:txBody>
      </p:sp>
      <p:pic>
        <p:nvPicPr>
          <p:cNvPr id="6" name="Picture 5" descr="Graphical user interface, chart, treemap chart&#10;&#10;Description automatically generated">
            <a:extLst>
              <a:ext uri="{FF2B5EF4-FFF2-40B4-BE49-F238E27FC236}">
                <a16:creationId xmlns:a16="http://schemas.microsoft.com/office/drawing/2014/main" id="{93CB76C7-0C7E-4517-8E15-4E9868373A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001" y="2113174"/>
            <a:ext cx="8957597" cy="3867150"/>
          </a:xfrm>
          <a:prstGeom prst="rect">
            <a:avLst/>
          </a:prstGeom>
        </p:spPr>
      </p:pic>
      <p:sp>
        <p:nvSpPr>
          <p:cNvPr id="9" name="Right Brace 8">
            <a:extLst>
              <a:ext uri="{FF2B5EF4-FFF2-40B4-BE49-F238E27FC236}">
                <a16:creationId xmlns:a16="http://schemas.microsoft.com/office/drawing/2014/main" id="{1C182226-88F6-4348-855B-F9D23D746AA9}"/>
              </a:ext>
            </a:extLst>
          </p:cNvPr>
          <p:cNvSpPr/>
          <p:nvPr/>
        </p:nvSpPr>
        <p:spPr>
          <a:xfrm>
            <a:off x="9647206" y="2240915"/>
            <a:ext cx="251639" cy="1656222"/>
          </a:xfrm>
          <a:prstGeom prst="righ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ight Brace 9">
            <a:extLst>
              <a:ext uri="{FF2B5EF4-FFF2-40B4-BE49-F238E27FC236}">
                <a16:creationId xmlns:a16="http://schemas.microsoft.com/office/drawing/2014/main" id="{FBA00335-8C44-410E-8DAC-9156465C21D5}"/>
              </a:ext>
            </a:extLst>
          </p:cNvPr>
          <p:cNvSpPr/>
          <p:nvPr/>
        </p:nvSpPr>
        <p:spPr>
          <a:xfrm>
            <a:off x="9629597" y="4049699"/>
            <a:ext cx="251639" cy="784001"/>
          </a:xfrm>
          <a:prstGeom prst="righ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ight Brace 10">
            <a:extLst>
              <a:ext uri="{FF2B5EF4-FFF2-40B4-BE49-F238E27FC236}">
                <a16:creationId xmlns:a16="http://schemas.microsoft.com/office/drawing/2014/main" id="{CFC878B0-D226-461B-A1BD-585FE10B461D}"/>
              </a:ext>
            </a:extLst>
          </p:cNvPr>
          <p:cNvSpPr/>
          <p:nvPr/>
        </p:nvSpPr>
        <p:spPr>
          <a:xfrm>
            <a:off x="9647206" y="4950380"/>
            <a:ext cx="251638" cy="937393"/>
          </a:xfrm>
          <a:prstGeom prst="righ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74DC0FE-0A08-4029-855D-452E13F549CE}"/>
              </a:ext>
            </a:extLst>
          </p:cNvPr>
          <p:cNvSpPr txBox="1"/>
          <p:nvPr/>
        </p:nvSpPr>
        <p:spPr>
          <a:xfrm>
            <a:off x="9898845" y="2581180"/>
            <a:ext cx="1662643" cy="792081"/>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sz="1600">
                <a:latin typeface="+mn-lt"/>
              </a:rPr>
              <a:t>Runtimes and </a:t>
            </a:r>
            <a:br>
              <a:rPr lang="en-US" sz="1600">
                <a:latin typeface="+mn-lt"/>
              </a:rPr>
            </a:br>
            <a:r>
              <a:rPr lang="en-US" sz="1600">
                <a:latin typeface="+mn-lt"/>
              </a:rPr>
              <a:t>frameworks for </a:t>
            </a:r>
            <a:br>
              <a:rPr lang="en-US" sz="1600">
                <a:latin typeface="+mn-lt"/>
              </a:rPr>
            </a:br>
            <a:r>
              <a:rPr lang="en-US" sz="1600">
                <a:latin typeface="+mn-lt"/>
              </a:rPr>
              <a:t>different platforms</a:t>
            </a:r>
          </a:p>
        </p:txBody>
      </p:sp>
      <p:sp>
        <p:nvSpPr>
          <p:cNvPr id="13" name="TextBox 12">
            <a:extLst>
              <a:ext uri="{FF2B5EF4-FFF2-40B4-BE49-F238E27FC236}">
                <a16:creationId xmlns:a16="http://schemas.microsoft.com/office/drawing/2014/main" id="{391A1E4F-7692-4F41-8596-84A3BC97D909}"/>
              </a:ext>
            </a:extLst>
          </p:cNvPr>
          <p:cNvSpPr txBox="1"/>
          <p:nvPr/>
        </p:nvSpPr>
        <p:spPr>
          <a:xfrm>
            <a:off x="9881237" y="4070756"/>
            <a:ext cx="1971674" cy="735681"/>
          </a:xfrm>
          <a:prstGeom prst="rect">
            <a:avLst/>
          </a:prstGeom>
          <a:noFill/>
        </p:spPr>
        <p:txBody>
          <a:bodyPr wrap="none" lIns="0" tIns="0" rIns="0" bIns="0" rtlCol="0" anchor="t">
            <a:noAutofit/>
          </a:bodyPr>
          <a:lstStyle/>
          <a:p>
            <a:pPr marL="0" indent="0" algn="l" defTabSz="179388">
              <a:buClr>
                <a:srgbClr val="00DEE6"/>
              </a:buClr>
              <a:buFont typeface="Arial" panose="020B0604020202020204" pitchFamily="34" charset="0"/>
              <a:buNone/>
            </a:pPr>
            <a:r>
              <a:rPr lang="en-US" sz="1600">
                <a:latin typeface="+mn-lt"/>
                <a:ea typeface="ＭＳ Ｐゴシック"/>
              </a:rPr>
              <a:t>A set of APIs that </a:t>
            </a:r>
            <a:br>
              <a:rPr lang="en-US" sz="1600">
                <a:latin typeface="+mn-lt"/>
              </a:rPr>
            </a:br>
            <a:r>
              <a:rPr lang="en-US" sz="1600">
                <a:latin typeface="+mn-lt"/>
                <a:ea typeface="ＭＳ Ｐゴシック"/>
              </a:rPr>
              <a:t>all .NET runtimes</a:t>
            </a:r>
            <a:br>
              <a:rPr lang="en-US" sz="1600">
                <a:latin typeface="+mn-lt"/>
              </a:rPr>
            </a:br>
            <a:r>
              <a:rPr lang="en-US" sz="1600">
                <a:latin typeface="+mn-lt"/>
                <a:ea typeface="ＭＳ Ｐゴシック"/>
              </a:rPr>
              <a:t>must implement</a:t>
            </a:r>
          </a:p>
        </p:txBody>
      </p:sp>
      <p:sp>
        <p:nvSpPr>
          <p:cNvPr id="14" name="TextBox 13">
            <a:extLst>
              <a:ext uri="{FF2B5EF4-FFF2-40B4-BE49-F238E27FC236}">
                <a16:creationId xmlns:a16="http://schemas.microsoft.com/office/drawing/2014/main" id="{6F483E1A-50AB-48EC-BE4F-88F264146219}"/>
              </a:ext>
            </a:extLst>
          </p:cNvPr>
          <p:cNvSpPr txBox="1"/>
          <p:nvPr/>
        </p:nvSpPr>
        <p:spPr>
          <a:xfrm>
            <a:off x="9916455" y="5114279"/>
            <a:ext cx="1666875" cy="698570"/>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sz="1600">
                <a:latin typeface="+mn-lt"/>
              </a:rPr>
              <a:t>Tools for compiling</a:t>
            </a:r>
            <a:br>
              <a:rPr lang="en-US" sz="1600">
                <a:latin typeface="+mn-lt"/>
              </a:rPr>
            </a:br>
            <a:r>
              <a:rPr lang="en-US" sz="1600">
                <a:latin typeface="+mn-lt"/>
              </a:rPr>
              <a:t>and running code</a:t>
            </a:r>
            <a:br>
              <a:rPr lang="en-US" sz="1600">
                <a:latin typeface="+mn-lt"/>
              </a:rPr>
            </a:br>
            <a:endParaRPr lang="en-US" sz="1600">
              <a:latin typeface="+mn-lt"/>
            </a:endParaRPr>
          </a:p>
        </p:txBody>
      </p:sp>
      <p:sp>
        <p:nvSpPr>
          <p:cNvPr id="15" name="TextBox 14">
            <a:extLst>
              <a:ext uri="{FF2B5EF4-FFF2-40B4-BE49-F238E27FC236}">
                <a16:creationId xmlns:a16="http://schemas.microsoft.com/office/drawing/2014/main" id="{64A55809-0A7F-45EE-BA6B-DB7EF5A2A0F5}"/>
              </a:ext>
            </a:extLst>
          </p:cNvPr>
          <p:cNvSpPr txBox="1"/>
          <p:nvPr/>
        </p:nvSpPr>
        <p:spPr>
          <a:xfrm>
            <a:off x="1351722" y="1817053"/>
            <a:ext cx="1334328" cy="262783"/>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sz="1600">
                <a:latin typeface="+mn-lt"/>
              </a:rPr>
              <a:t>Windows only</a:t>
            </a:r>
          </a:p>
        </p:txBody>
      </p:sp>
      <p:sp>
        <p:nvSpPr>
          <p:cNvPr id="16" name="TextBox 15">
            <a:extLst>
              <a:ext uri="{FF2B5EF4-FFF2-40B4-BE49-F238E27FC236}">
                <a16:creationId xmlns:a16="http://schemas.microsoft.com/office/drawing/2014/main" id="{29438D54-D244-468C-834C-F518287EDA21}"/>
              </a:ext>
            </a:extLst>
          </p:cNvPr>
          <p:cNvSpPr txBox="1"/>
          <p:nvPr/>
        </p:nvSpPr>
        <p:spPr>
          <a:xfrm>
            <a:off x="3962399" y="1845098"/>
            <a:ext cx="2228851" cy="287655"/>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sz="1600">
                <a:latin typeface="+mn-lt"/>
              </a:rPr>
              <a:t>Windows, Linux, MacOS</a:t>
            </a:r>
          </a:p>
        </p:txBody>
      </p:sp>
      <p:sp>
        <p:nvSpPr>
          <p:cNvPr id="17" name="TextBox 16">
            <a:extLst>
              <a:ext uri="{FF2B5EF4-FFF2-40B4-BE49-F238E27FC236}">
                <a16:creationId xmlns:a16="http://schemas.microsoft.com/office/drawing/2014/main" id="{1EF23483-9BB6-478E-B132-3B9BAAE92145}"/>
              </a:ext>
            </a:extLst>
          </p:cNvPr>
          <p:cNvSpPr txBox="1"/>
          <p:nvPr/>
        </p:nvSpPr>
        <p:spPr>
          <a:xfrm>
            <a:off x="7424738" y="1826177"/>
            <a:ext cx="1200150" cy="262783"/>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sz="1600">
                <a:latin typeface="+mn-lt"/>
              </a:rPr>
              <a:t>IOS, Android</a:t>
            </a:r>
          </a:p>
        </p:txBody>
      </p:sp>
    </p:spTree>
    <p:extLst>
      <p:ext uri="{BB962C8B-B14F-4D97-AF65-F5344CB8AC3E}">
        <p14:creationId xmlns:p14="http://schemas.microsoft.com/office/powerpoint/2010/main" val="3211337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2D799-1CF5-49A7-83AE-10EBF29B9944}"/>
              </a:ext>
            </a:extLst>
          </p:cNvPr>
          <p:cNvSpPr>
            <a:spLocks noGrp="1"/>
          </p:cNvSpPr>
          <p:nvPr>
            <p:ph type="title"/>
          </p:nvPr>
        </p:nvSpPr>
        <p:spPr/>
        <p:txBody>
          <a:bodyPr/>
          <a:lstStyle/>
          <a:p>
            <a:r>
              <a:rPr lang="en-US"/>
              <a:t>Introduction</a:t>
            </a:r>
          </a:p>
        </p:txBody>
      </p:sp>
      <p:sp>
        <p:nvSpPr>
          <p:cNvPr id="3" name="Slide Number Placeholder 2">
            <a:extLst>
              <a:ext uri="{FF2B5EF4-FFF2-40B4-BE49-F238E27FC236}">
                <a16:creationId xmlns:a16="http://schemas.microsoft.com/office/drawing/2014/main" id="{31DF9E9C-6E65-4BB1-A430-E3D07D2C27D4}"/>
              </a:ext>
            </a:extLst>
          </p:cNvPr>
          <p:cNvSpPr>
            <a:spLocks noGrp="1"/>
          </p:cNvSpPr>
          <p:nvPr>
            <p:ph type="sldNum" sz="quarter" idx="11"/>
          </p:nvPr>
        </p:nvSpPr>
        <p:spPr/>
        <p:txBody>
          <a:bodyPr/>
          <a:lstStyle/>
          <a:p>
            <a:fld id="{E16BA917-7F09-4B8D-AF07-F52890C14046}" type="slidenum">
              <a:rPr lang="da-DK" smtClean="0"/>
              <a:pPr/>
              <a:t>8</a:t>
            </a:fld>
            <a:endParaRPr lang="da-DK"/>
          </a:p>
        </p:txBody>
      </p:sp>
      <p:sp>
        <p:nvSpPr>
          <p:cNvPr id="4" name="Text Placeholder 3">
            <a:extLst>
              <a:ext uri="{FF2B5EF4-FFF2-40B4-BE49-F238E27FC236}">
                <a16:creationId xmlns:a16="http://schemas.microsoft.com/office/drawing/2014/main" id="{A02DEABB-4ED6-4552-952E-8C460D4DCB09}"/>
              </a:ext>
            </a:extLst>
          </p:cNvPr>
          <p:cNvSpPr>
            <a:spLocks noGrp="1"/>
          </p:cNvSpPr>
          <p:nvPr>
            <p:ph type="body" sz="quarter" idx="17"/>
          </p:nvPr>
        </p:nvSpPr>
        <p:spPr/>
        <p:txBody>
          <a:bodyPr/>
          <a:lstStyle/>
          <a:p>
            <a:r>
              <a:rPr lang="en-US" err="1"/>
              <a:t>.Net</a:t>
            </a:r>
            <a:r>
              <a:rPr lang="en-US"/>
              <a:t> Standard</a:t>
            </a:r>
          </a:p>
        </p:txBody>
      </p:sp>
      <p:pic>
        <p:nvPicPr>
          <p:cNvPr id="8" name="Picture 7" descr="Diagram&#10;&#10;Description automatically generated">
            <a:extLst>
              <a:ext uri="{FF2B5EF4-FFF2-40B4-BE49-F238E27FC236}">
                <a16:creationId xmlns:a16="http://schemas.microsoft.com/office/drawing/2014/main" id="{955820C5-C1BE-4180-AEFD-B8E214F832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9139" y="1589819"/>
            <a:ext cx="5091554" cy="2317562"/>
          </a:xfrm>
          <a:prstGeom prst="rect">
            <a:avLst/>
          </a:prstGeom>
        </p:spPr>
      </p:pic>
      <p:sp>
        <p:nvSpPr>
          <p:cNvPr id="10" name="TextBox 9">
            <a:extLst>
              <a:ext uri="{FF2B5EF4-FFF2-40B4-BE49-F238E27FC236}">
                <a16:creationId xmlns:a16="http://schemas.microsoft.com/office/drawing/2014/main" id="{7EF9E92F-F2FF-467C-8651-E3824FCB05B0}"/>
              </a:ext>
            </a:extLst>
          </p:cNvPr>
          <p:cNvSpPr txBox="1"/>
          <p:nvPr/>
        </p:nvSpPr>
        <p:spPr>
          <a:xfrm>
            <a:off x="672002" y="5054613"/>
            <a:ext cx="3985724" cy="366183"/>
          </a:xfrm>
          <a:prstGeom prst="rect">
            <a:avLst/>
          </a:prstGeom>
          <a:noFill/>
        </p:spPr>
        <p:txBody>
          <a:bodyPr wrap="none" lIns="0" tIns="0" rIns="0" bIns="0" rtlCol="0" anchor="t">
            <a:noAutofit/>
          </a:bodyPr>
          <a:lstStyle/>
          <a:p>
            <a:pPr marL="0" indent="0" algn="l" defTabSz="179388">
              <a:buClr>
                <a:srgbClr val="00DEE6"/>
              </a:buClr>
              <a:buFont typeface="Arial" panose="020B0604020202020204" pitchFamily="34" charset="0"/>
              <a:buNone/>
            </a:pPr>
            <a:r>
              <a:rPr lang="en-US">
                <a:latin typeface="+mn-lt"/>
                <a:ea typeface="ＭＳ Ｐゴシック"/>
                <a:hlinkClick r:id="rId4"/>
              </a:rPr>
              <a:t>.NET Standard implementation support</a:t>
            </a:r>
            <a:endParaRPr lang="en-US">
              <a:latin typeface="+mn-lt"/>
              <a:ea typeface="ＭＳ Ｐゴシック"/>
            </a:endParaRPr>
          </a:p>
        </p:txBody>
      </p:sp>
      <p:pic>
        <p:nvPicPr>
          <p:cNvPr id="12" name="Picture 11">
            <a:extLst>
              <a:ext uri="{FF2B5EF4-FFF2-40B4-BE49-F238E27FC236}">
                <a16:creationId xmlns:a16="http://schemas.microsoft.com/office/drawing/2014/main" id="{8F6DA417-CB33-4E5B-83CD-CBF4918DF09C}"/>
              </a:ext>
            </a:extLst>
          </p:cNvPr>
          <p:cNvPicPr>
            <a:picLocks noChangeAspect="1"/>
          </p:cNvPicPr>
          <p:nvPr/>
        </p:nvPicPr>
        <p:blipFill>
          <a:blip r:embed="rId5"/>
          <a:stretch>
            <a:fillRect/>
          </a:stretch>
        </p:blipFill>
        <p:spPr>
          <a:xfrm>
            <a:off x="5312068" y="3550923"/>
            <a:ext cx="5940626" cy="2602252"/>
          </a:xfrm>
          <a:prstGeom prst="rect">
            <a:avLst/>
          </a:prstGeom>
        </p:spPr>
      </p:pic>
    </p:spTree>
    <p:extLst>
      <p:ext uri="{BB962C8B-B14F-4D97-AF65-F5344CB8AC3E}">
        <p14:creationId xmlns:p14="http://schemas.microsoft.com/office/powerpoint/2010/main" val="3257262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9E03-64A0-4CFD-8BA8-4F95F6D57FBB}"/>
              </a:ext>
            </a:extLst>
          </p:cNvPr>
          <p:cNvSpPr>
            <a:spLocks noGrp="1"/>
          </p:cNvSpPr>
          <p:nvPr>
            <p:ph type="title"/>
          </p:nvPr>
        </p:nvSpPr>
        <p:spPr/>
        <p:txBody>
          <a:bodyPr/>
          <a:lstStyle/>
          <a:p>
            <a:r>
              <a:rPr lang="en-US"/>
              <a:t>Visual studio </a:t>
            </a:r>
          </a:p>
        </p:txBody>
      </p:sp>
      <p:sp>
        <p:nvSpPr>
          <p:cNvPr id="3" name="Slide Number Placeholder 2">
            <a:extLst>
              <a:ext uri="{FF2B5EF4-FFF2-40B4-BE49-F238E27FC236}">
                <a16:creationId xmlns:a16="http://schemas.microsoft.com/office/drawing/2014/main" id="{6AE04742-8F18-490B-AFF2-DD493C110127}"/>
              </a:ext>
            </a:extLst>
          </p:cNvPr>
          <p:cNvSpPr>
            <a:spLocks noGrp="1"/>
          </p:cNvSpPr>
          <p:nvPr>
            <p:ph type="sldNum" sz="quarter" idx="11"/>
          </p:nvPr>
        </p:nvSpPr>
        <p:spPr/>
        <p:txBody>
          <a:bodyPr/>
          <a:lstStyle/>
          <a:p>
            <a:fld id="{E16BA917-7F09-4B8D-AF07-F52890C14046}" type="slidenum">
              <a:rPr lang="da-DK" smtClean="0"/>
              <a:pPr/>
              <a:t>9</a:t>
            </a:fld>
            <a:endParaRPr lang="da-DK"/>
          </a:p>
        </p:txBody>
      </p:sp>
      <p:sp>
        <p:nvSpPr>
          <p:cNvPr id="4" name="Text Placeholder 3">
            <a:extLst>
              <a:ext uri="{FF2B5EF4-FFF2-40B4-BE49-F238E27FC236}">
                <a16:creationId xmlns:a16="http://schemas.microsoft.com/office/drawing/2014/main" id="{ADADB590-8141-4AF0-98BF-B8E849E4BE99}"/>
              </a:ext>
            </a:extLst>
          </p:cNvPr>
          <p:cNvSpPr>
            <a:spLocks noGrp="1"/>
          </p:cNvSpPr>
          <p:nvPr>
            <p:ph type="body" sz="quarter" idx="17"/>
          </p:nvPr>
        </p:nvSpPr>
        <p:spPr/>
        <p:txBody>
          <a:bodyPr/>
          <a:lstStyle/>
          <a:p>
            <a:r>
              <a:rPr lang="en-US"/>
              <a:t>VIEW -&gt; Start Page</a:t>
            </a:r>
          </a:p>
        </p:txBody>
      </p:sp>
      <p:pic>
        <p:nvPicPr>
          <p:cNvPr id="7" name="Picture 6">
            <a:extLst>
              <a:ext uri="{FF2B5EF4-FFF2-40B4-BE49-F238E27FC236}">
                <a16:creationId xmlns:a16="http://schemas.microsoft.com/office/drawing/2014/main" id="{C648E317-D766-4957-AF9C-A140D684DAF1}"/>
              </a:ext>
            </a:extLst>
          </p:cNvPr>
          <p:cNvPicPr>
            <a:picLocks noChangeAspect="1"/>
          </p:cNvPicPr>
          <p:nvPr/>
        </p:nvPicPr>
        <p:blipFill>
          <a:blip r:embed="rId3"/>
          <a:stretch>
            <a:fillRect/>
          </a:stretch>
        </p:blipFill>
        <p:spPr>
          <a:xfrm>
            <a:off x="2030003" y="1422425"/>
            <a:ext cx="7503594" cy="4969913"/>
          </a:xfrm>
          <a:prstGeom prst="rect">
            <a:avLst/>
          </a:prstGeom>
        </p:spPr>
      </p:pic>
    </p:spTree>
    <p:extLst>
      <p:ext uri="{BB962C8B-B14F-4D97-AF65-F5344CB8AC3E}">
        <p14:creationId xmlns:p14="http://schemas.microsoft.com/office/powerpoint/2010/main" val="1975386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FF521-E1F2-4C0C-AD09-F08B2877AA95}"/>
              </a:ext>
            </a:extLst>
          </p:cNvPr>
          <p:cNvSpPr>
            <a:spLocks noGrp="1"/>
          </p:cNvSpPr>
          <p:nvPr>
            <p:ph type="title"/>
          </p:nvPr>
        </p:nvSpPr>
        <p:spPr/>
        <p:txBody>
          <a:bodyPr/>
          <a:lstStyle/>
          <a:p>
            <a:r>
              <a:rPr lang="en-US"/>
              <a:t>Visual studio</a:t>
            </a:r>
          </a:p>
        </p:txBody>
      </p:sp>
      <p:sp>
        <p:nvSpPr>
          <p:cNvPr id="3" name="Slide Number Placeholder 2">
            <a:extLst>
              <a:ext uri="{FF2B5EF4-FFF2-40B4-BE49-F238E27FC236}">
                <a16:creationId xmlns:a16="http://schemas.microsoft.com/office/drawing/2014/main" id="{350DD5C9-CC0E-4514-A148-A56D7D34F0B4}"/>
              </a:ext>
            </a:extLst>
          </p:cNvPr>
          <p:cNvSpPr>
            <a:spLocks noGrp="1"/>
          </p:cNvSpPr>
          <p:nvPr>
            <p:ph type="sldNum" sz="quarter" idx="11"/>
          </p:nvPr>
        </p:nvSpPr>
        <p:spPr/>
        <p:txBody>
          <a:bodyPr/>
          <a:lstStyle/>
          <a:p>
            <a:fld id="{E16BA917-7F09-4B8D-AF07-F52890C14046}" type="slidenum">
              <a:rPr lang="da-DK" smtClean="0"/>
              <a:pPr/>
              <a:t>10</a:t>
            </a:fld>
            <a:endParaRPr lang="da-DK"/>
          </a:p>
        </p:txBody>
      </p:sp>
      <p:sp>
        <p:nvSpPr>
          <p:cNvPr id="4" name="Text Placeholder 3">
            <a:extLst>
              <a:ext uri="{FF2B5EF4-FFF2-40B4-BE49-F238E27FC236}">
                <a16:creationId xmlns:a16="http://schemas.microsoft.com/office/drawing/2014/main" id="{03159224-F550-4B8C-BCE2-43D4DAEF70E6}"/>
              </a:ext>
            </a:extLst>
          </p:cNvPr>
          <p:cNvSpPr>
            <a:spLocks noGrp="1"/>
          </p:cNvSpPr>
          <p:nvPr>
            <p:ph type="body" sz="quarter" idx="17"/>
          </p:nvPr>
        </p:nvSpPr>
        <p:spPr/>
        <p:txBody>
          <a:bodyPr/>
          <a:lstStyle/>
          <a:p>
            <a:r>
              <a:rPr lang="en-US"/>
              <a:t>Explore your code</a:t>
            </a:r>
          </a:p>
        </p:txBody>
      </p:sp>
      <p:pic>
        <p:nvPicPr>
          <p:cNvPr id="8" name="Picture 7">
            <a:extLst>
              <a:ext uri="{FF2B5EF4-FFF2-40B4-BE49-F238E27FC236}">
                <a16:creationId xmlns:a16="http://schemas.microsoft.com/office/drawing/2014/main" id="{FAFC0FE4-F907-4A62-8A22-BDF1F2B61C18}"/>
              </a:ext>
            </a:extLst>
          </p:cNvPr>
          <p:cNvPicPr>
            <a:picLocks noChangeAspect="1"/>
          </p:cNvPicPr>
          <p:nvPr/>
        </p:nvPicPr>
        <p:blipFill>
          <a:blip r:embed="rId3"/>
          <a:stretch>
            <a:fillRect/>
          </a:stretch>
        </p:blipFill>
        <p:spPr>
          <a:xfrm>
            <a:off x="778327" y="1667825"/>
            <a:ext cx="2704762" cy="4523809"/>
          </a:xfrm>
          <a:prstGeom prst="rect">
            <a:avLst/>
          </a:prstGeom>
        </p:spPr>
      </p:pic>
      <p:pic>
        <p:nvPicPr>
          <p:cNvPr id="9" name="Picture 8">
            <a:extLst>
              <a:ext uri="{FF2B5EF4-FFF2-40B4-BE49-F238E27FC236}">
                <a16:creationId xmlns:a16="http://schemas.microsoft.com/office/drawing/2014/main" id="{0B973DC0-7935-4E94-8D60-0D399E83A910}"/>
              </a:ext>
            </a:extLst>
          </p:cNvPr>
          <p:cNvPicPr>
            <a:picLocks noChangeAspect="1"/>
          </p:cNvPicPr>
          <p:nvPr/>
        </p:nvPicPr>
        <p:blipFill>
          <a:blip r:embed="rId4"/>
          <a:stretch>
            <a:fillRect/>
          </a:stretch>
        </p:blipFill>
        <p:spPr>
          <a:xfrm>
            <a:off x="8440679" y="1848777"/>
            <a:ext cx="3200000" cy="4342857"/>
          </a:xfrm>
          <a:prstGeom prst="rect">
            <a:avLst/>
          </a:prstGeom>
        </p:spPr>
      </p:pic>
      <p:sp>
        <p:nvSpPr>
          <p:cNvPr id="10" name="TextBox 9">
            <a:extLst>
              <a:ext uri="{FF2B5EF4-FFF2-40B4-BE49-F238E27FC236}">
                <a16:creationId xmlns:a16="http://schemas.microsoft.com/office/drawing/2014/main" id="{6EB762E9-2380-4AF2-9EEB-AED4D7358CAC}"/>
              </a:ext>
            </a:extLst>
          </p:cNvPr>
          <p:cNvSpPr txBox="1"/>
          <p:nvPr/>
        </p:nvSpPr>
        <p:spPr>
          <a:xfrm>
            <a:off x="4440470" y="1988288"/>
            <a:ext cx="2608916" cy="1158949"/>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Folder structure </a:t>
            </a:r>
            <a:br>
              <a:rPr lang="en-US" sz="1600">
                <a:latin typeface="+mn-lt"/>
              </a:rPr>
            </a:br>
            <a:r>
              <a:rPr lang="en-US" sz="1600">
                <a:latin typeface="+mn-lt"/>
              </a:rPr>
              <a:t>on your hard drive</a:t>
            </a:r>
            <a:br>
              <a:rPr lang="en-US" sz="1600">
                <a:latin typeface="+mn-lt"/>
              </a:rPr>
            </a:br>
            <a:r>
              <a:rPr lang="en-US" sz="1600">
                <a:latin typeface="+mn-lt"/>
              </a:rPr>
              <a:t>Right click-&gt;</a:t>
            </a:r>
            <a:br>
              <a:rPr lang="en-US" sz="1600">
                <a:latin typeface="+mn-lt"/>
              </a:rPr>
            </a:br>
            <a:r>
              <a:rPr lang="en-US" sz="1600">
                <a:latin typeface="+mn-lt"/>
              </a:rPr>
              <a:t>Open folder in File Explorer</a:t>
            </a:r>
          </a:p>
        </p:txBody>
      </p:sp>
      <p:cxnSp>
        <p:nvCxnSpPr>
          <p:cNvPr id="12" name="Straight Arrow Connector 11">
            <a:extLst>
              <a:ext uri="{FF2B5EF4-FFF2-40B4-BE49-F238E27FC236}">
                <a16:creationId xmlns:a16="http://schemas.microsoft.com/office/drawing/2014/main" id="{1FB88359-E689-4D4C-B047-D880EF026CAA}"/>
              </a:ext>
            </a:extLst>
          </p:cNvPr>
          <p:cNvCxnSpPr>
            <a:stCxn id="10" idx="1"/>
          </p:cNvCxnSpPr>
          <p:nvPr/>
        </p:nvCxnSpPr>
        <p:spPr>
          <a:xfrm flipH="1">
            <a:off x="2626242" y="2567763"/>
            <a:ext cx="1814228" cy="579474"/>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4" name="Straight Arrow Connector 13">
            <a:extLst>
              <a:ext uri="{FF2B5EF4-FFF2-40B4-BE49-F238E27FC236}">
                <a16:creationId xmlns:a16="http://schemas.microsoft.com/office/drawing/2014/main" id="{8D233F51-E567-4C19-91DF-DFF99CDB61FD}"/>
              </a:ext>
            </a:extLst>
          </p:cNvPr>
          <p:cNvCxnSpPr>
            <a:stCxn id="10" idx="1"/>
          </p:cNvCxnSpPr>
          <p:nvPr/>
        </p:nvCxnSpPr>
        <p:spPr>
          <a:xfrm flipH="1">
            <a:off x="1831554" y="2567763"/>
            <a:ext cx="2608916" cy="1600200"/>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sp>
        <p:nvSpPr>
          <p:cNvPr id="16" name="TextBox 15">
            <a:extLst>
              <a:ext uri="{FF2B5EF4-FFF2-40B4-BE49-F238E27FC236}">
                <a16:creationId xmlns:a16="http://schemas.microsoft.com/office/drawing/2014/main" id="{3CD646C3-DD99-4B9E-A0EA-7035B6DF0FE3}"/>
              </a:ext>
            </a:extLst>
          </p:cNvPr>
          <p:cNvSpPr txBox="1"/>
          <p:nvPr/>
        </p:nvSpPr>
        <p:spPr>
          <a:xfrm>
            <a:off x="5321497" y="3944679"/>
            <a:ext cx="664633" cy="318977"/>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Project</a:t>
            </a:r>
            <a:br>
              <a:rPr lang="en-US" sz="1600">
                <a:latin typeface="+mn-lt"/>
              </a:rPr>
            </a:br>
            <a:endParaRPr lang="en-US" sz="1600">
              <a:latin typeface="+mn-lt"/>
            </a:endParaRPr>
          </a:p>
        </p:txBody>
      </p:sp>
      <p:cxnSp>
        <p:nvCxnSpPr>
          <p:cNvPr id="18" name="Straight Arrow Connector 17">
            <a:extLst>
              <a:ext uri="{FF2B5EF4-FFF2-40B4-BE49-F238E27FC236}">
                <a16:creationId xmlns:a16="http://schemas.microsoft.com/office/drawing/2014/main" id="{11F287F5-BBBC-4042-8DE7-97F9AC806363}"/>
              </a:ext>
            </a:extLst>
          </p:cNvPr>
          <p:cNvCxnSpPr>
            <a:cxnSpLocks/>
            <a:stCxn id="16" idx="3"/>
          </p:cNvCxnSpPr>
          <p:nvPr/>
        </p:nvCxnSpPr>
        <p:spPr>
          <a:xfrm flipV="1">
            <a:off x="5986130" y="2663456"/>
            <a:ext cx="2535367" cy="1440712"/>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sp>
        <p:nvSpPr>
          <p:cNvPr id="20" name="TextBox 19">
            <a:extLst>
              <a:ext uri="{FF2B5EF4-FFF2-40B4-BE49-F238E27FC236}">
                <a16:creationId xmlns:a16="http://schemas.microsoft.com/office/drawing/2014/main" id="{A6FB006C-EE1B-4A45-996B-6DE025845AB6}"/>
              </a:ext>
            </a:extLst>
          </p:cNvPr>
          <p:cNvSpPr txBox="1"/>
          <p:nvPr/>
        </p:nvSpPr>
        <p:spPr>
          <a:xfrm>
            <a:off x="6553200" y="3983181"/>
            <a:ext cx="1187302" cy="318977"/>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Namespaces</a:t>
            </a:r>
          </a:p>
        </p:txBody>
      </p:sp>
      <p:cxnSp>
        <p:nvCxnSpPr>
          <p:cNvPr id="22" name="Straight Arrow Connector 21">
            <a:extLst>
              <a:ext uri="{FF2B5EF4-FFF2-40B4-BE49-F238E27FC236}">
                <a16:creationId xmlns:a16="http://schemas.microsoft.com/office/drawing/2014/main" id="{FB337B3D-FDA8-45E6-8DEC-1AB9823A0749}"/>
              </a:ext>
            </a:extLst>
          </p:cNvPr>
          <p:cNvCxnSpPr>
            <a:stCxn id="20" idx="3"/>
          </p:cNvCxnSpPr>
          <p:nvPr/>
        </p:nvCxnSpPr>
        <p:spPr>
          <a:xfrm flipV="1">
            <a:off x="7740502" y="2998381"/>
            <a:ext cx="893135" cy="1144289"/>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24" name="Straight Arrow Connector 23">
            <a:extLst>
              <a:ext uri="{FF2B5EF4-FFF2-40B4-BE49-F238E27FC236}">
                <a16:creationId xmlns:a16="http://schemas.microsoft.com/office/drawing/2014/main" id="{6BAEB5BA-38D5-4D12-97A3-AC67102978EB}"/>
              </a:ext>
            </a:extLst>
          </p:cNvPr>
          <p:cNvCxnSpPr>
            <a:cxnSpLocks/>
            <a:stCxn id="20" idx="3"/>
          </p:cNvCxnSpPr>
          <p:nvPr/>
        </p:nvCxnSpPr>
        <p:spPr>
          <a:xfrm flipV="1">
            <a:off x="7740502" y="3147237"/>
            <a:ext cx="893135" cy="995433"/>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27" name="Straight Arrow Connector 26">
            <a:extLst>
              <a:ext uri="{FF2B5EF4-FFF2-40B4-BE49-F238E27FC236}">
                <a16:creationId xmlns:a16="http://schemas.microsoft.com/office/drawing/2014/main" id="{407E80C5-AE6E-471D-8A6D-C4280D07EEB9}"/>
              </a:ext>
            </a:extLst>
          </p:cNvPr>
          <p:cNvCxnSpPr>
            <a:stCxn id="20" idx="3"/>
          </p:cNvCxnSpPr>
          <p:nvPr/>
        </p:nvCxnSpPr>
        <p:spPr>
          <a:xfrm flipV="1">
            <a:off x="7740502" y="3352872"/>
            <a:ext cx="893135" cy="789798"/>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sp>
        <p:nvSpPr>
          <p:cNvPr id="28" name="TextBox 27">
            <a:extLst>
              <a:ext uri="{FF2B5EF4-FFF2-40B4-BE49-F238E27FC236}">
                <a16:creationId xmlns:a16="http://schemas.microsoft.com/office/drawing/2014/main" id="{818FAD36-90FA-4AB1-A8EA-052434AFB904}"/>
              </a:ext>
            </a:extLst>
          </p:cNvPr>
          <p:cNvSpPr txBox="1"/>
          <p:nvPr/>
        </p:nvSpPr>
        <p:spPr>
          <a:xfrm>
            <a:off x="6553200" y="4688958"/>
            <a:ext cx="995916" cy="318977"/>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Enum type</a:t>
            </a:r>
          </a:p>
        </p:txBody>
      </p:sp>
      <p:cxnSp>
        <p:nvCxnSpPr>
          <p:cNvPr id="30" name="Straight Arrow Connector 29">
            <a:extLst>
              <a:ext uri="{FF2B5EF4-FFF2-40B4-BE49-F238E27FC236}">
                <a16:creationId xmlns:a16="http://schemas.microsoft.com/office/drawing/2014/main" id="{701B6F83-FCBE-4A5F-BB44-3DBA9735A6D3}"/>
              </a:ext>
            </a:extLst>
          </p:cNvPr>
          <p:cNvCxnSpPr>
            <a:stCxn id="28" idx="3"/>
          </p:cNvCxnSpPr>
          <p:nvPr/>
        </p:nvCxnSpPr>
        <p:spPr>
          <a:xfrm flipV="1">
            <a:off x="7549116" y="4167963"/>
            <a:ext cx="1329070" cy="680484"/>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32" name="Straight Arrow Connector 31">
            <a:extLst>
              <a:ext uri="{FF2B5EF4-FFF2-40B4-BE49-F238E27FC236}">
                <a16:creationId xmlns:a16="http://schemas.microsoft.com/office/drawing/2014/main" id="{C4BE6E23-DB11-4771-B44C-1D617961C792}"/>
              </a:ext>
            </a:extLst>
          </p:cNvPr>
          <p:cNvCxnSpPr>
            <a:stCxn id="28" idx="3"/>
          </p:cNvCxnSpPr>
          <p:nvPr/>
        </p:nvCxnSpPr>
        <p:spPr>
          <a:xfrm flipV="1">
            <a:off x="7549116" y="4529470"/>
            <a:ext cx="1329070" cy="318977"/>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1428129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4686C-EBF5-4986-A759-712C900FFC65}"/>
              </a:ext>
            </a:extLst>
          </p:cNvPr>
          <p:cNvSpPr>
            <a:spLocks noGrp="1"/>
          </p:cNvSpPr>
          <p:nvPr>
            <p:ph type="title"/>
          </p:nvPr>
        </p:nvSpPr>
        <p:spPr/>
        <p:txBody>
          <a:bodyPr/>
          <a:lstStyle/>
          <a:p>
            <a:r>
              <a:rPr lang="en-US"/>
              <a:t>Visual studio </a:t>
            </a:r>
          </a:p>
        </p:txBody>
      </p:sp>
      <p:sp>
        <p:nvSpPr>
          <p:cNvPr id="3" name="Slide Number Placeholder 2">
            <a:extLst>
              <a:ext uri="{FF2B5EF4-FFF2-40B4-BE49-F238E27FC236}">
                <a16:creationId xmlns:a16="http://schemas.microsoft.com/office/drawing/2014/main" id="{A0C0EDDB-736C-44A9-A82A-7B061262881D}"/>
              </a:ext>
            </a:extLst>
          </p:cNvPr>
          <p:cNvSpPr>
            <a:spLocks noGrp="1"/>
          </p:cNvSpPr>
          <p:nvPr>
            <p:ph type="sldNum" sz="quarter" idx="11"/>
          </p:nvPr>
        </p:nvSpPr>
        <p:spPr/>
        <p:txBody>
          <a:bodyPr/>
          <a:lstStyle/>
          <a:p>
            <a:fld id="{E16BA917-7F09-4B8D-AF07-F52890C14046}" type="slidenum">
              <a:rPr lang="da-DK" smtClean="0"/>
              <a:pPr/>
              <a:t>11</a:t>
            </a:fld>
            <a:endParaRPr lang="da-DK"/>
          </a:p>
        </p:txBody>
      </p:sp>
      <p:sp>
        <p:nvSpPr>
          <p:cNvPr id="4" name="Text Placeholder 3">
            <a:extLst>
              <a:ext uri="{FF2B5EF4-FFF2-40B4-BE49-F238E27FC236}">
                <a16:creationId xmlns:a16="http://schemas.microsoft.com/office/drawing/2014/main" id="{D81EFAA2-E877-44A4-AF8A-11E5D9C2AA36}"/>
              </a:ext>
            </a:extLst>
          </p:cNvPr>
          <p:cNvSpPr>
            <a:spLocks noGrp="1"/>
          </p:cNvSpPr>
          <p:nvPr>
            <p:ph type="body" sz="quarter" idx="17"/>
          </p:nvPr>
        </p:nvSpPr>
        <p:spPr/>
        <p:txBody>
          <a:bodyPr/>
          <a:lstStyle/>
          <a:p>
            <a:r>
              <a:rPr lang="en-US"/>
              <a:t>Code Editor</a:t>
            </a:r>
          </a:p>
        </p:txBody>
      </p:sp>
      <p:pic>
        <p:nvPicPr>
          <p:cNvPr id="6" name="Picture 5">
            <a:extLst>
              <a:ext uri="{FF2B5EF4-FFF2-40B4-BE49-F238E27FC236}">
                <a16:creationId xmlns:a16="http://schemas.microsoft.com/office/drawing/2014/main" id="{7A36F95F-C436-4012-99B2-845C000561A4}"/>
              </a:ext>
            </a:extLst>
          </p:cNvPr>
          <p:cNvPicPr>
            <a:picLocks noChangeAspect="1"/>
          </p:cNvPicPr>
          <p:nvPr/>
        </p:nvPicPr>
        <p:blipFill>
          <a:blip r:embed="rId2"/>
          <a:stretch>
            <a:fillRect/>
          </a:stretch>
        </p:blipFill>
        <p:spPr>
          <a:xfrm>
            <a:off x="672001" y="2067931"/>
            <a:ext cx="11352381" cy="4171429"/>
          </a:xfrm>
          <a:prstGeom prst="rect">
            <a:avLst/>
          </a:prstGeom>
        </p:spPr>
      </p:pic>
      <p:cxnSp>
        <p:nvCxnSpPr>
          <p:cNvPr id="8" name="Straight Arrow Connector 7">
            <a:extLst>
              <a:ext uri="{FF2B5EF4-FFF2-40B4-BE49-F238E27FC236}">
                <a16:creationId xmlns:a16="http://schemas.microsoft.com/office/drawing/2014/main" id="{7205922D-4363-454D-A9A5-5283A74B6A62}"/>
              </a:ext>
            </a:extLst>
          </p:cNvPr>
          <p:cNvCxnSpPr>
            <a:cxnSpLocks/>
          </p:cNvCxnSpPr>
          <p:nvPr/>
        </p:nvCxnSpPr>
        <p:spPr>
          <a:xfrm>
            <a:off x="1488558" y="1860698"/>
            <a:ext cx="1169582" cy="1180214"/>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0" name="Straight Arrow Connector 9">
            <a:extLst>
              <a:ext uri="{FF2B5EF4-FFF2-40B4-BE49-F238E27FC236}">
                <a16:creationId xmlns:a16="http://schemas.microsoft.com/office/drawing/2014/main" id="{E3440ED4-934F-46DB-AC72-38809981C03C}"/>
              </a:ext>
            </a:extLst>
          </p:cNvPr>
          <p:cNvCxnSpPr>
            <a:cxnSpLocks/>
          </p:cNvCxnSpPr>
          <p:nvPr/>
        </p:nvCxnSpPr>
        <p:spPr>
          <a:xfrm>
            <a:off x="5586888" y="1878077"/>
            <a:ext cx="1169582" cy="1180214"/>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1" name="Straight Arrow Connector 10">
            <a:extLst>
              <a:ext uri="{FF2B5EF4-FFF2-40B4-BE49-F238E27FC236}">
                <a16:creationId xmlns:a16="http://schemas.microsoft.com/office/drawing/2014/main" id="{49EBAC4D-4F50-4869-BDE8-D37052800B13}"/>
              </a:ext>
            </a:extLst>
          </p:cNvPr>
          <p:cNvCxnSpPr>
            <a:cxnSpLocks/>
          </p:cNvCxnSpPr>
          <p:nvPr/>
        </p:nvCxnSpPr>
        <p:spPr>
          <a:xfrm>
            <a:off x="8968042" y="1860698"/>
            <a:ext cx="1169582" cy="1180214"/>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sp>
        <p:nvSpPr>
          <p:cNvPr id="12" name="TextBox 11">
            <a:extLst>
              <a:ext uri="{FF2B5EF4-FFF2-40B4-BE49-F238E27FC236}">
                <a16:creationId xmlns:a16="http://schemas.microsoft.com/office/drawing/2014/main" id="{62E49499-D348-406E-8651-B9AF7BAB3181}"/>
              </a:ext>
            </a:extLst>
          </p:cNvPr>
          <p:cNvSpPr txBox="1"/>
          <p:nvPr/>
        </p:nvSpPr>
        <p:spPr>
          <a:xfrm>
            <a:off x="1011861" y="1648237"/>
            <a:ext cx="1412362" cy="229839"/>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Current project</a:t>
            </a:r>
          </a:p>
        </p:txBody>
      </p:sp>
      <p:sp>
        <p:nvSpPr>
          <p:cNvPr id="13" name="TextBox 12">
            <a:extLst>
              <a:ext uri="{FF2B5EF4-FFF2-40B4-BE49-F238E27FC236}">
                <a16:creationId xmlns:a16="http://schemas.microsoft.com/office/drawing/2014/main" id="{59027213-79FA-4EA1-B8E6-7EC7338E7A3B}"/>
              </a:ext>
            </a:extLst>
          </p:cNvPr>
          <p:cNvSpPr txBox="1"/>
          <p:nvPr/>
        </p:nvSpPr>
        <p:spPr>
          <a:xfrm>
            <a:off x="4938302" y="1665617"/>
            <a:ext cx="1169582" cy="330976"/>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Current class</a:t>
            </a:r>
          </a:p>
        </p:txBody>
      </p:sp>
      <p:sp>
        <p:nvSpPr>
          <p:cNvPr id="15" name="TextBox 14">
            <a:extLst>
              <a:ext uri="{FF2B5EF4-FFF2-40B4-BE49-F238E27FC236}">
                <a16:creationId xmlns:a16="http://schemas.microsoft.com/office/drawing/2014/main" id="{1F22F2C5-F61F-478A-8941-9C9D271FC71E}"/>
              </a:ext>
            </a:extLst>
          </p:cNvPr>
          <p:cNvSpPr txBox="1"/>
          <p:nvPr/>
        </p:nvSpPr>
        <p:spPr>
          <a:xfrm>
            <a:off x="7657319" y="1654310"/>
            <a:ext cx="2911444" cy="321305"/>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Class member under the cursor</a:t>
            </a:r>
          </a:p>
        </p:txBody>
      </p:sp>
    </p:spTree>
    <p:extLst>
      <p:ext uri="{BB962C8B-B14F-4D97-AF65-F5344CB8AC3E}">
        <p14:creationId xmlns:p14="http://schemas.microsoft.com/office/powerpoint/2010/main" val="2512247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DDB56-EF91-48C2-9217-4773AAD47508}"/>
              </a:ext>
            </a:extLst>
          </p:cNvPr>
          <p:cNvSpPr>
            <a:spLocks noGrp="1"/>
          </p:cNvSpPr>
          <p:nvPr>
            <p:ph type="title"/>
          </p:nvPr>
        </p:nvSpPr>
        <p:spPr/>
        <p:txBody>
          <a:bodyPr/>
          <a:lstStyle/>
          <a:p>
            <a:r>
              <a:rPr lang="en-US"/>
              <a:t>Visual studio </a:t>
            </a:r>
          </a:p>
        </p:txBody>
      </p:sp>
      <p:sp>
        <p:nvSpPr>
          <p:cNvPr id="3" name="Slide Number Placeholder 2">
            <a:extLst>
              <a:ext uri="{FF2B5EF4-FFF2-40B4-BE49-F238E27FC236}">
                <a16:creationId xmlns:a16="http://schemas.microsoft.com/office/drawing/2014/main" id="{7B4C8F4A-BBF4-4558-96C1-4F761CB47565}"/>
              </a:ext>
            </a:extLst>
          </p:cNvPr>
          <p:cNvSpPr>
            <a:spLocks noGrp="1"/>
          </p:cNvSpPr>
          <p:nvPr>
            <p:ph type="sldNum" sz="quarter" idx="11"/>
          </p:nvPr>
        </p:nvSpPr>
        <p:spPr/>
        <p:txBody>
          <a:bodyPr/>
          <a:lstStyle/>
          <a:p>
            <a:fld id="{E16BA917-7F09-4B8D-AF07-F52890C14046}" type="slidenum">
              <a:rPr lang="da-DK" smtClean="0"/>
              <a:pPr/>
              <a:t>12</a:t>
            </a:fld>
            <a:endParaRPr lang="da-DK"/>
          </a:p>
        </p:txBody>
      </p:sp>
      <p:sp>
        <p:nvSpPr>
          <p:cNvPr id="4" name="Text Placeholder 3">
            <a:extLst>
              <a:ext uri="{FF2B5EF4-FFF2-40B4-BE49-F238E27FC236}">
                <a16:creationId xmlns:a16="http://schemas.microsoft.com/office/drawing/2014/main" id="{7E1308F1-2F7E-4FBE-9379-05E14D964A67}"/>
              </a:ext>
            </a:extLst>
          </p:cNvPr>
          <p:cNvSpPr>
            <a:spLocks noGrp="1"/>
          </p:cNvSpPr>
          <p:nvPr>
            <p:ph type="body" sz="quarter" idx="17"/>
          </p:nvPr>
        </p:nvSpPr>
        <p:spPr/>
        <p:txBody>
          <a:bodyPr/>
          <a:lstStyle/>
          <a:p>
            <a:r>
              <a:rPr lang="en-US"/>
              <a:t>Output and Errors</a:t>
            </a:r>
          </a:p>
        </p:txBody>
      </p:sp>
      <p:pic>
        <p:nvPicPr>
          <p:cNvPr id="6" name="Picture 5">
            <a:extLst>
              <a:ext uri="{FF2B5EF4-FFF2-40B4-BE49-F238E27FC236}">
                <a16:creationId xmlns:a16="http://schemas.microsoft.com/office/drawing/2014/main" id="{FB0902AB-B879-48A1-8089-88E99C07C7CC}"/>
              </a:ext>
            </a:extLst>
          </p:cNvPr>
          <p:cNvPicPr>
            <a:picLocks noChangeAspect="1"/>
          </p:cNvPicPr>
          <p:nvPr/>
        </p:nvPicPr>
        <p:blipFill>
          <a:blip r:embed="rId2"/>
          <a:stretch>
            <a:fillRect/>
          </a:stretch>
        </p:blipFill>
        <p:spPr>
          <a:xfrm>
            <a:off x="649139" y="4025628"/>
            <a:ext cx="7847619" cy="1742857"/>
          </a:xfrm>
          <a:prstGeom prst="rect">
            <a:avLst/>
          </a:prstGeom>
        </p:spPr>
      </p:pic>
      <p:pic>
        <p:nvPicPr>
          <p:cNvPr id="7" name="Picture 6">
            <a:extLst>
              <a:ext uri="{FF2B5EF4-FFF2-40B4-BE49-F238E27FC236}">
                <a16:creationId xmlns:a16="http://schemas.microsoft.com/office/drawing/2014/main" id="{21242D93-746A-4530-B278-2A51D133FF7F}"/>
              </a:ext>
            </a:extLst>
          </p:cNvPr>
          <p:cNvPicPr>
            <a:picLocks noChangeAspect="1"/>
          </p:cNvPicPr>
          <p:nvPr/>
        </p:nvPicPr>
        <p:blipFill>
          <a:blip r:embed="rId3"/>
          <a:stretch>
            <a:fillRect/>
          </a:stretch>
        </p:blipFill>
        <p:spPr>
          <a:xfrm>
            <a:off x="672001" y="1764270"/>
            <a:ext cx="7847619" cy="1742857"/>
          </a:xfrm>
          <a:prstGeom prst="rect">
            <a:avLst/>
          </a:prstGeom>
        </p:spPr>
      </p:pic>
    </p:spTree>
    <p:extLst>
      <p:ext uri="{BB962C8B-B14F-4D97-AF65-F5344CB8AC3E}">
        <p14:creationId xmlns:p14="http://schemas.microsoft.com/office/powerpoint/2010/main" val="3859723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DDB56-EF91-48C2-9217-4773AAD47508}"/>
              </a:ext>
            </a:extLst>
          </p:cNvPr>
          <p:cNvSpPr>
            <a:spLocks noGrp="1"/>
          </p:cNvSpPr>
          <p:nvPr>
            <p:ph type="title"/>
          </p:nvPr>
        </p:nvSpPr>
        <p:spPr/>
        <p:txBody>
          <a:bodyPr/>
          <a:lstStyle/>
          <a:p>
            <a:r>
              <a:rPr lang="en-US"/>
              <a:t>Visual studio </a:t>
            </a:r>
          </a:p>
        </p:txBody>
      </p:sp>
      <p:sp>
        <p:nvSpPr>
          <p:cNvPr id="3" name="Slide Number Placeholder 2">
            <a:extLst>
              <a:ext uri="{FF2B5EF4-FFF2-40B4-BE49-F238E27FC236}">
                <a16:creationId xmlns:a16="http://schemas.microsoft.com/office/drawing/2014/main" id="{7B4C8F4A-BBF4-4558-96C1-4F761CB47565}"/>
              </a:ext>
            </a:extLst>
          </p:cNvPr>
          <p:cNvSpPr>
            <a:spLocks noGrp="1"/>
          </p:cNvSpPr>
          <p:nvPr>
            <p:ph type="sldNum" sz="quarter" idx="11"/>
          </p:nvPr>
        </p:nvSpPr>
        <p:spPr/>
        <p:txBody>
          <a:bodyPr/>
          <a:lstStyle/>
          <a:p>
            <a:fld id="{E16BA917-7F09-4B8D-AF07-F52890C14046}" type="slidenum">
              <a:rPr lang="da-DK" smtClean="0"/>
              <a:pPr/>
              <a:t>13</a:t>
            </a:fld>
            <a:endParaRPr lang="da-DK"/>
          </a:p>
        </p:txBody>
      </p:sp>
      <p:sp>
        <p:nvSpPr>
          <p:cNvPr id="4" name="Text Placeholder 3">
            <a:extLst>
              <a:ext uri="{FF2B5EF4-FFF2-40B4-BE49-F238E27FC236}">
                <a16:creationId xmlns:a16="http://schemas.microsoft.com/office/drawing/2014/main" id="{7E1308F1-2F7E-4FBE-9379-05E14D964A67}"/>
              </a:ext>
            </a:extLst>
          </p:cNvPr>
          <p:cNvSpPr>
            <a:spLocks noGrp="1"/>
          </p:cNvSpPr>
          <p:nvPr>
            <p:ph type="body" sz="quarter" idx="17"/>
          </p:nvPr>
        </p:nvSpPr>
        <p:spPr/>
        <p:txBody>
          <a:bodyPr/>
          <a:lstStyle/>
          <a:p>
            <a:r>
              <a:rPr lang="en-US"/>
              <a:t>Share and coordinate your work. Team explorer</a:t>
            </a:r>
          </a:p>
        </p:txBody>
      </p:sp>
      <p:pic>
        <p:nvPicPr>
          <p:cNvPr id="6" name="Picture 5">
            <a:extLst>
              <a:ext uri="{FF2B5EF4-FFF2-40B4-BE49-F238E27FC236}">
                <a16:creationId xmlns:a16="http://schemas.microsoft.com/office/drawing/2014/main" id="{A3C32F00-6CF3-4D49-A525-5F148519287B}"/>
              </a:ext>
            </a:extLst>
          </p:cNvPr>
          <p:cNvPicPr>
            <a:picLocks noChangeAspect="1"/>
          </p:cNvPicPr>
          <p:nvPr/>
        </p:nvPicPr>
        <p:blipFill>
          <a:blip r:embed="rId3"/>
          <a:stretch>
            <a:fillRect/>
          </a:stretch>
        </p:blipFill>
        <p:spPr>
          <a:xfrm>
            <a:off x="672001" y="1737330"/>
            <a:ext cx="4123809" cy="4619048"/>
          </a:xfrm>
          <a:prstGeom prst="rect">
            <a:avLst/>
          </a:prstGeom>
        </p:spPr>
      </p:pic>
    </p:spTree>
    <p:extLst>
      <p:ext uri="{BB962C8B-B14F-4D97-AF65-F5344CB8AC3E}">
        <p14:creationId xmlns:p14="http://schemas.microsoft.com/office/powerpoint/2010/main" val="2996562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FF521-E1F2-4C0C-AD09-F08B2877AA95}"/>
              </a:ext>
            </a:extLst>
          </p:cNvPr>
          <p:cNvSpPr>
            <a:spLocks noGrp="1"/>
          </p:cNvSpPr>
          <p:nvPr>
            <p:ph type="title"/>
          </p:nvPr>
        </p:nvSpPr>
        <p:spPr/>
        <p:txBody>
          <a:bodyPr/>
          <a:lstStyle/>
          <a:p>
            <a:r>
              <a:rPr lang="en-US"/>
              <a:t>Visual studio</a:t>
            </a:r>
          </a:p>
        </p:txBody>
      </p:sp>
      <p:sp>
        <p:nvSpPr>
          <p:cNvPr id="3" name="Slide Number Placeholder 2">
            <a:extLst>
              <a:ext uri="{FF2B5EF4-FFF2-40B4-BE49-F238E27FC236}">
                <a16:creationId xmlns:a16="http://schemas.microsoft.com/office/drawing/2014/main" id="{350DD5C9-CC0E-4514-A148-A56D7D34F0B4}"/>
              </a:ext>
            </a:extLst>
          </p:cNvPr>
          <p:cNvSpPr>
            <a:spLocks noGrp="1"/>
          </p:cNvSpPr>
          <p:nvPr>
            <p:ph type="sldNum" sz="quarter" idx="11"/>
          </p:nvPr>
        </p:nvSpPr>
        <p:spPr/>
        <p:txBody>
          <a:bodyPr/>
          <a:lstStyle/>
          <a:p>
            <a:fld id="{E16BA917-7F09-4B8D-AF07-F52890C14046}" type="slidenum">
              <a:rPr lang="da-DK" smtClean="0"/>
              <a:pPr/>
              <a:t>14</a:t>
            </a:fld>
            <a:endParaRPr lang="da-DK"/>
          </a:p>
        </p:txBody>
      </p:sp>
      <p:sp>
        <p:nvSpPr>
          <p:cNvPr id="4" name="Text Placeholder 3">
            <a:extLst>
              <a:ext uri="{FF2B5EF4-FFF2-40B4-BE49-F238E27FC236}">
                <a16:creationId xmlns:a16="http://schemas.microsoft.com/office/drawing/2014/main" id="{03159224-F550-4B8C-BCE2-43D4DAEF70E6}"/>
              </a:ext>
            </a:extLst>
          </p:cNvPr>
          <p:cNvSpPr>
            <a:spLocks noGrp="1"/>
          </p:cNvSpPr>
          <p:nvPr>
            <p:ph type="body" sz="quarter" idx="17"/>
          </p:nvPr>
        </p:nvSpPr>
        <p:spPr/>
        <p:txBody>
          <a:bodyPr/>
          <a:lstStyle/>
          <a:p>
            <a:r>
              <a:rPr lang="en-US"/>
              <a:t>Customizing windows layout</a:t>
            </a:r>
          </a:p>
        </p:txBody>
      </p:sp>
      <p:pic>
        <p:nvPicPr>
          <p:cNvPr id="6" name="Picture 5">
            <a:extLst>
              <a:ext uri="{FF2B5EF4-FFF2-40B4-BE49-F238E27FC236}">
                <a16:creationId xmlns:a16="http://schemas.microsoft.com/office/drawing/2014/main" id="{9929D02C-2C72-4AAD-A850-02189876DB86}"/>
              </a:ext>
            </a:extLst>
          </p:cNvPr>
          <p:cNvPicPr>
            <a:picLocks noChangeAspect="1"/>
          </p:cNvPicPr>
          <p:nvPr/>
        </p:nvPicPr>
        <p:blipFill>
          <a:blip r:embed="rId2"/>
          <a:stretch>
            <a:fillRect/>
          </a:stretch>
        </p:blipFill>
        <p:spPr>
          <a:xfrm>
            <a:off x="1711842" y="1590757"/>
            <a:ext cx="8055666" cy="4765621"/>
          </a:xfrm>
          <a:prstGeom prst="rect">
            <a:avLst/>
          </a:prstGeom>
        </p:spPr>
      </p:pic>
    </p:spTree>
    <p:extLst>
      <p:ext uri="{BB962C8B-B14F-4D97-AF65-F5344CB8AC3E}">
        <p14:creationId xmlns:p14="http://schemas.microsoft.com/office/powerpoint/2010/main" val="1313902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3B7DA-E6C2-4451-964A-D82164365EF9}"/>
              </a:ext>
            </a:extLst>
          </p:cNvPr>
          <p:cNvSpPr>
            <a:spLocks noGrp="1"/>
          </p:cNvSpPr>
          <p:nvPr>
            <p:ph type="title"/>
          </p:nvPr>
        </p:nvSpPr>
        <p:spPr/>
        <p:txBody>
          <a:bodyPr/>
          <a:lstStyle/>
          <a:p>
            <a:r>
              <a:rPr lang="en-US"/>
              <a:t>Visual studio</a:t>
            </a:r>
          </a:p>
        </p:txBody>
      </p:sp>
      <p:sp>
        <p:nvSpPr>
          <p:cNvPr id="3" name="Slide Number Placeholder 2">
            <a:extLst>
              <a:ext uri="{FF2B5EF4-FFF2-40B4-BE49-F238E27FC236}">
                <a16:creationId xmlns:a16="http://schemas.microsoft.com/office/drawing/2014/main" id="{0B48F689-D2E6-4BAA-85DB-B3AA2E412FAB}"/>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4" name="Text Placeholder 3">
            <a:extLst>
              <a:ext uri="{FF2B5EF4-FFF2-40B4-BE49-F238E27FC236}">
                <a16:creationId xmlns:a16="http://schemas.microsoft.com/office/drawing/2014/main" id="{F1B68AA7-2243-4F8A-995A-29E58ECD222E}"/>
              </a:ext>
            </a:extLst>
          </p:cNvPr>
          <p:cNvSpPr>
            <a:spLocks noGrp="1"/>
          </p:cNvSpPr>
          <p:nvPr>
            <p:ph type="body" sz="quarter" idx="17"/>
          </p:nvPr>
        </p:nvSpPr>
        <p:spPr/>
        <p:txBody>
          <a:bodyPr/>
          <a:lstStyle/>
          <a:p>
            <a:r>
              <a:rPr lang="en-US"/>
              <a:t>Test explorer</a:t>
            </a:r>
          </a:p>
        </p:txBody>
      </p:sp>
      <p:pic>
        <p:nvPicPr>
          <p:cNvPr id="6" name="Picture 5">
            <a:extLst>
              <a:ext uri="{FF2B5EF4-FFF2-40B4-BE49-F238E27FC236}">
                <a16:creationId xmlns:a16="http://schemas.microsoft.com/office/drawing/2014/main" id="{7FA5CAA8-260F-4420-89D6-E292293F3188}"/>
              </a:ext>
            </a:extLst>
          </p:cNvPr>
          <p:cNvPicPr>
            <a:picLocks noChangeAspect="1"/>
          </p:cNvPicPr>
          <p:nvPr/>
        </p:nvPicPr>
        <p:blipFill>
          <a:blip r:embed="rId2"/>
          <a:stretch>
            <a:fillRect/>
          </a:stretch>
        </p:blipFill>
        <p:spPr>
          <a:xfrm>
            <a:off x="3231565" y="1402619"/>
            <a:ext cx="4219048" cy="5009524"/>
          </a:xfrm>
          <a:prstGeom prst="rect">
            <a:avLst/>
          </a:prstGeom>
        </p:spPr>
      </p:pic>
    </p:spTree>
    <p:extLst>
      <p:ext uri="{BB962C8B-B14F-4D97-AF65-F5344CB8AC3E}">
        <p14:creationId xmlns:p14="http://schemas.microsoft.com/office/powerpoint/2010/main" val="4156283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3B7DA-E6C2-4451-964A-D82164365EF9}"/>
              </a:ext>
            </a:extLst>
          </p:cNvPr>
          <p:cNvSpPr>
            <a:spLocks noGrp="1"/>
          </p:cNvSpPr>
          <p:nvPr>
            <p:ph type="title"/>
          </p:nvPr>
        </p:nvSpPr>
        <p:spPr/>
        <p:txBody>
          <a:bodyPr/>
          <a:lstStyle/>
          <a:p>
            <a:r>
              <a:rPr lang="en-US"/>
              <a:t>Visual studio</a:t>
            </a:r>
          </a:p>
        </p:txBody>
      </p:sp>
      <p:sp>
        <p:nvSpPr>
          <p:cNvPr id="3" name="Slide Number Placeholder 2">
            <a:extLst>
              <a:ext uri="{FF2B5EF4-FFF2-40B4-BE49-F238E27FC236}">
                <a16:creationId xmlns:a16="http://schemas.microsoft.com/office/drawing/2014/main" id="{0B48F689-D2E6-4BAA-85DB-B3AA2E412FAB}"/>
              </a:ext>
            </a:extLst>
          </p:cNvPr>
          <p:cNvSpPr>
            <a:spLocks noGrp="1"/>
          </p:cNvSpPr>
          <p:nvPr>
            <p:ph type="sldNum" sz="quarter" idx="11"/>
          </p:nvPr>
        </p:nvSpPr>
        <p:spPr/>
        <p:txBody>
          <a:bodyPr/>
          <a:lstStyle/>
          <a:p>
            <a:fld id="{E16BA917-7F09-4B8D-AF07-F52890C14046}" type="slidenum">
              <a:rPr lang="da-DK" smtClean="0"/>
              <a:pPr/>
              <a:t>16</a:t>
            </a:fld>
            <a:endParaRPr lang="da-DK"/>
          </a:p>
        </p:txBody>
      </p:sp>
      <p:sp>
        <p:nvSpPr>
          <p:cNvPr id="4" name="Text Placeholder 3">
            <a:extLst>
              <a:ext uri="{FF2B5EF4-FFF2-40B4-BE49-F238E27FC236}">
                <a16:creationId xmlns:a16="http://schemas.microsoft.com/office/drawing/2014/main" id="{F1B68AA7-2243-4F8A-995A-29E58ECD222E}"/>
              </a:ext>
            </a:extLst>
          </p:cNvPr>
          <p:cNvSpPr>
            <a:spLocks noGrp="1"/>
          </p:cNvSpPr>
          <p:nvPr>
            <p:ph type="body" sz="quarter" idx="17"/>
          </p:nvPr>
        </p:nvSpPr>
        <p:spPr/>
        <p:txBody>
          <a:bodyPr/>
          <a:lstStyle/>
          <a:p>
            <a:r>
              <a:rPr lang="en-US"/>
              <a:t>Settings</a:t>
            </a:r>
          </a:p>
        </p:txBody>
      </p:sp>
      <p:pic>
        <p:nvPicPr>
          <p:cNvPr id="5" name="Picture 4">
            <a:extLst>
              <a:ext uri="{FF2B5EF4-FFF2-40B4-BE49-F238E27FC236}">
                <a16:creationId xmlns:a16="http://schemas.microsoft.com/office/drawing/2014/main" id="{F532AC0D-E8B1-4508-AC83-BA27CF89D10B}"/>
              </a:ext>
            </a:extLst>
          </p:cNvPr>
          <p:cNvPicPr>
            <a:picLocks noChangeAspect="1"/>
          </p:cNvPicPr>
          <p:nvPr/>
        </p:nvPicPr>
        <p:blipFill>
          <a:blip r:embed="rId2"/>
          <a:stretch>
            <a:fillRect/>
          </a:stretch>
        </p:blipFill>
        <p:spPr>
          <a:xfrm>
            <a:off x="649139" y="1735333"/>
            <a:ext cx="6580952" cy="4066667"/>
          </a:xfrm>
          <a:prstGeom prst="rect">
            <a:avLst/>
          </a:prstGeom>
        </p:spPr>
      </p:pic>
    </p:spTree>
    <p:extLst>
      <p:ext uri="{BB962C8B-B14F-4D97-AF65-F5344CB8AC3E}">
        <p14:creationId xmlns:p14="http://schemas.microsoft.com/office/powerpoint/2010/main" val="305333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C7889-3C02-4CBE-9E43-26BEC79162FC}"/>
              </a:ext>
            </a:extLst>
          </p:cNvPr>
          <p:cNvSpPr>
            <a:spLocks noGrp="1"/>
          </p:cNvSpPr>
          <p:nvPr>
            <p:ph type="title"/>
          </p:nvPr>
        </p:nvSpPr>
        <p:spPr/>
        <p:txBody>
          <a:bodyPr/>
          <a:lstStyle/>
          <a:p>
            <a:r>
              <a:rPr lang="en-US"/>
              <a:t>Visual studio</a:t>
            </a:r>
          </a:p>
        </p:txBody>
      </p:sp>
      <p:sp>
        <p:nvSpPr>
          <p:cNvPr id="3" name="Slide Number Placeholder 2">
            <a:extLst>
              <a:ext uri="{FF2B5EF4-FFF2-40B4-BE49-F238E27FC236}">
                <a16:creationId xmlns:a16="http://schemas.microsoft.com/office/drawing/2014/main" id="{6DB691BA-ED2C-4D1E-B229-FACEA2DCBD35}"/>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4" name="Text Placeholder 3">
            <a:extLst>
              <a:ext uri="{FF2B5EF4-FFF2-40B4-BE49-F238E27FC236}">
                <a16:creationId xmlns:a16="http://schemas.microsoft.com/office/drawing/2014/main" id="{60279CED-01C7-4BB0-AAD1-BEB7049BEFF4}"/>
              </a:ext>
            </a:extLst>
          </p:cNvPr>
          <p:cNvSpPr>
            <a:spLocks noGrp="1"/>
          </p:cNvSpPr>
          <p:nvPr>
            <p:ph type="body" sz="quarter" idx="17"/>
          </p:nvPr>
        </p:nvSpPr>
        <p:spPr/>
        <p:txBody>
          <a:bodyPr/>
          <a:lstStyle/>
          <a:p>
            <a:r>
              <a:rPr lang="en-US"/>
              <a:t>Project/Solution properties</a:t>
            </a:r>
          </a:p>
        </p:txBody>
      </p:sp>
      <p:pic>
        <p:nvPicPr>
          <p:cNvPr id="5" name="Picture 4">
            <a:extLst>
              <a:ext uri="{FF2B5EF4-FFF2-40B4-BE49-F238E27FC236}">
                <a16:creationId xmlns:a16="http://schemas.microsoft.com/office/drawing/2014/main" id="{96028A84-31E5-48A7-B9A2-A39C908BDEE4}"/>
              </a:ext>
            </a:extLst>
          </p:cNvPr>
          <p:cNvPicPr>
            <a:picLocks noChangeAspect="1"/>
          </p:cNvPicPr>
          <p:nvPr/>
        </p:nvPicPr>
        <p:blipFill>
          <a:blip r:embed="rId3"/>
          <a:stretch>
            <a:fillRect/>
          </a:stretch>
        </p:blipFill>
        <p:spPr>
          <a:xfrm>
            <a:off x="672001" y="2108738"/>
            <a:ext cx="2800000" cy="3142857"/>
          </a:xfrm>
          <a:prstGeom prst="rect">
            <a:avLst/>
          </a:prstGeom>
        </p:spPr>
      </p:pic>
      <p:sp>
        <p:nvSpPr>
          <p:cNvPr id="6" name="TextBox 5">
            <a:extLst>
              <a:ext uri="{FF2B5EF4-FFF2-40B4-BE49-F238E27FC236}">
                <a16:creationId xmlns:a16="http://schemas.microsoft.com/office/drawing/2014/main" id="{34855597-F13F-4A91-9AD8-05922DF29739}"/>
              </a:ext>
            </a:extLst>
          </p:cNvPr>
          <p:cNvSpPr txBox="1"/>
          <p:nvPr/>
        </p:nvSpPr>
        <p:spPr>
          <a:xfrm>
            <a:off x="5741580" y="3083442"/>
            <a:ext cx="2222205" cy="265814"/>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Right click -&gt; Properties</a:t>
            </a:r>
          </a:p>
        </p:txBody>
      </p:sp>
      <p:cxnSp>
        <p:nvCxnSpPr>
          <p:cNvPr id="8" name="Straight Arrow Connector 7">
            <a:extLst>
              <a:ext uri="{FF2B5EF4-FFF2-40B4-BE49-F238E27FC236}">
                <a16:creationId xmlns:a16="http://schemas.microsoft.com/office/drawing/2014/main" id="{7CA5390C-B5EF-431B-ACFA-2C646E3B8438}"/>
              </a:ext>
            </a:extLst>
          </p:cNvPr>
          <p:cNvCxnSpPr>
            <a:stCxn id="6" idx="1"/>
          </p:cNvCxnSpPr>
          <p:nvPr/>
        </p:nvCxnSpPr>
        <p:spPr>
          <a:xfrm flipH="1" flipV="1">
            <a:off x="2892056" y="2946872"/>
            <a:ext cx="2849524" cy="269477"/>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0" name="Straight Arrow Connector 9">
            <a:extLst>
              <a:ext uri="{FF2B5EF4-FFF2-40B4-BE49-F238E27FC236}">
                <a16:creationId xmlns:a16="http://schemas.microsoft.com/office/drawing/2014/main" id="{F90EB59C-53ED-4411-B833-64FB1A157DF3}"/>
              </a:ext>
            </a:extLst>
          </p:cNvPr>
          <p:cNvCxnSpPr>
            <a:stCxn id="6" idx="1"/>
          </p:cNvCxnSpPr>
          <p:nvPr/>
        </p:nvCxnSpPr>
        <p:spPr>
          <a:xfrm flipH="1">
            <a:off x="2339163" y="3216349"/>
            <a:ext cx="3402417" cy="388088"/>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3651305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0869-7917-46BC-84CE-2CD35ACF4C4B}"/>
              </a:ext>
            </a:extLst>
          </p:cNvPr>
          <p:cNvSpPr>
            <a:spLocks noGrp="1"/>
          </p:cNvSpPr>
          <p:nvPr>
            <p:ph type="title"/>
          </p:nvPr>
        </p:nvSpPr>
        <p:spPr/>
        <p:txBody>
          <a:bodyPr/>
          <a:lstStyle/>
          <a:p>
            <a:r>
              <a:rPr lang="en-US">
                <a:ea typeface="+mj-lt"/>
                <a:cs typeface="+mj-lt"/>
              </a:rPr>
              <a:t>Visual Studio Extensions</a:t>
            </a:r>
            <a:endParaRPr lang="en-US"/>
          </a:p>
        </p:txBody>
      </p:sp>
      <p:sp>
        <p:nvSpPr>
          <p:cNvPr id="3" name="Slide Number Placeholder 2">
            <a:extLst>
              <a:ext uri="{FF2B5EF4-FFF2-40B4-BE49-F238E27FC236}">
                <a16:creationId xmlns:a16="http://schemas.microsoft.com/office/drawing/2014/main" id="{8C1F1148-3624-4FC5-AF4C-BDBF54F2377F}"/>
              </a:ext>
            </a:extLst>
          </p:cNvPr>
          <p:cNvSpPr>
            <a:spLocks noGrp="1"/>
          </p:cNvSpPr>
          <p:nvPr>
            <p:ph type="sldNum" sz="quarter" idx="11"/>
          </p:nvPr>
        </p:nvSpPr>
        <p:spPr/>
        <p:txBody>
          <a:bodyPr/>
          <a:lstStyle/>
          <a:p>
            <a:fld id="{E16BA917-7F09-4B8D-AF07-F52890C14046}" type="slidenum">
              <a:rPr lang="da-DK" smtClean="0"/>
              <a:pPr/>
              <a:t>18</a:t>
            </a:fld>
            <a:endParaRPr lang="da-DK"/>
          </a:p>
        </p:txBody>
      </p:sp>
      <p:sp>
        <p:nvSpPr>
          <p:cNvPr id="4" name="Text Placeholder 3">
            <a:extLst>
              <a:ext uri="{FF2B5EF4-FFF2-40B4-BE49-F238E27FC236}">
                <a16:creationId xmlns:a16="http://schemas.microsoft.com/office/drawing/2014/main" id="{D7A4F6AB-2A03-4BDE-9305-3B1617A24F0C}"/>
              </a:ext>
            </a:extLst>
          </p:cNvPr>
          <p:cNvSpPr>
            <a:spLocks noGrp="1"/>
          </p:cNvSpPr>
          <p:nvPr>
            <p:ph type="body" sz="quarter" idx="17"/>
          </p:nvPr>
        </p:nvSpPr>
        <p:spPr/>
        <p:txBody>
          <a:bodyPr/>
          <a:lstStyle/>
          <a:p>
            <a:r>
              <a:rPr lang="en-US">
                <a:latin typeface="Arial"/>
                <a:cs typeface="Arial"/>
              </a:rPr>
              <a:t>ReSharper</a:t>
            </a:r>
            <a:endParaRPr lang="en-US" err="1"/>
          </a:p>
        </p:txBody>
      </p:sp>
      <p:pic>
        <p:nvPicPr>
          <p:cNvPr id="5" name="Picture 5" descr="A picture containing table&#10;&#10;Description automatically generated">
            <a:extLst>
              <a:ext uri="{FF2B5EF4-FFF2-40B4-BE49-F238E27FC236}">
                <a16:creationId xmlns:a16="http://schemas.microsoft.com/office/drawing/2014/main" id="{D8D8AD46-EDD1-4581-83F5-C56B9B2EBFAC}"/>
              </a:ext>
            </a:extLst>
          </p:cNvPr>
          <p:cNvPicPr>
            <a:picLocks noChangeAspect="1"/>
          </p:cNvPicPr>
          <p:nvPr/>
        </p:nvPicPr>
        <p:blipFill>
          <a:blip r:embed="rId2"/>
          <a:stretch>
            <a:fillRect/>
          </a:stretch>
        </p:blipFill>
        <p:spPr>
          <a:xfrm>
            <a:off x="623935" y="1581150"/>
            <a:ext cx="1981200" cy="3695700"/>
          </a:xfrm>
          <a:prstGeom prst="rect">
            <a:avLst/>
          </a:prstGeom>
        </p:spPr>
      </p:pic>
      <p:pic>
        <p:nvPicPr>
          <p:cNvPr id="6" name="Picture 6" descr="Graphical user interface, text, application&#10;&#10;Description automatically generated">
            <a:extLst>
              <a:ext uri="{FF2B5EF4-FFF2-40B4-BE49-F238E27FC236}">
                <a16:creationId xmlns:a16="http://schemas.microsoft.com/office/drawing/2014/main" id="{41F6388F-1CF9-4ABA-B98D-B5486C64EBC5}"/>
              </a:ext>
            </a:extLst>
          </p:cNvPr>
          <p:cNvPicPr>
            <a:picLocks noChangeAspect="1"/>
          </p:cNvPicPr>
          <p:nvPr/>
        </p:nvPicPr>
        <p:blipFill>
          <a:blip r:embed="rId3"/>
          <a:stretch>
            <a:fillRect/>
          </a:stretch>
        </p:blipFill>
        <p:spPr>
          <a:xfrm>
            <a:off x="3215489" y="1609530"/>
            <a:ext cx="6930427" cy="1881059"/>
          </a:xfrm>
          <a:prstGeom prst="rect">
            <a:avLst/>
          </a:prstGeom>
        </p:spPr>
      </p:pic>
    </p:spTree>
    <p:extLst>
      <p:ext uri="{BB962C8B-B14F-4D97-AF65-F5344CB8AC3E}">
        <p14:creationId xmlns:p14="http://schemas.microsoft.com/office/powerpoint/2010/main" val="730266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9E03-64A0-4CFD-8BA8-4F95F6D57FBB}"/>
              </a:ext>
            </a:extLst>
          </p:cNvPr>
          <p:cNvSpPr>
            <a:spLocks noGrp="1"/>
          </p:cNvSpPr>
          <p:nvPr>
            <p:ph type="title"/>
          </p:nvPr>
        </p:nvSpPr>
        <p:spPr/>
        <p:txBody>
          <a:bodyPr/>
          <a:lstStyle/>
          <a:p>
            <a:r>
              <a:rPr lang="en-US"/>
              <a:t>Visual studio </a:t>
            </a:r>
          </a:p>
        </p:txBody>
      </p:sp>
      <p:sp>
        <p:nvSpPr>
          <p:cNvPr id="3" name="Slide Number Placeholder 2">
            <a:extLst>
              <a:ext uri="{FF2B5EF4-FFF2-40B4-BE49-F238E27FC236}">
                <a16:creationId xmlns:a16="http://schemas.microsoft.com/office/drawing/2014/main" id="{6AE04742-8F18-490B-AFF2-DD493C110127}"/>
              </a:ext>
            </a:extLst>
          </p:cNvPr>
          <p:cNvSpPr>
            <a:spLocks noGrp="1"/>
          </p:cNvSpPr>
          <p:nvPr>
            <p:ph type="sldNum" sz="quarter" idx="11"/>
          </p:nvPr>
        </p:nvSpPr>
        <p:spPr/>
        <p:txBody>
          <a:bodyPr/>
          <a:lstStyle/>
          <a:p>
            <a:fld id="{E16BA917-7F09-4B8D-AF07-F52890C14046}" type="slidenum">
              <a:rPr lang="da-DK" smtClean="0"/>
              <a:pPr/>
              <a:t>19</a:t>
            </a:fld>
            <a:endParaRPr lang="da-DK"/>
          </a:p>
        </p:txBody>
      </p:sp>
      <p:sp>
        <p:nvSpPr>
          <p:cNvPr id="4" name="Text Placeholder 3">
            <a:extLst>
              <a:ext uri="{FF2B5EF4-FFF2-40B4-BE49-F238E27FC236}">
                <a16:creationId xmlns:a16="http://schemas.microsoft.com/office/drawing/2014/main" id="{ADADB590-8141-4AF0-98BF-B8E849E4BE99}"/>
              </a:ext>
            </a:extLst>
          </p:cNvPr>
          <p:cNvSpPr>
            <a:spLocks noGrp="1"/>
          </p:cNvSpPr>
          <p:nvPr>
            <p:ph type="body" sz="quarter" idx="17"/>
          </p:nvPr>
        </p:nvSpPr>
        <p:spPr/>
        <p:txBody>
          <a:bodyPr/>
          <a:lstStyle/>
          <a:p>
            <a:r>
              <a:rPr lang="en-US"/>
              <a:t>console application</a:t>
            </a:r>
          </a:p>
        </p:txBody>
      </p:sp>
      <p:pic>
        <p:nvPicPr>
          <p:cNvPr id="8" name="Picture 7">
            <a:extLst>
              <a:ext uri="{FF2B5EF4-FFF2-40B4-BE49-F238E27FC236}">
                <a16:creationId xmlns:a16="http://schemas.microsoft.com/office/drawing/2014/main" id="{30B258E1-5C62-4FB3-B1A9-422187703ACF}"/>
              </a:ext>
            </a:extLst>
          </p:cNvPr>
          <p:cNvPicPr>
            <a:picLocks noChangeAspect="1"/>
          </p:cNvPicPr>
          <p:nvPr/>
        </p:nvPicPr>
        <p:blipFill>
          <a:blip r:embed="rId2"/>
          <a:stretch>
            <a:fillRect/>
          </a:stretch>
        </p:blipFill>
        <p:spPr>
          <a:xfrm>
            <a:off x="3541085" y="1458384"/>
            <a:ext cx="7724276" cy="4940587"/>
          </a:xfrm>
          <a:prstGeom prst="rect">
            <a:avLst/>
          </a:prstGeom>
        </p:spPr>
      </p:pic>
      <p:sp>
        <p:nvSpPr>
          <p:cNvPr id="9" name="TextBox 8">
            <a:extLst>
              <a:ext uri="{FF2B5EF4-FFF2-40B4-BE49-F238E27FC236}">
                <a16:creationId xmlns:a16="http://schemas.microsoft.com/office/drawing/2014/main" id="{6F0113C2-208C-49CD-ADCF-604A11DDA645}"/>
              </a:ext>
            </a:extLst>
          </p:cNvPr>
          <p:cNvSpPr txBox="1"/>
          <p:nvPr/>
        </p:nvSpPr>
        <p:spPr>
          <a:xfrm>
            <a:off x="661959" y="1971676"/>
            <a:ext cx="2527808" cy="83532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File </a:t>
            </a:r>
            <a:r>
              <a:rPr lang="en-US" sz="1600">
                <a:latin typeface="+mn-lt"/>
                <a:sym typeface="Wingdings" panose="05000000000000000000" pitchFamily="2" charset="2"/>
              </a:rPr>
              <a:t>-&gt; New Project</a:t>
            </a:r>
            <a:br>
              <a:rPr lang="en-US" sz="1600">
                <a:latin typeface="+mn-lt"/>
                <a:sym typeface="Wingdings" panose="05000000000000000000" pitchFamily="2" charset="2"/>
              </a:rPr>
            </a:br>
            <a:r>
              <a:rPr lang="en-US" sz="1600">
                <a:latin typeface="+mn-lt"/>
                <a:sym typeface="Wingdings" panose="05000000000000000000" pitchFamily="2" charset="2"/>
              </a:rPr>
              <a:t>or</a:t>
            </a:r>
            <a:br>
              <a:rPr lang="en-US" sz="1600">
                <a:latin typeface="+mn-lt"/>
                <a:sym typeface="Wingdings" panose="05000000000000000000" pitchFamily="2" charset="2"/>
              </a:rPr>
            </a:br>
            <a:r>
              <a:rPr lang="en-US" sz="1600">
                <a:latin typeface="+mn-lt"/>
                <a:sym typeface="Wingdings" panose="05000000000000000000" pitchFamily="2" charset="2"/>
              </a:rPr>
              <a:t>Start Page -&gt; New Project</a:t>
            </a:r>
            <a:endParaRPr lang="en-US" sz="1600">
              <a:latin typeface="+mn-lt"/>
            </a:endParaRPr>
          </a:p>
        </p:txBody>
      </p:sp>
    </p:spTree>
    <p:extLst>
      <p:ext uri="{BB962C8B-B14F-4D97-AF65-F5344CB8AC3E}">
        <p14:creationId xmlns:p14="http://schemas.microsoft.com/office/powerpoint/2010/main" val="1987981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9EA1-ECE3-4334-A1BC-2EEED79D9B8D}"/>
              </a:ext>
            </a:extLst>
          </p:cNvPr>
          <p:cNvSpPr>
            <a:spLocks noGrp="1"/>
          </p:cNvSpPr>
          <p:nvPr>
            <p:ph type="title"/>
          </p:nvPr>
        </p:nvSpPr>
        <p:spPr/>
        <p:txBody>
          <a:bodyPr/>
          <a:lstStyle/>
          <a:p>
            <a:r>
              <a:rPr lang="en-US"/>
              <a:t>Practice</a:t>
            </a:r>
          </a:p>
        </p:txBody>
      </p:sp>
      <p:sp>
        <p:nvSpPr>
          <p:cNvPr id="3" name="Slide Number Placeholder 2">
            <a:extLst>
              <a:ext uri="{FF2B5EF4-FFF2-40B4-BE49-F238E27FC236}">
                <a16:creationId xmlns:a16="http://schemas.microsoft.com/office/drawing/2014/main" id="{E469DC67-AE2F-4FA0-A5BD-D8665D253D2D}"/>
              </a:ext>
            </a:extLst>
          </p:cNvPr>
          <p:cNvSpPr>
            <a:spLocks noGrp="1"/>
          </p:cNvSpPr>
          <p:nvPr>
            <p:ph type="sldNum" sz="quarter" idx="11"/>
          </p:nvPr>
        </p:nvSpPr>
        <p:spPr/>
        <p:txBody>
          <a:bodyPr/>
          <a:lstStyle/>
          <a:p>
            <a:fld id="{E16BA917-7F09-4B8D-AF07-F52890C14046}" type="slidenum">
              <a:rPr lang="da-DK" smtClean="0"/>
              <a:pPr/>
              <a:t>20</a:t>
            </a:fld>
            <a:endParaRPr lang="da-DK"/>
          </a:p>
        </p:txBody>
      </p:sp>
      <p:sp>
        <p:nvSpPr>
          <p:cNvPr id="4" name="Text Placeholder 3">
            <a:extLst>
              <a:ext uri="{FF2B5EF4-FFF2-40B4-BE49-F238E27FC236}">
                <a16:creationId xmlns:a16="http://schemas.microsoft.com/office/drawing/2014/main" id="{E399588F-6207-43E6-896F-411EE4D1EE68}"/>
              </a:ext>
            </a:extLst>
          </p:cNvPr>
          <p:cNvSpPr>
            <a:spLocks noGrp="1"/>
          </p:cNvSpPr>
          <p:nvPr>
            <p:ph type="body" sz="quarter" idx="17"/>
          </p:nvPr>
        </p:nvSpPr>
        <p:spPr/>
        <p:txBody>
          <a:bodyPr/>
          <a:lstStyle/>
          <a:p>
            <a:r>
              <a:rPr lang="en-US"/>
              <a:t>Visual studio. Navigation and customization</a:t>
            </a:r>
          </a:p>
        </p:txBody>
      </p:sp>
      <p:sp>
        <p:nvSpPr>
          <p:cNvPr id="5" name="TextBox 4">
            <a:extLst>
              <a:ext uri="{FF2B5EF4-FFF2-40B4-BE49-F238E27FC236}">
                <a16:creationId xmlns:a16="http://schemas.microsoft.com/office/drawing/2014/main" id="{133F8559-D403-480C-A954-FFDDAEDB221E}"/>
              </a:ext>
            </a:extLst>
          </p:cNvPr>
          <p:cNvSpPr txBox="1"/>
          <p:nvPr/>
        </p:nvSpPr>
        <p:spPr>
          <a:xfrm>
            <a:off x="672000" y="1594591"/>
            <a:ext cx="10855897" cy="4125726"/>
          </a:xfrm>
          <a:prstGeom prst="rect">
            <a:avLst/>
          </a:prstGeom>
          <a:noFill/>
        </p:spPr>
        <p:txBody>
          <a:bodyPr wrap="none" lIns="0" tIns="0" rIns="0" bIns="0" rtlCol="0" anchor="t">
            <a:noAutofit/>
          </a:bodyPr>
          <a:lstStyle/>
          <a:p>
            <a:pPr marL="342900" indent="-342900" defTabSz="179388">
              <a:spcAft>
                <a:spcPts val="600"/>
              </a:spcAft>
              <a:buClr>
                <a:srgbClr val="00DEE6"/>
              </a:buClr>
              <a:buFont typeface="Arial" panose="020B0604020202020204" pitchFamily="34" charset="0"/>
              <a:buAutoNum type="arabicPeriod"/>
            </a:pPr>
            <a:r>
              <a:rPr lang="en-US" sz="2000">
                <a:latin typeface="+mn-lt"/>
              </a:rPr>
              <a:t>Open Visual Studio</a:t>
            </a:r>
          </a:p>
          <a:p>
            <a:pPr marL="342900" indent="-342900" defTabSz="179388">
              <a:spcAft>
                <a:spcPts val="600"/>
              </a:spcAft>
              <a:buClr>
                <a:srgbClr val="00DEE6"/>
              </a:buClr>
              <a:buAutoNum type="arabicPeriod"/>
            </a:pPr>
            <a:r>
              <a:rPr lang="en-US" sz="2000">
                <a:latin typeface="+mn-lt"/>
                <a:ea typeface="ＭＳ Ｐゴシック"/>
              </a:rPr>
              <a:t>Explore VS settings (options). Find </a:t>
            </a:r>
            <a:r>
              <a:rPr lang="en-US" sz="2000">
                <a:latin typeface="+mn-lt"/>
                <a:ea typeface="ＭＳ Ｐゴシック"/>
                <a:cs typeface="Arial"/>
              </a:rPr>
              <a:t>color scheme </a:t>
            </a:r>
            <a:r>
              <a:rPr lang="en-US" sz="2000">
                <a:latin typeface="+mn-lt"/>
                <a:ea typeface="ＭＳ Ｐゴシック"/>
              </a:rPr>
              <a:t>and change it if needed.</a:t>
            </a:r>
          </a:p>
          <a:p>
            <a:pPr marL="342900" indent="-342900" defTabSz="179388">
              <a:spcAft>
                <a:spcPts val="600"/>
              </a:spcAft>
              <a:buClr>
                <a:srgbClr val="00DEE6"/>
              </a:buClr>
              <a:buFont typeface="Arial" panose="020B0604020202020204" pitchFamily="34" charset="0"/>
              <a:buAutoNum type="arabicPeriod"/>
            </a:pPr>
            <a:r>
              <a:rPr lang="en-US" sz="2000">
                <a:latin typeface="+mn-lt"/>
              </a:rPr>
              <a:t>Check that ReSharper is installed. </a:t>
            </a:r>
          </a:p>
          <a:p>
            <a:pPr marL="342900" indent="-342900" defTabSz="179388">
              <a:spcAft>
                <a:spcPts val="600"/>
              </a:spcAft>
              <a:buClr>
                <a:srgbClr val="00DEE6"/>
              </a:buClr>
              <a:buFont typeface="Arial" panose="020B0604020202020204" pitchFamily="34" charset="0"/>
              <a:buAutoNum type="arabicPeriod"/>
            </a:pPr>
            <a:r>
              <a:rPr lang="en-US" sz="2000">
                <a:latin typeface="+mn-lt"/>
                <a:ea typeface="ＭＳ Ｐゴシック"/>
              </a:rPr>
              <a:t>Create a Console application. Give it a name that differs from suggested by VS.</a:t>
            </a:r>
          </a:p>
          <a:p>
            <a:pPr marL="342900" indent="-342900" defTabSz="179388">
              <a:spcAft>
                <a:spcPts val="600"/>
              </a:spcAft>
              <a:buClr>
                <a:srgbClr val="00DEE6"/>
              </a:buClr>
              <a:buFont typeface="Arial" panose="020B0604020202020204" pitchFamily="34" charset="0"/>
              <a:buAutoNum type="arabicPeriod"/>
            </a:pPr>
            <a:r>
              <a:rPr lang="en-US" sz="2000">
                <a:latin typeface="+mn-lt"/>
              </a:rPr>
              <a:t>Navigate “Solution Explorer” window. Dock it to the right, pin the window.</a:t>
            </a:r>
          </a:p>
          <a:p>
            <a:pPr marL="342900" indent="-342900" defTabSz="179388">
              <a:spcAft>
                <a:spcPts val="600"/>
              </a:spcAft>
              <a:buClr>
                <a:srgbClr val="00DEE6"/>
              </a:buClr>
              <a:buFont typeface="Arial" panose="020B0604020202020204" pitchFamily="34" charset="0"/>
              <a:buAutoNum type="arabicPeriod"/>
            </a:pPr>
            <a:r>
              <a:rPr lang="en-US" sz="2000">
                <a:latin typeface="+mn-lt"/>
                <a:ea typeface="ＭＳ Ｐゴシック"/>
              </a:rPr>
              <a:t>Explore Project properties, open project folder in the File Explorer. </a:t>
            </a:r>
            <a:endParaRPr lang="en-US" sz="2000">
              <a:latin typeface="+mn-lt"/>
            </a:endParaRPr>
          </a:p>
          <a:p>
            <a:pPr marL="342900" indent="-342900" defTabSz="179388">
              <a:spcAft>
                <a:spcPts val="600"/>
              </a:spcAft>
              <a:buClr>
                <a:srgbClr val="00DEE6"/>
              </a:buClr>
              <a:buFont typeface="Arial" panose="020B0604020202020204" pitchFamily="34" charset="0"/>
              <a:buAutoNum type="arabicPeriod"/>
            </a:pPr>
            <a:r>
              <a:rPr lang="en-US" sz="2000">
                <a:latin typeface="+mn-lt"/>
              </a:rPr>
              <a:t>Navigate “Error List” window. Dock it to the bottom.</a:t>
            </a:r>
          </a:p>
          <a:p>
            <a:pPr marL="342900" indent="-342900" defTabSz="179388">
              <a:spcAft>
                <a:spcPts val="600"/>
              </a:spcAft>
              <a:buClr>
                <a:srgbClr val="00DEE6"/>
              </a:buClr>
              <a:buFont typeface="Arial" panose="020B0604020202020204" pitchFamily="34" charset="0"/>
              <a:buAutoNum type="arabicPeriod"/>
            </a:pPr>
            <a:r>
              <a:rPr lang="en-US" sz="2000">
                <a:latin typeface="+mn-lt"/>
              </a:rPr>
              <a:t>Open “Test Explorer”, apply auto-hide property to this window.</a:t>
            </a:r>
          </a:p>
          <a:p>
            <a:pPr marL="342900" indent="-342900" defTabSz="179388">
              <a:spcAft>
                <a:spcPts val="600"/>
              </a:spcAft>
              <a:buClr>
                <a:srgbClr val="00DEE6"/>
              </a:buClr>
              <a:buFont typeface="Arial" panose="020B0604020202020204" pitchFamily="34" charset="0"/>
              <a:buAutoNum type="arabicPeriod"/>
            </a:pPr>
            <a:r>
              <a:rPr lang="en-US" sz="2000">
                <a:latin typeface="+mn-lt"/>
              </a:rPr>
              <a:t>Close Visual Studio. Open VS again and find your project/solution in the “recent”, open it.</a:t>
            </a:r>
          </a:p>
          <a:p>
            <a:pPr marL="342900" indent="-342900" defTabSz="179388">
              <a:buClr>
                <a:srgbClr val="00DEE6"/>
              </a:buClr>
              <a:buFont typeface="Arial" panose="020B0604020202020204" pitchFamily="34" charset="0"/>
              <a:buAutoNum type="arabicPeriod"/>
            </a:pPr>
            <a:endParaRPr lang="en-US" sz="1600">
              <a:latin typeface="+mn-lt"/>
            </a:endParaRPr>
          </a:p>
          <a:p>
            <a:pPr marL="342900" indent="-342900" defTabSz="179388">
              <a:buClr>
                <a:srgbClr val="00DEE6"/>
              </a:buClr>
              <a:buFont typeface="Arial" panose="020B0604020202020204" pitchFamily="34" charset="0"/>
              <a:buAutoNum type="arabicPeriod"/>
            </a:pPr>
            <a:endParaRPr lang="en-US" sz="1600">
              <a:latin typeface="+mn-lt"/>
            </a:endParaRP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r>
              <a:rPr lang="en-US" sz="1600">
                <a:latin typeface="+mn-lt"/>
              </a:rPr>
              <a:t>                                                                          </a:t>
            </a:r>
          </a:p>
        </p:txBody>
      </p:sp>
      <p:pic>
        <p:nvPicPr>
          <p:cNvPr id="6" name="Graphic 5" descr="Flask">
            <a:extLst>
              <a:ext uri="{FF2B5EF4-FFF2-40B4-BE49-F238E27FC236}">
                <a16:creationId xmlns:a16="http://schemas.microsoft.com/office/drawing/2014/main" id="{2EC3E491-F121-4EF0-8ECC-404FD49818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710093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6E83-C9A5-44A8-969C-2052CA06A5E9}"/>
              </a:ext>
            </a:extLst>
          </p:cNvPr>
          <p:cNvSpPr>
            <a:spLocks noGrp="1"/>
          </p:cNvSpPr>
          <p:nvPr>
            <p:ph type="title"/>
          </p:nvPr>
        </p:nvSpPr>
        <p:spPr/>
        <p:txBody>
          <a:bodyPr/>
          <a:lstStyle/>
          <a:p>
            <a:r>
              <a:rPr lang="en-US"/>
              <a:t>Practice</a:t>
            </a:r>
          </a:p>
        </p:txBody>
      </p:sp>
      <p:sp>
        <p:nvSpPr>
          <p:cNvPr id="3" name="Slide Number Placeholder 2">
            <a:extLst>
              <a:ext uri="{FF2B5EF4-FFF2-40B4-BE49-F238E27FC236}">
                <a16:creationId xmlns:a16="http://schemas.microsoft.com/office/drawing/2014/main" id="{61005B34-9A28-424E-8849-51AA41CA61D5}"/>
              </a:ext>
            </a:extLst>
          </p:cNvPr>
          <p:cNvSpPr>
            <a:spLocks noGrp="1"/>
          </p:cNvSpPr>
          <p:nvPr>
            <p:ph type="sldNum" sz="quarter" idx="11"/>
          </p:nvPr>
        </p:nvSpPr>
        <p:spPr/>
        <p:txBody>
          <a:bodyPr/>
          <a:lstStyle/>
          <a:p>
            <a:fld id="{E16BA917-7F09-4B8D-AF07-F52890C14046}" type="slidenum">
              <a:rPr lang="da-DK" smtClean="0"/>
              <a:pPr/>
              <a:t>21</a:t>
            </a:fld>
            <a:endParaRPr lang="da-DK"/>
          </a:p>
        </p:txBody>
      </p:sp>
      <p:sp>
        <p:nvSpPr>
          <p:cNvPr id="4" name="Text Placeholder 3">
            <a:extLst>
              <a:ext uri="{FF2B5EF4-FFF2-40B4-BE49-F238E27FC236}">
                <a16:creationId xmlns:a16="http://schemas.microsoft.com/office/drawing/2014/main" id="{48ACF8C0-4C2D-48EA-86CE-0112C3B4E3DC}"/>
              </a:ext>
            </a:extLst>
          </p:cNvPr>
          <p:cNvSpPr>
            <a:spLocks noGrp="1"/>
          </p:cNvSpPr>
          <p:nvPr>
            <p:ph type="body" sz="quarter" idx="17"/>
          </p:nvPr>
        </p:nvSpPr>
        <p:spPr/>
        <p:txBody>
          <a:bodyPr/>
          <a:lstStyle/>
          <a:p>
            <a:r>
              <a:rPr lang="en-US"/>
              <a:t>Solution</a:t>
            </a:r>
          </a:p>
        </p:txBody>
      </p:sp>
      <p:pic>
        <p:nvPicPr>
          <p:cNvPr id="6" name="Picture 5">
            <a:extLst>
              <a:ext uri="{FF2B5EF4-FFF2-40B4-BE49-F238E27FC236}">
                <a16:creationId xmlns:a16="http://schemas.microsoft.com/office/drawing/2014/main" id="{46AC398E-6453-49CF-B2FB-C0E1E73C9DDA}"/>
              </a:ext>
            </a:extLst>
          </p:cNvPr>
          <p:cNvPicPr>
            <a:picLocks noChangeAspect="1"/>
          </p:cNvPicPr>
          <p:nvPr/>
        </p:nvPicPr>
        <p:blipFill>
          <a:blip r:embed="rId3"/>
          <a:stretch>
            <a:fillRect/>
          </a:stretch>
        </p:blipFill>
        <p:spPr>
          <a:xfrm>
            <a:off x="1457325" y="1516800"/>
            <a:ext cx="8524875" cy="4649932"/>
          </a:xfrm>
          <a:prstGeom prst="rect">
            <a:avLst/>
          </a:prstGeom>
        </p:spPr>
      </p:pic>
      <p:pic>
        <p:nvPicPr>
          <p:cNvPr id="7" name="Graphic 6" descr="Flask">
            <a:extLst>
              <a:ext uri="{FF2B5EF4-FFF2-40B4-BE49-F238E27FC236}">
                <a16:creationId xmlns:a16="http://schemas.microsoft.com/office/drawing/2014/main" id="{028A062C-1EDF-4856-829E-8713F7AE66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018759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9E03-64A0-4CFD-8BA8-4F95F6D57FBB}"/>
              </a:ext>
            </a:extLst>
          </p:cNvPr>
          <p:cNvSpPr>
            <a:spLocks noGrp="1"/>
          </p:cNvSpPr>
          <p:nvPr>
            <p:ph type="title"/>
          </p:nvPr>
        </p:nvSpPr>
        <p:spPr/>
        <p:txBody>
          <a:bodyPr/>
          <a:lstStyle/>
          <a:p>
            <a:r>
              <a:rPr lang="en-US"/>
              <a:t>Visual studio </a:t>
            </a:r>
          </a:p>
        </p:txBody>
      </p:sp>
      <p:sp>
        <p:nvSpPr>
          <p:cNvPr id="3" name="Slide Number Placeholder 2">
            <a:extLst>
              <a:ext uri="{FF2B5EF4-FFF2-40B4-BE49-F238E27FC236}">
                <a16:creationId xmlns:a16="http://schemas.microsoft.com/office/drawing/2014/main" id="{6AE04742-8F18-490B-AFF2-DD493C110127}"/>
              </a:ext>
            </a:extLst>
          </p:cNvPr>
          <p:cNvSpPr>
            <a:spLocks noGrp="1"/>
          </p:cNvSpPr>
          <p:nvPr>
            <p:ph type="sldNum" sz="quarter" idx="11"/>
          </p:nvPr>
        </p:nvSpPr>
        <p:spPr/>
        <p:txBody>
          <a:bodyPr/>
          <a:lstStyle/>
          <a:p>
            <a:fld id="{E16BA917-7F09-4B8D-AF07-F52890C14046}" type="slidenum">
              <a:rPr lang="da-DK" smtClean="0"/>
              <a:pPr/>
              <a:t>22</a:t>
            </a:fld>
            <a:endParaRPr lang="da-DK"/>
          </a:p>
        </p:txBody>
      </p:sp>
      <p:sp>
        <p:nvSpPr>
          <p:cNvPr id="4" name="Text Placeholder 3">
            <a:extLst>
              <a:ext uri="{FF2B5EF4-FFF2-40B4-BE49-F238E27FC236}">
                <a16:creationId xmlns:a16="http://schemas.microsoft.com/office/drawing/2014/main" id="{ADADB590-8141-4AF0-98BF-B8E849E4BE99}"/>
              </a:ext>
            </a:extLst>
          </p:cNvPr>
          <p:cNvSpPr>
            <a:spLocks noGrp="1"/>
          </p:cNvSpPr>
          <p:nvPr>
            <p:ph type="body" sz="quarter" idx="17"/>
          </p:nvPr>
        </p:nvSpPr>
        <p:spPr/>
        <p:txBody>
          <a:bodyPr/>
          <a:lstStyle/>
          <a:p>
            <a:r>
              <a:rPr lang="en-US"/>
              <a:t>console application</a:t>
            </a:r>
          </a:p>
        </p:txBody>
      </p:sp>
      <p:pic>
        <p:nvPicPr>
          <p:cNvPr id="8" name="Picture 7">
            <a:extLst>
              <a:ext uri="{FF2B5EF4-FFF2-40B4-BE49-F238E27FC236}">
                <a16:creationId xmlns:a16="http://schemas.microsoft.com/office/drawing/2014/main" id="{30B258E1-5C62-4FB3-B1A9-422187703ACF}"/>
              </a:ext>
            </a:extLst>
          </p:cNvPr>
          <p:cNvPicPr>
            <a:picLocks noChangeAspect="1"/>
          </p:cNvPicPr>
          <p:nvPr/>
        </p:nvPicPr>
        <p:blipFill>
          <a:blip r:embed="rId3"/>
          <a:stretch>
            <a:fillRect/>
          </a:stretch>
        </p:blipFill>
        <p:spPr>
          <a:xfrm>
            <a:off x="3541085" y="1458384"/>
            <a:ext cx="7724276" cy="4940587"/>
          </a:xfrm>
          <a:prstGeom prst="rect">
            <a:avLst/>
          </a:prstGeom>
        </p:spPr>
      </p:pic>
      <p:sp>
        <p:nvSpPr>
          <p:cNvPr id="9" name="TextBox 8">
            <a:extLst>
              <a:ext uri="{FF2B5EF4-FFF2-40B4-BE49-F238E27FC236}">
                <a16:creationId xmlns:a16="http://schemas.microsoft.com/office/drawing/2014/main" id="{6F0113C2-208C-49CD-ADCF-604A11DDA645}"/>
              </a:ext>
            </a:extLst>
          </p:cNvPr>
          <p:cNvSpPr txBox="1"/>
          <p:nvPr/>
        </p:nvSpPr>
        <p:spPr>
          <a:xfrm>
            <a:off x="661959" y="1971676"/>
            <a:ext cx="2527808" cy="83532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File </a:t>
            </a:r>
            <a:r>
              <a:rPr lang="en-US" sz="1600">
                <a:latin typeface="+mn-lt"/>
                <a:sym typeface="Wingdings" panose="05000000000000000000" pitchFamily="2" charset="2"/>
              </a:rPr>
              <a:t>-&gt; New Project</a:t>
            </a:r>
            <a:br>
              <a:rPr lang="en-US" sz="1600">
                <a:latin typeface="+mn-lt"/>
                <a:sym typeface="Wingdings" panose="05000000000000000000" pitchFamily="2" charset="2"/>
              </a:rPr>
            </a:br>
            <a:r>
              <a:rPr lang="en-US" sz="1600">
                <a:latin typeface="+mn-lt"/>
                <a:sym typeface="Wingdings" panose="05000000000000000000" pitchFamily="2" charset="2"/>
              </a:rPr>
              <a:t>or</a:t>
            </a:r>
            <a:br>
              <a:rPr lang="en-US" sz="1600">
                <a:latin typeface="+mn-lt"/>
                <a:sym typeface="Wingdings" panose="05000000000000000000" pitchFamily="2" charset="2"/>
              </a:rPr>
            </a:br>
            <a:r>
              <a:rPr lang="en-US" sz="1600">
                <a:latin typeface="+mn-lt"/>
                <a:sym typeface="Wingdings" panose="05000000000000000000" pitchFamily="2" charset="2"/>
              </a:rPr>
              <a:t>Start Page -&gt; New Project</a:t>
            </a:r>
            <a:endParaRPr lang="en-US" sz="1600">
              <a:latin typeface="+mn-lt"/>
            </a:endParaRPr>
          </a:p>
        </p:txBody>
      </p:sp>
    </p:spTree>
    <p:extLst>
      <p:ext uri="{BB962C8B-B14F-4D97-AF65-F5344CB8AC3E}">
        <p14:creationId xmlns:p14="http://schemas.microsoft.com/office/powerpoint/2010/main" val="822067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F231-613B-4687-9348-D754CE00FB64}"/>
              </a:ext>
            </a:extLst>
          </p:cNvPr>
          <p:cNvSpPr>
            <a:spLocks noGrp="1"/>
          </p:cNvSpPr>
          <p:nvPr>
            <p:ph type="title"/>
          </p:nvPr>
        </p:nvSpPr>
        <p:spPr/>
        <p:txBody>
          <a:bodyPr/>
          <a:lstStyle/>
          <a:p>
            <a:r>
              <a:rPr lang="en-US"/>
              <a:t>Simple C# PROGRAM</a:t>
            </a:r>
          </a:p>
        </p:txBody>
      </p:sp>
      <p:sp>
        <p:nvSpPr>
          <p:cNvPr id="3" name="Slide Number Placeholder 2">
            <a:extLst>
              <a:ext uri="{FF2B5EF4-FFF2-40B4-BE49-F238E27FC236}">
                <a16:creationId xmlns:a16="http://schemas.microsoft.com/office/drawing/2014/main" id="{45763000-86AF-491A-9FE6-8806357395ED}"/>
              </a:ext>
            </a:extLst>
          </p:cNvPr>
          <p:cNvSpPr>
            <a:spLocks noGrp="1"/>
          </p:cNvSpPr>
          <p:nvPr>
            <p:ph type="sldNum" sz="quarter" idx="11"/>
          </p:nvPr>
        </p:nvSpPr>
        <p:spPr/>
        <p:txBody>
          <a:bodyPr/>
          <a:lstStyle/>
          <a:p>
            <a:fld id="{E16BA917-7F09-4B8D-AF07-F52890C14046}" type="slidenum">
              <a:rPr lang="da-DK" smtClean="0"/>
              <a:pPr/>
              <a:t>23</a:t>
            </a:fld>
            <a:endParaRPr lang="da-DK"/>
          </a:p>
        </p:txBody>
      </p:sp>
      <p:sp>
        <p:nvSpPr>
          <p:cNvPr id="4" name="Text Placeholder 3">
            <a:extLst>
              <a:ext uri="{FF2B5EF4-FFF2-40B4-BE49-F238E27FC236}">
                <a16:creationId xmlns:a16="http://schemas.microsoft.com/office/drawing/2014/main" id="{623D6F71-CABC-428A-8060-0E1DCE538AE3}"/>
              </a:ext>
            </a:extLst>
          </p:cNvPr>
          <p:cNvSpPr>
            <a:spLocks noGrp="1"/>
          </p:cNvSpPr>
          <p:nvPr>
            <p:ph type="body" sz="quarter" idx="17"/>
          </p:nvPr>
        </p:nvSpPr>
        <p:spPr/>
        <p:txBody>
          <a:bodyPr/>
          <a:lstStyle/>
          <a:p>
            <a:r>
              <a:rPr lang="en-US">
                <a:latin typeface="Arial"/>
                <a:cs typeface="Arial"/>
              </a:rPr>
              <a:t>The first one</a:t>
            </a:r>
          </a:p>
        </p:txBody>
      </p:sp>
      <p:sp>
        <p:nvSpPr>
          <p:cNvPr id="5" name="TextBox 4">
            <a:extLst>
              <a:ext uri="{FF2B5EF4-FFF2-40B4-BE49-F238E27FC236}">
                <a16:creationId xmlns:a16="http://schemas.microsoft.com/office/drawing/2014/main" id="{8892A49B-6402-4C7A-A8F0-059CE65370F2}"/>
              </a:ext>
            </a:extLst>
          </p:cNvPr>
          <p:cNvSpPr txBox="1"/>
          <p:nvPr/>
        </p:nvSpPr>
        <p:spPr>
          <a:xfrm>
            <a:off x="781049" y="1815042"/>
            <a:ext cx="10179740" cy="3986958"/>
          </a:xfrm>
          <a:prstGeom prst="rect">
            <a:avLst/>
          </a:prstGeom>
          <a:noFill/>
        </p:spPr>
        <p:txBody>
          <a:bodyPr wrap="none" lIns="0" tIns="0" rIns="0" bIns="0" rtlCol="0">
            <a:noAutofit/>
          </a:bodyPr>
          <a:lstStyle/>
          <a:p>
            <a:r>
              <a:rPr lang="en-US" sz="1800">
                <a:solidFill>
                  <a:srgbClr val="008000"/>
                </a:solidFill>
                <a:latin typeface="Consolas" panose="020B0609020204030204" pitchFamily="49" charset="0"/>
              </a:rPr>
              <a:t>// code of our simple program belongs to </a:t>
            </a:r>
            <a:r>
              <a:rPr lang="en-US" sz="1800" err="1">
                <a:solidFill>
                  <a:srgbClr val="008000"/>
                </a:solidFill>
                <a:latin typeface="Consolas" panose="020B0609020204030204" pitchFamily="49" charset="0"/>
              </a:rPr>
              <a:t>FirstConsoleApp</a:t>
            </a:r>
            <a:r>
              <a:rPr lang="en-US" sz="1800">
                <a:solidFill>
                  <a:srgbClr val="008000"/>
                </a:solidFill>
                <a:latin typeface="Consolas" panose="020B0609020204030204" pitchFamily="49" charset="0"/>
              </a:rPr>
              <a:t> namespace</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namespace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FirstConsoleApp</a:t>
            </a:r>
            <a:r>
              <a:rPr lang="en-US" sz="1800">
                <a:solidFill>
                  <a:srgbClr val="000000"/>
                </a:solidFill>
                <a:latin typeface="Consolas" panose="020B0609020204030204" pitchFamily="49" charset="0"/>
              </a:rPr>
              <a:t> {</a:t>
            </a:r>
          </a:p>
          <a:p>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declaration of the class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class</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Program</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declaration of the method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Main() {</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Body of the method add logic here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call method WriteLine from class Console from namespace System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System.</a:t>
            </a:r>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"Hi All"</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a:t>
            </a:r>
          </a:p>
        </p:txBody>
      </p:sp>
    </p:spTree>
    <p:extLst>
      <p:ext uri="{BB962C8B-B14F-4D97-AF65-F5344CB8AC3E}">
        <p14:creationId xmlns:p14="http://schemas.microsoft.com/office/powerpoint/2010/main" val="1494123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C0C28176-1FA9-4515-A6CD-8A891D91C310}"/>
              </a:ext>
            </a:extLst>
          </p:cNvPr>
          <p:cNvSpPr txBox="1"/>
          <p:nvPr/>
        </p:nvSpPr>
        <p:spPr>
          <a:xfrm>
            <a:off x="862123" y="4881188"/>
            <a:ext cx="1085397" cy="460744"/>
          </a:xfrm>
          <a:prstGeom prst="rect">
            <a:avLst/>
          </a:prstGeom>
          <a:noFill/>
          <a:ln>
            <a:solidFill>
              <a:schemeClr val="accent3"/>
            </a:solidFill>
          </a:ln>
        </p:spPr>
        <p:txBody>
          <a:bodyPr wrap="square" lIns="0" tIns="0" rIns="0" bIns="0" rtlCol="0">
            <a:noAutofit/>
          </a:bodyPr>
          <a:lstStyle/>
          <a:p>
            <a:pPr marL="0" indent="0" algn="l" defTabSz="179388">
              <a:buClr>
                <a:srgbClr val="00DEE6"/>
              </a:buClr>
              <a:buFont typeface="Arial" panose="020B0604020202020204" pitchFamily="34" charset="0"/>
              <a:buNone/>
            </a:pPr>
            <a:endParaRPr lang="en-GB" sz="2400">
              <a:latin typeface="+mn-lt"/>
            </a:endParaRPr>
          </a:p>
        </p:txBody>
      </p:sp>
      <p:sp>
        <p:nvSpPr>
          <p:cNvPr id="2" name="Title 1">
            <a:extLst>
              <a:ext uri="{FF2B5EF4-FFF2-40B4-BE49-F238E27FC236}">
                <a16:creationId xmlns:a16="http://schemas.microsoft.com/office/drawing/2014/main" id="{B260A58C-8743-4BC6-B15B-072903B8DE5B}"/>
              </a:ext>
            </a:extLst>
          </p:cNvPr>
          <p:cNvSpPr>
            <a:spLocks noGrp="1"/>
          </p:cNvSpPr>
          <p:nvPr>
            <p:ph type="title"/>
          </p:nvPr>
        </p:nvSpPr>
        <p:spPr/>
        <p:txBody>
          <a:bodyPr/>
          <a:lstStyle/>
          <a:p>
            <a:r>
              <a:rPr lang="en-US"/>
              <a:t>Simple C# PROGRAM</a:t>
            </a:r>
          </a:p>
        </p:txBody>
      </p:sp>
      <p:sp>
        <p:nvSpPr>
          <p:cNvPr id="3" name="Slide Number Placeholder 2">
            <a:extLst>
              <a:ext uri="{FF2B5EF4-FFF2-40B4-BE49-F238E27FC236}">
                <a16:creationId xmlns:a16="http://schemas.microsoft.com/office/drawing/2014/main" id="{384061C7-4046-449E-9FD2-837CA4ABB079}"/>
              </a:ext>
            </a:extLst>
          </p:cNvPr>
          <p:cNvSpPr>
            <a:spLocks noGrp="1"/>
          </p:cNvSpPr>
          <p:nvPr>
            <p:ph type="sldNum" sz="quarter" idx="11"/>
          </p:nvPr>
        </p:nvSpPr>
        <p:spPr/>
        <p:txBody>
          <a:bodyPr/>
          <a:lstStyle/>
          <a:p>
            <a:fld id="{E16BA917-7F09-4B8D-AF07-F52890C14046}" type="slidenum">
              <a:rPr lang="da-DK" smtClean="0"/>
              <a:pPr/>
              <a:t>24</a:t>
            </a:fld>
            <a:endParaRPr lang="da-DK"/>
          </a:p>
        </p:txBody>
      </p:sp>
      <p:sp>
        <p:nvSpPr>
          <p:cNvPr id="4" name="Text Placeholder 3">
            <a:extLst>
              <a:ext uri="{FF2B5EF4-FFF2-40B4-BE49-F238E27FC236}">
                <a16:creationId xmlns:a16="http://schemas.microsoft.com/office/drawing/2014/main" id="{3C9CB473-1C5E-4726-9FC9-8157550C57D0}"/>
              </a:ext>
            </a:extLst>
          </p:cNvPr>
          <p:cNvSpPr>
            <a:spLocks noGrp="1"/>
          </p:cNvSpPr>
          <p:nvPr>
            <p:ph type="body" sz="quarter" idx="17"/>
          </p:nvPr>
        </p:nvSpPr>
        <p:spPr/>
        <p:txBody>
          <a:bodyPr/>
          <a:lstStyle/>
          <a:p>
            <a:r>
              <a:rPr lang="en-US">
                <a:latin typeface="Arial"/>
                <a:cs typeface="Arial"/>
              </a:rPr>
              <a:t>Identifiers and keywords</a:t>
            </a:r>
            <a:endParaRPr lang="en-US"/>
          </a:p>
        </p:txBody>
      </p:sp>
      <p:sp>
        <p:nvSpPr>
          <p:cNvPr id="5" name="TextBox 4">
            <a:extLst>
              <a:ext uri="{FF2B5EF4-FFF2-40B4-BE49-F238E27FC236}">
                <a16:creationId xmlns:a16="http://schemas.microsoft.com/office/drawing/2014/main" id="{E77980BD-C237-4816-BF27-033ADAEE5702}"/>
              </a:ext>
            </a:extLst>
          </p:cNvPr>
          <p:cNvSpPr txBox="1"/>
          <p:nvPr/>
        </p:nvSpPr>
        <p:spPr>
          <a:xfrm>
            <a:off x="636167" y="1524832"/>
            <a:ext cx="11360610" cy="3093154"/>
          </a:xfrm>
          <a:prstGeom prst="rect">
            <a:avLst/>
          </a:prstGeom>
          <a:noFill/>
        </p:spPr>
        <p:txBody>
          <a:bodyPr wrap="square" lIns="0" tIns="0" rIns="0" bIns="0" rtlCol="0">
            <a:spAutoFit/>
          </a:bodyPr>
          <a:lstStyle/>
          <a:p>
            <a:pPr marL="0" indent="0" defTabSz="179388">
              <a:spcAft>
                <a:spcPts val="600"/>
              </a:spcAft>
              <a:buClr>
                <a:srgbClr val="00DEE6"/>
              </a:buClr>
              <a:buFont typeface="Arial" panose="020B0604020202020204" pitchFamily="34" charset="0"/>
              <a:buNone/>
            </a:pPr>
            <a:r>
              <a:rPr lang="en-US" sz="2000">
                <a:solidFill>
                  <a:schemeClr val="accent2"/>
                </a:solidFill>
                <a:latin typeface="+mn-lt"/>
              </a:rPr>
              <a:t>Identifiers </a:t>
            </a:r>
            <a:r>
              <a:rPr lang="en-US" sz="2000">
                <a:latin typeface="+mn-lt"/>
              </a:rPr>
              <a:t>are character strings used to name variables, methods, namespaces, classes etc.  </a:t>
            </a:r>
          </a:p>
          <a:p>
            <a:pPr marL="0" indent="0" defTabSz="179388">
              <a:spcAft>
                <a:spcPts val="600"/>
              </a:spcAft>
              <a:buClr>
                <a:srgbClr val="00DEE6"/>
              </a:buClr>
              <a:buFont typeface="Arial" panose="020B0604020202020204" pitchFamily="34" charset="0"/>
              <a:buNone/>
            </a:pPr>
            <a:r>
              <a:rPr lang="en-US" sz="2000">
                <a:latin typeface="+mn-lt"/>
              </a:rPr>
              <a:t>The identifiers in C# are case sensitive. There two main rules for valid identifiers:</a:t>
            </a:r>
          </a:p>
          <a:p>
            <a:pPr marL="285750" indent="-285750" defTabSz="179388">
              <a:spcAft>
                <a:spcPts val="600"/>
              </a:spcAft>
              <a:buClr>
                <a:srgbClr val="00DEE6"/>
              </a:buClr>
              <a:buFont typeface="Arial" panose="020B0604020202020204" pitchFamily="34" charset="0"/>
              <a:buChar char="•"/>
            </a:pPr>
            <a:r>
              <a:rPr lang="en-US" sz="2000">
                <a:latin typeface="+mn-lt"/>
              </a:rPr>
              <a:t>The alphabetic and underscore characters (a through z, A through Z, and _) are allowed at any position. </a:t>
            </a:r>
          </a:p>
          <a:p>
            <a:pPr marL="285750" indent="-285750" defTabSz="179388">
              <a:spcAft>
                <a:spcPts val="600"/>
              </a:spcAft>
              <a:buClr>
                <a:srgbClr val="00DEE6"/>
              </a:buClr>
              <a:buFont typeface="Arial" panose="020B0604020202020204" pitchFamily="34" charset="0"/>
              <a:buChar char="•"/>
            </a:pPr>
            <a:r>
              <a:rPr lang="en-US" sz="2000">
                <a:latin typeface="+mn-lt"/>
              </a:rPr>
              <a:t>Digits are not allowed in the first position but are allowed everywhere else. </a:t>
            </a:r>
          </a:p>
          <a:p>
            <a:pPr defTabSz="179388">
              <a:spcAft>
                <a:spcPts val="600"/>
              </a:spcAft>
              <a:buClr>
                <a:srgbClr val="00DEE6"/>
              </a:buClr>
            </a:pPr>
            <a:r>
              <a:rPr lang="en-US" sz="2000">
                <a:solidFill>
                  <a:schemeClr val="accent2"/>
                </a:solidFill>
                <a:latin typeface="+mn-lt"/>
              </a:rPr>
              <a:t>Keywords</a:t>
            </a:r>
            <a:r>
              <a:rPr lang="en-US" sz="2000">
                <a:latin typeface="+mn-lt"/>
              </a:rPr>
              <a:t> are names that are reserved by C# language specification.</a:t>
            </a:r>
            <a:br>
              <a:rPr lang="en-US" sz="2000">
                <a:latin typeface="+mn-lt"/>
              </a:rPr>
            </a:br>
            <a:r>
              <a:rPr lang="en-US" sz="2000">
                <a:latin typeface="+mn-lt"/>
              </a:rPr>
              <a:t>Keywords cannot be used as variable names or any other form of identifier, unless prefaced with the @ character. </a:t>
            </a:r>
          </a:p>
          <a:p>
            <a:pPr marL="0" indent="0" defTabSz="179388">
              <a:buClr>
                <a:srgbClr val="00DEE6"/>
              </a:buClr>
              <a:buFont typeface="Arial" panose="020B0604020202020204" pitchFamily="34" charset="0"/>
              <a:buNone/>
            </a:pPr>
            <a:endParaRPr lang="en-US" sz="1600">
              <a:latin typeface="+mn-lt"/>
            </a:endParaRPr>
          </a:p>
        </p:txBody>
      </p:sp>
      <p:sp>
        <p:nvSpPr>
          <p:cNvPr id="6" name="TextBox 5">
            <a:extLst>
              <a:ext uri="{FF2B5EF4-FFF2-40B4-BE49-F238E27FC236}">
                <a16:creationId xmlns:a16="http://schemas.microsoft.com/office/drawing/2014/main" id="{3F30E4F4-7C00-4421-8418-1E100D28896D}"/>
              </a:ext>
            </a:extLst>
          </p:cNvPr>
          <p:cNvSpPr txBox="1"/>
          <p:nvPr/>
        </p:nvSpPr>
        <p:spPr>
          <a:xfrm>
            <a:off x="3421856" y="4204109"/>
            <a:ext cx="6391275" cy="2790825"/>
          </a:xfrm>
          <a:prstGeom prst="rect">
            <a:avLst/>
          </a:prstGeom>
          <a:noFill/>
        </p:spPr>
        <p:txBody>
          <a:bodyPr wrap="square" lIns="0" tIns="0" rIns="0" bIns="0" rtlCol="0">
            <a:noAutofit/>
          </a:bodyPr>
          <a:lstStyle/>
          <a:p>
            <a:r>
              <a:rPr lang="en-US" sz="1800">
                <a:solidFill>
                  <a:srgbClr val="0000FF"/>
                </a:solidFill>
                <a:latin typeface="Consolas" panose="020B0609020204030204" pitchFamily="49" charset="0"/>
              </a:rPr>
              <a:t>class</a:t>
            </a:r>
            <a:r>
              <a:rPr lang="en-US" sz="1800">
                <a:solidFill>
                  <a:srgbClr val="000000"/>
                </a:solidFill>
                <a:latin typeface="Consolas" panose="020B0609020204030204" pitchFamily="49" charset="0"/>
              </a:rPr>
              <a:t> </a:t>
            </a:r>
            <a:r>
              <a:rPr lang="en-US" sz="1800">
                <a:solidFill>
                  <a:srgbClr val="2B91AF"/>
                </a:solidFill>
                <a:latin typeface="Consolas" panose="020B0609020204030204" pitchFamily="49" charset="0"/>
              </a:rPr>
              <a:t>Program</a:t>
            </a:r>
            <a:r>
              <a:rPr lang="en-US" sz="1800">
                <a:solidFill>
                  <a:srgbClr val="000000"/>
                </a:solidFill>
                <a:latin typeface="Consolas" panose="020B0609020204030204" pitchFamily="49" charset="0"/>
              </a:rPr>
              <a:t> {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Main() {              </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//entry point of the program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ComplexMethod</a:t>
            </a:r>
            <a:r>
              <a:rPr lang="en-US" sz="1800">
                <a:solidFill>
                  <a:srgbClr val="000000"/>
                </a:solidFill>
                <a:latin typeface="Consolas" panose="020B0609020204030204" pitchFamily="49" charset="0"/>
              </a:rPr>
              <a:t>(42);       </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ComplexMethod</a:t>
            </a:r>
            <a:r>
              <a:rPr lang="en-US" sz="1800">
                <a:solidFill>
                  <a:srgbClr val="000000"/>
                </a:solidFill>
                <a:latin typeface="Consolas" panose="020B0609020204030204" pitchFamily="49" charset="0"/>
              </a:rPr>
              <a: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anArgument</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//body of the method</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a:t>
            </a:r>
            <a:endParaRPr lang="en-US" sz="1600">
              <a:latin typeface="+mn-lt"/>
            </a:endParaRPr>
          </a:p>
        </p:txBody>
      </p:sp>
      <p:sp>
        <p:nvSpPr>
          <p:cNvPr id="7" name="TextBox 6">
            <a:extLst>
              <a:ext uri="{FF2B5EF4-FFF2-40B4-BE49-F238E27FC236}">
                <a16:creationId xmlns:a16="http://schemas.microsoft.com/office/drawing/2014/main" id="{48CAF2E8-628A-4FB4-9772-B6B01CFA2908}"/>
              </a:ext>
            </a:extLst>
          </p:cNvPr>
          <p:cNvSpPr txBox="1"/>
          <p:nvPr/>
        </p:nvSpPr>
        <p:spPr>
          <a:xfrm>
            <a:off x="10223612" y="4484017"/>
            <a:ext cx="1304286" cy="397171"/>
          </a:xfrm>
          <a:prstGeom prst="rect">
            <a:avLst/>
          </a:prstGeom>
          <a:noFill/>
          <a:ln>
            <a:solidFill>
              <a:schemeClr val="accent3"/>
            </a:solidFill>
          </a:ln>
        </p:spPr>
        <p:txBody>
          <a:bodyPr wrap="none" lIns="0" tIns="0" rIns="0" bIns="0" rtlCol="0" anchor="ctr">
            <a:noAutofit/>
          </a:bodyPr>
          <a:lstStyle/>
          <a:p>
            <a:pPr marL="0" indent="0" algn="ctr" defTabSz="179388">
              <a:buClr>
                <a:srgbClr val="00DEE6"/>
              </a:buClr>
              <a:buFont typeface="Arial" panose="020B0604020202020204" pitchFamily="34" charset="0"/>
              <a:buNone/>
            </a:pPr>
            <a:r>
              <a:rPr lang="en-US" sz="1600">
                <a:solidFill>
                  <a:schemeClr val="accent2"/>
                </a:solidFill>
                <a:latin typeface="+mn-lt"/>
              </a:rPr>
              <a:t>Identifiers</a:t>
            </a:r>
            <a:endParaRPr lang="en-US" sz="1600">
              <a:latin typeface="+mn-lt"/>
            </a:endParaRPr>
          </a:p>
        </p:txBody>
      </p:sp>
      <p:cxnSp>
        <p:nvCxnSpPr>
          <p:cNvPr id="9" name="Straight Arrow Connector 8">
            <a:extLst>
              <a:ext uri="{FF2B5EF4-FFF2-40B4-BE49-F238E27FC236}">
                <a16:creationId xmlns:a16="http://schemas.microsoft.com/office/drawing/2014/main" id="{69B1C96C-7DAA-4E79-A545-A2CB363D3E3D}"/>
              </a:ext>
            </a:extLst>
          </p:cNvPr>
          <p:cNvCxnSpPr>
            <a:cxnSpLocks/>
          </p:cNvCxnSpPr>
          <p:nvPr/>
        </p:nvCxnSpPr>
        <p:spPr>
          <a:xfrm flipH="1">
            <a:off x="9213030" y="4782089"/>
            <a:ext cx="1010583" cy="802481"/>
          </a:xfrm>
          <a:prstGeom prst="straightConnector1">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sp>
        <p:nvSpPr>
          <p:cNvPr id="14" name="TextBox 13">
            <a:extLst>
              <a:ext uri="{FF2B5EF4-FFF2-40B4-BE49-F238E27FC236}">
                <a16:creationId xmlns:a16="http://schemas.microsoft.com/office/drawing/2014/main" id="{E30052CE-E9FF-4579-9F36-D5E307C05BA2}"/>
              </a:ext>
            </a:extLst>
          </p:cNvPr>
          <p:cNvSpPr txBox="1"/>
          <p:nvPr/>
        </p:nvSpPr>
        <p:spPr>
          <a:xfrm>
            <a:off x="970270" y="4973678"/>
            <a:ext cx="915717" cy="294246"/>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solidFill>
                  <a:schemeClr val="accent2"/>
                </a:solidFill>
                <a:latin typeface="+mn-lt"/>
              </a:rPr>
              <a:t>Keywords</a:t>
            </a:r>
            <a:endParaRPr lang="en-US" sz="1600">
              <a:latin typeface="+mn-lt"/>
            </a:endParaRPr>
          </a:p>
        </p:txBody>
      </p:sp>
      <p:cxnSp>
        <p:nvCxnSpPr>
          <p:cNvPr id="16" name="Straight Arrow Connector 15">
            <a:extLst>
              <a:ext uri="{FF2B5EF4-FFF2-40B4-BE49-F238E27FC236}">
                <a16:creationId xmlns:a16="http://schemas.microsoft.com/office/drawing/2014/main" id="{D62E4207-2138-4B17-82DA-DAE15EB9AC61}"/>
              </a:ext>
            </a:extLst>
          </p:cNvPr>
          <p:cNvCxnSpPr>
            <a:cxnSpLocks/>
          </p:cNvCxnSpPr>
          <p:nvPr/>
        </p:nvCxnSpPr>
        <p:spPr>
          <a:xfrm flipV="1">
            <a:off x="1968388" y="4428462"/>
            <a:ext cx="1372083" cy="460158"/>
          </a:xfrm>
          <a:prstGeom prst="straightConnector1">
            <a:avLst/>
          </a:prstGeom>
          <a:noFill/>
          <a:ln>
            <a:solidFill>
              <a:schemeClr val="accent3"/>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8" name="Straight Arrow Connector 17">
            <a:extLst>
              <a:ext uri="{FF2B5EF4-FFF2-40B4-BE49-F238E27FC236}">
                <a16:creationId xmlns:a16="http://schemas.microsoft.com/office/drawing/2014/main" id="{CEA96260-F1EC-45C5-AEAC-BFF3B5137072}"/>
              </a:ext>
            </a:extLst>
          </p:cNvPr>
          <p:cNvCxnSpPr>
            <a:cxnSpLocks/>
          </p:cNvCxnSpPr>
          <p:nvPr/>
        </p:nvCxnSpPr>
        <p:spPr>
          <a:xfrm flipV="1">
            <a:off x="1968388" y="4651402"/>
            <a:ext cx="2396223" cy="322276"/>
          </a:xfrm>
          <a:prstGeom prst="straightConnector1">
            <a:avLst/>
          </a:prstGeom>
          <a:noFill/>
          <a:ln>
            <a:solidFill>
              <a:schemeClr val="accent3"/>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21" name="Straight Arrow Connector 20">
            <a:extLst>
              <a:ext uri="{FF2B5EF4-FFF2-40B4-BE49-F238E27FC236}">
                <a16:creationId xmlns:a16="http://schemas.microsoft.com/office/drawing/2014/main" id="{65021994-4831-43DC-81A1-F7C07CAA5E7B}"/>
              </a:ext>
            </a:extLst>
          </p:cNvPr>
          <p:cNvCxnSpPr>
            <a:cxnSpLocks/>
          </p:cNvCxnSpPr>
          <p:nvPr/>
        </p:nvCxnSpPr>
        <p:spPr>
          <a:xfrm flipV="1">
            <a:off x="1947520" y="4714864"/>
            <a:ext cx="3328324" cy="335895"/>
          </a:xfrm>
          <a:prstGeom prst="straightConnector1">
            <a:avLst/>
          </a:prstGeom>
          <a:noFill/>
          <a:ln>
            <a:solidFill>
              <a:schemeClr val="accent3"/>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25" name="Straight Arrow Connector 24">
            <a:extLst>
              <a:ext uri="{FF2B5EF4-FFF2-40B4-BE49-F238E27FC236}">
                <a16:creationId xmlns:a16="http://schemas.microsoft.com/office/drawing/2014/main" id="{EBEEB304-7496-4393-979C-01F22746BD84}"/>
              </a:ext>
            </a:extLst>
          </p:cNvPr>
          <p:cNvCxnSpPr>
            <a:cxnSpLocks/>
            <a:stCxn id="39" idx="3"/>
          </p:cNvCxnSpPr>
          <p:nvPr/>
        </p:nvCxnSpPr>
        <p:spPr>
          <a:xfrm>
            <a:off x="1947520" y="5111560"/>
            <a:ext cx="3413562" cy="486343"/>
          </a:xfrm>
          <a:prstGeom prst="straightConnector1">
            <a:avLst/>
          </a:prstGeom>
          <a:noFill/>
          <a:ln>
            <a:solidFill>
              <a:schemeClr val="accent3"/>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27" name="Straight Arrow Connector 26">
            <a:extLst>
              <a:ext uri="{FF2B5EF4-FFF2-40B4-BE49-F238E27FC236}">
                <a16:creationId xmlns:a16="http://schemas.microsoft.com/office/drawing/2014/main" id="{44D56BF9-0A51-48F4-82FC-9804B1164FCB}"/>
              </a:ext>
            </a:extLst>
          </p:cNvPr>
          <p:cNvCxnSpPr>
            <a:cxnSpLocks/>
          </p:cNvCxnSpPr>
          <p:nvPr/>
        </p:nvCxnSpPr>
        <p:spPr>
          <a:xfrm>
            <a:off x="1968388" y="5277012"/>
            <a:ext cx="2721641" cy="332890"/>
          </a:xfrm>
          <a:prstGeom prst="straightConnector1">
            <a:avLst/>
          </a:prstGeom>
          <a:noFill/>
          <a:ln>
            <a:solidFill>
              <a:schemeClr val="accent3"/>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30" name="Connector: Curved 29">
            <a:extLst>
              <a:ext uri="{FF2B5EF4-FFF2-40B4-BE49-F238E27FC236}">
                <a16:creationId xmlns:a16="http://schemas.microsoft.com/office/drawing/2014/main" id="{EBA278D3-2628-4742-9BC5-9CF176F9D113}"/>
              </a:ext>
            </a:extLst>
          </p:cNvPr>
          <p:cNvCxnSpPr>
            <a:cxnSpLocks/>
          </p:cNvCxnSpPr>
          <p:nvPr/>
        </p:nvCxnSpPr>
        <p:spPr>
          <a:xfrm>
            <a:off x="1734533" y="5398614"/>
            <a:ext cx="6146276" cy="483707"/>
          </a:xfrm>
          <a:prstGeom prst="curvedConnector3">
            <a:avLst>
              <a:gd name="adj1" fmla="val -3221"/>
            </a:avLst>
          </a:prstGeom>
          <a:noFill/>
          <a:ln>
            <a:solidFill>
              <a:schemeClr val="accent3"/>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54" name="Connector: Curved 53">
            <a:extLst>
              <a:ext uri="{FF2B5EF4-FFF2-40B4-BE49-F238E27FC236}">
                <a16:creationId xmlns:a16="http://schemas.microsoft.com/office/drawing/2014/main" id="{D19ADD85-DEF3-46AC-8715-2A731D56D484}"/>
              </a:ext>
            </a:extLst>
          </p:cNvPr>
          <p:cNvCxnSpPr>
            <a:cxnSpLocks/>
            <a:stCxn id="7" idx="1"/>
          </p:cNvCxnSpPr>
          <p:nvPr/>
        </p:nvCxnSpPr>
        <p:spPr>
          <a:xfrm rot="10800000" flipV="1">
            <a:off x="6400800" y="4682603"/>
            <a:ext cx="3822812" cy="659328"/>
          </a:xfrm>
          <a:prstGeom prst="curvedConnector3">
            <a:avLst>
              <a:gd name="adj1" fmla="val 50000"/>
            </a:avLst>
          </a:prstGeom>
          <a:noFill/>
          <a:ln>
            <a:solidFill>
              <a:schemeClr val="tx1"/>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62" name="Connector: Curved 61">
            <a:extLst>
              <a:ext uri="{FF2B5EF4-FFF2-40B4-BE49-F238E27FC236}">
                <a16:creationId xmlns:a16="http://schemas.microsoft.com/office/drawing/2014/main" id="{36D91ED0-EBF5-48F0-8B0D-A5C79E7909F3}"/>
              </a:ext>
            </a:extLst>
          </p:cNvPr>
          <p:cNvCxnSpPr>
            <a:cxnSpLocks/>
            <a:stCxn id="7" idx="1"/>
          </p:cNvCxnSpPr>
          <p:nvPr/>
        </p:nvCxnSpPr>
        <p:spPr>
          <a:xfrm rot="10800000">
            <a:off x="5066784" y="4264049"/>
            <a:ext cx="5156828" cy="418555"/>
          </a:xfrm>
          <a:prstGeom prst="curvedConnector3">
            <a:avLst/>
          </a:prstGeom>
          <a:noFill/>
          <a:ln>
            <a:solidFill>
              <a:schemeClr val="accent1"/>
            </a:solidFill>
            <a:tailEnd type="triangle"/>
          </a:ln>
          <a:effectLst/>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591578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0A58C-8743-4BC6-B15B-072903B8DE5B}"/>
              </a:ext>
            </a:extLst>
          </p:cNvPr>
          <p:cNvSpPr>
            <a:spLocks noGrp="1"/>
          </p:cNvSpPr>
          <p:nvPr>
            <p:ph type="title"/>
          </p:nvPr>
        </p:nvSpPr>
        <p:spPr/>
        <p:txBody>
          <a:bodyPr/>
          <a:lstStyle/>
          <a:p>
            <a:r>
              <a:rPr lang="en-US"/>
              <a:t>Namespaces</a:t>
            </a:r>
          </a:p>
        </p:txBody>
      </p:sp>
      <p:sp>
        <p:nvSpPr>
          <p:cNvPr id="3" name="Slide Number Placeholder 2">
            <a:extLst>
              <a:ext uri="{FF2B5EF4-FFF2-40B4-BE49-F238E27FC236}">
                <a16:creationId xmlns:a16="http://schemas.microsoft.com/office/drawing/2014/main" id="{384061C7-4046-449E-9FD2-837CA4ABB079}"/>
              </a:ext>
            </a:extLst>
          </p:cNvPr>
          <p:cNvSpPr>
            <a:spLocks noGrp="1"/>
          </p:cNvSpPr>
          <p:nvPr>
            <p:ph type="sldNum" sz="quarter" idx="11"/>
          </p:nvPr>
        </p:nvSpPr>
        <p:spPr/>
        <p:txBody>
          <a:bodyPr/>
          <a:lstStyle/>
          <a:p>
            <a:fld id="{E16BA917-7F09-4B8D-AF07-F52890C14046}" type="slidenum">
              <a:rPr lang="da-DK" smtClean="0"/>
              <a:pPr/>
              <a:t>25</a:t>
            </a:fld>
            <a:endParaRPr lang="da-DK"/>
          </a:p>
        </p:txBody>
      </p:sp>
      <p:sp>
        <p:nvSpPr>
          <p:cNvPr id="4" name="Text Placeholder 3">
            <a:extLst>
              <a:ext uri="{FF2B5EF4-FFF2-40B4-BE49-F238E27FC236}">
                <a16:creationId xmlns:a16="http://schemas.microsoft.com/office/drawing/2014/main" id="{3C9CB473-1C5E-4726-9FC9-8157550C57D0}"/>
              </a:ext>
            </a:extLst>
          </p:cNvPr>
          <p:cNvSpPr>
            <a:spLocks noGrp="1"/>
          </p:cNvSpPr>
          <p:nvPr>
            <p:ph type="body" sz="quarter" idx="17"/>
          </p:nvPr>
        </p:nvSpPr>
        <p:spPr/>
        <p:txBody>
          <a:bodyPr/>
          <a:lstStyle/>
          <a:p>
            <a:r>
              <a:rPr lang="en-US"/>
              <a:t>Concept of Namespaces</a:t>
            </a:r>
          </a:p>
        </p:txBody>
      </p:sp>
      <p:sp>
        <p:nvSpPr>
          <p:cNvPr id="6" name="TextBox 5">
            <a:extLst>
              <a:ext uri="{FF2B5EF4-FFF2-40B4-BE49-F238E27FC236}">
                <a16:creationId xmlns:a16="http://schemas.microsoft.com/office/drawing/2014/main" id="{2B818714-7C56-4108-8EB2-0A1836DAE102}"/>
              </a:ext>
            </a:extLst>
          </p:cNvPr>
          <p:cNvSpPr txBox="1"/>
          <p:nvPr/>
        </p:nvSpPr>
        <p:spPr>
          <a:xfrm>
            <a:off x="672001" y="1594591"/>
            <a:ext cx="10653224" cy="3691784"/>
          </a:xfrm>
          <a:prstGeom prst="rect">
            <a:avLst/>
          </a:prstGeom>
          <a:noFill/>
        </p:spPr>
        <p:txBody>
          <a:bodyPr wrap="none" lIns="0" tIns="0" rIns="0" bIns="0" rtlCol="0">
            <a:noAutofit/>
          </a:bodyPr>
          <a:lstStyle/>
          <a:p>
            <a:r>
              <a:rPr lang="en-US" sz="1600">
                <a:solidFill>
                  <a:srgbClr val="0000FF"/>
                </a:solidFill>
                <a:latin typeface="Consolas" panose="020B0609020204030204" pitchFamily="49" charset="0"/>
              </a:rPr>
              <a:t>namespace</a:t>
            </a:r>
            <a:r>
              <a:rPr lang="en-US" sz="1600">
                <a:solidFill>
                  <a:srgbClr val="000000"/>
                </a:solidFill>
                <a:latin typeface="Consolas" panose="020B0609020204030204" pitchFamily="49" charset="0"/>
              </a:rPr>
              <a:t> NamespaceName1 {</a:t>
            </a: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//Body of the first namespace</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a:t>
            </a:r>
          </a:p>
          <a:p>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namespace</a:t>
            </a:r>
            <a:r>
              <a:rPr lang="en-US" sz="1600">
                <a:solidFill>
                  <a:srgbClr val="000000"/>
                </a:solidFill>
                <a:latin typeface="Consolas" panose="020B0609020204030204" pitchFamily="49" charset="0"/>
              </a:rPr>
              <a:t> NamespaceName2 {</a:t>
            </a: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//Body of the second namespace</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//It is allowed to have separate namespaces in a single file</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a:t>
            </a:r>
          </a:p>
          <a:p>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namespace</a:t>
            </a:r>
            <a:r>
              <a:rPr lang="en-US" sz="1600">
                <a:solidFill>
                  <a:srgbClr val="000000"/>
                </a:solidFill>
                <a:latin typeface="Consolas" panose="020B0609020204030204" pitchFamily="49" charset="0"/>
              </a:rPr>
              <a:t> NamespaceName3 {</a:t>
            </a: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//Body of the third namespace</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namespace</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NestedNamespaceName</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//Body of the nested namespace</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a:t>
            </a:r>
            <a:endParaRPr lang="en-US" sz="1600">
              <a:latin typeface="+mn-lt"/>
            </a:endParaRPr>
          </a:p>
        </p:txBody>
      </p:sp>
    </p:spTree>
    <p:extLst>
      <p:ext uri="{BB962C8B-B14F-4D97-AF65-F5344CB8AC3E}">
        <p14:creationId xmlns:p14="http://schemas.microsoft.com/office/powerpoint/2010/main" val="1133137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CFA4F-F56A-4DCE-A0D8-B98CCE23E5C6}"/>
              </a:ext>
            </a:extLst>
          </p:cNvPr>
          <p:cNvSpPr>
            <a:spLocks noGrp="1"/>
          </p:cNvSpPr>
          <p:nvPr>
            <p:ph type="title"/>
          </p:nvPr>
        </p:nvSpPr>
        <p:spPr/>
        <p:txBody>
          <a:bodyPr/>
          <a:lstStyle/>
          <a:p>
            <a:r>
              <a:rPr lang="en-US"/>
              <a:t>Namespaces</a:t>
            </a:r>
          </a:p>
        </p:txBody>
      </p:sp>
      <p:sp>
        <p:nvSpPr>
          <p:cNvPr id="3" name="Slide Number Placeholder 2">
            <a:extLst>
              <a:ext uri="{FF2B5EF4-FFF2-40B4-BE49-F238E27FC236}">
                <a16:creationId xmlns:a16="http://schemas.microsoft.com/office/drawing/2014/main" id="{82B3FBA3-F102-4AA1-B328-6DE7FF9825F2}"/>
              </a:ext>
            </a:extLst>
          </p:cNvPr>
          <p:cNvSpPr>
            <a:spLocks noGrp="1"/>
          </p:cNvSpPr>
          <p:nvPr>
            <p:ph type="sldNum" sz="quarter" idx="11"/>
          </p:nvPr>
        </p:nvSpPr>
        <p:spPr/>
        <p:txBody>
          <a:bodyPr/>
          <a:lstStyle/>
          <a:p>
            <a:fld id="{E16BA917-7F09-4B8D-AF07-F52890C14046}" type="slidenum">
              <a:rPr lang="da-DK" smtClean="0"/>
              <a:pPr/>
              <a:t>26</a:t>
            </a:fld>
            <a:endParaRPr lang="da-DK"/>
          </a:p>
        </p:txBody>
      </p:sp>
      <p:sp>
        <p:nvSpPr>
          <p:cNvPr id="4" name="Text Placeholder 3">
            <a:extLst>
              <a:ext uri="{FF2B5EF4-FFF2-40B4-BE49-F238E27FC236}">
                <a16:creationId xmlns:a16="http://schemas.microsoft.com/office/drawing/2014/main" id="{5D12E550-B91B-42FA-865B-48CF311C93B4}"/>
              </a:ext>
            </a:extLst>
          </p:cNvPr>
          <p:cNvSpPr>
            <a:spLocks noGrp="1"/>
          </p:cNvSpPr>
          <p:nvPr>
            <p:ph type="body" sz="quarter" idx="17"/>
          </p:nvPr>
        </p:nvSpPr>
        <p:spPr/>
        <p:txBody>
          <a:bodyPr/>
          <a:lstStyle/>
          <a:p>
            <a:r>
              <a:rPr lang="en-US"/>
              <a:t>Using keyword</a:t>
            </a:r>
          </a:p>
        </p:txBody>
      </p:sp>
      <p:sp>
        <p:nvSpPr>
          <p:cNvPr id="5" name="TextBox 4">
            <a:extLst>
              <a:ext uri="{FF2B5EF4-FFF2-40B4-BE49-F238E27FC236}">
                <a16:creationId xmlns:a16="http://schemas.microsoft.com/office/drawing/2014/main" id="{D0AA47E6-9788-4853-B8B4-B9159756F07B}"/>
              </a:ext>
            </a:extLst>
          </p:cNvPr>
          <p:cNvSpPr txBox="1"/>
          <p:nvPr/>
        </p:nvSpPr>
        <p:spPr>
          <a:xfrm>
            <a:off x="649139" y="1458384"/>
            <a:ext cx="9716008" cy="4228041"/>
          </a:xfrm>
          <a:prstGeom prst="rect">
            <a:avLst/>
          </a:prstGeom>
          <a:noFill/>
        </p:spPr>
        <p:txBody>
          <a:bodyPr wrap="none" lIns="0" tIns="0" rIns="0" bIns="0" rtlCol="0" anchor="t">
            <a:noAutofit/>
          </a:bodyPr>
          <a:lstStyle/>
          <a:p>
            <a:r>
              <a:rPr lang="en-US" sz="1600">
                <a:solidFill>
                  <a:srgbClr val="0000FF"/>
                </a:solidFill>
                <a:latin typeface="Consolas" panose="020B0609020204030204" pitchFamily="49" charset="0"/>
              </a:rPr>
              <a:t>using</a:t>
            </a:r>
            <a:r>
              <a:rPr lang="en-US" sz="1600">
                <a:solidFill>
                  <a:srgbClr val="000000"/>
                </a:solidFill>
                <a:latin typeface="Consolas" panose="020B0609020204030204" pitchFamily="49" charset="0"/>
              </a:rPr>
              <a:t> System; </a:t>
            </a:r>
            <a:r>
              <a:rPr lang="en-US" sz="1600">
                <a:solidFill>
                  <a:srgbClr val="008000"/>
                </a:solidFill>
                <a:latin typeface="Consolas" panose="020B0609020204030204" pitchFamily="49" charset="0"/>
              </a:rPr>
              <a:t>//now we can use classes from System namespace without specifying System.</a:t>
            </a:r>
            <a:endParaRPr lang="en-US" sz="1600">
              <a:solidFill>
                <a:srgbClr val="000000"/>
              </a:solidFill>
              <a:latin typeface="Consolas" panose="020B0609020204030204" pitchFamily="49" charset="0"/>
            </a:endParaRPr>
          </a:p>
          <a:p>
            <a:endParaRPr lang="en-US" sz="1600">
              <a:solidFill>
                <a:srgbClr val="008000"/>
              </a:solidFill>
              <a:latin typeface="Consolas" panose="020B0609020204030204" pitchFamily="49" charset="0"/>
            </a:endParaRPr>
          </a:p>
          <a:p>
            <a:r>
              <a:rPr lang="en-US" sz="1600">
                <a:solidFill>
                  <a:srgbClr val="008000"/>
                </a:solidFill>
                <a:latin typeface="Consolas"/>
                <a:ea typeface="ＭＳ Ｐゴシック"/>
              </a:rPr>
              <a:t>// code of our simple program belongs to </a:t>
            </a:r>
            <a:r>
              <a:rPr lang="en-US" sz="1600" err="1">
                <a:solidFill>
                  <a:srgbClr val="008000"/>
                </a:solidFill>
                <a:latin typeface="Consolas"/>
                <a:ea typeface="ＭＳ Ｐゴシック"/>
              </a:rPr>
              <a:t>FirstConsoleApp</a:t>
            </a:r>
            <a:r>
              <a:rPr lang="en-US" sz="1600">
                <a:solidFill>
                  <a:srgbClr val="008000"/>
                </a:solidFill>
                <a:latin typeface="Consolas"/>
                <a:ea typeface="ＭＳ Ｐゴシック"/>
              </a:rPr>
              <a:t> namespace</a:t>
            </a:r>
            <a:endParaRPr lang="en-US" sz="1600">
              <a:solidFill>
                <a:srgbClr val="000000"/>
              </a:solidFill>
              <a:latin typeface="Consolas"/>
              <a:ea typeface="ＭＳ Ｐゴシック"/>
            </a:endParaRPr>
          </a:p>
          <a:p>
            <a:r>
              <a:rPr lang="en-US" sz="1600">
                <a:solidFill>
                  <a:srgbClr val="0000FF"/>
                </a:solidFill>
                <a:latin typeface="Consolas"/>
                <a:ea typeface="ＭＳ Ｐゴシック"/>
              </a:rPr>
              <a:t>namespace</a:t>
            </a:r>
            <a:r>
              <a:rPr lang="en-US" sz="1600">
                <a:solidFill>
                  <a:srgbClr val="000000"/>
                </a:solidFill>
                <a:latin typeface="Consolas"/>
                <a:ea typeface="ＭＳ Ｐゴシック"/>
              </a:rPr>
              <a:t> </a:t>
            </a:r>
            <a:r>
              <a:rPr lang="en-US" sz="1600" err="1">
                <a:solidFill>
                  <a:srgbClr val="000000"/>
                </a:solidFill>
                <a:latin typeface="Consolas"/>
                <a:ea typeface="ＭＳ Ｐゴシック"/>
              </a:rPr>
              <a:t>FirstConsoleApp</a:t>
            </a:r>
            <a:r>
              <a:rPr lang="en-US" sz="1600">
                <a:solidFill>
                  <a:srgbClr val="000000"/>
                </a:solidFill>
                <a:latin typeface="Consolas"/>
                <a:ea typeface="ＭＳ Ｐゴシック"/>
              </a:rPr>
              <a:t> {</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declaration of the class                   </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Program</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declaration of the method                           </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 {</a:t>
            </a: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Body of the method add logic here </a:t>
            </a:r>
            <a:endParaRPr lang="en-US" sz="1600">
              <a:solidFill>
                <a:srgbClr val="000000"/>
              </a:solidFill>
              <a:latin typeface="Consolas" panose="020B0609020204030204" pitchFamily="49" charset="0"/>
            </a:endParaRPr>
          </a:p>
          <a:p>
            <a:r>
              <a:rPr lang="en-US" sz="1600">
                <a:solidFill>
                  <a:srgbClr val="000000"/>
                </a:solidFill>
                <a:latin typeface="Consolas"/>
                <a:ea typeface="ＭＳ Ｐゴシック"/>
              </a:rPr>
              <a:t>            </a:t>
            </a:r>
            <a:r>
              <a:rPr lang="en-US" sz="1600">
                <a:solidFill>
                  <a:srgbClr val="008000"/>
                </a:solidFill>
                <a:latin typeface="Consolas"/>
                <a:ea typeface="ＭＳ Ｐゴシック"/>
              </a:rPr>
              <a:t>// Display a message and wait while user presses any key</a:t>
            </a:r>
            <a:endParaRPr lang="en-US" sz="1600">
              <a:solidFill>
                <a:srgbClr val="000000"/>
              </a:solidFill>
              <a:latin typeface="Consolas"/>
              <a:ea typeface="ＭＳ Ｐゴシック"/>
            </a:endParaRPr>
          </a:p>
          <a:p>
            <a:r>
              <a:rPr lang="en-US" sz="1600">
                <a:solidFill>
                  <a:srgbClr val="000000"/>
                </a:solidFill>
                <a:latin typeface="Consolas"/>
                <a:ea typeface="ＭＳ Ｐゴシック"/>
              </a:rPr>
              <a:t>            </a:t>
            </a:r>
            <a:r>
              <a:rPr lang="en-US" sz="1600" err="1">
                <a:solidFill>
                  <a:srgbClr val="2B91AF"/>
                </a:solidFill>
                <a:latin typeface="Consolas"/>
                <a:ea typeface="ＭＳ Ｐゴシック"/>
              </a:rPr>
              <a:t>Console</a:t>
            </a:r>
            <a:r>
              <a:rPr lang="en-US" sz="1600" err="1">
                <a:solidFill>
                  <a:srgbClr val="000000"/>
                </a:solidFill>
                <a:latin typeface="Consolas"/>
                <a:ea typeface="ＭＳ Ｐゴシック"/>
              </a:rPr>
              <a:t>.WriteLine</a:t>
            </a:r>
            <a:r>
              <a:rPr lang="en-US" sz="1600">
                <a:solidFill>
                  <a:srgbClr val="000000"/>
                </a:solidFill>
                <a:latin typeface="Consolas"/>
                <a:ea typeface="ＭＳ Ｐゴシック"/>
              </a:rPr>
              <a:t>(</a:t>
            </a:r>
            <a:r>
              <a:rPr lang="en-US" sz="1600">
                <a:solidFill>
                  <a:srgbClr val="A31515"/>
                </a:solidFill>
                <a:latin typeface="Consolas"/>
                <a:ea typeface="ＭＳ Ｐゴシック"/>
              </a:rPr>
              <a:t>"Hi All"</a:t>
            </a:r>
            <a:r>
              <a:rPr lang="en-US" sz="1600">
                <a:solidFill>
                  <a:srgbClr val="000000"/>
                </a:solidFill>
                <a:latin typeface="Consolas"/>
                <a:ea typeface="ＭＳ Ｐゴシック"/>
              </a:rPr>
              <a:t>); </a:t>
            </a:r>
            <a:endParaRPr lang="en-US" sz="1600">
              <a:solidFill>
                <a:srgbClr val="000000"/>
              </a:solidFill>
              <a:latin typeface="Consolas" panose="020B0609020204030204" pitchFamily="49" charset="0"/>
            </a:endParaRPr>
          </a:p>
          <a:p>
            <a:r>
              <a:rPr lang="en-US" sz="1600">
                <a:solidFill>
                  <a:srgbClr val="000000"/>
                </a:solidFill>
                <a:latin typeface="Consolas"/>
                <a:ea typeface="ＭＳ Ｐゴシック"/>
              </a:rPr>
              <a:t>		 </a:t>
            </a:r>
            <a:r>
              <a:rPr lang="en-US" sz="1600" err="1">
                <a:solidFill>
                  <a:srgbClr val="2B91AF"/>
                </a:solidFill>
                <a:latin typeface="Consolas"/>
                <a:ea typeface="ＭＳ Ｐゴシック"/>
              </a:rPr>
              <a:t>Console</a:t>
            </a:r>
            <a:r>
              <a:rPr lang="en-US" sz="1600" err="1">
                <a:solidFill>
                  <a:srgbClr val="000000"/>
                </a:solidFill>
                <a:latin typeface="Consolas"/>
                <a:ea typeface="ＭＳ Ｐゴシック"/>
              </a:rPr>
              <a:t>.ReadLine</a:t>
            </a:r>
            <a:r>
              <a:rPr lang="en-US" sz="1600">
                <a:solidFill>
                  <a:srgbClr val="000000"/>
                </a:solidFill>
                <a:latin typeface="Consolas"/>
                <a:ea typeface="ＭＳ Ｐゴシック"/>
              </a:rPr>
              <a:t>();</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a:t>
            </a:r>
          </a:p>
          <a:p>
            <a:pPr marL="0" indent="0" defTabSz="179388">
              <a:buClr>
                <a:srgbClr val="00DEE6"/>
              </a:buClr>
              <a:buFont typeface="Arial" panose="020B0604020202020204" pitchFamily="34" charset="0"/>
              <a:buNone/>
            </a:pPr>
            <a:endParaRPr lang="en-US" sz="1600" err="1">
              <a:latin typeface="+mn-lt"/>
            </a:endParaRPr>
          </a:p>
        </p:txBody>
      </p:sp>
    </p:spTree>
    <p:extLst>
      <p:ext uri="{BB962C8B-B14F-4D97-AF65-F5344CB8AC3E}">
        <p14:creationId xmlns:p14="http://schemas.microsoft.com/office/powerpoint/2010/main" val="2968167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0A58C-8743-4BC6-B15B-072903B8DE5B}"/>
              </a:ext>
            </a:extLst>
          </p:cNvPr>
          <p:cNvSpPr>
            <a:spLocks noGrp="1"/>
          </p:cNvSpPr>
          <p:nvPr>
            <p:ph type="title"/>
          </p:nvPr>
        </p:nvSpPr>
        <p:spPr/>
        <p:txBody>
          <a:bodyPr/>
          <a:lstStyle/>
          <a:p>
            <a:r>
              <a:rPr lang="en-US"/>
              <a:t>Statements AND blocks </a:t>
            </a:r>
          </a:p>
        </p:txBody>
      </p:sp>
      <p:sp>
        <p:nvSpPr>
          <p:cNvPr id="3" name="Slide Number Placeholder 2">
            <a:extLst>
              <a:ext uri="{FF2B5EF4-FFF2-40B4-BE49-F238E27FC236}">
                <a16:creationId xmlns:a16="http://schemas.microsoft.com/office/drawing/2014/main" id="{384061C7-4046-449E-9FD2-837CA4ABB079}"/>
              </a:ext>
            </a:extLst>
          </p:cNvPr>
          <p:cNvSpPr>
            <a:spLocks noGrp="1"/>
          </p:cNvSpPr>
          <p:nvPr>
            <p:ph type="sldNum" sz="quarter" idx="11"/>
          </p:nvPr>
        </p:nvSpPr>
        <p:spPr/>
        <p:txBody>
          <a:bodyPr/>
          <a:lstStyle/>
          <a:p>
            <a:fld id="{E16BA917-7F09-4B8D-AF07-F52890C14046}" type="slidenum">
              <a:rPr lang="da-DK" smtClean="0"/>
              <a:pPr/>
              <a:t>27</a:t>
            </a:fld>
            <a:endParaRPr lang="da-DK"/>
          </a:p>
        </p:txBody>
      </p:sp>
      <p:sp>
        <p:nvSpPr>
          <p:cNvPr id="4" name="Text Placeholder 3">
            <a:extLst>
              <a:ext uri="{FF2B5EF4-FFF2-40B4-BE49-F238E27FC236}">
                <a16:creationId xmlns:a16="http://schemas.microsoft.com/office/drawing/2014/main" id="{3C9CB473-1C5E-4726-9FC9-8157550C57D0}"/>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E77980BD-C237-4816-BF27-033ADAEE5702}"/>
              </a:ext>
            </a:extLst>
          </p:cNvPr>
          <p:cNvSpPr txBox="1"/>
          <p:nvPr/>
        </p:nvSpPr>
        <p:spPr>
          <a:xfrm>
            <a:off x="649137" y="1743075"/>
            <a:ext cx="11426599" cy="1384995"/>
          </a:xfrm>
          <a:prstGeom prst="rect">
            <a:avLst/>
          </a:prstGeom>
          <a:noFill/>
        </p:spPr>
        <p:txBody>
          <a:bodyPr wrap="square" lIns="0" tIns="0" rIns="0" bIns="0" rtlCol="0" anchor="t">
            <a:spAutoFit/>
          </a:bodyPr>
          <a:lstStyle/>
          <a:p>
            <a:pPr marL="0" indent="0" defTabSz="179388">
              <a:spcAft>
                <a:spcPts val="600"/>
              </a:spcAft>
              <a:buClr>
                <a:srgbClr val="00DEE6"/>
              </a:buClr>
              <a:buFont typeface="Arial" panose="020B0604020202020204" pitchFamily="34" charset="0"/>
              <a:buNone/>
            </a:pPr>
            <a:r>
              <a:rPr lang="en-US" sz="2000">
                <a:latin typeface="+mn-lt"/>
              </a:rPr>
              <a:t>A </a:t>
            </a:r>
            <a:r>
              <a:rPr lang="en-US" sz="2000">
                <a:solidFill>
                  <a:schemeClr val="accent2"/>
                </a:solidFill>
                <a:latin typeface="+mn-lt"/>
              </a:rPr>
              <a:t>statement</a:t>
            </a:r>
            <a:r>
              <a:rPr lang="en-US" sz="2000">
                <a:latin typeface="+mn-lt"/>
              </a:rPr>
              <a:t> is a source code instruction describing a type or telling the program to perform an action.</a:t>
            </a:r>
          </a:p>
          <a:p>
            <a:pPr marL="0" indent="0" defTabSz="179388">
              <a:spcAft>
                <a:spcPts val="600"/>
              </a:spcAft>
              <a:buClr>
                <a:srgbClr val="00DEE6"/>
              </a:buClr>
              <a:buFont typeface="Arial" panose="020B0604020202020204" pitchFamily="34" charset="0"/>
              <a:buNone/>
            </a:pPr>
            <a:r>
              <a:rPr lang="en-US" sz="2000">
                <a:latin typeface="+mn-lt"/>
              </a:rPr>
              <a:t>A </a:t>
            </a:r>
            <a:r>
              <a:rPr lang="en-US" sz="2000">
                <a:solidFill>
                  <a:schemeClr val="accent2"/>
                </a:solidFill>
                <a:latin typeface="+mn-lt"/>
              </a:rPr>
              <a:t>simple statement </a:t>
            </a:r>
            <a:r>
              <a:rPr lang="en-US" sz="2000">
                <a:latin typeface="+mn-lt"/>
              </a:rPr>
              <a:t>should be terminated by a semicolon. </a:t>
            </a:r>
          </a:p>
          <a:p>
            <a:pPr defTabSz="179388">
              <a:spcAft>
                <a:spcPts val="600"/>
              </a:spcAft>
              <a:buClr>
                <a:srgbClr val="00DEE6"/>
              </a:buClr>
            </a:pPr>
            <a:r>
              <a:rPr lang="en-US" sz="2000">
                <a:latin typeface="+mn-lt"/>
                <a:ea typeface="ＭＳ Ｐゴシック"/>
              </a:rPr>
              <a:t>A </a:t>
            </a:r>
            <a:r>
              <a:rPr lang="en-US" sz="2000">
                <a:solidFill>
                  <a:schemeClr val="accent2"/>
                </a:solidFill>
                <a:latin typeface="+mn-lt"/>
                <a:ea typeface="ＭＳ Ｐゴシック"/>
              </a:rPr>
              <a:t>block </a:t>
            </a:r>
            <a:r>
              <a:rPr lang="en-US" sz="2000">
                <a:latin typeface="+mn-lt"/>
                <a:ea typeface="ＭＳ Ｐゴシック"/>
              </a:rPr>
              <a:t>is a sequence of zero or more statements enclosed by a matching set of curly braces, it acts as a single syntactic statement.</a:t>
            </a:r>
          </a:p>
        </p:txBody>
      </p:sp>
      <p:sp>
        <p:nvSpPr>
          <p:cNvPr id="6" name="TextBox 5">
            <a:extLst>
              <a:ext uri="{FF2B5EF4-FFF2-40B4-BE49-F238E27FC236}">
                <a16:creationId xmlns:a16="http://schemas.microsoft.com/office/drawing/2014/main" id="{BCD94F7B-0312-4D2A-828E-A7D39D6799DA}"/>
              </a:ext>
            </a:extLst>
          </p:cNvPr>
          <p:cNvSpPr txBox="1"/>
          <p:nvPr/>
        </p:nvSpPr>
        <p:spPr>
          <a:xfrm>
            <a:off x="677866" y="3944600"/>
            <a:ext cx="6265860" cy="1419928"/>
          </a:xfrm>
          <a:prstGeom prst="rect">
            <a:avLst/>
          </a:prstGeom>
          <a:noFill/>
        </p:spPr>
        <p:txBody>
          <a:bodyPr wrap="none" lIns="0" tIns="0" rIns="0" bIns="0" rtlCol="0">
            <a:noAutofit/>
          </a:bodyPr>
          <a:lstStyle/>
          <a:p>
            <a:r>
              <a:rPr lang="en-US" sz="1800">
                <a:solidFill>
                  <a:srgbClr val="000000"/>
                </a:solidFill>
                <a:latin typeface="Consolas" panose="020B0609020204030204" pitchFamily="49" charset="0"/>
              </a:rPr>
              <a:t>{</a:t>
            </a:r>
            <a:r>
              <a:rPr lang="en-US" sz="1800">
                <a:solidFill>
                  <a:srgbClr val="008000"/>
                </a:solidFill>
                <a:latin typeface="Consolas" panose="020B0609020204030204" pitchFamily="49" charset="0"/>
              </a:rPr>
              <a:t>             </a:t>
            </a:r>
            <a:endParaRPr lang="en-US" sz="1800">
              <a:solidFill>
                <a:srgbClr val="000000"/>
              </a:solidFill>
              <a:latin typeface="Consolas" panose="020B0609020204030204" pitchFamily="49" charset="0"/>
            </a:endParaRPr>
          </a:p>
          <a:p>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System.</a:t>
            </a:r>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a:solidFill>
                  <a:srgbClr val="A31515"/>
                </a:solidFill>
                <a:latin typeface="Consolas" panose="020B0609020204030204" pitchFamily="49" charset="0"/>
              </a:rPr>
              <a:t>"Hi All"</a:t>
            </a:r>
            <a:r>
              <a:rPr lang="en-US" sz="1800">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err="1">
                <a:solidFill>
                  <a:srgbClr val="000000"/>
                </a:solidFill>
                <a:latin typeface="Consolas" panose="020B0609020204030204" pitchFamily="49" charset="0"/>
              </a:rPr>
              <a:t>Console.ReadLine</a:t>
            </a:r>
            <a:r>
              <a:rPr lang="en-US">
                <a:solidFill>
                  <a:srgbClr val="000000"/>
                </a:solidFill>
                <a:latin typeface="Consolas" panose="020B0609020204030204" pitchFamily="49" charset="0"/>
              </a:rPr>
              <a: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a:t>
            </a:r>
            <a:endParaRPr lang="en-US" sz="1600">
              <a:latin typeface="+mn-lt"/>
            </a:endParaRPr>
          </a:p>
        </p:txBody>
      </p:sp>
      <p:sp>
        <p:nvSpPr>
          <p:cNvPr id="7" name="TextBox 6">
            <a:extLst>
              <a:ext uri="{FF2B5EF4-FFF2-40B4-BE49-F238E27FC236}">
                <a16:creationId xmlns:a16="http://schemas.microsoft.com/office/drawing/2014/main" id="{6531A7E1-1DD7-4DC8-8BC9-BF9F0E9425C7}"/>
              </a:ext>
            </a:extLst>
          </p:cNvPr>
          <p:cNvSpPr txBox="1"/>
          <p:nvPr/>
        </p:nvSpPr>
        <p:spPr>
          <a:xfrm>
            <a:off x="4019169" y="4826510"/>
            <a:ext cx="2152650" cy="32385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Terminating semicolon</a:t>
            </a:r>
          </a:p>
        </p:txBody>
      </p:sp>
      <p:cxnSp>
        <p:nvCxnSpPr>
          <p:cNvPr id="11" name="Straight Arrow Connector 10">
            <a:extLst>
              <a:ext uri="{FF2B5EF4-FFF2-40B4-BE49-F238E27FC236}">
                <a16:creationId xmlns:a16="http://schemas.microsoft.com/office/drawing/2014/main" id="{A5848C50-F184-4447-8BB7-AEC603F5F9D0}"/>
              </a:ext>
            </a:extLst>
          </p:cNvPr>
          <p:cNvCxnSpPr>
            <a:cxnSpLocks/>
            <a:stCxn id="7" idx="1"/>
          </p:cNvCxnSpPr>
          <p:nvPr/>
        </p:nvCxnSpPr>
        <p:spPr>
          <a:xfrm flipH="1" flipV="1">
            <a:off x="3639502" y="4727448"/>
            <a:ext cx="379667" cy="260987"/>
          </a:xfrm>
          <a:prstGeom prst="straightConnector1">
            <a:avLst/>
          </a:prstGeom>
          <a:noFill/>
          <a:ln>
            <a:solidFill>
              <a:schemeClr val="accent6">
                <a:lumMod val="50000"/>
              </a:schemeClr>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3" name="Straight Arrow Connector 12">
            <a:extLst>
              <a:ext uri="{FF2B5EF4-FFF2-40B4-BE49-F238E27FC236}">
                <a16:creationId xmlns:a16="http://schemas.microsoft.com/office/drawing/2014/main" id="{720C0B48-8EFF-4EC3-8307-01BD8BB611D4}"/>
              </a:ext>
            </a:extLst>
          </p:cNvPr>
          <p:cNvCxnSpPr>
            <a:cxnSpLocks/>
          </p:cNvCxnSpPr>
          <p:nvPr/>
        </p:nvCxnSpPr>
        <p:spPr>
          <a:xfrm flipH="1" flipV="1">
            <a:off x="5641848" y="4520185"/>
            <a:ext cx="219456" cy="318517"/>
          </a:xfrm>
          <a:prstGeom prst="straightConnector1">
            <a:avLst/>
          </a:prstGeom>
          <a:noFill/>
          <a:ln>
            <a:solidFill>
              <a:schemeClr val="accent6">
                <a:lumMod val="50000"/>
              </a:schemeClr>
            </a:solidFill>
            <a:tailEnd type="triangle"/>
          </a:ln>
          <a:effectLst/>
        </p:spPr>
        <p:style>
          <a:lnRef idx="1">
            <a:schemeClr val="accent1"/>
          </a:lnRef>
          <a:fillRef idx="3">
            <a:schemeClr val="accent1"/>
          </a:fillRef>
          <a:effectRef idx="2">
            <a:schemeClr val="accent1"/>
          </a:effectRef>
          <a:fontRef idx="minor">
            <a:schemeClr val="lt1"/>
          </a:fontRef>
        </p:style>
      </p:cxnSp>
      <p:sp>
        <p:nvSpPr>
          <p:cNvPr id="14" name="TextBox 13">
            <a:extLst>
              <a:ext uri="{FF2B5EF4-FFF2-40B4-BE49-F238E27FC236}">
                <a16:creationId xmlns:a16="http://schemas.microsoft.com/office/drawing/2014/main" id="{7AAD15FA-6435-449E-ACC7-4E107A6271B9}"/>
              </a:ext>
            </a:extLst>
          </p:cNvPr>
          <p:cNvSpPr txBox="1"/>
          <p:nvPr/>
        </p:nvSpPr>
        <p:spPr>
          <a:xfrm>
            <a:off x="1419224" y="5584852"/>
            <a:ext cx="2276475" cy="3048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No semicolon is required</a:t>
            </a:r>
          </a:p>
        </p:txBody>
      </p:sp>
      <p:cxnSp>
        <p:nvCxnSpPr>
          <p:cNvPr id="16" name="Straight Arrow Connector 15">
            <a:extLst>
              <a:ext uri="{FF2B5EF4-FFF2-40B4-BE49-F238E27FC236}">
                <a16:creationId xmlns:a16="http://schemas.microsoft.com/office/drawing/2014/main" id="{6DC82555-0C2D-48D6-A3AF-1CB062FEBBFE}"/>
              </a:ext>
            </a:extLst>
          </p:cNvPr>
          <p:cNvCxnSpPr>
            <a:stCxn id="14" idx="1"/>
          </p:cNvCxnSpPr>
          <p:nvPr/>
        </p:nvCxnSpPr>
        <p:spPr>
          <a:xfrm flipH="1" flipV="1">
            <a:off x="838200" y="4924425"/>
            <a:ext cx="581024" cy="812827"/>
          </a:xfrm>
          <a:prstGeom prst="straightConnector1">
            <a:avLst/>
          </a:prstGeom>
          <a:noFill/>
          <a:ln>
            <a:solidFill>
              <a:schemeClr val="accent6">
                <a:lumMod val="50000"/>
              </a:schemeClr>
            </a:solidFill>
            <a:tailEnd type="triangle"/>
          </a:ln>
          <a:effectLst/>
        </p:spPr>
        <p:style>
          <a:lnRef idx="1">
            <a:schemeClr val="accent1"/>
          </a:lnRef>
          <a:fillRef idx="3">
            <a:schemeClr val="accent1"/>
          </a:fillRef>
          <a:effectRef idx="2">
            <a:schemeClr val="accent1"/>
          </a:effectRef>
          <a:fontRef idx="minor">
            <a:schemeClr val="lt1"/>
          </a:fontRef>
        </p:style>
      </p:cxnSp>
      <p:sp>
        <p:nvSpPr>
          <p:cNvPr id="17" name="Right Brace 16">
            <a:extLst>
              <a:ext uri="{FF2B5EF4-FFF2-40B4-BE49-F238E27FC236}">
                <a16:creationId xmlns:a16="http://schemas.microsoft.com/office/drawing/2014/main" id="{DF570041-2E53-446C-80DE-D290A143BAC4}"/>
              </a:ext>
            </a:extLst>
          </p:cNvPr>
          <p:cNvSpPr/>
          <p:nvPr/>
        </p:nvSpPr>
        <p:spPr>
          <a:xfrm>
            <a:off x="7181850" y="3944600"/>
            <a:ext cx="457200" cy="1303675"/>
          </a:xfrm>
          <a:prstGeom prst="rightBrace">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B73DCC4-0976-4BCB-922C-843F0038E670}"/>
              </a:ext>
            </a:extLst>
          </p:cNvPr>
          <p:cNvSpPr txBox="1"/>
          <p:nvPr/>
        </p:nvSpPr>
        <p:spPr>
          <a:xfrm>
            <a:off x="7781924" y="4229103"/>
            <a:ext cx="3094036" cy="609598"/>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A block that </a:t>
            </a:r>
            <a:br>
              <a:rPr lang="en-US" sz="1600">
                <a:latin typeface="+mn-lt"/>
              </a:rPr>
            </a:br>
            <a:r>
              <a:rPr lang="en-US" sz="1600">
                <a:latin typeface="+mn-lt"/>
              </a:rPr>
              <a:t>consists of two simple statements</a:t>
            </a:r>
          </a:p>
        </p:txBody>
      </p:sp>
    </p:spTree>
    <p:extLst>
      <p:ext uri="{BB962C8B-B14F-4D97-AF65-F5344CB8AC3E}">
        <p14:creationId xmlns:p14="http://schemas.microsoft.com/office/powerpoint/2010/main" val="385712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AA2A0-568C-4A4A-87AE-BEE240A01775}"/>
              </a:ext>
            </a:extLst>
          </p:cNvPr>
          <p:cNvSpPr>
            <a:spLocks noGrp="1"/>
          </p:cNvSpPr>
          <p:nvPr>
            <p:ph type="title"/>
          </p:nvPr>
        </p:nvSpPr>
        <p:spPr/>
        <p:txBody>
          <a:bodyPr/>
          <a:lstStyle/>
          <a:p>
            <a:r>
              <a:rPr lang="en-US"/>
              <a:t>Whitespace and comments</a:t>
            </a:r>
          </a:p>
        </p:txBody>
      </p:sp>
      <p:sp>
        <p:nvSpPr>
          <p:cNvPr id="3" name="Slide Number Placeholder 2">
            <a:extLst>
              <a:ext uri="{FF2B5EF4-FFF2-40B4-BE49-F238E27FC236}">
                <a16:creationId xmlns:a16="http://schemas.microsoft.com/office/drawing/2014/main" id="{1BD4FAC1-C531-4883-B906-1B2D3A8E7E79}"/>
              </a:ext>
            </a:extLst>
          </p:cNvPr>
          <p:cNvSpPr>
            <a:spLocks noGrp="1"/>
          </p:cNvSpPr>
          <p:nvPr>
            <p:ph type="sldNum" sz="quarter" idx="11"/>
          </p:nvPr>
        </p:nvSpPr>
        <p:spPr/>
        <p:txBody>
          <a:bodyPr/>
          <a:lstStyle/>
          <a:p>
            <a:fld id="{E16BA917-7F09-4B8D-AF07-F52890C14046}" type="slidenum">
              <a:rPr lang="da-DK" smtClean="0"/>
              <a:pPr/>
              <a:t>28</a:t>
            </a:fld>
            <a:endParaRPr lang="da-DK"/>
          </a:p>
        </p:txBody>
      </p:sp>
      <p:sp>
        <p:nvSpPr>
          <p:cNvPr id="4" name="Text Placeholder 3">
            <a:extLst>
              <a:ext uri="{FF2B5EF4-FFF2-40B4-BE49-F238E27FC236}">
                <a16:creationId xmlns:a16="http://schemas.microsoft.com/office/drawing/2014/main" id="{3FDC1B58-45BE-4170-9AE2-2DD7D77F30E7}"/>
              </a:ext>
            </a:extLst>
          </p:cNvPr>
          <p:cNvSpPr>
            <a:spLocks noGrp="1"/>
          </p:cNvSpPr>
          <p:nvPr>
            <p:ph type="body" sz="quarter" idx="17"/>
          </p:nvPr>
        </p:nvSpPr>
        <p:spPr/>
        <p:txBody>
          <a:bodyPr/>
          <a:lstStyle/>
          <a:p>
            <a:endParaRPr lang="en-US"/>
          </a:p>
        </p:txBody>
      </p:sp>
      <p:sp>
        <p:nvSpPr>
          <p:cNvPr id="6" name="TextBox 5">
            <a:extLst>
              <a:ext uri="{FF2B5EF4-FFF2-40B4-BE49-F238E27FC236}">
                <a16:creationId xmlns:a16="http://schemas.microsoft.com/office/drawing/2014/main" id="{881F6206-4CC8-4436-BC81-2DB2A132E915}"/>
              </a:ext>
            </a:extLst>
          </p:cNvPr>
          <p:cNvSpPr txBox="1"/>
          <p:nvPr/>
        </p:nvSpPr>
        <p:spPr>
          <a:xfrm>
            <a:off x="672001" y="1900875"/>
            <a:ext cx="10855897" cy="3633150"/>
          </a:xfrm>
          <a:prstGeom prst="rect">
            <a:avLst/>
          </a:prstGeom>
          <a:noFill/>
        </p:spPr>
        <p:txBody>
          <a:bodyPr wrap="none" lIns="0" tIns="0" rIns="0" bIns="0" rtlCol="0">
            <a:noAutofit/>
          </a:bodyPr>
          <a:lstStyle/>
          <a:p>
            <a:r>
              <a:rPr lang="en-US" sz="1600">
                <a:solidFill>
                  <a:srgbClr val="008000"/>
                </a:solidFill>
                <a:latin typeface="Consolas" panose="020B0609020204030204" pitchFamily="49" charset="0"/>
              </a:rPr>
              <a:t>//Nicely formatted method Main()                 </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 {</a:t>
            </a:r>
          </a:p>
          <a:p>
            <a:r>
              <a:rPr lang="en-US" sz="1600">
                <a:solidFill>
                  <a:srgbClr val="008000"/>
                </a:solidFill>
                <a:latin typeface="Consolas" panose="020B0609020204030204" pitchFamily="49" charset="0"/>
              </a:rPr>
              <a:t>	/*</a:t>
            </a:r>
          </a:p>
          <a:p>
            <a:r>
              <a:rPr lang="en-US" sz="1600">
                <a:solidFill>
                  <a:srgbClr val="008000"/>
                </a:solidFill>
                <a:latin typeface="Consolas" panose="020B0609020204030204" pitchFamily="49" charset="0"/>
              </a:rPr>
              <a:t>	multiline </a:t>
            </a:r>
          </a:p>
          <a:p>
            <a:r>
              <a:rPr lang="en-US" sz="1600">
                <a:solidFill>
                  <a:srgbClr val="008000"/>
                </a:solidFill>
                <a:latin typeface="Consolas" panose="020B0609020204030204" pitchFamily="49" charset="0"/>
              </a:rPr>
              <a:t>	comment</a:t>
            </a:r>
          </a:p>
          <a:p>
            <a:r>
              <a:rPr lang="en-US" sz="1600">
                <a:solidFill>
                  <a:srgbClr val="008000"/>
                </a:solidFill>
                <a:latin typeface="Consolas" panose="020B0609020204030204" pitchFamily="49" charset="0"/>
              </a:rPr>
              <a:t>	*/</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System.</a:t>
            </a:r>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"Hi All!"</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a:t>
            </a:r>
          </a:p>
          <a:p>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 {</a:t>
            </a:r>
            <a:r>
              <a:rPr lang="en-US" sz="1600">
                <a:solidFill>
                  <a:srgbClr val="008000"/>
                </a:solidFill>
                <a:latin typeface="Consolas" panose="020B0609020204030204" pitchFamily="49" charset="0"/>
              </a:rPr>
              <a:t>/*Ugly formatted method*/</a:t>
            </a:r>
            <a:r>
              <a:rPr lang="en-US" sz="1600" err="1">
                <a:solidFill>
                  <a:srgbClr val="000000"/>
                </a:solidFill>
                <a:latin typeface="Consolas" panose="020B0609020204030204" pitchFamily="49" charset="0"/>
              </a:rPr>
              <a:t>System.</a:t>
            </a:r>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"Hi All!"</a:t>
            </a:r>
            <a:r>
              <a:rPr lang="en-US" sz="1600">
                <a:solidFill>
                  <a:srgbClr val="000000"/>
                </a:solidFill>
                <a:latin typeface="Consolas" panose="020B0609020204030204" pitchFamily="49" charset="0"/>
              </a:rPr>
              <a:t>);}</a:t>
            </a:r>
            <a:br>
              <a:rPr lang="en-US" sz="1600">
                <a:solidFill>
                  <a:srgbClr val="000000"/>
                </a:solidFill>
                <a:latin typeface="Consolas" panose="020B0609020204030204" pitchFamily="49" charset="0"/>
              </a:rPr>
            </a:br>
            <a:br>
              <a:rPr lang="en-US" sz="1600">
                <a:solidFill>
                  <a:srgbClr val="000000"/>
                </a:solidFill>
                <a:latin typeface="Consolas" panose="020B0609020204030204" pitchFamily="49" charset="0"/>
              </a:rPr>
            </a:br>
            <a:br>
              <a:rPr lang="en-US" sz="1600">
                <a:solidFill>
                  <a:srgbClr val="000000"/>
                </a:solidFill>
                <a:latin typeface="Consolas" panose="020B0609020204030204" pitchFamily="49" charset="0"/>
              </a:rPr>
            </a:br>
            <a:r>
              <a:rPr lang="en-US" sz="1600">
                <a:solidFill>
                  <a:srgbClr val="000000"/>
                </a:solidFill>
                <a:latin typeface="+mn-lt"/>
                <a:hlinkClick r:id="rId3"/>
              </a:rPr>
              <a:t>Microsoft code conventions</a:t>
            </a:r>
            <a:endParaRPr lang="en-US" sz="1600">
              <a:latin typeface="+mn-lt"/>
            </a:endParaRPr>
          </a:p>
        </p:txBody>
      </p:sp>
    </p:spTree>
    <p:extLst>
      <p:ext uri="{BB962C8B-B14F-4D97-AF65-F5344CB8AC3E}">
        <p14:creationId xmlns:p14="http://schemas.microsoft.com/office/powerpoint/2010/main" val="1673282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2683-6708-468D-9F86-1785705A09A0}"/>
              </a:ext>
            </a:extLst>
          </p:cNvPr>
          <p:cNvSpPr>
            <a:spLocks noGrp="1"/>
          </p:cNvSpPr>
          <p:nvPr>
            <p:ph type="title"/>
          </p:nvPr>
        </p:nvSpPr>
        <p:spPr/>
        <p:txBody>
          <a:bodyPr/>
          <a:lstStyle/>
          <a:p>
            <a:r>
              <a:rPr lang="en-US"/>
              <a:t>Reading the data from the console</a:t>
            </a:r>
          </a:p>
        </p:txBody>
      </p:sp>
      <p:sp>
        <p:nvSpPr>
          <p:cNvPr id="3" name="Slide Number Placeholder 2">
            <a:extLst>
              <a:ext uri="{FF2B5EF4-FFF2-40B4-BE49-F238E27FC236}">
                <a16:creationId xmlns:a16="http://schemas.microsoft.com/office/drawing/2014/main" id="{A3E6560A-7449-4965-98DB-E3368749D7A8}"/>
              </a:ext>
            </a:extLst>
          </p:cNvPr>
          <p:cNvSpPr>
            <a:spLocks noGrp="1"/>
          </p:cNvSpPr>
          <p:nvPr>
            <p:ph type="sldNum" sz="quarter" idx="11"/>
          </p:nvPr>
        </p:nvSpPr>
        <p:spPr/>
        <p:txBody>
          <a:bodyPr/>
          <a:lstStyle/>
          <a:p>
            <a:fld id="{E16BA917-7F09-4B8D-AF07-F52890C14046}" type="slidenum">
              <a:rPr lang="da-DK" smtClean="0"/>
              <a:pPr/>
              <a:t>29</a:t>
            </a:fld>
            <a:endParaRPr lang="da-DK"/>
          </a:p>
        </p:txBody>
      </p:sp>
      <p:sp>
        <p:nvSpPr>
          <p:cNvPr id="4" name="Text Placeholder 3">
            <a:extLst>
              <a:ext uri="{FF2B5EF4-FFF2-40B4-BE49-F238E27FC236}">
                <a16:creationId xmlns:a16="http://schemas.microsoft.com/office/drawing/2014/main" id="{A98F6E8C-30C2-4F9B-805F-6C50D20C931D}"/>
              </a:ext>
            </a:extLst>
          </p:cNvPr>
          <p:cNvSpPr>
            <a:spLocks noGrp="1"/>
          </p:cNvSpPr>
          <p:nvPr>
            <p:ph type="body" sz="quarter" idx="17"/>
          </p:nvPr>
        </p:nvSpPr>
        <p:spPr/>
        <p:txBody>
          <a:bodyPr/>
          <a:lstStyle/>
          <a:p>
            <a:r>
              <a:rPr lang="en-US" err="1"/>
              <a:t>Console.ReadLine</a:t>
            </a:r>
            <a:r>
              <a:rPr lang="en-US"/>
              <a:t>( )</a:t>
            </a:r>
          </a:p>
        </p:txBody>
      </p:sp>
      <p:sp>
        <p:nvSpPr>
          <p:cNvPr id="5" name="TextBox 4">
            <a:extLst>
              <a:ext uri="{FF2B5EF4-FFF2-40B4-BE49-F238E27FC236}">
                <a16:creationId xmlns:a16="http://schemas.microsoft.com/office/drawing/2014/main" id="{85853D9A-C1B2-4B62-9C32-9F099A05AA9C}"/>
              </a:ext>
            </a:extLst>
          </p:cNvPr>
          <p:cNvSpPr txBox="1"/>
          <p:nvPr/>
        </p:nvSpPr>
        <p:spPr>
          <a:xfrm>
            <a:off x="649139" y="1858127"/>
            <a:ext cx="10277362" cy="4097998"/>
          </a:xfrm>
          <a:prstGeom prst="rect">
            <a:avLst/>
          </a:prstGeom>
          <a:noFill/>
        </p:spPr>
        <p:txBody>
          <a:bodyPr wrap="none" lIns="0" tIns="0" rIns="0" bIns="0" rtlCol="0">
            <a:noAutofit/>
          </a:bodyPr>
          <a:lstStyle/>
          <a:p>
            <a:r>
              <a:rPr lang="en-US" sz="1600">
                <a:solidFill>
                  <a:srgbClr val="000000"/>
                </a:solidFill>
                <a:latin typeface="Consolas" panose="020B0609020204030204" pitchFamily="49" charset="0"/>
              </a:rPr>
              <a:t> </a:t>
            </a:r>
            <a:r>
              <a:rPr lang="en-US">
                <a:solidFill>
                  <a:srgbClr val="0000FF"/>
                </a:solidFill>
                <a:latin typeface="Consolas" panose="020B0609020204030204" pitchFamily="49" charset="0"/>
              </a:rPr>
              <a:t>class</a:t>
            </a:r>
            <a:r>
              <a:rPr lang="en-US">
                <a:solidFill>
                  <a:srgbClr val="000000"/>
                </a:solidFill>
                <a:latin typeface="Consolas" panose="020B0609020204030204" pitchFamily="49" charset="0"/>
              </a:rPr>
              <a:t> </a:t>
            </a:r>
            <a:r>
              <a:rPr lang="en-US">
                <a:solidFill>
                  <a:srgbClr val="2B91AF"/>
                </a:solidFill>
                <a:latin typeface="Consolas" panose="020B0609020204030204" pitchFamily="49" charset="0"/>
              </a:rPr>
              <a:t>Greeting</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static</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void</a:t>
            </a:r>
            <a:r>
              <a:rPr lang="en-US">
                <a:solidFill>
                  <a:srgbClr val="000000"/>
                </a:solidFill>
                <a:latin typeface="Consolas" panose="020B0609020204030204" pitchFamily="49" charset="0"/>
              </a:rPr>
              <a:t> Main() {</a:t>
            </a:r>
          </a:p>
          <a:p>
            <a:r>
              <a:rPr lang="en-US">
                <a:solidFill>
                  <a:srgbClr val="000000"/>
                </a:solidFill>
                <a:latin typeface="Consolas" panose="020B0609020204030204" pitchFamily="49" charset="0"/>
              </a:rPr>
              <a:t>            </a:t>
            </a:r>
            <a:r>
              <a:rPr lang="en-US" err="1">
                <a:solidFill>
                  <a:srgbClr val="2B91AF"/>
                </a:solidFill>
                <a:latin typeface="Consolas" panose="020B0609020204030204" pitchFamily="49" charset="0"/>
              </a:rPr>
              <a:t>Console</a:t>
            </a:r>
            <a:r>
              <a:rPr lang="en-US" err="1">
                <a:solidFill>
                  <a:srgbClr val="000000"/>
                </a:solidFill>
                <a:latin typeface="Consolas" panose="020B0609020204030204" pitchFamily="49" charset="0"/>
              </a:rPr>
              <a:t>.WriteLine</a:t>
            </a:r>
            <a:r>
              <a:rPr lang="en-US">
                <a:solidFill>
                  <a:srgbClr val="000000"/>
                </a:solidFill>
                <a:latin typeface="Consolas" panose="020B0609020204030204" pitchFamily="49" charset="0"/>
              </a:rPr>
              <a:t>(</a:t>
            </a:r>
            <a:r>
              <a:rPr lang="en-US">
                <a:solidFill>
                  <a:srgbClr val="A31515"/>
                </a:solidFill>
                <a:latin typeface="Consolas" panose="020B0609020204030204" pitchFamily="49" charset="0"/>
              </a:rPr>
              <a:t>"Enter your name: "</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string</a:t>
            </a:r>
            <a:r>
              <a:rPr lang="en-US">
                <a:solidFill>
                  <a:srgbClr val="000000"/>
                </a:solidFill>
                <a:latin typeface="Consolas" panose="020B0609020204030204" pitchFamily="49" charset="0"/>
              </a:rPr>
              <a:t> name = </a:t>
            </a:r>
            <a:r>
              <a:rPr lang="en-US" err="1">
                <a:solidFill>
                  <a:srgbClr val="2B91AF"/>
                </a:solidFill>
                <a:latin typeface="Consolas" panose="020B0609020204030204" pitchFamily="49" charset="0"/>
              </a:rPr>
              <a:t>Console</a:t>
            </a:r>
            <a:r>
              <a:rPr lang="en-US" err="1">
                <a:solidFill>
                  <a:srgbClr val="000000"/>
                </a:solidFill>
                <a:latin typeface="Consolas" panose="020B0609020204030204" pitchFamily="49" charset="0"/>
              </a:rPr>
              <a:t>.ReadLine</a:t>
            </a:r>
            <a:r>
              <a:rPr lang="en-US">
                <a:solidFill>
                  <a:srgbClr val="000000"/>
                </a:solidFill>
                <a:latin typeface="Consolas" panose="020B0609020204030204" pitchFamily="49" charset="0"/>
              </a:rPr>
              <a:t>();</a:t>
            </a:r>
          </a:p>
          <a:p>
            <a:endParaRPr lang="en-US">
              <a:solidFill>
                <a:srgbClr val="000000"/>
              </a:solidFill>
              <a:latin typeface="Consolas" panose="020B0609020204030204" pitchFamily="49" charset="0"/>
            </a:endParaRPr>
          </a:p>
          <a:p>
            <a:r>
              <a:rPr lang="en-US">
                <a:solidFill>
                  <a:srgbClr val="2B91AF"/>
                </a:solidFill>
                <a:latin typeface="Consolas" panose="020B0609020204030204" pitchFamily="49" charset="0"/>
              </a:rPr>
              <a:t>		  </a:t>
            </a:r>
            <a:r>
              <a:rPr lang="en-US" err="1">
                <a:solidFill>
                  <a:srgbClr val="2B91AF"/>
                </a:solidFill>
                <a:latin typeface="Consolas" panose="020B0609020204030204" pitchFamily="49" charset="0"/>
              </a:rPr>
              <a:t>Console</a:t>
            </a:r>
            <a:r>
              <a:rPr lang="en-US" err="1">
                <a:solidFill>
                  <a:srgbClr val="000000"/>
                </a:solidFill>
                <a:latin typeface="Consolas" panose="020B0609020204030204" pitchFamily="49" charset="0"/>
              </a:rPr>
              <a:t>.WriteLine</a:t>
            </a:r>
            <a:r>
              <a:rPr lang="en-US">
                <a:solidFill>
                  <a:srgbClr val="000000"/>
                </a:solidFill>
                <a:latin typeface="Consolas" panose="020B0609020204030204" pitchFamily="49" charset="0"/>
              </a:rPr>
              <a:t>(</a:t>
            </a:r>
            <a:r>
              <a:rPr lang="en-US">
                <a:solidFill>
                  <a:srgbClr val="A31515"/>
                </a:solidFill>
                <a:latin typeface="Consolas" panose="020B0609020204030204" pitchFamily="49" charset="0"/>
              </a:rPr>
              <a:t>$"Hello, </a:t>
            </a:r>
            <a:r>
              <a:rPr lang="en-US">
                <a:solidFill>
                  <a:srgbClr val="000000"/>
                </a:solidFill>
                <a:latin typeface="Consolas" panose="020B0609020204030204" pitchFamily="49" charset="0"/>
              </a:rPr>
              <a:t>{name}!</a:t>
            </a:r>
            <a:r>
              <a:rPr lang="en-US">
                <a:solidFill>
                  <a:srgbClr val="A31515"/>
                </a:solidFill>
                <a:latin typeface="Consolas" panose="020B0609020204030204" pitchFamily="49" charset="0"/>
              </a:rPr>
              <a:t>"</a:t>
            </a:r>
            <a:r>
              <a:rPr lang="en-US">
                <a:solidFill>
                  <a:srgbClr val="000000"/>
                </a:solidFill>
                <a:latin typeface="Consolas" panose="020B0609020204030204" pitchFamily="49" charset="0"/>
              </a:rPr>
              <a:t>);</a:t>
            </a:r>
          </a:p>
          <a:p>
            <a:endParaRPr lang="en-US">
              <a:solidFill>
                <a:srgbClr val="000000"/>
              </a:solidFill>
              <a:latin typeface="Consolas" panose="020B0609020204030204" pitchFamily="49" charset="0"/>
            </a:endParaRPr>
          </a:p>
          <a:p>
            <a:r>
              <a:rPr lang="en-US">
                <a:solidFill>
                  <a:srgbClr val="000000"/>
                </a:solidFill>
                <a:latin typeface="Consolas" panose="020B0609020204030204" pitchFamily="49" charset="0"/>
              </a:rPr>
              <a:t>            </a:t>
            </a:r>
            <a:r>
              <a:rPr lang="en-US" err="1">
                <a:solidFill>
                  <a:srgbClr val="2B91AF"/>
                </a:solidFill>
                <a:latin typeface="Consolas" panose="020B0609020204030204" pitchFamily="49" charset="0"/>
              </a:rPr>
              <a:t>Console</a:t>
            </a:r>
            <a:r>
              <a:rPr lang="en-US" err="1">
                <a:solidFill>
                  <a:srgbClr val="000000"/>
                </a:solidFill>
                <a:latin typeface="Consolas" panose="020B0609020204030204" pitchFamily="49" charset="0"/>
              </a:rPr>
              <a:t>.ReadLine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endParaRPr lang="en-US">
              <a:latin typeface="+mn-lt"/>
            </a:endParaRPr>
          </a:p>
        </p:txBody>
      </p:sp>
    </p:spTree>
    <p:extLst>
      <p:ext uri="{BB962C8B-B14F-4D97-AF65-F5344CB8AC3E}">
        <p14:creationId xmlns:p14="http://schemas.microsoft.com/office/powerpoint/2010/main" val="3377012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9E03-64A0-4CFD-8BA8-4F95F6D57FBB}"/>
              </a:ext>
            </a:extLst>
          </p:cNvPr>
          <p:cNvSpPr>
            <a:spLocks noGrp="1"/>
          </p:cNvSpPr>
          <p:nvPr>
            <p:ph type="title"/>
          </p:nvPr>
        </p:nvSpPr>
        <p:spPr/>
        <p:txBody>
          <a:bodyPr/>
          <a:lstStyle/>
          <a:p>
            <a:r>
              <a:rPr lang="en-US"/>
              <a:t>Practice 1</a:t>
            </a:r>
          </a:p>
        </p:txBody>
      </p:sp>
      <p:sp>
        <p:nvSpPr>
          <p:cNvPr id="3" name="Slide Number Placeholder 2">
            <a:extLst>
              <a:ext uri="{FF2B5EF4-FFF2-40B4-BE49-F238E27FC236}">
                <a16:creationId xmlns:a16="http://schemas.microsoft.com/office/drawing/2014/main" id="{6AE04742-8F18-490B-AFF2-DD493C110127}"/>
              </a:ext>
            </a:extLst>
          </p:cNvPr>
          <p:cNvSpPr>
            <a:spLocks noGrp="1"/>
          </p:cNvSpPr>
          <p:nvPr>
            <p:ph type="sldNum" sz="quarter" idx="11"/>
          </p:nvPr>
        </p:nvSpPr>
        <p:spPr/>
        <p:txBody>
          <a:bodyPr/>
          <a:lstStyle/>
          <a:p>
            <a:fld id="{E16BA917-7F09-4B8D-AF07-F52890C14046}" type="slidenum">
              <a:rPr lang="da-DK" smtClean="0"/>
              <a:pPr/>
              <a:t>30</a:t>
            </a:fld>
            <a:endParaRPr lang="da-DK"/>
          </a:p>
        </p:txBody>
      </p:sp>
      <p:sp>
        <p:nvSpPr>
          <p:cNvPr id="4" name="Text Placeholder 3">
            <a:extLst>
              <a:ext uri="{FF2B5EF4-FFF2-40B4-BE49-F238E27FC236}">
                <a16:creationId xmlns:a16="http://schemas.microsoft.com/office/drawing/2014/main" id="{ADADB590-8141-4AF0-98BF-B8E849E4BE99}"/>
              </a:ext>
            </a:extLst>
          </p:cNvPr>
          <p:cNvSpPr>
            <a:spLocks noGrp="1"/>
          </p:cNvSpPr>
          <p:nvPr>
            <p:ph type="body" sz="quarter" idx="17"/>
          </p:nvPr>
        </p:nvSpPr>
        <p:spPr/>
        <p:txBody>
          <a:bodyPr/>
          <a:lstStyle/>
          <a:p>
            <a:r>
              <a:rPr lang="en-US"/>
              <a:t>Visual studio. Simple console application</a:t>
            </a:r>
          </a:p>
        </p:txBody>
      </p:sp>
      <p:sp>
        <p:nvSpPr>
          <p:cNvPr id="5" name="TextBox 4">
            <a:extLst>
              <a:ext uri="{FF2B5EF4-FFF2-40B4-BE49-F238E27FC236}">
                <a16:creationId xmlns:a16="http://schemas.microsoft.com/office/drawing/2014/main" id="{0C2A542F-2F8F-4378-BC9B-BBE328953F47}"/>
              </a:ext>
            </a:extLst>
          </p:cNvPr>
          <p:cNvSpPr txBox="1"/>
          <p:nvPr/>
        </p:nvSpPr>
        <p:spPr>
          <a:xfrm>
            <a:off x="670985" y="1526487"/>
            <a:ext cx="11437190" cy="4924425"/>
          </a:xfrm>
          <a:prstGeom prst="rect">
            <a:avLst/>
          </a:prstGeom>
          <a:noFill/>
        </p:spPr>
        <p:txBody>
          <a:bodyPr wrap="square" lIns="0" tIns="0" rIns="0" bIns="0" rtlCol="0" anchor="t">
            <a:spAutoFit/>
          </a:bodyPr>
          <a:lstStyle/>
          <a:p>
            <a:pPr marL="342900" indent="-342900" defTabSz="179388">
              <a:spcAft>
                <a:spcPts val="600"/>
              </a:spcAft>
              <a:buClr>
                <a:srgbClr val="00DEE6"/>
              </a:buClr>
              <a:buAutoNum type="arabicPeriod"/>
            </a:pPr>
            <a:r>
              <a:rPr lang="en-US" sz="2000" dirty="0">
                <a:latin typeface="+mn-lt"/>
                <a:ea typeface="ＭＳ Ｐゴシック"/>
              </a:rPr>
              <a:t>Create new Console Application named </a:t>
            </a:r>
            <a:r>
              <a:rPr lang="en-US" sz="2000" b="1" dirty="0" err="1">
                <a:latin typeface="+mn-lt"/>
                <a:ea typeface="ＭＳ Ｐゴシック"/>
              </a:rPr>
              <a:t>ConsoleApp</a:t>
            </a:r>
            <a:r>
              <a:rPr lang="en-US" sz="2000" dirty="0">
                <a:latin typeface="+mn-lt"/>
                <a:ea typeface="ＭＳ Ｐゴシック"/>
              </a:rPr>
              <a:t> project, choose target framework </a:t>
            </a:r>
            <a:r>
              <a:rPr lang="en-US" sz="2000" b="1" dirty="0">
                <a:latin typeface="+mn-lt"/>
                <a:ea typeface="ＭＳ Ｐゴシック"/>
              </a:rPr>
              <a:t>.NET Framework 4.7.2</a:t>
            </a:r>
            <a:r>
              <a:rPr lang="en-US" sz="2000" dirty="0">
                <a:latin typeface="+mn-lt"/>
                <a:ea typeface="ＭＳ Ｐゴシック"/>
              </a:rPr>
              <a:t>. </a:t>
            </a:r>
          </a:p>
          <a:p>
            <a:pPr marL="342900" indent="-342900" defTabSz="179388">
              <a:spcAft>
                <a:spcPts val="600"/>
              </a:spcAft>
              <a:buClr>
                <a:srgbClr val="00DEE6"/>
              </a:buClr>
              <a:buAutoNum type="arabicPeriod"/>
            </a:pPr>
            <a:r>
              <a:rPr lang="en-US" sz="2000" dirty="0">
                <a:latin typeface="+mn-lt"/>
                <a:ea typeface="ＭＳ Ｐゴシック"/>
              </a:rPr>
              <a:t>Build and Run the application.</a:t>
            </a:r>
          </a:p>
          <a:p>
            <a:pPr marL="342900" indent="-342900" defTabSz="179388">
              <a:spcAft>
                <a:spcPts val="600"/>
              </a:spcAft>
              <a:buClr>
                <a:srgbClr val="00DEE6"/>
              </a:buClr>
              <a:buAutoNum type="arabicPeriod"/>
            </a:pPr>
            <a:r>
              <a:rPr lang="en-US" sz="2000" dirty="0">
                <a:latin typeface="+mn-lt"/>
                <a:ea typeface="ＭＳ Ｐゴシック"/>
              </a:rPr>
              <a:t>Remove redundant “using”-statements. Check that the program works afterwards. </a:t>
            </a:r>
            <a:endParaRPr lang="en-US" sz="2000" dirty="0">
              <a:latin typeface="+mn-lt"/>
            </a:endParaRPr>
          </a:p>
          <a:p>
            <a:pPr marL="342900" indent="-342900" defTabSz="179388">
              <a:spcAft>
                <a:spcPts val="600"/>
              </a:spcAft>
              <a:buClr>
                <a:srgbClr val="00DEE6"/>
              </a:buClr>
              <a:buAutoNum type="arabicPeriod"/>
            </a:pPr>
            <a:r>
              <a:rPr lang="en-US" sz="2000" dirty="0">
                <a:latin typeface="+mn-lt"/>
                <a:ea typeface="ＭＳ Ｐゴシック"/>
              </a:rPr>
              <a:t>Modify Main method: add a code to print the message </a:t>
            </a:r>
            <a:r>
              <a:rPr lang="en-US" sz="2000" dirty="0">
                <a:solidFill>
                  <a:srgbClr val="A31515"/>
                </a:solidFill>
                <a:latin typeface="Consolas" panose="020B0609020204030204" pitchFamily="49" charset="0"/>
              </a:rPr>
              <a:t>"Hello world!" </a:t>
            </a:r>
            <a:r>
              <a:rPr lang="en-US" sz="2000" dirty="0">
                <a:latin typeface="+mn-lt"/>
                <a:ea typeface="ＭＳ Ｐゴシック"/>
              </a:rPr>
              <a:t>into console. </a:t>
            </a:r>
          </a:p>
          <a:p>
            <a:pPr marL="342900" indent="-342900" defTabSz="179388">
              <a:spcAft>
                <a:spcPts val="600"/>
              </a:spcAft>
              <a:buClr>
                <a:srgbClr val="00DEE6"/>
              </a:buClr>
              <a:buAutoNum type="arabicPeriod"/>
            </a:pPr>
            <a:r>
              <a:rPr lang="en-US" sz="2000" dirty="0">
                <a:latin typeface="+mn-lt"/>
                <a:ea typeface="ＭＳ Ｐゴシック"/>
              </a:rPr>
              <a:t>Run the program by pressing start button. Is your project automatically compiled with the latest changes?  Have you managed to see your message on the screen? </a:t>
            </a:r>
          </a:p>
          <a:p>
            <a:pPr defTabSz="179388">
              <a:spcAft>
                <a:spcPts val="600"/>
              </a:spcAft>
              <a:buClr>
                <a:srgbClr val="00DEE6"/>
              </a:buClr>
            </a:pPr>
            <a:r>
              <a:rPr lang="en-US" sz="2000" dirty="0">
                <a:latin typeface="+mn-lt"/>
                <a:ea typeface="ＭＳ Ｐゴシック"/>
              </a:rPr>
              <a:t>Try different approaches:</a:t>
            </a:r>
          </a:p>
          <a:p>
            <a:pPr marL="952485" lvl="1" indent="-342900" defTabSz="179388">
              <a:spcAft>
                <a:spcPts val="600"/>
              </a:spcAft>
              <a:buClr>
                <a:srgbClr val="00DEE6"/>
              </a:buClr>
              <a:buFont typeface="Arial" panose="020B0604020202020204" pitchFamily="34" charset="0"/>
              <a:buChar char="•"/>
            </a:pPr>
            <a:r>
              <a:rPr lang="en-US" sz="2000" dirty="0">
                <a:latin typeface="+mn-lt"/>
                <a:ea typeface="ＭＳ Ｐゴシック"/>
              </a:rPr>
              <a:t>Run program without debugging (Ctrl+F5)</a:t>
            </a:r>
          </a:p>
          <a:p>
            <a:pPr marL="952485" lvl="1" indent="-342900" defTabSz="179388">
              <a:spcAft>
                <a:spcPts val="600"/>
              </a:spcAft>
              <a:buClr>
                <a:srgbClr val="00DEE6"/>
              </a:buClr>
              <a:buFont typeface="Arial" panose="020B0604020202020204" pitchFamily="34" charset="0"/>
              <a:buChar char="•"/>
            </a:pPr>
            <a:r>
              <a:rPr lang="en-US" sz="2000" dirty="0">
                <a:latin typeface="+mn-lt"/>
                <a:ea typeface="ＭＳ Ｐゴシック"/>
              </a:rPr>
              <a:t>Uncheck the check box – </a:t>
            </a:r>
            <a:r>
              <a:rPr lang="en-US" sz="2000" b="1" dirty="0">
                <a:latin typeface="+mn-lt"/>
                <a:ea typeface="ＭＳ Ｐゴシック"/>
              </a:rPr>
              <a:t>Automatically close the console when debugging stops in Visual studio options</a:t>
            </a:r>
            <a:r>
              <a:rPr lang="en-US" sz="2000" dirty="0">
                <a:latin typeface="+mn-lt"/>
                <a:ea typeface="ＭＳ Ｐゴシック"/>
              </a:rPr>
              <a:t> (starting from Visual studio version 2017) and start in debugging mode (F5)</a:t>
            </a:r>
          </a:p>
          <a:p>
            <a:pPr marL="952485" lvl="1" indent="-342900" defTabSz="179388">
              <a:spcAft>
                <a:spcPts val="600"/>
              </a:spcAft>
              <a:buClr>
                <a:srgbClr val="00DEE6"/>
              </a:buClr>
              <a:buFont typeface="Arial" panose="020B0604020202020204" pitchFamily="34" charset="0"/>
              <a:buChar char="•"/>
            </a:pPr>
            <a:r>
              <a:rPr lang="en-US" sz="2000" dirty="0">
                <a:latin typeface="+mn-lt"/>
                <a:ea typeface="ＭＳ Ｐゴシック"/>
              </a:rPr>
              <a:t>Add </a:t>
            </a:r>
            <a:r>
              <a:rPr lang="en-US" sz="2000" b="1" dirty="0" err="1">
                <a:latin typeface="Consolas"/>
                <a:ea typeface="ＭＳ Ｐゴシック"/>
              </a:rPr>
              <a:t>ReadKey</a:t>
            </a:r>
            <a:r>
              <a:rPr lang="en-US" sz="2000" b="1" dirty="0">
                <a:latin typeface="Consolas"/>
                <a:ea typeface="ＭＳ Ｐゴシック"/>
              </a:rPr>
              <a:t>()</a:t>
            </a:r>
            <a:r>
              <a:rPr lang="en-US" sz="2000" i="1" dirty="0">
                <a:latin typeface="+mn-lt"/>
                <a:ea typeface="ＭＳ Ｐゴシック"/>
              </a:rPr>
              <a:t> </a:t>
            </a:r>
            <a:r>
              <a:rPr lang="en-US" sz="2000" dirty="0">
                <a:latin typeface="+mn-lt"/>
                <a:ea typeface="ＭＳ Ｐゴシック"/>
              </a:rPr>
              <a:t>statement in the very end of the </a:t>
            </a:r>
            <a:r>
              <a:rPr lang="en-US" sz="2000" b="1" dirty="0">
                <a:latin typeface="Consolas"/>
                <a:ea typeface="ＭＳ Ｐゴシック"/>
              </a:rPr>
              <a:t>Main</a:t>
            </a:r>
            <a:r>
              <a:rPr lang="en-US" sz="2000" dirty="0">
                <a:latin typeface="+mn-lt"/>
                <a:ea typeface="ＭＳ Ｐゴシック"/>
              </a:rPr>
              <a:t> method. Try to run the program in both start debugging and start without debugging modes.</a:t>
            </a:r>
          </a:p>
        </p:txBody>
      </p:sp>
      <p:pic>
        <p:nvPicPr>
          <p:cNvPr id="6" name="Graphic 5" descr="Flask">
            <a:extLst>
              <a:ext uri="{FF2B5EF4-FFF2-40B4-BE49-F238E27FC236}">
                <a16:creationId xmlns:a16="http://schemas.microsoft.com/office/drawing/2014/main" id="{4B000D7D-1DC6-4541-8ACB-0463F907AC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3744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9E03-64A0-4CFD-8BA8-4F95F6D57FBB}"/>
              </a:ext>
            </a:extLst>
          </p:cNvPr>
          <p:cNvSpPr>
            <a:spLocks noGrp="1"/>
          </p:cNvSpPr>
          <p:nvPr>
            <p:ph type="title"/>
          </p:nvPr>
        </p:nvSpPr>
        <p:spPr/>
        <p:txBody>
          <a:bodyPr/>
          <a:lstStyle/>
          <a:p>
            <a:r>
              <a:rPr lang="en-US"/>
              <a:t>Practice 1</a:t>
            </a:r>
          </a:p>
        </p:txBody>
      </p:sp>
      <p:sp>
        <p:nvSpPr>
          <p:cNvPr id="3" name="Slide Number Placeholder 2">
            <a:extLst>
              <a:ext uri="{FF2B5EF4-FFF2-40B4-BE49-F238E27FC236}">
                <a16:creationId xmlns:a16="http://schemas.microsoft.com/office/drawing/2014/main" id="{6AE04742-8F18-490B-AFF2-DD493C110127}"/>
              </a:ext>
            </a:extLst>
          </p:cNvPr>
          <p:cNvSpPr>
            <a:spLocks noGrp="1"/>
          </p:cNvSpPr>
          <p:nvPr>
            <p:ph type="sldNum" sz="quarter" idx="11"/>
          </p:nvPr>
        </p:nvSpPr>
        <p:spPr/>
        <p:txBody>
          <a:bodyPr/>
          <a:lstStyle/>
          <a:p>
            <a:fld id="{E16BA917-7F09-4B8D-AF07-F52890C14046}" type="slidenum">
              <a:rPr lang="da-DK" smtClean="0"/>
              <a:pPr/>
              <a:t>31</a:t>
            </a:fld>
            <a:endParaRPr lang="da-DK"/>
          </a:p>
        </p:txBody>
      </p:sp>
      <p:sp>
        <p:nvSpPr>
          <p:cNvPr id="4" name="Text Placeholder 3">
            <a:extLst>
              <a:ext uri="{FF2B5EF4-FFF2-40B4-BE49-F238E27FC236}">
                <a16:creationId xmlns:a16="http://schemas.microsoft.com/office/drawing/2014/main" id="{ADADB590-8141-4AF0-98BF-B8E849E4BE99}"/>
              </a:ext>
            </a:extLst>
          </p:cNvPr>
          <p:cNvSpPr>
            <a:spLocks noGrp="1"/>
          </p:cNvSpPr>
          <p:nvPr>
            <p:ph type="body" sz="quarter" idx="17"/>
          </p:nvPr>
        </p:nvSpPr>
        <p:spPr/>
        <p:txBody>
          <a:bodyPr/>
          <a:lstStyle/>
          <a:p>
            <a:r>
              <a:rPr lang="en-US"/>
              <a:t>Visual studio. Simple console application</a:t>
            </a:r>
          </a:p>
        </p:txBody>
      </p:sp>
      <p:sp>
        <p:nvSpPr>
          <p:cNvPr id="5" name="TextBox 4">
            <a:extLst>
              <a:ext uri="{FF2B5EF4-FFF2-40B4-BE49-F238E27FC236}">
                <a16:creationId xmlns:a16="http://schemas.microsoft.com/office/drawing/2014/main" id="{0C2A542F-2F8F-4378-BC9B-BBE328953F47}"/>
              </a:ext>
            </a:extLst>
          </p:cNvPr>
          <p:cNvSpPr txBox="1"/>
          <p:nvPr/>
        </p:nvSpPr>
        <p:spPr>
          <a:xfrm>
            <a:off x="688136" y="1645608"/>
            <a:ext cx="11437190" cy="2077492"/>
          </a:xfrm>
          <a:prstGeom prst="rect">
            <a:avLst/>
          </a:prstGeom>
          <a:noFill/>
        </p:spPr>
        <p:txBody>
          <a:bodyPr wrap="square" lIns="0" tIns="0" rIns="0" bIns="0" rtlCol="0" anchor="t">
            <a:spAutoFit/>
          </a:bodyPr>
          <a:lstStyle/>
          <a:p>
            <a:pPr marL="457200" indent="-457200" defTabSz="179388">
              <a:spcAft>
                <a:spcPts val="600"/>
              </a:spcAft>
              <a:buClr>
                <a:srgbClr val="00DEE6"/>
              </a:buClr>
              <a:buFont typeface="+mj-lt"/>
              <a:buAutoNum type="arabicPeriod" startAt="6"/>
            </a:pPr>
            <a:r>
              <a:rPr lang="en-US" sz="2000">
                <a:latin typeface="+mn-lt"/>
                <a:ea typeface="ＭＳ Ｐゴシック"/>
              </a:rPr>
              <a:t>Add new class-library project </a:t>
            </a:r>
            <a:r>
              <a:rPr lang="en-US" sz="2000" b="1">
                <a:latin typeface="+mn-lt"/>
                <a:ea typeface="ＭＳ Ｐゴシック"/>
              </a:rPr>
              <a:t>MessageLibrary</a:t>
            </a:r>
            <a:r>
              <a:rPr lang="en-US" sz="2000">
                <a:latin typeface="+mn-lt"/>
                <a:ea typeface="ＭＳ Ｐゴシック"/>
              </a:rPr>
              <a:t> to your solution. Rename the created by default class to </a:t>
            </a:r>
            <a:r>
              <a:rPr lang="en-US" sz="2000" b="1">
                <a:latin typeface="+mn-lt"/>
                <a:ea typeface="ＭＳ Ｐゴシック"/>
              </a:rPr>
              <a:t>Messenger</a:t>
            </a:r>
            <a:r>
              <a:rPr lang="en-US" sz="2000">
                <a:latin typeface="+mn-lt"/>
                <a:ea typeface="ＭＳ Ｐゴシック"/>
              </a:rPr>
              <a:t>. Use ReSharper</a:t>
            </a:r>
          </a:p>
          <a:p>
            <a:pPr marL="457200" indent="-457200" defTabSz="179388">
              <a:spcAft>
                <a:spcPts val="600"/>
              </a:spcAft>
              <a:buClr>
                <a:srgbClr val="00DEE6"/>
              </a:buClr>
              <a:buFont typeface="+mj-lt"/>
              <a:buAutoNum type="arabicPeriod" startAt="6"/>
            </a:pPr>
            <a:r>
              <a:rPr lang="en-US" sz="2000">
                <a:latin typeface="+mn-lt"/>
                <a:ea typeface="ＭＳ Ｐゴシック"/>
              </a:rPr>
              <a:t>Add method to </a:t>
            </a:r>
            <a:r>
              <a:rPr lang="en-US" sz="2000" b="1">
                <a:latin typeface="+mn-lt"/>
                <a:ea typeface="ＭＳ Ｐゴシック"/>
              </a:rPr>
              <a:t>Messenger</a:t>
            </a:r>
            <a:r>
              <a:rPr lang="en-US" sz="2000" i="1">
                <a:solidFill>
                  <a:schemeClr val="accent2"/>
                </a:solidFill>
                <a:latin typeface="+mn-lt"/>
                <a:ea typeface="ＭＳ Ｐゴシック"/>
              </a:rPr>
              <a:t> </a:t>
            </a:r>
            <a:r>
              <a:rPr lang="en-US" sz="2000">
                <a:latin typeface="+mn-lt"/>
                <a:ea typeface="ＭＳ Ｐゴシック"/>
              </a:rPr>
              <a:t>class which returns </a:t>
            </a:r>
            <a:r>
              <a:rPr lang="en-US" sz="1800">
                <a:solidFill>
                  <a:srgbClr val="A31515"/>
                </a:solidFill>
                <a:latin typeface="Consolas" panose="020B0609020204030204" pitchFamily="49" charset="0"/>
              </a:rPr>
              <a:t>"Hello world!"</a:t>
            </a:r>
            <a:r>
              <a:rPr lang="en-US" sz="2000">
                <a:latin typeface="+mn-lt"/>
                <a:ea typeface="ＭＳ Ｐゴシック"/>
              </a:rPr>
              <a:t> message.</a:t>
            </a:r>
          </a:p>
          <a:p>
            <a:pPr marL="457200" indent="-457200" defTabSz="179388">
              <a:spcAft>
                <a:spcPts val="600"/>
              </a:spcAft>
              <a:buClr>
                <a:srgbClr val="00DEE6"/>
              </a:buClr>
              <a:buFont typeface="+mj-lt"/>
              <a:buAutoNum type="arabicPeriod" startAt="6"/>
            </a:pPr>
            <a:r>
              <a:rPr lang="en-US" sz="2000">
                <a:latin typeface="+mn-lt"/>
                <a:ea typeface="ＭＳ Ｐゴシック"/>
              </a:rPr>
              <a:t>Add a reference to </a:t>
            </a:r>
            <a:r>
              <a:rPr lang="en-US" sz="2000" b="1">
                <a:latin typeface="+mn-lt"/>
                <a:ea typeface="ＭＳ Ｐゴシック"/>
              </a:rPr>
              <a:t>MessageLibrary</a:t>
            </a:r>
            <a:r>
              <a:rPr lang="en-US" sz="2000" i="1">
                <a:solidFill>
                  <a:schemeClr val="accent2"/>
                </a:solidFill>
                <a:latin typeface="+mn-lt"/>
                <a:ea typeface="ＭＳ Ｐゴシック"/>
              </a:rPr>
              <a:t> </a:t>
            </a:r>
            <a:r>
              <a:rPr lang="en-US" sz="2000">
                <a:latin typeface="+mn-lt"/>
                <a:ea typeface="ＭＳ Ｐゴシック"/>
              </a:rPr>
              <a:t>from the </a:t>
            </a:r>
            <a:r>
              <a:rPr lang="en-US" sz="2000" b="1">
                <a:latin typeface="+mn-lt"/>
                <a:ea typeface="ＭＳ Ｐゴシック"/>
              </a:rPr>
              <a:t>ConsoleApp</a:t>
            </a:r>
            <a:r>
              <a:rPr lang="en-US" sz="2000">
                <a:latin typeface="+mn-lt"/>
                <a:ea typeface="ＭＳ Ｐゴシック"/>
              </a:rPr>
              <a:t> project. Use the method created </a:t>
            </a:r>
            <a:br>
              <a:rPr lang="en-US" sz="2000">
                <a:latin typeface="+mn-lt"/>
              </a:rPr>
            </a:br>
            <a:r>
              <a:rPr lang="en-US" sz="2000">
                <a:latin typeface="+mn-lt"/>
                <a:ea typeface="ＭＳ Ｐゴシック"/>
              </a:rPr>
              <a:t>in the previous step to print a message into console in the Main method. </a:t>
            </a:r>
            <a:endParaRPr lang="en-US" sz="2000">
              <a:latin typeface="+mn-lt"/>
            </a:endParaRPr>
          </a:p>
          <a:p>
            <a:pPr marL="457200" indent="-457200" defTabSz="179388">
              <a:spcAft>
                <a:spcPts val="600"/>
              </a:spcAft>
              <a:buClr>
                <a:srgbClr val="00DEE6"/>
              </a:buClr>
              <a:buFont typeface="+mj-lt"/>
              <a:buAutoNum type="arabicPeriod" startAt="6"/>
            </a:pPr>
            <a:r>
              <a:rPr lang="en-US" sz="2000">
                <a:latin typeface="+mn-lt"/>
                <a:ea typeface="ＭＳ Ｐゴシック"/>
              </a:rPr>
              <a:t>Test that your application still works as before introducing </a:t>
            </a:r>
            <a:r>
              <a:rPr lang="en-US" sz="2000" b="1">
                <a:latin typeface="+mn-lt"/>
                <a:ea typeface="ＭＳ Ｐゴシック"/>
              </a:rPr>
              <a:t>Messenger</a:t>
            </a:r>
            <a:r>
              <a:rPr lang="en-US" sz="2000" i="1">
                <a:solidFill>
                  <a:srgbClr val="002060"/>
                </a:solidFill>
                <a:latin typeface="+mn-lt"/>
                <a:ea typeface="ＭＳ Ｐゴシック"/>
              </a:rPr>
              <a:t> </a:t>
            </a:r>
            <a:r>
              <a:rPr lang="en-US" sz="2000">
                <a:latin typeface="+mn-lt"/>
                <a:ea typeface="ＭＳ Ｐゴシック"/>
              </a:rPr>
              <a:t>class</a:t>
            </a:r>
            <a:r>
              <a:rPr lang="en-US" sz="2000" i="1">
                <a:solidFill>
                  <a:srgbClr val="002060"/>
                </a:solidFill>
                <a:latin typeface="+mn-lt"/>
                <a:ea typeface="ＭＳ Ｐゴシック"/>
              </a:rPr>
              <a:t>.</a:t>
            </a:r>
          </a:p>
        </p:txBody>
      </p:sp>
      <p:pic>
        <p:nvPicPr>
          <p:cNvPr id="6" name="Graphic 5" descr="Flask">
            <a:extLst>
              <a:ext uri="{FF2B5EF4-FFF2-40B4-BE49-F238E27FC236}">
                <a16:creationId xmlns:a16="http://schemas.microsoft.com/office/drawing/2014/main" id="{4B000D7D-1DC6-4541-8ACB-0463F907AC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592426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9E03-64A0-4CFD-8BA8-4F95F6D57FBB}"/>
              </a:ext>
            </a:extLst>
          </p:cNvPr>
          <p:cNvSpPr>
            <a:spLocks noGrp="1"/>
          </p:cNvSpPr>
          <p:nvPr>
            <p:ph type="title"/>
          </p:nvPr>
        </p:nvSpPr>
        <p:spPr/>
        <p:txBody>
          <a:bodyPr/>
          <a:lstStyle/>
          <a:p>
            <a:r>
              <a:rPr lang="en-US"/>
              <a:t>Practice 1</a:t>
            </a:r>
          </a:p>
        </p:txBody>
      </p:sp>
      <p:sp>
        <p:nvSpPr>
          <p:cNvPr id="3" name="Slide Number Placeholder 2">
            <a:extLst>
              <a:ext uri="{FF2B5EF4-FFF2-40B4-BE49-F238E27FC236}">
                <a16:creationId xmlns:a16="http://schemas.microsoft.com/office/drawing/2014/main" id="{6AE04742-8F18-490B-AFF2-DD493C110127}"/>
              </a:ext>
            </a:extLst>
          </p:cNvPr>
          <p:cNvSpPr>
            <a:spLocks noGrp="1"/>
          </p:cNvSpPr>
          <p:nvPr>
            <p:ph type="sldNum" sz="quarter" idx="11"/>
          </p:nvPr>
        </p:nvSpPr>
        <p:spPr/>
        <p:txBody>
          <a:bodyPr/>
          <a:lstStyle/>
          <a:p>
            <a:fld id="{E16BA917-7F09-4B8D-AF07-F52890C14046}" type="slidenum">
              <a:rPr lang="da-DK" smtClean="0"/>
              <a:pPr/>
              <a:t>32</a:t>
            </a:fld>
            <a:endParaRPr lang="da-DK"/>
          </a:p>
        </p:txBody>
      </p:sp>
      <p:sp>
        <p:nvSpPr>
          <p:cNvPr id="4" name="Text Placeholder 3">
            <a:extLst>
              <a:ext uri="{FF2B5EF4-FFF2-40B4-BE49-F238E27FC236}">
                <a16:creationId xmlns:a16="http://schemas.microsoft.com/office/drawing/2014/main" id="{ADADB590-8141-4AF0-98BF-B8E849E4BE99}"/>
              </a:ext>
            </a:extLst>
          </p:cNvPr>
          <p:cNvSpPr>
            <a:spLocks noGrp="1"/>
          </p:cNvSpPr>
          <p:nvPr>
            <p:ph type="body" sz="quarter" idx="17"/>
          </p:nvPr>
        </p:nvSpPr>
        <p:spPr/>
        <p:txBody>
          <a:bodyPr/>
          <a:lstStyle/>
          <a:p>
            <a:r>
              <a:rPr lang="en-US"/>
              <a:t>Solution</a:t>
            </a:r>
          </a:p>
        </p:txBody>
      </p:sp>
      <p:pic>
        <p:nvPicPr>
          <p:cNvPr id="6" name="Graphic 5" descr="Flask">
            <a:extLst>
              <a:ext uri="{FF2B5EF4-FFF2-40B4-BE49-F238E27FC236}">
                <a16:creationId xmlns:a16="http://schemas.microsoft.com/office/drawing/2014/main" id="{4B000D7D-1DC6-4541-8ACB-0463F907AC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9" name="TextBox 8">
            <a:extLst>
              <a:ext uri="{FF2B5EF4-FFF2-40B4-BE49-F238E27FC236}">
                <a16:creationId xmlns:a16="http://schemas.microsoft.com/office/drawing/2014/main" id="{15025601-F5FF-4AEA-8308-75AC80BA1236}"/>
              </a:ext>
            </a:extLst>
          </p:cNvPr>
          <p:cNvSpPr txBox="1"/>
          <p:nvPr/>
        </p:nvSpPr>
        <p:spPr>
          <a:xfrm>
            <a:off x="649139" y="1526487"/>
            <a:ext cx="6389836" cy="4275513"/>
          </a:xfrm>
          <a:prstGeom prst="rect">
            <a:avLst/>
          </a:prstGeom>
          <a:noFill/>
        </p:spPr>
        <p:txBody>
          <a:bodyPr wrap="none" lIns="0" tIns="0" rIns="0" bIns="0" rtlCol="0" anchor="t">
            <a:noAutofit/>
          </a:bodyPr>
          <a:lstStyle/>
          <a:p>
            <a:r>
              <a:rPr lang="en-US" sz="1200">
                <a:solidFill>
                  <a:srgbClr val="0000FF"/>
                </a:solidFill>
                <a:latin typeface="Consolas" panose="020B0609020204030204" pitchFamily="49" charset="0"/>
              </a:rPr>
              <a:t>using</a:t>
            </a:r>
            <a:r>
              <a:rPr lang="en-US" sz="1200">
                <a:solidFill>
                  <a:srgbClr val="000000"/>
                </a:solidFill>
                <a:latin typeface="Consolas" panose="020B0609020204030204" pitchFamily="49" charset="0"/>
              </a:rPr>
              <a:t> System;</a:t>
            </a:r>
          </a:p>
          <a:p>
            <a:r>
              <a:rPr lang="en-US" sz="1200">
                <a:solidFill>
                  <a:srgbClr val="0000FF"/>
                </a:solidFill>
                <a:latin typeface="Consolas" panose="020B0609020204030204" pitchFamily="49" charset="0"/>
              </a:rPr>
              <a:t>using</a:t>
            </a:r>
            <a:r>
              <a:rPr lang="en-US" sz="1200">
                <a:solidFill>
                  <a:srgbClr val="000000"/>
                </a:solidFill>
                <a:latin typeface="Consolas" panose="020B0609020204030204" pitchFamily="49" charset="0"/>
              </a:rPr>
              <a:t> MessageLibrary;</a:t>
            </a:r>
          </a:p>
          <a:p>
            <a:endParaRPr lang="en-US" sz="1200">
              <a:solidFill>
                <a:srgbClr val="000000"/>
              </a:solidFill>
              <a:latin typeface="Consolas" panose="020B0609020204030204" pitchFamily="49" charset="0"/>
            </a:endParaRPr>
          </a:p>
          <a:p>
            <a:r>
              <a:rPr lang="en-US" sz="1200">
                <a:solidFill>
                  <a:srgbClr val="0000FF"/>
                </a:solidFill>
                <a:latin typeface="Consolas" panose="020B0609020204030204" pitchFamily="49" charset="0"/>
              </a:rPr>
              <a:t>namespace</a:t>
            </a:r>
            <a:r>
              <a:rPr lang="en-US" sz="1200">
                <a:solidFill>
                  <a:srgbClr val="000000"/>
                </a:solidFill>
                <a:latin typeface="Consolas" panose="020B0609020204030204" pitchFamily="49" charset="0"/>
              </a:rPr>
              <a:t> ConsoleApp</a:t>
            </a:r>
          </a:p>
          <a:p>
            <a:r>
              <a:rPr lang="en-US" sz="1200">
                <a:solidFill>
                  <a:srgbClr val="000000"/>
                </a:solidFill>
                <a:latin typeface="Consolas" panose="020B0609020204030204" pitchFamily="49" charset="0"/>
              </a:rPr>
              <a:t>{</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Program</a:t>
            </a:r>
            <a:endParaRPr lang="en-US"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static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void</a:t>
            </a:r>
            <a:r>
              <a:rPr lang="en-US" sz="1200">
                <a:solidFill>
                  <a:srgbClr val="000000"/>
                </a:solidFill>
                <a:latin typeface="Consolas" panose="020B0609020204030204" pitchFamily="49" charset="0"/>
              </a:rPr>
              <a:t> Main(</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args)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var</a:t>
            </a:r>
            <a:r>
              <a:rPr lang="en-US" sz="1200">
                <a:solidFill>
                  <a:srgbClr val="000000"/>
                </a:solidFill>
                <a:latin typeface="Consolas" panose="020B0609020204030204" pitchFamily="49" charset="0"/>
              </a:rPr>
              <a:t> messenger = </a:t>
            </a:r>
            <a:r>
              <a:rPr lang="en-US" sz="1200">
                <a:solidFill>
                  <a:srgbClr val="0000FF"/>
                </a:solidFill>
                <a:latin typeface="Consolas" panose="020B0609020204030204" pitchFamily="49" charset="0"/>
              </a:rPr>
              <a:t>new</a:t>
            </a:r>
            <a:r>
              <a:rPr lang="en-US" sz="1200">
                <a:solidFill>
                  <a:srgbClr val="000000"/>
                </a:solidFill>
                <a:latin typeface="Consolas" panose="020B0609020204030204" pitchFamily="49" charset="0"/>
              </a:rPr>
              <a:t> Messenger();</a:t>
            </a:r>
          </a:p>
          <a:p>
            <a:r>
              <a:rPr lang="en-US" sz="1200">
                <a:solidFill>
                  <a:srgbClr val="000000"/>
                </a:solidFill>
                <a:latin typeface="Consolas" panose="020B0609020204030204" pitchFamily="49" charset="0"/>
              </a:rPr>
              <a:t>            Console.WriteLine(messenger.GetMessage());</a:t>
            </a:r>
          </a:p>
          <a:p>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a:t>
            </a:r>
          </a:p>
          <a:p>
            <a:endParaRPr lang="en-US" sz="1600">
              <a:solidFill>
                <a:srgbClr val="000000"/>
              </a:solidFill>
              <a:latin typeface="Consolas" panose="020B0609020204030204" pitchFamily="49" charset="0"/>
            </a:endParaRPr>
          </a:p>
          <a:p>
            <a:r>
              <a:rPr lang="en-US" sz="1200">
                <a:solidFill>
                  <a:srgbClr val="0000FF"/>
                </a:solidFill>
                <a:latin typeface="Consolas" panose="020B0609020204030204" pitchFamily="49" charset="0"/>
              </a:rPr>
              <a:t>namespace</a:t>
            </a:r>
            <a:r>
              <a:rPr lang="en-US" sz="1200">
                <a:solidFill>
                  <a:srgbClr val="000000"/>
                </a:solidFill>
                <a:latin typeface="Consolas" panose="020B0609020204030204" pitchFamily="49" charset="0"/>
              </a:rPr>
              <a:t> MessageLibrary</a:t>
            </a:r>
          </a:p>
          <a:p>
            <a:r>
              <a:rPr lang="en-US" sz="1200">
                <a:solidFill>
                  <a:srgbClr val="000000"/>
                </a:solidFill>
                <a:latin typeface="Consolas" panose="020B0609020204030204" pitchFamily="49" charset="0"/>
              </a:rPr>
              <a:t>{</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Messenger</a:t>
            </a:r>
            <a:endParaRPr lang="en-US" sz="1200">
              <a:solidFill>
                <a:srgbClr val="000000"/>
              </a:solidFill>
              <a:latin typeface="Consolas" panose="020B0609020204030204" pitchFamily="49" charset="0"/>
            </a:endParaRPr>
          </a:p>
          <a:p>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GetMessage()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return</a:t>
            </a:r>
            <a:r>
              <a:rPr lang="en-US" sz="1200">
                <a:solidFill>
                  <a:srgbClr val="000000"/>
                </a:solidFill>
                <a:latin typeface="Consolas" panose="020B0609020204030204" pitchFamily="49" charset="0"/>
              </a:rPr>
              <a:t> </a:t>
            </a:r>
            <a:r>
              <a:rPr lang="en-US" sz="1200">
                <a:solidFill>
                  <a:srgbClr val="A31515"/>
                </a:solidFill>
                <a:latin typeface="Consolas" panose="020B0609020204030204" pitchFamily="49" charset="0"/>
              </a:rPr>
              <a:t>"Hello world!"</a:t>
            </a:r>
            <a:r>
              <a:rPr lang="en-US" sz="1200">
                <a:solidFill>
                  <a:srgbClr val="000000"/>
                </a:solidFill>
                <a:latin typeface="Consolas" panose="020B0609020204030204" pitchFamily="49" charset="0"/>
              </a:rPr>
              <a:t>;</a:t>
            </a:r>
          </a:p>
          <a:p>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a:t>
            </a:r>
            <a:endParaRPr lang="en-US" sz="1050">
              <a:latin typeface="Consolas"/>
              <a:ea typeface="ＭＳ Ｐゴシック"/>
            </a:endParaRPr>
          </a:p>
        </p:txBody>
      </p:sp>
      <p:pic>
        <p:nvPicPr>
          <p:cNvPr id="8" name="Picture 7" descr="Graphical user interface, application&#10;&#10;Description automatically generated">
            <a:extLst>
              <a:ext uri="{FF2B5EF4-FFF2-40B4-BE49-F238E27FC236}">
                <a16:creationId xmlns:a16="http://schemas.microsoft.com/office/drawing/2014/main" id="{618B2605-E46D-4C0C-9346-9A38969F79E5}"/>
              </a:ext>
            </a:extLst>
          </p:cNvPr>
          <p:cNvPicPr>
            <a:picLocks noChangeAspect="1"/>
          </p:cNvPicPr>
          <p:nvPr/>
        </p:nvPicPr>
        <p:blipFill>
          <a:blip r:embed="rId4"/>
          <a:stretch>
            <a:fillRect/>
          </a:stretch>
        </p:blipFill>
        <p:spPr>
          <a:xfrm>
            <a:off x="8230773" y="1526487"/>
            <a:ext cx="3533333" cy="3666667"/>
          </a:xfrm>
          <a:prstGeom prst="rect">
            <a:avLst/>
          </a:prstGeom>
        </p:spPr>
      </p:pic>
    </p:spTree>
    <p:extLst>
      <p:ext uri="{BB962C8B-B14F-4D97-AF65-F5344CB8AC3E}">
        <p14:creationId xmlns:p14="http://schemas.microsoft.com/office/powerpoint/2010/main" val="2761603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33</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3"/>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2694780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0B7CE-9099-4AC6-BFDC-D3A9E80410AA}"/>
              </a:ext>
            </a:extLst>
          </p:cNvPr>
          <p:cNvSpPr>
            <a:spLocks noGrp="1"/>
          </p:cNvSpPr>
          <p:nvPr>
            <p:ph type="title"/>
          </p:nvPr>
        </p:nvSpPr>
        <p:spPr>
          <a:xfrm>
            <a:off x="649139" y="5393"/>
            <a:ext cx="10878759" cy="1052738"/>
          </a:xfrm>
        </p:spPr>
        <p:txBody>
          <a:bodyPr wrap="square" anchor="b">
            <a:normAutofit/>
          </a:bodyPr>
          <a:lstStyle/>
          <a:p>
            <a:r>
              <a:rPr lang="en-US"/>
              <a:t>Data types</a:t>
            </a:r>
          </a:p>
        </p:txBody>
      </p:sp>
      <p:sp>
        <p:nvSpPr>
          <p:cNvPr id="3" name="Slide Number Placeholder 2">
            <a:extLst>
              <a:ext uri="{FF2B5EF4-FFF2-40B4-BE49-F238E27FC236}">
                <a16:creationId xmlns:a16="http://schemas.microsoft.com/office/drawing/2014/main" id="{8F748A7D-4CA7-4D11-A430-0CA9D86E5CE3}"/>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34</a:t>
            </a:fld>
            <a:endParaRPr lang="da-DK"/>
          </a:p>
        </p:txBody>
      </p:sp>
      <p:sp>
        <p:nvSpPr>
          <p:cNvPr id="4" name="Text Placeholder 3">
            <a:extLst>
              <a:ext uri="{FF2B5EF4-FFF2-40B4-BE49-F238E27FC236}">
                <a16:creationId xmlns:a16="http://schemas.microsoft.com/office/drawing/2014/main" id="{F439E96C-B5E6-42AA-9DD2-DAEA698888AB}"/>
              </a:ext>
            </a:extLst>
          </p:cNvPr>
          <p:cNvSpPr>
            <a:spLocks noGrp="1"/>
          </p:cNvSpPr>
          <p:nvPr>
            <p:ph type="body" sz="quarter" idx="17"/>
          </p:nvPr>
        </p:nvSpPr>
        <p:spPr>
          <a:xfrm>
            <a:off x="670985" y="1056000"/>
            <a:ext cx="10850033" cy="402384"/>
          </a:xfrm>
        </p:spPr>
        <p:txBody>
          <a:bodyPr anchor="t">
            <a:normAutofit/>
          </a:bodyPr>
          <a:lstStyle/>
          <a:p>
            <a:r>
              <a:rPr lang="en-US"/>
              <a:t>Types and variables</a:t>
            </a:r>
          </a:p>
        </p:txBody>
      </p:sp>
      <p:sp>
        <p:nvSpPr>
          <p:cNvPr id="17" name="TextBox 16">
            <a:extLst>
              <a:ext uri="{FF2B5EF4-FFF2-40B4-BE49-F238E27FC236}">
                <a16:creationId xmlns:a16="http://schemas.microsoft.com/office/drawing/2014/main" id="{67E9F776-3C1E-47DE-80D5-FF66A52B82A8}"/>
              </a:ext>
            </a:extLst>
          </p:cNvPr>
          <p:cNvSpPr txBox="1"/>
          <p:nvPr/>
        </p:nvSpPr>
        <p:spPr>
          <a:xfrm>
            <a:off x="5913853" y="1678119"/>
            <a:ext cx="5775384" cy="1169551"/>
          </a:xfrm>
          <a:prstGeom prst="rect">
            <a:avLst/>
          </a:prstGeom>
          <a:noFill/>
        </p:spPr>
        <p:txBody>
          <a:bodyPr wrap="square" lIns="0" tIns="0" rIns="0" bIns="0" rtlCol="0">
            <a:spAutoFit/>
          </a:bodyPr>
          <a:lstStyle/>
          <a:p>
            <a:pPr defTabSz="179388">
              <a:buClr>
                <a:srgbClr val="00DEE6"/>
              </a:buClr>
            </a:pPr>
            <a:r>
              <a:rPr lang="en-US" sz="2000">
                <a:latin typeface="+mn-lt"/>
              </a:rPr>
              <a:t>C# is strongly typed language, so any variable declaration should include type declaration explicitly.</a:t>
            </a:r>
          </a:p>
          <a:p>
            <a:pPr marL="0" indent="0" defTabSz="179388">
              <a:buClr>
                <a:srgbClr val="00DEE6"/>
              </a:buClr>
              <a:buFont typeface="Arial" panose="020B0604020202020204" pitchFamily="34" charset="0"/>
              <a:buNone/>
            </a:pPr>
            <a:endParaRPr lang="en-US" sz="1600" err="1">
              <a:latin typeface="+mn-lt"/>
            </a:endParaRPr>
          </a:p>
        </p:txBody>
      </p:sp>
      <p:pic>
        <p:nvPicPr>
          <p:cNvPr id="21" name="Content Placeholder 20" descr="A picture containing table, plate, cake, cup&#10;&#10;Description automatically generated">
            <a:extLst>
              <a:ext uri="{FF2B5EF4-FFF2-40B4-BE49-F238E27FC236}">
                <a16:creationId xmlns:a16="http://schemas.microsoft.com/office/drawing/2014/main" id="{409D8DE6-5537-4C39-805E-E4DCC7F97BF5}"/>
              </a:ext>
            </a:extLst>
          </p:cNvPr>
          <p:cNvPicPr>
            <a:picLocks noGrp="1" noChangeAspect="1"/>
          </p:cNvPicPr>
          <p:nvPr>
            <p:ph sz="quarter" idx="18"/>
          </p:nvPr>
        </p:nvPicPr>
        <p:blipFill>
          <a:blip r:embed="rId3">
            <a:extLst>
              <a:ext uri="{28A0092B-C50C-407E-A947-70E740481C1C}">
                <a14:useLocalDpi xmlns:a14="http://schemas.microsoft.com/office/drawing/2010/main" val="0"/>
              </a:ext>
            </a:extLst>
          </a:blip>
          <a:stretch>
            <a:fillRect/>
          </a:stretch>
        </p:blipFill>
        <p:spPr>
          <a:xfrm>
            <a:off x="672001" y="1622968"/>
            <a:ext cx="4568825" cy="4568825"/>
          </a:xfrm>
        </p:spPr>
      </p:pic>
      <p:sp>
        <p:nvSpPr>
          <p:cNvPr id="22" name="TextBox 21">
            <a:extLst>
              <a:ext uri="{FF2B5EF4-FFF2-40B4-BE49-F238E27FC236}">
                <a16:creationId xmlns:a16="http://schemas.microsoft.com/office/drawing/2014/main" id="{E6AC885A-1645-4F95-9FF1-EC12A1A7F8C5}"/>
              </a:ext>
            </a:extLst>
          </p:cNvPr>
          <p:cNvSpPr txBox="1"/>
          <p:nvPr/>
        </p:nvSpPr>
        <p:spPr>
          <a:xfrm>
            <a:off x="6088518" y="2892057"/>
            <a:ext cx="439873" cy="272897"/>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Type</a:t>
            </a:r>
          </a:p>
        </p:txBody>
      </p:sp>
      <p:sp>
        <p:nvSpPr>
          <p:cNvPr id="23" name="TextBox 22">
            <a:extLst>
              <a:ext uri="{FF2B5EF4-FFF2-40B4-BE49-F238E27FC236}">
                <a16:creationId xmlns:a16="http://schemas.microsoft.com/office/drawing/2014/main" id="{F4777512-F3AF-4ED6-8CA7-C4D9D1AC2FB1}"/>
              </a:ext>
            </a:extLst>
          </p:cNvPr>
          <p:cNvSpPr txBox="1"/>
          <p:nvPr/>
        </p:nvSpPr>
        <p:spPr>
          <a:xfrm>
            <a:off x="6262576" y="4065290"/>
            <a:ext cx="1967023" cy="49973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An instance of a type.</a:t>
            </a:r>
            <a:br>
              <a:rPr lang="en-US" sz="1600">
                <a:latin typeface="+mn-lt"/>
              </a:rPr>
            </a:br>
            <a:r>
              <a:rPr lang="en-US" sz="1600">
                <a:latin typeface="+mn-lt"/>
              </a:rPr>
              <a:t>A variable</a:t>
            </a:r>
          </a:p>
        </p:txBody>
      </p:sp>
      <p:cxnSp>
        <p:nvCxnSpPr>
          <p:cNvPr id="25" name="Straight Arrow Connector 24">
            <a:extLst>
              <a:ext uri="{FF2B5EF4-FFF2-40B4-BE49-F238E27FC236}">
                <a16:creationId xmlns:a16="http://schemas.microsoft.com/office/drawing/2014/main" id="{D8FE3051-F286-4DF4-B72E-7EB6424603E1}"/>
              </a:ext>
            </a:extLst>
          </p:cNvPr>
          <p:cNvCxnSpPr>
            <a:cxnSpLocks/>
            <a:stCxn id="23" idx="1"/>
          </p:cNvCxnSpPr>
          <p:nvPr/>
        </p:nvCxnSpPr>
        <p:spPr>
          <a:xfrm flipH="1">
            <a:off x="3710764" y="4315155"/>
            <a:ext cx="2551812" cy="1064919"/>
          </a:xfrm>
          <a:prstGeom prst="straightConnector1">
            <a:avLst/>
          </a:prstGeom>
          <a:noFill/>
          <a:ln w="19050">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27" name="Straight Arrow Connector 26">
            <a:extLst>
              <a:ext uri="{FF2B5EF4-FFF2-40B4-BE49-F238E27FC236}">
                <a16:creationId xmlns:a16="http://schemas.microsoft.com/office/drawing/2014/main" id="{76E836B6-C64A-4AED-B42C-7B2645329188}"/>
              </a:ext>
            </a:extLst>
          </p:cNvPr>
          <p:cNvCxnSpPr>
            <a:cxnSpLocks/>
            <a:stCxn id="22" idx="1"/>
          </p:cNvCxnSpPr>
          <p:nvPr/>
        </p:nvCxnSpPr>
        <p:spPr>
          <a:xfrm flipH="1">
            <a:off x="4238123" y="3028506"/>
            <a:ext cx="1850395" cy="1423097"/>
          </a:xfrm>
          <a:prstGeom prst="straightConnector1">
            <a:avLst/>
          </a:prstGeom>
          <a:noFill/>
          <a:ln w="19050">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30" name="Straight Arrow Connector 29">
            <a:extLst>
              <a:ext uri="{FF2B5EF4-FFF2-40B4-BE49-F238E27FC236}">
                <a16:creationId xmlns:a16="http://schemas.microsoft.com/office/drawing/2014/main" id="{589453CC-43A2-4FB6-9327-CF97563F81A6}"/>
              </a:ext>
            </a:extLst>
          </p:cNvPr>
          <p:cNvCxnSpPr>
            <a:cxnSpLocks/>
            <a:stCxn id="22" idx="1"/>
          </p:cNvCxnSpPr>
          <p:nvPr/>
        </p:nvCxnSpPr>
        <p:spPr>
          <a:xfrm flipH="1" flipV="1">
            <a:off x="3859619" y="2608585"/>
            <a:ext cx="2228899" cy="419921"/>
          </a:xfrm>
          <a:prstGeom prst="straightConnector1">
            <a:avLst/>
          </a:prstGeom>
          <a:noFill/>
          <a:ln w="19050">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35" name="Straight Arrow Connector 34">
            <a:extLst>
              <a:ext uri="{FF2B5EF4-FFF2-40B4-BE49-F238E27FC236}">
                <a16:creationId xmlns:a16="http://schemas.microsoft.com/office/drawing/2014/main" id="{AEBBB68E-AC8D-4AA8-94E2-0F24606CECFD}"/>
              </a:ext>
            </a:extLst>
          </p:cNvPr>
          <p:cNvCxnSpPr>
            <a:cxnSpLocks/>
            <a:stCxn id="22" idx="1"/>
          </p:cNvCxnSpPr>
          <p:nvPr/>
        </p:nvCxnSpPr>
        <p:spPr>
          <a:xfrm flipH="1">
            <a:off x="4565412" y="3028506"/>
            <a:ext cx="1523106" cy="474930"/>
          </a:xfrm>
          <a:prstGeom prst="straightConnector1">
            <a:avLst/>
          </a:prstGeom>
          <a:noFill/>
          <a:ln w="19050">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2155247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F3A68-3EE4-4602-8678-32027A42CF90}"/>
              </a:ext>
            </a:extLst>
          </p:cNvPr>
          <p:cNvSpPr>
            <a:spLocks noGrp="1"/>
          </p:cNvSpPr>
          <p:nvPr>
            <p:ph type="title"/>
          </p:nvPr>
        </p:nvSpPr>
        <p:spPr/>
        <p:txBody>
          <a:bodyPr/>
          <a:lstStyle/>
          <a:p>
            <a:r>
              <a:rPr lang="en-US"/>
              <a:t>Data types</a:t>
            </a:r>
          </a:p>
        </p:txBody>
      </p:sp>
      <p:sp>
        <p:nvSpPr>
          <p:cNvPr id="3" name="Slide Number Placeholder 2">
            <a:extLst>
              <a:ext uri="{FF2B5EF4-FFF2-40B4-BE49-F238E27FC236}">
                <a16:creationId xmlns:a16="http://schemas.microsoft.com/office/drawing/2014/main" id="{3A233225-812A-4DF8-8A98-DEFD956AF6F4}"/>
              </a:ext>
            </a:extLst>
          </p:cNvPr>
          <p:cNvSpPr>
            <a:spLocks noGrp="1"/>
          </p:cNvSpPr>
          <p:nvPr>
            <p:ph type="sldNum" sz="quarter" idx="11"/>
          </p:nvPr>
        </p:nvSpPr>
        <p:spPr/>
        <p:txBody>
          <a:bodyPr/>
          <a:lstStyle/>
          <a:p>
            <a:fld id="{E16BA917-7F09-4B8D-AF07-F52890C14046}" type="slidenum">
              <a:rPr lang="da-DK" smtClean="0"/>
              <a:pPr/>
              <a:t>35</a:t>
            </a:fld>
            <a:endParaRPr lang="da-DK"/>
          </a:p>
        </p:txBody>
      </p:sp>
      <p:sp>
        <p:nvSpPr>
          <p:cNvPr id="4" name="Text Placeholder 3">
            <a:extLst>
              <a:ext uri="{FF2B5EF4-FFF2-40B4-BE49-F238E27FC236}">
                <a16:creationId xmlns:a16="http://schemas.microsoft.com/office/drawing/2014/main" id="{C3CDD671-4071-4FD0-A2CF-832C5A7AF837}"/>
              </a:ext>
            </a:extLst>
          </p:cNvPr>
          <p:cNvSpPr>
            <a:spLocks noGrp="1"/>
          </p:cNvSpPr>
          <p:nvPr>
            <p:ph type="body" sz="quarter" idx="17"/>
          </p:nvPr>
        </p:nvSpPr>
        <p:spPr/>
        <p:txBody>
          <a:bodyPr/>
          <a:lstStyle/>
          <a:p>
            <a:r>
              <a:rPr lang="en-US"/>
              <a:t>Value types vs reference types</a:t>
            </a:r>
          </a:p>
        </p:txBody>
      </p:sp>
      <p:pic>
        <p:nvPicPr>
          <p:cNvPr id="6" name="Picture 5">
            <a:extLst>
              <a:ext uri="{FF2B5EF4-FFF2-40B4-BE49-F238E27FC236}">
                <a16:creationId xmlns:a16="http://schemas.microsoft.com/office/drawing/2014/main" id="{6B6CE556-28AA-42BC-8705-D5791F1815FF}"/>
              </a:ext>
            </a:extLst>
          </p:cNvPr>
          <p:cNvPicPr>
            <a:picLocks noChangeAspect="1"/>
          </p:cNvPicPr>
          <p:nvPr/>
        </p:nvPicPr>
        <p:blipFill>
          <a:blip r:embed="rId3"/>
          <a:stretch>
            <a:fillRect/>
          </a:stretch>
        </p:blipFill>
        <p:spPr>
          <a:xfrm>
            <a:off x="1905000" y="2507003"/>
            <a:ext cx="7753350" cy="2000250"/>
          </a:xfrm>
          <a:prstGeom prst="rect">
            <a:avLst/>
          </a:prstGeom>
        </p:spPr>
      </p:pic>
      <p:sp>
        <p:nvSpPr>
          <p:cNvPr id="10" name="TextBox 9">
            <a:extLst>
              <a:ext uri="{FF2B5EF4-FFF2-40B4-BE49-F238E27FC236}">
                <a16:creationId xmlns:a16="http://schemas.microsoft.com/office/drawing/2014/main" id="{8BD98C5A-19CF-4897-9263-AC3259333B8C}"/>
              </a:ext>
            </a:extLst>
          </p:cNvPr>
          <p:cNvSpPr txBox="1"/>
          <p:nvPr/>
        </p:nvSpPr>
        <p:spPr>
          <a:xfrm>
            <a:off x="2400299" y="1914525"/>
            <a:ext cx="1133475" cy="314325"/>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sz="1600">
                <a:latin typeface="+mn-lt"/>
              </a:rPr>
              <a:t>Value types</a:t>
            </a:r>
          </a:p>
        </p:txBody>
      </p:sp>
      <p:sp>
        <p:nvSpPr>
          <p:cNvPr id="23" name="TextBox 22">
            <a:extLst>
              <a:ext uri="{FF2B5EF4-FFF2-40B4-BE49-F238E27FC236}">
                <a16:creationId xmlns:a16="http://schemas.microsoft.com/office/drawing/2014/main" id="{FCF5C9AA-282D-4F65-BA53-A6C2429D8FB6}"/>
              </a:ext>
            </a:extLst>
          </p:cNvPr>
          <p:cNvSpPr txBox="1"/>
          <p:nvPr/>
        </p:nvSpPr>
        <p:spPr>
          <a:xfrm>
            <a:off x="6972299" y="1949587"/>
            <a:ext cx="1581151" cy="314325"/>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sz="1600">
                <a:latin typeface="+mn-lt"/>
              </a:rPr>
              <a:t>Reference types</a:t>
            </a:r>
          </a:p>
        </p:txBody>
      </p:sp>
    </p:spTree>
    <p:extLst>
      <p:ext uri="{BB962C8B-B14F-4D97-AF65-F5344CB8AC3E}">
        <p14:creationId xmlns:p14="http://schemas.microsoft.com/office/powerpoint/2010/main" val="631929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7128C-9ABF-482A-A0D2-40D52695000E}"/>
              </a:ext>
            </a:extLst>
          </p:cNvPr>
          <p:cNvSpPr>
            <a:spLocks noGrp="1"/>
          </p:cNvSpPr>
          <p:nvPr>
            <p:ph type="title"/>
          </p:nvPr>
        </p:nvSpPr>
        <p:spPr/>
        <p:txBody>
          <a:bodyPr/>
          <a:lstStyle/>
          <a:p>
            <a:r>
              <a:rPr lang="en-US"/>
              <a:t>Data types</a:t>
            </a:r>
          </a:p>
        </p:txBody>
      </p:sp>
      <p:sp>
        <p:nvSpPr>
          <p:cNvPr id="3" name="Slide Number Placeholder 2">
            <a:extLst>
              <a:ext uri="{FF2B5EF4-FFF2-40B4-BE49-F238E27FC236}">
                <a16:creationId xmlns:a16="http://schemas.microsoft.com/office/drawing/2014/main" id="{ECEB1F51-3930-4D36-A602-54227FA9AEBE}"/>
              </a:ext>
            </a:extLst>
          </p:cNvPr>
          <p:cNvSpPr>
            <a:spLocks noGrp="1"/>
          </p:cNvSpPr>
          <p:nvPr>
            <p:ph type="sldNum" sz="quarter" idx="11"/>
          </p:nvPr>
        </p:nvSpPr>
        <p:spPr/>
        <p:txBody>
          <a:bodyPr/>
          <a:lstStyle/>
          <a:p>
            <a:fld id="{E16BA917-7F09-4B8D-AF07-F52890C14046}" type="slidenum">
              <a:rPr lang="da-DK" smtClean="0"/>
              <a:pPr/>
              <a:t>36</a:t>
            </a:fld>
            <a:endParaRPr lang="da-DK"/>
          </a:p>
        </p:txBody>
      </p:sp>
      <p:sp>
        <p:nvSpPr>
          <p:cNvPr id="4" name="Text Placeholder 3">
            <a:extLst>
              <a:ext uri="{FF2B5EF4-FFF2-40B4-BE49-F238E27FC236}">
                <a16:creationId xmlns:a16="http://schemas.microsoft.com/office/drawing/2014/main" id="{D3D2C4BC-4807-4888-9B99-9E7FDC6BD3CD}"/>
              </a:ext>
            </a:extLst>
          </p:cNvPr>
          <p:cNvSpPr>
            <a:spLocks noGrp="1"/>
          </p:cNvSpPr>
          <p:nvPr>
            <p:ph type="body" sz="quarter" idx="17"/>
          </p:nvPr>
        </p:nvSpPr>
        <p:spPr/>
        <p:txBody>
          <a:bodyPr/>
          <a:lstStyle/>
          <a:p>
            <a:r>
              <a:rPr lang="en-US"/>
              <a:t>Overview </a:t>
            </a:r>
          </a:p>
        </p:txBody>
      </p:sp>
      <p:sp>
        <p:nvSpPr>
          <p:cNvPr id="7" name="Rectangle 6">
            <a:extLst>
              <a:ext uri="{FF2B5EF4-FFF2-40B4-BE49-F238E27FC236}">
                <a16:creationId xmlns:a16="http://schemas.microsoft.com/office/drawing/2014/main" id="{4D9A6FE7-E76F-4BDD-B630-42A1B7D6B8D8}"/>
              </a:ext>
            </a:extLst>
          </p:cNvPr>
          <p:cNvSpPr/>
          <p:nvPr/>
        </p:nvSpPr>
        <p:spPr>
          <a:xfrm>
            <a:off x="5115361" y="1706354"/>
            <a:ext cx="1594884" cy="402384"/>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 Data Types</a:t>
            </a:r>
          </a:p>
        </p:txBody>
      </p:sp>
      <p:sp>
        <p:nvSpPr>
          <p:cNvPr id="8" name="Rectangle 7">
            <a:extLst>
              <a:ext uri="{FF2B5EF4-FFF2-40B4-BE49-F238E27FC236}">
                <a16:creationId xmlns:a16="http://schemas.microsoft.com/office/drawing/2014/main" id="{70F2C1B8-16C0-4BF6-AFE8-E9355AE022A7}"/>
              </a:ext>
            </a:extLst>
          </p:cNvPr>
          <p:cNvSpPr/>
          <p:nvPr/>
        </p:nvSpPr>
        <p:spPr>
          <a:xfrm>
            <a:off x="1874954" y="2626450"/>
            <a:ext cx="1919510" cy="432977"/>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Predefined types </a:t>
            </a:r>
          </a:p>
        </p:txBody>
      </p:sp>
      <p:sp>
        <p:nvSpPr>
          <p:cNvPr id="9" name="Rectangle 8">
            <a:extLst>
              <a:ext uri="{FF2B5EF4-FFF2-40B4-BE49-F238E27FC236}">
                <a16:creationId xmlns:a16="http://schemas.microsoft.com/office/drawing/2014/main" id="{67C05EF1-92CF-4225-A98B-19C3A082DBD0}"/>
              </a:ext>
            </a:extLst>
          </p:cNvPr>
          <p:cNvSpPr/>
          <p:nvPr/>
        </p:nvSpPr>
        <p:spPr>
          <a:xfrm>
            <a:off x="6613105" y="2626450"/>
            <a:ext cx="2537637" cy="442599"/>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User-defined types</a:t>
            </a:r>
          </a:p>
        </p:txBody>
      </p:sp>
      <p:sp>
        <p:nvSpPr>
          <p:cNvPr id="11" name="Rectangle 10">
            <a:extLst>
              <a:ext uri="{FF2B5EF4-FFF2-40B4-BE49-F238E27FC236}">
                <a16:creationId xmlns:a16="http://schemas.microsoft.com/office/drawing/2014/main" id="{4FC83934-CB6A-4FBB-A370-F43C5A842A17}"/>
              </a:ext>
            </a:extLst>
          </p:cNvPr>
          <p:cNvSpPr/>
          <p:nvPr/>
        </p:nvSpPr>
        <p:spPr>
          <a:xfrm>
            <a:off x="8842290" y="3548913"/>
            <a:ext cx="1760736" cy="571230"/>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Reference types</a:t>
            </a:r>
          </a:p>
        </p:txBody>
      </p:sp>
      <p:sp>
        <p:nvSpPr>
          <p:cNvPr id="12" name="Rectangle 11">
            <a:extLst>
              <a:ext uri="{FF2B5EF4-FFF2-40B4-BE49-F238E27FC236}">
                <a16:creationId xmlns:a16="http://schemas.microsoft.com/office/drawing/2014/main" id="{22DAE342-B965-4F17-82E3-74F94A58D981}"/>
              </a:ext>
            </a:extLst>
          </p:cNvPr>
          <p:cNvSpPr/>
          <p:nvPr/>
        </p:nvSpPr>
        <p:spPr>
          <a:xfrm>
            <a:off x="7819575" y="4615876"/>
            <a:ext cx="864780" cy="608686"/>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Class types</a:t>
            </a:r>
          </a:p>
        </p:txBody>
      </p:sp>
      <p:sp>
        <p:nvSpPr>
          <p:cNvPr id="14" name="Rectangle 13">
            <a:extLst>
              <a:ext uri="{FF2B5EF4-FFF2-40B4-BE49-F238E27FC236}">
                <a16:creationId xmlns:a16="http://schemas.microsoft.com/office/drawing/2014/main" id="{07B7A098-5144-4241-ADAF-95407715CEB2}"/>
              </a:ext>
            </a:extLst>
          </p:cNvPr>
          <p:cNvSpPr/>
          <p:nvPr/>
        </p:nvSpPr>
        <p:spPr>
          <a:xfrm>
            <a:off x="8853651" y="4618472"/>
            <a:ext cx="998708" cy="612072"/>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Interface types</a:t>
            </a:r>
          </a:p>
        </p:txBody>
      </p:sp>
      <p:sp>
        <p:nvSpPr>
          <p:cNvPr id="15" name="Rectangle 14">
            <a:extLst>
              <a:ext uri="{FF2B5EF4-FFF2-40B4-BE49-F238E27FC236}">
                <a16:creationId xmlns:a16="http://schemas.microsoft.com/office/drawing/2014/main" id="{5ED98B0C-D513-4104-AE9A-C06574A2B447}"/>
              </a:ext>
            </a:extLst>
          </p:cNvPr>
          <p:cNvSpPr/>
          <p:nvPr/>
        </p:nvSpPr>
        <p:spPr>
          <a:xfrm>
            <a:off x="10021859" y="4615876"/>
            <a:ext cx="718746" cy="612072"/>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Array types</a:t>
            </a:r>
          </a:p>
        </p:txBody>
      </p:sp>
      <p:sp>
        <p:nvSpPr>
          <p:cNvPr id="16" name="Rectangle 15">
            <a:extLst>
              <a:ext uri="{FF2B5EF4-FFF2-40B4-BE49-F238E27FC236}">
                <a16:creationId xmlns:a16="http://schemas.microsoft.com/office/drawing/2014/main" id="{73F2FED8-2FC7-46FF-A2B2-B5FD13ED7DA6}"/>
              </a:ext>
            </a:extLst>
          </p:cNvPr>
          <p:cNvSpPr/>
          <p:nvPr/>
        </p:nvSpPr>
        <p:spPr>
          <a:xfrm>
            <a:off x="10910105" y="4615876"/>
            <a:ext cx="1071717" cy="612072"/>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Delegate types</a:t>
            </a:r>
          </a:p>
        </p:txBody>
      </p:sp>
      <p:sp>
        <p:nvSpPr>
          <p:cNvPr id="17" name="Rectangle 16">
            <a:extLst>
              <a:ext uri="{FF2B5EF4-FFF2-40B4-BE49-F238E27FC236}">
                <a16:creationId xmlns:a16="http://schemas.microsoft.com/office/drawing/2014/main" id="{34D7FDCA-7E24-46C5-B090-EC39F3000FBE}"/>
              </a:ext>
            </a:extLst>
          </p:cNvPr>
          <p:cNvSpPr/>
          <p:nvPr/>
        </p:nvSpPr>
        <p:spPr>
          <a:xfrm>
            <a:off x="482491" y="4618472"/>
            <a:ext cx="886399" cy="596891"/>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Simple types</a:t>
            </a:r>
          </a:p>
        </p:txBody>
      </p:sp>
      <p:sp>
        <p:nvSpPr>
          <p:cNvPr id="18" name="Rectangle 17">
            <a:extLst>
              <a:ext uri="{FF2B5EF4-FFF2-40B4-BE49-F238E27FC236}">
                <a16:creationId xmlns:a16="http://schemas.microsoft.com/office/drawing/2014/main" id="{83EBCDAE-8396-415A-9FE5-9BF3F18351F3}"/>
              </a:ext>
            </a:extLst>
          </p:cNvPr>
          <p:cNvSpPr/>
          <p:nvPr/>
        </p:nvSpPr>
        <p:spPr>
          <a:xfrm>
            <a:off x="4477963" y="4628286"/>
            <a:ext cx="894778" cy="612072"/>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Enum types</a:t>
            </a:r>
          </a:p>
        </p:txBody>
      </p:sp>
      <p:sp>
        <p:nvSpPr>
          <p:cNvPr id="19" name="Rectangle 18">
            <a:extLst>
              <a:ext uri="{FF2B5EF4-FFF2-40B4-BE49-F238E27FC236}">
                <a16:creationId xmlns:a16="http://schemas.microsoft.com/office/drawing/2014/main" id="{B0DF8E26-7FD6-4E00-AB65-84136360ADA4}"/>
              </a:ext>
            </a:extLst>
          </p:cNvPr>
          <p:cNvSpPr/>
          <p:nvPr/>
        </p:nvSpPr>
        <p:spPr>
          <a:xfrm>
            <a:off x="5567671" y="4621252"/>
            <a:ext cx="947644" cy="619106"/>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Struct types</a:t>
            </a:r>
          </a:p>
        </p:txBody>
      </p:sp>
      <p:sp>
        <p:nvSpPr>
          <p:cNvPr id="20" name="Rectangle 19">
            <a:extLst>
              <a:ext uri="{FF2B5EF4-FFF2-40B4-BE49-F238E27FC236}">
                <a16:creationId xmlns:a16="http://schemas.microsoft.com/office/drawing/2014/main" id="{2D1591A0-3198-45CF-9DC7-56507523246F}"/>
              </a:ext>
            </a:extLst>
          </p:cNvPr>
          <p:cNvSpPr/>
          <p:nvPr/>
        </p:nvSpPr>
        <p:spPr>
          <a:xfrm>
            <a:off x="6710245" y="4615876"/>
            <a:ext cx="914400" cy="612072"/>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Nullable types</a:t>
            </a:r>
          </a:p>
        </p:txBody>
      </p:sp>
      <p:sp>
        <p:nvSpPr>
          <p:cNvPr id="21" name="Rectangle 20">
            <a:extLst>
              <a:ext uri="{FF2B5EF4-FFF2-40B4-BE49-F238E27FC236}">
                <a16:creationId xmlns:a16="http://schemas.microsoft.com/office/drawing/2014/main" id="{B161F072-2310-4DE2-A6B5-70D6FBC6F4D4}"/>
              </a:ext>
            </a:extLst>
          </p:cNvPr>
          <p:cNvSpPr/>
          <p:nvPr/>
        </p:nvSpPr>
        <p:spPr>
          <a:xfrm>
            <a:off x="5127580" y="3499149"/>
            <a:ext cx="1594884" cy="571230"/>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Value types</a:t>
            </a:r>
          </a:p>
        </p:txBody>
      </p:sp>
      <p:sp>
        <p:nvSpPr>
          <p:cNvPr id="25" name="Rectangle 24">
            <a:extLst>
              <a:ext uri="{FF2B5EF4-FFF2-40B4-BE49-F238E27FC236}">
                <a16:creationId xmlns:a16="http://schemas.microsoft.com/office/drawing/2014/main" id="{84F09993-C58D-47E7-81B4-FF46FFF16E00}"/>
              </a:ext>
            </a:extLst>
          </p:cNvPr>
          <p:cNvSpPr/>
          <p:nvPr/>
        </p:nvSpPr>
        <p:spPr>
          <a:xfrm>
            <a:off x="2506544" y="3513926"/>
            <a:ext cx="1760736" cy="571230"/>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Reference types</a:t>
            </a:r>
          </a:p>
        </p:txBody>
      </p:sp>
      <p:sp>
        <p:nvSpPr>
          <p:cNvPr id="26" name="Rectangle 25">
            <a:extLst>
              <a:ext uri="{FF2B5EF4-FFF2-40B4-BE49-F238E27FC236}">
                <a16:creationId xmlns:a16="http://schemas.microsoft.com/office/drawing/2014/main" id="{53FD2FB8-54FB-4A93-B7A0-A939986F669F}"/>
              </a:ext>
            </a:extLst>
          </p:cNvPr>
          <p:cNvSpPr/>
          <p:nvPr/>
        </p:nvSpPr>
        <p:spPr>
          <a:xfrm>
            <a:off x="730906" y="3513926"/>
            <a:ext cx="1594884" cy="571230"/>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Value types</a:t>
            </a:r>
          </a:p>
        </p:txBody>
      </p:sp>
      <p:sp>
        <p:nvSpPr>
          <p:cNvPr id="27" name="Rectangle 26">
            <a:extLst>
              <a:ext uri="{FF2B5EF4-FFF2-40B4-BE49-F238E27FC236}">
                <a16:creationId xmlns:a16="http://schemas.microsoft.com/office/drawing/2014/main" id="{4AB8482A-941F-487C-80B4-C6374A63CB5A}"/>
              </a:ext>
            </a:extLst>
          </p:cNvPr>
          <p:cNvSpPr/>
          <p:nvPr/>
        </p:nvSpPr>
        <p:spPr>
          <a:xfrm>
            <a:off x="1538186" y="4608850"/>
            <a:ext cx="797904" cy="615712"/>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i="1">
                <a:solidFill>
                  <a:schemeClr val="accent2"/>
                </a:solidFill>
              </a:rPr>
              <a:t>object</a:t>
            </a:r>
          </a:p>
        </p:txBody>
      </p:sp>
      <p:sp>
        <p:nvSpPr>
          <p:cNvPr id="28" name="Rectangle 27">
            <a:extLst>
              <a:ext uri="{FF2B5EF4-FFF2-40B4-BE49-F238E27FC236}">
                <a16:creationId xmlns:a16="http://schemas.microsoft.com/office/drawing/2014/main" id="{831CC780-2F15-4867-9599-72DC0429A6A9}"/>
              </a:ext>
            </a:extLst>
          </p:cNvPr>
          <p:cNvSpPr/>
          <p:nvPr/>
        </p:nvSpPr>
        <p:spPr>
          <a:xfrm>
            <a:off x="2505386" y="4612490"/>
            <a:ext cx="690465" cy="627868"/>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i="1">
                <a:solidFill>
                  <a:schemeClr val="accent2"/>
                </a:solidFill>
              </a:rPr>
              <a:t>string</a:t>
            </a:r>
          </a:p>
        </p:txBody>
      </p:sp>
      <p:sp>
        <p:nvSpPr>
          <p:cNvPr id="29" name="Rectangle 28">
            <a:extLst>
              <a:ext uri="{FF2B5EF4-FFF2-40B4-BE49-F238E27FC236}">
                <a16:creationId xmlns:a16="http://schemas.microsoft.com/office/drawing/2014/main" id="{ED67D6BB-416E-4D66-AA39-5641665EC749}"/>
              </a:ext>
            </a:extLst>
          </p:cNvPr>
          <p:cNvSpPr/>
          <p:nvPr/>
        </p:nvSpPr>
        <p:spPr>
          <a:xfrm>
            <a:off x="3365147" y="4628286"/>
            <a:ext cx="943520" cy="602258"/>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i="1">
                <a:solidFill>
                  <a:schemeClr val="accent2"/>
                </a:solidFill>
              </a:rPr>
              <a:t>dynamic</a:t>
            </a:r>
          </a:p>
        </p:txBody>
      </p:sp>
      <p:cxnSp>
        <p:nvCxnSpPr>
          <p:cNvPr id="31" name="Connector: Elbow 30">
            <a:extLst>
              <a:ext uri="{FF2B5EF4-FFF2-40B4-BE49-F238E27FC236}">
                <a16:creationId xmlns:a16="http://schemas.microsoft.com/office/drawing/2014/main" id="{11DC5251-29DB-45E2-8106-34874A2F79EA}"/>
              </a:ext>
            </a:extLst>
          </p:cNvPr>
          <p:cNvCxnSpPr>
            <a:stCxn id="7" idx="2"/>
            <a:endCxn id="9" idx="0"/>
          </p:cNvCxnSpPr>
          <p:nvPr/>
        </p:nvCxnSpPr>
        <p:spPr>
          <a:xfrm rot="16200000" flipH="1">
            <a:off x="6638507" y="1383033"/>
            <a:ext cx="517712" cy="1969121"/>
          </a:xfrm>
          <a:prstGeom prst="bentConnector3">
            <a:avLst/>
          </a:prstGeom>
          <a:ln/>
        </p:spPr>
        <p:style>
          <a:lnRef idx="1">
            <a:schemeClr val="dk1"/>
          </a:lnRef>
          <a:fillRef idx="0">
            <a:schemeClr val="dk1"/>
          </a:fillRef>
          <a:effectRef idx="0">
            <a:schemeClr val="dk1"/>
          </a:effectRef>
          <a:fontRef idx="minor">
            <a:schemeClr val="tx1"/>
          </a:fontRef>
        </p:style>
      </p:cxnSp>
      <p:cxnSp>
        <p:nvCxnSpPr>
          <p:cNvPr id="33" name="Connector: Elbow 32">
            <a:extLst>
              <a:ext uri="{FF2B5EF4-FFF2-40B4-BE49-F238E27FC236}">
                <a16:creationId xmlns:a16="http://schemas.microsoft.com/office/drawing/2014/main" id="{BDFC47BE-62DB-4F60-BB1B-FFD170BA2AD8}"/>
              </a:ext>
            </a:extLst>
          </p:cNvPr>
          <p:cNvCxnSpPr>
            <a:stCxn id="7" idx="2"/>
            <a:endCxn id="8" idx="0"/>
          </p:cNvCxnSpPr>
          <p:nvPr/>
        </p:nvCxnSpPr>
        <p:spPr>
          <a:xfrm rot="5400000">
            <a:off x="4114900" y="828547"/>
            <a:ext cx="517712" cy="3078094"/>
          </a:xfrm>
          <a:prstGeom prst="bentConnector3">
            <a:avLst/>
          </a:prstGeom>
          <a:ln/>
        </p:spPr>
        <p:style>
          <a:lnRef idx="1">
            <a:schemeClr val="dk1"/>
          </a:lnRef>
          <a:fillRef idx="0">
            <a:schemeClr val="dk1"/>
          </a:fillRef>
          <a:effectRef idx="0">
            <a:schemeClr val="dk1"/>
          </a:effectRef>
          <a:fontRef idx="minor">
            <a:schemeClr val="tx1"/>
          </a:fontRef>
        </p:style>
      </p:cxnSp>
      <p:cxnSp>
        <p:nvCxnSpPr>
          <p:cNvPr id="35" name="Connector: Elbow 34">
            <a:extLst>
              <a:ext uri="{FF2B5EF4-FFF2-40B4-BE49-F238E27FC236}">
                <a16:creationId xmlns:a16="http://schemas.microsoft.com/office/drawing/2014/main" id="{89DD4EF8-04DD-4726-B00A-1EF5EF9AF4DF}"/>
              </a:ext>
            </a:extLst>
          </p:cNvPr>
          <p:cNvCxnSpPr>
            <a:stCxn id="8" idx="2"/>
            <a:endCxn id="25" idx="0"/>
          </p:cNvCxnSpPr>
          <p:nvPr/>
        </p:nvCxnSpPr>
        <p:spPr>
          <a:xfrm rot="16200000" flipH="1">
            <a:off x="2883561" y="3010574"/>
            <a:ext cx="454499" cy="552203"/>
          </a:xfrm>
          <a:prstGeom prst="bentConnector3">
            <a:avLst/>
          </a:prstGeom>
          <a:ln/>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D0832F96-0D59-42F1-B85B-80E348D44A17}"/>
              </a:ext>
            </a:extLst>
          </p:cNvPr>
          <p:cNvCxnSpPr>
            <a:stCxn id="8" idx="2"/>
            <a:endCxn id="26" idx="0"/>
          </p:cNvCxnSpPr>
          <p:nvPr/>
        </p:nvCxnSpPr>
        <p:spPr>
          <a:xfrm rot="5400000">
            <a:off x="1954280" y="2633496"/>
            <a:ext cx="454499" cy="1306361"/>
          </a:xfrm>
          <a:prstGeom prst="bentConnector3">
            <a:avLst/>
          </a:prstGeom>
          <a:ln/>
        </p:spPr>
        <p:style>
          <a:lnRef idx="1">
            <a:schemeClr val="dk1"/>
          </a:lnRef>
          <a:fillRef idx="0">
            <a:schemeClr val="dk1"/>
          </a:fillRef>
          <a:effectRef idx="0">
            <a:schemeClr val="dk1"/>
          </a:effectRef>
          <a:fontRef idx="minor">
            <a:schemeClr val="tx1"/>
          </a:fontRef>
        </p:style>
      </p:cxnSp>
      <p:cxnSp>
        <p:nvCxnSpPr>
          <p:cNvPr id="39" name="Connector: Elbow 38">
            <a:extLst>
              <a:ext uri="{FF2B5EF4-FFF2-40B4-BE49-F238E27FC236}">
                <a16:creationId xmlns:a16="http://schemas.microsoft.com/office/drawing/2014/main" id="{805A7279-528F-4200-95E0-0C383D21AF8A}"/>
              </a:ext>
            </a:extLst>
          </p:cNvPr>
          <p:cNvCxnSpPr>
            <a:stCxn id="9" idx="2"/>
            <a:endCxn id="11" idx="0"/>
          </p:cNvCxnSpPr>
          <p:nvPr/>
        </p:nvCxnSpPr>
        <p:spPr>
          <a:xfrm rot="16200000" flipH="1">
            <a:off x="8562359" y="2388614"/>
            <a:ext cx="479864" cy="1840734"/>
          </a:xfrm>
          <a:prstGeom prst="bentConnector3">
            <a:avLst/>
          </a:prstGeom>
          <a:ln/>
        </p:spPr>
        <p:style>
          <a:lnRef idx="1">
            <a:schemeClr val="dk1"/>
          </a:lnRef>
          <a:fillRef idx="0">
            <a:schemeClr val="dk1"/>
          </a:fillRef>
          <a:effectRef idx="0">
            <a:schemeClr val="dk1"/>
          </a:effectRef>
          <a:fontRef idx="minor">
            <a:schemeClr val="tx1"/>
          </a:fontRef>
        </p:style>
      </p:cxnSp>
      <p:cxnSp>
        <p:nvCxnSpPr>
          <p:cNvPr id="41" name="Connector: Elbow 40">
            <a:extLst>
              <a:ext uri="{FF2B5EF4-FFF2-40B4-BE49-F238E27FC236}">
                <a16:creationId xmlns:a16="http://schemas.microsoft.com/office/drawing/2014/main" id="{B3A1633E-8624-403D-8DB8-A8E59B9A8F40}"/>
              </a:ext>
            </a:extLst>
          </p:cNvPr>
          <p:cNvCxnSpPr>
            <a:stCxn id="9" idx="2"/>
            <a:endCxn id="21" idx="0"/>
          </p:cNvCxnSpPr>
          <p:nvPr/>
        </p:nvCxnSpPr>
        <p:spPr>
          <a:xfrm rot="5400000">
            <a:off x="6688423" y="2305648"/>
            <a:ext cx="430100" cy="1956902"/>
          </a:xfrm>
          <a:prstGeom prst="bentConnector3">
            <a:avLst>
              <a:gd name="adj1" fmla="val 57416"/>
            </a:avLst>
          </a:prstGeom>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D90C6F52-637D-4761-A71F-5C3A41924B47}"/>
              </a:ext>
            </a:extLst>
          </p:cNvPr>
          <p:cNvCxnSpPr>
            <a:stCxn id="25" idx="2"/>
          </p:cNvCxnSpPr>
          <p:nvPr/>
        </p:nvCxnSpPr>
        <p:spPr>
          <a:xfrm>
            <a:off x="3386912" y="4085156"/>
            <a:ext cx="0" cy="258289"/>
          </a:xfrm>
          <a:prstGeom prst="line">
            <a:avLst/>
          </a:prstGeom>
          <a:ln/>
        </p:spPr>
        <p:style>
          <a:lnRef idx="1">
            <a:schemeClr val="dk1"/>
          </a:lnRef>
          <a:fillRef idx="0">
            <a:schemeClr val="dk1"/>
          </a:fillRef>
          <a:effectRef idx="0">
            <a:schemeClr val="dk1"/>
          </a:effectRef>
          <a:fontRef idx="minor">
            <a:schemeClr val="tx1"/>
          </a:fontRef>
        </p:style>
      </p:cxnSp>
      <p:cxnSp>
        <p:nvCxnSpPr>
          <p:cNvPr id="60" name="Connector: Elbow 59">
            <a:extLst>
              <a:ext uri="{FF2B5EF4-FFF2-40B4-BE49-F238E27FC236}">
                <a16:creationId xmlns:a16="http://schemas.microsoft.com/office/drawing/2014/main" id="{34FA0F94-5F5F-433E-8E7C-4CC2BC1401D1}"/>
              </a:ext>
            </a:extLst>
          </p:cNvPr>
          <p:cNvCxnSpPr>
            <a:cxnSpLocks/>
            <a:stCxn id="27" idx="0"/>
          </p:cNvCxnSpPr>
          <p:nvPr/>
        </p:nvCxnSpPr>
        <p:spPr>
          <a:xfrm rot="5400000" flipH="1" flipV="1">
            <a:off x="2529324" y="3751262"/>
            <a:ext cx="265403" cy="1449774"/>
          </a:xfrm>
          <a:prstGeom prst="bentConnector2">
            <a:avLst/>
          </a:prstGeom>
          <a:ln/>
        </p:spPr>
        <p:style>
          <a:lnRef idx="1">
            <a:schemeClr val="dk1"/>
          </a:lnRef>
          <a:fillRef idx="0">
            <a:schemeClr val="dk1"/>
          </a:fillRef>
          <a:effectRef idx="0">
            <a:schemeClr val="dk1"/>
          </a:effectRef>
          <a:fontRef idx="minor">
            <a:schemeClr val="tx1"/>
          </a:fontRef>
        </p:style>
      </p:cxnSp>
      <p:cxnSp>
        <p:nvCxnSpPr>
          <p:cNvPr id="62" name="Connector: Elbow 61">
            <a:extLst>
              <a:ext uri="{FF2B5EF4-FFF2-40B4-BE49-F238E27FC236}">
                <a16:creationId xmlns:a16="http://schemas.microsoft.com/office/drawing/2014/main" id="{0211B2CB-19E4-4952-A8FF-C1821B61BF62}"/>
              </a:ext>
            </a:extLst>
          </p:cNvPr>
          <p:cNvCxnSpPr>
            <a:cxnSpLocks/>
            <a:stCxn id="28" idx="0"/>
          </p:cNvCxnSpPr>
          <p:nvPr/>
        </p:nvCxnSpPr>
        <p:spPr>
          <a:xfrm rot="5400000" flipH="1" flipV="1">
            <a:off x="2984245" y="4209822"/>
            <a:ext cx="269043" cy="536294"/>
          </a:xfrm>
          <a:prstGeom prst="bentConnector2">
            <a:avLst/>
          </a:prstGeom>
          <a:ln/>
        </p:spPr>
        <p:style>
          <a:lnRef idx="1">
            <a:schemeClr val="dk1"/>
          </a:lnRef>
          <a:fillRef idx="0">
            <a:schemeClr val="dk1"/>
          </a:fillRef>
          <a:effectRef idx="0">
            <a:schemeClr val="dk1"/>
          </a:effectRef>
          <a:fontRef idx="minor">
            <a:schemeClr val="tx1"/>
          </a:fontRef>
        </p:style>
      </p:cxnSp>
      <p:cxnSp>
        <p:nvCxnSpPr>
          <p:cNvPr id="64" name="Connector: Elbow 63">
            <a:extLst>
              <a:ext uri="{FF2B5EF4-FFF2-40B4-BE49-F238E27FC236}">
                <a16:creationId xmlns:a16="http://schemas.microsoft.com/office/drawing/2014/main" id="{2DEF7DED-C2CD-43B6-800B-0C22923099BA}"/>
              </a:ext>
            </a:extLst>
          </p:cNvPr>
          <p:cNvCxnSpPr>
            <a:cxnSpLocks/>
            <a:endCxn id="29" idx="0"/>
          </p:cNvCxnSpPr>
          <p:nvPr/>
        </p:nvCxnSpPr>
        <p:spPr>
          <a:xfrm>
            <a:off x="3397212" y="4343445"/>
            <a:ext cx="439695" cy="284841"/>
          </a:xfrm>
          <a:prstGeom prst="bentConnector2">
            <a:avLst/>
          </a:prstGeom>
          <a:ln/>
        </p:spPr>
        <p:style>
          <a:lnRef idx="1">
            <a:schemeClr val="dk1"/>
          </a:lnRef>
          <a:fillRef idx="0">
            <a:schemeClr val="dk1"/>
          </a:fillRef>
          <a:effectRef idx="0">
            <a:schemeClr val="dk1"/>
          </a:effectRef>
          <a:fontRef idx="minor">
            <a:schemeClr val="tx1"/>
          </a:fontRef>
        </p:style>
      </p:cxnSp>
      <p:cxnSp>
        <p:nvCxnSpPr>
          <p:cNvPr id="66" name="Connector: Elbow 65">
            <a:extLst>
              <a:ext uri="{FF2B5EF4-FFF2-40B4-BE49-F238E27FC236}">
                <a16:creationId xmlns:a16="http://schemas.microsoft.com/office/drawing/2014/main" id="{D0F197A5-1B75-4684-9175-B6400819C728}"/>
              </a:ext>
            </a:extLst>
          </p:cNvPr>
          <p:cNvCxnSpPr>
            <a:stCxn id="26" idx="2"/>
            <a:endCxn id="17" idx="0"/>
          </p:cNvCxnSpPr>
          <p:nvPr/>
        </p:nvCxnSpPr>
        <p:spPr>
          <a:xfrm rot="5400000">
            <a:off x="960362" y="4050486"/>
            <a:ext cx="533316" cy="602657"/>
          </a:xfrm>
          <a:prstGeom prst="bentConnector3">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cxnSp>
      <p:cxnSp>
        <p:nvCxnSpPr>
          <p:cNvPr id="71" name="Connector: Elbow 70">
            <a:extLst>
              <a:ext uri="{FF2B5EF4-FFF2-40B4-BE49-F238E27FC236}">
                <a16:creationId xmlns:a16="http://schemas.microsoft.com/office/drawing/2014/main" id="{E087F06C-8B01-4E9A-9382-93B6DBE9DF3B}"/>
              </a:ext>
            </a:extLst>
          </p:cNvPr>
          <p:cNvCxnSpPr>
            <a:stCxn id="11" idx="2"/>
            <a:endCxn id="14" idx="0"/>
          </p:cNvCxnSpPr>
          <p:nvPr/>
        </p:nvCxnSpPr>
        <p:spPr>
          <a:xfrm rot="5400000">
            <a:off x="9288668" y="4184481"/>
            <a:ext cx="498329" cy="369653"/>
          </a:xfrm>
          <a:prstGeom prst="bentConnector3">
            <a:avLst/>
          </a:prstGeom>
          <a:ln/>
        </p:spPr>
        <p:style>
          <a:lnRef idx="1">
            <a:schemeClr val="dk1"/>
          </a:lnRef>
          <a:fillRef idx="0">
            <a:schemeClr val="dk1"/>
          </a:fillRef>
          <a:effectRef idx="0">
            <a:schemeClr val="dk1"/>
          </a:effectRef>
          <a:fontRef idx="minor">
            <a:schemeClr val="tx1"/>
          </a:fontRef>
        </p:style>
      </p:cxnSp>
      <p:cxnSp>
        <p:nvCxnSpPr>
          <p:cNvPr id="75" name="Connector: Elbow 74">
            <a:extLst>
              <a:ext uri="{FF2B5EF4-FFF2-40B4-BE49-F238E27FC236}">
                <a16:creationId xmlns:a16="http://schemas.microsoft.com/office/drawing/2014/main" id="{37845873-1BA9-45DC-9A22-3819956958B4}"/>
              </a:ext>
            </a:extLst>
          </p:cNvPr>
          <p:cNvCxnSpPr>
            <a:stCxn id="12" idx="0"/>
            <a:endCxn id="11" idx="2"/>
          </p:cNvCxnSpPr>
          <p:nvPr/>
        </p:nvCxnSpPr>
        <p:spPr>
          <a:xfrm rot="5400000" flipH="1" flipV="1">
            <a:off x="8739445" y="3632664"/>
            <a:ext cx="495733" cy="1470693"/>
          </a:xfrm>
          <a:prstGeom prst="bentConnector3">
            <a:avLst/>
          </a:prstGeom>
          <a:ln/>
        </p:spPr>
        <p:style>
          <a:lnRef idx="1">
            <a:schemeClr val="dk1"/>
          </a:lnRef>
          <a:fillRef idx="0">
            <a:schemeClr val="dk1"/>
          </a:fillRef>
          <a:effectRef idx="0">
            <a:schemeClr val="dk1"/>
          </a:effectRef>
          <a:fontRef idx="minor">
            <a:schemeClr val="tx1"/>
          </a:fontRef>
        </p:style>
      </p:cxnSp>
      <p:cxnSp>
        <p:nvCxnSpPr>
          <p:cNvPr id="77" name="Connector: Elbow 76">
            <a:extLst>
              <a:ext uri="{FF2B5EF4-FFF2-40B4-BE49-F238E27FC236}">
                <a16:creationId xmlns:a16="http://schemas.microsoft.com/office/drawing/2014/main" id="{17FB6E99-3C40-4027-B8A6-42C5BC990318}"/>
              </a:ext>
            </a:extLst>
          </p:cNvPr>
          <p:cNvCxnSpPr>
            <a:stCxn id="11" idx="2"/>
            <a:endCxn id="15" idx="0"/>
          </p:cNvCxnSpPr>
          <p:nvPr/>
        </p:nvCxnSpPr>
        <p:spPr>
          <a:xfrm rot="16200000" flipH="1">
            <a:off x="9804079" y="4038722"/>
            <a:ext cx="495733" cy="658574"/>
          </a:xfrm>
          <a:prstGeom prst="bentConnector3">
            <a:avLst/>
          </a:prstGeom>
          <a:ln/>
        </p:spPr>
        <p:style>
          <a:lnRef idx="1">
            <a:schemeClr val="dk1"/>
          </a:lnRef>
          <a:fillRef idx="0">
            <a:schemeClr val="dk1"/>
          </a:fillRef>
          <a:effectRef idx="0">
            <a:schemeClr val="dk1"/>
          </a:effectRef>
          <a:fontRef idx="minor">
            <a:schemeClr val="tx1"/>
          </a:fontRef>
        </p:style>
      </p:cxnSp>
      <p:cxnSp>
        <p:nvCxnSpPr>
          <p:cNvPr id="79" name="Connector: Elbow 78">
            <a:extLst>
              <a:ext uri="{FF2B5EF4-FFF2-40B4-BE49-F238E27FC236}">
                <a16:creationId xmlns:a16="http://schemas.microsoft.com/office/drawing/2014/main" id="{9A430ADA-4EEF-4391-9F16-B6F6655848A5}"/>
              </a:ext>
            </a:extLst>
          </p:cNvPr>
          <p:cNvCxnSpPr>
            <a:stCxn id="16" idx="0"/>
            <a:endCxn id="11" idx="2"/>
          </p:cNvCxnSpPr>
          <p:nvPr/>
        </p:nvCxnSpPr>
        <p:spPr>
          <a:xfrm rot="16200000" flipV="1">
            <a:off x="10336445" y="3506357"/>
            <a:ext cx="495733" cy="1723306"/>
          </a:xfrm>
          <a:prstGeom prst="bentConnector3">
            <a:avLst/>
          </a:prstGeom>
          <a:ln/>
        </p:spPr>
        <p:style>
          <a:lnRef idx="1">
            <a:schemeClr val="dk1"/>
          </a:lnRef>
          <a:fillRef idx="0">
            <a:schemeClr val="dk1"/>
          </a:fillRef>
          <a:effectRef idx="0">
            <a:schemeClr val="dk1"/>
          </a:effectRef>
          <a:fontRef idx="minor">
            <a:schemeClr val="tx1"/>
          </a:fontRef>
        </p:style>
      </p:cxnSp>
      <p:cxnSp>
        <p:nvCxnSpPr>
          <p:cNvPr id="80" name="Connector: Elbow 79">
            <a:extLst>
              <a:ext uri="{FF2B5EF4-FFF2-40B4-BE49-F238E27FC236}">
                <a16:creationId xmlns:a16="http://schemas.microsoft.com/office/drawing/2014/main" id="{635A9D58-0068-45B2-B12E-7B34976E2578}"/>
              </a:ext>
            </a:extLst>
          </p:cNvPr>
          <p:cNvCxnSpPr/>
          <p:nvPr/>
        </p:nvCxnSpPr>
        <p:spPr>
          <a:xfrm rot="5400000">
            <a:off x="960362" y="4050487"/>
            <a:ext cx="533316" cy="602657"/>
          </a:xfrm>
          <a:prstGeom prst="bentConnector3">
            <a:avLst/>
          </a:prstGeom>
          <a:ln/>
        </p:spPr>
        <p:style>
          <a:lnRef idx="1">
            <a:schemeClr val="dk1"/>
          </a:lnRef>
          <a:fillRef idx="0">
            <a:schemeClr val="dk1"/>
          </a:fillRef>
          <a:effectRef idx="0">
            <a:schemeClr val="dk1"/>
          </a:effectRef>
          <a:fontRef idx="minor">
            <a:schemeClr val="tx1"/>
          </a:fontRef>
        </p:style>
      </p:cxnSp>
      <p:cxnSp>
        <p:nvCxnSpPr>
          <p:cNvPr id="82" name="Connector: Elbow 81">
            <a:extLst>
              <a:ext uri="{FF2B5EF4-FFF2-40B4-BE49-F238E27FC236}">
                <a16:creationId xmlns:a16="http://schemas.microsoft.com/office/drawing/2014/main" id="{C370218D-F709-4453-8558-D15C441E2C94}"/>
              </a:ext>
            </a:extLst>
          </p:cNvPr>
          <p:cNvCxnSpPr>
            <a:stCxn id="18" idx="0"/>
            <a:endCxn id="21" idx="2"/>
          </p:cNvCxnSpPr>
          <p:nvPr/>
        </p:nvCxnSpPr>
        <p:spPr>
          <a:xfrm rot="5400000" flipH="1" flipV="1">
            <a:off x="5146234" y="3849498"/>
            <a:ext cx="557907" cy="999670"/>
          </a:xfrm>
          <a:prstGeom prst="bentConnector3">
            <a:avLst/>
          </a:prstGeom>
          <a:ln/>
        </p:spPr>
        <p:style>
          <a:lnRef idx="1">
            <a:schemeClr val="dk1"/>
          </a:lnRef>
          <a:fillRef idx="0">
            <a:schemeClr val="dk1"/>
          </a:fillRef>
          <a:effectRef idx="0">
            <a:schemeClr val="dk1"/>
          </a:effectRef>
          <a:fontRef idx="minor">
            <a:schemeClr val="tx1"/>
          </a:fontRef>
        </p:style>
      </p:cxnSp>
      <p:cxnSp>
        <p:nvCxnSpPr>
          <p:cNvPr id="84" name="Connector: Elbow 83">
            <a:extLst>
              <a:ext uri="{FF2B5EF4-FFF2-40B4-BE49-F238E27FC236}">
                <a16:creationId xmlns:a16="http://schemas.microsoft.com/office/drawing/2014/main" id="{247A9DAE-1750-49A4-9E85-BBA3C55A0FFE}"/>
              </a:ext>
            </a:extLst>
          </p:cNvPr>
          <p:cNvCxnSpPr>
            <a:stCxn id="19" idx="0"/>
            <a:endCxn id="21" idx="2"/>
          </p:cNvCxnSpPr>
          <p:nvPr/>
        </p:nvCxnSpPr>
        <p:spPr>
          <a:xfrm rot="16200000" flipV="1">
            <a:off x="5707822" y="4287580"/>
            <a:ext cx="550873" cy="116471"/>
          </a:xfrm>
          <a:prstGeom prst="bentConnector3">
            <a:avLst/>
          </a:prstGeom>
          <a:ln/>
        </p:spPr>
        <p:style>
          <a:lnRef idx="1">
            <a:schemeClr val="dk1"/>
          </a:lnRef>
          <a:fillRef idx="0">
            <a:schemeClr val="dk1"/>
          </a:fillRef>
          <a:effectRef idx="0">
            <a:schemeClr val="dk1"/>
          </a:effectRef>
          <a:fontRef idx="minor">
            <a:schemeClr val="tx1"/>
          </a:fontRef>
        </p:style>
      </p:cxnSp>
      <p:cxnSp>
        <p:nvCxnSpPr>
          <p:cNvPr id="86" name="Connector: Elbow 85">
            <a:extLst>
              <a:ext uri="{FF2B5EF4-FFF2-40B4-BE49-F238E27FC236}">
                <a16:creationId xmlns:a16="http://schemas.microsoft.com/office/drawing/2014/main" id="{21CBEA2C-CD0D-4039-A6E7-B85445A1E859}"/>
              </a:ext>
            </a:extLst>
          </p:cNvPr>
          <p:cNvCxnSpPr>
            <a:stCxn id="20" idx="0"/>
            <a:endCxn id="21" idx="2"/>
          </p:cNvCxnSpPr>
          <p:nvPr/>
        </p:nvCxnSpPr>
        <p:spPr>
          <a:xfrm rot="16200000" flipV="1">
            <a:off x="6273486" y="3721916"/>
            <a:ext cx="545497" cy="1242423"/>
          </a:xfrm>
          <a:prstGeom prst="bentConnector3">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12566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7128C-9ABF-482A-A0D2-40D52695000E}"/>
              </a:ext>
            </a:extLst>
          </p:cNvPr>
          <p:cNvSpPr>
            <a:spLocks noGrp="1"/>
          </p:cNvSpPr>
          <p:nvPr>
            <p:ph type="title"/>
          </p:nvPr>
        </p:nvSpPr>
        <p:spPr/>
        <p:txBody>
          <a:bodyPr/>
          <a:lstStyle/>
          <a:p>
            <a:r>
              <a:rPr lang="en-US"/>
              <a:t>Data types</a:t>
            </a:r>
          </a:p>
        </p:txBody>
      </p:sp>
      <p:sp>
        <p:nvSpPr>
          <p:cNvPr id="3" name="Slide Number Placeholder 2">
            <a:extLst>
              <a:ext uri="{FF2B5EF4-FFF2-40B4-BE49-F238E27FC236}">
                <a16:creationId xmlns:a16="http://schemas.microsoft.com/office/drawing/2014/main" id="{ECEB1F51-3930-4D36-A602-54227FA9AEBE}"/>
              </a:ext>
            </a:extLst>
          </p:cNvPr>
          <p:cNvSpPr>
            <a:spLocks noGrp="1"/>
          </p:cNvSpPr>
          <p:nvPr>
            <p:ph type="sldNum" sz="quarter" idx="11"/>
          </p:nvPr>
        </p:nvSpPr>
        <p:spPr/>
        <p:txBody>
          <a:bodyPr/>
          <a:lstStyle/>
          <a:p>
            <a:fld id="{E16BA917-7F09-4B8D-AF07-F52890C14046}" type="slidenum">
              <a:rPr lang="da-DK" smtClean="0"/>
              <a:pPr/>
              <a:t>37</a:t>
            </a:fld>
            <a:endParaRPr lang="da-DK"/>
          </a:p>
        </p:txBody>
      </p:sp>
      <p:sp>
        <p:nvSpPr>
          <p:cNvPr id="4" name="Text Placeholder 3">
            <a:extLst>
              <a:ext uri="{FF2B5EF4-FFF2-40B4-BE49-F238E27FC236}">
                <a16:creationId xmlns:a16="http://schemas.microsoft.com/office/drawing/2014/main" id="{D3D2C4BC-4807-4888-9B99-9E7FDC6BD3CD}"/>
              </a:ext>
            </a:extLst>
          </p:cNvPr>
          <p:cNvSpPr>
            <a:spLocks noGrp="1"/>
          </p:cNvSpPr>
          <p:nvPr>
            <p:ph type="body" sz="quarter" idx="17"/>
          </p:nvPr>
        </p:nvSpPr>
        <p:spPr/>
        <p:txBody>
          <a:bodyPr/>
          <a:lstStyle/>
          <a:p>
            <a:r>
              <a:rPr lang="en-US"/>
              <a:t>Simple (predefined) data types</a:t>
            </a:r>
          </a:p>
        </p:txBody>
      </p:sp>
      <p:sp>
        <p:nvSpPr>
          <p:cNvPr id="17" name="Rectangle 16">
            <a:extLst>
              <a:ext uri="{FF2B5EF4-FFF2-40B4-BE49-F238E27FC236}">
                <a16:creationId xmlns:a16="http://schemas.microsoft.com/office/drawing/2014/main" id="{34D7FDCA-7E24-46C5-B090-EC39F3000FBE}"/>
              </a:ext>
            </a:extLst>
          </p:cNvPr>
          <p:cNvSpPr/>
          <p:nvPr/>
        </p:nvSpPr>
        <p:spPr>
          <a:xfrm>
            <a:off x="6036762" y="1423347"/>
            <a:ext cx="1192553" cy="668103"/>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Simple data types</a:t>
            </a:r>
          </a:p>
        </p:txBody>
      </p:sp>
      <p:cxnSp>
        <p:nvCxnSpPr>
          <p:cNvPr id="97" name="Connector: Elbow 96">
            <a:extLst>
              <a:ext uri="{FF2B5EF4-FFF2-40B4-BE49-F238E27FC236}">
                <a16:creationId xmlns:a16="http://schemas.microsoft.com/office/drawing/2014/main" id="{EBE2835F-9352-40CA-9DEE-A0EC50E35B39}"/>
              </a:ext>
            </a:extLst>
          </p:cNvPr>
          <p:cNvCxnSpPr>
            <a:cxnSpLocks/>
            <a:stCxn id="17" idx="2"/>
          </p:cNvCxnSpPr>
          <p:nvPr/>
        </p:nvCxnSpPr>
        <p:spPr>
          <a:xfrm rot="5400000">
            <a:off x="5059885" y="1052144"/>
            <a:ext cx="533848" cy="2612460"/>
          </a:xfrm>
          <a:prstGeom prst="bentConnector3">
            <a:avLst/>
          </a:prstGeom>
          <a:ln/>
        </p:spPr>
        <p:style>
          <a:lnRef idx="1">
            <a:schemeClr val="dk1"/>
          </a:lnRef>
          <a:fillRef idx="0">
            <a:schemeClr val="dk1"/>
          </a:fillRef>
          <a:effectRef idx="0">
            <a:schemeClr val="dk1"/>
          </a:effectRef>
          <a:fontRef idx="minor">
            <a:schemeClr val="tx1"/>
          </a:fontRef>
        </p:style>
      </p:cxnSp>
      <p:sp>
        <p:nvSpPr>
          <p:cNvPr id="51" name="Rectangle 50">
            <a:extLst>
              <a:ext uri="{FF2B5EF4-FFF2-40B4-BE49-F238E27FC236}">
                <a16:creationId xmlns:a16="http://schemas.microsoft.com/office/drawing/2014/main" id="{6B609D6D-02A4-488E-8C10-AA81D671E8BD}"/>
              </a:ext>
            </a:extLst>
          </p:cNvPr>
          <p:cNvSpPr/>
          <p:nvPr/>
        </p:nvSpPr>
        <p:spPr>
          <a:xfrm>
            <a:off x="7696238" y="2625297"/>
            <a:ext cx="1421104" cy="266705"/>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Non-numeric</a:t>
            </a:r>
          </a:p>
        </p:txBody>
      </p:sp>
      <p:sp>
        <p:nvSpPr>
          <p:cNvPr id="61" name="Rectangle 60">
            <a:extLst>
              <a:ext uri="{FF2B5EF4-FFF2-40B4-BE49-F238E27FC236}">
                <a16:creationId xmlns:a16="http://schemas.microsoft.com/office/drawing/2014/main" id="{447274BA-54C8-465E-BD0D-9B8C61E17B35}"/>
              </a:ext>
            </a:extLst>
          </p:cNvPr>
          <p:cNvSpPr/>
          <p:nvPr/>
        </p:nvSpPr>
        <p:spPr>
          <a:xfrm>
            <a:off x="3396917" y="2625298"/>
            <a:ext cx="1421104" cy="266705"/>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Numeric</a:t>
            </a:r>
          </a:p>
        </p:txBody>
      </p:sp>
      <p:sp>
        <p:nvSpPr>
          <p:cNvPr id="63" name="Rectangle 62">
            <a:extLst>
              <a:ext uri="{FF2B5EF4-FFF2-40B4-BE49-F238E27FC236}">
                <a16:creationId xmlns:a16="http://schemas.microsoft.com/office/drawing/2014/main" id="{9A39BE7B-CD6F-43E1-93F5-50092E7EB078}"/>
              </a:ext>
            </a:extLst>
          </p:cNvPr>
          <p:cNvSpPr/>
          <p:nvPr/>
        </p:nvSpPr>
        <p:spPr>
          <a:xfrm>
            <a:off x="4461838" y="3114685"/>
            <a:ext cx="1421104" cy="266705"/>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Integers</a:t>
            </a:r>
          </a:p>
        </p:txBody>
      </p:sp>
      <p:sp>
        <p:nvSpPr>
          <p:cNvPr id="65" name="Rectangle 64">
            <a:extLst>
              <a:ext uri="{FF2B5EF4-FFF2-40B4-BE49-F238E27FC236}">
                <a16:creationId xmlns:a16="http://schemas.microsoft.com/office/drawing/2014/main" id="{DCFB39EB-596D-4ADE-A8C5-D79E3E3BB582}"/>
              </a:ext>
            </a:extLst>
          </p:cNvPr>
          <p:cNvSpPr/>
          <p:nvPr/>
        </p:nvSpPr>
        <p:spPr>
          <a:xfrm>
            <a:off x="2206730" y="3091731"/>
            <a:ext cx="1421104" cy="266705"/>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Floating point</a:t>
            </a:r>
          </a:p>
        </p:txBody>
      </p:sp>
      <p:cxnSp>
        <p:nvCxnSpPr>
          <p:cNvPr id="52" name="Connector: Elbow 51">
            <a:extLst>
              <a:ext uri="{FF2B5EF4-FFF2-40B4-BE49-F238E27FC236}">
                <a16:creationId xmlns:a16="http://schemas.microsoft.com/office/drawing/2014/main" id="{7E8C2C58-00A9-40FA-9645-4706DBB91219}"/>
              </a:ext>
            </a:extLst>
          </p:cNvPr>
          <p:cNvCxnSpPr>
            <a:stCxn id="65" idx="0"/>
            <a:endCxn id="61" idx="2"/>
          </p:cNvCxnSpPr>
          <p:nvPr/>
        </p:nvCxnSpPr>
        <p:spPr>
          <a:xfrm rot="5400000" flipH="1" flipV="1">
            <a:off x="3412511" y="2396774"/>
            <a:ext cx="199728" cy="1190187"/>
          </a:xfrm>
          <a:prstGeom prst="bentConnector3">
            <a:avLst/>
          </a:prstGeom>
          <a:ln/>
        </p:spPr>
        <p:style>
          <a:lnRef idx="1">
            <a:schemeClr val="dk1"/>
          </a:lnRef>
          <a:fillRef idx="0">
            <a:schemeClr val="dk1"/>
          </a:fillRef>
          <a:effectRef idx="0">
            <a:schemeClr val="dk1"/>
          </a:effectRef>
          <a:fontRef idx="minor">
            <a:schemeClr val="tx1"/>
          </a:fontRef>
        </p:style>
      </p:cxnSp>
      <p:cxnSp>
        <p:nvCxnSpPr>
          <p:cNvPr id="54" name="Connector: Elbow 53">
            <a:extLst>
              <a:ext uri="{FF2B5EF4-FFF2-40B4-BE49-F238E27FC236}">
                <a16:creationId xmlns:a16="http://schemas.microsoft.com/office/drawing/2014/main" id="{45BB62BA-F2FF-4722-BDF8-EB1D2B233A26}"/>
              </a:ext>
            </a:extLst>
          </p:cNvPr>
          <p:cNvCxnSpPr>
            <a:stCxn id="63" idx="0"/>
            <a:endCxn id="61" idx="2"/>
          </p:cNvCxnSpPr>
          <p:nvPr/>
        </p:nvCxnSpPr>
        <p:spPr>
          <a:xfrm rot="16200000" flipV="1">
            <a:off x="4528589" y="2470883"/>
            <a:ext cx="222682" cy="1064921"/>
          </a:xfrm>
          <a:prstGeom prst="bentConnector3">
            <a:avLst>
              <a:gd name="adj1" fmla="val 54277"/>
            </a:avLst>
          </a:prstGeom>
          <a:ln/>
        </p:spPr>
        <p:style>
          <a:lnRef idx="1">
            <a:schemeClr val="dk1"/>
          </a:lnRef>
          <a:fillRef idx="0">
            <a:schemeClr val="dk1"/>
          </a:fillRef>
          <a:effectRef idx="0">
            <a:schemeClr val="dk1"/>
          </a:effectRef>
          <a:fontRef idx="minor">
            <a:schemeClr val="tx1"/>
          </a:fontRef>
        </p:style>
      </p:cxnSp>
      <p:sp>
        <p:nvSpPr>
          <p:cNvPr id="100" name="Rectangle 99">
            <a:extLst>
              <a:ext uri="{FF2B5EF4-FFF2-40B4-BE49-F238E27FC236}">
                <a16:creationId xmlns:a16="http://schemas.microsoft.com/office/drawing/2014/main" id="{06C48674-B857-493D-8530-5F2B516BA934}"/>
              </a:ext>
            </a:extLst>
          </p:cNvPr>
          <p:cNvSpPr/>
          <p:nvPr/>
        </p:nvSpPr>
        <p:spPr>
          <a:xfrm>
            <a:off x="5559576" y="3820187"/>
            <a:ext cx="1452319" cy="477459"/>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8-bit</a:t>
            </a:r>
            <a:br>
              <a:rPr lang="en-US" sz="1600">
                <a:solidFill>
                  <a:schemeClr val="tx1"/>
                </a:solidFill>
              </a:rPr>
            </a:br>
            <a:r>
              <a:rPr lang="en-US" sz="1600" i="1" err="1">
                <a:solidFill>
                  <a:schemeClr val="accent2"/>
                </a:solidFill>
              </a:rPr>
              <a:t>sbyte</a:t>
            </a:r>
            <a:r>
              <a:rPr lang="en-US" sz="1600">
                <a:solidFill>
                  <a:schemeClr val="tx1"/>
                </a:solidFill>
              </a:rPr>
              <a:t> / </a:t>
            </a:r>
            <a:r>
              <a:rPr lang="en-US" sz="1600" i="1">
                <a:solidFill>
                  <a:schemeClr val="accent2"/>
                </a:solidFill>
              </a:rPr>
              <a:t>byte</a:t>
            </a:r>
          </a:p>
        </p:txBody>
      </p:sp>
      <p:sp>
        <p:nvSpPr>
          <p:cNvPr id="110" name="Rectangle 109">
            <a:extLst>
              <a:ext uri="{FF2B5EF4-FFF2-40B4-BE49-F238E27FC236}">
                <a16:creationId xmlns:a16="http://schemas.microsoft.com/office/drawing/2014/main" id="{95842E03-F6AE-4DD3-8EE3-CDB7338DDD3C}"/>
              </a:ext>
            </a:extLst>
          </p:cNvPr>
          <p:cNvSpPr/>
          <p:nvPr/>
        </p:nvSpPr>
        <p:spPr>
          <a:xfrm>
            <a:off x="6633037" y="4453315"/>
            <a:ext cx="1452319" cy="477459"/>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16-bit</a:t>
            </a:r>
            <a:br>
              <a:rPr lang="en-US" sz="1600">
                <a:solidFill>
                  <a:schemeClr val="tx1"/>
                </a:solidFill>
              </a:rPr>
            </a:br>
            <a:r>
              <a:rPr lang="en-US" sz="1600" i="1">
                <a:solidFill>
                  <a:schemeClr val="accent2"/>
                </a:solidFill>
              </a:rPr>
              <a:t>short </a:t>
            </a:r>
            <a:r>
              <a:rPr lang="en-US" sz="1600">
                <a:solidFill>
                  <a:schemeClr val="tx1"/>
                </a:solidFill>
              </a:rPr>
              <a:t>/ </a:t>
            </a:r>
            <a:r>
              <a:rPr lang="en-US" sz="1600" i="1" err="1">
                <a:solidFill>
                  <a:schemeClr val="accent2"/>
                </a:solidFill>
              </a:rPr>
              <a:t>ushort</a:t>
            </a:r>
            <a:endParaRPr lang="en-US" sz="1600" i="1">
              <a:solidFill>
                <a:schemeClr val="accent2"/>
              </a:solidFill>
            </a:endParaRPr>
          </a:p>
        </p:txBody>
      </p:sp>
      <p:sp>
        <p:nvSpPr>
          <p:cNvPr id="111" name="Rectangle 110">
            <a:extLst>
              <a:ext uri="{FF2B5EF4-FFF2-40B4-BE49-F238E27FC236}">
                <a16:creationId xmlns:a16="http://schemas.microsoft.com/office/drawing/2014/main" id="{7BA61C9D-F2B4-4A94-A52A-0543579F9158}"/>
              </a:ext>
            </a:extLst>
          </p:cNvPr>
          <p:cNvSpPr/>
          <p:nvPr/>
        </p:nvSpPr>
        <p:spPr>
          <a:xfrm>
            <a:off x="7680629" y="5078975"/>
            <a:ext cx="1452319" cy="483285"/>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32-bit</a:t>
            </a:r>
            <a:br>
              <a:rPr lang="en-US" sz="1600">
                <a:solidFill>
                  <a:schemeClr val="tx1"/>
                </a:solidFill>
              </a:rPr>
            </a:br>
            <a:r>
              <a:rPr lang="en-US" sz="1600" i="1">
                <a:solidFill>
                  <a:schemeClr val="accent2"/>
                </a:solidFill>
              </a:rPr>
              <a:t>int</a:t>
            </a:r>
            <a:r>
              <a:rPr lang="en-US" sz="1600">
                <a:solidFill>
                  <a:schemeClr val="tx1"/>
                </a:solidFill>
              </a:rPr>
              <a:t> / </a:t>
            </a:r>
            <a:r>
              <a:rPr lang="en-US" sz="1600" i="1" err="1">
                <a:solidFill>
                  <a:schemeClr val="accent2"/>
                </a:solidFill>
              </a:rPr>
              <a:t>uint</a:t>
            </a:r>
            <a:endParaRPr lang="en-US" sz="1600" i="1">
              <a:solidFill>
                <a:schemeClr val="accent2"/>
              </a:solidFill>
            </a:endParaRPr>
          </a:p>
        </p:txBody>
      </p:sp>
      <p:sp>
        <p:nvSpPr>
          <p:cNvPr id="112" name="Rectangle 111">
            <a:extLst>
              <a:ext uri="{FF2B5EF4-FFF2-40B4-BE49-F238E27FC236}">
                <a16:creationId xmlns:a16="http://schemas.microsoft.com/office/drawing/2014/main" id="{674773B4-1F90-4BC0-BE30-AB775631785E}"/>
              </a:ext>
            </a:extLst>
          </p:cNvPr>
          <p:cNvSpPr/>
          <p:nvPr/>
        </p:nvSpPr>
        <p:spPr>
          <a:xfrm>
            <a:off x="8734160" y="5669126"/>
            <a:ext cx="1452319" cy="489110"/>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64-bit</a:t>
            </a:r>
            <a:br>
              <a:rPr lang="en-US" sz="1600">
                <a:solidFill>
                  <a:schemeClr val="tx1"/>
                </a:solidFill>
              </a:rPr>
            </a:br>
            <a:r>
              <a:rPr lang="en-US" sz="1600" i="1">
                <a:solidFill>
                  <a:schemeClr val="accent2"/>
                </a:solidFill>
              </a:rPr>
              <a:t>long</a:t>
            </a:r>
            <a:r>
              <a:rPr lang="en-US" sz="1600">
                <a:solidFill>
                  <a:schemeClr val="tx1"/>
                </a:solidFill>
              </a:rPr>
              <a:t> / </a:t>
            </a:r>
            <a:r>
              <a:rPr lang="en-US" sz="1600" i="1" err="1">
                <a:solidFill>
                  <a:schemeClr val="accent2"/>
                </a:solidFill>
              </a:rPr>
              <a:t>ulong</a:t>
            </a:r>
            <a:endParaRPr lang="en-US" sz="1600" i="1">
              <a:solidFill>
                <a:schemeClr val="accent2"/>
              </a:solidFill>
            </a:endParaRPr>
          </a:p>
        </p:txBody>
      </p:sp>
      <p:sp>
        <p:nvSpPr>
          <p:cNvPr id="113" name="Rectangle 112">
            <a:extLst>
              <a:ext uri="{FF2B5EF4-FFF2-40B4-BE49-F238E27FC236}">
                <a16:creationId xmlns:a16="http://schemas.microsoft.com/office/drawing/2014/main" id="{93DF6A9F-2E8B-4231-9077-10ABC39949F3}"/>
              </a:ext>
            </a:extLst>
          </p:cNvPr>
          <p:cNvSpPr/>
          <p:nvPr/>
        </p:nvSpPr>
        <p:spPr>
          <a:xfrm>
            <a:off x="125010" y="3769253"/>
            <a:ext cx="2685917" cy="684061"/>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32-bit</a:t>
            </a:r>
          </a:p>
          <a:p>
            <a:pPr algn="ctr"/>
            <a:r>
              <a:rPr lang="en-US" sz="1600">
                <a:solidFill>
                  <a:schemeClr val="tx1"/>
                </a:solidFill>
              </a:rPr>
              <a:t>single precision: ~6-9 digits</a:t>
            </a:r>
          </a:p>
          <a:p>
            <a:pPr algn="ctr"/>
            <a:r>
              <a:rPr lang="en-US" sz="1600" i="1">
                <a:solidFill>
                  <a:schemeClr val="accent2"/>
                </a:solidFill>
              </a:rPr>
              <a:t>float</a:t>
            </a:r>
          </a:p>
        </p:txBody>
      </p:sp>
      <p:sp>
        <p:nvSpPr>
          <p:cNvPr id="116" name="Rectangle 115">
            <a:extLst>
              <a:ext uri="{FF2B5EF4-FFF2-40B4-BE49-F238E27FC236}">
                <a16:creationId xmlns:a16="http://schemas.microsoft.com/office/drawing/2014/main" id="{6F7C3F9F-9B32-4ACC-8CDA-B611CDF5566C}"/>
              </a:ext>
            </a:extLst>
          </p:cNvPr>
          <p:cNvSpPr/>
          <p:nvPr/>
        </p:nvSpPr>
        <p:spPr>
          <a:xfrm>
            <a:off x="1749778" y="4748349"/>
            <a:ext cx="3068243" cy="736012"/>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64-bit</a:t>
            </a:r>
          </a:p>
          <a:p>
            <a:pPr algn="ctr"/>
            <a:r>
              <a:rPr lang="en-US" sz="1600">
                <a:solidFill>
                  <a:schemeClr val="tx1"/>
                </a:solidFill>
              </a:rPr>
              <a:t>double precision: ~15-17 digits </a:t>
            </a:r>
            <a:br>
              <a:rPr lang="en-US" sz="1600">
                <a:solidFill>
                  <a:schemeClr val="tx1"/>
                </a:solidFill>
              </a:rPr>
            </a:br>
            <a:r>
              <a:rPr lang="en-US" sz="1600" i="1">
                <a:solidFill>
                  <a:schemeClr val="accent2"/>
                </a:solidFill>
              </a:rPr>
              <a:t>double</a:t>
            </a:r>
          </a:p>
        </p:txBody>
      </p:sp>
      <p:sp>
        <p:nvSpPr>
          <p:cNvPr id="117" name="Rectangle 116">
            <a:extLst>
              <a:ext uri="{FF2B5EF4-FFF2-40B4-BE49-F238E27FC236}">
                <a16:creationId xmlns:a16="http://schemas.microsoft.com/office/drawing/2014/main" id="{F654799F-0FD6-4F07-B727-5E5B00E7AF6B}"/>
              </a:ext>
            </a:extLst>
          </p:cNvPr>
          <p:cNvSpPr/>
          <p:nvPr/>
        </p:nvSpPr>
        <p:spPr>
          <a:xfrm>
            <a:off x="3795181" y="5798838"/>
            <a:ext cx="2751963" cy="736012"/>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128-bit</a:t>
            </a:r>
          </a:p>
          <a:p>
            <a:pPr algn="ctr"/>
            <a:r>
              <a:rPr lang="en-US" sz="1600">
                <a:solidFill>
                  <a:schemeClr val="tx1"/>
                </a:solidFill>
              </a:rPr>
              <a:t>precision</a:t>
            </a:r>
            <a:r>
              <a:rPr lang="en-GB" sz="1600">
                <a:solidFill>
                  <a:schemeClr val="tx1"/>
                </a:solidFill>
              </a:rPr>
              <a:t>: </a:t>
            </a:r>
            <a:r>
              <a:rPr lang="en-US" sz="1600">
                <a:solidFill>
                  <a:schemeClr val="tx1"/>
                </a:solidFill>
              </a:rPr>
              <a:t>28-29 digits</a:t>
            </a:r>
            <a:br>
              <a:rPr lang="en-US" sz="1600">
                <a:solidFill>
                  <a:schemeClr val="tx1"/>
                </a:solidFill>
              </a:rPr>
            </a:br>
            <a:r>
              <a:rPr lang="en-US" sz="1600" i="1">
                <a:solidFill>
                  <a:schemeClr val="accent2"/>
                </a:solidFill>
              </a:rPr>
              <a:t>decimal</a:t>
            </a:r>
          </a:p>
        </p:txBody>
      </p:sp>
      <p:cxnSp>
        <p:nvCxnSpPr>
          <p:cNvPr id="72" name="Connector: Elbow 71">
            <a:extLst>
              <a:ext uri="{FF2B5EF4-FFF2-40B4-BE49-F238E27FC236}">
                <a16:creationId xmlns:a16="http://schemas.microsoft.com/office/drawing/2014/main" id="{F51B390B-6827-4A70-B17A-7ACDCE131E6F}"/>
              </a:ext>
            </a:extLst>
          </p:cNvPr>
          <p:cNvCxnSpPr>
            <a:stCxn id="63" idx="2"/>
            <a:endCxn id="100" idx="0"/>
          </p:cNvCxnSpPr>
          <p:nvPr/>
        </p:nvCxnSpPr>
        <p:spPr>
          <a:xfrm rot="16200000" flipH="1">
            <a:off x="5509665" y="3044115"/>
            <a:ext cx="438797" cy="1113346"/>
          </a:xfrm>
          <a:prstGeom prst="bentConnector3">
            <a:avLst/>
          </a:prstGeom>
          <a:ln/>
        </p:spPr>
        <p:style>
          <a:lnRef idx="1">
            <a:schemeClr val="dk1"/>
          </a:lnRef>
          <a:fillRef idx="0">
            <a:schemeClr val="dk1"/>
          </a:fillRef>
          <a:effectRef idx="0">
            <a:schemeClr val="dk1"/>
          </a:effectRef>
          <a:fontRef idx="minor">
            <a:schemeClr val="tx1"/>
          </a:fontRef>
        </p:style>
      </p:cxnSp>
      <p:cxnSp>
        <p:nvCxnSpPr>
          <p:cNvPr id="74" name="Connector: Elbow 73">
            <a:extLst>
              <a:ext uri="{FF2B5EF4-FFF2-40B4-BE49-F238E27FC236}">
                <a16:creationId xmlns:a16="http://schemas.microsoft.com/office/drawing/2014/main" id="{D9329EA1-30F3-46D8-9C28-45040ED04FB2}"/>
              </a:ext>
            </a:extLst>
          </p:cNvPr>
          <p:cNvCxnSpPr>
            <a:stCxn id="110" idx="0"/>
          </p:cNvCxnSpPr>
          <p:nvPr/>
        </p:nvCxnSpPr>
        <p:spPr>
          <a:xfrm rot="16200000" flipV="1">
            <a:off x="6122523" y="3216640"/>
            <a:ext cx="849243" cy="1624107"/>
          </a:xfrm>
          <a:prstGeom prst="bentConnector2">
            <a:avLst/>
          </a:prstGeom>
          <a:ln/>
        </p:spPr>
        <p:style>
          <a:lnRef idx="1">
            <a:schemeClr val="dk1"/>
          </a:lnRef>
          <a:fillRef idx="0">
            <a:schemeClr val="dk1"/>
          </a:fillRef>
          <a:effectRef idx="0">
            <a:schemeClr val="dk1"/>
          </a:effectRef>
          <a:fontRef idx="minor">
            <a:schemeClr val="tx1"/>
          </a:fontRef>
        </p:style>
      </p:cxnSp>
      <p:cxnSp>
        <p:nvCxnSpPr>
          <p:cNvPr id="118" name="Connector: Elbow 117">
            <a:extLst>
              <a:ext uri="{FF2B5EF4-FFF2-40B4-BE49-F238E27FC236}">
                <a16:creationId xmlns:a16="http://schemas.microsoft.com/office/drawing/2014/main" id="{AE8A15EC-114A-4FAA-9153-97091F1AB37A}"/>
              </a:ext>
            </a:extLst>
          </p:cNvPr>
          <p:cNvCxnSpPr>
            <a:stCxn id="111" idx="0"/>
          </p:cNvCxnSpPr>
          <p:nvPr/>
        </p:nvCxnSpPr>
        <p:spPr>
          <a:xfrm rot="16200000" flipV="1">
            <a:off x="6052138" y="2724323"/>
            <a:ext cx="1474904" cy="3234399"/>
          </a:xfrm>
          <a:prstGeom prst="bentConnector2">
            <a:avLst/>
          </a:prstGeom>
          <a:ln/>
        </p:spPr>
        <p:style>
          <a:lnRef idx="1">
            <a:schemeClr val="dk1"/>
          </a:lnRef>
          <a:fillRef idx="0">
            <a:schemeClr val="dk1"/>
          </a:fillRef>
          <a:effectRef idx="0">
            <a:schemeClr val="dk1"/>
          </a:effectRef>
          <a:fontRef idx="minor">
            <a:schemeClr val="tx1"/>
          </a:fontRef>
        </p:style>
      </p:cxnSp>
      <p:cxnSp>
        <p:nvCxnSpPr>
          <p:cNvPr id="120" name="Connector: Elbow 119">
            <a:extLst>
              <a:ext uri="{FF2B5EF4-FFF2-40B4-BE49-F238E27FC236}">
                <a16:creationId xmlns:a16="http://schemas.microsoft.com/office/drawing/2014/main" id="{6555532C-70CD-42FB-8215-BA57D2705958}"/>
              </a:ext>
            </a:extLst>
          </p:cNvPr>
          <p:cNvCxnSpPr>
            <a:cxnSpLocks/>
            <a:stCxn id="112" idx="0"/>
          </p:cNvCxnSpPr>
          <p:nvPr/>
        </p:nvCxnSpPr>
        <p:spPr>
          <a:xfrm rot="16200000" flipV="1">
            <a:off x="7901028" y="4109834"/>
            <a:ext cx="2065055" cy="1053530"/>
          </a:xfrm>
          <a:prstGeom prst="bentConnector3">
            <a:avLst>
              <a:gd name="adj1" fmla="val 99815"/>
            </a:avLst>
          </a:prstGeom>
          <a:ln/>
        </p:spPr>
        <p:style>
          <a:lnRef idx="1">
            <a:schemeClr val="dk1"/>
          </a:lnRef>
          <a:fillRef idx="0">
            <a:schemeClr val="dk1"/>
          </a:fillRef>
          <a:effectRef idx="0">
            <a:schemeClr val="dk1"/>
          </a:effectRef>
          <a:fontRef idx="minor">
            <a:schemeClr val="tx1"/>
          </a:fontRef>
        </p:style>
      </p:cxnSp>
      <p:cxnSp>
        <p:nvCxnSpPr>
          <p:cNvPr id="127" name="Connector: Elbow 126">
            <a:extLst>
              <a:ext uri="{FF2B5EF4-FFF2-40B4-BE49-F238E27FC236}">
                <a16:creationId xmlns:a16="http://schemas.microsoft.com/office/drawing/2014/main" id="{AD9D66BA-C2E3-4590-AD14-EC26965A0B70}"/>
              </a:ext>
            </a:extLst>
          </p:cNvPr>
          <p:cNvCxnSpPr>
            <a:stCxn id="51" idx="0"/>
            <a:endCxn id="17" idx="2"/>
          </p:cNvCxnSpPr>
          <p:nvPr/>
        </p:nvCxnSpPr>
        <p:spPr>
          <a:xfrm rot="16200000" flipV="1">
            <a:off x="7252992" y="1471498"/>
            <a:ext cx="533847" cy="1773751"/>
          </a:xfrm>
          <a:prstGeom prst="bentConnector3">
            <a:avLst/>
          </a:prstGeom>
          <a:ln/>
        </p:spPr>
        <p:style>
          <a:lnRef idx="1">
            <a:schemeClr val="dk1"/>
          </a:lnRef>
          <a:fillRef idx="0">
            <a:schemeClr val="dk1"/>
          </a:fillRef>
          <a:effectRef idx="0">
            <a:schemeClr val="dk1"/>
          </a:effectRef>
          <a:fontRef idx="minor">
            <a:schemeClr val="tx1"/>
          </a:fontRef>
        </p:style>
      </p:cxnSp>
      <p:sp>
        <p:nvSpPr>
          <p:cNvPr id="129" name="Rectangle 128">
            <a:extLst>
              <a:ext uri="{FF2B5EF4-FFF2-40B4-BE49-F238E27FC236}">
                <a16:creationId xmlns:a16="http://schemas.microsoft.com/office/drawing/2014/main" id="{FFBC5EE7-33BD-4665-8360-5902A9F2788A}"/>
              </a:ext>
            </a:extLst>
          </p:cNvPr>
          <p:cNvSpPr/>
          <p:nvPr/>
        </p:nvSpPr>
        <p:spPr>
          <a:xfrm>
            <a:off x="7519915" y="3101265"/>
            <a:ext cx="698711" cy="266705"/>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bool</a:t>
            </a:r>
          </a:p>
        </p:txBody>
      </p:sp>
      <p:sp>
        <p:nvSpPr>
          <p:cNvPr id="130" name="Rectangle 129">
            <a:extLst>
              <a:ext uri="{FF2B5EF4-FFF2-40B4-BE49-F238E27FC236}">
                <a16:creationId xmlns:a16="http://schemas.microsoft.com/office/drawing/2014/main" id="{96C47DBE-FAF9-407D-9535-ADC061107D57}"/>
              </a:ext>
            </a:extLst>
          </p:cNvPr>
          <p:cNvSpPr/>
          <p:nvPr/>
        </p:nvSpPr>
        <p:spPr>
          <a:xfrm>
            <a:off x="8734160" y="3114683"/>
            <a:ext cx="698711" cy="266705"/>
          </a:xfrm>
          <a:prstGeom prst="rect">
            <a:avLst/>
          </a:prstGeom>
          <a:solidFill>
            <a:schemeClr val="tx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char</a:t>
            </a:r>
          </a:p>
        </p:txBody>
      </p:sp>
      <p:cxnSp>
        <p:nvCxnSpPr>
          <p:cNvPr id="132" name="Connector: Elbow 131">
            <a:extLst>
              <a:ext uri="{FF2B5EF4-FFF2-40B4-BE49-F238E27FC236}">
                <a16:creationId xmlns:a16="http://schemas.microsoft.com/office/drawing/2014/main" id="{6EFC45F0-3FEF-44D2-A0CF-AD91E111AE85}"/>
              </a:ext>
            </a:extLst>
          </p:cNvPr>
          <p:cNvCxnSpPr>
            <a:stCxn id="130" idx="0"/>
            <a:endCxn id="51" idx="2"/>
          </p:cNvCxnSpPr>
          <p:nvPr/>
        </p:nvCxnSpPr>
        <p:spPr>
          <a:xfrm rot="16200000" flipV="1">
            <a:off x="8633813" y="2664980"/>
            <a:ext cx="222681" cy="676726"/>
          </a:xfrm>
          <a:prstGeom prst="bentConnector3">
            <a:avLst/>
          </a:prstGeom>
          <a:ln/>
        </p:spPr>
        <p:style>
          <a:lnRef idx="1">
            <a:schemeClr val="dk1"/>
          </a:lnRef>
          <a:fillRef idx="0">
            <a:schemeClr val="dk1"/>
          </a:fillRef>
          <a:effectRef idx="0">
            <a:schemeClr val="dk1"/>
          </a:effectRef>
          <a:fontRef idx="minor">
            <a:schemeClr val="tx1"/>
          </a:fontRef>
        </p:style>
      </p:cxnSp>
      <p:cxnSp>
        <p:nvCxnSpPr>
          <p:cNvPr id="134" name="Connector: Elbow 133">
            <a:extLst>
              <a:ext uri="{FF2B5EF4-FFF2-40B4-BE49-F238E27FC236}">
                <a16:creationId xmlns:a16="http://schemas.microsoft.com/office/drawing/2014/main" id="{69D8E509-7B2D-46DF-A412-CEF5572AB26A}"/>
              </a:ext>
            </a:extLst>
          </p:cNvPr>
          <p:cNvCxnSpPr>
            <a:stCxn id="129" idx="0"/>
            <a:endCxn id="51" idx="2"/>
          </p:cNvCxnSpPr>
          <p:nvPr/>
        </p:nvCxnSpPr>
        <p:spPr>
          <a:xfrm rot="5400000" flipH="1" flipV="1">
            <a:off x="8033399" y="2727875"/>
            <a:ext cx="209263" cy="537519"/>
          </a:xfrm>
          <a:prstGeom prst="bentConnector3">
            <a:avLst>
              <a:gd name="adj1" fmla="val 45449"/>
            </a:avLst>
          </a:prstGeom>
          <a:ln/>
        </p:spPr>
        <p:style>
          <a:lnRef idx="1">
            <a:schemeClr val="dk1"/>
          </a:lnRef>
          <a:fillRef idx="0">
            <a:schemeClr val="dk1"/>
          </a:fillRef>
          <a:effectRef idx="0">
            <a:schemeClr val="dk1"/>
          </a:effectRef>
          <a:fontRef idx="minor">
            <a:schemeClr val="tx1"/>
          </a:fontRef>
        </p:style>
      </p:cxnSp>
      <p:cxnSp>
        <p:nvCxnSpPr>
          <p:cNvPr id="137" name="Connector: Elbow 136">
            <a:extLst>
              <a:ext uri="{FF2B5EF4-FFF2-40B4-BE49-F238E27FC236}">
                <a16:creationId xmlns:a16="http://schemas.microsoft.com/office/drawing/2014/main" id="{9EBBE090-FEE1-405A-9EF2-778306530598}"/>
              </a:ext>
            </a:extLst>
          </p:cNvPr>
          <p:cNvCxnSpPr>
            <a:cxnSpLocks/>
            <a:stCxn id="65" idx="2"/>
            <a:endCxn id="113" idx="0"/>
          </p:cNvCxnSpPr>
          <p:nvPr/>
        </p:nvCxnSpPr>
        <p:spPr>
          <a:xfrm rot="5400000">
            <a:off x="1987218" y="2839188"/>
            <a:ext cx="410817" cy="1449313"/>
          </a:xfrm>
          <a:prstGeom prst="bentConnector3">
            <a:avLst/>
          </a:prstGeom>
          <a:ln/>
        </p:spPr>
        <p:style>
          <a:lnRef idx="1">
            <a:schemeClr val="dk1"/>
          </a:lnRef>
          <a:fillRef idx="0">
            <a:schemeClr val="dk1"/>
          </a:fillRef>
          <a:effectRef idx="0">
            <a:schemeClr val="dk1"/>
          </a:effectRef>
          <a:fontRef idx="minor">
            <a:schemeClr val="tx1"/>
          </a:fontRef>
        </p:style>
      </p:cxnSp>
      <p:cxnSp>
        <p:nvCxnSpPr>
          <p:cNvPr id="139" name="Connector: Elbow 138">
            <a:extLst>
              <a:ext uri="{FF2B5EF4-FFF2-40B4-BE49-F238E27FC236}">
                <a16:creationId xmlns:a16="http://schemas.microsoft.com/office/drawing/2014/main" id="{77FA0838-0278-4816-8734-200A954E5500}"/>
              </a:ext>
            </a:extLst>
          </p:cNvPr>
          <p:cNvCxnSpPr>
            <a:cxnSpLocks/>
          </p:cNvCxnSpPr>
          <p:nvPr/>
        </p:nvCxnSpPr>
        <p:spPr>
          <a:xfrm rot="16200000" flipV="1">
            <a:off x="2412204" y="3879617"/>
            <a:ext cx="1389913" cy="366618"/>
          </a:xfrm>
          <a:prstGeom prst="bentConnector3">
            <a:avLst>
              <a:gd name="adj1" fmla="val 45127"/>
            </a:avLst>
          </a:prstGeom>
          <a:ln/>
        </p:spPr>
        <p:style>
          <a:lnRef idx="1">
            <a:schemeClr val="dk1"/>
          </a:lnRef>
          <a:fillRef idx="0">
            <a:schemeClr val="dk1"/>
          </a:fillRef>
          <a:effectRef idx="0">
            <a:schemeClr val="dk1"/>
          </a:effectRef>
          <a:fontRef idx="minor">
            <a:schemeClr val="tx1"/>
          </a:fontRef>
        </p:style>
      </p:cxnSp>
      <p:cxnSp>
        <p:nvCxnSpPr>
          <p:cNvPr id="143" name="Connector: Elbow 142">
            <a:extLst>
              <a:ext uri="{FF2B5EF4-FFF2-40B4-BE49-F238E27FC236}">
                <a16:creationId xmlns:a16="http://schemas.microsoft.com/office/drawing/2014/main" id="{4E8821B0-D2A7-422E-B3D6-00984F375972}"/>
              </a:ext>
            </a:extLst>
          </p:cNvPr>
          <p:cNvCxnSpPr>
            <a:cxnSpLocks/>
            <a:stCxn id="117" idx="0"/>
            <a:endCxn id="65" idx="2"/>
          </p:cNvCxnSpPr>
          <p:nvPr/>
        </p:nvCxnSpPr>
        <p:spPr>
          <a:xfrm rot="16200000" flipV="1">
            <a:off x="2824022" y="3451696"/>
            <a:ext cx="2440402" cy="2253881"/>
          </a:xfrm>
          <a:prstGeom prst="bentConnector3">
            <a:avLst>
              <a:gd name="adj1" fmla="val 68503"/>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80050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4F0EE-B9A4-475C-93FD-BBD808EE51AB}"/>
              </a:ext>
            </a:extLst>
          </p:cNvPr>
          <p:cNvSpPr>
            <a:spLocks noGrp="1"/>
          </p:cNvSpPr>
          <p:nvPr>
            <p:ph type="title"/>
          </p:nvPr>
        </p:nvSpPr>
        <p:spPr/>
        <p:txBody>
          <a:bodyPr/>
          <a:lstStyle/>
          <a:p>
            <a:r>
              <a:rPr lang="en-US"/>
              <a:t>Simple data types</a:t>
            </a:r>
          </a:p>
        </p:txBody>
      </p:sp>
      <p:sp>
        <p:nvSpPr>
          <p:cNvPr id="3" name="Slide Number Placeholder 2">
            <a:extLst>
              <a:ext uri="{FF2B5EF4-FFF2-40B4-BE49-F238E27FC236}">
                <a16:creationId xmlns:a16="http://schemas.microsoft.com/office/drawing/2014/main" id="{6A4A5585-D10C-408A-AE9D-E6A5099EAC10}"/>
              </a:ext>
            </a:extLst>
          </p:cNvPr>
          <p:cNvSpPr>
            <a:spLocks noGrp="1"/>
          </p:cNvSpPr>
          <p:nvPr>
            <p:ph type="sldNum" sz="quarter" idx="11"/>
          </p:nvPr>
        </p:nvSpPr>
        <p:spPr/>
        <p:txBody>
          <a:bodyPr/>
          <a:lstStyle/>
          <a:p>
            <a:fld id="{E16BA917-7F09-4B8D-AF07-F52890C14046}" type="slidenum">
              <a:rPr lang="da-DK" smtClean="0"/>
              <a:pPr/>
              <a:t>38</a:t>
            </a:fld>
            <a:endParaRPr lang="da-DK"/>
          </a:p>
        </p:txBody>
      </p:sp>
      <p:sp>
        <p:nvSpPr>
          <p:cNvPr id="4" name="Text Placeholder 3">
            <a:extLst>
              <a:ext uri="{FF2B5EF4-FFF2-40B4-BE49-F238E27FC236}">
                <a16:creationId xmlns:a16="http://schemas.microsoft.com/office/drawing/2014/main" id="{1D93E65C-20FD-47A4-9EA3-30E663BAB287}"/>
              </a:ext>
            </a:extLst>
          </p:cNvPr>
          <p:cNvSpPr>
            <a:spLocks noGrp="1"/>
          </p:cNvSpPr>
          <p:nvPr>
            <p:ph type="body" sz="quarter" idx="17"/>
          </p:nvPr>
        </p:nvSpPr>
        <p:spPr/>
        <p:txBody>
          <a:bodyPr/>
          <a:lstStyle/>
          <a:p>
            <a:r>
              <a:rPr lang="en-US"/>
              <a:t>Integer types</a:t>
            </a:r>
          </a:p>
        </p:txBody>
      </p:sp>
      <p:graphicFrame>
        <p:nvGraphicFramePr>
          <p:cNvPr id="11" name="Table 11">
            <a:extLst>
              <a:ext uri="{FF2B5EF4-FFF2-40B4-BE49-F238E27FC236}">
                <a16:creationId xmlns:a16="http://schemas.microsoft.com/office/drawing/2014/main" id="{09BEE679-45F8-4FEA-811D-D1A9BEAD2B5E}"/>
              </a:ext>
            </a:extLst>
          </p:cNvPr>
          <p:cNvGraphicFramePr>
            <a:graphicFrameLocks noGrp="1"/>
          </p:cNvGraphicFramePr>
          <p:nvPr>
            <p:extLst>
              <p:ext uri="{D42A27DB-BD31-4B8C-83A1-F6EECF244321}">
                <p14:modId xmlns:p14="http://schemas.microsoft.com/office/powerpoint/2010/main" val="3472047240"/>
              </p:ext>
            </p:extLst>
          </p:nvPr>
        </p:nvGraphicFramePr>
        <p:xfrm>
          <a:off x="1011861" y="1421338"/>
          <a:ext cx="10535974" cy="4860974"/>
        </p:xfrm>
        <a:graphic>
          <a:graphicData uri="http://schemas.openxmlformats.org/drawingml/2006/table">
            <a:tbl>
              <a:tblPr firstRow="1" bandRow="1">
                <a:tableStyleId>{B301B821-A1FF-4177-AEE7-76D212191A09}</a:tableStyleId>
              </a:tblPr>
              <a:tblGrid>
                <a:gridCol w="1967009">
                  <a:extLst>
                    <a:ext uri="{9D8B030D-6E8A-4147-A177-3AD203B41FA5}">
                      <a16:colId xmlns:a16="http://schemas.microsoft.com/office/drawing/2014/main" val="4215574968"/>
                    </a:ext>
                  </a:extLst>
                </a:gridCol>
                <a:gridCol w="3874417">
                  <a:extLst>
                    <a:ext uri="{9D8B030D-6E8A-4147-A177-3AD203B41FA5}">
                      <a16:colId xmlns:a16="http://schemas.microsoft.com/office/drawing/2014/main" val="1008345648"/>
                    </a:ext>
                  </a:extLst>
                </a:gridCol>
                <a:gridCol w="2262433">
                  <a:extLst>
                    <a:ext uri="{9D8B030D-6E8A-4147-A177-3AD203B41FA5}">
                      <a16:colId xmlns:a16="http://schemas.microsoft.com/office/drawing/2014/main" val="558084828"/>
                    </a:ext>
                  </a:extLst>
                </a:gridCol>
                <a:gridCol w="2432115">
                  <a:extLst>
                    <a:ext uri="{9D8B030D-6E8A-4147-A177-3AD203B41FA5}">
                      <a16:colId xmlns:a16="http://schemas.microsoft.com/office/drawing/2014/main" val="106813816"/>
                    </a:ext>
                  </a:extLst>
                </a:gridCol>
              </a:tblGrid>
              <a:tr h="799642">
                <a:tc>
                  <a:txBody>
                    <a:bodyPr/>
                    <a:lstStyle/>
                    <a:p>
                      <a:r>
                        <a:rPr lang="en-US"/>
                        <a:t>Name</a:t>
                      </a:r>
                    </a:p>
                  </a:txBody>
                  <a:tcPr/>
                </a:tc>
                <a:tc>
                  <a:txBody>
                    <a:bodyPr/>
                    <a:lstStyle/>
                    <a:p>
                      <a:r>
                        <a:rPr lang="en-US"/>
                        <a:t>Range</a:t>
                      </a:r>
                    </a:p>
                  </a:txBody>
                  <a:tcPr/>
                </a:tc>
                <a:tc>
                  <a:txBody>
                    <a:bodyPr/>
                    <a:lstStyle/>
                    <a:p>
                      <a:r>
                        <a:rPr lang="en-US"/>
                        <a:t>.NET Type</a:t>
                      </a:r>
                    </a:p>
                  </a:txBody>
                  <a:tcPr/>
                </a:tc>
                <a:tc>
                  <a:txBody>
                    <a:bodyPr/>
                    <a:lstStyle/>
                    <a:p>
                      <a:r>
                        <a:rPr lang="en-US"/>
                        <a:t>Default Value</a:t>
                      </a:r>
                    </a:p>
                  </a:txBody>
                  <a:tcPr/>
                </a:tc>
                <a:extLst>
                  <a:ext uri="{0D108BD9-81ED-4DB2-BD59-A6C34878D82A}">
                    <a16:rowId xmlns:a16="http://schemas.microsoft.com/office/drawing/2014/main" val="3763898279"/>
                  </a:ext>
                </a:extLst>
              </a:tr>
              <a:tr h="444246">
                <a:tc>
                  <a:txBody>
                    <a:bodyPr/>
                    <a:lstStyle/>
                    <a:p>
                      <a:r>
                        <a:rPr lang="en-US" sz="1800" err="1"/>
                        <a:t>sbyte</a:t>
                      </a:r>
                      <a:endParaRPr lang="en-US" sz="1800"/>
                    </a:p>
                  </a:txBody>
                  <a:tcPr/>
                </a:tc>
                <a:tc>
                  <a:txBody>
                    <a:bodyPr/>
                    <a:lstStyle/>
                    <a:p>
                      <a:pPr marL="0" indent="0" algn="l" defTabSz="179388">
                        <a:buClr>
                          <a:srgbClr val="00DEE6"/>
                        </a:buClr>
                        <a:buFont typeface="Arial" panose="020B0604020202020204" pitchFamily="34" charset="0"/>
                        <a:buNone/>
                      </a:pPr>
                      <a:r>
                        <a:rPr lang="en-US" sz="1800">
                          <a:latin typeface="+mn-lt"/>
                        </a:rPr>
                        <a:t>[-128;127]</a:t>
                      </a:r>
                    </a:p>
                  </a:txBody>
                  <a:tcPr/>
                </a:tc>
                <a:tc>
                  <a:txBody>
                    <a:bodyPr/>
                    <a:lstStyle/>
                    <a:p>
                      <a:r>
                        <a:rPr lang="en-US" sz="1800" err="1"/>
                        <a:t>System.SByte</a:t>
                      </a:r>
                      <a:endParaRPr lang="en-US" sz="1800"/>
                    </a:p>
                  </a:txBody>
                  <a:tcPr/>
                </a:tc>
                <a:tc>
                  <a:txBody>
                    <a:bodyPr/>
                    <a:lstStyle/>
                    <a:p>
                      <a:pPr algn="ctr"/>
                      <a:r>
                        <a:rPr lang="en-US" sz="1800"/>
                        <a:t>0</a:t>
                      </a:r>
                    </a:p>
                  </a:txBody>
                  <a:tcPr/>
                </a:tc>
                <a:extLst>
                  <a:ext uri="{0D108BD9-81ED-4DB2-BD59-A6C34878D82A}">
                    <a16:rowId xmlns:a16="http://schemas.microsoft.com/office/drawing/2014/main" val="3923608756"/>
                  </a:ext>
                </a:extLst>
              </a:tr>
              <a:tr h="444246">
                <a:tc>
                  <a:txBody>
                    <a:bodyPr/>
                    <a:lstStyle/>
                    <a:p>
                      <a:r>
                        <a:rPr lang="en-US" sz="1800"/>
                        <a:t>byte</a:t>
                      </a:r>
                    </a:p>
                  </a:txBody>
                  <a:tcPr/>
                </a:tc>
                <a:tc>
                  <a:txBody>
                    <a:bodyPr/>
                    <a:lstStyle/>
                    <a:p>
                      <a:pPr marL="0" indent="0" algn="l" defTabSz="179388">
                        <a:buClr>
                          <a:srgbClr val="00DEE6"/>
                        </a:buClr>
                        <a:buFont typeface="Arial" panose="020B0604020202020204" pitchFamily="34" charset="0"/>
                        <a:buNone/>
                      </a:pPr>
                      <a:r>
                        <a:rPr lang="en-US" sz="1800">
                          <a:latin typeface="+mn-lt"/>
                        </a:rPr>
                        <a:t>[0;255]</a:t>
                      </a:r>
                    </a:p>
                  </a:txBody>
                  <a:tcPr/>
                </a:tc>
                <a:tc>
                  <a:txBody>
                    <a:bodyPr/>
                    <a:lstStyle/>
                    <a:p>
                      <a:r>
                        <a:rPr lang="en-US" sz="1800" err="1"/>
                        <a:t>System.Byte</a:t>
                      </a:r>
                      <a:endParaRPr lang="en-US" sz="1800"/>
                    </a:p>
                  </a:txBody>
                  <a:tcPr/>
                </a:tc>
                <a:tc>
                  <a:txBody>
                    <a:bodyPr/>
                    <a:lstStyle/>
                    <a:p>
                      <a:pPr algn="ctr"/>
                      <a:r>
                        <a:rPr lang="en-US" sz="1800"/>
                        <a:t>0</a:t>
                      </a:r>
                    </a:p>
                  </a:txBody>
                  <a:tcPr/>
                </a:tc>
                <a:extLst>
                  <a:ext uri="{0D108BD9-81ED-4DB2-BD59-A6C34878D82A}">
                    <a16:rowId xmlns:a16="http://schemas.microsoft.com/office/drawing/2014/main" val="1451088206"/>
                  </a:ext>
                </a:extLst>
              </a:tr>
              <a:tr h="444246">
                <a:tc>
                  <a:txBody>
                    <a:bodyPr/>
                    <a:lstStyle/>
                    <a:p>
                      <a:r>
                        <a:rPr lang="en-US" sz="1800"/>
                        <a:t>short</a:t>
                      </a:r>
                    </a:p>
                  </a:txBody>
                  <a:tcPr/>
                </a:tc>
                <a:tc>
                  <a:txBody>
                    <a:bodyPr/>
                    <a:lstStyle/>
                    <a:p>
                      <a:r>
                        <a:rPr lang="en-US" sz="1800"/>
                        <a:t>[-32 768;32 767]</a:t>
                      </a:r>
                    </a:p>
                  </a:txBody>
                  <a:tcPr/>
                </a:tc>
                <a:tc>
                  <a:txBody>
                    <a:bodyPr/>
                    <a:lstStyle/>
                    <a:p>
                      <a:r>
                        <a:rPr lang="en-US" sz="1800"/>
                        <a:t>System.Int16</a:t>
                      </a:r>
                    </a:p>
                  </a:txBody>
                  <a:tcPr/>
                </a:tc>
                <a:tc>
                  <a:txBody>
                    <a:bodyPr/>
                    <a:lstStyle/>
                    <a:p>
                      <a:pPr algn="ctr"/>
                      <a:r>
                        <a:rPr lang="en-US" sz="1800"/>
                        <a:t>0</a:t>
                      </a:r>
                    </a:p>
                  </a:txBody>
                  <a:tcPr/>
                </a:tc>
                <a:extLst>
                  <a:ext uri="{0D108BD9-81ED-4DB2-BD59-A6C34878D82A}">
                    <a16:rowId xmlns:a16="http://schemas.microsoft.com/office/drawing/2014/main" val="1743785438"/>
                  </a:ext>
                </a:extLst>
              </a:tr>
              <a:tr h="444246">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err="1"/>
                        <a:t>ushort</a:t>
                      </a:r>
                      <a:endParaRPr lang="en-US" sz="1800">
                        <a:latin typeface="+mn-lt"/>
                      </a:endParaRPr>
                    </a:p>
                  </a:txBody>
                  <a:tcPr/>
                </a:tc>
                <a:tc>
                  <a:txBody>
                    <a:bodyPr/>
                    <a:lstStyle/>
                    <a:p>
                      <a:r>
                        <a:rPr lang="en-US" sz="1800"/>
                        <a:t>[0;65 535]</a:t>
                      </a:r>
                    </a:p>
                  </a:txBody>
                  <a:tcPr/>
                </a:tc>
                <a:tc>
                  <a:txBody>
                    <a:bodyPr/>
                    <a:lstStyle/>
                    <a:p>
                      <a:r>
                        <a:rPr lang="en-US" sz="1800"/>
                        <a:t>System.UInt16</a:t>
                      </a:r>
                    </a:p>
                  </a:txBody>
                  <a:tcPr/>
                </a:tc>
                <a:tc>
                  <a:txBody>
                    <a:bodyPr/>
                    <a:lstStyle/>
                    <a:p>
                      <a:pPr algn="ctr"/>
                      <a:r>
                        <a:rPr lang="en-US" sz="1800"/>
                        <a:t>0</a:t>
                      </a:r>
                    </a:p>
                  </a:txBody>
                  <a:tcPr/>
                </a:tc>
                <a:extLst>
                  <a:ext uri="{0D108BD9-81ED-4DB2-BD59-A6C34878D82A}">
                    <a16:rowId xmlns:a16="http://schemas.microsoft.com/office/drawing/2014/main" val="2063127556"/>
                  </a:ext>
                </a:extLst>
              </a:tr>
              <a:tr h="444246">
                <a:tc>
                  <a:txBody>
                    <a:bodyPr/>
                    <a:lstStyle/>
                    <a:p>
                      <a:r>
                        <a:rPr lang="en-US" sz="1800"/>
                        <a:t>int</a:t>
                      </a:r>
                    </a:p>
                  </a:txBody>
                  <a:tcPr/>
                </a:tc>
                <a:tc>
                  <a:txBody>
                    <a:bodyPr/>
                    <a:lstStyle/>
                    <a:p>
                      <a:r>
                        <a:rPr lang="en-US" sz="1800">
                          <a:latin typeface="+mn-lt"/>
                        </a:rPr>
                        <a:t>[-2 147 483 648; 2 147 483 647]</a:t>
                      </a:r>
                      <a:endParaRPr lang="en-US" sz="1800"/>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System.Int32</a:t>
                      </a:r>
                    </a:p>
                  </a:txBody>
                  <a:tcPr/>
                </a:tc>
                <a:tc>
                  <a:txBody>
                    <a:bodyPr/>
                    <a:lstStyle/>
                    <a:p>
                      <a:pPr algn="ctr"/>
                      <a:r>
                        <a:rPr lang="en-US" sz="1800"/>
                        <a:t>0</a:t>
                      </a:r>
                    </a:p>
                  </a:txBody>
                  <a:tcPr/>
                </a:tc>
                <a:extLst>
                  <a:ext uri="{0D108BD9-81ED-4DB2-BD59-A6C34878D82A}">
                    <a16:rowId xmlns:a16="http://schemas.microsoft.com/office/drawing/2014/main" val="2745884571"/>
                  </a:ext>
                </a:extLst>
              </a:tr>
              <a:tr h="517878">
                <a:tc>
                  <a:txBody>
                    <a:bodyPr/>
                    <a:lstStyle/>
                    <a:p>
                      <a:r>
                        <a:rPr lang="en-US" sz="1800" err="1"/>
                        <a:t>uint</a:t>
                      </a:r>
                      <a:endParaRPr lang="en-US" sz="1800"/>
                    </a:p>
                  </a:txBody>
                  <a:tcPr/>
                </a:tc>
                <a:tc>
                  <a:txBody>
                    <a:bodyPr/>
                    <a:lstStyle/>
                    <a:p>
                      <a:r>
                        <a:rPr lang="en-US" sz="1800">
                          <a:latin typeface="+mn-lt"/>
                        </a:rPr>
                        <a:t>[0;4 294 967 295]</a:t>
                      </a:r>
                      <a:endParaRPr lang="en-US" sz="1800"/>
                    </a:p>
                  </a:txBody>
                  <a:tcPr/>
                </a:tc>
                <a:tc>
                  <a:txBody>
                    <a:bodyPr/>
                    <a:lstStyle/>
                    <a:p>
                      <a:r>
                        <a:rPr lang="en-US" sz="1800"/>
                        <a:t>System.Unt32</a:t>
                      </a:r>
                    </a:p>
                  </a:txBody>
                  <a:tcPr/>
                </a:tc>
                <a:tc>
                  <a:txBody>
                    <a:bodyPr/>
                    <a:lstStyle/>
                    <a:p>
                      <a:pPr algn="ctr"/>
                      <a:r>
                        <a:rPr lang="en-US" sz="1800"/>
                        <a:t>0</a:t>
                      </a:r>
                    </a:p>
                  </a:txBody>
                  <a:tcPr/>
                </a:tc>
                <a:extLst>
                  <a:ext uri="{0D108BD9-81ED-4DB2-BD59-A6C34878D82A}">
                    <a16:rowId xmlns:a16="http://schemas.microsoft.com/office/drawing/2014/main" val="3480421829"/>
                  </a:ext>
                </a:extLst>
              </a:tr>
              <a:tr h="478687">
                <a:tc>
                  <a:txBody>
                    <a:bodyPr/>
                    <a:lstStyle/>
                    <a:p>
                      <a:r>
                        <a:rPr lang="en-US" sz="1800"/>
                        <a:t>long</a:t>
                      </a:r>
                    </a:p>
                  </a:txBody>
                  <a:tcPr/>
                </a:tc>
                <a:tc>
                  <a:txBody>
                    <a:bodyPr/>
                    <a:lstStyle/>
                    <a:p>
                      <a:r>
                        <a:rPr lang="en-US" sz="1800"/>
                        <a:t>[-9 223 372 036 854 775 808;</a:t>
                      </a:r>
                      <a:br>
                        <a:rPr lang="en-US" sz="1800"/>
                      </a:br>
                      <a:r>
                        <a:rPr lang="en-US" sz="1800"/>
                        <a:t>9 223 372 036 854 775 807]</a:t>
                      </a:r>
                    </a:p>
                  </a:txBody>
                  <a:tcPr/>
                </a:tc>
                <a:tc>
                  <a:txBody>
                    <a:bodyPr/>
                    <a:lstStyle/>
                    <a:p>
                      <a:r>
                        <a:rPr lang="en-US" sz="1800"/>
                        <a:t>System.Int64</a:t>
                      </a:r>
                    </a:p>
                  </a:txBody>
                  <a:tcPr/>
                </a:tc>
                <a:tc>
                  <a:txBody>
                    <a:bodyPr/>
                    <a:lstStyle/>
                    <a:p>
                      <a:pPr algn="ctr"/>
                      <a:r>
                        <a:rPr lang="en-US" sz="1800"/>
                        <a:t>0</a:t>
                      </a:r>
                    </a:p>
                  </a:txBody>
                  <a:tcPr/>
                </a:tc>
                <a:extLst>
                  <a:ext uri="{0D108BD9-81ED-4DB2-BD59-A6C34878D82A}">
                    <a16:rowId xmlns:a16="http://schemas.microsoft.com/office/drawing/2014/main" val="3043216583"/>
                  </a:ext>
                </a:extLst>
              </a:tr>
              <a:tr h="682144">
                <a:tc>
                  <a:txBody>
                    <a:bodyPr/>
                    <a:lstStyle/>
                    <a:p>
                      <a:r>
                        <a:rPr lang="en-US" sz="1800" err="1"/>
                        <a:t>ulong</a:t>
                      </a:r>
                      <a:endParaRPr lang="en-US" sz="1800"/>
                    </a:p>
                  </a:txBody>
                  <a:tcPr/>
                </a:tc>
                <a:tc>
                  <a:txBody>
                    <a:bodyPr/>
                    <a:lstStyle/>
                    <a:p>
                      <a:r>
                        <a:rPr lang="en-US" sz="1800"/>
                        <a:t>[0;18 446 744 073 709 551 615]</a:t>
                      </a:r>
                    </a:p>
                  </a:txBody>
                  <a:tcPr/>
                </a:tc>
                <a:tc>
                  <a:txBody>
                    <a:bodyPr/>
                    <a:lstStyle/>
                    <a:p>
                      <a:r>
                        <a:rPr lang="en-US" sz="1800"/>
                        <a:t>System.UInt64</a:t>
                      </a:r>
                    </a:p>
                  </a:txBody>
                  <a:tcPr/>
                </a:tc>
                <a:tc>
                  <a:txBody>
                    <a:bodyPr/>
                    <a:lstStyle/>
                    <a:p>
                      <a:pPr algn="ctr"/>
                      <a:r>
                        <a:rPr lang="en-US" sz="1800"/>
                        <a:t>0</a:t>
                      </a:r>
                    </a:p>
                  </a:txBody>
                  <a:tcPr/>
                </a:tc>
                <a:extLst>
                  <a:ext uri="{0D108BD9-81ED-4DB2-BD59-A6C34878D82A}">
                    <a16:rowId xmlns:a16="http://schemas.microsoft.com/office/drawing/2014/main" val="1267377186"/>
                  </a:ext>
                </a:extLst>
              </a:tr>
            </a:tbl>
          </a:graphicData>
        </a:graphic>
      </p:graphicFrame>
    </p:spTree>
    <p:extLst>
      <p:ext uri="{BB962C8B-B14F-4D97-AF65-F5344CB8AC3E}">
        <p14:creationId xmlns:p14="http://schemas.microsoft.com/office/powerpoint/2010/main" val="2969773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4F0EE-B9A4-475C-93FD-BBD808EE51AB}"/>
              </a:ext>
            </a:extLst>
          </p:cNvPr>
          <p:cNvSpPr>
            <a:spLocks noGrp="1"/>
          </p:cNvSpPr>
          <p:nvPr>
            <p:ph type="title"/>
          </p:nvPr>
        </p:nvSpPr>
        <p:spPr/>
        <p:txBody>
          <a:bodyPr/>
          <a:lstStyle/>
          <a:p>
            <a:r>
              <a:rPr lang="en-US"/>
              <a:t>Simple data types</a:t>
            </a:r>
          </a:p>
        </p:txBody>
      </p:sp>
      <p:sp>
        <p:nvSpPr>
          <p:cNvPr id="3" name="Slide Number Placeholder 2">
            <a:extLst>
              <a:ext uri="{FF2B5EF4-FFF2-40B4-BE49-F238E27FC236}">
                <a16:creationId xmlns:a16="http://schemas.microsoft.com/office/drawing/2014/main" id="{6A4A5585-D10C-408A-AE9D-E6A5099EAC10}"/>
              </a:ext>
            </a:extLst>
          </p:cNvPr>
          <p:cNvSpPr>
            <a:spLocks noGrp="1"/>
          </p:cNvSpPr>
          <p:nvPr>
            <p:ph type="sldNum" sz="quarter" idx="11"/>
          </p:nvPr>
        </p:nvSpPr>
        <p:spPr/>
        <p:txBody>
          <a:bodyPr/>
          <a:lstStyle/>
          <a:p>
            <a:fld id="{E16BA917-7F09-4B8D-AF07-F52890C14046}" type="slidenum">
              <a:rPr lang="da-DK" smtClean="0"/>
              <a:pPr/>
              <a:t>39</a:t>
            </a:fld>
            <a:endParaRPr lang="da-DK"/>
          </a:p>
        </p:txBody>
      </p:sp>
      <p:sp>
        <p:nvSpPr>
          <p:cNvPr id="4" name="Text Placeholder 3">
            <a:extLst>
              <a:ext uri="{FF2B5EF4-FFF2-40B4-BE49-F238E27FC236}">
                <a16:creationId xmlns:a16="http://schemas.microsoft.com/office/drawing/2014/main" id="{1D93E65C-20FD-47A4-9EA3-30E663BAB287}"/>
              </a:ext>
            </a:extLst>
          </p:cNvPr>
          <p:cNvSpPr>
            <a:spLocks noGrp="1"/>
          </p:cNvSpPr>
          <p:nvPr>
            <p:ph type="body" sz="quarter" idx="17"/>
          </p:nvPr>
        </p:nvSpPr>
        <p:spPr/>
        <p:txBody>
          <a:bodyPr/>
          <a:lstStyle/>
          <a:p>
            <a:r>
              <a:rPr lang="en-US"/>
              <a:t>Floating point types </a:t>
            </a:r>
          </a:p>
        </p:txBody>
      </p:sp>
      <mc:AlternateContent xmlns:mc="http://schemas.openxmlformats.org/markup-compatibility/2006" xmlns:a14="http://schemas.microsoft.com/office/drawing/2010/main">
        <mc:Choice Requires="a14">
          <p:graphicFrame>
            <p:nvGraphicFramePr>
              <p:cNvPr id="7" name="Table 11">
                <a:extLst>
                  <a:ext uri="{FF2B5EF4-FFF2-40B4-BE49-F238E27FC236}">
                    <a16:creationId xmlns:a16="http://schemas.microsoft.com/office/drawing/2014/main" id="{BADD2CB8-FD3C-4B06-927E-E98C02C917CC}"/>
                  </a:ext>
                </a:extLst>
              </p:cNvPr>
              <p:cNvGraphicFramePr>
                <a:graphicFrameLocks noGrp="1"/>
              </p:cNvGraphicFramePr>
              <p:nvPr>
                <p:extLst>
                  <p:ext uri="{D42A27DB-BD31-4B8C-83A1-F6EECF244321}">
                    <p14:modId xmlns:p14="http://schemas.microsoft.com/office/powerpoint/2010/main" val="3729232529"/>
                  </p:ext>
                </p:extLst>
              </p:nvPr>
            </p:nvGraphicFramePr>
            <p:xfrm>
              <a:off x="670985" y="1877481"/>
              <a:ext cx="10828187" cy="2460892"/>
            </p:xfrm>
            <a:graphic>
              <a:graphicData uri="http://schemas.openxmlformats.org/drawingml/2006/table">
                <a:tbl>
                  <a:tblPr firstRow="1" bandRow="1">
                    <a:tableStyleId>{B301B821-A1FF-4177-AEE7-76D212191A09}</a:tableStyleId>
                  </a:tblPr>
                  <a:tblGrid>
                    <a:gridCol w="1395940">
                      <a:extLst>
                        <a:ext uri="{9D8B030D-6E8A-4147-A177-3AD203B41FA5}">
                          <a16:colId xmlns:a16="http://schemas.microsoft.com/office/drawing/2014/main" val="4215574968"/>
                        </a:ext>
                      </a:extLst>
                    </a:gridCol>
                    <a:gridCol w="3690328">
                      <a:extLst>
                        <a:ext uri="{9D8B030D-6E8A-4147-A177-3AD203B41FA5}">
                          <a16:colId xmlns:a16="http://schemas.microsoft.com/office/drawing/2014/main" val="1008345648"/>
                        </a:ext>
                      </a:extLst>
                    </a:gridCol>
                    <a:gridCol w="2543134">
                      <a:extLst>
                        <a:ext uri="{9D8B030D-6E8A-4147-A177-3AD203B41FA5}">
                          <a16:colId xmlns:a16="http://schemas.microsoft.com/office/drawing/2014/main" val="558084828"/>
                        </a:ext>
                      </a:extLst>
                    </a:gridCol>
                    <a:gridCol w="3198785">
                      <a:extLst>
                        <a:ext uri="{9D8B030D-6E8A-4147-A177-3AD203B41FA5}">
                          <a16:colId xmlns:a16="http://schemas.microsoft.com/office/drawing/2014/main" val="106813816"/>
                        </a:ext>
                      </a:extLst>
                    </a:gridCol>
                  </a:tblGrid>
                  <a:tr h="623623">
                    <a:tc>
                      <a:txBody>
                        <a:bodyPr/>
                        <a:lstStyle/>
                        <a:p>
                          <a:r>
                            <a:rPr lang="en-US"/>
                            <a:t>Name</a:t>
                          </a:r>
                        </a:p>
                      </a:txBody>
                      <a:tcPr/>
                    </a:tc>
                    <a:tc>
                      <a:txBody>
                        <a:bodyPr/>
                        <a:lstStyle/>
                        <a:p>
                          <a:r>
                            <a:rPr lang="en-US"/>
                            <a:t>Approximate range</a:t>
                          </a:r>
                        </a:p>
                      </a:txBody>
                      <a:tcPr/>
                    </a:tc>
                    <a:tc>
                      <a:txBody>
                        <a:bodyPr/>
                        <a:lstStyle/>
                        <a:p>
                          <a:r>
                            <a:rPr lang="en-US"/>
                            <a:t>.NET Type</a:t>
                          </a:r>
                        </a:p>
                      </a:txBody>
                      <a:tcPr/>
                    </a:tc>
                    <a:tc>
                      <a:txBody>
                        <a:bodyPr/>
                        <a:lstStyle/>
                        <a:p>
                          <a:r>
                            <a:rPr lang="en-US"/>
                            <a:t>Default Value</a:t>
                          </a:r>
                        </a:p>
                      </a:txBody>
                      <a:tcPr/>
                    </a:tc>
                    <a:extLst>
                      <a:ext uri="{0D108BD9-81ED-4DB2-BD59-A6C34878D82A}">
                        <a16:rowId xmlns:a16="http://schemas.microsoft.com/office/drawing/2014/main" val="3763898279"/>
                      </a:ext>
                    </a:extLst>
                  </a:tr>
                  <a:tr h="623623">
                    <a:tc>
                      <a:txBody>
                        <a:bodyPr/>
                        <a:lstStyle/>
                        <a:p>
                          <a:r>
                            <a:rPr lang="en-US" sz="1800"/>
                            <a:t>float</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±1.5</m:t>
                                    </m:r>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rPr>
                                      <m:t>−45</m:t>
                                    </m:r>
                                  </m:sup>
                                </m:sSup>
                                <m:r>
                                  <a:rPr lang="en-US" sz="1800" b="0" i="1" smtClean="0">
                                    <a:latin typeface="Cambria Math" panose="02040503050406030204" pitchFamily="18" charset="0"/>
                                  </a:rPr>
                                  <m:t> </m:t>
                                </m:r>
                                <m:r>
                                  <a:rPr lang="en-US" sz="1800" b="0" i="1" smtClean="0">
                                    <a:latin typeface="Cambria Math" panose="02040503050406030204" pitchFamily="18" charset="0"/>
                                  </a:rPr>
                                  <m:t>𝑡𝑜</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±3.4</m:t>
                                    </m:r>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rPr>
                                      <m:t>38</m:t>
                                    </m:r>
                                  </m:sup>
                                </m:sSup>
                              </m:oMath>
                            </m:oMathPara>
                          </a14:m>
                          <a:endParaRPr lang="en-US" sz="1800"/>
                        </a:p>
                      </a:txBody>
                      <a:tcPr/>
                    </a:tc>
                    <a:tc>
                      <a:txBody>
                        <a:bodyPr/>
                        <a:lstStyle/>
                        <a:p>
                          <a:r>
                            <a:rPr lang="en-US" sz="1800" err="1"/>
                            <a:t>System.Single</a:t>
                          </a:r>
                          <a:endParaRPr lang="en-US" sz="1800"/>
                        </a:p>
                      </a:txBody>
                      <a:tcPr/>
                    </a:tc>
                    <a:tc>
                      <a:txBody>
                        <a:bodyPr/>
                        <a:lstStyle/>
                        <a:p>
                          <a:r>
                            <a:rPr lang="en-US" sz="1800"/>
                            <a:t>0.0f</a:t>
                          </a:r>
                        </a:p>
                      </a:txBody>
                      <a:tcPr/>
                    </a:tc>
                    <a:extLst>
                      <a:ext uri="{0D108BD9-81ED-4DB2-BD59-A6C34878D82A}">
                        <a16:rowId xmlns:a16="http://schemas.microsoft.com/office/drawing/2014/main" val="3923608756"/>
                      </a:ext>
                    </a:extLst>
                  </a:tr>
                  <a:tr h="590023">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double</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±5</m:t>
                                    </m:r>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rPr>
                                      <m:t>−324</m:t>
                                    </m:r>
                                  </m:sup>
                                </m:sSup>
                                <m:r>
                                  <a:rPr lang="en-US" sz="1800" b="0" i="1" smtClean="0">
                                    <a:latin typeface="Cambria Math" panose="02040503050406030204" pitchFamily="18" charset="0"/>
                                  </a:rPr>
                                  <m:t> </m:t>
                                </m:r>
                                <m:r>
                                  <a:rPr lang="en-US" sz="1800" b="0" i="1" smtClean="0">
                                    <a:latin typeface="Cambria Math" panose="02040503050406030204" pitchFamily="18" charset="0"/>
                                  </a:rPr>
                                  <m:t>𝑡𝑜</m:t>
                                </m:r>
                                <m:r>
                                  <a:rPr lang="en-US" sz="1800" b="0" i="1" smtClean="0">
                                    <a:latin typeface="Cambria Math" panose="02040503050406030204" pitchFamily="18" charset="0"/>
                                  </a:rPr>
                                  <m:t> ±</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1.7</m:t>
                                    </m:r>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rPr>
                                      <m:t>308</m:t>
                                    </m:r>
                                  </m:sup>
                                </m:sSup>
                              </m:oMath>
                            </m:oMathPara>
                          </a14:m>
                          <a:endParaRPr lang="en-US" sz="1800"/>
                        </a:p>
                      </a:txBody>
                      <a:tcPr/>
                    </a:tc>
                    <a:tc>
                      <a:txBody>
                        <a:bodyPr/>
                        <a:lstStyle/>
                        <a:p>
                          <a:r>
                            <a:rPr lang="en-US" sz="1800"/>
                            <a:t>System.Double</a:t>
                          </a:r>
                        </a:p>
                      </a:txBody>
                      <a:tcPr/>
                    </a:tc>
                    <a:tc>
                      <a:txBody>
                        <a:bodyPr/>
                        <a:lstStyle/>
                        <a:p>
                          <a:r>
                            <a:rPr lang="en-US" sz="1800"/>
                            <a:t>0.0d</a:t>
                          </a:r>
                        </a:p>
                      </a:txBody>
                      <a:tcPr/>
                    </a:tc>
                    <a:extLst>
                      <a:ext uri="{0D108BD9-81ED-4DB2-BD59-A6C34878D82A}">
                        <a16:rowId xmlns:a16="http://schemas.microsoft.com/office/drawing/2014/main" val="1451088206"/>
                      </a:ext>
                    </a:extLst>
                  </a:tr>
                  <a:tr h="623623">
                    <a:tc>
                      <a:txBody>
                        <a:bodyPr/>
                        <a:lstStyle/>
                        <a:p>
                          <a:r>
                            <a:rPr lang="en-US" sz="1800"/>
                            <a:t>decimal</a:t>
                          </a:r>
                        </a:p>
                      </a:txBody>
                      <a:tcPr/>
                    </a:tc>
                    <a:tc>
                      <a:txBody>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±1.0</m:t>
                                </m:r>
                                <m:r>
                                  <a:rPr lang="en-US" sz="1800" b="0" i="1" smtClean="0">
                                    <a:latin typeface="Cambria Math" panose="02040503050406030204" pitchFamily="18" charset="0"/>
                                    <a:ea typeface="Cambria Math" panose="02040503050406030204" pitchFamily="18" charset="0"/>
                                  </a:rPr>
                                  <m:t>×</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ea typeface="Cambria Math" panose="02040503050406030204" pitchFamily="18" charset="0"/>
                                      </a:rPr>
                                      <m:t>−28</m:t>
                                    </m:r>
                                  </m:sup>
                                </m:sSup>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𝑡𝑜</m:t>
                                </m:r>
                                <m:r>
                                  <a:rPr lang="en-US" sz="1800" b="0" i="1" smtClean="0">
                                    <a:latin typeface="Cambria Math" panose="02040503050406030204" pitchFamily="18" charset="0"/>
                                    <a:ea typeface="Cambria Math" panose="02040503050406030204" pitchFamily="18" charset="0"/>
                                  </a:rPr>
                                  <m:t>±7.9×</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10</m:t>
                                    </m:r>
                                  </m:e>
                                  <m:sup>
                                    <m:r>
                                      <a:rPr lang="en-US" sz="1800" b="0" i="1" smtClean="0">
                                        <a:latin typeface="Cambria Math" panose="02040503050406030204" pitchFamily="18" charset="0"/>
                                        <a:ea typeface="Cambria Math" panose="02040503050406030204" pitchFamily="18" charset="0"/>
                                      </a:rPr>
                                      <m:t>28</m:t>
                                    </m:r>
                                  </m:sup>
                                </m:sSup>
                              </m:oMath>
                            </m:oMathPara>
                          </a14:m>
                          <a:endParaRPr lang="en-US" sz="1800"/>
                        </a:p>
                      </a:txBody>
                      <a:tcPr/>
                    </a:tc>
                    <a:tc>
                      <a:txBody>
                        <a:bodyPr/>
                        <a:lstStyle/>
                        <a:p>
                          <a:r>
                            <a:rPr lang="en-US" sz="1800" err="1"/>
                            <a:t>System.Decimal</a:t>
                          </a:r>
                          <a:endParaRPr lang="en-US" sz="1800"/>
                        </a:p>
                      </a:txBody>
                      <a:tcPr/>
                    </a:tc>
                    <a:tc>
                      <a:txBody>
                        <a:bodyPr/>
                        <a:lstStyle/>
                        <a:p>
                          <a:r>
                            <a:rPr lang="en-US" sz="1800"/>
                            <a:t>0m</a:t>
                          </a:r>
                        </a:p>
                      </a:txBody>
                      <a:tcPr/>
                    </a:tc>
                    <a:extLst>
                      <a:ext uri="{0D108BD9-81ED-4DB2-BD59-A6C34878D82A}">
                        <a16:rowId xmlns:a16="http://schemas.microsoft.com/office/drawing/2014/main" val="1743785438"/>
                      </a:ext>
                    </a:extLst>
                  </a:tr>
                </a:tbl>
              </a:graphicData>
            </a:graphic>
          </p:graphicFrame>
        </mc:Choice>
        <mc:Fallback xmlns="">
          <p:graphicFrame>
            <p:nvGraphicFramePr>
              <p:cNvPr id="7" name="Table 11">
                <a:extLst>
                  <a:ext uri="{FF2B5EF4-FFF2-40B4-BE49-F238E27FC236}">
                    <a16:creationId xmlns:a16="http://schemas.microsoft.com/office/drawing/2014/main" id="{BADD2CB8-FD3C-4B06-927E-E98C02C917CC}"/>
                  </a:ext>
                </a:extLst>
              </p:cNvPr>
              <p:cNvGraphicFramePr>
                <a:graphicFrameLocks noGrp="1"/>
              </p:cNvGraphicFramePr>
              <p:nvPr>
                <p:extLst>
                  <p:ext uri="{D42A27DB-BD31-4B8C-83A1-F6EECF244321}">
                    <p14:modId xmlns:p14="http://schemas.microsoft.com/office/powerpoint/2010/main" val="3729232529"/>
                  </p:ext>
                </p:extLst>
              </p:nvPr>
            </p:nvGraphicFramePr>
            <p:xfrm>
              <a:off x="670985" y="1877481"/>
              <a:ext cx="10828187" cy="2460892"/>
            </p:xfrm>
            <a:graphic>
              <a:graphicData uri="http://schemas.openxmlformats.org/drawingml/2006/table">
                <a:tbl>
                  <a:tblPr firstRow="1" bandRow="1">
                    <a:tableStyleId>{B301B821-A1FF-4177-AEE7-76D212191A09}</a:tableStyleId>
                  </a:tblPr>
                  <a:tblGrid>
                    <a:gridCol w="1395940">
                      <a:extLst>
                        <a:ext uri="{9D8B030D-6E8A-4147-A177-3AD203B41FA5}">
                          <a16:colId xmlns:a16="http://schemas.microsoft.com/office/drawing/2014/main" val="4215574968"/>
                        </a:ext>
                      </a:extLst>
                    </a:gridCol>
                    <a:gridCol w="3690328">
                      <a:extLst>
                        <a:ext uri="{9D8B030D-6E8A-4147-A177-3AD203B41FA5}">
                          <a16:colId xmlns:a16="http://schemas.microsoft.com/office/drawing/2014/main" val="1008345648"/>
                        </a:ext>
                      </a:extLst>
                    </a:gridCol>
                    <a:gridCol w="2543134">
                      <a:extLst>
                        <a:ext uri="{9D8B030D-6E8A-4147-A177-3AD203B41FA5}">
                          <a16:colId xmlns:a16="http://schemas.microsoft.com/office/drawing/2014/main" val="558084828"/>
                        </a:ext>
                      </a:extLst>
                    </a:gridCol>
                    <a:gridCol w="3198785">
                      <a:extLst>
                        <a:ext uri="{9D8B030D-6E8A-4147-A177-3AD203B41FA5}">
                          <a16:colId xmlns:a16="http://schemas.microsoft.com/office/drawing/2014/main" val="106813816"/>
                        </a:ext>
                      </a:extLst>
                    </a:gridCol>
                  </a:tblGrid>
                  <a:tr h="623623">
                    <a:tc>
                      <a:txBody>
                        <a:bodyPr/>
                        <a:lstStyle/>
                        <a:p>
                          <a:r>
                            <a:rPr lang="en-US"/>
                            <a:t>Name</a:t>
                          </a:r>
                        </a:p>
                      </a:txBody>
                      <a:tcPr/>
                    </a:tc>
                    <a:tc>
                      <a:txBody>
                        <a:bodyPr/>
                        <a:lstStyle/>
                        <a:p>
                          <a:r>
                            <a:rPr lang="en-US"/>
                            <a:t>Approximate range</a:t>
                          </a:r>
                        </a:p>
                      </a:txBody>
                      <a:tcPr/>
                    </a:tc>
                    <a:tc>
                      <a:txBody>
                        <a:bodyPr/>
                        <a:lstStyle/>
                        <a:p>
                          <a:r>
                            <a:rPr lang="en-US"/>
                            <a:t>.NET Type</a:t>
                          </a:r>
                        </a:p>
                      </a:txBody>
                      <a:tcPr/>
                    </a:tc>
                    <a:tc>
                      <a:txBody>
                        <a:bodyPr/>
                        <a:lstStyle/>
                        <a:p>
                          <a:r>
                            <a:rPr lang="en-US"/>
                            <a:t>Default Value</a:t>
                          </a:r>
                        </a:p>
                      </a:txBody>
                      <a:tcPr/>
                    </a:tc>
                    <a:extLst>
                      <a:ext uri="{0D108BD9-81ED-4DB2-BD59-A6C34878D82A}">
                        <a16:rowId xmlns:a16="http://schemas.microsoft.com/office/drawing/2014/main" val="3763898279"/>
                      </a:ext>
                    </a:extLst>
                  </a:tr>
                  <a:tr h="623623">
                    <a:tc>
                      <a:txBody>
                        <a:bodyPr/>
                        <a:lstStyle/>
                        <a:p>
                          <a:r>
                            <a:rPr lang="en-US" sz="1800"/>
                            <a:t>float</a:t>
                          </a:r>
                        </a:p>
                      </a:txBody>
                      <a:tcPr/>
                    </a:tc>
                    <a:tc>
                      <a:txBody>
                        <a:bodyPr/>
                        <a:lstStyle/>
                        <a:p>
                          <a:endParaRPr lang="en-US"/>
                        </a:p>
                      </a:txBody>
                      <a:tcPr>
                        <a:blipFill>
                          <a:blip r:embed="rId3"/>
                          <a:stretch>
                            <a:fillRect l="-37954" t="-106863" r="-155776" b="-198039"/>
                          </a:stretch>
                        </a:blipFill>
                      </a:tcPr>
                    </a:tc>
                    <a:tc>
                      <a:txBody>
                        <a:bodyPr/>
                        <a:lstStyle/>
                        <a:p>
                          <a:r>
                            <a:rPr lang="en-US" sz="1800" err="1"/>
                            <a:t>System.Single</a:t>
                          </a:r>
                          <a:endParaRPr lang="en-US" sz="1800"/>
                        </a:p>
                      </a:txBody>
                      <a:tcPr/>
                    </a:tc>
                    <a:tc>
                      <a:txBody>
                        <a:bodyPr/>
                        <a:lstStyle/>
                        <a:p>
                          <a:r>
                            <a:rPr lang="en-US" sz="1800"/>
                            <a:t>0.0f</a:t>
                          </a:r>
                        </a:p>
                      </a:txBody>
                      <a:tcPr/>
                    </a:tc>
                    <a:extLst>
                      <a:ext uri="{0D108BD9-81ED-4DB2-BD59-A6C34878D82A}">
                        <a16:rowId xmlns:a16="http://schemas.microsoft.com/office/drawing/2014/main" val="3923608756"/>
                      </a:ext>
                    </a:extLst>
                  </a:tr>
                  <a:tr h="590023">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double</a:t>
                          </a:r>
                        </a:p>
                      </a:txBody>
                      <a:tcPr/>
                    </a:tc>
                    <a:tc>
                      <a:txBody>
                        <a:bodyPr/>
                        <a:lstStyle/>
                        <a:p>
                          <a:endParaRPr lang="en-US"/>
                        </a:p>
                      </a:txBody>
                      <a:tcPr>
                        <a:blipFill>
                          <a:blip r:embed="rId3"/>
                          <a:stretch>
                            <a:fillRect l="-37954" t="-217526" r="-155776" b="-108247"/>
                          </a:stretch>
                        </a:blipFill>
                      </a:tcPr>
                    </a:tc>
                    <a:tc>
                      <a:txBody>
                        <a:bodyPr/>
                        <a:lstStyle/>
                        <a:p>
                          <a:r>
                            <a:rPr lang="en-US" sz="1800"/>
                            <a:t>System.Double</a:t>
                          </a:r>
                        </a:p>
                      </a:txBody>
                      <a:tcPr/>
                    </a:tc>
                    <a:tc>
                      <a:txBody>
                        <a:bodyPr/>
                        <a:lstStyle/>
                        <a:p>
                          <a:r>
                            <a:rPr lang="en-US" sz="1800"/>
                            <a:t>0.0d</a:t>
                          </a:r>
                        </a:p>
                      </a:txBody>
                      <a:tcPr/>
                    </a:tc>
                    <a:extLst>
                      <a:ext uri="{0D108BD9-81ED-4DB2-BD59-A6C34878D82A}">
                        <a16:rowId xmlns:a16="http://schemas.microsoft.com/office/drawing/2014/main" val="1451088206"/>
                      </a:ext>
                    </a:extLst>
                  </a:tr>
                  <a:tr h="623623">
                    <a:tc>
                      <a:txBody>
                        <a:bodyPr/>
                        <a:lstStyle/>
                        <a:p>
                          <a:r>
                            <a:rPr lang="en-US" sz="1800"/>
                            <a:t>decimal</a:t>
                          </a:r>
                        </a:p>
                      </a:txBody>
                      <a:tcPr/>
                    </a:tc>
                    <a:tc>
                      <a:txBody>
                        <a:bodyPr/>
                        <a:lstStyle/>
                        <a:p>
                          <a:endParaRPr lang="en-US"/>
                        </a:p>
                      </a:txBody>
                      <a:tcPr>
                        <a:blipFill>
                          <a:blip r:embed="rId3"/>
                          <a:stretch>
                            <a:fillRect l="-37954" t="-299029" r="-155776" b="-1942"/>
                          </a:stretch>
                        </a:blipFill>
                      </a:tcPr>
                    </a:tc>
                    <a:tc>
                      <a:txBody>
                        <a:bodyPr/>
                        <a:lstStyle/>
                        <a:p>
                          <a:r>
                            <a:rPr lang="en-US" sz="1800" err="1"/>
                            <a:t>System.Decimal</a:t>
                          </a:r>
                          <a:endParaRPr lang="en-US" sz="1800"/>
                        </a:p>
                      </a:txBody>
                      <a:tcPr/>
                    </a:tc>
                    <a:tc>
                      <a:txBody>
                        <a:bodyPr/>
                        <a:lstStyle/>
                        <a:p>
                          <a:r>
                            <a:rPr lang="en-US" sz="1800"/>
                            <a:t>0m</a:t>
                          </a:r>
                        </a:p>
                      </a:txBody>
                      <a:tcPr/>
                    </a:tc>
                    <a:extLst>
                      <a:ext uri="{0D108BD9-81ED-4DB2-BD59-A6C34878D82A}">
                        <a16:rowId xmlns:a16="http://schemas.microsoft.com/office/drawing/2014/main" val="1743785438"/>
                      </a:ext>
                    </a:extLst>
                  </a:tr>
                </a:tbl>
              </a:graphicData>
            </a:graphic>
          </p:graphicFrame>
        </mc:Fallback>
      </mc:AlternateContent>
    </p:spTree>
    <p:extLst>
      <p:ext uri="{BB962C8B-B14F-4D97-AF65-F5344CB8AC3E}">
        <p14:creationId xmlns:p14="http://schemas.microsoft.com/office/powerpoint/2010/main" val="34951538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4F0EE-B9A4-475C-93FD-BBD808EE51AB}"/>
              </a:ext>
            </a:extLst>
          </p:cNvPr>
          <p:cNvSpPr>
            <a:spLocks noGrp="1"/>
          </p:cNvSpPr>
          <p:nvPr>
            <p:ph type="title"/>
          </p:nvPr>
        </p:nvSpPr>
        <p:spPr/>
        <p:txBody>
          <a:bodyPr/>
          <a:lstStyle/>
          <a:p>
            <a:r>
              <a:rPr lang="en-US"/>
              <a:t>Simple data types</a:t>
            </a:r>
          </a:p>
        </p:txBody>
      </p:sp>
      <p:sp>
        <p:nvSpPr>
          <p:cNvPr id="3" name="Slide Number Placeholder 2">
            <a:extLst>
              <a:ext uri="{FF2B5EF4-FFF2-40B4-BE49-F238E27FC236}">
                <a16:creationId xmlns:a16="http://schemas.microsoft.com/office/drawing/2014/main" id="{6A4A5585-D10C-408A-AE9D-E6A5099EAC10}"/>
              </a:ext>
            </a:extLst>
          </p:cNvPr>
          <p:cNvSpPr>
            <a:spLocks noGrp="1"/>
          </p:cNvSpPr>
          <p:nvPr>
            <p:ph type="sldNum" sz="quarter" idx="11"/>
          </p:nvPr>
        </p:nvSpPr>
        <p:spPr/>
        <p:txBody>
          <a:bodyPr/>
          <a:lstStyle/>
          <a:p>
            <a:fld id="{E16BA917-7F09-4B8D-AF07-F52890C14046}" type="slidenum">
              <a:rPr lang="da-DK" smtClean="0"/>
              <a:pPr/>
              <a:t>40</a:t>
            </a:fld>
            <a:endParaRPr lang="da-DK"/>
          </a:p>
        </p:txBody>
      </p:sp>
      <p:sp>
        <p:nvSpPr>
          <p:cNvPr id="4" name="Text Placeholder 3">
            <a:extLst>
              <a:ext uri="{FF2B5EF4-FFF2-40B4-BE49-F238E27FC236}">
                <a16:creationId xmlns:a16="http://schemas.microsoft.com/office/drawing/2014/main" id="{1D93E65C-20FD-47A4-9EA3-30E663BAB287}"/>
              </a:ext>
            </a:extLst>
          </p:cNvPr>
          <p:cNvSpPr>
            <a:spLocks noGrp="1"/>
          </p:cNvSpPr>
          <p:nvPr>
            <p:ph type="body" sz="quarter" idx="17"/>
          </p:nvPr>
        </p:nvSpPr>
        <p:spPr/>
        <p:txBody>
          <a:bodyPr/>
          <a:lstStyle/>
          <a:p>
            <a:r>
              <a:rPr lang="en-US"/>
              <a:t>NON-numeric SImple types</a:t>
            </a:r>
          </a:p>
        </p:txBody>
      </p:sp>
      <p:graphicFrame>
        <p:nvGraphicFramePr>
          <p:cNvPr id="7" name="Table 11">
            <a:extLst>
              <a:ext uri="{FF2B5EF4-FFF2-40B4-BE49-F238E27FC236}">
                <a16:creationId xmlns:a16="http://schemas.microsoft.com/office/drawing/2014/main" id="{BADD2CB8-FD3C-4B06-927E-E98C02C917CC}"/>
              </a:ext>
            </a:extLst>
          </p:cNvPr>
          <p:cNvGraphicFramePr>
            <a:graphicFrameLocks noGrp="1"/>
          </p:cNvGraphicFramePr>
          <p:nvPr>
            <p:extLst>
              <p:ext uri="{D42A27DB-BD31-4B8C-83A1-F6EECF244321}">
                <p14:modId xmlns:p14="http://schemas.microsoft.com/office/powerpoint/2010/main" val="2204363734"/>
              </p:ext>
            </p:extLst>
          </p:nvPr>
        </p:nvGraphicFramePr>
        <p:xfrm>
          <a:off x="670985" y="1877481"/>
          <a:ext cx="10828187" cy="1870869"/>
        </p:xfrm>
        <a:graphic>
          <a:graphicData uri="http://schemas.openxmlformats.org/drawingml/2006/table">
            <a:tbl>
              <a:tblPr firstRow="1" bandRow="1">
                <a:tableStyleId>{B301B821-A1FF-4177-AEE7-76D212191A09}</a:tableStyleId>
              </a:tblPr>
              <a:tblGrid>
                <a:gridCol w="1395940">
                  <a:extLst>
                    <a:ext uri="{9D8B030D-6E8A-4147-A177-3AD203B41FA5}">
                      <a16:colId xmlns:a16="http://schemas.microsoft.com/office/drawing/2014/main" val="4215574968"/>
                    </a:ext>
                  </a:extLst>
                </a:gridCol>
                <a:gridCol w="3690328">
                  <a:extLst>
                    <a:ext uri="{9D8B030D-6E8A-4147-A177-3AD203B41FA5}">
                      <a16:colId xmlns:a16="http://schemas.microsoft.com/office/drawing/2014/main" val="1008345648"/>
                    </a:ext>
                  </a:extLst>
                </a:gridCol>
                <a:gridCol w="2543134">
                  <a:extLst>
                    <a:ext uri="{9D8B030D-6E8A-4147-A177-3AD203B41FA5}">
                      <a16:colId xmlns:a16="http://schemas.microsoft.com/office/drawing/2014/main" val="558084828"/>
                    </a:ext>
                  </a:extLst>
                </a:gridCol>
                <a:gridCol w="3198785">
                  <a:extLst>
                    <a:ext uri="{9D8B030D-6E8A-4147-A177-3AD203B41FA5}">
                      <a16:colId xmlns:a16="http://schemas.microsoft.com/office/drawing/2014/main" val="106813816"/>
                    </a:ext>
                  </a:extLst>
                </a:gridCol>
              </a:tblGrid>
              <a:tr h="623623">
                <a:tc>
                  <a:txBody>
                    <a:bodyPr/>
                    <a:lstStyle/>
                    <a:p>
                      <a:r>
                        <a:rPr lang="en-US"/>
                        <a:t>Name</a:t>
                      </a:r>
                    </a:p>
                  </a:txBody>
                  <a:tcPr/>
                </a:tc>
                <a:tc>
                  <a:txBody>
                    <a:bodyPr/>
                    <a:lstStyle/>
                    <a:p>
                      <a:r>
                        <a:rPr lang="en-US"/>
                        <a:t>Range</a:t>
                      </a:r>
                    </a:p>
                  </a:txBody>
                  <a:tcPr/>
                </a:tc>
                <a:tc>
                  <a:txBody>
                    <a:bodyPr/>
                    <a:lstStyle/>
                    <a:p>
                      <a:r>
                        <a:rPr lang="en-US"/>
                        <a:t>.NET Type</a:t>
                      </a:r>
                    </a:p>
                  </a:txBody>
                  <a:tcPr/>
                </a:tc>
                <a:tc>
                  <a:txBody>
                    <a:bodyPr/>
                    <a:lstStyle/>
                    <a:p>
                      <a:r>
                        <a:rPr lang="en-US"/>
                        <a:t>Default Value</a:t>
                      </a:r>
                    </a:p>
                  </a:txBody>
                  <a:tcPr/>
                </a:tc>
                <a:extLst>
                  <a:ext uri="{0D108BD9-81ED-4DB2-BD59-A6C34878D82A}">
                    <a16:rowId xmlns:a16="http://schemas.microsoft.com/office/drawing/2014/main" val="3763898279"/>
                  </a:ext>
                </a:extLst>
              </a:tr>
              <a:tr h="623623">
                <a:tc>
                  <a:txBody>
                    <a:bodyPr/>
                    <a:lstStyle/>
                    <a:p>
                      <a:r>
                        <a:rPr lang="en-US" sz="1800"/>
                        <a:t>bool</a:t>
                      </a:r>
                    </a:p>
                  </a:txBody>
                  <a:tcPr/>
                </a:tc>
                <a:tc>
                  <a:txBody>
                    <a:bodyPr/>
                    <a:lstStyle/>
                    <a:p>
                      <a:r>
                        <a:rPr lang="en-US" sz="1800"/>
                        <a:t>true, false</a:t>
                      </a:r>
                    </a:p>
                  </a:txBody>
                  <a:tcPr/>
                </a:tc>
                <a:tc>
                  <a:txBody>
                    <a:bodyPr/>
                    <a:lstStyle/>
                    <a:p>
                      <a:r>
                        <a:rPr lang="en-US" sz="1800" err="1"/>
                        <a:t>System.Boolean</a:t>
                      </a:r>
                      <a:endParaRPr lang="en-US" sz="1800"/>
                    </a:p>
                  </a:txBody>
                  <a:tcPr/>
                </a:tc>
                <a:tc>
                  <a:txBody>
                    <a:bodyPr/>
                    <a:lstStyle/>
                    <a:p>
                      <a:r>
                        <a:rPr lang="en-US" sz="1800"/>
                        <a:t>false</a:t>
                      </a:r>
                    </a:p>
                  </a:txBody>
                  <a:tcPr/>
                </a:tc>
                <a:extLst>
                  <a:ext uri="{0D108BD9-81ED-4DB2-BD59-A6C34878D82A}">
                    <a16:rowId xmlns:a16="http://schemas.microsoft.com/office/drawing/2014/main" val="3923608756"/>
                  </a:ext>
                </a:extLst>
              </a:tr>
              <a:tr h="623623">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char</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pl-PL" sz="1800"/>
                        <a:t>U+0000 to U+ffff</a:t>
                      </a:r>
                      <a:endParaRPr lang="en-US" sz="1800"/>
                    </a:p>
                  </a:txBody>
                  <a:tcPr/>
                </a:tc>
                <a:tc>
                  <a:txBody>
                    <a:bodyPr/>
                    <a:lstStyle/>
                    <a:p>
                      <a:r>
                        <a:rPr lang="en-US" sz="1800" err="1"/>
                        <a:t>System.Char</a:t>
                      </a:r>
                      <a:endParaRPr lang="en-US" sz="1800"/>
                    </a:p>
                  </a:txBody>
                  <a:tcPr/>
                </a:tc>
                <a:tc>
                  <a:txBody>
                    <a:bodyPr/>
                    <a:lstStyle/>
                    <a:p>
                      <a:r>
                        <a:rPr lang="en-US" sz="1800"/>
                        <a:t>\x0000</a:t>
                      </a:r>
                    </a:p>
                  </a:txBody>
                  <a:tcPr/>
                </a:tc>
                <a:extLst>
                  <a:ext uri="{0D108BD9-81ED-4DB2-BD59-A6C34878D82A}">
                    <a16:rowId xmlns:a16="http://schemas.microsoft.com/office/drawing/2014/main" val="1451088206"/>
                  </a:ext>
                </a:extLst>
              </a:tr>
            </a:tbl>
          </a:graphicData>
        </a:graphic>
      </p:graphicFrame>
    </p:spTree>
    <p:extLst>
      <p:ext uri="{BB962C8B-B14F-4D97-AF65-F5344CB8AC3E}">
        <p14:creationId xmlns:p14="http://schemas.microsoft.com/office/powerpoint/2010/main" val="3554925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7F645-411C-4519-BA03-FFD2B8C0F9FA}"/>
              </a:ext>
            </a:extLst>
          </p:cNvPr>
          <p:cNvSpPr>
            <a:spLocks noGrp="1"/>
          </p:cNvSpPr>
          <p:nvPr>
            <p:ph type="title"/>
          </p:nvPr>
        </p:nvSpPr>
        <p:spPr/>
        <p:txBody>
          <a:bodyPr/>
          <a:lstStyle/>
          <a:p>
            <a:r>
              <a:rPr lang="en-US"/>
              <a:t>data types</a:t>
            </a:r>
          </a:p>
        </p:txBody>
      </p:sp>
      <p:sp>
        <p:nvSpPr>
          <p:cNvPr id="3" name="Slide Number Placeholder 2">
            <a:extLst>
              <a:ext uri="{FF2B5EF4-FFF2-40B4-BE49-F238E27FC236}">
                <a16:creationId xmlns:a16="http://schemas.microsoft.com/office/drawing/2014/main" id="{4A44EF36-309C-40F6-9307-8008EE7C55E6}"/>
              </a:ext>
            </a:extLst>
          </p:cNvPr>
          <p:cNvSpPr>
            <a:spLocks noGrp="1"/>
          </p:cNvSpPr>
          <p:nvPr>
            <p:ph type="sldNum" sz="quarter" idx="11"/>
          </p:nvPr>
        </p:nvSpPr>
        <p:spPr/>
        <p:txBody>
          <a:bodyPr/>
          <a:lstStyle/>
          <a:p>
            <a:fld id="{E16BA917-7F09-4B8D-AF07-F52890C14046}" type="slidenum">
              <a:rPr lang="da-DK" smtClean="0"/>
              <a:pPr/>
              <a:t>41</a:t>
            </a:fld>
            <a:endParaRPr lang="da-DK"/>
          </a:p>
        </p:txBody>
      </p:sp>
      <p:sp>
        <p:nvSpPr>
          <p:cNvPr id="4" name="Text Placeholder 3">
            <a:extLst>
              <a:ext uri="{FF2B5EF4-FFF2-40B4-BE49-F238E27FC236}">
                <a16:creationId xmlns:a16="http://schemas.microsoft.com/office/drawing/2014/main" id="{9097AFCE-CB4C-4A62-A6F0-BD5DC2436380}"/>
              </a:ext>
            </a:extLst>
          </p:cNvPr>
          <p:cNvSpPr>
            <a:spLocks noGrp="1"/>
          </p:cNvSpPr>
          <p:nvPr>
            <p:ph type="body" sz="quarter" idx="17"/>
          </p:nvPr>
        </p:nvSpPr>
        <p:spPr/>
        <p:txBody>
          <a:bodyPr/>
          <a:lstStyle/>
          <a:p>
            <a:r>
              <a:rPr lang="en-US"/>
              <a:t>Simple data types. built in Methods</a:t>
            </a:r>
          </a:p>
        </p:txBody>
      </p:sp>
      <p:pic>
        <p:nvPicPr>
          <p:cNvPr id="6" name="Picture 5">
            <a:extLst>
              <a:ext uri="{FF2B5EF4-FFF2-40B4-BE49-F238E27FC236}">
                <a16:creationId xmlns:a16="http://schemas.microsoft.com/office/drawing/2014/main" id="{2E6A02BD-AE79-4B26-921C-DED58766744E}"/>
              </a:ext>
            </a:extLst>
          </p:cNvPr>
          <p:cNvPicPr>
            <a:picLocks noChangeAspect="1"/>
          </p:cNvPicPr>
          <p:nvPr/>
        </p:nvPicPr>
        <p:blipFill>
          <a:blip r:embed="rId3"/>
          <a:stretch>
            <a:fillRect/>
          </a:stretch>
        </p:blipFill>
        <p:spPr>
          <a:xfrm>
            <a:off x="672001" y="1607254"/>
            <a:ext cx="6276190" cy="1400000"/>
          </a:xfrm>
          <a:prstGeom prst="rect">
            <a:avLst/>
          </a:prstGeom>
        </p:spPr>
      </p:pic>
      <p:pic>
        <p:nvPicPr>
          <p:cNvPr id="7" name="Picture 6">
            <a:extLst>
              <a:ext uri="{FF2B5EF4-FFF2-40B4-BE49-F238E27FC236}">
                <a16:creationId xmlns:a16="http://schemas.microsoft.com/office/drawing/2014/main" id="{3AC56430-3526-4CA3-9064-7CE98ABB353F}"/>
              </a:ext>
            </a:extLst>
          </p:cNvPr>
          <p:cNvPicPr>
            <a:picLocks noChangeAspect="1"/>
          </p:cNvPicPr>
          <p:nvPr/>
        </p:nvPicPr>
        <p:blipFill>
          <a:blip r:embed="rId4"/>
          <a:stretch>
            <a:fillRect/>
          </a:stretch>
        </p:blipFill>
        <p:spPr>
          <a:xfrm>
            <a:off x="649139" y="2913901"/>
            <a:ext cx="7152381" cy="2600000"/>
          </a:xfrm>
          <a:prstGeom prst="rect">
            <a:avLst/>
          </a:prstGeom>
        </p:spPr>
      </p:pic>
      <p:pic>
        <p:nvPicPr>
          <p:cNvPr id="8" name="Picture 7">
            <a:extLst>
              <a:ext uri="{FF2B5EF4-FFF2-40B4-BE49-F238E27FC236}">
                <a16:creationId xmlns:a16="http://schemas.microsoft.com/office/drawing/2014/main" id="{6A7A773D-F064-4939-8A07-84F164C1B444}"/>
              </a:ext>
            </a:extLst>
          </p:cNvPr>
          <p:cNvPicPr>
            <a:picLocks noChangeAspect="1"/>
          </p:cNvPicPr>
          <p:nvPr/>
        </p:nvPicPr>
        <p:blipFill>
          <a:blip r:embed="rId5"/>
          <a:stretch>
            <a:fillRect/>
          </a:stretch>
        </p:blipFill>
        <p:spPr>
          <a:xfrm>
            <a:off x="4329360" y="3784949"/>
            <a:ext cx="5885714" cy="2571429"/>
          </a:xfrm>
          <a:prstGeom prst="rect">
            <a:avLst/>
          </a:prstGeom>
        </p:spPr>
      </p:pic>
    </p:spTree>
    <p:extLst>
      <p:ext uri="{BB962C8B-B14F-4D97-AF65-F5344CB8AC3E}">
        <p14:creationId xmlns:p14="http://schemas.microsoft.com/office/powerpoint/2010/main" val="7947616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DFE05-1BE8-42A5-BC59-8577FA7D8556}"/>
              </a:ext>
            </a:extLst>
          </p:cNvPr>
          <p:cNvSpPr>
            <a:spLocks noGrp="1"/>
          </p:cNvSpPr>
          <p:nvPr>
            <p:ph type="title"/>
          </p:nvPr>
        </p:nvSpPr>
        <p:spPr/>
        <p:txBody>
          <a:bodyPr/>
          <a:lstStyle/>
          <a:p>
            <a:r>
              <a:rPr lang="en-US"/>
              <a:t>Data types</a:t>
            </a:r>
          </a:p>
        </p:txBody>
      </p:sp>
      <p:sp>
        <p:nvSpPr>
          <p:cNvPr id="3" name="Slide Number Placeholder 2">
            <a:extLst>
              <a:ext uri="{FF2B5EF4-FFF2-40B4-BE49-F238E27FC236}">
                <a16:creationId xmlns:a16="http://schemas.microsoft.com/office/drawing/2014/main" id="{2B281BF5-CCEE-4A78-A9C7-01E99ADA52AB}"/>
              </a:ext>
            </a:extLst>
          </p:cNvPr>
          <p:cNvSpPr>
            <a:spLocks noGrp="1"/>
          </p:cNvSpPr>
          <p:nvPr>
            <p:ph type="sldNum" sz="quarter" idx="11"/>
          </p:nvPr>
        </p:nvSpPr>
        <p:spPr/>
        <p:txBody>
          <a:bodyPr/>
          <a:lstStyle/>
          <a:p>
            <a:fld id="{E16BA917-7F09-4B8D-AF07-F52890C14046}" type="slidenum">
              <a:rPr lang="da-DK" smtClean="0"/>
              <a:pPr/>
              <a:t>42</a:t>
            </a:fld>
            <a:endParaRPr lang="da-DK"/>
          </a:p>
        </p:txBody>
      </p:sp>
      <p:sp>
        <p:nvSpPr>
          <p:cNvPr id="4" name="Text Placeholder 3">
            <a:extLst>
              <a:ext uri="{FF2B5EF4-FFF2-40B4-BE49-F238E27FC236}">
                <a16:creationId xmlns:a16="http://schemas.microsoft.com/office/drawing/2014/main" id="{E3A3A6BB-E930-48EB-A27A-E198F277E651}"/>
              </a:ext>
            </a:extLst>
          </p:cNvPr>
          <p:cNvSpPr>
            <a:spLocks noGrp="1"/>
          </p:cNvSpPr>
          <p:nvPr>
            <p:ph type="body" sz="quarter" idx="17"/>
          </p:nvPr>
        </p:nvSpPr>
        <p:spPr/>
        <p:txBody>
          <a:bodyPr/>
          <a:lstStyle/>
          <a:p>
            <a:r>
              <a:rPr lang="en-US"/>
              <a:t>Variable declarations. Assignment Operator</a:t>
            </a:r>
          </a:p>
        </p:txBody>
      </p:sp>
      <p:sp>
        <p:nvSpPr>
          <p:cNvPr id="5" name="TextBox 4">
            <a:extLst>
              <a:ext uri="{FF2B5EF4-FFF2-40B4-BE49-F238E27FC236}">
                <a16:creationId xmlns:a16="http://schemas.microsoft.com/office/drawing/2014/main" id="{C0A13C94-C534-43E0-9575-EDF01D112170}"/>
              </a:ext>
            </a:extLst>
          </p:cNvPr>
          <p:cNvSpPr txBox="1"/>
          <p:nvPr/>
        </p:nvSpPr>
        <p:spPr>
          <a:xfrm>
            <a:off x="649139" y="2660009"/>
            <a:ext cx="10703442" cy="2626241"/>
          </a:xfrm>
          <a:prstGeom prst="rect">
            <a:avLst/>
          </a:prstGeom>
          <a:noFill/>
        </p:spPr>
        <p:txBody>
          <a:bodyPr wrap="none" lIns="0" tIns="0" rIns="0" bIns="0" rtlCol="0">
            <a:noAutofit/>
          </a:bodyPr>
          <a:lstStyle/>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Program</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myVar = 42;</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number1, number2 = 7, number3;</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float</a:t>
            </a:r>
            <a:r>
              <a:rPr lang="en-US" sz="1600">
                <a:solidFill>
                  <a:srgbClr val="000000"/>
                </a:solidFill>
                <a:latin typeface="Consolas" panose="020B0609020204030204" pitchFamily="49" charset="0"/>
              </a:rPr>
              <a:t> myVar2 = 33.3f;</a:t>
            </a:r>
          </a:p>
          <a:p>
            <a:br>
              <a:rPr lang="en-US" sz="1600">
                <a:solidFill>
                  <a:srgbClr val="000000"/>
                </a:solidFill>
                <a:latin typeface="Consolas" panose="020B0609020204030204" pitchFamily="49" charset="0"/>
              </a:rPr>
            </a:br>
            <a:r>
              <a:rPr lang="en-US" sz="1600">
                <a:solidFill>
                  <a:srgbClr val="000000"/>
                </a:solidFill>
                <a:latin typeface="Consolas" panose="020B0609020204030204" pitchFamily="49" charset="0"/>
              </a:rPr>
              <a:t>            myVar = myVar2; </a:t>
            </a:r>
            <a:r>
              <a:rPr lang="en-US" sz="1600">
                <a:solidFill>
                  <a:srgbClr val="008000"/>
                </a:solidFill>
                <a:latin typeface="Consolas" panose="020B0609020204030204" pitchFamily="49" charset="0"/>
              </a:rPr>
              <a:t>// compiler error, loosing precision while converting ‘float’ to ‘int’</a:t>
            </a:r>
          </a:p>
          <a:p>
            <a:r>
              <a:rPr lang="en-US" sz="1600">
                <a:solidFill>
                  <a:srgbClr val="008000"/>
                </a:solidFill>
                <a:latin typeface="Consolas" panose="020B0609020204030204" pitchFamily="49" charset="0"/>
              </a:rPr>
              <a:t>		 </a:t>
            </a:r>
            <a:r>
              <a:rPr lang="en-US" sz="1600">
                <a:solidFill>
                  <a:srgbClr val="000000"/>
                </a:solidFill>
                <a:latin typeface="Consolas" panose="020B0609020204030204" pitchFamily="49" charset="0"/>
              </a:rPr>
              <a:t>myVar = </a:t>
            </a:r>
            <a:r>
              <a:rPr lang="en-US" sz="1800">
                <a:solidFill>
                  <a:srgbClr val="A31515"/>
                </a:solidFill>
                <a:latin typeface="Consolas" panose="020B0609020204030204" pitchFamily="49" charset="0"/>
              </a:rPr>
              <a:t>"my string"</a:t>
            </a: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//compiler error, inconvertible data types ‘string’ to ‘int’</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endParaRPr lang="en-US" sz="1600">
              <a:latin typeface="+mn-lt"/>
            </a:endParaRPr>
          </a:p>
        </p:txBody>
      </p:sp>
      <p:sp>
        <p:nvSpPr>
          <p:cNvPr id="6" name="TextBox 5">
            <a:extLst>
              <a:ext uri="{FF2B5EF4-FFF2-40B4-BE49-F238E27FC236}">
                <a16:creationId xmlns:a16="http://schemas.microsoft.com/office/drawing/2014/main" id="{F12A9851-F510-4513-98A1-750CE19A550B}"/>
              </a:ext>
            </a:extLst>
          </p:cNvPr>
          <p:cNvSpPr txBox="1"/>
          <p:nvPr/>
        </p:nvSpPr>
        <p:spPr>
          <a:xfrm>
            <a:off x="2824593" y="1788058"/>
            <a:ext cx="499730" cy="255181"/>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Type</a:t>
            </a:r>
          </a:p>
        </p:txBody>
      </p:sp>
      <p:sp>
        <p:nvSpPr>
          <p:cNvPr id="7" name="TextBox 6">
            <a:extLst>
              <a:ext uri="{FF2B5EF4-FFF2-40B4-BE49-F238E27FC236}">
                <a16:creationId xmlns:a16="http://schemas.microsoft.com/office/drawing/2014/main" id="{F35F125D-89EB-4680-B465-29A6B15FFDF3}"/>
              </a:ext>
            </a:extLst>
          </p:cNvPr>
          <p:cNvSpPr txBox="1"/>
          <p:nvPr/>
        </p:nvSpPr>
        <p:spPr>
          <a:xfrm>
            <a:off x="3843670" y="1938658"/>
            <a:ext cx="606055" cy="238956"/>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Name</a:t>
            </a:r>
          </a:p>
        </p:txBody>
      </p:sp>
      <p:sp>
        <p:nvSpPr>
          <p:cNvPr id="8" name="TextBox 7">
            <a:extLst>
              <a:ext uri="{FF2B5EF4-FFF2-40B4-BE49-F238E27FC236}">
                <a16:creationId xmlns:a16="http://schemas.microsoft.com/office/drawing/2014/main" id="{AA0251BB-9CCA-4E18-913B-FDBB7D06BB8C}"/>
              </a:ext>
            </a:extLst>
          </p:cNvPr>
          <p:cNvSpPr txBox="1"/>
          <p:nvPr/>
        </p:nvSpPr>
        <p:spPr>
          <a:xfrm>
            <a:off x="5055229" y="2301255"/>
            <a:ext cx="818707" cy="29590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Initializer</a:t>
            </a:r>
          </a:p>
        </p:txBody>
      </p:sp>
      <p:cxnSp>
        <p:nvCxnSpPr>
          <p:cNvPr id="10" name="Straight Arrow Connector 9">
            <a:extLst>
              <a:ext uri="{FF2B5EF4-FFF2-40B4-BE49-F238E27FC236}">
                <a16:creationId xmlns:a16="http://schemas.microsoft.com/office/drawing/2014/main" id="{C38915B0-A57B-4999-A8DC-A1A3C2F039F2}"/>
              </a:ext>
            </a:extLst>
          </p:cNvPr>
          <p:cNvCxnSpPr>
            <a:cxnSpLocks/>
          </p:cNvCxnSpPr>
          <p:nvPr/>
        </p:nvCxnSpPr>
        <p:spPr>
          <a:xfrm flipH="1">
            <a:off x="2222205" y="2058136"/>
            <a:ext cx="647425" cy="1163529"/>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2" name="Straight Arrow Connector 11">
            <a:extLst>
              <a:ext uri="{FF2B5EF4-FFF2-40B4-BE49-F238E27FC236}">
                <a16:creationId xmlns:a16="http://schemas.microsoft.com/office/drawing/2014/main" id="{0D0FFB1E-CD71-4E8B-9575-989B602E03B1}"/>
              </a:ext>
            </a:extLst>
          </p:cNvPr>
          <p:cNvCxnSpPr>
            <a:cxnSpLocks/>
            <a:stCxn id="7" idx="2"/>
          </p:cNvCxnSpPr>
          <p:nvPr/>
        </p:nvCxnSpPr>
        <p:spPr>
          <a:xfrm flipH="1">
            <a:off x="2852184" y="2177614"/>
            <a:ext cx="1294514" cy="1044051"/>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5" name="Straight Arrow Connector 14">
            <a:extLst>
              <a:ext uri="{FF2B5EF4-FFF2-40B4-BE49-F238E27FC236}">
                <a16:creationId xmlns:a16="http://schemas.microsoft.com/office/drawing/2014/main" id="{8657BCCC-4727-4F1F-8141-2692C00FB3AB}"/>
              </a:ext>
            </a:extLst>
          </p:cNvPr>
          <p:cNvCxnSpPr>
            <a:cxnSpLocks/>
          </p:cNvCxnSpPr>
          <p:nvPr/>
        </p:nvCxnSpPr>
        <p:spPr>
          <a:xfrm flipH="1">
            <a:off x="3527722" y="2534308"/>
            <a:ext cx="1471281" cy="679580"/>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2444651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DFE05-1BE8-42A5-BC59-8577FA7D8556}"/>
              </a:ext>
            </a:extLst>
          </p:cNvPr>
          <p:cNvSpPr>
            <a:spLocks noGrp="1"/>
          </p:cNvSpPr>
          <p:nvPr>
            <p:ph type="title"/>
          </p:nvPr>
        </p:nvSpPr>
        <p:spPr/>
        <p:txBody>
          <a:bodyPr/>
          <a:lstStyle/>
          <a:p>
            <a:r>
              <a:rPr lang="en-US"/>
              <a:t>Data types</a:t>
            </a:r>
          </a:p>
        </p:txBody>
      </p:sp>
      <p:sp>
        <p:nvSpPr>
          <p:cNvPr id="3" name="Slide Number Placeholder 2">
            <a:extLst>
              <a:ext uri="{FF2B5EF4-FFF2-40B4-BE49-F238E27FC236}">
                <a16:creationId xmlns:a16="http://schemas.microsoft.com/office/drawing/2014/main" id="{2B281BF5-CCEE-4A78-A9C7-01E99ADA52AB}"/>
              </a:ext>
            </a:extLst>
          </p:cNvPr>
          <p:cNvSpPr>
            <a:spLocks noGrp="1"/>
          </p:cNvSpPr>
          <p:nvPr>
            <p:ph type="sldNum" sz="quarter" idx="11"/>
          </p:nvPr>
        </p:nvSpPr>
        <p:spPr/>
        <p:txBody>
          <a:bodyPr/>
          <a:lstStyle/>
          <a:p>
            <a:fld id="{E16BA917-7F09-4B8D-AF07-F52890C14046}" type="slidenum">
              <a:rPr lang="da-DK" smtClean="0"/>
              <a:pPr/>
              <a:t>43</a:t>
            </a:fld>
            <a:endParaRPr lang="da-DK"/>
          </a:p>
        </p:txBody>
      </p:sp>
      <p:sp>
        <p:nvSpPr>
          <p:cNvPr id="4" name="Text Placeholder 3">
            <a:extLst>
              <a:ext uri="{FF2B5EF4-FFF2-40B4-BE49-F238E27FC236}">
                <a16:creationId xmlns:a16="http://schemas.microsoft.com/office/drawing/2014/main" id="{E3A3A6BB-E930-48EB-A27A-E198F277E651}"/>
              </a:ext>
            </a:extLst>
          </p:cNvPr>
          <p:cNvSpPr>
            <a:spLocks noGrp="1"/>
          </p:cNvSpPr>
          <p:nvPr>
            <p:ph type="body" sz="quarter" idx="17"/>
          </p:nvPr>
        </p:nvSpPr>
        <p:spPr/>
        <p:txBody>
          <a:bodyPr/>
          <a:lstStyle/>
          <a:p>
            <a:r>
              <a:rPr lang="en-US"/>
              <a:t>Var KeyWord</a:t>
            </a:r>
          </a:p>
        </p:txBody>
      </p:sp>
      <p:sp>
        <p:nvSpPr>
          <p:cNvPr id="9" name="TextBox 8">
            <a:extLst>
              <a:ext uri="{FF2B5EF4-FFF2-40B4-BE49-F238E27FC236}">
                <a16:creationId xmlns:a16="http://schemas.microsoft.com/office/drawing/2014/main" id="{6315A575-0AFA-4721-ABA9-8A4C5F9349A1}"/>
              </a:ext>
            </a:extLst>
          </p:cNvPr>
          <p:cNvSpPr txBox="1"/>
          <p:nvPr/>
        </p:nvSpPr>
        <p:spPr>
          <a:xfrm>
            <a:off x="670985" y="2108738"/>
            <a:ext cx="9877647" cy="2604977"/>
          </a:xfrm>
          <a:prstGeom prst="rect">
            <a:avLst/>
          </a:prstGeom>
          <a:noFill/>
        </p:spPr>
        <p:txBody>
          <a:bodyPr wrap="none" lIns="0" tIns="0" rIns="0" bIns="0" rtlCol="0">
            <a:noAutofit/>
          </a:bodyPr>
          <a:lstStyle/>
          <a:p>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number1 = 7d;</a:t>
            </a:r>
          </a:p>
          <a:p>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number2 = 43.5d;</a:t>
            </a:r>
            <a:r>
              <a:rPr lang="en-US">
                <a:solidFill>
                  <a:srgbClr val="008000"/>
                </a:solidFill>
                <a:latin typeface="Consolas" panose="020B0609020204030204" pitchFamily="49" charset="0"/>
              </a:rPr>
              <a:t> //number1, number2 have double type</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number3 = 1.5f; </a:t>
            </a:r>
            <a:r>
              <a:rPr lang="en-US" sz="1800">
                <a:solidFill>
                  <a:srgbClr val="008000"/>
                </a:solidFill>
                <a:latin typeface="Consolas" panose="020B0609020204030204" pitchFamily="49" charset="0"/>
              </a:rPr>
              <a:t>//number3 has type float</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flag = </a:t>
            </a:r>
            <a:r>
              <a:rPr lang="en-US" sz="1800">
                <a:solidFill>
                  <a:srgbClr val="0000FF"/>
                </a:solidFill>
                <a:latin typeface="Consolas" panose="020B0609020204030204" pitchFamily="49" charset="0"/>
              </a:rPr>
              <a:t>true</a:t>
            </a:r>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flag is a boolean</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char</a:t>
            </a:r>
            <a:r>
              <a:rPr lang="en-US" sz="1800">
                <a:solidFill>
                  <a:srgbClr val="000000"/>
                </a:solidFill>
                <a:latin typeface="Consolas" panose="020B0609020204030204" pitchFamily="49" charset="0"/>
              </a:rPr>
              <a:t> ch = </a:t>
            </a:r>
            <a:r>
              <a:rPr lang="en-US" sz="1800">
                <a:solidFill>
                  <a:srgbClr val="A31515"/>
                </a:solidFill>
                <a:latin typeface="Consolas" panose="020B0609020204030204" pitchFamily="49" charset="0"/>
              </a:rPr>
              <a:t>'3'</a:t>
            </a:r>
            <a:r>
              <a:rPr lang="en-US" sz="1800">
                <a:solidFill>
                  <a:srgbClr val="000000"/>
                </a:solidFill>
                <a:latin typeface="Consolas" panose="020B0609020204030204" pitchFamily="49" charset="0"/>
              </a:rPr>
              <a:t>; </a:t>
            </a:r>
          </a:p>
          <a:p>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ch2 = </a:t>
            </a:r>
            <a:r>
              <a:rPr lang="en-US" sz="1800">
                <a:solidFill>
                  <a:srgbClr val="A31515"/>
                </a:solidFill>
                <a:latin typeface="Consolas" panose="020B0609020204030204" pitchFamily="49" charset="0"/>
              </a:rPr>
              <a:t>'a'</a:t>
            </a:r>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//ch and ch2 are characters</a:t>
            </a:r>
            <a:endParaRPr lang="en-US" sz="1600">
              <a:latin typeface="+mn-lt"/>
            </a:endParaRPr>
          </a:p>
        </p:txBody>
      </p:sp>
    </p:spTree>
    <p:extLst>
      <p:ext uri="{BB962C8B-B14F-4D97-AF65-F5344CB8AC3E}">
        <p14:creationId xmlns:p14="http://schemas.microsoft.com/office/powerpoint/2010/main" val="652284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F009C-6C14-4FAB-AFD8-47106DF26533}"/>
              </a:ext>
            </a:extLst>
          </p:cNvPr>
          <p:cNvSpPr>
            <a:spLocks noGrp="1"/>
          </p:cNvSpPr>
          <p:nvPr>
            <p:ph type="title"/>
          </p:nvPr>
        </p:nvSpPr>
        <p:spPr/>
        <p:txBody>
          <a:bodyPr/>
          <a:lstStyle/>
          <a:p>
            <a:r>
              <a:rPr lang="en-US"/>
              <a:t>User defined data types</a:t>
            </a:r>
          </a:p>
        </p:txBody>
      </p:sp>
      <p:sp>
        <p:nvSpPr>
          <p:cNvPr id="3" name="Slide Number Placeholder 2">
            <a:extLst>
              <a:ext uri="{FF2B5EF4-FFF2-40B4-BE49-F238E27FC236}">
                <a16:creationId xmlns:a16="http://schemas.microsoft.com/office/drawing/2014/main" id="{731EC213-E591-4765-9BB2-7F0BEAE074B9}"/>
              </a:ext>
            </a:extLst>
          </p:cNvPr>
          <p:cNvSpPr>
            <a:spLocks noGrp="1"/>
          </p:cNvSpPr>
          <p:nvPr>
            <p:ph type="sldNum" sz="quarter" idx="11"/>
          </p:nvPr>
        </p:nvSpPr>
        <p:spPr/>
        <p:txBody>
          <a:bodyPr/>
          <a:lstStyle/>
          <a:p>
            <a:fld id="{E16BA917-7F09-4B8D-AF07-F52890C14046}" type="slidenum">
              <a:rPr lang="da-DK" smtClean="0"/>
              <a:pPr/>
              <a:t>44</a:t>
            </a:fld>
            <a:endParaRPr lang="da-DK"/>
          </a:p>
        </p:txBody>
      </p:sp>
      <p:sp>
        <p:nvSpPr>
          <p:cNvPr id="4" name="Text Placeholder 3">
            <a:extLst>
              <a:ext uri="{FF2B5EF4-FFF2-40B4-BE49-F238E27FC236}">
                <a16:creationId xmlns:a16="http://schemas.microsoft.com/office/drawing/2014/main" id="{2B8F4AD9-3302-4D52-9810-ED9BEA9060CE}"/>
              </a:ext>
            </a:extLst>
          </p:cNvPr>
          <p:cNvSpPr>
            <a:spLocks noGrp="1"/>
          </p:cNvSpPr>
          <p:nvPr>
            <p:ph type="body" sz="quarter" idx="17"/>
          </p:nvPr>
        </p:nvSpPr>
        <p:spPr/>
        <p:txBody>
          <a:bodyPr/>
          <a:lstStyle/>
          <a:p>
            <a:r>
              <a:rPr lang="en-US"/>
              <a:t>Enum </a:t>
            </a:r>
          </a:p>
        </p:txBody>
      </p:sp>
      <p:sp>
        <p:nvSpPr>
          <p:cNvPr id="5" name="TextBox 4">
            <a:extLst>
              <a:ext uri="{FF2B5EF4-FFF2-40B4-BE49-F238E27FC236}">
                <a16:creationId xmlns:a16="http://schemas.microsoft.com/office/drawing/2014/main" id="{1B278CD2-934C-447E-ABEA-F6BD3B8772BF}"/>
              </a:ext>
            </a:extLst>
          </p:cNvPr>
          <p:cNvSpPr txBox="1"/>
          <p:nvPr/>
        </p:nvSpPr>
        <p:spPr>
          <a:xfrm>
            <a:off x="672001" y="1779339"/>
            <a:ext cx="8028136" cy="4196774"/>
          </a:xfrm>
          <a:prstGeom prst="rect">
            <a:avLst/>
          </a:prstGeom>
          <a:noFill/>
        </p:spPr>
        <p:txBody>
          <a:bodyPr wrap="none" lIns="0" tIns="0" rIns="0" bIns="0" rtlCol="0" anchor="t">
            <a:noAutofit/>
          </a:bodyPr>
          <a:lstStyle/>
          <a:p>
            <a:r>
              <a:rPr lang="en-US" sz="1600">
                <a:solidFill>
                  <a:srgbClr val="0000FF"/>
                </a:solidFill>
                <a:latin typeface="Consolas"/>
                <a:ea typeface="ＭＳ Ｐゴシック"/>
              </a:rPr>
              <a:t>enum</a:t>
            </a:r>
            <a:r>
              <a:rPr lang="en-US" sz="1600">
                <a:solidFill>
                  <a:srgbClr val="000000"/>
                </a:solidFill>
                <a:latin typeface="Consolas"/>
                <a:ea typeface="ＭＳ Ｐゴシック"/>
              </a:rPr>
              <a:t> </a:t>
            </a:r>
            <a:r>
              <a:rPr lang="en-US" sz="1600">
                <a:solidFill>
                  <a:srgbClr val="2B91AF"/>
                </a:solidFill>
                <a:latin typeface="Consolas"/>
                <a:ea typeface="ＭＳ Ｐゴシック"/>
              </a:rPr>
              <a:t>InstrumentTypes</a:t>
            </a:r>
            <a:r>
              <a:rPr lang="en-US" sz="1600">
                <a:solidFill>
                  <a:srgbClr val="000000"/>
                </a:solidFill>
                <a:latin typeface="Consolas"/>
                <a:ea typeface="ＭＳ Ｐゴシック"/>
              </a:rPr>
              <a:t> { Bond, IndexBond }</a:t>
            </a:r>
          </a:p>
          <a:p>
            <a:endParaRPr lang="en-US" sz="1600">
              <a:solidFill>
                <a:srgbClr val="000000"/>
              </a:solidFill>
              <a:latin typeface="Consolas" panose="020B0609020204030204" pitchFamily="49" charset="0"/>
            </a:endParaRPr>
          </a:p>
          <a:p>
            <a:r>
              <a:rPr lang="en-US" sz="1600">
                <a:solidFill>
                  <a:srgbClr val="0000FF"/>
                </a:solidFill>
                <a:latin typeface="Consolas"/>
                <a:ea typeface="ＭＳ Ｐゴシック"/>
              </a:rPr>
              <a:t>enum</a:t>
            </a:r>
            <a:r>
              <a:rPr lang="en-US" sz="1600">
                <a:solidFill>
                  <a:srgbClr val="000000"/>
                </a:solidFill>
                <a:latin typeface="Consolas"/>
                <a:ea typeface="ＭＳ Ｐゴシック"/>
              </a:rPr>
              <a:t> </a:t>
            </a:r>
            <a:r>
              <a:rPr lang="en-US" sz="1600">
                <a:solidFill>
                  <a:srgbClr val="2B91AF"/>
                </a:solidFill>
                <a:latin typeface="Consolas"/>
                <a:ea typeface="ＭＳ Ｐゴシック"/>
              </a:rPr>
              <a:t>Currencies</a:t>
            </a:r>
            <a:r>
              <a:rPr lang="en-US" sz="1600">
                <a:solidFill>
                  <a:srgbClr val="000000"/>
                </a:solidFill>
                <a:latin typeface="Consolas"/>
                <a:ea typeface="ＭＳ Ｐゴシック"/>
              </a:rPr>
              <a:t> {</a:t>
            </a:r>
          </a:p>
          <a:p>
            <a:r>
              <a:rPr lang="en-US" sz="1600">
                <a:solidFill>
                  <a:srgbClr val="000000"/>
                </a:solidFill>
                <a:latin typeface="Consolas" panose="020B0609020204030204" pitchFamily="49" charset="0"/>
              </a:rPr>
              <a:t>        USD = 1,</a:t>
            </a:r>
          </a:p>
          <a:p>
            <a:r>
              <a:rPr lang="en-US" sz="1600">
                <a:solidFill>
                  <a:srgbClr val="000000"/>
                </a:solidFill>
                <a:latin typeface="Consolas" panose="020B0609020204030204" pitchFamily="49" charset="0"/>
              </a:rPr>
              <a:t>        EUR</a:t>
            </a:r>
          </a:p>
          <a:p>
            <a:r>
              <a:rPr lang="en-US" sz="1600">
                <a:solidFill>
                  <a:srgbClr val="000000"/>
                </a:solidFill>
                <a:latin typeface="Consolas" panose="020B0609020204030204" pitchFamily="49" charset="0"/>
              </a:rPr>
              <a:t>}</a:t>
            </a:r>
          </a:p>
          <a:p>
            <a:r>
              <a:rPr lang="en-US" sz="1600">
                <a:solidFill>
                  <a:srgbClr val="0000FF"/>
                </a:solidFill>
                <a:latin typeface="Consolas" panose="020B0609020204030204" pitchFamily="49" charset="0"/>
              </a:rPr>
              <a:t>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Program</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 {</a:t>
            </a:r>
          </a:p>
          <a:p>
            <a:r>
              <a:rPr lang="en-US" sz="1600">
                <a:solidFill>
                  <a:srgbClr val="000000"/>
                </a:solidFill>
                <a:latin typeface="Consolas"/>
                <a:ea typeface="ＭＳ Ｐゴシック"/>
              </a:rPr>
              <a:t>        </a:t>
            </a:r>
            <a:r>
              <a:rPr lang="en-US" sz="1600">
                <a:solidFill>
                  <a:srgbClr val="2B91AF"/>
                </a:solidFill>
                <a:latin typeface="Consolas"/>
                <a:ea typeface="ＭＳ Ｐゴシック"/>
              </a:rPr>
              <a:t>InstrumentTypes</a:t>
            </a:r>
            <a:r>
              <a:rPr lang="en-US" sz="1600">
                <a:solidFill>
                  <a:srgbClr val="000000"/>
                </a:solidFill>
                <a:latin typeface="Consolas"/>
                <a:ea typeface="ＭＳ Ｐゴシック"/>
              </a:rPr>
              <a:t> security = </a:t>
            </a:r>
            <a:r>
              <a:rPr lang="en-US" sz="1600">
                <a:solidFill>
                  <a:srgbClr val="2B91AF"/>
                </a:solidFill>
                <a:latin typeface="Consolas"/>
                <a:ea typeface="ＭＳ Ｐゴシック"/>
              </a:rPr>
              <a:t>InstrumentTypes</a:t>
            </a:r>
            <a:r>
              <a:rPr lang="en-US" sz="1600">
                <a:solidFill>
                  <a:srgbClr val="000000"/>
                </a:solidFill>
                <a:latin typeface="Consolas"/>
                <a:ea typeface="ＭＳ Ｐゴシック"/>
              </a:rPr>
              <a:t>.Bond;</a:t>
            </a:r>
          </a:p>
          <a:p>
            <a:r>
              <a:rPr lang="en-US" sz="1600">
                <a:solidFill>
                  <a:srgbClr val="000000"/>
                </a:solidFill>
                <a:latin typeface="Consolas"/>
                <a:ea typeface="ＭＳ Ｐゴシック"/>
              </a:rPr>
              <a:t>        </a:t>
            </a:r>
            <a:r>
              <a:rPr lang="en-US" sz="1600">
                <a:solidFill>
                  <a:srgbClr val="0000FF"/>
                </a:solidFill>
                <a:latin typeface="Consolas"/>
                <a:ea typeface="ＭＳ Ｐゴシック"/>
              </a:rPr>
              <a:t>var</a:t>
            </a:r>
            <a:r>
              <a:rPr lang="en-US" sz="1600">
                <a:solidFill>
                  <a:srgbClr val="000000"/>
                </a:solidFill>
                <a:latin typeface="Consolas"/>
                <a:ea typeface="ＭＳ Ｐゴシック"/>
              </a:rPr>
              <a:t> currency = </a:t>
            </a:r>
            <a:r>
              <a:rPr lang="en-US" sz="1600">
                <a:solidFill>
                  <a:srgbClr val="2B91AF"/>
                </a:solidFill>
                <a:latin typeface="Consolas"/>
                <a:ea typeface="ＭＳ Ｐゴシック"/>
              </a:rPr>
              <a:t>Currencies</a:t>
            </a:r>
            <a:r>
              <a:rPr lang="en-US" sz="1600">
                <a:solidFill>
                  <a:srgbClr val="000000"/>
                </a:solidFill>
                <a:latin typeface="Consolas"/>
                <a:ea typeface="ＭＳ Ｐゴシック"/>
              </a:rPr>
              <a:t>.EUR;</a:t>
            </a:r>
          </a:p>
          <a:p>
            <a:endParaRPr lang="en-US" sz="1600">
              <a:solidFill>
                <a:srgbClr val="000000"/>
              </a:solidFill>
              <a:latin typeface="Consolas" panose="020B0609020204030204" pitchFamily="49" charset="0"/>
            </a:endParaRPr>
          </a:p>
          <a:p>
            <a:r>
              <a:rPr lang="en-US" sz="1600">
                <a:solidFill>
                  <a:srgbClr val="000000"/>
                </a:solidFill>
                <a:latin typeface="Consolas"/>
                <a:ea typeface="ＭＳ Ｐゴシック"/>
              </a:rPr>
              <a:t>        </a:t>
            </a:r>
            <a:r>
              <a:rPr lang="en-US" sz="1600">
                <a:solidFill>
                  <a:srgbClr val="2B91AF"/>
                </a:solidFill>
                <a:latin typeface="Consolas"/>
                <a:ea typeface="ＭＳ Ｐゴシック"/>
              </a:rPr>
              <a:t>Console</a:t>
            </a:r>
            <a:r>
              <a:rPr lang="en-US" sz="1600">
                <a:solidFill>
                  <a:srgbClr val="000000"/>
                </a:solidFill>
                <a:latin typeface="Consolas"/>
                <a:ea typeface="ＭＳ Ｐゴシック"/>
              </a:rPr>
              <a:t>.WriteLine(</a:t>
            </a:r>
            <a:r>
              <a:rPr lang="en-US" sz="1600">
                <a:solidFill>
                  <a:srgbClr val="A31515"/>
                </a:solidFill>
                <a:latin typeface="Consolas"/>
                <a:ea typeface="ＭＳ Ｐゴシック"/>
              </a:rPr>
              <a:t>$"EUR associated constant: </a:t>
            </a:r>
            <a:r>
              <a:rPr lang="en-US" sz="1600">
                <a:solidFill>
                  <a:srgbClr val="000000"/>
                </a:solidFill>
                <a:latin typeface="Consolas"/>
                <a:ea typeface="ＭＳ Ｐゴシック"/>
              </a:rPr>
              <a:t>{(</a:t>
            </a:r>
            <a:r>
              <a:rPr lang="en-US" sz="1600">
                <a:solidFill>
                  <a:srgbClr val="0000FF"/>
                </a:solidFill>
                <a:latin typeface="Consolas"/>
                <a:ea typeface="ＭＳ Ｐゴシック"/>
              </a:rPr>
              <a:t>int</a:t>
            </a:r>
            <a:r>
              <a:rPr lang="en-US" sz="1600">
                <a:solidFill>
                  <a:srgbClr val="000000"/>
                </a:solidFill>
                <a:latin typeface="Consolas"/>
                <a:ea typeface="ＭＳ Ｐゴシック"/>
              </a:rPr>
              <a:t>)currency}</a:t>
            </a:r>
            <a:r>
              <a:rPr lang="en-US" sz="1600">
                <a:solidFill>
                  <a:srgbClr val="A31515"/>
                </a:solidFill>
                <a:latin typeface="Consolas"/>
                <a:ea typeface="ＭＳ Ｐゴシック"/>
              </a:rPr>
              <a:t>"</a:t>
            </a:r>
            <a:r>
              <a:rPr lang="en-US" sz="1600">
                <a:solidFill>
                  <a:srgbClr val="000000"/>
                </a:solidFill>
                <a:latin typeface="Consolas"/>
                <a:ea typeface="ＭＳ Ｐゴシック"/>
              </a:rPr>
              <a:t>);</a:t>
            </a:r>
          </a:p>
          <a:p>
            <a:r>
              <a:rPr lang="en-US" sz="1600">
                <a:solidFill>
                  <a:srgbClr val="000000"/>
                </a:solidFill>
                <a:latin typeface="Consolas"/>
                <a:ea typeface="ＭＳ Ｐゴシック"/>
              </a:rPr>
              <a:t>        </a:t>
            </a:r>
            <a:r>
              <a:rPr lang="en-US" sz="1600">
                <a:solidFill>
                  <a:srgbClr val="2B91AF"/>
                </a:solidFill>
                <a:latin typeface="Consolas"/>
                <a:ea typeface="ＭＳ Ｐゴシック"/>
              </a:rPr>
              <a:t>Console</a:t>
            </a:r>
            <a:r>
              <a:rPr lang="en-US" sz="1600">
                <a:solidFill>
                  <a:srgbClr val="000000"/>
                </a:solidFill>
                <a:latin typeface="Consolas"/>
                <a:ea typeface="ＭＳ Ｐゴシック"/>
              </a:rPr>
              <a:t>.WriteLine(</a:t>
            </a:r>
            <a:r>
              <a:rPr lang="en-US" sz="1600">
                <a:solidFill>
                  <a:srgbClr val="A31515"/>
                </a:solidFill>
                <a:latin typeface="Consolas"/>
                <a:ea typeface="ＭＳ Ｐゴシック"/>
              </a:rPr>
              <a:t>$"Bond associated constant: </a:t>
            </a:r>
            <a:r>
              <a:rPr lang="en-US" sz="1600">
                <a:solidFill>
                  <a:srgbClr val="000000"/>
                </a:solidFill>
                <a:latin typeface="Consolas"/>
                <a:ea typeface="ＭＳ Ｐゴシック"/>
              </a:rPr>
              <a:t>{(</a:t>
            </a:r>
            <a:r>
              <a:rPr lang="en-US" sz="1600">
                <a:solidFill>
                  <a:srgbClr val="0000FF"/>
                </a:solidFill>
                <a:latin typeface="Consolas"/>
                <a:ea typeface="ＭＳ Ｐゴシック"/>
              </a:rPr>
              <a:t>int</a:t>
            </a:r>
            <a:r>
              <a:rPr lang="en-US" sz="1600">
                <a:solidFill>
                  <a:srgbClr val="000000"/>
                </a:solidFill>
                <a:latin typeface="Consolas"/>
                <a:ea typeface="ＭＳ Ｐゴシック"/>
              </a:rPr>
              <a:t>)security}</a:t>
            </a:r>
            <a:r>
              <a:rPr lang="en-US" sz="1600">
                <a:solidFill>
                  <a:srgbClr val="A31515"/>
                </a:solidFill>
                <a:latin typeface="Consolas"/>
                <a:ea typeface="ＭＳ Ｐゴシック"/>
              </a:rPr>
              <a:t>"</a:t>
            </a:r>
            <a:r>
              <a:rPr lang="en-US" sz="1600">
                <a:solidFill>
                  <a:srgbClr val="000000"/>
                </a:solidFill>
                <a:latin typeface="Consolas"/>
                <a:ea typeface="ＭＳ Ｐゴシック"/>
              </a:rPr>
              <a:t>);</a:t>
            </a:r>
          </a:p>
          <a:p>
            <a:endParaRPr lang="en-US" sz="1600">
              <a:solidFill>
                <a:srgbClr val="000000"/>
              </a:solidFill>
              <a:latin typeface="Consolas" panose="020B0609020204030204" pitchFamily="49" charset="0"/>
            </a:endParaRPr>
          </a:p>
          <a:p>
            <a:r>
              <a:rPr lang="en-US" sz="1600">
                <a:solidFill>
                  <a:srgbClr val="000000"/>
                </a:solidFill>
                <a:latin typeface="Consolas"/>
                <a:ea typeface="ＭＳ Ｐゴシック"/>
              </a:rPr>
              <a:t>        </a:t>
            </a:r>
            <a:r>
              <a:rPr lang="en-US" sz="1600">
                <a:solidFill>
                  <a:srgbClr val="2B91AF"/>
                </a:solidFill>
                <a:latin typeface="Consolas"/>
                <a:ea typeface="ＭＳ Ｐゴシック"/>
              </a:rPr>
              <a:t>Console</a:t>
            </a:r>
            <a:r>
              <a:rPr lang="en-US" sz="1600">
                <a:solidFill>
                  <a:srgbClr val="000000"/>
                </a:solidFill>
                <a:latin typeface="Consolas"/>
                <a:ea typeface="ＭＳ Ｐゴシック"/>
              </a:rPr>
              <a:t>.ReadLine();</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a:t>
            </a:r>
            <a:endParaRPr lang="en-US" sz="1600">
              <a:latin typeface="+mn-lt"/>
            </a:endParaRPr>
          </a:p>
        </p:txBody>
      </p:sp>
      <p:pic>
        <p:nvPicPr>
          <p:cNvPr id="7" name="Picture 6">
            <a:extLst>
              <a:ext uri="{FF2B5EF4-FFF2-40B4-BE49-F238E27FC236}">
                <a16:creationId xmlns:a16="http://schemas.microsoft.com/office/drawing/2014/main" id="{4F393052-779D-448A-B012-50B5D337F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1037" y="1036551"/>
            <a:ext cx="2619375" cy="1743075"/>
          </a:xfrm>
          <a:prstGeom prst="rect">
            <a:avLst/>
          </a:prstGeom>
        </p:spPr>
      </p:pic>
    </p:spTree>
    <p:extLst>
      <p:ext uri="{BB962C8B-B14F-4D97-AF65-F5344CB8AC3E}">
        <p14:creationId xmlns:p14="http://schemas.microsoft.com/office/powerpoint/2010/main" val="34098245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E46AD-8B9E-470E-A8A3-B2055A7C9446}"/>
              </a:ext>
            </a:extLst>
          </p:cNvPr>
          <p:cNvSpPr>
            <a:spLocks noGrp="1"/>
          </p:cNvSpPr>
          <p:nvPr>
            <p:ph type="title"/>
          </p:nvPr>
        </p:nvSpPr>
        <p:spPr/>
        <p:txBody>
          <a:bodyPr/>
          <a:lstStyle/>
          <a:p>
            <a:r>
              <a:rPr lang="en-US"/>
              <a:t>Text output from a Program</a:t>
            </a:r>
          </a:p>
        </p:txBody>
      </p:sp>
      <p:sp>
        <p:nvSpPr>
          <p:cNvPr id="3" name="Slide Number Placeholder 2">
            <a:extLst>
              <a:ext uri="{FF2B5EF4-FFF2-40B4-BE49-F238E27FC236}">
                <a16:creationId xmlns:a16="http://schemas.microsoft.com/office/drawing/2014/main" id="{C43F15DF-1267-4551-9419-6D53B4DA5C22}"/>
              </a:ext>
            </a:extLst>
          </p:cNvPr>
          <p:cNvSpPr>
            <a:spLocks noGrp="1"/>
          </p:cNvSpPr>
          <p:nvPr>
            <p:ph type="sldNum" sz="quarter" idx="11"/>
          </p:nvPr>
        </p:nvSpPr>
        <p:spPr/>
        <p:txBody>
          <a:bodyPr/>
          <a:lstStyle/>
          <a:p>
            <a:fld id="{E16BA917-7F09-4B8D-AF07-F52890C14046}" type="slidenum">
              <a:rPr lang="da-DK" smtClean="0"/>
              <a:pPr/>
              <a:t>45</a:t>
            </a:fld>
            <a:endParaRPr lang="da-DK"/>
          </a:p>
        </p:txBody>
      </p:sp>
      <p:sp>
        <p:nvSpPr>
          <p:cNvPr id="4" name="Text Placeholder 3">
            <a:extLst>
              <a:ext uri="{FF2B5EF4-FFF2-40B4-BE49-F238E27FC236}">
                <a16:creationId xmlns:a16="http://schemas.microsoft.com/office/drawing/2014/main" id="{F35A9184-B947-443D-96EB-2624B20F866F}"/>
              </a:ext>
            </a:extLst>
          </p:cNvPr>
          <p:cNvSpPr>
            <a:spLocks noGrp="1"/>
          </p:cNvSpPr>
          <p:nvPr>
            <p:ph type="body" sz="quarter" idx="17"/>
          </p:nvPr>
        </p:nvSpPr>
        <p:spPr/>
        <p:txBody>
          <a:bodyPr/>
          <a:lstStyle/>
          <a:p>
            <a:r>
              <a:rPr lang="en-US" err="1"/>
              <a:t>Console.WriteLine</a:t>
            </a:r>
            <a:r>
              <a:rPr lang="en-US"/>
              <a:t>( )</a:t>
            </a:r>
          </a:p>
        </p:txBody>
      </p:sp>
      <p:sp>
        <p:nvSpPr>
          <p:cNvPr id="5" name="TextBox 4">
            <a:extLst>
              <a:ext uri="{FF2B5EF4-FFF2-40B4-BE49-F238E27FC236}">
                <a16:creationId xmlns:a16="http://schemas.microsoft.com/office/drawing/2014/main" id="{14C70D31-52E6-4F12-823E-F29AB50AD1B4}"/>
              </a:ext>
            </a:extLst>
          </p:cNvPr>
          <p:cNvSpPr txBox="1"/>
          <p:nvPr/>
        </p:nvSpPr>
        <p:spPr>
          <a:xfrm>
            <a:off x="672000" y="1956389"/>
            <a:ext cx="10855897" cy="4157331"/>
          </a:xfrm>
          <a:prstGeom prst="rect">
            <a:avLst/>
          </a:prstGeom>
          <a:noFill/>
        </p:spPr>
        <p:txBody>
          <a:bodyPr wrap="none" lIns="0" tIns="0" rIns="0" bIns="0" rtlCol="0">
            <a:noAutofit/>
          </a:bodyPr>
          <a:lstStyle/>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primaryNum1 = 7;</a:t>
            </a:r>
          </a:p>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primaryNum2 = 11;</a:t>
            </a:r>
          </a:p>
          <a:p>
            <a:r>
              <a:rPr lang="en-US" sz="1600">
                <a:solidFill>
                  <a:srgbClr val="000000"/>
                </a:solidFill>
                <a:latin typeface="Consolas" panose="020B0609020204030204" pitchFamily="49" charset="0"/>
              </a:rPr>
              <a:t>                                            </a:t>
            </a:r>
            <a:r>
              <a:rPr lang="en-US" sz="1600">
                <a:solidFill>
                  <a:schemeClr val="bg1"/>
                </a:solidFill>
                <a:highlight>
                  <a:srgbClr val="547A8B"/>
                </a:highlight>
                <a:latin typeface="Consolas" panose="020B0609020204030204" pitchFamily="49" charset="0"/>
              </a:rPr>
              <a:t>Substitution markers</a:t>
            </a:r>
          </a:p>
          <a:p>
            <a:r>
              <a:rPr lang="en-US" sz="1600">
                <a:solidFill>
                  <a:srgbClr val="008000"/>
                </a:solidFill>
                <a:latin typeface="Consolas" panose="020B0609020204030204" pitchFamily="49" charset="0"/>
              </a:rPr>
              <a:t>// string formatting</a:t>
            </a:r>
            <a:endParaRPr lang="en-US" sz="1600">
              <a:solidFill>
                <a:srgbClr val="000000"/>
              </a:solidFill>
              <a:latin typeface="Consolas" panose="020B0609020204030204" pitchFamily="49" charset="0"/>
            </a:endParaRPr>
          </a:p>
          <a:p>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"Two sample primary numbers are </a:t>
            </a:r>
            <a:r>
              <a:rPr lang="en-US" sz="1600">
                <a:solidFill>
                  <a:srgbClr val="3CB371"/>
                </a:solidFill>
                <a:latin typeface="Consolas" panose="020B0609020204030204" pitchFamily="49" charset="0"/>
              </a:rPr>
              <a:t>{0}</a:t>
            </a:r>
            <a:r>
              <a:rPr lang="en-US" sz="1600">
                <a:solidFill>
                  <a:srgbClr val="A31515"/>
                </a:solidFill>
                <a:latin typeface="Consolas" panose="020B0609020204030204" pitchFamily="49" charset="0"/>
              </a:rPr>
              <a:t> and </a:t>
            </a:r>
            <a:r>
              <a:rPr lang="en-US" sz="1600">
                <a:solidFill>
                  <a:srgbClr val="3CB371"/>
                </a:solidFill>
                <a:latin typeface="Consolas" panose="020B0609020204030204" pitchFamily="49" charset="0"/>
              </a:rPr>
              <a:t>{1}</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 primaryNum1,primaryNum2); </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chemeClr val="bg1"/>
                </a:solidFill>
                <a:highlight>
                  <a:srgbClr val="547A8B"/>
                </a:highlight>
                <a:latin typeface="Consolas" panose="020B0609020204030204" pitchFamily="49" charset="0"/>
              </a:rPr>
              <a:t>Format string</a:t>
            </a:r>
            <a:r>
              <a:rPr lang="en-US" sz="1600">
                <a:solidFill>
                  <a:srgbClr val="000000"/>
                </a:solidFill>
                <a:latin typeface="Consolas" panose="020B0609020204030204" pitchFamily="49" charset="0"/>
              </a:rPr>
              <a:t>                      </a:t>
            </a:r>
            <a:r>
              <a:rPr lang="en-US" sz="1600">
                <a:solidFill>
                  <a:schemeClr val="bg1"/>
                </a:solidFill>
                <a:highlight>
                  <a:srgbClr val="547A8B"/>
                </a:highlight>
                <a:latin typeface="Consolas" panose="020B0609020204030204" pitchFamily="49" charset="0"/>
              </a:rPr>
              <a:t>Substitution values</a:t>
            </a:r>
          </a:p>
          <a:p>
            <a:endParaRPr lang="en-US" sz="1600">
              <a:solidFill>
                <a:srgbClr val="000000"/>
              </a:solidFill>
              <a:latin typeface="Consolas" panose="020B0609020204030204" pitchFamily="49" charset="0"/>
            </a:endParaRPr>
          </a:p>
          <a:p>
            <a:endParaRPr lang="en-US" sz="1600">
              <a:solidFill>
                <a:srgbClr val="000000"/>
              </a:solidFill>
              <a:latin typeface="Consolas" panose="020B0609020204030204" pitchFamily="49" charset="0"/>
            </a:endParaRPr>
          </a:p>
          <a:p>
            <a:r>
              <a:rPr lang="en-US" sz="1600">
                <a:solidFill>
                  <a:srgbClr val="008000"/>
                </a:solidFill>
                <a:latin typeface="Consolas" panose="020B0609020204030204" pitchFamily="49" charset="0"/>
              </a:rPr>
              <a:t>// string interpolation (since C# 6.0)</a:t>
            </a:r>
            <a:endParaRPr lang="en-US" sz="1600">
              <a:solidFill>
                <a:srgbClr val="000000"/>
              </a:solidFill>
              <a:latin typeface="Consolas" panose="020B0609020204030204" pitchFamily="49" charset="0"/>
            </a:endParaRPr>
          </a:p>
          <a:p>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$"Two sample primary numbers are </a:t>
            </a:r>
            <a:r>
              <a:rPr lang="en-US" sz="1600">
                <a:solidFill>
                  <a:srgbClr val="000000"/>
                </a:solidFill>
                <a:latin typeface="Consolas" panose="020B0609020204030204" pitchFamily="49" charset="0"/>
              </a:rPr>
              <a:t>{primaryNum1}</a:t>
            </a:r>
            <a:r>
              <a:rPr lang="en-US" sz="1600">
                <a:solidFill>
                  <a:srgbClr val="A31515"/>
                </a:solidFill>
                <a:latin typeface="Consolas" panose="020B0609020204030204" pitchFamily="49" charset="0"/>
              </a:rPr>
              <a:t> and </a:t>
            </a:r>
            <a:r>
              <a:rPr lang="en-US" sz="1600">
                <a:solidFill>
                  <a:srgbClr val="000000"/>
                </a:solidFill>
                <a:latin typeface="Consolas" panose="020B0609020204030204" pitchFamily="49" charset="0"/>
              </a:rPr>
              <a:t>{primaryNum2}</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 </a:t>
            </a:r>
            <a:br>
              <a:rPr lang="en-US" sz="1600">
                <a:solidFill>
                  <a:srgbClr val="000000"/>
                </a:solidFill>
                <a:latin typeface="Consolas" panose="020B0609020204030204" pitchFamily="49" charset="0"/>
              </a:rPr>
            </a:br>
            <a:br>
              <a:rPr lang="en-US" sz="1600">
                <a:solidFill>
                  <a:srgbClr val="000000"/>
                </a:solidFill>
                <a:latin typeface="Consolas" panose="020B0609020204030204" pitchFamily="49" charset="0"/>
              </a:rPr>
            </a:br>
            <a:br>
              <a:rPr lang="en-US" sz="1600">
                <a:solidFill>
                  <a:srgbClr val="000000"/>
                </a:solidFill>
                <a:latin typeface="Consolas" panose="020B0609020204030204" pitchFamily="49" charset="0"/>
              </a:rPr>
            </a:br>
            <a:endParaRPr lang="en-US" sz="1600">
              <a:latin typeface="+mn-lt"/>
            </a:endParaRPr>
          </a:p>
        </p:txBody>
      </p:sp>
      <p:pic>
        <p:nvPicPr>
          <p:cNvPr id="6" name="Picture 5">
            <a:extLst>
              <a:ext uri="{FF2B5EF4-FFF2-40B4-BE49-F238E27FC236}">
                <a16:creationId xmlns:a16="http://schemas.microsoft.com/office/drawing/2014/main" id="{5E3C5554-C564-4547-A8F1-3DC4598762F2}"/>
              </a:ext>
            </a:extLst>
          </p:cNvPr>
          <p:cNvPicPr>
            <a:picLocks noChangeAspect="1"/>
          </p:cNvPicPr>
          <p:nvPr/>
        </p:nvPicPr>
        <p:blipFill>
          <a:blip r:embed="rId3"/>
          <a:stretch>
            <a:fillRect/>
          </a:stretch>
        </p:blipFill>
        <p:spPr>
          <a:xfrm>
            <a:off x="649139" y="5006201"/>
            <a:ext cx="4266667" cy="609524"/>
          </a:xfrm>
          <a:prstGeom prst="rect">
            <a:avLst/>
          </a:prstGeom>
        </p:spPr>
      </p:pic>
      <p:sp>
        <p:nvSpPr>
          <p:cNvPr id="7" name="Left Brace 6">
            <a:extLst>
              <a:ext uri="{FF2B5EF4-FFF2-40B4-BE49-F238E27FC236}">
                <a16:creationId xmlns:a16="http://schemas.microsoft.com/office/drawing/2014/main" id="{C7024F22-F56F-42C6-9075-79BA91ACA183}"/>
              </a:ext>
            </a:extLst>
          </p:cNvPr>
          <p:cNvSpPr/>
          <p:nvPr/>
        </p:nvSpPr>
        <p:spPr>
          <a:xfrm rot="16200000">
            <a:off x="4954950" y="986081"/>
            <a:ext cx="322736" cy="4667692"/>
          </a:xfrm>
          <a:prstGeom prst="leftBrace">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Left Brace 8">
            <a:extLst>
              <a:ext uri="{FF2B5EF4-FFF2-40B4-BE49-F238E27FC236}">
                <a16:creationId xmlns:a16="http://schemas.microsoft.com/office/drawing/2014/main" id="{65A8895B-9244-4B8A-8637-95ED67C6B2CF}"/>
              </a:ext>
            </a:extLst>
          </p:cNvPr>
          <p:cNvSpPr/>
          <p:nvPr/>
        </p:nvSpPr>
        <p:spPr>
          <a:xfrm rot="16200000">
            <a:off x="8924156" y="2059966"/>
            <a:ext cx="322736" cy="2519919"/>
          </a:xfrm>
          <a:prstGeom prst="leftBrace">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8397F549-0EC3-4DE0-95DB-78D971209BDC}"/>
              </a:ext>
            </a:extLst>
          </p:cNvPr>
          <p:cNvCxnSpPr>
            <a:cxnSpLocks/>
          </p:cNvCxnSpPr>
          <p:nvPr/>
        </p:nvCxnSpPr>
        <p:spPr>
          <a:xfrm>
            <a:off x="6368902" y="2658140"/>
            <a:ext cx="0" cy="276446"/>
          </a:xfrm>
          <a:prstGeom prst="straightConnector1">
            <a:avLst/>
          </a:prstGeom>
          <a:noFill/>
          <a:ln>
            <a:solidFill>
              <a:schemeClr val="accent6">
                <a:lumMod val="50000"/>
              </a:schemeClr>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4" name="Straight Arrow Connector 13">
            <a:extLst>
              <a:ext uri="{FF2B5EF4-FFF2-40B4-BE49-F238E27FC236}">
                <a16:creationId xmlns:a16="http://schemas.microsoft.com/office/drawing/2014/main" id="{C5E89FB6-A242-4243-A0CA-5ACA800AD214}"/>
              </a:ext>
            </a:extLst>
          </p:cNvPr>
          <p:cNvCxnSpPr>
            <a:cxnSpLocks/>
          </p:cNvCxnSpPr>
          <p:nvPr/>
        </p:nvCxnSpPr>
        <p:spPr>
          <a:xfrm>
            <a:off x="7251405" y="2658140"/>
            <a:ext cx="0" cy="276446"/>
          </a:xfrm>
          <a:prstGeom prst="straightConnector1">
            <a:avLst/>
          </a:prstGeom>
          <a:noFill/>
          <a:ln>
            <a:solidFill>
              <a:schemeClr val="accent6">
                <a:lumMod val="50000"/>
              </a:schemeClr>
            </a:solidFill>
            <a:tailEnd type="triangle"/>
          </a:ln>
          <a:effectLst/>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1935527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E361A-96C3-40BC-AA4C-228772198FA9}"/>
              </a:ext>
            </a:extLst>
          </p:cNvPr>
          <p:cNvSpPr>
            <a:spLocks noGrp="1"/>
          </p:cNvSpPr>
          <p:nvPr>
            <p:ph type="title"/>
          </p:nvPr>
        </p:nvSpPr>
        <p:spPr/>
        <p:txBody>
          <a:bodyPr/>
          <a:lstStyle/>
          <a:p>
            <a:r>
              <a:rPr lang="en-US"/>
              <a:t>Practice 2</a:t>
            </a:r>
          </a:p>
        </p:txBody>
      </p:sp>
      <p:sp>
        <p:nvSpPr>
          <p:cNvPr id="3" name="Slide Number Placeholder 2">
            <a:extLst>
              <a:ext uri="{FF2B5EF4-FFF2-40B4-BE49-F238E27FC236}">
                <a16:creationId xmlns:a16="http://schemas.microsoft.com/office/drawing/2014/main" id="{4D912AC9-8BEB-41F9-AFB0-DAB2833BAF4D}"/>
              </a:ext>
            </a:extLst>
          </p:cNvPr>
          <p:cNvSpPr>
            <a:spLocks noGrp="1"/>
          </p:cNvSpPr>
          <p:nvPr>
            <p:ph type="sldNum" sz="quarter" idx="11"/>
          </p:nvPr>
        </p:nvSpPr>
        <p:spPr/>
        <p:txBody>
          <a:bodyPr/>
          <a:lstStyle/>
          <a:p>
            <a:fld id="{E16BA917-7F09-4B8D-AF07-F52890C14046}" type="slidenum">
              <a:rPr lang="da-DK" smtClean="0"/>
              <a:pPr/>
              <a:t>46</a:t>
            </a:fld>
            <a:endParaRPr lang="da-DK"/>
          </a:p>
        </p:txBody>
      </p:sp>
      <p:sp>
        <p:nvSpPr>
          <p:cNvPr id="4" name="Text Placeholder 3">
            <a:extLst>
              <a:ext uri="{FF2B5EF4-FFF2-40B4-BE49-F238E27FC236}">
                <a16:creationId xmlns:a16="http://schemas.microsoft.com/office/drawing/2014/main" id="{B9169F9A-F185-4FA2-BC0F-A87FFBC9DC0F}"/>
              </a:ext>
            </a:extLst>
          </p:cNvPr>
          <p:cNvSpPr>
            <a:spLocks noGrp="1"/>
          </p:cNvSpPr>
          <p:nvPr>
            <p:ph type="body" sz="quarter" idx="17"/>
          </p:nvPr>
        </p:nvSpPr>
        <p:spPr/>
        <p:txBody>
          <a:bodyPr/>
          <a:lstStyle/>
          <a:p>
            <a:r>
              <a:rPr lang="en-US"/>
              <a:t>Data types</a:t>
            </a:r>
          </a:p>
        </p:txBody>
      </p:sp>
      <p:sp>
        <p:nvSpPr>
          <p:cNvPr id="5" name="TextBox 4">
            <a:extLst>
              <a:ext uri="{FF2B5EF4-FFF2-40B4-BE49-F238E27FC236}">
                <a16:creationId xmlns:a16="http://schemas.microsoft.com/office/drawing/2014/main" id="{87A30069-38C6-4845-BE56-126261288468}"/>
              </a:ext>
            </a:extLst>
          </p:cNvPr>
          <p:cNvSpPr txBox="1"/>
          <p:nvPr/>
        </p:nvSpPr>
        <p:spPr>
          <a:xfrm>
            <a:off x="587581" y="1506242"/>
            <a:ext cx="11242469" cy="4850135"/>
          </a:xfrm>
          <a:prstGeom prst="rect">
            <a:avLst/>
          </a:prstGeom>
          <a:noFill/>
        </p:spPr>
        <p:txBody>
          <a:bodyPr wrap="none" lIns="0" tIns="0" rIns="0" bIns="0" rtlCol="0">
            <a:noAutofit/>
          </a:bodyPr>
          <a:lstStyle/>
          <a:p>
            <a:pPr marL="342900" indent="-342900" defTabSz="179388">
              <a:spcAft>
                <a:spcPts val="600"/>
              </a:spcAft>
              <a:buClr>
                <a:srgbClr val="00DEE6"/>
              </a:buClr>
              <a:buFont typeface="Arial" panose="020B0604020202020204" pitchFamily="34" charset="0"/>
              <a:buAutoNum type="arabicPeriod"/>
            </a:pPr>
            <a:r>
              <a:rPr lang="en-US" sz="1600">
                <a:latin typeface="+mn-lt"/>
              </a:rPr>
              <a:t>Modify </a:t>
            </a:r>
            <a:r>
              <a:rPr lang="en-US" sz="1600" i="1">
                <a:solidFill>
                  <a:schemeClr val="accent2"/>
                </a:solidFill>
                <a:latin typeface="Consolas" panose="020B0609020204030204" pitchFamily="49" charset="0"/>
              </a:rPr>
              <a:t>Main</a:t>
            </a:r>
            <a:r>
              <a:rPr lang="en-US" sz="1600">
                <a:latin typeface="+mn-lt"/>
              </a:rPr>
              <a:t> method from the previous practice. Comment the line which prints greeting message to the console.</a:t>
            </a:r>
          </a:p>
          <a:p>
            <a:pPr marL="342900" indent="-342900" defTabSz="179388">
              <a:spcAft>
                <a:spcPts val="600"/>
              </a:spcAft>
              <a:buClr>
                <a:srgbClr val="00DEE6"/>
              </a:buClr>
              <a:buFont typeface="Arial" panose="020B0604020202020204" pitchFamily="34" charset="0"/>
              <a:buAutoNum type="arabicPeriod"/>
            </a:pPr>
            <a:r>
              <a:rPr lang="en-US" sz="1600">
                <a:latin typeface="+mn-lt"/>
              </a:rPr>
              <a:t>Add code which asks the user to input his name and last name, read this data from the console and store it into the </a:t>
            </a:r>
            <a:br>
              <a:rPr lang="en-US" sz="1600">
                <a:latin typeface="+mn-lt"/>
              </a:rPr>
            </a:br>
            <a:r>
              <a:rPr lang="en-US" sz="1600">
                <a:latin typeface="+mn-lt"/>
              </a:rPr>
              <a:t>variables. Use self-descriptive names for the variables.</a:t>
            </a:r>
          </a:p>
          <a:p>
            <a:pPr marL="342900" indent="-342900" defTabSz="179388">
              <a:spcAft>
                <a:spcPts val="600"/>
              </a:spcAft>
              <a:buClr>
                <a:srgbClr val="00DEE6"/>
              </a:buClr>
              <a:buFont typeface="Arial" panose="020B0604020202020204" pitchFamily="34" charset="0"/>
              <a:buAutoNum type="arabicPeriod"/>
            </a:pPr>
            <a:r>
              <a:rPr lang="en-US" sz="1600">
                <a:latin typeface="+mn-lt"/>
              </a:rPr>
              <a:t>Add code which prints greeting to the user (use user’s name and last name). Use string interpolation.</a:t>
            </a:r>
          </a:p>
          <a:p>
            <a:pPr marL="342900" indent="-342900" defTabSz="179388">
              <a:spcAft>
                <a:spcPts val="600"/>
              </a:spcAft>
              <a:buClr>
                <a:srgbClr val="00DEE6"/>
              </a:buClr>
              <a:buFont typeface="Arial" panose="020B0604020202020204" pitchFamily="34" charset="0"/>
              <a:buAutoNum type="arabicPeriod"/>
            </a:pPr>
            <a:r>
              <a:rPr lang="en-US" sz="1600">
                <a:latin typeface="+mn-lt"/>
              </a:rPr>
              <a:t>Run the program, check that it works.</a:t>
            </a:r>
          </a:p>
          <a:p>
            <a:pPr marL="342900" indent="-342900" defTabSz="179388">
              <a:spcAft>
                <a:spcPts val="600"/>
              </a:spcAft>
              <a:buClr>
                <a:srgbClr val="00DEE6"/>
              </a:buClr>
              <a:buFont typeface="Arial" panose="020B0604020202020204" pitchFamily="34" charset="0"/>
              <a:buAutoNum type="arabicPeriod"/>
            </a:pPr>
            <a:r>
              <a:rPr lang="en-US" sz="1600">
                <a:latin typeface="+mn-lt"/>
              </a:rPr>
              <a:t>Imagine that you are creating an application to work with employee data. So, add one more variable declaration</a:t>
            </a:r>
            <a:br>
              <a:rPr lang="en-US" sz="1600">
                <a:latin typeface="+mn-lt"/>
              </a:rPr>
            </a:br>
            <a:r>
              <a:rPr lang="en-US" sz="1600">
                <a:latin typeface="+mn-lt"/>
              </a:rPr>
              <a:t>to store number of full years of work experience. Choose appropriate variable type.</a:t>
            </a:r>
          </a:p>
          <a:p>
            <a:pPr marL="342900" indent="-342900" defTabSz="179388">
              <a:spcAft>
                <a:spcPts val="600"/>
              </a:spcAft>
              <a:buClr>
                <a:srgbClr val="00DEE6"/>
              </a:buClr>
              <a:buFont typeface="+mj-lt"/>
              <a:buAutoNum type="arabicPeriod" startAt="6"/>
            </a:pPr>
            <a:r>
              <a:rPr lang="en-US" sz="1600">
                <a:latin typeface="+mn-lt"/>
                <a:ea typeface="ＭＳ Ｐゴシック"/>
              </a:rPr>
              <a:t>Add code that asks for number of full years of work experience from the user. Store this data to the variable. </a:t>
            </a:r>
            <a:endParaRPr lang="en-US" sz="1600">
              <a:latin typeface="+mn-lt"/>
            </a:endParaRPr>
          </a:p>
          <a:p>
            <a:pPr marL="342900" indent="-342900" defTabSz="179388">
              <a:spcAft>
                <a:spcPts val="600"/>
              </a:spcAft>
              <a:buClr>
                <a:srgbClr val="00DEE6"/>
              </a:buClr>
              <a:buFont typeface="Arial" panose="020B0604020202020204" pitchFamily="34" charset="0"/>
              <a:buAutoNum type="arabicPeriod" startAt="6"/>
            </a:pPr>
            <a:r>
              <a:rPr lang="en-US" sz="1600">
                <a:latin typeface="+mn-lt"/>
              </a:rPr>
              <a:t>Print the years of work experience received from the user. Remember to use corresponding message, </a:t>
            </a:r>
            <a:br>
              <a:rPr lang="en-US" sz="1600">
                <a:latin typeface="+mn-lt"/>
              </a:rPr>
            </a:br>
            <a:r>
              <a:rPr lang="en-US" sz="1600">
                <a:latin typeface="+mn-lt"/>
              </a:rPr>
              <a:t>try to use string formatting this time.</a:t>
            </a:r>
          </a:p>
          <a:p>
            <a:pPr marL="342900" indent="-342900" defTabSz="179388">
              <a:spcAft>
                <a:spcPts val="600"/>
              </a:spcAft>
              <a:buClr>
                <a:srgbClr val="00DEE6"/>
              </a:buClr>
              <a:buFont typeface="Arial" panose="020B0604020202020204" pitchFamily="34" charset="0"/>
              <a:buAutoNum type="arabicPeriod" startAt="6"/>
            </a:pPr>
            <a:r>
              <a:rPr lang="en-US" sz="1600">
                <a:latin typeface="+mn-lt"/>
                <a:ea typeface="ＭＳ Ｐゴシック"/>
              </a:rPr>
              <a:t>Run your application, test that it’s working as expected.</a:t>
            </a:r>
          </a:p>
          <a:p>
            <a:pPr marL="342900" indent="-342900" defTabSz="179388">
              <a:spcAft>
                <a:spcPts val="600"/>
              </a:spcAft>
              <a:buClr>
                <a:srgbClr val="00DEE6"/>
              </a:buClr>
              <a:buFont typeface="Arial" panose="020B0604020202020204" pitchFamily="34" charset="0"/>
              <a:buAutoNum type="arabicPeriod" startAt="6"/>
            </a:pPr>
            <a:r>
              <a:rPr lang="en-US" sz="1600">
                <a:latin typeface="+mn-lt"/>
                <a:ea typeface="ＭＳ Ｐゴシック"/>
              </a:rPr>
              <a:t>Review your code, is it readable enough? Add additional line breaks and comments if it is needed to make the code</a:t>
            </a:r>
            <a:br>
              <a:rPr lang="en-US" sz="1600">
                <a:latin typeface="+mn-lt"/>
              </a:rPr>
            </a:br>
            <a:r>
              <a:rPr lang="en-US" sz="1600">
                <a:latin typeface="+mn-lt"/>
                <a:ea typeface="ＭＳ Ｐゴシック"/>
              </a:rPr>
              <a:t>clean and well structured.</a:t>
            </a:r>
          </a:p>
          <a:p>
            <a:pPr marL="342900" indent="-342900" defTabSz="179388">
              <a:spcAft>
                <a:spcPts val="600"/>
              </a:spcAft>
              <a:buClr>
                <a:srgbClr val="00DEE6"/>
              </a:buClr>
              <a:buFont typeface="Arial" panose="020B0604020202020204" pitchFamily="34" charset="0"/>
              <a:buAutoNum type="arabicPeriod" startAt="6"/>
            </a:pPr>
            <a:r>
              <a:rPr lang="en-US" sz="1600">
                <a:latin typeface="+mn-lt"/>
                <a:ea typeface="ＭＳ Ｐゴシック"/>
              </a:rPr>
              <a:t>Declare an </a:t>
            </a:r>
            <a:r>
              <a:rPr lang="en-US" sz="1600" i="1" err="1">
                <a:solidFill>
                  <a:schemeClr val="accent2"/>
                </a:solidFill>
                <a:latin typeface="+mn-lt"/>
                <a:ea typeface="ＭＳ Ｐゴシック"/>
              </a:rPr>
              <a:t>enum</a:t>
            </a:r>
            <a:r>
              <a:rPr lang="en-US" sz="1600">
                <a:latin typeface="+mn-lt"/>
                <a:ea typeface="ＭＳ Ｐゴシック"/>
              </a:rPr>
              <a:t> data to store currency information (two or three values are enough). Define a variable to store currency</a:t>
            </a:r>
            <a:br>
              <a:rPr lang="en-US" sz="1600">
                <a:latin typeface="+mn-lt"/>
              </a:rPr>
            </a:br>
            <a:r>
              <a:rPr lang="en-US" sz="1600">
                <a:latin typeface="+mn-lt"/>
                <a:ea typeface="ＭＳ Ｐゴシック"/>
              </a:rPr>
              <a:t>details, initialize this variable with some value and write this variable to the console. </a:t>
            </a:r>
            <a:endParaRPr lang="en-US" sz="1600">
              <a:latin typeface="+mn-lt"/>
            </a:endParaRPr>
          </a:p>
        </p:txBody>
      </p:sp>
      <p:pic>
        <p:nvPicPr>
          <p:cNvPr id="6" name="Graphic 5" descr="Flask">
            <a:extLst>
              <a:ext uri="{FF2B5EF4-FFF2-40B4-BE49-F238E27FC236}">
                <a16:creationId xmlns:a16="http://schemas.microsoft.com/office/drawing/2014/main" id="{F996E19F-81B8-43EC-A242-A13649B6C8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41108250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E361A-96C3-40BC-AA4C-228772198FA9}"/>
              </a:ext>
            </a:extLst>
          </p:cNvPr>
          <p:cNvSpPr>
            <a:spLocks noGrp="1"/>
          </p:cNvSpPr>
          <p:nvPr>
            <p:ph type="title"/>
          </p:nvPr>
        </p:nvSpPr>
        <p:spPr/>
        <p:txBody>
          <a:bodyPr/>
          <a:lstStyle/>
          <a:p>
            <a:r>
              <a:rPr lang="en-US"/>
              <a:t>Practice 2</a:t>
            </a:r>
          </a:p>
        </p:txBody>
      </p:sp>
      <p:sp>
        <p:nvSpPr>
          <p:cNvPr id="3" name="Slide Number Placeholder 2">
            <a:extLst>
              <a:ext uri="{FF2B5EF4-FFF2-40B4-BE49-F238E27FC236}">
                <a16:creationId xmlns:a16="http://schemas.microsoft.com/office/drawing/2014/main" id="{4D912AC9-8BEB-41F9-AFB0-DAB2833BAF4D}"/>
              </a:ext>
            </a:extLst>
          </p:cNvPr>
          <p:cNvSpPr>
            <a:spLocks noGrp="1"/>
          </p:cNvSpPr>
          <p:nvPr>
            <p:ph type="sldNum" sz="quarter" idx="11"/>
          </p:nvPr>
        </p:nvSpPr>
        <p:spPr/>
        <p:txBody>
          <a:bodyPr/>
          <a:lstStyle/>
          <a:p>
            <a:fld id="{E16BA917-7F09-4B8D-AF07-F52890C14046}" type="slidenum">
              <a:rPr lang="da-DK" smtClean="0"/>
              <a:pPr/>
              <a:t>47</a:t>
            </a:fld>
            <a:endParaRPr lang="da-DK"/>
          </a:p>
        </p:txBody>
      </p:sp>
      <p:sp>
        <p:nvSpPr>
          <p:cNvPr id="4" name="Text Placeholder 3">
            <a:extLst>
              <a:ext uri="{FF2B5EF4-FFF2-40B4-BE49-F238E27FC236}">
                <a16:creationId xmlns:a16="http://schemas.microsoft.com/office/drawing/2014/main" id="{B9169F9A-F185-4FA2-BC0F-A87FFBC9DC0F}"/>
              </a:ext>
            </a:extLst>
          </p:cNvPr>
          <p:cNvSpPr>
            <a:spLocks noGrp="1"/>
          </p:cNvSpPr>
          <p:nvPr>
            <p:ph type="body" sz="quarter" idx="17"/>
          </p:nvPr>
        </p:nvSpPr>
        <p:spPr/>
        <p:txBody>
          <a:bodyPr/>
          <a:lstStyle/>
          <a:p>
            <a:r>
              <a:rPr lang="en-US"/>
              <a:t>Solution</a:t>
            </a:r>
          </a:p>
        </p:txBody>
      </p:sp>
      <p:sp>
        <p:nvSpPr>
          <p:cNvPr id="5" name="TextBox 4">
            <a:extLst>
              <a:ext uri="{FF2B5EF4-FFF2-40B4-BE49-F238E27FC236}">
                <a16:creationId xmlns:a16="http://schemas.microsoft.com/office/drawing/2014/main" id="{87A30069-38C6-4845-BE56-126261288468}"/>
              </a:ext>
            </a:extLst>
          </p:cNvPr>
          <p:cNvSpPr txBox="1"/>
          <p:nvPr/>
        </p:nvSpPr>
        <p:spPr>
          <a:xfrm>
            <a:off x="649139" y="1483870"/>
            <a:ext cx="11001873" cy="4402021"/>
          </a:xfrm>
          <a:prstGeom prst="rect">
            <a:avLst/>
          </a:prstGeom>
          <a:noFill/>
        </p:spPr>
        <p:txBody>
          <a:bodyPr wrap="none" lIns="0" tIns="0" rIns="0" bIns="0" rtlCol="0" anchor="t">
            <a:noAutofit/>
          </a:bodyPr>
          <a:lstStyle/>
          <a:p>
            <a:r>
              <a:rPr lang="en-US" sz="1200">
                <a:solidFill>
                  <a:srgbClr val="0000FF"/>
                </a:solidFill>
                <a:latin typeface="Consolas"/>
                <a:ea typeface="ＭＳ Ｐゴシック"/>
              </a:rPr>
              <a:t>enum</a:t>
            </a:r>
            <a:r>
              <a:rPr lang="en-US" sz="1200">
                <a:solidFill>
                  <a:srgbClr val="000000"/>
                </a:solidFill>
                <a:latin typeface="Consolas"/>
                <a:ea typeface="ＭＳ Ｐゴシック"/>
              </a:rPr>
              <a:t> </a:t>
            </a:r>
            <a:r>
              <a:rPr lang="en-US" sz="1200">
                <a:solidFill>
                  <a:srgbClr val="2B91AF"/>
                </a:solidFill>
                <a:latin typeface="Consolas"/>
                <a:ea typeface="ＭＳ Ｐゴシック"/>
              </a:rPr>
              <a:t>Currency</a:t>
            </a:r>
            <a:r>
              <a:rPr lang="en-US" sz="1200">
                <a:solidFill>
                  <a:srgbClr val="000000"/>
                </a:solidFill>
                <a:latin typeface="Consolas"/>
                <a:ea typeface="ＭＳ Ｐゴシック"/>
              </a:rPr>
              <a:t> {</a:t>
            </a:r>
          </a:p>
          <a:p>
            <a:r>
              <a:rPr lang="en-US" sz="1200">
                <a:solidFill>
                  <a:srgbClr val="000000"/>
                </a:solidFill>
                <a:latin typeface="Consolas" panose="020B0609020204030204" pitchFamily="49" charset="0"/>
              </a:rPr>
              <a:t>        USD, EUR, UAH</a:t>
            </a:r>
          </a:p>
          <a:p>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Program</a:t>
            </a:r>
            <a:r>
              <a:rPr lang="en-US" sz="1200">
                <a:solidFill>
                  <a:srgbClr val="000000"/>
                </a:solidFill>
                <a:latin typeface="Consolas" panose="020B0609020204030204" pitchFamily="49" charset="0"/>
              </a:rPr>
              <a:t> {</a:t>
            </a:r>
          </a:p>
          <a:p>
            <a:r>
              <a:rPr lang="en-US" sz="1200">
                <a:solidFill>
                  <a:srgbClr val="000000"/>
                </a:solidFill>
                <a:latin typeface="Consolas"/>
                <a:ea typeface="ＭＳ Ｐゴシック"/>
              </a:rPr>
              <a:t>        </a:t>
            </a:r>
            <a:r>
              <a:rPr lang="en-US" sz="1200">
                <a:solidFill>
                  <a:srgbClr val="0000FF"/>
                </a:solidFill>
                <a:latin typeface="Consolas"/>
                <a:ea typeface="ＭＳ Ｐゴシック"/>
              </a:rPr>
              <a:t>static</a:t>
            </a:r>
            <a:r>
              <a:rPr lang="en-US" sz="1200">
                <a:solidFill>
                  <a:srgbClr val="000000"/>
                </a:solidFill>
                <a:latin typeface="Consolas"/>
                <a:ea typeface="ＭＳ Ｐゴシック"/>
              </a:rPr>
              <a:t> </a:t>
            </a:r>
            <a:r>
              <a:rPr lang="en-US" sz="1200">
                <a:solidFill>
                  <a:srgbClr val="0000FF"/>
                </a:solidFill>
                <a:latin typeface="Consolas"/>
                <a:ea typeface="ＭＳ Ｐゴシック"/>
              </a:rPr>
              <a:t>void</a:t>
            </a:r>
            <a:r>
              <a:rPr lang="en-US" sz="1200">
                <a:solidFill>
                  <a:srgbClr val="000000"/>
                </a:solidFill>
                <a:latin typeface="Consolas"/>
                <a:ea typeface="ＭＳ Ｐゴシック"/>
              </a:rPr>
              <a:t> Main(</a:t>
            </a:r>
            <a:r>
              <a:rPr lang="en-US" sz="1200">
                <a:solidFill>
                  <a:srgbClr val="0000FF"/>
                </a:solidFill>
                <a:latin typeface="Consolas"/>
                <a:ea typeface="ＭＳ Ｐゴシック"/>
              </a:rPr>
              <a:t>string</a:t>
            </a:r>
            <a:r>
              <a:rPr lang="en-US" sz="1200">
                <a:solidFill>
                  <a:srgbClr val="000000"/>
                </a:solidFill>
                <a:latin typeface="Consolas"/>
                <a:ea typeface="ＭＳ Ｐゴシック"/>
              </a:rPr>
              <a:t>[] args) {</a:t>
            </a:r>
          </a:p>
          <a:p>
            <a:r>
              <a:rPr lang="en-US" sz="1200">
                <a:solidFill>
                  <a:srgbClr val="000000"/>
                </a:solidFill>
                <a:latin typeface="Consolas"/>
                <a:ea typeface="ＭＳ Ｐゴシック"/>
              </a:rPr>
              <a:t>            </a:t>
            </a:r>
            <a:r>
              <a:rPr lang="en-US" sz="1200">
                <a:solidFill>
                  <a:srgbClr val="2B91AF"/>
                </a:solidFill>
                <a:latin typeface="Consolas"/>
                <a:ea typeface="ＭＳ Ｐゴシック"/>
              </a:rPr>
              <a:t>Console</a:t>
            </a:r>
            <a:r>
              <a:rPr lang="en-US" sz="1200">
                <a:solidFill>
                  <a:srgbClr val="000000"/>
                </a:solidFill>
                <a:latin typeface="Consolas"/>
                <a:ea typeface="ＭＳ Ｐゴシック"/>
              </a:rPr>
              <a:t>.WriteLine(</a:t>
            </a:r>
            <a:r>
              <a:rPr lang="en-US" sz="1200">
                <a:solidFill>
                  <a:srgbClr val="A31515"/>
                </a:solidFill>
                <a:latin typeface="Consolas"/>
                <a:ea typeface="ＭＳ Ｐゴシック"/>
              </a:rPr>
              <a:t>"Input your name:"</a:t>
            </a:r>
            <a:r>
              <a:rPr lang="en-US" sz="1200">
                <a:solidFill>
                  <a:srgbClr val="000000"/>
                </a:solidFill>
                <a:latin typeface="Consolas"/>
                <a:ea typeface="ＭＳ Ｐゴシック"/>
              </a:rPr>
              <a:t>);</a:t>
            </a:r>
          </a:p>
          <a:p>
            <a:r>
              <a:rPr lang="en-US" sz="1200">
                <a:solidFill>
                  <a:srgbClr val="000000"/>
                </a:solidFill>
                <a:latin typeface="Consolas"/>
                <a:ea typeface="ＭＳ Ｐゴシック"/>
              </a:rPr>
              <a:t>            </a:t>
            </a:r>
            <a:r>
              <a:rPr lang="en-US" sz="1200">
                <a:solidFill>
                  <a:srgbClr val="0000FF"/>
                </a:solidFill>
                <a:latin typeface="Consolas"/>
                <a:ea typeface="ＭＳ Ｐゴシック"/>
              </a:rPr>
              <a:t>string</a:t>
            </a:r>
            <a:r>
              <a:rPr lang="en-US" sz="1200">
                <a:solidFill>
                  <a:srgbClr val="000000"/>
                </a:solidFill>
                <a:latin typeface="Consolas"/>
                <a:ea typeface="ＭＳ Ｐゴシック"/>
              </a:rPr>
              <a:t> </a:t>
            </a:r>
            <a:r>
              <a:rPr lang="en-US" sz="1200" err="1">
                <a:solidFill>
                  <a:srgbClr val="000000"/>
                </a:solidFill>
                <a:latin typeface="Consolas"/>
                <a:ea typeface="ＭＳ Ｐゴシック"/>
              </a:rPr>
              <a:t>userName</a:t>
            </a:r>
            <a:r>
              <a:rPr lang="en-US" sz="1200">
                <a:solidFill>
                  <a:srgbClr val="000000"/>
                </a:solidFill>
                <a:latin typeface="Consolas"/>
                <a:ea typeface="ＭＳ Ｐゴシック"/>
              </a:rPr>
              <a:t> = </a:t>
            </a:r>
            <a:r>
              <a:rPr lang="en-US" sz="1200" err="1">
                <a:solidFill>
                  <a:srgbClr val="2B91AF"/>
                </a:solidFill>
                <a:latin typeface="Consolas"/>
                <a:ea typeface="ＭＳ Ｐゴシック"/>
              </a:rPr>
              <a:t>Console</a:t>
            </a:r>
            <a:r>
              <a:rPr lang="en-US" sz="1200" err="1">
                <a:solidFill>
                  <a:srgbClr val="000000"/>
                </a:solidFill>
                <a:latin typeface="Consolas"/>
                <a:ea typeface="ＭＳ Ｐゴシック"/>
              </a:rPr>
              <a:t>.ReadLine</a:t>
            </a:r>
            <a:r>
              <a:rPr lang="en-US" sz="1200">
                <a:solidFill>
                  <a:srgbClr val="000000"/>
                </a:solidFill>
                <a:latin typeface="Consolas"/>
                <a:ea typeface="ＭＳ Ｐゴシック"/>
              </a:rPr>
              <a:t>();</a:t>
            </a:r>
          </a:p>
          <a:p>
            <a:endParaRPr lang="en-US" sz="1200">
              <a:solidFill>
                <a:srgbClr val="000000"/>
              </a:solidFill>
              <a:latin typeface="Consolas" panose="020B0609020204030204" pitchFamily="49" charset="0"/>
            </a:endParaRPr>
          </a:p>
          <a:p>
            <a:r>
              <a:rPr lang="en-US" sz="1200">
                <a:solidFill>
                  <a:srgbClr val="000000"/>
                </a:solidFill>
                <a:latin typeface="Consolas"/>
                <a:ea typeface="ＭＳ Ｐゴシック"/>
              </a:rPr>
              <a:t>            </a:t>
            </a:r>
            <a:r>
              <a:rPr lang="en-US" sz="1200">
                <a:solidFill>
                  <a:srgbClr val="2B91AF"/>
                </a:solidFill>
                <a:latin typeface="Consolas"/>
                <a:ea typeface="ＭＳ Ｐゴシック"/>
              </a:rPr>
              <a:t>Console</a:t>
            </a:r>
            <a:r>
              <a:rPr lang="en-US" sz="1200">
                <a:solidFill>
                  <a:srgbClr val="000000"/>
                </a:solidFill>
                <a:latin typeface="Consolas"/>
                <a:ea typeface="ＭＳ Ｐゴシック"/>
              </a:rPr>
              <a:t>.WriteLine(</a:t>
            </a:r>
            <a:r>
              <a:rPr lang="en-US" sz="1200">
                <a:solidFill>
                  <a:srgbClr val="A31515"/>
                </a:solidFill>
                <a:latin typeface="Consolas"/>
                <a:ea typeface="ＭＳ Ｐゴシック"/>
              </a:rPr>
              <a:t>"Input your last name:"</a:t>
            </a:r>
            <a:r>
              <a:rPr lang="en-US" sz="1200">
                <a:solidFill>
                  <a:srgbClr val="000000"/>
                </a:solidFill>
                <a:latin typeface="Consolas"/>
                <a:ea typeface="ＭＳ Ｐゴシック"/>
              </a:rPr>
              <a:t>);</a:t>
            </a:r>
          </a:p>
          <a:p>
            <a:r>
              <a:rPr lang="en-US" sz="1200">
                <a:solidFill>
                  <a:srgbClr val="000000"/>
                </a:solidFill>
                <a:latin typeface="Consolas"/>
                <a:ea typeface="ＭＳ Ｐゴシック"/>
              </a:rPr>
              <a:t>            </a:t>
            </a:r>
            <a:r>
              <a:rPr lang="en-US" sz="1200">
                <a:solidFill>
                  <a:srgbClr val="0000FF"/>
                </a:solidFill>
                <a:latin typeface="Consolas"/>
                <a:ea typeface="ＭＳ Ｐゴシック"/>
              </a:rPr>
              <a:t>string</a:t>
            </a:r>
            <a:r>
              <a:rPr lang="en-US" sz="1200">
                <a:solidFill>
                  <a:srgbClr val="000000"/>
                </a:solidFill>
                <a:latin typeface="Consolas"/>
                <a:ea typeface="ＭＳ Ｐゴシック"/>
              </a:rPr>
              <a:t> </a:t>
            </a:r>
            <a:r>
              <a:rPr lang="en-US" sz="1200" err="1">
                <a:solidFill>
                  <a:srgbClr val="000000"/>
                </a:solidFill>
                <a:latin typeface="Consolas"/>
                <a:ea typeface="ＭＳ Ｐゴシック"/>
              </a:rPr>
              <a:t>userLastName</a:t>
            </a:r>
            <a:r>
              <a:rPr lang="en-US" sz="1200">
                <a:solidFill>
                  <a:srgbClr val="000000"/>
                </a:solidFill>
                <a:latin typeface="Consolas"/>
                <a:ea typeface="ＭＳ Ｐゴシック"/>
              </a:rPr>
              <a:t> = </a:t>
            </a:r>
            <a:r>
              <a:rPr lang="en-US" sz="1200" err="1">
                <a:solidFill>
                  <a:srgbClr val="2B91AF"/>
                </a:solidFill>
                <a:latin typeface="Consolas"/>
                <a:ea typeface="ＭＳ Ｐゴシック"/>
              </a:rPr>
              <a:t>Console</a:t>
            </a:r>
            <a:r>
              <a:rPr lang="en-US" sz="1200" err="1">
                <a:solidFill>
                  <a:srgbClr val="000000"/>
                </a:solidFill>
                <a:latin typeface="Consolas"/>
                <a:ea typeface="ＭＳ Ｐゴシック"/>
              </a:rPr>
              <a:t>.ReadLine</a:t>
            </a:r>
            <a:r>
              <a:rPr lang="en-US" sz="1200">
                <a:solidFill>
                  <a:srgbClr val="000000"/>
                </a:solidFill>
                <a:latin typeface="Consolas"/>
                <a:ea typeface="ＭＳ Ｐゴシック"/>
              </a:rPr>
              <a:t>();</a:t>
            </a:r>
          </a:p>
          <a:p>
            <a:endParaRPr lang="en-US" sz="1200">
              <a:solidFill>
                <a:srgbClr val="000000"/>
              </a:solidFill>
              <a:latin typeface="Consolas" panose="020B0609020204030204" pitchFamily="49" charset="0"/>
            </a:endParaRPr>
          </a:p>
          <a:p>
            <a:r>
              <a:rPr lang="en-US" sz="1200">
                <a:solidFill>
                  <a:srgbClr val="000000"/>
                </a:solidFill>
                <a:latin typeface="Consolas"/>
                <a:ea typeface="ＭＳ Ｐゴシック"/>
              </a:rPr>
              <a:t>            </a:t>
            </a:r>
            <a:r>
              <a:rPr lang="en-US" sz="1200">
                <a:solidFill>
                  <a:srgbClr val="2B91AF"/>
                </a:solidFill>
                <a:latin typeface="Consolas"/>
                <a:ea typeface="ＭＳ Ｐゴシック"/>
              </a:rPr>
              <a:t>Console</a:t>
            </a:r>
            <a:r>
              <a:rPr lang="en-US" sz="1200">
                <a:solidFill>
                  <a:srgbClr val="000000"/>
                </a:solidFill>
                <a:latin typeface="Consolas"/>
                <a:ea typeface="ＭＳ Ｐゴシック"/>
              </a:rPr>
              <a:t>.WriteLine(</a:t>
            </a:r>
            <a:r>
              <a:rPr lang="en-US" sz="1200">
                <a:solidFill>
                  <a:srgbClr val="A31515"/>
                </a:solidFill>
                <a:latin typeface="Consolas"/>
                <a:ea typeface="ＭＳ Ｐゴシック"/>
              </a:rPr>
              <a:t>$"Hello </a:t>
            </a:r>
            <a:r>
              <a:rPr lang="en-US" sz="1200">
                <a:solidFill>
                  <a:srgbClr val="000000"/>
                </a:solidFill>
                <a:latin typeface="Consolas"/>
                <a:ea typeface="ＭＳ Ｐゴシック"/>
              </a:rPr>
              <a:t>{</a:t>
            </a:r>
            <a:r>
              <a:rPr lang="en-US" sz="1200" err="1">
                <a:solidFill>
                  <a:srgbClr val="000000"/>
                </a:solidFill>
                <a:latin typeface="Consolas"/>
                <a:ea typeface="ＭＳ Ｐゴシック"/>
              </a:rPr>
              <a:t>userName</a:t>
            </a:r>
            <a:r>
              <a:rPr lang="en-US" sz="1200">
                <a:solidFill>
                  <a:srgbClr val="000000"/>
                </a:solidFill>
                <a:latin typeface="Consolas"/>
                <a:ea typeface="ＭＳ Ｐゴシック"/>
              </a:rPr>
              <a:t>}</a:t>
            </a:r>
            <a:r>
              <a:rPr lang="en-US" sz="1200">
                <a:solidFill>
                  <a:srgbClr val="A31515"/>
                </a:solidFill>
                <a:latin typeface="Consolas"/>
                <a:ea typeface="ＭＳ Ｐゴシック"/>
              </a:rPr>
              <a:t> </a:t>
            </a:r>
            <a:r>
              <a:rPr lang="en-US" sz="1200">
                <a:solidFill>
                  <a:srgbClr val="000000"/>
                </a:solidFill>
                <a:latin typeface="Consolas"/>
                <a:ea typeface="ＭＳ Ｐゴシック"/>
              </a:rPr>
              <a:t>{</a:t>
            </a:r>
            <a:r>
              <a:rPr lang="en-US" sz="1200" err="1">
                <a:solidFill>
                  <a:srgbClr val="000000"/>
                </a:solidFill>
                <a:latin typeface="Consolas"/>
                <a:ea typeface="ＭＳ Ｐゴシック"/>
              </a:rPr>
              <a:t>userLastName</a:t>
            </a:r>
            <a:r>
              <a:rPr lang="en-US" sz="1200">
                <a:solidFill>
                  <a:srgbClr val="000000"/>
                </a:solidFill>
                <a:latin typeface="Consolas"/>
                <a:ea typeface="ＭＳ Ｐゴシック"/>
              </a:rPr>
              <a:t>}</a:t>
            </a:r>
            <a:r>
              <a:rPr lang="en-US" sz="1200">
                <a:solidFill>
                  <a:srgbClr val="A31515"/>
                </a:solidFill>
                <a:latin typeface="Consolas"/>
                <a:ea typeface="ＭＳ Ｐゴシック"/>
              </a:rPr>
              <a:t>!"</a:t>
            </a:r>
            <a:r>
              <a:rPr lang="en-US" sz="1200">
                <a:solidFill>
                  <a:srgbClr val="000000"/>
                </a:solidFill>
                <a:latin typeface="Consolas"/>
                <a:ea typeface="ＭＳ Ｐゴシック"/>
              </a:rPr>
              <a:t>); </a:t>
            </a:r>
            <a:r>
              <a:rPr lang="en-US" sz="1200">
                <a:solidFill>
                  <a:srgbClr val="008000"/>
                </a:solidFill>
                <a:latin typeface="Consolas"/>
                <a:ea typeface="ＭＳ Ｐゴシック"/>
              </a:rPr>
              <a:t>// string interpolation</a:t>
            </a:r>
            <a:endParaRPr lang="en-US" sz="1200">
              <a:solidFill>
                <a:srgbClr val="000000"/>
              </a:solidFill>
              <a:latin typeface="Consolas"/>
              <a:ea typeface="ＭＳ Ｐゴシック"/>
            </a:endParaRPr>
          </a:p>
          <a:p>
            <a:endParaRPr lang="en-US" sz="1200">
              <a:solidFill>
                <a:srgbClr val="000000"/>
              </a:solidFill>
              <a:latin typeface="Consolas" panose="020B0609020204030204" pitchFamily="49" charset="0"/>
            </a:endParaRPr>
          </a:p>
          <a:p>
            <a:r>
              <a:rPr lang="en-US" sz="1200">
                <a:solidFill>
                  <a:srgbClr val="000000"/>
                </a:solidFill>
                <a:latin typeface="Consolas"/>
                <a:ea typeface="ＭＳ Ｐゴシック"/>
              </a:rPr>
              <a:t>            </a:t>
            </a:r>
            <a:r>
              <a:rPr lang="en-US" sz="1200">
                <a:solidFill>
                  <a:srgbClr val="2B91AF"/>
                </a:solidFill>
                <a:latin typeface="Consolas"/>
                <a:ea typeface="ＭＳ Ｐゴシック"/>
              </a:rPr>
              <a:t>Console</a:t>
            </a:r>
            <a:r>
              <a:rPr lang="en-US" sz="1200">
                <a:solidFill>
                  <a:srgbClr val="000000"/>
                </a:solidFill>
                <a:latin typeface="Consolas"/>
                <a:ea typeface="ＭＳ Ｐゴシック"/>
              </a:rPr>
              <a:t>.WriteLine(</a:t>
            </a:r>
            <a:r>
              <a:rPr lang="en-US" sz="1200">
                <a:solidFill>
                  <a:srgbClr val="A31515"/>
                </a:solidFill>
                <a:latin typeface="Consolas"/>
                <a:ea typeface="ＭＳ Ｐゴシック"/>
              </a:rPr>
              <a:t>"Hello </a:t>
            </a:r>
            <a:r>
              <a:rPr lang="en-US" sz="1200">
                <a:solidFill>
                  <a:srgbClr val="3CB371"/>
                </a:solidFill>
                <a:latin typeface="Consolas"/>
                <a:ea typeface="ＭＳ Ｐゴシック"/>
              </a:rPr>
              <a:t>{0}</a:t>
            </a:r>
            <a:r>
              <a:rPr lang="en-US" sz="1200">
                <a:solidFill>
                  <a:srgbClr val="A31515"/>
                </a:solidFill>
                <a:latin typeface="Consolas"/>
                <a:ea typeface="ＭＳ Ｐゴシック"/>
              </a:rPr>
              <a:t> </a:t>
            </a:r>
            <a:r>
              <a:rPr lang="en-US" sz="1200">
                <a:solidFill>
                  <a:srgbClr val="3CB371"/>
                </a:solidFill>
                <a:latin typeface="Consolas"/>
                <a:ea typeface="ＭＳ Ｐゴシック"/>
              </a:rPr>
              <a:t>{1}</a:t>
            </a:r>
            <a:r>
              <a:rPr lang="en-US" sz="1200">
                <a:solidFill>
                  <a:srgbClr val="A31515"/>
                </a:solidFill>
                <a:latin typeface="Consolas"/>
                <a:ea typeface="ＭＳ Ｐゴシック"/>
              </a:rPr>
              <a:t>!"</a:t>
            </a:r>
            <a:r>
              <a:rPr lang="en-US" sz="1200">
                <a:solidFill>
                  <a:srgbClr val="000000"/>
                </a:solidFill>
                <a:latin typeface="Consolas"/>
                <a:ea typeface="ＭＳ Ｐゴシック"/>
              </a:rPr>
              <a:t>, </a:t>
            </a:r>
            <a:r>
              <a:rPr lang="en-US" sz="1200" err="1">
                <a:solidFill>
                  <a:srgbClr val="000000"/>
                </a:solidFill>
                <a:latin typeface="Consolas"/>
                <a:ea typeface="ＭＳ Ｐゴシック"/>
              </a:rPr>
              <a:t>userName</a:t>
            </a:r>
            <a:r>
              <a:rPr lang="en-US" sz="1200">
                <a:solidFill>
                  <a:srgbClr val="000000"/>
                </a:solidFill>
                <a:latin typeface="Consolas"/>
                <a:ea typeface="ＭＳ Ｐゴシック"/>
              </a:rPr>
              <a:t>, </a:t>
            </a:r>
            <a:r>
              <a:rPr lang="en-US" sz="1200" err="1">
                <a:solidFill>
                  <a:srgbClr val="000000"/>
                </a:solidFill>
                <a:latin typeface="Consolas"/>
                <a:ea typeface="ＭＳ Ｐゴシック"/>
              </a:rPr>
              <a:t>userLastName</a:t>
            </a:r>
            <a:r>
              <a:rPr lang="en-US" sz="1200">
                <a:solidFill>
                  <a:srgbClr val="000000"/>
                </a:solidFill>
                <a:latin typeface="Consolas"/>
                <a:ea typeface="ＭＳ Ｐゴシック"/>
              </a:rPr>
              <a:t>); </a:t>
            </a:r>
            <a:r>
              <a:rPr lang="en-US" sz="1200">
                <a:solidFill>
                  <a:srgbClr val="008000"/>
                </a:solidFill>
                <a:latin typeface="Consolas"/>
                <a:ea typeface="ＭＳ Ｐゴシック"/>
              </a:rPr>
              <a:t>// string formatting</a:t>
            </a:r>
            <a:endParaRPr lang="en-US" sz="1200">
              <a:solidFill>
                <a:srgbClr val="000000"/>
              </a:solidFill>
              <a:latin typeface="Consolas"/>
              <a:ea typeface="ＭＳ Ｐゴシック"/>
            </a:endParaRPr>
          </a:p>
          <a:p>
            <a:endParaRPr lang="en-US" sz="1200">
              <a:solidFill>
                <a:srgbClr val="000000"/>
              </a:solidFill>
              <a:latin typeface="Consolas" panose="020B0609020204030204" pitchFamily="49" charset="0"/>
            </a:endParaRPr>
          </a:p>
          <a:p>
            <a:r>
              <a:rPr lang="en-US" sz="1200">
                <a:solidFill>
                  <a:srgbClr val="000000"/>
                </a:solidFill>
                <a:latin typeface="Consolas"/>
                <a:ea typeface="ＭＳ Ｐゴシック"/>
              </a:rPr>
              <a:t>            </a:t>
            </a:r>
            <a:r>
              <a:rPr lang="en-US" sz="1200">
                <a:solidFill>
                  <a:srgbClr val="2B91AF"/>
                </a:solidFill>
                <a:latin typeface="Consolas"/>
                <a:ea typeface="ＭＳ Ｐゴシック"/>
              </a:rPr>
              <a:t>Console</a:t>
            </a:r>
            <a:r>
              <a:rPr lang="en-US" sz="1200">
                <a:solidFill>
                  <a:srgbClr val="000000"/>
                </a:solidFill>
                <a:latin typeface="Consolas"/>
                <a:ea typeface="ＭＳ Ｐゴシック"/>
              </a:rPr>
              <a:t>.WriteLine(</a:t>
            </a:r>
            <a:r>
              <a:rPr lang="en-US" sz="1200">
                <a:solidFill>
                  <a:srgbClr val="A31515"/>
                </a:solidFill>
                <a:latin typeface="Consolas"/>
                <a:ea typeface="ＭＳ Ｐゴシック"/>
              </a:rPr>
              <a:t>"Input your work experience (number of full years):"</a:t>
            </a:r>
            <a:r>
              <a:rPr lang="en-US" sz="1200">
                <a:solidFill>
                  <a:srgbClr val="000000"/>
                </a:solidFill>
                <a:latin typeface="Consolas"/>
                <a:ea typeface="ＭＳ Ｐゴシック"/>
              </a:rPr>
              <a:t>);</a:t>
            </a:r>
          </a:p>
          <a:p>
            <a:r>
              <a:rPr lang="en-US" sz="1200">
                <a:solidFill>
                  <a:srgbClr val="000000"/>
                </a:solidFill>
                <a:latin typeface="Consolas"/>
                <a:ea typeface="ＭＳ Ｐゴシック"/>
              </a:rPr>
              <a:t>            </a:t>
            </a:r>
            <a:r>
              <a:rPr lang="en-US" sz="1200">
                <a:solidFill>
                  <a:srgbClr val="0000FF"/>
                </a:solidFill>
                <a:latin typeface="Consolas"/>
                <a:ea typeface="ＭＳ Ｐゴシック"/>
              </a:rPr>
              <a:t>int</a:t>
            </a:r>
            <a:r>
              <a:rPr lang="en-US" sz="1200">
                <a:solidFill>
                  <a:srgbClr val="000000"/>
                </a:solidFill>
                <a:latin typeface="Consolas"/>
                <a:ea typeface="ＭＳ Ｐゴシック"/>
              </a:rPr>
              <a:t> </a:t>
            </a:r>
            <a:r>
              <a:rPr lang="en-US" sz="1200" err="1">
                <a:solidFill>
                  <a:srgbClr val="000000"/>
                </a:solidFill>
                <a:latin typeface="Consolas"/>
                <a:ea typeface="ＭＳ Ｐゴシック"/>
              </a:rPr>
              <a:t>yearsOfExperience</a:t>
            </a:r>
            <a:r>
              <a:rPr lang="en-US" sz="1200">
                <a:solidFill>
                  <a:srgbClr val="000000"/>
                </a:solidFill>
                <a:latin typeface="Consolas"/>
                <a:ea typeface="ＭＳ Ｐゴシック"/>
              </a:rPr>
              <a:t> = </a:t>
            </a:r>
            <a:r>
              <a:rPr lang="en-US" sz="1200" err="1">
                <a:solidFill>
                  <a:srgbClr val="0000FF"/>
                </a:solidFill>
                <a:latin typeface="Consolas"/>
                <a:ea typeface="ＭＳ Ｐゴシック"/>
              </a:rPr>
              <a:t>int</a:t>
            </a:r>
            <a:r>
              <a:rPr lang="en-US" sz="1200" err="1">
                <a:solidFill>
                  <a:srgbClr val="000000"/>
                </a:solidFill>
                <a:latin typeface="Consolas"/>
                <a:ea typeface="ＭＳ Ｐゴシック"/>
              </a:rPr>
              <a:t>.Parse</a:t>
            </a:r>
            <a:r>
              <a:rPr lang="en-US" sz="1200">
                <a:solidFill>
                  <a:srgbClr val="000000"/>
                </a:solidFill>
                <a:latin typeface="Consolas"/>
                <a:ea typeface="ＭＳ Ｐゴシック"/>
              </a:rPr>
              <a:t>(</a:t>
            </a:r>
            <a:r>
              <a:rPr lang="en-US" sz="1200" err="1">
                <a:solidFill>
                  <a:srgbClr val="2B91AF"/>
                </a:solidFill>
                <a:latin typeface="Consolas"/>
                <a:ea typeface="ＭＳ Ｐゴシック"/>
              </a:rPr>
              <a:t>Console</a:t>
            </a:r>
            <a:r>
              <a:rPr lang="en-US" sz="1200" err="1">
                <a:solidFill>
                  <a:srgbClr val="000000"/>
                </a:solidFill>
                <a:latin typeface="Consolas"/>
                <a:ea typeface="ＭＳ Ｐゴシック"/>
              </a:rPr>
              <a:t>.ReadLine</a:t>
            </a:r>
            <a:r>
              <a:rPr lang="en-US" sz="1200">
                <a:solidFill>
                  <a:srgbClr val="000000"/>
                </a:solidFill>
                <a:latin typeface="Consolas"/>
                <a:ea typeface="ＭＳ Ｐゴシック"/>
              </a:rPr>
              <a:t>());</a:t>
            </a:r>
          </a:p>
          <a:p>
            <a:r>
              <a:rPr lang="en-US" sz="1200">
                <a:solidFill>
                  <a:srgbClr val="000000"/>
                </a:solidFill>
                <a:latin typeface="Consolas"/>
                <a:ea typeface="ＭＳ Ｐゴシック"/>
              </a:rPr>
              <a:t>            </a:t>
            </a:r>
            <a:r>
              <a:rPr lang="en-US" sz="1200">
                <a:solidFill>
                  <a:srgbClr val="2B91AF"/>
                </a:solidFill>
                <a:latin typeface="Consolas"/>
                <a:ea typeface="ＭＳ Ｐゴシック"/>
              </a:rPr>
              <a:t>Console</a:t>
            </a:r>
            <a:r>
              <a:rPr lang="en-US" sz="1200">
                <a:solidFill>
                  <a:srgbClr val="000000"/>
                </a:solidFill>
                <a:latin typeface="Consolas"/>
                <a:ea typeface="ＭＳ Ｐゴシック"/>
              </a:rPr>
              <a:t>.WriteLine(</a:t>
            </a:r>
            <a:r>
              <a:rPr lang="en-US" sz="1200">
                <a:solidFill>
                  <a:srgbClr val="A31515"/>
                </a:solidFill>
                <a:latin typeface="Consolas"/>
                <a:ea typeface="ＭＳ Ｐゴシック"/>
              </a:rPr>
              <a:t>$"Good, you have </a:t>
            </a:r>
            <a:r>
              <a:rPr lang="en-US" sz="1200">
                <a:solidFill>
                  <a:srgbClr val="000000"/>
                </a:solidFill>
                <a:latin typeface="Consolas"/>
                <a:ea typeface="ＭＳ Ｐゴシック"/>
              </a:rPr>
              <a:t>{</a:t>
            </a:r>
            <a:r>
              <a:rPr lang="en-US" sz="1200" err="1">
                <a:solidFill>
                  <a:srgbClr val="000000"/>
                </a:solidFill>
                <a:latin typeface="Consolas"/>
                <a:ea typeface="ＭＳ Ｐゴシック"/>
              </a:rPr>
              <a:t>yearsOfExperience</a:t>
            </a:r>
            <a:r>
              <a:rPr lang="en-US" sz="1200">
                <a:solidFill>
                  <a:srgbClr val="000000"/>
                </a:solidFill>
                <a:latin typeface="Consolas"/>
                <a:ea typeface="ＭＳ Ｐゴシック"/>
              </a:rPr>
              <a:t>}</a:t>
            </a:r>
            <a:r>
              <a:rPr lang="en-US" sz="1200">
                <a:solidFill>
                  <a:srgbClr val="A31515"/>
                </a:solidFill>
                <a:latin typeface="Consolas"/>
                <a:ea typeface="ＭＳ Ｐゴシック"/>
              </a:rPr>
              <a:t> years of experience"</a:t>
            </a:r>
            <a:r>
              <a:rPr lang="en-US" sz="1200">
                <a:solidFill>
                  <a:srgbClr val="000000"/>
                </a:solidFill>
                <a:latin typeface="Consolas"/>
                <a:ea typeface="ＭＳ Ｐゴシック"/>
              </a:rPr>
              <a:t>);</a:t>
            </a:r>
          </a:p>
          <a:p>
            <a:endParaRPr lang="en-US" sz="1200">
              <a:solidFill>
                <a:srgbClr val="000000"/>
              </a:solidFill>
              <a:latin typeface="Consolas" panose="020B0609020204030204" pitchFamily="49" charset="0"/>
            </a:endParaRPr>
          </a:p>
          <a:p>
            <a:r>
              <a:rPr lang="en-US" sz="1200">
                <a:solidFill>
                  <a:srgbClr val="000000"/>
                </a:solidFill>
                <a:latin typeface="Consolas"/>
                <a:ea typeface="ＭＳ Ｐゴシック"/>
              </a:rPr>
              <a:t>            </a:t>
            </a:r>
            <a:r>
              <a:rPr lang="en-US" sz="1200">
                <a:solidFill>
                  <a:srgbClr val="2B91AF"/>
                </a:solidFill>
                <a:latin typeface="Consolas"/>
                <a:ea typeface="ＭＳ Ｐゴシック"/>
              </a:rPr>
              <a:t>Currency</a:t>
            </a:r>
            <a:r>
              <a:rPr lang="en-US" sz="1200">
                <a:solidFill>
                  <a:srgbClr val="000000"/>
                </a:solidFill>
                <a:latin typeface="Consolas"/>
                <a:ea typeface="ＭＳ Ｐゴシック"/>
              </a:rPr>
              <a:t> </a:t>
            </a:r>
            <a:r>
              <a:rPr lang="en-US" sz="1200" err="1">
                <a:solidFill>
                  <a:srgbClr val="000000"/>
                </a:solidFill>
                <a:latin typeface="Consolas"/>
                <a:ea typeface="ＭＳ Ｐゴシック"/>
              </a:rPr>
              <a:t>currency</a:t>
            </a:r>
            <a:r>
              <a:rPr lang="en-US" sz="1200">
                <a:solidFill>
                  <a:srgbClr val="000000"/>
                </a:solidFill>
                <a:latin typeface="Consolas"/>
                <a:ea typeface="ＭＳ Ｐゴシック"/>
              </a:rPr>
              <a:t> = </a:t>
            </a:r>
            <a:r>
              <a:rPr lang="en-US" sz="1200" err="1">
                <a:solidFill>
                  <a:srgbClr val="2B91AF"/>
                </a:solidFill>
                <a:latin typeface="Consolas"/>
                <a:ea typeface="ＭＳ Ｐゴシック"/>
              </a:rPr>
              <a:t>Currency</a:t>
            </a:r>
            <a:r>
              <a:rPr lang="en-US" sz="1200" err="1">
                <a:solidFill>
                  <a:srgbClr val="000000"/>
                </a:solidFill>
                <a:latin typeface="Consolas"/>
                <a:ea typeface="ＭＳ Ｐゴシック"/>
              </a:rPr>
              <a:t>.UAH</a:t>
            </a:r>
            <a:r>
              <a:rPr lang="en-US" sz="1200">
                <a:solidFill>
                  <a:srgbClr val="000000"/>
                </a:solidFill>
                <a:latin typeface="Consolas"/>
                <a:ea typeface="ＭＳ Ｐゴシック"/>
              </a:rPr>
              <a:t>;</a:t>
            </a:r>
          </a:p>
          <a:p>
            <a:r>
              <a:rPr lang="en-US" sz="1200">
                <a:solidFill>
                  <a:srgbClr val="000000"/>
                </a:solidFill>
                <a:latin typeface="Consolas"/>
                <a:ea typeface="ＭＳ Ｐゴシック"/>
              </a:rPr>
              <a:t>            </a:t>
            </a:r>
            <a:r>
              <a:rPr lang="en-US" sz="1200">
                <a:solidFill>
                  <a:srgbClr val="2B91AF"/>
                </a:solidFill>
                <a:latin typeface="Consolas"/>
                <a:ea typeface="ＭＳ Ｐゴシック"/>
              </a:rPr>
              <a:t>Console</a:t>
            </a:r>
            <a:r>
              <a:rPr lang="en-US" sz="1200">
                <a:solidFill>
                  <a:srgbClr val="000000"/>
                </a:solidFill>
                <a:latin typeface="Consolas"/>
                <a:ea typeface="ＭＳ Ｐゴシック"/>
              </a:rPr>
              <a:t>.WriteLine(</a:t>
            </a:r>
            <a:r>
              <a:rPr lang="en-US" sz="1200">
                <a:solidFill>
                  <a:srgbClr val="A31515"/>
                </a:solidFill>
                <a:latin typeface="Consolas"/>
                <a:ea typeface="ＭＳ Ｐゴシック"/>
              </a:rPr>
              <a:t>$"</a:t>
            </a:r>
            <a:r>
              <a:rPr lang="en-US" sz="1200">
                <a:solidFill>
                  <a:srgbClr val="000000"/>
                </a:solidFill>
                <a:latin typeface="Consolas"/>
                <a:ea typeface="ＭＳ Ｐゴシック"/>
              </a:rPr>
              <a:t>{currency}</a:t>
            </a:r>
            <a:r>
              <a:rPr lang="en-US" sz="1200">
                <a:solidFill>
                  <a:srgbClr val="A31515"/>
                </a:solidFill>
                <a:latin typeface="Consolas"/>
                <a:ea typeface="ＭＳ Ｐゴシック"/>
              </a:rPr>
              <a:t> is a national currency in Ukraine"</a:t>
            </a:r>
            <a:r>
              <a:rPr lang="en-US" sz="1200">
                <a:solidFill>
                  <a:srgbClr val="000000"/>
                </a:solidFill>
                <a:latin typeface="Consolas"/>
                <a:ea typeface="ＭＳ Ｐゴシック"/>
              </a:rPr>
              <a:t>);</a:t>
            </a:r>
          </a:p>
          <a:p>
            <a:r>
              <a:rPr lang="en-US" sz="1200">
                <a:solidFill>
                  <a:srgbClr val="000000"/>
                </a:solidFill>
                <a:latin typeface="Consolas"/>
                <a:ea typeface="ＭＳ Ｐゴシック"/>
              </a:rPr>
              <a:t>            </a:t>
            </a:r>
            <a:r>
              <a:rPr lang="en-US" sz="1200" err="1">
                <a:solidFill>
                  <a:srgbClr val="2B91AF"/>
                </a:solidFill>
                <a:latin typeface="Consolas"/>
                <a:ea typeface="ＭＳ Ｐゴシック"/>
              </a:rPr>
              <a:t>Console</a:t>
            </a:r>
            <a:r>
              <a:rPr lang="en-US" sz="1200" err="1">
                <a:solidFill>
                  <a:srgbClr val="000000"/>
                </a:solidFill>
                <a:latin typeface="Consolas"/>
                <a:ea typeface="ＭＳ Ｐゴシック"/>
              </a:rPr>
              <a:t>.ReadKey</a:t>
            </a:r>
            <a:r>
              <a:rPr lang="en-US" sz="1200">
                <a:solidFill>
                  <a:srgbClr val="000000"/>
                </a:solidFill>
                <a:latin typeface="Consolas"/>
                <a:ea typeface="ＭＳ Ｐゴシック"/>
              </a:rPr>
              <a:t>(); </a:t>
            </a:r>
            <a:r>
              <a:rPr lang="en-US" sz="1200">
                <a:solidFill>
                  <a:srgbClr val="008000"/>
                </a:solidFill>
                <a:latin typeface="Consolas"/>
                <a:ea typeface="ＭＳ Ｐゴシック"/>
              </a:rPr>
              <a:t>// To keep console open until user press a key</a:t>
            </a:r>
            <a:endParaRPr lang="en-US" sz="1200">
              <a:solidFill>
                <a:srgbClr val="000000"/>
              </a:solidFill>
              <a:latin typeface="Consolas"/>
              <a:ea typeface="ＭＳ Ｐゴシック"/>
            </a:endParaRPr>
          </a:p>
          <a:p>
            <a:r>
              <a:rPr lang="en-US" sz="1200">
                <a:solidFill>
                  <a:srgbClr val="000000"/>
                </a:solidFill>
                <a:latin typeface="Consolas" panose="020B0609020204030204" pitchFamily="49" charset="0"/>
              </a:rPr>
              <a:t>        }</a:t>
            </a:r>
          </a:p>
          <a:p>
            <a:r>
              <a:rPr lang="en-US" sz="1200">
                <a:solidFill>
                  <a:srgbClr val="000000"/>
                </a:solidFill>
                <a:latin typeface="Consolas" panose="020B0609020204030204" pitchFamily="49" charset="0"/>
              </a:rPr>
              <a:t>    }</a:t>
            </a:r>
            <a:endParaRPr lang="en-US" sz="1200">
              <a:latin typeface="+mn-lt"/>
            </a:endParaRPr>
          </a:p>
        </p:txBody>
      </p:sp>
      <p:pic>
        <p:nvPicPr>
          <p:cNvPr id="6" name="Graphic 5" descr="Flask">
            <a:extLst>
              <a:ext uri="{FF2B5EF4-FFF2-40B4-BE49-F238E27FC236}">
                <a16:creationId xmlns:a16="http://schemas.microsoft.com/office/drawing/2014/main" id="{F996E19F-81B8-43EC-A242-A13649B6C8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pic>
        <p:nvPicPr>
          <p:cNvPr id="10" name="Picture 9">
            <a:extLst>
              <a:ext uri="{FF2B5EF4-FFF2-40B4-BE49-F238E27FC236}">
                <a16:creationId xmlns:a16="http://schemas.microsoft.com/office/drawing/2014/main" id="{A3F36D5F-8634-487C-ACD1-4BE029B626F4}"/>
              </a:ext>
            </a:extLst>
          </p:cNvPr>
          <p:cNvPicPr>
            <a:picLocks noChangeAspect="1"/>
          </p:cNvPicPr>
          <p:nvPr/>
        </p:nvPicPr>
        <p:blipFill>
          <a:blip r:embed="rId4"/>
          <a:stretch>
            <a:fillRect/>
          </a:stretch>
        </p:blipFill>
        <p:spPr>
          <a:xfrm>
            <a:off x="7182114" y="1126234"/>
            <a:ext cx="4228571" cy="1619048"/>
          </a:xfrm>
          <a:prstGeom prst="rect">
            <a:avLst/>
          </a:prstGeom>
        </p:spPr>
      </p:pic>
    </p:spTree>
    <p:extLst>
      <p:ext uri="{BB962C8B-B14F-4D97-AF65-F5344CB8AC3E}">
        <p14:creationId xmlns:p14="http://schemas.microsoft.com/office/powerpoint/2010/main" val="5662405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69B10-627B-4792-9B55-4E0FC0864094}"/>
              </a:ext>
            </a:extLst>
          </p:cNvPr>
          <p:cNvSpPr>
            <a:spLocks noGrp="1"/>
          </p:cNvSpPr>
          <p:nvPr>
            <p:ph type="title"/>
          </p:nvPr>
        </p:nvSpPr>
        <p:spPr/>
        <p:txBody>
          <a:bodyPr/>
          <a:lstStyle/>
          <a:p>
            <a:r>
              <a:rPr lang="en-US"/>
              <a:t>Coffee break</a:t>
            </a:r>
          </a:p>
        </p:txBody>
      </p:sp>
      <p:sp>
        <p:nvSpPr>
          <p:cNvPr id="3" name="Slide Number Placeholder 2">
            <a:extLst>
              <a:ext uri="{FF2B5EF4-FFF2-40B4-BE49-F238E27FC236}">
                <a16:creationId xmlns:a16="http://schemas.microsoft.com/office/drawing/2014/main" id="{5DD8BB58-B47D-4820-914A-1322F12AAC36}"/>
              </a:ext>
            </a:extLst>
          </p:cNvPr>
          <p:cNvSpPr>
            <a:spLocks noGrp="1"/>
          </p:cNvSpPr>
          <p:nvPr>
            <p:ph type="sldNum" sz="quarter" idx="11"/>
          </p:nvPr>
        </p:nvSpPr>
        <p:spPr/>
        <p:txBody>
          <a:bodyPr/>
          <a:lstStyle/>
          <a:p>
            <a:fld id="{E16BA917-7F09-4B8D-AF07-F52890C14046}" type="slidenum">
              <a:rPr lang="da-DK" smtClean="0"/>
              <a:pPr/>
              <a:t>48</a:t>
            </a:fld>
            <a:endParaRPr lang="da-DK"/>
          </a:p>
        </p:txBody>
      </p:sp>
      <p:sp>
        <p:nvSpPr>
          <p:cNvPr id="4" name="Text Placeholder 3">
            <a:extLst>
              <a:ext uri="{FF2B5EF4-FFF2-40B4-BE49-F238E27FC236}">
                <a16:creationId xmlns:a16="http://schemas.microsoft.com/office/drawing/2014/main" id="{5399D5F9-E4F1-4600-B11C-A4F79EA767C3}"/>
              </a:ext>
            </a:extLst>
          </p:cNvPr>
          <p:cNvSpPr>
            <a:spLocks noGrp="1"/>
          </p:cNvSpPr>
          <p:nvPr>
            <p:ph type="body" sz="quarter" idx="17"/>
          </p:nvPr>
        </p:nvSpPr>
        <p:spPr/>
        <p:txBody>
          <a:bodyPr/>
          <a:lstStyle/>
          <a:p>
            <a:endParaRPr lang="en-US"/>
          </a:p>
        </p:txBody>
      </p:sp>
      <p:pic>
        <p:nvPicPr>
          <p:cNvPr id="5" name="Picture 4">
            <a:extLst>
              <a:ext uri="{FF2B5EF4-FFF2-40B4-BE49-F238E27FC236}">
                <a16:creationId xmlns:a16="http://schemas.microsoft.com/office/drawing/2014/main" id="{3602C5C5-4B84-4EDC-96D4-5A1F2D62400A}"/>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504825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8427D-2669-4EEB-B0DD-B495A872FE08}"/>
              </a:ext>
            </a:extLst>
          </p:cNvPr>
          <p:cNvSpPr>
            <a:spLocks noGrp="1"/>
          </p:cNvSpPr>
          <p:nvPr>
            <p:ph type="title"/>
          </p:nvPr>
        </p:nvSpPr>
        <p:spPr/>
        <p:txBody>
          <a:bodyPr/>
          <a:lstStyle/>
          <a:p>
            <a:r>
              <a:rPr lang="en-US"/>
              <a:t>arithmetic operators</a:t>
            </a:r>
          </a:p>
        </p:txBody>
      </p:sp>
      <p:sp>
        <p:nvSpPr>
          <p:cNvPr id="3" name="Slide Number Placeholder 2">
            <a:extLst>
              <a:ext uri="{FF2B5EF4-FFF2-40B4-BE49-F238E27FC236}">
                <a16:creationId xmlns:a16="http://schemas.microsoft.com/office/drawing/2014/main" id="{1735F757-315F-4FC1-BEF4-E91ABEA34BA4}"/>
              </a:ext>
            </a:extLst>
          </p:cNvPr>
          <p:cNvSpPr>
            <a:spLocks noGrp="1"/>
          </p:cNvSpPr>
          <p:nvPr>
            <p:ph type="sldNum" sz="quarter" idx="11"/>
          </p:nvPr>
        </p:nvSpPr>
        <p:spPr/>
        <p:txBody>
          <a:bodyPr/>
          <a:lstStyle/>
          <a:p>
            <a:fld id="{E16BA917-7F09-4B8D-AF07-F52890C14046}" type="slidenum">
              <a:rPr lang="da-DK" smtClean="0"/>
              <a:pPr/>
              <a:t>49</a:t>
            </a:fld>
            <a:endParaRPr lang="da-DK"/>
          </a:p>
        </p:txBody>
      </p:sp>
      <p:sp>
        <p:nvSpPr>
          <p:cNvPr id="4" name="Text Placeholder 3">
            <a:extLst>
              <a:ext uri="{FF2B5EF4-FFF2-40B4-BE49-F238E27FC236}">
                <a16:creationId xmlns:a16="http://schemas.microsoft.com/office/drawing/2014/main" id="{6A00854F-ACB3-4236-B490-AEB4B1146864}"/>
              </a:ext>
            </a:extLst>
          </p:cNvPr>
          <p:cNvSpPr>
            <a:spLocks noGrp="1"/>
          </p:cNvSpPr>
          <p:nvPr>
            <p:ph type="body" sz="quarter" idx="17"/>
          </p:nvPr>
        </p:nvSpPr>
        <p:spPr/>
        <p:txBody>
          <a:bodyPr/>
          <a:lstStyle/>
          <a:p>
            <a:r>
              <a:rPr lang="en-US"/>
              <a:t>Working with numerical data types</a:t>
            </a:r>
          </a:p>
        </p:txBody>
      </p:sp>
      <p:sp>
        <p:nvSpPr>
          <p:cNvPr id="5" name="TextBox 4">
            <a:extLst>
              <a:ext uri="{FF2B5EF4-FFF2-40B4-BE49-F238E27FC236}">
                <a16:creationId xmlns:a16="http://schemas.microsoft.com/office/drawing/2014/main" id="{201AA8CD-F0F4-4445-9D72-8BAD4E49243D}"/>
              </a:ext>
            </a:extLst>
          </p:cNvPr>
          <p:cNvSpPr txBox="1"/>
          <p:nvPr/>
        </p:nvSpPr>
        <p:spPr>
          <a:xfrm>
            <a:off x="672001" y="1429239"/>
            <a:ext cx="8872049" cy="4171569"/>
          </a:xfrm>
          <a:prstGeom prst="rect">
            <a:avLst/>
          </a:prstGeom>
          <a:noFill/>
        </p:spPr>
        <p:txBody>
          <a:bodyPr wrap="none" lIns="0" tIns="0" rIns="0" bIns="0" rtlCol="0" anchor="t">
            <a:noAutofit/>
          </a:bodyPr>
          <a:lstStyle/>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num1 = 9; </a:t>
            </a:r>
          </a:p>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num2 = 10;</a:t>
            </a:r>
          </a:p>
          <a:p>
            <a:r>
              <a:rPr lang="pt-BR" sz="1600">
                <a:solidFill>
                  <a:srgbClr val="0000FF"/>
                </a:solidFill>
                <a:latin typeface="Consolas" panose="020B0609020204030204" pitchFamily="49" charset="0"/>
              </a:rPr>
              <a:t>int</a:t>
            </a:r>
            <a:r>
              <a:rPr lang="pt-BR" sz="1600">
                <a:solidFill>
                  <a:srgbClr val="000000"/>
                </a:solidFill>
                <a:latin typeface="Consolas" panose="020B0609020204030204" pitchFamily="49" charset="0"/>
              </a:rPr>
              <a:t> sum = num1 + num2; </a:t>
            </a:r>
            <a:r>
              <a:rPr lang="pt-BR" sz="1600">
                <a:solidFill>
                  <a:srgbClr val="008000"/>
                </a:solidFill>
                <a:latin typeface="Consolas" panose="020B0609020204030204" pitchFamily="49" charset="0"/>
              </a:rPr>
              <a:t>// 19</a:t>
            </a:r>
            <a:endParaRPr lang="pt-BR" sz="1600">
              <a:solidFill>
                <a:srgbClr val="000000"/>
              </a:solidFill>
              <a:latin typeface="Consolas" panose="020B0609020204030204" pitchFamily="49" charset="0"/>
            </a:endParaRPr>
          </a:p>
          <a:p>
            <a:r>
              <a:rPr lang="pt-BR" sz="1600">
                <a:solidFill>
                  <a:srgbClr val="0000FF"/>
                </a:solidFill>
                <a:latin typeface="Consolas" panose="020B0609020204030204" pitchFamily="49" charset="0"/>
              </a:rPr>
              <a:t>int</a:t>
            </a:r>
            <a:r>
              <a:rPr lang="pt-BR" sz="1600">
                <a:solidFill>
                  <a:srgbClr val="000000"/>
                </a:solidFill>
                <a:latin typeface="Consolas" panose="020B0609020204030204" pitchFamily="49" charset="0"/>
              </a:rPr>
              <a:t> difference = num1 - num2; </a:t>
            </a:r>
            <a:r>
              <a:rPr lang="pt-BR" sz="1600">
                <a:solidFill>
                  <a:srgbClr val="008000"/>
                </a:solidFill>
                <a:latin typeface="Consolas" panose="020B0609020204030204" pitchFamily="49" charset="0"/>
              </a:rPr>
              <a:t>// -1</a:t>
            </a:r>
          </a:p>
          <a:p>
            <a:endParaRPr lang="pt-BR" sz="1600">
              <a:solidFill>
                <a:srgbClr val="000000"/>
              </a:solidFill>
              <a:latin typeface="Consolas" panose="020B0609020204030204" pitchFamily="49" charset="0"/>
            </a:endParaRPr>
          </a:p>
          <a:p>
            <a:r>
              <a:rPr lang="pt-BR" sz="1600">
                <a:solidFill>
                  <a:srgbClr val="0000FF"/>
                </a:solidFill>
                <a:latin typeface="Consolas" panose="020B0609020204030204" pitchFamily="49" charset="0"/>
              </a:rPr>
              <a:t>int</a:t>
            </a:r>
            <a:r>
              <a:rPr lang="pt-BR" sz="1600">
                <a:solidFill>
                  <a:srgbClr val="000000"/>
                </a:solidFill>
                <a:latin typeface="Consolas" panose="020B0609020204030204" pitchFamily="49" charset="0"/>
              </a:rPr>
              <a:t> product = num1 * num2; </a:t>
            </a:r>
            <a:r>
              <a:rPr lang="pt-BR" sz="1600">
                <a:solidFill>
                  <a:srgbClr val="008000"/>
                </a:solidFill>
                <a:latin typeface="Consolas" panose="020B0609020204030204" pitchFamily="49" charset="0"/>
              </a:rPr>
              <a:t>// 90</a:t>
            </a:r>
          </a:p>
          <a:p>
            <a:endParaRPr lang="pt-BR"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float</a:t>
            </a:r>
            <a:r>
              <a:rPr lang="en-US" sz="1600">
                <a:solidFill>
                  <a:srgbClr val="000000"/>
                </a:solidFill>
                <a:latin typeface="Consolas" panose="020B0609020204030204" pitchFamily="49" charset="0"/>
              </a:rPr>
              <a:t> ratio = num1/num2;  </a:t>
            </a:r>
            <a:r>
              <a:rPr lang="en-US" sz="1600">
                <a:solidFill>
                  <a:srgbClr val="008000"/>
                </a:solidFill>
                <a:latin typeface="Consolas" panose="020B0609020204030204" pitchFamily="49" charset="0"/>
              </a:rPr>
              <a:t>// Ups, the result is 0, but we have expected 0.9</a:t>
            </a:r>
            <a:endParaRPr lang="en-US" sz="1600">
              <a:solidFill>
                <a:srgbClr val="000000"/>
              </a:solidFill>
              <a:latin typeface="Consolas" panose="020B0609020204030204" pitchFamily="49" charset="0"/>
            </a:endParaRPr>
          </a:p>
          <a:p>
            <a:r>
              <a:rPr lang="pt-BR" sz="1600">
                <a:solidFill>
                  <a:srgbClr val="0000FF"/>
                </a:solidFill>
                <a:latin typeface="Consolas" panose="020B0609020204030204" pitchFamily="49" charset="0"/>
              </a:rPr>
              <a:t>float</a:t>
            </a:r>
            <a:r>
              <a:rPr lang="pt-BR" sz="1600">
                <a:solidFill>
                  <a:srgbClr val="000000"/>
                </a:solidFill>
                <a:latin typeface="Consolas" panose="020B0609020204030204" pitchFamily="49" charset="0"/>
              </a:rPr>
              <a:t> correctRatio = num1/ (</a:t>
            </a:r>
            <a:r>
              <a:rPr lang="pt-BR" sz="1600">
                <a:solidFill>
                  <a:srgbClr val="0000FF"/>
                </a:solidFill>
                <a:latin typeface="Consolas" panose="020B0609020204030204" pitchFamily="49" charset="0"/>
              </a:rPr>
              <a:t>float</a:t>
            </a:r>
            <a:r>
              <a:rPr lang="pt-BR" sz="1600">
                <a:solidFill>
                  <a:srgbClr val="000000"/>
                </a:solidFill>
                <a:latin typeface="Consolas" panose="020B0609020204030204" pitchFamily="49" charset="0"/>
              </a:rPr>
              <a:t>)num2; </a:t>
            </a:r>
            <a:r>
              <a:rPr lang="pt-BR" sz="1600">
                <a:solidFill>
                  <a:srgbClr val="008000"/>
                </a:solidFill>
                <a:latin typeface="Consolas" panose="020B0609020204030204" pitchFamily="49" charset="0"/>
              </a:rPr>
              <a:t>// 0.9</a:t>
            </a:r>
          </a:p>
          <a:p>
            <a:endParaRPr lang="pt-BR"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float</a:t>
            </a:r>
            <a:r>
              <a:rPr lang="en-US" sz="1600">
                <a:solidFill>
                  <a:srgbClr val="000000"/>
                </a:solidFill>
                <a:latin typeface="Consolas" panose="020B0609020204030204" pitchFamily="49" charset="0"/>
              </a:rPr>
              <a:t> value = num1/2; </a:t>
            </a:r>
            <a:r>
              <a:rPr lang="en-US" sz="1600">
                <a:solidFill>
                  <a:srgbClr val="008000"/>
                </a:solidFill>
                <a:latin typeface="Consolas" panose="020B0609020204030204" pitchFamily="49" charset="0"/>
              </a:rPr>
              <a:t>// 4</a:t>
            </a: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float</a:t>
            </a:r>
            <a:r>
              <a:rPr lang="en-US" sz="1600">
                <a:solidFill>
                  <a:srgbClr val="000000"/>
                </a:solidFill>
                <a:latin typeface="Consolas" panose="020B0609020204030204" pitchFamily="49" charset="0"/>
              </a:rPr>
              <a:t> value2 = num1/2f; </a:t>
            </a:r>
            <a:r>
              <a:rPr lang="en-US" sz="1600">
                <a:solidFill>
                  <a:srgbClr val="008000"/>
                </a:solidFill>
                <a:latin typeface="Consolas" panose="020B0609020204030204" pitchFamily="49" charset="0"/>
              </a:rPr>
              <a:t>// 4.5</a:t>
            </a:r>
          </a:p>
          <a:p>
            <a:endParaRPr lang="en-US" sz="1600">
              <a:solidFill>
                <a:srgbClr val="008000"/>
              </a:solidFill>
              <a:latin typeface="Consolas" panose="020B0609020204030204" pitchFamily="49" charset="0"/>
            </a:endParaRPr>
          </a:p>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mod = 16 % 3; </a:t>
            </a:r>
            <a:r>
              <a:rPr lang="en-US" sz="1600">
                <a:solidFill>
                  <a:srgbClr val="008000"/>
                </a:solidFill>
                <a:latin typeface="Consolas" panose="020B0609020204030204" pitchFamily="49" charset="0"/>
              </a:rPr>
              <a:t>// 1. Modulo Operator (Remainder)</a:t>
            </a:r>
            <a:br>
              <a:rPr lang="en-US" sz="1600">
                <a:solidFill>
                  <a:srgbClr val="008000"/>
                </a:solidFill>
                <a:latin typeface="Consolas" panose="020B0609020204030204" pitchFamily="49" charset="0"/>
              </a:rPr>
            </a:br>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$"sum: </a:t>
            </a:r>
            <a:r>
              <a:rPr lang="en-US" sz="1600">
                <a:solidFill>
                  <a:srgbClr val="000000"/>
                </a:solidFill>
                <a:latin typeface="Consolas" panose="020B0609020204030204" pitchFamily="49" charset="0"/>
              </a:rPr>
              <a:t>{sum}</a:t>
            </a:r>
            <a:r>
              <a:rPr lang="en-US" sz="1600">
                <a:solidFill>
                  <a:srgbClr val="A31515"/>
                </a:solidFill>
                <a:latin typeface="Consolas" panose="020B0609020204030204" pitchFamily="49" charset="0"/>
              </a:rPr>
              <a:t> difference: </a:t>
            </a:r>
            <a:r>
              <a:rPr lang="en-US" sz="1600">
                <a:solidFill>
                  <a:srgbClr val="000000"/>
                </a:solidFill>
                <a:latin typeface="Consolas" panose="020B0609020204030204" pitchFamily="49" charset="0"/>
              </a:rPr>
              <a:t>{difference}</a:t>
            </a:r>
            <a:r>
              <a:rPr lang="en-US" sz="1600">
                <a:solidFill>
                  <a:srgbClr val="A31515"/>
                </a:solidFill>
                <a:latin typeface="Consolas" panose="020B0609020204030204" pitchFamily="49" charset="0"/>
              </a:rPr>
              <a:t> product: </a:t>
            </a:r>
            <a:r>
              <a:rPr lang="en-US" sz="1600">
                <a:solidFill>
                  <a:srgbClr val="000000"/>
                </a:solidFill>
                <a:latin typeface="Consolas" panose="020B0609020204030204" pitchFamily="49" charset="0"/>
              </a:rPr>
              <a:t>{product}</a:t>
            </a:r>
            <a:r>
              <a:rPr lang="en-US" sz="1600">
                <a:solidFill>
                  <a:srgbClr val="A31515"/>
                </a:solidFill>
                <a:latin typeface="Consolas" panose="020B0609020204030204" pitchFamily="49" charset="0"/>
              </a:rPr>
              <a:t> "</a:t>
            </a:r>
            <a:r>
              <a:rPr lang="en-US" sz="1600">
                <a:solidFill>
                  <a:srgbClr val="000000"/>
                </a:solidFill>
                <a:latin typeface="Consolas" panose="020B0609020204030204" pitchFamily="49" charset="0"/>
              </a:rPr>
              <a:t> +</a:t>
            </a:r>
          </a:p>
          <a:p>
            <a:r>
              <a:rPr lang="en-US" sz="1600">
                <a:solidFill>
                  <a:srgbClr val="000000"/>
                </a:solidFill>
                <a:latin typeface="Consolas"/>
                <a:ea typeface="ＭＳ Ｐゴシック"/>
              </a:rPr>
              <a:t>                              </a:t>
            </a:r>
            <a:r>
              <a:rPr lang="en-US" sz="1600">
                <a:solidFill>
                  <a:srgbClr val="A31515"/>
                </a:solidFill>
                <a:latin typeface="Consolas"/>
                <a:ea typeface="ＭＳ Ｐゴシック"/>
              </a:rPr>
              <a:t>$"ratio: </a:t>
            </a:r>
            <a:r>
              <a:rPr lang="en-US" sz="1600">
                <a:solidFill>
                  <a:srgbClr val="000000"/>
                </a:solidFill>
                <a:latin typeface="Consolas"/>
                <a:ea typeface="ＭＳ Ｐゴシック"/>
              </a:rPr>
              <a:t>{ratio}</a:t>
            </a:r>
            <a:r>
              <a:rPr lang="en-US" sz="1600">
                <a:solidFill>
                  <a:srgbClr val="A31515"/>
                </a:solidFill>
                <a:latin typeface="Consolas"/>
                <a:ea typeface="ＭＳ Ｐゴシック"/>
              </a:rPr>
              <a:t> </a:t>
            </a:r>
            <a:r>
              <a:rPr lang="en-US" sz="1600" err="1">
                <a:solidFill>
                  <a:srgbClr val="A31515"/>
                </a:solidFill>
                <a:latin typeface="Consolas"/>
                <a:ea typeface="ＭＳ Ｐゴシック"/>
              </a:rPr>
              <a:t>correctRatio</a:t>
            </a:r>
            <a:r>
              <a:rPr lang="en-US" sz="1600">
                <a:solidFill>
                  <a:srgbClr val="A31515"/>
                </a:solidFill>
                <a:latin typeface="Consolas"/>
                <a:ea typeface="ＭＳ Ｐゴシック"/>
              </a:rPr>
              <a:t>: </a:t>
            </a:r>
            <a:r>
              <a:rPr lang="en-US" sz="1600">
                <a:solidFill>
                  <a:srgbClr val="000000"/>
                </a:solidFill>
                <a:latin typeface="Consolas"/>
                <a:ea typeface="ＭＳ Ｐゴシック"/>
              </a:rPr>
              <a:t>{</a:t>
            </a:r>
            <a:r>
              <a:rPr lang="en-US" sz="1600" err="1">
                <a:solidFill>
                  <a:srgbClr val="000000"/>
                </a:solidFill>
                <a:latin typeface="Consolas"/>
                <a:ea typeface="ＭＳ Ｐゴシック"/>
              </a:rPr>
              <a:t>correctRatio</a:t>
            </a:r>
            <a:r>
              <a:rPr lang="en-US" sz="1600">
                <a:solidFill>
                  <a:srgbClr val="000000"/>
                </a:solidFill>
                <a:latin typeface="Consolas"/>
                <a:ea typeface="ＭＳ Ｐゴシック"/>
              </a:rPr>
              <a:t>}</a:t>
            </a:r>
            <a:r>
              <a:rPr lang="en-US" sz="1600">
                <a:solidFill>
                  <a:srgbClr val="A31515"/>
                </a:solidFill>
                <a:latin typeface="Consolas"/>
                <a:ea typeface="ＭＳ Ｐゴシック"/>
              </a:rPr>
              <a:t>"</a:t>
            </a:r>
            <a:r>
              <a:rPr lang="en-US" sz="1600">
                <a:solidFill>
                  <a:srgbClr val="000000"/>
                </a:solidFill>
                <a:latin typeface="Consolas"/>
                <a:ea typeface="ＭＳ Ｐゴシック"/>
              </a:rPr>
              <a:t>);</a:t>
            </a:r>
          </a:p>
          <a:p>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$"value: </a:t>
            </a:r>
            <a:r>
              <a:rPr lang="en-US" sz="1600">
                <a:solidFill>
                  <a:srgbClr val="000000"/>
                </a:solidFill>
                <a:latin typeface="Consolas" panose="020B0609020204030204" pitchFamily="49" charset="0"/>
              </a:rPr>
              <a:t>{value}</a:t>
            </a:r>
            <a:r>
              <a:rPr lang="en-US" sz="1600">
                <a:solidFill>
                  <a:srgbClr val="A31515"/>
                </a:solidFill>
                <a:latin typeface="Consolas" panose="020B0609020204030204" pitchFamily="49" charset="0"/>
              </a:rPr>
              <a:t> value2: </a:t>
            </a:r>
            <a:r>
              <a:rPr lang="en-US" sz="1600">
                <a:solidFill>
                  <a:srgbClr val="000000"/>
                </a:solidFill>
                <a:latin typeface="Consolas" panose="020B0609020204030204" pitchFamily="49" charset="0"/>
              </a:rPr>
              <a:t>{value2}</a:t>
            </a:r>
            <a:r>
              <a:rPr lang="en-US" sz="1600">
                <a:solidFill>
                  <a:srgbClr val="A31515"/>
                </a:solidFill>
                <a:latin typeface="Consolas" panose="020B0609020204030204" pitchFamily="49" charset="0"/>
              </a:rPr>
              <a:t> mod: </a:t>
            </a:r>
            <a:r>
              <a:rPr lang="en-US" sz="1600">
                <a:solidFill>
                  <a:srgbClr val="000000"/>
                </a:solidFill>
                <a:latin typeface="Consolas" panose="020B0609020204030204" pitchFamily="49" charset="0"/>
              </a:rPr>
              <a:t>{mod}</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a:t>
            </a:r>
            <a:endParaRPr lang="en-US" sz="1600">
              <a:latin typeface="+mn-lt"/>
            </a:endParaRPr>
          </a:p>
        </p:txBody>
      </p:sp>
      <p:pic>
        <p:nvPicPr>
          <p:cNvPr id="7" name="Picture 6">
            <a:extLst>
              <a:ext uri="{FF2B5EF4-FFF2-40B4-BE49-F238E27FC236}">
                <a16:creationId xmlns:a16="http://schemas.microsoft.com/office/drawing/2014/main" id="{42FB6556-AD7B-4438-8F19-84B9D70AD3C4}"/>
              </a:ext>
            </a:extLst>
          </p:cNvPr>
          <p:cNvPicPr>
            <a:picLocks noChangeAspect="1"/>
          </p:cNvPicPr>
          <p:nvPr/>
        </p:nvPicPr>
        <p:blipFill>
          <a:blip r:embed="rId3"/>
          <a:stretch>
            <a:fillRect/>
          </a:stretch>
        </p:blipFill>
        <p:spPr>
          <a:xfrm>
            <a:off x="672001" y="5693929"/>
            <a:ext cx="5019048" cy="438095"/>
          </a:xfrm>
          <a:prstGeom prst="rect">
            <a:avLst/>
          </a:prstGeom>
        </p:spPr>
      </p:pic>
    </p:spTree>
    <p:extLst>
      <p:ext uri="{BB962C8B-B14F-4D97-AF65-F5344CB8AC3E}">
        <p14:creationId xmlns:p14="http://schemas.microsoft.com/office/powerpoint/2010/main" val="7271439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39A71-DD4C-46F0-9CC3-B7A90DB194C3}"/>
              </a:ext>
            </a:extLst>
          </p:cNvPr>
          <p:cNvSpPr>
            <a:spLocks noGrp="1"/>
          </p:cNvSpPr>
          <p:nvPr>
            <p:ph type="title"/>
          </p:nvPr>
        </p:nvSpPr>
        <p:spPr/>
        <p:txBody>
          <a:bodyPr/>
          <a:lstStyle/>
          <a:p>
            <a:r>
              <a:rPr lang="en-US"/>
              <a:t>Logical operators</a:t>
            </a:r>
          </a:p>
        </p:txBody>
      </p:sp>
      <p:sp>
        <p:nvSpPr>
          <p:cNvPr id="3" name="Slide Number Placeholder 2">
            <a:extLst>
              <a:ext uri="{FF2B5EF4-FFF2-40B4-BE49-F238E27FC236}">
                <a16:creationId xmlns:a16="http://schemas.microsoft.com/office/drawing/2014/main" id="{0EAB7B8F-0D35-4854-B274-A24AF8FF7638}"/>
              </a:ext>
            </a:extLst>
          </p:cNvPr>
          <p:cNvSpPr>
            <a:spLocks noGrp="1"/>
          </p:cNvSpPr>
          <p:nvPr>
            <p:ph type="sldNum" sz="quarter" idx="11"/>
          </p:nvPr>
        </p:nvSpPr>
        <p:spPr/>
        <p:txBody>
          <a:bodyPr/>
          <a:lstStyle/>
          <a:p>
            <a:fld id="{E16BA917-7F09-4B8D-AF07-F52890C14046}" type="slidenum">
              <a:rPr lang="da-DK" smtClean="0"/>
              <a:pPr/>
              <a:t>50</a:t>
            </a:fld>
            <a:endParaRPr lang="da-DK"/>
          </a:p>
        </p:txBody>
      </p:sp>
      <p:sp>
        <p:nvSpPr>
          <p:cNvPr id="4" name="Text Placeholder 3">
            <a:extLst>
              <a:ext uri="{FF2B5EF4-FFF2-40B4-BE49-F238E27FC236}">
                <a16:creationId xmlns:a16="http://schemas.microsoft.com/office/drawing/2014/main" id="{72D18637-DB8C-4200-BA44-09756D1A9714}"/>
              </a:ext>
            </a:extLst>
          </p:cNvPr>
          <p:cNvSpPr>
            <a:spLocks noGrp="1"/>
          </p:cNvSpPr>
          <p:nvPr>
            <p:ph type="body" sz="quarter" idx="17"/>
          </p:nvPr>
        </p:nvSpPr>
        <p:spPr/>
        <p:txBody>
          <a:bodyPr/>
          <a:lstStyle/>
          <a:p>
            <a:r>
              <a:rPr lang="en-US"/>
              <a:t>Working with Boolean data type </a:t>
            </a:r>
          </a:p>
        </p:txBody>
      </p:sp>
      <p:sp>
        <p:nvSpPr>
          <p:cNvPr id="5" name="TextBox 4">
            <a:extLst>
              <a:ext uri="{FF2B5EF4-FFF2-40B4-BE49-F238E27FC236}">
                <a16:creationId xmlns:a16="http://schemas.microsoft.com/office/drawing/2014/main" id="{7BB3E393-FC93-4EC4-BA94-10F8CDBAA844}"/>
              </a:ext>
            </a:extLst>
          </p:cNvPr>
          <p:cNvSpPr txBox="1"/>
          <p:nvPr/>
        </p:nvSpPr>
        <p:spPr>
          <a:xfrm>
            <a:off x="641364" y="1854148"/>
            <a:ext cx="6251944" cy="2736902"/>
          </a:xfrm>
          <a:prstGeom prst="rect">
            <a:avLst/>
          </a:prstGeom>
          <a:noFill/>
        </p:spPr>
        <p:txBody>
          <a:bodyPr wrap="none" lIns="0" tIns="0" rIns="0" bIns="0" rtlCol="0" anchor="t">
            <a:noAutofit/>
          </a:bodyPr>
          <a:lstStyle/>
          <a:p>
            <a:endParaRPr lang="en-US" sz="1600">
              <a:solidFill>
                <a:srgbClr val="000000"/>
              </a:solidFill>
              <a:latin typeface="Consolas" panose="020B0609020204030204" pitchFamily="49" charset="0"/>
            </a:endParaRPr>
          </a:p>
          <a:p>
            <a:r>
              <a:rPr lang="en-US" sz="1600">
                <a:solidFill>
                  <a:srgbClr val="000000"/>
                </a:solidFill>
                <a:latin typeface="Consolas"/>
                <a:ea typeface="ＭＳ Ｐゴシック"/>
              </a:rPr>
              <a:t> </a:t>
            </a:r>
            <a:r>
              <a:rPr lang="en-US" sz="1600">
                <a:solidFill>
                  <a:srgbClr val="0000FF"/>
                </a:solidFill>
                <a:latin typeface="Consolas"/>
                <a:ea typeface="ＭＳ Ｐゴシック"/>
              </a:rPr>
              <a:t>bool</a:t>
            </a:r>
            <a:r>
              <a:rPr lang="en-US" sz="1600">
                <a:solidFill>
                  <a:srgbClr val="000000"/>
                </a:solidFill>
                <a:latin typeface="Consolas"/>
                <a:ea typeface="ＭＳ Ｐゴシック"/>
              </a:rPr>
              <a:t> cond1 = </a:t>
            </a:r>
            <a:r>
              <a:rPr lang="en-US" sz="1600">
                <a:solidFill>
                  <a:srgbClr val="0000FF"/>
                </a:solidFill>
                <a:latin typeface="Consolas"/>
                <a:ea typeface="ＭＳ Ｐゴシック"/>
              </a:rPr>
              <a:t>false</a:t>
            </a:r>
            <a:r>
              <a:rPr lang="en-US" sz="1600">
                <a:solidFill>
                  <a:srgbClr val="000000"/>
                </a:solidFill>
                <a:latin typeface="Consolas"/>
                <a:ea typeface="ＭＳ Ｐゴシック"/>
              </a:rPr>
              <a:t>;</a:t>
            </a:r>
          </a:p>
          <a:p>
            <a:r>
              <a:rPr lang="en-US" sz="1600">
                <a:solidFill>
                  <a:srgbClr val="000000"/>
                </a:solidFill>
                <a:latin typeface="Consolas"/>
                <a:ea typeface="ＭＳ Ｐゴシック"/>
              </a:rPr>
              <a:t> </a:t>
            </a:r>
            <a:r>
              <a:rPr lang="en-US" sz="1600">
                <a:solidFill>
                  <a:srgbClr val="0000FF"/>
                </a:solidFill>
                <a:latin typeface="Consolas"/>
                <a:ea typeface="ＭＳ Ｐゴシック"/>
              </a:rPr>
              <a:t>bool</a:t>
            </a:r>
            <a:r>
              <a:rPr lang="en-US" sz="1600">
                <a:solidFill>
                  <a:srgbClr val="000000"/>
                </a:solidFill>
                <a:latin typeface="Consolas"/>
                <a:ea typeface="ＭＳ Ｐゴシック"/>
              </a:rPr>
              <a:t> cond2 = </a:t>
            </a:r>
            <a:r>
              <a:rPr lang="en-US" sz="1600">
                <a:solidFill>
                  <a:srgbClr val="0000FF"/>
                </a:solidFill>
                <a:latin typeface="Consolas"/>
                <a:ea typeface="ＭＳ Ｐゴシック"/>
              </a:rPr>
              <a:t>true</a:t>
            </a:r>
            <a:r>
              <a:rPr lang="en-US" sz="1600">
                <a:solidFill>
                  <a:srgbClr val="000000"/>
                </a:solidFill>
                <a:latin typeface="Consolas"/>
                <a:ea typeface="ＭＳ Ｐゴシック"/>
              </a:rPr>
              <a:t>;</a:t>
            </a:r>
          </a:p>
          <a:p>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 bool</a:t>
            </a:r>
            <a:r>
              <a:rPr lang="en-US" sz="1600">
                <a:solidFill>
                  <a:srgbClr val="000000"/>
                </a:solidFill>
                <a:latin typeface="Consolas" panose="020B0609020204030204" pitchFamily="49" charset="0"/>
              </a:rPr>
              <a:t> cond1OrCond2 = cond1 || cond2; </a:t>
            </a:r>
            <a:r>
              <a:rPr lang="en-US" sz="1600">
                <a:solidFill>
                  <a:srgbClr val="008000"/>
                </a:solidFill>
                <a:latin typeface="Consolas" panose="020B0609020204030204" pitchFamily="49" charset="0"/>
              </a:rPr>
              <a:t>// logical OR</a:t>
            </a:r>
            <a:endParaRPr lang="en-US" sz="1600">
              <a:solidFill>
                <a:srgbClr val="000000"/>
              </a:solidFill>
              <a:latin typeface="Consolas" panose="020B0609020204030204" pitchFamily="49" charset="0"/>
            </a:endParaRPr>
          </a:p>
          <a:p>
            <a:r>
              <a:rPr lang="en-US" sz="1600">
                <a:solidFill>
                  <a:srgbClr val="000000"/>
                </a:solidFill>
                <a:latin typeface="Consolas"/>
                <a:ea typeface="ＭＳ Ｐゴシック"/>
              </a:rPr>
              <a:t> </a:t>
            </a:r>
            <a:r>
              <a:rPr lang="en-US" sz="1600">
                <a:solidFill>
                  <a:srgbClr val="0000FF"/>
                </a:solidFill>
                <a:latin typeface="Consolas"/>
                <a:ea typeface="ＭＳ Ｐゴシック"/>
              </a:rPr>
              <a:t>bool</a:t>
            </a:r>
            <a:r>
              <a:rPr lang="en-US" sz="1600">
                <a:solidFill>
                  <a:srgbClr val="000000"/>
                </a:solidFill>
                <a:latin typeface="Consolas"/>
                <a:ea typeface="ＭＳ Ｐゴシック"/>
              </a:rPr>
              <a:t> cond1AndCond2 = cond1 &amp;&amp; cond2; </a:t>
            </a:r>
            <a:r>
              <a:rPr lang="en-US" sz="1600">
                <a:solidFill>
                  <a:srgbClr val="008000"/>
                </a:solidFill>
                <a:latin typeface="Consolas"/>
                <a:ea typeface="ＭＳ Ｐゴシック"/>
              </a:rPr>
              <a:t>// logical AND</a:t>
            </a:r>
            <a:br>
              <a:rPr lang="en-US" sz="1600">
                <a:latin typeface="Consolas"/>
                <a:ea typeface="ＭＳ Ｐゴシック"/>
              </a:rPr>
            </a:br>
            <a:br>
              <a:rPr lang="en-US" sz="1600">
                <a:latin typeface="Consolas"/>
                <a:ea typeface="ＭＳ Ｐゴシック"/>
              </a:rPr>
            </a:br>
            <a:r>
              <a:rPr lang="en-US" sz="1600">
                <a:solidFill>
                  <a:srgbClr val="000000"/>
                </a:solidFill>
                <a:latin typeface="Consolas"/>
                <a:ea typeface="ＭＳ Ｐゴシック"/>
              </a:rPr>
              <a:t> </a:t>
            </a:r>
            <a:r>
              <a:rPr lang="en-US" sz="1600">
                <a:solidFill>
                  <a:srgbClr val="2B91AF"/>
                </a:solidFill>
                <a:latin typeface="Consolas"/>
                <a:ea typeface="ＭＳ Ｐゴシック"/>
              </a:rPr>
              <a:t>Console</a:t>
            </a:r>
            <a:r>
              <a:rPr lang="en-US" sz="1600">
                <a:solidFill>
                  <a:srgbClr val="000000"/>
                </a:solidFill>
                <a:latin typeface="Consolas"/>
                <a:ea typeface="ＭＳ Ｐゴシック"/>
              </a:rPr>
              <a:t>.WriteLine(cond1OrCond2);</a:t>
            </a:r>
          </a:p>
          <a:p>
            <a:r>
              <a:rPr lang="en-US" sz="1600">
                <a:solidFill>
                  <a:srgbClr val="2B91AF"/>
                </a:solidFill>
                <a:latin typeface="Consolas"/>
                <a:ea typeface="ＭＳ Ｐゴシック"/>
              </a:rPr>
              <a:t> </a:t>
            </a:r>
            <a:r>
              <a:rPr lang="en-US" sz="1600" err="1">
                <a:solidFill>
                  <a:srgbClr val="2B91AF"/>
                </a:solidFill>
                <a:latin typeface="Consolas"/>
                <a:ea typeface="ＭＳ Ｐゴシック"/>
              </a:rPr>
              <a:t>Console</a:t>
            </a:r>
            <a:r>
              <a:rPr lang="en-US" sz="1600" err="1">
                <a:solidFill>
                  <a:srgbClr val="000000"/>
                </a:solidFill>
                <a:latin typeface="Consolas"/>
                <a:ea typeface="ＭＳ Ｐゴシック"/>
              </a:rPr>
              <a:t>.WriteLine</a:t>
            </a:r>
            <a:r>
              <a:rPr lang="en-US" sz="1600">
                <a:solidFill>
                  <a:srgbClr val="000000"/>
                </a:solidFill>
                <a:latin typeface="Consolas"/>
                <a:ea typeface="ＭＳ Ｐゴシック"/>
              </a:rPr>
              <a:t>(cond1AndCond2);</a:t>
            </a:r>
            <a:endParaRPr lang="en-US" sz="1600">
              <a:latin typeface="Consolas"/>
              <a:ea typeface="ＭＳ Ｐゴシック"/>
            </a:endParaRPr>
          </a:p>
        </p:txBody>
      </p:sp>
      <p:pic>
        <p:nvPicPr>
          <p:cNvPr id="7" name="Picture 6">
            <a:extLst>
              <a:ext uri="{FF2B5EF4-FFF2-40B4-BE49-F238E27FC236}">
                <a16:creationId xmlns:a16="http://schemas.microsoft.com/office/drawing/2014/main" id="{1497704C-EE07-4F64-880D-5A8D9E1882BF}"/>
              </a:ext>
            </a:extLst>
          </p:cNvPr>
          <p:cNvPicPr>
            <a:picLocks noChangeAspect="1"/>
          </p:cNvPicPr>
          <p:nvPr/>
        </p:nvPicPr>
        <p:blipFill>
          <a:blip r:embed="rId2"/>
          <a:stretch>
            <a:fillRect/>
          </a:stretch>
        </p:blipFill>
        <p:spPr>
          <a:xfrm>
            <a:off x="672001" y="5096129"/>
            <a:ext cx="1200000" cy="371429"/>
          </a:xfrm>
          <a:prstGeom prst="rect">
            <a:avLst/>
          </a:prstGeom>
        </p:spPr>
      </p:pic>
    </p:spTree>
    <p:extLst>
      <p:ext uri="{BB962C8B-B14F-4D97-AF65-F5344CB8AC3E}">
        <p14:creationId xmlns:p14="http://schemas.microsoft.com/office/powerpoint/2010/main" val="23028483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0159-5836-494C-9282-29D622CA11F8}"/>
              </a:ext>
            </a:extLst>
          </p:cNvPr>
          <p:cNvSpPr>
            <a:spLocks noGrp="1"/>
          </p:cNvSpPr>
          <p:nvPr>
            <p:ph type="title"/>
          </p:nvPr>
        </p:nvSpPr>
        <p:spPr/>
        <p:txBody>
          <a:bodyPr/>
          <a:lstStyle/>
          <a:p>
            <a:r>
              <a:rPr lang="en-US"/>
              <a:t>Comparison operators</a:t>
            </a:r>
          </a:p>
        </p:txBody>
      </p:sp>
      <p:sp>
        <p:nvSpPr>
          <p:cNvPr id="3" name="Slide Number Placeholder 2">
            <a:extLst>
              <a:ext uri="{FF2B5EF4-FFF2-40B4-BE49-F238E27FC236}">
                <a16:creationId xmlns:a16="http://schemas.microsoft.com/office/drawing/2014/main" id="{231BA68C-0610-4177-8CE8-2EAF9D0C9062}"/>
              </a:ext>
            </a:extLst>
          </p:cNvPr>
          <p:cNvSpPr>
            <a:spLocks noGrp="1"/>
          </p:cNvSpPr>
          <p:nvPr>
            <p:ph type="sldNum" sz="quarter" idx="11"/>
          </p:nvPr>
        </p:nvSpPr>
        <p:spPr/>
        <p:txBody>
          <a:bodyPr/>
          <a:lstStyle/>
          <a:p>
            <a:fld id="{E16BA917-7F09-4B8D-AF07-F52890C14046}" type="slidenum">
              <a:rPr lang="da-DK" smtClean="0"/>
              <a:pPr/>
              <a:t>51</a:t>
            </a:fld>
            <a:endParaRPr lang="da-DK"/>
          </a:p>
        </p:txBody>
      </p:sp>
      <p:sp>
        <p:nvSpPr>
          <p:cNvPr id="4" name="Text Placeholder 3">
            <a:extLst>
              <a:ext uri="{FF2B5EF4-FFF2-40B4-BE49-F238E27FC236}">
                <a16:creationId xmlns:a16="http://schemas.microsoft.com/office/drawing/2014/main" id="{23BE3430-10EF-4830-ABB8-60F7B70C9956}"/>
              </a:ext>
            </a:extLst>
          </p:cNvPr>
          <p:cNvSpPr>
            <a:spLocks noGrp="1"/>
          </p:cNvSpPr>
          <p:nvPr>
            <p:ph type="body" sz="quarter" idx="17"/>
          </p:nvPr>
        </p:nvSpPr>
        <p:spPr/>
        <p:txBody>
          <a:bodyPr/>
          <a:lstStyle/>
          <a:p>
            <a:r>
              <a:rPr lang="en-US"/>
              <a:t>Relation between numerical values</a:t>
            </a:r>
          </a:p>
        </p:txBody>
      </p:sp>
      <p:sp>
        <p:nvSpPr>
          <p:cNvPr id="5" name="TextBox 4">
            <a:extLst>
              <a:ext uri="{FF2B5EF4-FFF2-40B4-BE49-F238E27FC236}">
                <a16:creationId xmlns:a16="http://schemas.microsoft.com/office/drawing/2014/main" id="{AEC4655D-2186-4CA6-B50F-AE385B4FD32C}"/>
              </a:ext>
            </a:extLst>
          </p:cNvPr>
          <p:cNvSpPr txBox="1"/>
          <p:nvPr/>
        </p:nvSpPr>
        <p:spPr>
          <a:xfrm>
            <a:off x="672001" y="1639307"/>
            <a:ext cx="8071949" cy="4316818"/>
          </a:xfrm>
          <a:prstGeom prst="rect">
            <a:avLst/>
          </a:prstGeom>
          <a:noFill/>
        </p:spPr>
        <p:txBody>
          <a:bodyPr wrap="none" lIns="0" tIns="0" rIns="0" bIns="0" rtlCol="0">
            <a:noAutofit/>
          </a:bodyPr>
          <a:lstStyle/>
          <a:p>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firstNumber</a:t>
            </a:r>
            <a:r>
              <a:rPr lang="en-US" sz="1800">
                <a:solidFill>
                  <a:srgbClr val="000000"/>
                </a:solidFill>
                <a:latin typeface="Consolas" panose="020B0609020204030204" pitchFamily="49" charset="0"/>
              </a:rPr>
              <a:t> = 15;</a:t>
            </a:r>
          </a:p>
          <a:p>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secondNumber</a:t>
            </a:r>
            <a:r>
              <a:rPr lang="en-US" sz="1800">
                <a:solidFill>
                  <a:srgbClr val="000000"/>
                </a:solidFill>
                <a:latin typeface="Consolas" panose="020B0609020204030204" pitchFamily="49" charset="0"/>
              </a:rPr>
              <a:t> = 14;</a:t>
            </a:r>
          </a:p>
          <a:p>
            <a:endParaRPr lang="en-US" sz="1800">
              <a:solidFill>
                <a:srgbClr val="0000FF"/>
              </a:solidFill>
              <a:latin typeface="Consolas" panose="020B0609020204030204" pitchFamily="49" charset="0"/>
            </a:endParaRPr>
          </a:p>
          <a:p>
            <a:r>
              <a:rPr lang="en-US" sz="1800">
                <a:solidFill>
                  <a:srgbClr val="0000FF"/>
                </a:solidFill>
                <a:latin typeface="Consolas" panose="020B0609020204030204" pitchFamily="49" charset="0"/>
              </a:rPr>
              <a:t>bool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equalToRes</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firstNumber</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secondNumber</a:t>
            </a:r>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false</a:t>
            </a:r>
            <a:endParaRPr lang="en-US" sz="1800">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equalToRes</a:t>
            </a:r>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bool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greaterThenRes</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firstNumber</a:t>
            </a:r>
            <a:r>
              <a:rPr lang="en-US" sz="1800">
                <a:solidFill>
                  <a:srgbClr val="000000"/>
                </a:solidFill>
                <a:latin typeface="Consolas" panose="020B0609020204030204" pitchFamily="49" charset="0"/>
              </a:rPr>
              <a:t> &gt; </a:t>
            </a:r>
            <a:r>
              <a:rPr lang="en-US" sz="1800" err="1">
                <a:solidFill>
                  <a:srgbClr val="000000"/>
                </a:solidFill>
                <a:latin typeface="Consolas" panose="020B0609020204030204" pitchFamily="49" charset="0"/>
              </a:rPr>
              <a:t>secondNumber</a:t>
            </a:r>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true</a:t>
            </a:r>
            <a:endParaRPr lang="en-US" sz="1800">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greaterThenRes</a:t>
            </a:r>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bool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lessThanRes</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firstNumber</a:t>
            </a:r>
            <a:r>
              <a:rPr lang="en-US" sz="1800">
                <a:solidFill>
                  <a:srgbClr val="000000"/>
                </a:solidFill>
                <a:latin typeface="Consolas" panose="020B0609020204030204" pitchFamily="49" charset="0"/>
              </a:rPr>
              <a:t> &lt; </a:t>
            </a:r>
            <a:r>
              <a:rPr lang="en-US" sz="1800" err="1">
                <a:solidFill>
                  <a:srgbClr val="000000"/>
                </a:solidFill>
                <a:latin typeface="Consolas" panose="020B0609020204030204" pitchFamily="49" charset="0"/>
              </a:rPr>
              <a:t>secondNumber</a:t>
            </a:r>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false</a:t>
            </a:r>
            <a:endParaRPr lang="en-US" sz="1800">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lessThanRes</a:t>
            </a:r>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bool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greaterOrEqualToRes</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firstNumber</a:t>
            </a:r>
            <a:r>
              <a:rPr lang="en-US" sz="1800">
                <a:solidFill>
                  <a:srgbClr val="000000"/>
                </a:solidFill>
                <a:latin typeface="Consolas" panose="020B0609020204030204" pitchFamily="49" charset="0"/>
              </a:rPr>
              <a:t> &gt;= </a:t>
            </a:r>
            <a:r>
              <a:rPr lang="en-US" sz="1800" err="1">
                <a:solidFill>
                  <a:srgbClr val="000000"/>
                </a:solidFill>
                <a:latin typeface="Consolas" panose="020B0609020204030204" pitchFamily="49" charset="0"/>
              </a:rPr>
              <a:t>secondNumber</a:t>
            </a:r>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true</a:t>
            </a:r>
            <a:endParaRPr lang="en-US" sz="1800">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greaterOrEqualToRes</a:t>
            </a:r>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bool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lessOrEqualToRes</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firstNumber</a:t>
            </a:r>
            <a:r>
              <a:rPr lang="en-US" sz="1800">
                <a:solidFill>
                  <a:srgbClr val="000000"/>
                </a:solidFill>
                <a:latin typeface="Consolas" panose="020B0609020204030204" pitchFamily="49" charset="0"/>
              </a:rPr>
              <a:t> &lt;= </a:t>
            </a:r>
            <a:r>
              <a:rPr lang="en-US" sz="1800" err="1">
                <a:solidFill>
                  <a:srgbClr val="000000"/>
                </a:solidFill>
                <a:latin typeface="Consolas" panose="020B0609020204030204" pitchFamily="49" charset="0"/>
              </a:rPr>
              <a:t>secondNumber</a:t>
            </a:r>
            <a:r>
              <a:rPr lang="en-US" sz="1800">
                <a:solidFill>
                  <a:srgbClr val="000000"/>
                </a:solidFill>
                <a:latin typeface="Consolas" panose="020B0609020204030204" pitchFamily="49" charset="0"/>
              </a:rPr>
              <a:t> + 1; </a:t>
            </a:r>
            <a:r>
              <a:rPr lang="en-US" sz="1800">
                <a:solidFill>
                  <a:srgbClr val="008000"/>
                </a:solidFill>
                <a:latin typeface="Consolas" panose="020B0609020204030204" pitchFamily="49" charset="0"/>
              </a:rPr>
              <a:t>// true</a:t>
            </a:r>
            <a:endParaRPr lang="en-US" sz="1800">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lessOrEqualToRes</a:t>
            </a:r>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bool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notEqualToRes</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firstNumber</a:t>
            </a:r>
            <a:r>
              <a:rPr lang="en-US" sz="1800">
                <a:solidFill>
                  <a:srgbClr val="000000"/>
                </a:solidFill>
                <a:latin typeface="Consolas" panose="020B0609020204030204" pitchFamily="49" charset="0"/>
              </a:rPr>
              <a:t> != </a:t>
            </a:r>
            <a:r>
              <a:rPr lang="en-US" sz="1800" err="1">
                <a:solidFill>
                  <a:srgbClr val="000000"/>
                </a:solidFill>
                <a:latin typeface="Consolas" panose="020B0609020204030204" pitchFamily="49" charset="0"/>
              </a:rPr>
              <a:t>secondNumber</a:t>
            </a:r>
            <a:r>
              <a:rPr lang="en-US" sz="1800">
                <a:solidFill>
                  <a:srgbClr val="000000"/>
                </a:solidFill>
                <a:latin typeface="Consolas" panose="020B0609020204030204" pitchFamily="49" charset="0"/>
              </a:rPr>
              <a:t>; </a:t>
            </a:r>
            <a:r>
              <a:rPr lang="en-US" sz="1800">
                <a:solidFill>
                  <a:srgbClr val="008000"/>
                </a:solidFill>
                <a:latin typeface="Consolas" panose="020B0609020204030204" pitchFamily="49" charset="0"/>
              </a:rPr>
              <a:t>// true</a:t>
            </a:r>
            <a:endParaRPr lang="en-US">
              <a:solidFill>
                <a:srgbClr val="000000"/>
              </a:solidFill>
              <a:latin typeface="Consolas" panose="020B0609020204030204" pitchFamily="49" charset="0"/>
            </a:endParaRPr>
          </a:p>
          <a:p>
            <a:r>
              <a:rPr lang="en-US" sz="1800" err="1">
                <a:solidFill>
                  <a:srgbClr val="2B91AF"/>
                </a:solidFill>
                <a:latin typeface="Consolas" panose="020B0609020204030204" pitchFamily="49" charset="0"/>
              </a:rPr>
              <a:t>Console</a:t>
            </a:r>
            <a:r>
              <a:rPr lang="en-US" sz="1800" err="1">
                <a:solidFill>
                  <a:srgbClr val="000000"/>
                </a:solidFill>
                <a:latin typeface="Consolas" panose="020B0609020204030204" pitchFamily="49" charset="0"/>
              </a:rPr>
              <a:t>.WriteLine</a:t>
            </a:r>
            <a:r>
              <a:rPr lang="en-US" sz="1800">
                <a:solidFill>
                  <a:srgbClr val="000000"/>
                </a:solidFill>
                <a:latin typeface="Consolas" panose="020B0609020204030204" pitchFamily="49" charset="0"/>
              </a:rPr>
              <a:t>(</a:t>
            </a:r>
            <a:r>
              <a:rPr lang="en-US" sz="1800" err="1">
                <a:solidFill>
                  <a:srgbClr val="000000"/>
                </a:solidFill>
                <a:latin typeface="Consolas" panose="020B0609020204030204" pitchFamily="49" charset="0"/>
              </a:rPr>
              <a:t>notEqualToRes</a:t>
            </a:r>
            <a:r>
              <a:rPr lang="en-US" sz="1800">
                <a:solidFill>
                  <a:srgbClr val="000000"/>
                </a:solidFill>
                <a:latin typeface="Consolas" panose="020B0609020204030204" pitchFamily="49" charset="0"/>
              </a:rPr>
              <a:t>);</a:t>
            </a:r>
            <a:endParaRPr lang="en-US" sz="1600">
              <a:latin typeface="+mn-lt"/>
            </a:endParaRPr>
          </a:p>
        </p:txBody>
      </p:sp>
      <p:pic>
        <p:nvPicPr>
          <p:cNvPr id="7" name="Picture 6">
            <a:extLst>
              <a:ext uri="{FF2B5EF4-FFF2-40B4-BE49-F238E27FC236}">
                <a16:creationId xmlns:a16="http://schemas.microsoft.com/office/drawing/2014/main" id="{48333382-1D69-4A85-B400-74A9C79590BE}"/>
              </a:ext>
            </a:extLst>
          </p:cNvPr>
          <p:cNvPicPr>
            <a:picLocks noChangeAspect="1"/>
          </p:cNvPicPr>
          <p:nvPr/>
        </p:nvPicPr>
        <p:blipFill>
          <a:blip r:embed="rId3"/>
          <a:stretch>
            <a:fillRect/>
          </a:stretch>
        </p:blipFill>
        <p:spPr>
          <a:xfrm>
            <a:off x="9096458" y="4687714"/>
            <a:ext cx="1333333" cy="1114286"/>
          </a:xfrm>
          <a:prstGeom prst="rect">
            <a:avLst/>
          </a:prstGeom>
        </p:spPr>
      </p:pic>
    </p:spTree>
    <p:extLst>
      <p:ext uri="{BB962C8B-B14F-4D97-AF65-F5344CB8AC3E}">
        <p14:creationId xmlns:p14="http://schemas.microsoft.com/office/powerpoint/2010/main" val="25230605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F8424-149F-482E-902B-1E70A0A8F60C}"/>
              </a:ext>
            </a:extLst>
          </p:cNvPr>
          <p:cNvSpPr>
            <a:spLocks noGrp="1"/>
          </p:cNvSpPr>
          <p:nvPr>
            <p:ph type="title"/>
          </p:nvPr>
        </p:nvSpPr>
        <p:spPr/>
        <p:txBody>
          <a:bodyPr/>
          <a:lstStyle/>
          <a:p>
            <a:r>
              <a:rPr lang="en-US"/>
              <a:t>unary operators</a:t>
            </a:r>
          </a:p>
        </p:txBody>
      </p:sp>
      <p:sp>
        <p:nvSpPr>
          <p:cNvPr id="3" name="Slide Number Placeholder 2">
            <a:extLst>
              <a:ext uri="{FF2B5EF4-FFF2-40B4-BE49-F238E27FC236}">
                <a16:creationId xmlns:a16="http://schemas.microsoft.com/office/drawing/2014/main" id="{06C37E69-59CD-4A46-986F-D9F3CC1769E8}"/>
              </a:ext>
            </a:extLst>
          </p:cNvPr>
          <p:cNvSpPr>
            <a:spLocks noGrp="1"/>
          </p:cNvSpPr>
          <p:nvPr>
            <p:ph type="sldNum" sz="quarter" idx="11"/>
          </p:nvPr>
        </p:nvSpPr>
        <p:spPr/>
        <p:txBody>
          <a:bodyPr/>
          <a:lstStyle/>
          <a:p>
            <a:fld id="{E16BA917-7F09-4B8D-AF07-F52890C14046}" type="slidenum">
              <a:rPr lang="da-DK" smtClean="0"/>
              <a:pPr/>
              <a:t>52</a:t>
            </a:fld>
            <a:endParaRPr lang="da-DK"/>
          </a:p>
        </p:txBody>
      </p:sp>
      <p:sp>
        <p:nvSpPr>
          <p:cNvPr id="4" name="Text Placeholder 3">
            <a:extLst>
              <a:ext uri="{FF2B5EF4-FFF2-40B4-BE49-F238E27FC236}">
                <a16:creationId xmlns:a16="http://schemas.microsoft.com/office/drawing/2014/main" id="{5849D933-5BD6-40EA-927E-B8683B5EEB35}"/>
              </a:ext>
            </a:extLst>
          </p:cNvPr>
          <p:cNvSpPr>
            <a:spLocks noGrp="1"/>
          </p:cNvSpPr>
          <p:nvPr>
            <p:ph type="body" sz="quarter" idx="17"/>
          </p:nvPr>
        </p:nvSpPr>
        <p:spPr/>
        <p:txBody>
          <a:bodyPr/>
          <a:lstStyle/>
          <a:p>
            <a:r>
              <a:rPr lang="en-US"/>
              <a:t>Unary form of PLUS, Minus and Logical Negation (NOT) </a:t>
            </a:r>
          </a:p>
        </p:txBody>
      </p:sp>
      <p:sp>
        <p:nvSpPr>
          <p:cNvPr id="5" name="TextBox 4">
            <a:extLst>
              <a:ext uri="{FF2B5EF4-FFF2-40B4-BE49-F238E27FC236}">
                <a16:creationId xmlns:a16="http://schemas.microsoft.com/office/drawing/2014/main" id="{E008C0E0-CEB8-41DA-BB54-F53C01BF39EB}"/>
              </a:ext>
            </a:extLst>
          </p:cNvPr>
          <p:cNvSpPr txBox="1"/>
          <p:nvPr/>
        </p:nvSpPr>
        <p:spPr>
          <a:xfrm>
            <a:off x="672001" y="1770321"/>
            <a:ext cx="6675859" cy="3317358"/>
          </a:xfrm>
          <a:prstGeom prst="rect">
            <a:avLst/>
          </a:prstGeom>
          <a:noFill/>
        </p:spPr>
        <p:txBody>
          <a:bodyPr wrap="none" lIns="0" tIns="0" rIns="0" bIns="0" rtlCol="0">
            <a:noAutofit/>
          </a:bodyPr>
          <a:lstStyle/>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firstNumber</a:t>
            </a:r>
            <a:r>
              <a:rPr lang="en-US" sz="1600">
                <a:solidFill>
                  <a:srgbClr val="000000"/>
                </a:solidFill>
                <a:latin typeface="Consolas" panose="020B0609020204030204" pitchFamily="49" charset="0"/>
              </a:rPr>
              <a:t> = -15;</a:t>
            </a:r>
          </a:p>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secondNumber</a:t>
            </a:r>
            <a:r>
              <a:rPr lang="en-US" sz="1600">
                <a:solidFill>
                  <a:srgbClr val="000000"/>
                </a:solidFill>
                <a:latin typeface="Consolas" panose="020B0609020204030204" pitchFamily="49" charset="0"/>
              </a:rPr>
              <a:t> = +14;</a:t>
            </a:r>
          </a:p>
          <a:p>
            <a:endParaRPr lang="en-US" sz="1600">
              <a:solidFill>
                <a:srgbClr val="0000FF"/>
              </a:solidFill>
              <a:latin typeface="Consolas" panose="020B0609020204030204" pitchFamily="49" charset="0"/>
            </a:endParaRPr>
          </a:p>
          <a:p>
            <a:r>
              <a:rPr lang="en-US" sz="1600">
                <a:solidFill>
                  <a:srgbClr val="0000FF"/>
                </a:solidFill>
                <a:latin typeface="Consolas" panose="020B0609020204030204" pitchFamily="49" charset="0"/>
              </a:rPr>
              <a:t>bool</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equalToRes</a:t>
            </a:r>
            <a:r>
              <a:rPr lang="en-US" sz="1600">
                <a:solidFill>
                  <a:srgbClr val="000000"/>
                </a:solidFill>
                <a:latin typeface="Consolas" panose="020B0609020204030204" pitchFamily="49" charset="0"/>
              </a:rPr>
              <a:t> = </a:t>
            </a:r>
            <a:r>
              <a:rPr lang="en-US" sz="1600" err="1">
                <a:solidFill>
                  <a:srgbClr val="000000"/>
                </a:solidFill>
                <a:latin typeface="Consolas" panose="020B0609020204030204" pitchFamily="49" charset="0"/>
              </a:rPr>
              <a:t>firstNumber</a:t>
            </a:r>
            <a:r>
              <a:rPr lang="en-US" sz="1600">
                <a:solidFill>
                  <a:srgbClr val="000000"/>
                </a:solidFill>
                <a:latin typeface="Consolas" panose="020B0609020204030204" pitchFamily="49" charset="0"/>
              </a:rPr>
              <a:t> &gt; </a:t>
            </a:r>
            <a:r>
              <a:rPr lang="en-US" sz="1600" err="1">
                <a:solidFill>
                  <a:srgbClr val="000000"/>
                </a:solidFill>
                <a:latin typeface="Consolas" panose="020B0609020204030204" pitchFamily="49" charset="0"/>
              </a:rPr>
              <a:t>secondNumber</a:t>
            </a: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false</a:t>
            </a:r>
          </a:p>
          <a:p>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bool</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boolRes</a:t>
            </a:r>
            <a:r>
              <a:rPr lang="en-US" sz="1600">
                <a:solidFill>
                  <a:srgbClr val="000000"/>
                </a:solidFill>
                <a:latin typeface="Consolas" panose="020B0609020204030204" pitchFamily="49" charset="0"/>
              </a:rPr>
              <a:t> = !(</a:t>
            </a:r>
            <a:r>
              <a:rPr lang="en-US" sz="1600" err="1">
                <a:solidFill>
                  <a:srgbClr val="000000"/>
                </a:solidFill>
                <a:latin typeface="Consolas" panose="020B0609020204030204" pitchFamily="49" charset="0"/>
              </a:rPr>
              <a:t>firstNumber</a:t>
            </a:r>
            <a:r>
              <a:rPr lang="en-US" sz="1600">
                <a:solidFill>
                  <a:srgbClr val="000000"/>
                </a:solidFill>
                <a:latin typeface="Consolas" panose="020B0609020204030204" pitchFamily="49" charset="0"/>
              </a:rPr>
              <a:t> &gt; </a:t>
            </a:r>
            <a:r>
              <a:rPr lang="en-US" sz="1600" err="1">
                <a:solidFill>
                  <a:srgbClr val="000000"/>
                </a:solidFill>
                <a:latin typeface="Consolas" panose="020B0609020204030204" pitchFamily="49" charset="0"/>
              </a:rPr>
              <a:t>secondNumber</a:t>
            </a: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true</a:t>
            </a:r>
            <a:endParaRPr lang="en-US" sz="1600">
              <a:latin typeface="+mn-lt"/>
            </a:endParaRPr>
          </a:p>
        </p:txBody>
      </p:sp>
    </p:spTree>
    <p:extLst>
      <p:ext uri="{BB962C8B-B14F-4D97-AF65-F5344CB8AC3E}">
        <p14:creationId xmlns:p14="http://schemas.microsoft.com/office/powerpoint/2010/main" val="2763671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LUNCH</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53</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4" name="Picture 5" descr="Text&#10;&#10;Description automatically generated">
            <a:extLst>
              <a:ext uri="{FF2B5EF4-FFF2-40B4-BE49-F238E27FC236}">
                <a16:creationId xmlns:a16="http://schemas.microsoft.com/office/drawing/2014/main" id="{0F0A2FC9-23FA-494A-8B9E-92012F23330F}"/>
              </a:ext>
            </a:extLst>
          </p:cNvPr>
          <p:cNvPicPr>
            <a:picLocks noChangeAspect="1"/>
          </p:cNvPicPr>
          <p:nvPr/>
        </p:nvPicPr>
        <p:blipFill>
          <a:blip r:embed="rId2"/>
          <a:stretch>
            <a:fillRect/>
          </a:stretch>
        </p:blipFill>
        <p:spPr>
          <a:xfrm>
            <a:off x="3962400" y="1387795"/>
            <a:ext cx="4274975" cy="5015469"/>
          </a:xfrm>
          <a:prstGeom prst="rect">
            <a:avLst/>
          </a:prstGeom>
        </p:spPr>
      </p:pic>
    </p:spTree>
    <p:extLst>
      <p:ext uri="{BB962C8B-B14F-4D97-AF65-F5344CB8AC3E}">
        <p14:creationId xmlns:p14="http://schemas.microsoft.com/office/powerpoint/2010/main" val="2559324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DE222-7602-40D6-A972-2557C37C137E}"/>
              </a:ext>
            </a:extLst>
          </p:cNvPr>
          <p:cNvSpPr>
            <a:spLocks noGrp="1"/>
          </p:cNvSpPr>
          <p:nvPr>
            <p:ph type="title"/>
          </p:nvPr>
        </p:nvSpPr>
        <p:spPr/>
        <p:txBody>
          <a:bodyPr/>
          <a:lstStyle/>
          <a:p>
            <a:r>
              <a:rPr lang="en-US"/>
              <a:t>Practice 3</a:t>
            </a:r>
          </a:p>
        </p:txBody>
      </p:sp>
      <p:sp>
        <p:nvSpPr>
          <p:cNvPr id="3" name="Slide Number Placeholder 2">
            <a:extLst>
              <a:ext uri="{FF2B5EF4-FFF2-40B4-BE49-F238E27FC236}">
                <a16:creationId xmlns:a16="http://schemas.microsoft.com/office/drawing/2014/main" id="{82839BB5-AF8B-4E07-91CB-B49954D7864A}"/>
              </a:ext>
            </a:extLst>
          </p:cNvPr>
          <p:cNvSpPr>
            <a:spLocks noGrp="1"/>
          </p:cNvSpPr>
          <p:nvPr>
            <p:ph type="sldNum" sz="quarter" idx="11"/>
          </p:nvPr>
        </p:nvSpPr>
        <p:spPr/>
        <p:txBody>
          <a:bodyPr/>
          <a:lstStyle/>
          <a:p>
            <a:fld id="{E16BA917-7F09-4B8D-AF07-F52890C14046}" type="slidenum">
              <a:rPr lang="da-DK" smtClean="0"/>
              <a:pPr/>
              <a:t>54</a:t>
            </a:fld>
            <a:endParaRPr lang="da-DK"/>
          </a:p>
        </p:txBody>
      </p:sp>
      <p:sp>
        <p:nvSpPr>
          <p:cNvPr id="4" name="Text Placeholder 3">
            <a:extLst>
              <a:ext uri="{FF2B5EF4-FFF2-40B4-BE49-F238E27FC236}">
                <a16:creationId xmlns:a16="http://schemas.microsoft.com/office/drawing/2014/main" id="{2DCE726E-7941-4EAE-8063-1EF4F745CD63}"/>
              </a:ext>
            </a:extLst>
          </p:cNvPr>
          <p:cNvSpPr>
            <a:spLocks noGrp="1"/>
          </p:cNvSpPr>
          <p:nvPr>
            <p:ph type="body" sz="quarter" idx="17"/>
          </p:nvPr>
        </p:nvSpPr>
        <p:spPr/>
        <p:txBody>
          <a:bodyPr/>
          <a:lstStyle/>
          <a:p>
            <a:r>
              <a:rPr lang="en-US"/>
              <a:t>Basic operators</a:t>
            </a:r>
          </a:p>
        </p:txBody>
      </p:sp>
      <p:sp>
        <p:nvSpPr>
          <p:cNvPr id="5" name="TextBox 4">
            <a:extLst>
              <a:ext uri="{FF2B5EF4-FFF2-40B4-BE49-F238E27FC236}">
                <a16:creationId xmlns:a16="http://schemas.microsoft.com/office/drawing/2014/main" id="{2090AB5C-F20B-4FF2-94C0-F428F0F66172}"/>
              </a:ext>
            </a:extLst>
          </p:cNvPr>
          <p:cNvSpPr txBox="1"/>
          <p:nvPr/>
        </p:nvSpPr>
        <p:spPr>
          <a:xfrm>
            <a:off x="672001" y="1522071"/>
            <a:ext cx="10849017" cy="2462213"/>
          </a:xfrm>
          <a:prstGeom prst="rect">
            <a:avLst/>
          </a:prstGeom>
          <a:noFill/>
        </p:spPr>
        <p:txBody>
          <a:bodyPr wrap="square" lIns="0" tIns="0" rIns="0" bIns="0" rtlCol="0" anchor="t">
            <a:spAutoFit/>
          </a:bodyPr>
          <a:lstStyle/>
          <a:p>
            <a:pPr marL="342900" indent="-342900" defTabSz="179388">
              <a:spcAft>
                <a:spcPts val="600"/>
              </a:spcAft>
              <a:buClr>
                <a:srgbClr val="00DEE6"/>
              </a:buClr>
              <a:buFont typeface="Arial" panose="020B0604020202020204" pitchFamily="34" charset="0"/>
              <a:buAutoNum type="arabicPeriod"/>
            </a:pPr>
            <a:r>
              <a:rPr lang="en-US" sz="2000">
                <a:latin typeface="+mn-lt"/>
              </a:rPr>
              <a:t>Add new console application to your solution. Change the startup project.</a:t>
            </a:r>
          </a:p>
          <a:p>
            <a:pPr marL="342900" indent="-342900" defTabSz="179388">
              <a:spcAft>
                <a:spcPts val="600"/>
              </a:spcAft>
              <a:buClr>
                <a:srgbClr val="00DEE6"/>
              </a:buClr>
              <a:buFont typeface="Arial" panose="020B0604020202020204" pitchFamily="34" charset="0"/>
              <a:buAutoNum type="arabicPeriod"/>
            </a:pPr>
            <a:r>
              <a:rPr lang="en-US" sz="2000">
                <a:latin typeface="+mn-lt"/>
              </a:rPr>
              <a:t>Add a code (inside </a:t>
            </a:r>
            <a:r>
              <a:rPr lang="en-US" sz="2000" b="1">
                <a:latin typeface="Consolas" panose="020B0609020204030204" pitchFamily="49" charset="0"/>
              </a:rPr>
              <a:t>Main</a:t>
            </a:r>
            <a:r>
              <a:rPr lang="en-US" sz="2000">
                <a:latin typeface="+mn-lt"/>
              </a:rPr>
              <a:t> method) that asks three numbers from a user and stores them into the variables.</a:t>
            </a:r>
          </a:p>
          <a:p>
            <a:pPr marL="342900" indent="-342900" defTabSz="179388">
              <a:spcAft>
                <a:spcPts val="600"/>
              </a:spcAft>
              <a:buClr>
                <a:srgbClr val="00DEE6"/>
              </a:buClr>
              <a:buFont typeface="Arial" panose="020B0604020202020204" pitchFamily="34" charset="0"/>
              <a:buAutoNum type="arabicPeriod"/>
            </a:pPr>
            <a:r>
              <a:rPr lang="en-US" sz="2000">
                <a:latin typeface="+mn-lt"/>
                <a:ea typeface="ＭＳ Ｐゴシック"/>
              </a:rPr>
              <a:t>Write code that calculates and writes to the console the sum, product and average value.</a:t>
            </a:r>
          </a:p>
          <a:p>
            <a:pPr marL="342900" indent="-342900" defTabSz="179388">
              <a:spcAft>
                <a:spcPts val="600"/>
              </a:spcAft>
              <a:buClr>
                <a:srgbClr val="00DEE6"/>
              </a:buClr>
              <a:buFont typeface="Arial" panose="020B0604020202020204" pitchFamily="34" charset="0"/>
              <a:buAutoNum type="arabicPeriod"/>
            </a:pPr>
            <a:r>
              <a:rPr lang="en-US" sz="2000">
                <a:latin typeface="+mn-lt"/>
                <a:ea typeface="ＭＳ Ｐゴシック"/>
              </a:rPr>
              <a:t>Add code for comparing the first and the second number. Print “true” to the console if the first number is bigger or equals to the second.</a:t>
            </a:r>
          </a:p>
          <a:p>
            <a:pPr marL="342900" indent="-342900" defTabSz="179388">
              <a:spcAft>
                <a:spcPts val="600"/>
              </a:spcAft>
              <a:buClr>
                <a:srgbClr val="00DEE6"/>
              </a:buClr>
              <a:buFont typeface="Arial" panose="020B0604020202020204" pitchFamily="34" charset="0"/>
              <a:buAutoNum type="arabicPeriod"/>
            </a:pPr>
            <a:endParaRPr lang="en-US" sz="2000">
              <a:latin typeface="+mn-lt"/>
              <a:ea typeface="ＭＳ Ｐゴシック"/>
            </a:endParaRPr>
          </a:p>
        </p:txBody>
      </p:sp>
      <p:pic>
        <p:nvPicPr>
          <p:cNvPr id="6" name="Graphic 5" descr="Flask">
            <a:extLst>
              <a:ext uri="{FF2B5EF4-FFF2-40B4-BE49-F238E27FC236}">
                <a16:creationId xmlns:a16="http://schemas.microsoft.com/office/drawing/2014/main" id="{34082138-E8DE-4F16-91CE-12F4CC5F2B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41770671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DE222-7602-40D6-A972-2557C37C137E}"/>
              </a:ext>
            </a:extLst>
          </p:cNvPr>
          <p:cNvSpPr>
            <a:spLocks noGrp="1"/>
          </p:cNvSpPr>
          <p:nvPr>
            <p:ph type="title"/>
          </p:nvPr>
        </p:nvSpPr>
        <p:spPr/>
        <p:txBody>
          <a:bodyPr/>
          <a:lstStyle/>
          <a:p>
            <a:r>
              <a:rPr lang="en-US"/>
              <a:t>Practice 3</a:t>
            </a:r>
          </a:p>
        </p:txBody>
      </p:sp>
      <p:sp>
        <p:nvSpPr>
          <p:cNvPr id="3" name="Slide Number Placeholder 2">
            <a:extLst>
              <a:ext uri="{FF2B5EF4-FFF2-40B4-BE49-F238E27FC236}">
                <a16:creationId xmlns:a16="http://schemas.microsoft.com/office/drawing/2014/main" id="{82839BB5-AF8B-4E07-91CB-B49954D7864A}"/>
              </a:ext>
            </a:extLst>
          </p:cNvPr>
          <p:cNvSpPr>
            <a:spLocks noGrp="1"/>
          </p:cNvSpPr>
          <p:nvPr>
            <p:ph type="sldNum" sz="quarter" idx="11"/>
          </p:nvPr>
        </p:nvSpPr>
        <p:spPr/>
        <p:txBody>
          <a:bodyPr/>
          <a:lstStyle/>
          <a:p>
            <a:fld id="{E16BA917-7F09-4B8D-AF07-F52890C14046}" type="slidenum">
              <a:rPr lang="da-DK" smtClean="0"/>
              <a:pPr/>
              <a:t>55</a:t>
            </a:fld>
            <a:endParaRPr lang="da-DK"/>
          </a:p>
        </p:txBody>
      </p:sp>
      <p:sp>
        <p:nvSpPr>
          <p:cNvPr id="4" name="Text Placeholder 3">
            <a:extLst>
              <a:ext uri="{FF2B5EF4-FFF2-40B4-BE49-F238E27FC236}">
                <a16:creationId xmlns:a16="http://schemas.microsoft.com/office/drawing/2014/main" id="{2DCE726E-7941-4EAE-8063-1EF4F745CD63}"/>
              </a:ext>
            </a:extLst>
          </p:cNvPr>
          <p:cNvSpPr>
            <a:spLocks noGrp="1"/>
          </p:cNvSpPr>
          <p:nvPr>
            <p:ph type="body" sz="quarter" idx="17"/>
          </p:nvPr>
        </p:nvSpPr>
        <p:spPr/>
        <p:txBody>
          <a:bodyPr/>
          <a:lstStyle/>
          <a:p>
            <a:r>
              <a:rPr lang="en-US"/>
              <a:t>SOLUTION</a:t>
            </a:r>
          </a:p>
        </p:txBody>
      </p:sp>
      <p:pic>
        <p:nvPicPr>
          <p:cNvPr id="6" name="Graphic 5" descr="Flask">
            <a:extLst>
              <a:ext uri="{FF2B5EF4-FFF2-40B4-BE49-F238E27FC236}">
                <a16:creationId xmlns:a16="http://schemas.microsoft.com/office/drawing/2014/main" id="{34082138-E8DE-4F16-91CE-12F4CC5F2B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7" name="TextBox 6">
            <a:extLst>
              <a:ext uri="{FF2B5EF4-FFF2-40B4-BE49-F238E27FC236}">
                <a16:creationId xmlns:a16="http://schemas.microsoft.com/office/drawing/2014/main" id="{A858F15A-DAF7-48C8-8A33-420438691A30}"/>
              </a:ext>
            </a:extLst>
          </p:cNvPr>
          <p:cNvSpPr txBox="1"/>
          <p:nvPr/>
        </p:nvSpPr>
        <p:spPr>
          <a:xfrm>
            <a:off x="649139" y="1610085"/>
            <a:ext cx="8256736" cy="4571640"/>
          </a:xfrm>
          <a:prstGeom prst="rect">
            <a:avLst/>
          </a:prstGeom>
          <a:noFill/>
        </p:spPr>
        <p:txBody>
          <a:bodyPr wrap="none" lIns="0" tIns="0" rIns="0" bIns="0" rtlCol="0">
            <a:noAutofit/>
          </a:bodyPr>
          <a:lstStyle/>
          <a:p>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Program</a:t>
            </a:r>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static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Main(</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args) {</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"Input the first number:"</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userInput</a:t>
            </a:r>
            <a:r>
              <a:rPr lang="en-US" sz="1000">
                <a:solidFill>
                  <a:srgbClr val="000000"/>
                </a:solidFill>
                <a:latin typeface="Consolas" panose="020B0609020204030204" pitchFamily="49" charset="0"/>
              </a:rPr>
              <a:t> =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.ReadLine</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firstNumber</a:t>
            </a:r>
            <a:r>
              <a:rPr lang="en-US" sz="1000">
                <a:solidFill>
                  <a:srgbClr val="000000"/>
                </a:solidFill>
                <a:latin typeface="Consolas" panose="020B0609020204030204" pitchFamily="49" charset="0"/>
              </a:rPr>
              <a:t> = </a:t>
            </a:r>
            <a:r>
              <a:rPr lang="en-US" sz="1000" err="1">
                <a:solidFill>
                  <a:srgbClr val="2B91AF"/>
                </a:solidFill>
                <a:latin typeface="Consolas" panose="020B0609020204030204" pitchFamily="49" charset="0"/>
              </a:rPr>
              <a:t>int</a:t>
            </a:r>
            <a:r>
              <a:rPr lang="en-US" sz="1000" err="1">
                <a:solidFill>
                  <a:srgbClr val="000000"/>
                </a:solidFill>
                <a:latin typeface="Consolas" panose="020B0609020204030204" pitchFamily="49" charset="0"/>
              </a:rPr>
              <a:t>.Parse</a:t>
            </a:r>
            <a:r>
              <a:rPr lang="en-US" sz="1000">
                <a:solidFill>
                  <a:srgbClr val="000000"/>
                </a:solidFill>
                <a:latin typeface="Consolas" panose="020B0609020204030204" pitchFamily="49" charset="0"/>
              </a:rPr>
              <a:t>(</a:t>
            </a:r>
            <a:r>
              <a:rPr lang="en-US" sz="1000" err="1">
                <a:solidFill>
                  <a:srgbClr val="000000"/>
                </a:solidFill>
                <a:latin typeface="Consolas" panose="020B0609020204030204" pitchFamily="49" charset="0"/>
              </a:rPr>
              <a:t>userInput</a:t>
            </a:r>
            <a:r>
              <a:rPr lang="en-US" sz="1000">
                <a:solidFill>
                  <a:srgbClr val="000000"/>
                </a:solidFill>
                <a:latin typeface="Consolas" panose="020B0609020204030204" pitchFamily="49" charset="0"/>
              </a:rPr>
              <a:t>);</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"Input the second number:"</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userInput</a:t>
            </a:r>
            <a:r>
              <a:rPr lang="en-US" sz="1000">
                <a:solidFill>
                  <a:srgbClr val="000000"/>
                </a:solidFill>
                <a:latin typeface="Consolas" panose="020B0609020204030204" pitchFamily="49" charset="0"/>
              </a:rPr>
              <a:t> =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.ReadLine</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secondNumber</a:t>
            </a:r>
            <a:r>
              <a:rPr lang="en-US" sz="1000">
                <a:solidFill>
                  <a:srgbClr val="000000"/>
                </a:solidFill>
                <a:latin typeface="Consolas" panose="020B0609020204030204" pitchFamily="49" charset="0"/>
              </a:rPr>
              <a:t> = </a:t>
            </a:r>
            <a:r>
              <a:rPr lang="en-US" sz="1000" err="1">
                <a:solidFill>
                  <a:srgbClr val="2B91AF"/>
                </a:solidFill>
                <a:latin typeface="Consolas" panose="020B0609020204030204" pitchFamily="49" charset="0"/>
              </a:rPr>
              <a:t>int</a:t>
            </a:r>
            <a:r>
              <a:rPr lang="en-US" sz="1000" err="1">
                <a:solidFill>
                  <a:srgbClr val="000000"/>
                </a:solidFill>
                <a:latin typeface="Consolas" panose="020B0609020204030204" pitchFamily="49" charset="0"/>
              </a:rPr>
              <a:t>.Parse</a:t>
            </a:r>
            <a:r>
              <a:rPr lang="en-US" sz="1000">
                <a:solidFill>
                  <a:srgbClr val="000000"/>
                </a:solidFill>
                <a:latin typeface="Consolas" panose="020B0609020204030204" pitchFamily="49" charset="0"/>
              </a:rPr>
              <a:t>(</a:t>
            </a:r>
            <a:r>
              <a:rPr lang="en-US" sz="1000" err="1">
                <a:solidFill>
                  <a:srgbClr val="000000"/>
                </a:solidFill>
                <a:latin typeface="Consolas" panose="020B0609020204030204" pitchFamily="49" charset="0"/>
              </a:rPr>
              <a:t>userInput</a:t>
            </a:r>
            <a:r>
              <a:rPr lang="en-US" sz="1000">
                <a:solidFill>
                  <a:srgbClr val="000000"/>
                </a:solidFill>
                <a:latin typeface="Consolas" panose="020B0609020204030204" pitchFamily="49" charset="0"/>
              </a:rPr>
              <a:t>);</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"Input the third number:"</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userInput</a:t>
            </a:r>
            <a:r>
              <a:rPr lang="en-US" sz="1000">
                <a:solidFill>
                  <a:srgbClr val="000000"/>
                </a:solidFill>
                <a:latin typeface="Consolas" panose="020B0609020204030204" pitchFamily="49" charset="0"/>
              </a:rPr>
              <a:t> =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.ReadLine</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thirdNumber</a:t>
            </a:r>
            <a:r>
              <a:rPr lang="en-US" sz="1000">
                <a:solidFill>
                  <a:srgbClr val="000000"/>
                </a:solidFill>
                <a:latin typeface="Consolas" panose="020B0609020204030204" pitchFamily="49" charset="0"/>
              </a:rPr>
              <a:t> = </a:t>
            </a:r>
            <a:r>
              <a:rPr lang="en-US" sz="1000" err="1">
                <a:solidFill>
                  <a:srgbClr val="2B91AF"/>
                </a:solidFill>
                <a:latin typeface="Consolas" panose="020B0609020204030204" pitchFamily="49" charset="0"/>
              </a:rPr>
              <a:t>int</a:t>
            </a:r>
            <a:r>
              <a:rPr lang="en-US" sz="1000" err="1">
                <a:solidFill>
                  <a:srgbClr val="000000"/>
                </a:solidFill>
                <a:latin typeface="Consolas" panose="020B0609020204030204" pitchFamily="49" charset="0"/>
              </a:rPr>
              <a:t>.Parse</a:t>
            </a:r>
            <a:r>
              <a:rPr lang="en-US" sz="1000">
                <a:solidFill>
                  <a:srgbClr val="000000"/>
                </a:solidFill>
                <a:latin typeface="Consolas" panose="020B0609020204030204" pitchFamily="49" charset="0"/>
              </a:rPr>
              <a:t>(</a:t>
            </a:r>
            <a:r>
              <a:rPr lang="en-US" sz="1000" err="1">
                <a:solidFill>
                  <a:srgbClr val="000000"/>
                </a:solidFill>
                <a:latin typeface="Consolas" panose="020B0609020204030204" pitchFamily="49" charset="0"/>
              </a:rPr>
              <a:t>userInput</a:t>
            </a:r>
            <a:r>
              <a:rPr lang="en-US" sz="1000">
                <a:solidFill>
                  <a:srgbClr val="000000"/>
                </a:solidFill>
                <a:latin typeface="Consolas" panose="020B0609020204030204" pitchFamily="49" charset="0"/>
              </a:rPr>
              <a:t>);</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a:t>
            </a:r>
            <a:r>
              <a:rPr lang="en-US" sz="1000">
                <a:solidFill>
                  <a:srgbClr val="000000"/>
                </a:solidFill>
                <a:latin typeface="Consolas" panose="020B0609020204030204" pitchFamily="49" charset="0"/>
              </a:rPr>
              <a:t> sum = </a:t>
            </a:r>
            <a:r>
              <a:rPr lang="en-US" sz="1000" err="1">
                <a:solidFill>
                  <a:srgbClr val="000000"/>
                </a:solidFill>
                <a:latin typeface="Consolas" panose="020B0609020204030204" pitchFamily="49" charset="0"/>
              </a:rPr>
              <a:t>firstNumber</a:t>
            </a:r>
            <a:r>
              <a:rPr lang="en-US" sz="1000">
                <a:solidFill>
                  <a:srgbClr val="000000"/>
                </a:solidFill>
                <a:latin typeface="Consolas" panose="020B0609020204030204" pitchFamily="49" charset="0"/>
              </a:rPr>
              <a:t> + </a:t>
            </a:r>
            <a:r>
              <a:rPr lang="en-US" sz="1000" err="1">
                <a:solidFill>
                  <a:srgbClr val="000000"/>
                </a:solidFill>
                <a:latin typeface="Consolas" panose="020B0609020204030204" pitchFamily="49" charset="0"/>
              </a:rPr>
              <a:t>secondNumber</a:t>
            </a:r>
            <a:r>
              <a:rPr lang="en-US" sz="1000">
                <a:solidFill>
                  <a:srgbClr val="000000"/>
                </a:solidFill>
                <a:latin typeface="Consolas" panose="020B0609020204030204" pitchFamily="49" charset="0"/>
              </a:rPr>
              <a:t> + </a:t>
            </a:r>
            <a:r>
              <a:rPr lang="en-US" sz="1000" err="1">
                <a:solidFill>
                  <a:srgbClr val="000000"/>
                </a:solidFill>
                <a:latin typeface="Consolas" panose="020B0609020204030204" pitchFamily="49" charset="0"/>
              </a:rPr>
              <a:t>thirdNumber</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"The sum: </a:t>
            </a:r>
            <a:r>
              <a:rPr lang="en-US" sz="1000">
                <a:solidFill>
                  <a:srgbClr val="3CB371"/>
                </a:solidFill>
                <a:latin typeface="Consolas" panose="020B0609020204030204" pitchFamily="49" charset="0"/>
              </a:rPr>
              <a:t>{0}</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 sum);</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a:t>
            </a:r>
            <a:r>
              <a:rPr lang="en-US" sz="1000">
                <a:solidFill>
                  <a:srgbClr val="000000"/>
                </a:solidFill>
                <a:latin typeface="Consolas" panose="020B0609020204030204" pitchFamily="49" charset="0"/>
              </a:rPr>
              <a:t> product = </a:t>
            </a:r>
            <a:r>
              <a:rPr lang="en-US" sz="1000" err="1">
                <a:solidFill>
                  <a:srgbClr val="000000"/>
                </a:solidFill>
                <a:latin typeface="Consolas" panose="020B0609020204030204" pitchFamily="49" charset="0"/>
              </a:rPr>
              <a:t>firstNumber</a:t>
            </a:r>
            <a:r>
              <a:rPr lang="en-US" sz="1000">
                <a:solidFill>
                  <a:srgbClr val="000000"/>
                </a:solidFill>
                <a:latin typeface="Consolas" panose="020B0609020204030204" pitchFamily="49" charset="0"/>
              </a:rPr>
              <a:t> * </a:t>
            </a:r>
            <a:r>
              <a:rPr lang="en-US" sz="1000" err="1">
                <a:solidFill>
                  <a:srgbClr val="000000"/>
                </a:solidFill>
                <a:latin typeface="Consolas" panose="020B0609020204030204" pitchFamily="49" charset="0"/>
              </a:rPr>
              <a:t>secondNumber</a:t>
            </a:r>
            <a:r>
              <a:rPr lang="en-US" sz="1000">
                <a:solidFill>
                  <a:srgbClr val="000000"/>
                </a:solidFill>
                <a:latin typeface="Consolas" panose="020B0609020204030204" pitchFamily="49" charset="0"/>
              </a:rPr>
              <a:t> * </a:t>
            </a:r>
            <a:r>
              <a:rPr lang="en-US" sz="1000" err="1">
                <a:solidFill>
                  <a:srgbClr val="000000"/>
                </a:solidFill>
                <a:latin typeface="Consolas" panose="020B0609020204030204" pitchFamily="49" charset="0"/>
              </a:rPr>
              <a:t>thirdNumber</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"The product: </a:t>
            </a:r>
            <a:r>
              <a:rPr lang="en-US" sz="1000">
                <a:solidFill>
                  <a:srgbClr val="3CB371"/>
                </a:solidFill>
                <a:latin typeface="Consolas" panose="020B0609020204030204" pitchFamily="49" charset="0"/>
              </a:rPr>
              <a:t>{0}</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 product);</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avg = sum / 3.0;</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"The average: </a:t>
            </a:r>
            <a:r>
              <a:rPr lang="en-US" sz="1000">
                <a:solidFill>
                  <a:srgbClr val="3CB371"/>
                </a:solidFill>
                <a:latin typeface="Consolas" panose="020B0609020204030204" pitchFamily="49" charset="0"/>
              </a:rPr>
              <a:t>{0}</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 avg);</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a:t>
            </a:r>
            <a:r>
              <a:rPr lang="en-US" sz="1000">
                <a:solidFill>
                  <a:srgbClr val="A31515"/>
                </a:solidFill>
                <a:latin typeface="Consolas" panose="020B0609020204030204" pitchFamily="49" charset="0"/>
              </a:rPr>
              <a:t>"Is first number greater or equal to second number?: </a:t>
            </a:r>
            <a:r>
              <a:rPr lang="en-US" sz="1000">
                <a:solidFill>
                  <a:srgbClr val="3CB371"/>
                </a:solidFill>
                <a:latin typeface="Consolas" panose="020B0609020204030204" pitchFamily="49" charset="0"/>
              </a:rPr>
              <a:t>{0}</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r>
              <a:rPr lang="en-US" sz="1000" err="1">
                <a:solidFill>
                  <a:srgbClr val="000000"/>
                </a:solidFill>
                <a:latin typeface="Consolas" panose="020B0609020204030204" pitchFamily="49" charset="0"/>
              </a:rPr>
              <a:t>firstNumber</a:t>
            </a:r>
            <a:r>
              <a:rPr lang="en-US" sz="1000">
                <a:solidFill>
                  <a:srgbClr val="000000"/>
                </a:solidFill>
                <a:latin typeface="Consolas" panose="020B0609020204030204" pitchFamily="49" charset="0"/>
              </a:rPr>
              <a:t> &gt;= </a:t>
            </a:r>
            <a:r>
              <a:rPr lang="en-US" sz="1000" err="1">
                <a:solidFill>
                  <a:srgbClr val="000000"/>
                </a:solidFill>
                <a:latin typeface="Consolas" panose="020B0609020204030204" pitchFamily="49" charset="0"/>
              </a:rPr>
              <a:t>secondNumber</a:t>
            </a:r>
            <a:r>
              <a:rPr lang="en-US" sz="1000">
                <a:solidFill>
                  <a:srgbClr val="000000"/>
                </a:solidFill>
                <a:latin typeface="Consolas" panose="020B0609020204030204" pitchFamily="49" charset="0"/>
              </a:rPr>
              <a:t>);</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.ReadKey</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a:t>
            </a:r>
            <a:endParaRPr lang="en-US" sz="1000">
              <a:latin typeface="+mn-lt"/>
            </a:endParaRPr>
          </a:p>
        </p:txBody>
      </p:sp>
      <p:pic>
        <p:nvPicPr>
          <p:cNvPr id="9" name="Picture 8">
            <a:extLst>
              <a:ext uri="{FF2B5EF4-FFF2-40B4-BE49-F238E27FC236}">
                <a16:creationId xmlns:a16="http://schemas.microsoft.com/office/drawing/2014/main" id="{6C596C8E-8B7C-4913-93C7-3367A7600002}"/>
              </a:ext>
            </a:extLst>
          </p:cNvPr>
          <p:cNvPicPr>
            <a:picLocks noChangeAspect="1"/>
          </p:cNvPicPr>
          <p:nvPr/>
        </p:nvPicPr>
        <p:blipFill>
          <a:blip r:embed="rId4"/>
          <a:stretch>
            <a:fillRect/>
          </a:stretch>
        </p:blipFill>
        <p:spPr>
          <a:xfrm>
            <a:off x="7016256" y="1719376"/>
            <a:ext cx="4504762" cy="1819048"/>
          </a:xfrm>
          <a:prstGeom prst="rect">
            <a:avLst/>
          </a:prstGeom>
        </p:spPr>
      </p:pic>
    </p:spTree>
    <p:extLst>
      <p:ext uri="{BB962C8B-B14F-4D97-AF65-F5344CB8AC3E}">
        <p14:creationId xmlns:p14="http://schemas.microsoft.com/office/powerpoint/2010/main" val="26031366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0E290-CD0C-4893-B5D8-CB323047EDFE}"/>
              </a:ext>
            </a:extLst>
          </p:cNvPr>
          <p:cNvSpPr>
            <a:spLocks noGrp="1"/>
          </p:cNvSpPr>
          <p:nvPr>
            <p:ph type="title"/>
          </p:nvPr>
        </p:nvSpPr>
        <p:spPr/>
        <p:txBody>
          <a:bodyPr/>
          <a:lstStyle/>
          <a:p>
            <a:r>
              <a:rPr lang="en-US"/>
              <a:t>Simple operators</a:t>
            </a:r>
          </a:p>
        </p:txBody>
      </p:sp>
      <p:sp>
        <p:nvSpPr>
          <p:cNvPr id="3" name="Slide Number Placeholder 2">
            <a:extLst>
              <a:ext uri="{FF2B5EF4-FFF2-40B4-BE49-F238E27FC236}">
                <a16:creationId xmlns:a16="http://schemas.microsoft.com/office/drawing/2014/main" id="{DADD9D0E-F37C-4C84-826F-0298E81A5BDF}"/>
              </a:ext>
            </a:extLst>
          </p:cNvPr>
          <p:cNvSpPr>
            <a:spLocks noGrp="1"/>
          </p:cNvSpPr>
          <p:nvPr>
            <p:ph type="sldNum" sz="quarter" idx="11"/>
          </p:nvPr>
        </p:nvSpPr>
        <p:spPr/>
        <p:txBody>
          <a:bodyPr/>
          <a:lstStyle/>
          <a:p>
            <a:fld id="{E16BA917-7F09-4B8D-AF07-F52890C14046}" type="slidenum">
              <a:rPr lang="da-DK" smtClean="0"/>
              <a:pPr/>
              <a:t>56</a:t>
            </a:fld>
            <a:endParaRPr lang="da-DK"/>
          </a:p>
        </p:txBody>
      </p:sp>
      <p:sp>
        <p:nvSpPr>
          <p:cNvPr id="4" name="Text Placeholder 3">
            <a:extLst>
              <a:ext uri="{FF2B5EF4-FFF2-40B4-BE49-F238E27FC236}">
                <a16:creationId xmlns:a16="http://schemas.microsoft.com/office/drawing/2014/main" id="{41B73C4B-CC29-49FF-BBD0-978965328C3D}"/>
              </a:ext>
            </a:extLst>
          </p:cNvPr>
          <p:cNvSpPr>
            <a:spLocks noGrp="1"/>
          </p:cNvSpPr>
          <p:nvPr>
            <p:ph type="body" sz="quarter" idx="17"/>
          </p:nvPr>
        </p:nvSpPr>
        <p:spPr/>
        <p:txBody>
          <a:bodyPr/>
          <a:lstStyle/>
          <a:p>
            <a:r>
              <a:rPr lang="en-US"/>
              <a:t>Operators’ Precedence </a:t>
            </a:r>
          </a:p>
        </p:txBody>
      </p:sp>
      <p:sp>
        <p:nvSpPr>
          <p:cNvPr id="5" name="TextBox 4">
            <a:extLst>
              <a:ext uri="{FF2B5EF4-FFF2-40B4-BE49-F238E27FC236}">
                <a16:creationId xmlns:a16="http://schemas.microsoft.com/office/drawing/2014/main" id="{7B9560CB-18F5-42F7-A434-49FA067F7067}"/>
              </a:ext>
            </a:extLst>
          </p:cNvPr>
          <p:cNvSpPr txBox="1"/>
          <p:nvPr/>
        </p:nvSpPr>
        <p:spPr>
          <a:xfrm>
            <a:off x="672001" y="5754933"/>
            <a:ext cx="3134553" cy="402384"/>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a:latin typeface="+mn-lt"/>
                <a:hlinkClick r:id="rId3"/>
              </a:rPr>
              <a:t>C# operators and expressions</a:t>
            </a:r>
            <a:endParaRPr lang="en-US">
              <a:latin typeface="+mn-lt"/>
            </a:endParaRPr>
          </a:p>
        </p:txBody>
      </p:sp>
      <p:graphicFrame>
        <p:nvGraphicFramePr>
          <p:cNvPr id="6" name="Table 6">
            <a:extLst>
              <a:ext uri="{FF2B5EF4-FFF2-40B4-BE49-F238E27FC236}">
                <a16:creationId xmlns:a16="http://schemas.microsoft.com/office/drawing/2014/main" id="{F5013F20-3862-44D1-90F2-7DE007D63D59}"/>
              </a:ext>
            </a:extLst>
          </p:cNvPr>
          <p:cNvGraphicFramePr>
            <a:graphicFrameLocks noGrp="1"/>
          </p:cNvGraphicFramePr>
          <p:nvPr>
            <p:extLst>
              <p:ext uri="{D42A27DB-BD31-4B8C-83A1-F6EECF244321}">
                <p14:modId xmlns:p14="http://schemas.microsoft.com/office/powerpoint/2010/main" val="1474282786"/>
              </p:ext>
            </p:extLst>
          </p:nvPr>
        </p:nvGraphicFramePr>
        <p:xfrm>
          <a:off x="1759988" y="1446947"/>
          <a:ext cx="9184236" cy="4179931"/>
        </p:xfrm>
        <a:graphic>
          <a:graphicData uri="http://schemas.openxmlformats.org/drawingml/2006/table">
            <a:tbl>
              <a:tblPr firstRow="1" bandRow="1">
                <a:tableStyleId>{5C22544A-7EE6-4342-B048-85BDC9FD1C3A}</a:tableStyleId>
              </a:tblPr>
              <a:tblGrid>
                <a:gridCol w="4656318">
                  <a:extLst>
                    <a:ext uri="{9D8B030D-6E8A-4147-A177-3AD203B41FA5}">
                      <a16:colId xmlns:a16="http://schemas.microsoft.com/office/drawing/2014/main" val="1135023181"/>
                    </a:ext>
                  </a:extLst>
                </a:gridCol>
                <a:gridCol w="2599170">
                  <a:extLst>
                    <a:ext uri="{9D8B030D-6E8A-4147-A177-3AD203B41FA5}">
                      <a16:colId xmlns:a16="http://schemas.microsoft.com/office/drawing/2014/main" val="1941045673"/>
                    </a:ext>
                  </a:extLst>
                </a:gridCol>
                <a:gridCol w="1928748">
                  <a:extLst>
                    <a:ext uri="{9D8B030D-6E8A-4147-A177-3AD203B41FA5}">
                      <a16:colId xmlns:a16="http://schemas.microsoft.com/office/drawing/2014/main" val="1410137839"/>
                    </a:ext>
                  </a:extLst>
                </a:gridCol>
              </a:tblGrid>
              <a:tr h="313433">
                <a:tc>
                  <a:txBody>
                    <a:bodyPr/>
                    <a:lstStyle/>
                    <a:p>
                      <a:r>
                        <a:rPr lang="en-US" sz="1800"/>
                        <a:t>Category</a:t>
                      </a:r>
                    </a:p>
                  </a:txBody>
                  <a:tcPr/>
                </a:tc>
                <a:tc>
                  <a:txBody>
                    <a:bodyPr/>
                    <a:lstStyle/>
                    <a:p>
                      <a:r>
                        <a:rPr lang="en-US" sz="1800"/>
                        <a:t>Operators</a:t>
                      </a:r>
                    </a:p>
                  </a:txBody>
                  <a:tcPr/>
                </a:tc>
                <a:tc>
                  <a:txBody>
                    <a:bodyPr/>
                    <a:lstStyle/>
                    <a:p>
                      <a:r>
                        <a:rPr lang="en-US" sz="1800"/>
                        <a:t>Associativity</a:t>
                      </a:r>
                    </a:p>
                  </a:txBody>
                  <a:tcPr/>
                </a:tc>
                <a:extLst>
                  <a:ext uri="{0D108BD9-81ED-4DB2-BD59-A6C34878D82A}">
                    <a16:rowId xmlns:a16="http://schemas.microsoft.com/office/drawing/2014/main" val="1598301878"/>
                  </a:ext>
                </a:extLst>
              </a:tr>
              <a:tr h="313433">
                <a:tc>
                  <a:txBody>
                    <a:bodyPr/>
                    <a:lstStyle/>
                    <a:p>
                      <a:r>
                        <a:rPr lang="da-DK" sz="1800" b="0" i="0" kern="1200">
                          <a:solidFill>
                            <a:schemeClr val="dk1"/>
                          </a:solidFill>
                          <a:effectLst/>
                          <a:latin typeface="+mn-lt"/>
                          <a:ea typeface="+mn-ea"/>
                          <a:cs typeface="+mn-cs"/>
                        </a:rPr>
                        <a:t>Postfix</a:t>
                      </a:r>
                      <a:endParaRPr lang="en-US" sz="1800"/>
                    </a:p>
                  </a:txBody>
                  <a:tcPr/>
                </a:tc>
                <a:tc>
                  <a:txBody>
                    <a:bodyPr/>
                    <a:lstStyle/>
                    <a:p>
                      <a:r>
                        <a:rPr lang="en-US" sz="1800"/>
                        <a:t>--, ++</a:t>
                      </a:r>
                    </a:p>
                  </a:txBody>
                  <a:tcPr/>
                </a:tc>
                <a:tc>
                  <a:txBody>
                    <a:bodyPr/>
                    <a:lstStyle/>
                    <a:p>
                      <a:r>
                        <a:rPr lang="en-US" sz="1800"/>
                        <a:t>Left to right</a:t>
                      </a:r>
                    </a:p>
                  </a:txBody>
                  <a:tcPr/>
                </a:tc>
                <a:extLst>
                  <a:ext uri="{0D108BD9-81ED-4DB2-BD59-A6C34878D82A}">
                    <a16:rowId xmlns:a16="http://schemas.microsoft.com/office/drawing/2014/main" val="3302589411"/>
                  </a:ext>
                </a:extLst>
              </a:tr>
              <a:tr h="313433">
                <a:tc>
                  <a:txBody>
                    <a:bodyPr/>
                    <a:lstStyle/>
                    <a:p>
                      <a:r>
                        <a:rPr lang="en-US" sz="1800"/>
                        <a:t>Unary</a:t>
                      </a:r>
                    </a:p>
                  </a:txBody>
                  <a:tcPr/>
                </a:tc>
                <a:tc>
                  <a:txBody>
                    <a:bodyPr/>
                    <a:lstStyle/>
                    <a:p>
                      <a:r>
                        <a:rPr lang="en-US" sz="1800"/>
                        <a:t>+, -, !,--,++</a:t>
                      </a:r>
                    </a:p>
                  </a:txBody>
                  <a:tcPr/>
                </a:tc>
                <a:tc>
                  <a:txBody>
                    <a:bodyPr/>
                    <a:lstStyle/>
                    <a:p>
                      <a:r>
                        <a:rPr lang="en-US" sz="1800"/>
                        <a:t>Right to left</a:t>
                      </a:r>
                    </a:p>
                  </a:txBody>
                  <a:tcPr/>
                </a:tc>
                <a:extLst>
                  <a:ext uri="{0D108BD9-81ED-4DB2-BD59-A6C34878D82A}">
                    <a16:rowId xmlns:a16="http://schemas.microsoft.com/office/drawing/2014/main" val="1402454635"/>
                  </a:ext>
                </a:extLst>
              </a:tr>
              <a:tr h="313433">
                <a:tc>
                  <a:txBody>
                    <a:bodyPr/>
                    <a:lstStyle/>
                    <a:p>
                      <a:r>
                        <a:rPr lang="en-US" sz="1800"/>
                        <a:t>Multiplicative</a:t>
                      </a:r>
                    </a:p>
                  </a:txBody>
                  <a:tcPr/>
                </a:tc>
                <a:tc>
                  <a:txBody>
                    <a:bodyPr/>
                    <a:lstStyle/>
                    <a:p>
                      <a:r>
                        <a:rPr lang="en-US" sz="1800"/>
                        <a:t>*, /, %</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Left to right</a:t>
                      </a:r>
                    </a:p>
                  </a:txBody>
                  <a:tcPr/>
                </a:tc>
                <a:extLst>
                  <a:ext uri="{0D108BD9-81ED-4DB2-BD59-A6C34878D82A}">
                    <a16:rowId xmlns:a16="http://schemas.microsoft.com/office/drawing/2014/main" val="1301302236"/>
                  </a:ext>
                </a:extLst>
              </a:tr>
              <a:tr h="313433">
                <a:tc>
                  <a:txBody>
                    <a:bodyPr/>
                    <a:lstStyle/>
                    <a:p>
                      <a:r>
                        <a:rPr lang="en-US" sz="1800"/>
                        <a:t>Additive</a:t>
                      </a:r>
                    </a:p>
                  </a:txBody>
                  <a:tcPr/>
                </a:tc>
                <a:tc>
                  <a:txBody>
                    <a:bodyPr/>
                    <a:lstStyle/>
                    <a:p>
                      <a:r>
                        <a:rPr lang="en-US" sz="1800"/>
                        <a:t>+, -</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Left to right</a:t>
                      </a:r>
                    </a:p>
                  </a:txBody>
                  <a:tcPr/>
                </a:tc>
                <a:extLst>
                  <a:ext uri="{0D108BD9-81ED-4DB2-BD59-A6C34878D82A}">
                    <a16:rowId xmlns:a16="http://schemas.microsoft.com/office/drawing/2014/main" val="358168983"/>
                  </a:ext>
                </a:extLst>
              </a:tr>
              <a:tr h="313433">
                <a:tc>
                  <a:txBody>
                    <a:bodyPr/>
                    <a:lstStyle/>
                    <a:p>
                      <a:r>
                        <a:rPr lang="en-US" sz="1800"/>
                        <a:t>Relational</a:t>
                      </a:r>
                    </a:p>
                  </a:txBody>
                  <a:tcPr/>
                </a:tc>
                <a:tc>
                  <a:txBody>
                    <a:bodyPr/>
                    <a:lstStyle/>
                    <a:p>
                      <a:r>
                        <a:rPr lang="en-US" sz="1800"/>
                        <a:t>&lt;, &lt;=, &gt;, &gt;=</a:t>
                      </a:r>
                    </a:p>
                  </a:txBody>
                  <a:tcPr/>
                </a:tc>
                <a:tc>
                  <a:txBody>
                    <a:bodyPr/>
                    <a:lstStyle/>
                    <a:p>
                      <a:r>
                        <a:rPr lang="en-US" sz="1800"/>
                        <a:t>Left to right</a:t>
                      </a:r>
                    </a:p>
                  </a:txBody>
                  <a:tcPr/>
                </a:tc>
                <a:extLst>
                  <a:ext uri="{0D108BD9-81ED-4DB2-BD59-A6C34878D82A}">
                    <a16:rowId xmlns:a16="http://schemas.microsoft.com/office/drawing/2014/main" val="47029260"/>
                  </a:ext>
                </a:extLst>
              </a:tr>
              <a:tr h="313433">
                <a:tc>
                  <a:txBody>
                    <a:bodyPr/>
                    <a:lstStyle/>
                    <a:p>
                      <a:r>
                        <a:rPr lang="en-US" sz="1800"/>
                        <a:t>Equality</a:t>
                      </a:r>
                    </a:p>
                  </a:txBody>
                  <a:tcPr/>
                </a:tc>
                <a:tc>
                  <a:txBody>
                    <a:bodyPr/>
                    <a:lstStyle/>
                    <a:p>
                      <a:r>
                        <a:rPr lang="en-US" sz="1800"/>
                        <a:t>==, !=</a:t>
                      </a:r>
                    </a:p>
                  </a:txBody>
                  <a:tcPr/>
                </a:tc>
                <a:tc>
                  <a:txBody>
                    <a:bodyPr/>
                    <a:lstStyle/>
                    <a:p>
                      <a:r>
                        <a:rPr lang="en-US" sz="1800"/>
                        <a:t>Left to right</a:t>
                      </a:r>
                    </a:p>
                  </a:txBody>
                  <a:tcPr/>
                </a:tc>
                <a:extLst>
                  <a:ext uri="{0D108BD9-81ED-4DB2-BD59-A6C34878D82A}">
                    <a16:rowId xmlns:a16="http://schemas.microsoft.com/office/drawing/2014/main" val="3578732300"/>
                  </a:ext>
                </a:extLst>
              </a:tr>
              <a:tr h="313433">
                <a:tc>
                  <a:txBody>
                    <a:bodyPr/>
                    <a:lstStyle/>
                    <a:p>
                      <a:r>
                        <a:rPr lang="en-US" sz="1800"/>
                        <a:t>Logical </a:t>
                      </a:r>
                    </a:p>
                  </a:txBody>
                  <a:tcPr/>
                </a:tc>
                <a:tc>
                  <a:txBody>
                    <a:bodyPr/>
                    <a:lstStyle/>
                    <a:p>
                      <a:r>
                        <a:rPr lang="en-US" sz="1800"/>
                        <a:t>&amp;&amp;, ||</a:t>
                      </a:r>
                    </a:p>
                  </a:txBody>
                  <a:tcPr/>
                </a:tc>
                <a:tc>
                  <a:txBody>
                    <a:bodyPr/>
                    <a:lstStyle/>
                    <a:p>
                      <a:r>
                        <a:rPr lang="en-US" sz="1800"/>
                        <a:t>Left to right</a:t>
                      </a:r>
                    </a:p>
                  </a:txBody>
                  <a:tcPr/>
                </a:tc>
                <a:extLst>
                  <a:ext uri="{0D108BD9-81ED-4DB2-BD59-A6C34878D82A}">
                    <a16:rowId xmlns:a16="http://schemas.microsoft.com/office/drawing/2014/main" val="1946931326"/>
                  </a:ext>
                </a:extLst>
              </a:tr>
              <a:tr h="391791">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Null-coalescing operator</a:t>
                      </a:r>
                    </a:p>
                  </a:txBody>
                  <a:tcPr/>
                </a:tc>
                <a:tc>
                  <a:txBody>
                    <a:bodyPr/>
                    <a:lstStyle/>
                    <a:p>
                      <a:r>
                        <a:rPr lang="en-US" sz="1800"/>
                        <a:t>??</a:t>
                      </a:r>
                    </a:p>
                  </a:txBody>
                  <a:tcPr/>
                </a:tc>
                <a:tc>
                  <a:txBody>
                    <a:bodyPr/>
                    <a:lstStyle/>
                    <a:p>
                      <a:r>
                        <a:rPr lang="en-US" sz="1800"/>
                        <a:t>Left to right</a:t>
                      </a:r>
                    </a:p>
                  </a:txBody>
                  <a:tcPr/>
                </a:tc>
                <a:extLst>
                  <a:ext uri="{0D108BD9-81ED-4DB2-BD59-A6C34878D82A}">
                    <a16:rowId xmlns:a16="http://schemas.microsoft.com/office/drawing/2014/main" val="3690534954"/>
                  </a:ext>
                </a:extLst>
              </a:tr>
              <a:tr h="43103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Conditional operator (ternary operator)</a:t>
                      </a:r>
                    </a:p>
                  </a:txBody>
                  <a:tcPr/>
                </a:tc>
                <a:tc>
                  <a:txBody>
                    <a:bodyPr/>
                    <a:lstStyle/>
                    <a:p>
                      <a:r>
                        <a:rPr lang="en-US" sz="1800"/>
                        <a:t>? :</a:t>
                      </a:r>
                    </a:p>
                  </a:txBody>
                  <a:tcPr/>
                </a:tc>
                <a:tc>
                  <a:txBody>
                    <a:bodyPr/>
                    <a:lstStyle/>
                    <a:p>
                      <a:r>
                        <a:rPr lang="en-US" sz="1800"/>
                        <a:t>Right to left</a:t>
                      </a:r>
                    </a:p>
                  </a:txBody>
                  <a:tcPr/>
                </a:tc>
                <a:extLst>
                  <a:ext uri="{0D108BD9-81ED-4DB2-BD59-A6C34878D82A}">
                    <a16:rowId xmlns:a16="http://schemas.microsoft.com/office/drawing/2014/main" val="3493657045"/>
                  </a:ext>
                </a:extLst>
              </a:tr>
              <a:tr h="431030">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Assignment</a:t>
                      </a:r>
                    </a:p>
                  </a:txBody>
                  <a:tcPr/>
                </a:tc>
                <a:tc>
                  <a:txBody>
                    <a:bodyPr/>
                    <a:lstStyle/>
                    <a:p>
                      <a:r>
                        <a:rPr lang="en-US" sz="1800"/>
                        <a:t>=, +=, -=, *=, /=, %=</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800"/>
                        <a:t>Right to left</a:t>
                      </a:r>
                    </a:p>
                  </a:txBody>
                  <a:tcPr/>
                </a:tc>
                <a:extLst>
                  <a:ext uri="{0D108BD9-81ED-4DB2-BD59-A6C34878D82A}">
                    <a16:rowId xmlns:a16="http://schemas.microsoft.com/office/drawing/2014/main" val="827620343"/>
                  </a:ext>
                </a:extLst>
              </a:tr>
            </a:tbl>
          </a:graphicData>
        </a:graphic>
      </p:graphicFrame>
    </p:spTree>
    <p:extLst>
      <p:ext uri="{BB962C8B-B14F-4D97-AF65-F5344CB8AC3E}">
        <p14:creationId xmlns:p14="http://schemas.microsoft.com/office/powerpoint/2010/main" val="25842626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F8424-149F-482E-902B-1E70A0A8F60C}"/>
              </a:ext>
            </a:extLst>
          </p:cNvPr>
          <p:cNvSpPr>
            <a:spLocks noGrp="1"/>
          </p:cNvSpPr>
          <p:nvPr>
            <p:ph type="title"/>
          </p:nvPr>
        </p:nvSpPr>
        <p:spPr/>
        <p:txBody>
          <a:bodyPr/>
          <a:lstStyle/>
          <a:p>
            <a:r>
              <a:rPr lang="en-US"/>
              <a:t>unary operators</a:t>
            </a:r>
          </a:p>
        </p:txBody>
      </p:sp>
      <p:sp>
        <p:nvSpPr>
          <p:cNvPr id="3" name="Slide Number Placeholder 2">
            <a:extLst>
              <a:ext uri="{FF2B5EF4-FFF2-40B4-BE49-F238E27FC236}">
                <a16:creationId xmlns:a16="http://schemas.microsoft.com/office/drawing/2014/main" id="{06C37E69-59CD-4A46-986F-D9F3CC1769E8}"/>
              </a:ext>
            </a:extLst>
          </p:cNvPr>
          <p:cNvSpPr>
            <a:spLocks noGrp="1"/>
          </p:cNvSpPr>
          <p:nvPr>
            <p:ph type="sldNum" sz="quarter" idx="11"/>
          </p:nvPr>
        </p:nvSpPr>
        <p:spPr/>
        <p:txBody>
          <a:bodyPr/>
          <a:lstStyle/>
          <a:p>
            <a:fld id="{E16BA917-7F09-4B8D-AF07-F52890C14046}" type="slidenum">
              <a:rPr lang="da-DK" smtClean="0"/>
              <a:pPr/>
              <a:t>57</a:t>
            </a:fld>
            <a:endParaRPr lang="da-DK"/>
          </a:p>
        </p:txBody>
      </p:sp>
      <p:sp>
        <p:nvSpPr>
          <p:cNvPr id="4" name="Text Placeholder 3">
            <a:extLst>
              <a:ext uri="{FF2B5EF4-FFF2-40B4-BE49-F238E27FC236}">
                <a16:creationId xmlns:a16="http://schemas.microsoft.com/office/drawing/2014/main" id="{5849D933-5BD6-40EA-927E-B8683B5EEB35}"/>
              </a:ext>
            </a:extLst>
          </p:cNvPr>
          <p:cNvSpPr>
            <a:spLocks noGrp="1"/>
          </p:cNvSpPr>
          <p:nvPr>
            <p:ph type="body" sz="quarter" idx="17"/>
          </p:nvPr>
        </p:nvSpPr>
        <p:spPr/>
        <p:txBody>
          <a:bodyPr/>
          <a:lstStyle/>
          <a:p>
            <a:r>
              <a:rPr lang="en-US"/>
              <a:t>Increment and Decrement operators</a:t>
            </a:r>
          </a:p>
        </p:txBody>
      </p:sp>
      <p:sp>
        <p:nvSpPr>
          <p:cNvPr id="5" name="TextBox 4">
            <a:extLst>
              <a:ext uri="{FF2B5EF4-FFF2-40B4-BE49-F238E27FC236}">
                <a16:creationId xmlns:a16="http://schemas.microsoft.com/office/drawing/2014/main" id="{E008C0E0-CEB8-41DA-BB54-F53C01BF39EB}"/>
              </a:ext>
            </a:extLst>
          </p:cNvPr>
          <p:cNvSpPr txBox="1"/>
          <p:nvPr/>
        </p:nvSpPr>
        <p:spPr>
          <a:xfrm>
            <a:off x="672002" y="1770321"/>
            <a:ext cx="6249794" cy="2663456"/>
          </a:xfrm>
          <a:prstGeom prst="rect">
            <a:avLst/>
          </a:prstGeom>
          <a:noFill/>
        </p:spPr>
        <p:txBody>
          <a:bodyPr wrap="none" lIns="0" tIns="0" rIns="0" bIns="0" rtlCol="0">
            <a:noAutofit/>
          </a:bodyPr>
          <a:lstStyle/>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num1=15, num2 = 15;</a:t>
            </a:r>
          </a:p>
          <a:p>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preRes</a:t>
            </a:r>
            <a:r>
              <a:rPr lang="en-US" sz="1600">
                <a:solidFill>
                  <a:srgbClr val="000000"/>
                </a:solidFill>
                <a:latin typeface="Consolas" panose="020B0609020204030204" pitchFamily="49" charset="0"/>
              </a:rPr>
              <a:t> = ++num1;</a:t>
            </a:r>
          </a:p>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postRes</a:t>
            </a:r>
            <a:r>
              <a:rPr lang="en-US" sz="1600">
                <a:solidFill>
                  <a:srgbClr val="000000"/>
                </a:solidFill>
                <a:latin typeface="Consolas" panose="020B0609020204030204" pitchFamily="49" charset="0"/>
              </a:rPr>
              <a:t> = num2++;</a:t>
            </a:r>
          </a:p>
          <a:p>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$"Pre Increment Result: </a:t>
            </a:r>
            <a:r>
              <a:rPr lang="en-US" sz="1600">
                <a:solidFill>
                  <a:srgbClr val="000000"/>
                </a:solidFill>
                <a:latin typeface="Consolas" panose="020B0609020204030204" pitchFamily="49" charset="0"/>
              </a:rPr>
              <a:t>{</a:t>
            </a:r>
            <a:r>
              <a:rPr lang="en-US" sz="1600" err="1">
                <a:solidFill>
                  <a:srgbClr val="000000"/>
                </a:solidFill>
                <a:latin typeface="Consolas" panose="020B0609020204030204" pitchFamily="49" charset="0"/>
              </a:rPr>
              <a:t>preRes</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a:t>
            </a:r>
          </a:p>
          <a:p>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$"Post Increment Result: </a:t>
            </a:r>
            <a:r>
              <a:rPr lang="en-US" sz="1600">
                <a:solidFill>
                  <a:srgbClr val="000000"/>
                </a:solidFill>
                <a:latin typeface="Consolas" panose="020B0609020204030204" pitchFamily="49" charset="0"/>
              </a:rPr>
              <a:t>{</a:t>
            </a:r>
            <a:r>
              <a:rPr lang="en-US" sz="1600" err="1">
                <a:solidFill>
                  <a:srgbClr val="000000"/>
                </a:solidFill>
                <a:latin typeface="Consolas" panose="020B0609020204030204" pitchFamily="49" charset="0"/>
              </a:rPr>
              <a:t>postRes</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a:t>
            </a:r>
          </a:p>
          <a:p>
            <a:r>
              <a:rPr lang="pt-BR" sz="1600">
                <a:solidFill>
                  <a:srgbClr val="2B91AF"/>
                </a:solidFill>
                <a:latin typeface="Consolas" panose="020B0609020204030204" pitchFamily="49" charset="0"/>
              </a:rPr>
              <a:t>Console</a:t>
            </a:r>
            <a:r>
              <a:rPr lang="pt-BR" sz="1600">
                <a:solidFill>
                  <a:srgbClr val="000000"/>
                </a:solidFill>
                <a:latin typeface="Consolas" panose="020B0609020204030204" pitchFamily="49" charset="0"/>
              </a:rPr>
              <a:t>.WriteLine(</a:t>
            </a:r>
            <a:r>
              <a:rPr lang="pt-BR" sz="1600">
                <a:solidFill>
                  <a:srgbClr val="A31515"/>
                </a:solidFill>
                <a:latin typeface="Consolas" panose="020B0609020204030204" pitchFamily="49" charset="0"/>
              </a:rPr>
              <a:t>$"num1: </a:t>
            </a:r>
            <a:r>
              <a:rPr lang="pt-BR" sz="1600">
                <a:solidFill>
                  <a:srgbClr val="000000"/>
                </a:solidFill>
                <a:latin typeface="Consolas" panose="020B0609020204030204" pitchFamily="49" charset="0"/>
              </a:rPr>
              <a:t>{num1}</a:t>
            </a:r>
            <a:r>
              <a:rPr lang="pt-BR" sz="1600">
                <a:solidFill>
                  <a:srgbClr val="A31515"/>
                </a:solidFill>
                <a:latin typeface="Consolas" panose="020B0609020204030204" pitchFamily="49" charset="0"/>
              </a:rPr>
              <a:t>    num2: </a:t>
            </a:r>
            <a:r>
              <a:rPr lang="pt-BR" sz="1600">
                <a:solidFill>
                  <a:srgbClr val="000000"/>
                </a:solidFill>
                <a:latin typeface="Consolas" panose="020B0609020204030204" pitchFamily="49" charset="0"/>
              </a:rPr>
              <a:t>{num2}</a:t>
            </a:r>
            <a:r>
              <a:rPr lang="pt-BR" sz="1600">
                <a:solidFill>
                  <a:srgbClr val="A31515"/>
                </a:solidFill>
                <a:latin typeface="Consolas" panose="020B0609020204030204" pitchFamily="49" charset="0"/>
              </a:rPr>
              <a:t>"</a:t>
            </a:r>
            <a:r>
              <a:rPr lang="pt-BR" sz="1600">
                <a:solidFill>
                  <a:srgbClr val="000000"/>
                </a:solidFill>
                <a:latin typeface="Consolas" panose="020B0609020204030204" pitchFamily="49" charset="0"/>
              </a:rPr>
              <a:t>);</a:t>
            </a:r>
          </a:p>
          <a:p>
            <a:endParaRPr lang="en-US" sz="1600">
              <a:solidFill>
                <a:srgbClr val="0000FF"/>
              </a:solidFill>
              <a:latin typeface="Consolas" panose="020B0609020204030204" pitchFamily="49" charset="0"/>
            </a:endParaRPr>
          </a:p>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num = 42;</a:t>
            </a:r>
          </a:p>
          <a:p>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.WriteLine</a:t>
            </a:r>
            <a:r>
              <a:rPr lang="en-US" sz="1600">
                <a:solidFill>
                  <a:srgbClr val="000000"/>
                </a:solidFill>
                <a:latin typeface="Consolas" panose="020B0609020204030204" pitchFamily="49" charset="0"/>
              </a:rPr>
              <a:t>(num--); </a:t>
            </a:r>
            <a:r>
              <a:rPr lang="en-US" sz="1600">
                <a:solidFill>
                  <a:srgbClr val="008000"/>
                </a:solidFill>
                <a:latin typeface="Consolas" panose="020B0609020204030204" pitchFamily="49" charset="0"/>
              </a:rPr>
              <a:t>// Decrement works similarly</a:t>
            </a:r>
            <a:endParaRPr lang="en-US" sz="1600">
              <a:latin typeface="+mn-lt"/>
            </a:endParaRPr>
          </a:p>
        </p:txBody>
      </p:sp>
      <p:pic>
        <p:nvPicPr>
          <p:cNvPr id="11" name="Picture 10">
            <a:extLst>
              <a:ext uri="{FF2B5EF4-FFF2-40B4-BE49-F238E27FC236}">
                <a16:creationId xmlns:a16="http://schemas.microsoft.com/office/drawing/2014/main" id="{C733660F-C4B8-4CC3-89AD-FE895D82770C}"/>
              </a:ext>
            </a:extLst>
          </p:cNvPr>
          <p:cNvPicPr>
            <a:picLocks noChangeAspect="1"/>
          </p:cNvPicPr>
          <p:nvPr/>
        </p:nvPicPr>
        <p:blipFill>
          <a:blip r:embed="rId3"/>
          <a:stretch>
            <a:fillRect/>
          </a:stretch>
        </p:blipFill>
        <p:spPr>
          <a:xfrm>
            <a:off x="8057907" y="3102049"/>
            <a:ext cx="3200000" cy="1180952"/>
          </a:xfrm>
          <a:prstGeom prst="rect">
            <a:avLst/>
          </a:prstGeom>
        </p:spPr>
      </p:pic>
      <p:sp>
        <p:nvSpPr>
          <p:cNvPr id="12" name="TextBox 11">
            <a:extLst>
              <a:ext uri="{FF2B5EF4-FFF2-40B4-BE49-F238E27FC236}">
                <a16:creationId xmlns:a16="http://schemas.microsoft.com/office/drawing/2014/main" id="{CBFCD77F-C8AD-4DFD-9E6C-0F50BDDF7651}"/>
              </a:ext>
            </a:extLst>
          </p:cNvPr>
          <p:cNvSpPr txBox="1"/>
          <p:nvPr/>
        </p:nvSpPr>
        <p:spPr>
          <a:xfrm>
            <a:off x="1351722" y="4735447"/>
            <a:ext cx="5037684" cy="956931"/>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What is the result of the following expression?</a:t>
            </a:r>
            <a:br>
              <a:rPr lang="en-US" sz="1600">
                <a:latin typeface="+mn-lt"/>
              </a:rPr>
            </a:br>
            <a:br>
              <a:rPr lang="en-US" sz="1600">
                <a:latin typeface="+mn-lt"/>
              </a:rPr>
            </a:b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res = num1++ + --num2;</a:t>
            </a:r>
            <a:endParaRPr lang="en-US" sz="1600">
              <a:latin typeface="+mn-lt"/>
            </a:endParaRPr>
          </a:p>
        </p:txBody>
      </p:sp>
      <p:pic>
        <p:nvPicPr>
          <p:cNvPr id="7" name="Graphic 6" descr="Lightbulb">
            <a:extLst>
              <a:ext uri="{FF2B5EF4-FFF2-40B4-BE49-F238E27FC236}">
                <a16:creationId xmlns:a16="http://schemas.microsoft.com/office/drawing/2014/main" id="{AB200BE3-4CC6-443C-A861-B723BC1F754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0568" y="4652778"/>
            <a:ext cx="833622" cy="833622"/>
          </a:xfrm>
          <a:prstGeom prst="rect">
            <a:avLst/>
          </a:prstGeom>
        </p:spPr>
      </p:pic>
    </p:spTree>
    <p:extLst>
      <p:ext uri="{BB962C8B-B14F-4D97-AF65-F5344CB8AC3E}">
        <p14:creationId xmlns:p14="http://schemas.microsoft.com/office/powerpoint/2010/main" val="12731001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46CB5-BB88-4D2B-A00B-B2925FCF2610}"/>
              </a:ext>
            </a:extLst>
          </p:cNvPr>
          <p:cNvSpPr>
            <a:spLocks noGrp="1"/>
          </p:cNvSpPr>
          <p:nvPr>
            <p:ph type="title"/>
          </p:nvPr>
        </p:nvSpPr>
        <p:spPr/>
        <p:txBody>
          <a:bodyPr/>
          <a:lstStyle/>
          <a:p>
            <a:r>
              <a:rPr lang="en-US"/>
              <a:t>Compound Assignment Operators</a:t>
            </a:r>
          </a:p>
        </p:txBody>
      </p:sp>
      <p:sp>
        <p:nvSpPr>
          <p:cNvPr id="3" name="Slide Number Placeholder 2">
            <a:extLst>
              <a:ext uri="{FF2B5EF4-FFF2-40B4-BE49-F238E27FC236}">
                <a16:creationId xmlns:a16="http://schemas.microsoft.com/office/drawing/2014/main" id="{3012D884-48C8-46C9-AC8F-B9EB846731C2}"/>
              </a:ext>
            </a:extLst>
          </p:cNvPr>
          <p:cNvSpPr>
            <a:spLocks noGrp="1"/>
          </p:cNvSpPr>
          <p:nvPr>
            <p:ph type="sldNum" sz="quarter" idx="11"/>
          </p:nvPr>
        </p:nvSpPr>
        <p:spPr/>
        <p:txBody>
          <a:bodyPr/>
          <a:lstStyle/>
          <a:p>
            <a:fld id="{E16BA917-7F09-4B8D-AF07-F52890C14046}" type="slidenum">
              <a:rPr lang="da-DK" smtClean="0"/>
              <a:pPr/>
              <a:t>58</a:t>
            </a:fld>
            <a:endParaRPr lang="da-DK"/>
          </a:p>
        </p:txBody>
      </p:sp>
      <p:sp>
        <p:nvSpPr>
          <p:cNvPr id="4" name="Text Placeholder 3">
            <a:extLst>
              <a:ext uri="{FF2B5EF4-FFF2-40B4-BE49-F238E27FC236}">
                <a16:creationId xmlns:a16="http://schemas.microsoft.com/office/drawing/2014/main" id="{DE2E48F7-90B3-4887-A495-C7DF3D139818}"/>
              </a:ext>
            </a:extLst>
          </p:cNvPr>
          <p:cNvSpPr>
            <a:spLocks noGrp="1"/>
          </p:cNvSpPr>
          <p:nvPr>
            <p:ph type="body" sz="quarter" idx="17"/>
          </p:nvPr>
        </p:nvSpPr>
        <p:spPr/>
        <p:txBody>
          <a:bodyPr/>
          <a:lstStyle/>
          <a:p>
            <a:r>
              <a:rPr lang="en-US"/>
              <a:t>Changing a variable value and assigning the result to the same variable</a:t>
            </a:r>
          </a:p>
        </p:txBody>
      </p:sp>
      <p:sp>
        <p:nvSpPr>
          <p:cNvPr id="5" name="TextBox 4">
            <a:extLst>
              <a:ext uri="{FF2B5EF4-FFF2-40B4-BE49-F238E27FC236}">
                <a16:creationId xmlns:a16="http://schemas.microsoft.com/office/drawing/2014/main" id="{5C7F5D7E-5CB5-4B5E-8659-552763FFC536}"/>
              </a:ext>
            </a:extLst>
          </p:cNvPr>
          <p:cNvSpPr txBox="1"/>
          <p:nvPr/>
        </p:nvSpPr>
        <p:spPr>
          <a:xfrm>
            <a:off x="672001" y="2075002"/>
            <a:ext cx="10849017" cy="3092421"/>
          </a:xfrm>
          <a:prstGeom prst="rect">
            <a:avLst/>
          </a:prstGeom>
          <a:noFill/>
        </p:spPr>
        <p:txBody>
          <a:bodyPr wrap="none" lIns="0" tIns="0" rIns="0" bIns="0" rtlCol="0">
            <a:noAutofit/>
          </a:bodyPr>
          <a:lstStyle/>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number = 19;</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number += 5; </a:t>
            </a:r>
            <a:r>
              <a:rPr lang="en-US" sz="1600">
                <a:solidFill>
                  <a:srgbClr val="008000"/>
                </a:solidFill>
                <a:latin typeface="Consolas" panose="020B0609020204030204" pitchFamily="49" charset="0"/>
              </a:rPr>
              <a:t>// Addition Assignment, equivalent to number = number + 5;</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number -= 5; </a:t>
            </a:r>
            <a:r>
              <a:rPr lang="en-US" sz="1600">
                <a:solidFill>
                  <a:srgbClr val="008000"/>
                </a:solidFill>
                <a:latin typeface="Consolas" panose="020B0609020204030204" pitchFamily="49" charset="0"/>
              </a:rPr>
              <a:t>// Subtraction Assignment, equivalent to number = number - 5;</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number *= 5; </a:t>
            </a:r>
            <a:r>
              <a:rPr lang="en-US" sz="1600">
                <a:solidFill>
                  <a:srgbClr val="008000"/>
                </a:solidFill>
                <a:latin typeface="Consolas" panose="020B0609020204030204" pitchFamily="49" charset="0"/>
              </a:rPr>
              <a:t>// Multiplication Assignment, equivalent to number = number * 5;</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number /= 5; </a:t>
            </a:r>
            <a:r>
              <a:rPr lang="en-US" sz="1600">
                <a:solidFill>
                  <a:srgbClr val="008000"/>
                </a:solidFill>
                <a:latin typeface="Consolas" panose="020B0609020204030204" pitchFamily="49" charset="0"/>
              </a:rPr>
              <a:t>// Division Assignment, equivalent to number = number / 5;</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number %= 5; </a:t>
            </a:r>
            <a:r>
              <a:rPr lang="en-US" sz="1600">
                <a:solidFill>
                  <a:srgbClr val="008000"/>
                </a:solidFill>
                <a:latin typeface="Consolas" panose="020B0609020204030204" pitchFamily="49" charset="0"/>
              </a:rPr>
              <a:t>// Modulo Assignment, equivalent to number = number % 5;</a:t>
            </a:r>
            <a:endParaRPr lang="en-US" sz="1600">
              <a:latin typeface="+mn-lt"/>
            </a:endParaRPr>
          </a:p>
        </p:txBody>
      </p:sp>
    </p:spTree>
    <p:extLst>
      <p:ext uri="{BB962C8B-B14F-4D97-AF65-F5344CB8AC3E}">
        <p14:creationId xmlns:p14="http://schemas.microsoft.com/office/powerpoint/2010/main" val="39814434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0C370-F66E-4EDA-A010-DF13A66FBF98}"/>
              </a:ext>
            </a:extLst>
          </p:cNvPr>
          <p:cNvSpPr>
            <a:spLocks noGrp="1"/>
          </p:cNvSpPr>
          <p:nvPr>
            <p:ph type="title"/>
          </p:nvPr>
        </p:nvSpPr>
        <p:spPr/>
        <p:txBody>
          <a:bodyPr/>
          <a:lstStyle/>
          <a:p>
            <a:r>
              <a:rPr lang="en-US"/>
              <a:t>Ternary Operator</a:t>
            </a:r>
          </a:p>
        </p:txBody>
      </p:sp>
      <p:sp>
        <p:nvSpPr>
          <p:cNvPr id="3" name="Slide Number Placeholder 2">
            <a:extLst>
              <a:ext uri="{FF2B5EF4-FFF2-40B4-BE49-F238E27FC236}">
                <a16:creationId xmlns:a16="http://schemas.microsoft.com/office/drawing/2014/main" id="{50484929-C4A8-48DB-A34C-7439AA85B029}"/>
              </a:ext>
            </a:extLst>
          </p:cNvPr>
          <p:cNvSpPr>
            <a:spLocks noGrp="1"/>
          </p:cNvSpPr>
          <p:nvPr>
            <p:ph type="sldNum" sz="quarter" idx="11"/>
          </p:nvPr>
        </p:nvSpPr>
        <p:spPr/>
        <p:txBody>
          <a:bodyPr/>
          <a:lstStyle/>
          <a:p>
            <a:fld id="{E16BA917-7F09-4B8D-AF07-F52890C14046}" type="slidenum">
              <a:rPr lang="da-DK" smtClean="0"/>
              <a:pPr/>
              <a:t>59</a:t>
            </a:fld>
            <a:endParaRPr lang="da-DK"/>
          </a:p>
        </p:txBody>
      </p:sp>
      <p:sp>
        <p:nvSpPr>
          <p:cNvPr id="4" name="Text Placeholder 3">
            <a:extLst>
              <a:ext uri="{FF2B5EF4-FFF2-40B4-BE49-F238E27FC236}">
                <a16:creationId xmlns:a16="http://schemas.microsoft.com/office/drawing/2014/main" id="{21210522-186F-4498-8C52-A7E38C146C43}"/>
              </a:ext>
            </a:extLst>
          </p:cNvPr>
          <p:cNvSpPr>
            <a:spLocks noGrp="1"/>
          </p:cNvSpPr>
          <p:nvPr>
            <p:ph type="body" sz="quarter" idx="17"/>
          </p:nvPr>
        </p:nvSpPr>
        <p:spPr/>
        <p:txBody>
          <a:bodyPr/>
          <a:lstStyle/>
          <a:p>
            <a:r>
              <a:rPr lang="en-US"/>
              <a:t>shorthand for if-then-else</a:t>
            </a:r>
          </a:p>
        </p:txBody>
      </p:sp>
      <p:sp>
        <p:nvSpPr>
          <p:cNvPr id="6" name="TextBox 5">
            <a:extLst>
              <a:ext uri="{FF2B5EF4-FFF2-40B4-BE49-F238E27FC236}">
                <a16:creationId xmlns:a16="http://schemas.microsoft.com/office/drawing/2014/main" id="{43BF669E-3EE7-4A68-B420-7EEB01458A25}"/>
              </a:ext>
            </a:extLst>
          </p:cNvPr>
          <p:cNvSpPr txBox="1"/>
          <p:nvPr/>
        </p:nvSpPr>
        <p:spPr>
          <a:xfrm>
            <a:off x="670985" y="1712624"/>
            <a:ext cx="8568710" cy="3583466"/>
          </a:xfrm>
          <a:prstGeom prst="rect">
            <a:avLst/>
          </a:prstGeom>
          <a:noFill/>
        </p:spPr>
        <p:txBody>
          <a:bodyPr wrap="none" lIns="0" tIns="0" rIns="0" bIns="0" rtlCol="0">
            <a:noAutofit/>
          </a:bodyPr>
          <a:lstStyle/>
          <a:p>
            <a:pPr marL="0" indent="0" defTabSz="179388">
              <a:spcAft>
                <a:spcPts val="600"/>
              </a:spcAft>
              <a:buClr>
                <a:srgbClr val="00DEE6"/>
              </a:buClr>
              <a:buFont typeface="Arial" panose="020B0604020202020204" pitchFamily="34" charset="0"/>
              <a:buNone/>
            </a:pPr>
            <a:r>
              <a:rPr lang="en-US" sz="1600">
                <a:latin typeface="+mn-lt"/>
              </a:rPr>
              <a:t>This operator has the following syntax:</a:t>
            </a:r>
          </a:p>
          <a:p>
            <a:pPr marL="0" indent="0" defTabSz="179388">
              <a:spcAft>
                <a:spcPts val="600"/>
              </a:spcAft>
              <a:buClr>
                <a:srgbClr val="00DEE6"/>
              </a:buClr>
              <a:buFont typeface="Arial" panose="020B0604020202020204" pitchFamily="34" charset="0"/>
              <a:buNone/>
            </a:pPr>
            <a:br>
              <a:rPr lang="en-US" sz="1600">
                <a:latin typeface="+mn-lt"/>
              </a:rPr>
            </a:br>
            <a:r>
              <a:rPr lang="en-US" sz="1600">
                <a:solidFill>
                  <a:srgbClr val="000000"/>
                </a:solidFill>
                <a:latin typeface="Consolas" panose="020B0609020204030204" pitchFamily="49" charset="0"/>
              </a:rPr>
              <a:t>variable = Condition ? Expression1 : Expression2;</a:t>
            </a:r>
          </a:p>
          <a:p>
            <a:pPr marL="0" indent="0" defTabSz="179388">
              <a:buClr>
                <a:srgbClr val="00DEE6"/>
              </a:buClr>
              <a:buFont typeface="Arial" panose="020B0604020202020204" pitchFamily="34" charset="0"/>
              <a:buNone/>
            </a:pPr>
            <a:endParaRPr lang="en-US" sz="16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a:solidFill>
                <a:srgbClr val="000000"/>
              </a:solidFill>
              <a:latin typeface="Consolas" panose="020B0609020204030204" pitchFamily="49" charset="0"/>
            </a:endParaRPr>
          </a:p>
          <a:p>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number = 42;</a:t>
            </a:r>
          </a:p>
          <a:p>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result;</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result = number%2 == 0 ? </a:t>
            </a:r>
            <a:r>
              <a:rPr lang="en-US" sz="1600">
                <a:solidFill>
                  <a:srgbClr val="A31515"/>
                </a:solidFill>
                <a:latin typeface="Consolas" panose="020B0609020204030204" pitchFamily="49" charset="0"/>
              </a:rPr>
              <a:t>"even"</a:t>
            </a:r>
            <a:r>
              <a:rPr lang="en-US" sz="1600">
                <a:solidFill>
                  <a:srgbClr val="000000"/>
                </a:solidFill>
                <a:latin typeface="Consolas" panose="020B0609020204030204" pitchFamily="49" charset="0"/>
              </a:rPr>
              <a:t> : </a:t>
            </a:r>
            <a:r>
              <a:rPr lang="en-US" sz="1600">
                <a:solidFill>
                  <a:srgbClr val="A31515"/>
                </a:solidFill>
                <a:latin typeface="Consolas" panose="020B0609020204030204" pitchFamily="49" charset="0"/>
              </a:rPr>
              <a:t>"odd"</a:t>
            </a:r>
            <a:r>
              <a:rPr lang="en-US" sz="1600">
                <a:solidFill>
                  <a:srgbClr val="000000"/>
                </a:solidFill>
                <a:latin typeface="Consolas" panose="020B0609020204030204" pitchFamily="49" charset="0"/>
              </a:rPr>
              <a:t>;</a:t>
            </a:r>
          </a:p>
          <a:p>
            <a:pPr marL="0" indent="0" defTabSz="179388">
              <a:buClr>
                <a:srgbClr val="00DEE6"/>
              </a:buClr>
              <a:buFont typeface="Arial" panose="020B0604020202020204" pitchFamily="34" charset="0"/>
              <a:buNone/>
            </a:pPr>
            <a:endParaRPr lang="en-US" sz="16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endParaRPr lang="en-US" sz="1600">
              <a:latin typeface="+mn-lt"/>
            </a:endParaRPr>
          </a:p>
        </p:txBody>
      </p:sp>
    </p:spTree>
    <p:extLst>
      <p:ext uri="{BB962C8B-B14F-4D97-AF65-F5344CB8AC3E}">
        <p14:creationId xmlns:p14="http://schemas.microsoft.com/office/powerpoint/2010/main" val="38533788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1C714-9A15-4137-83EB-B2A812485168}"/>
              </a:ext>
            </a:extLst>
          </p:cNvPr>
          <p:cNvSpPr>
            <a:spLocks noGrp="1"/>
          </p:cNvSpPr>
          <p:nvPr>
            <p:ph type="title"/>
          </p:nvPr>
        </p:nvSpPr>
        <p:spPr/>
        <p:txBody>
          <a:bodyPr/>
          <a:lstStyle/>
          <a:p>
            <a:r>
              <a:rPr lang="en-US"/>
              <a:t>C# interactive</a:t>
            </a:r>
          </a:p>
        </p:txBody>
      </p:sp>
      <p:sp>
        <p:nvSpPr>
          <p:cNvPr id="3" name="Slide Number Placeholder 2">
            <a:extLst>
              <a:ext uri="{FF2B5EF4-FFF2-40B4-BE49-F238E27FC236}">
                <a16:creationId xmlns:a16="http://schemas.microsoft.com/office/drawing/2014/main" id="{6C05FD2B-D336-444D-AED9-A247BAE95BF0}"/>
              </a:ext>
            </a:extLst>
          </p:cNvPr>
          <p:cNvSpPr>
            <a:spLocks noGrp="1"/>
          </p:cNvSpPr>
          <p:nvPr>
            <p:ph type="sldNum" sz="quarter" idx="11"/>
          </p:nvPr>
        </p:nvSpPr>
        <p:spPr/>
        <p:txBody>
          <a:bodyPr/>
          <a:lstStyle/>
          <a:p>
            <a:fld id="{E16BA917-7F09-4B8D-AF07-F52890C14046}" type="slidenum">
              <a:rPr lang="da-DK" smtClean="0"/>
              <a:pPr/>
              <a:t>60</a:t>
            </a:fld>
            <a:endParaRPr lang="da-DK"/>
          </a:p>
        </p:txBody>
      </p:sp>
      <p:sp>
        <p:nvSpPr>
          <p:cNvPr id="4" name="Text Placeholder 3">
            <a:extLst>
              <a:ext uri="{FF2B5EF4-FFF2-40B4-BE49-F238E27FC236}">
                <a16:creationId xmlns:a16="http://schemas.microsoft.com/office/drawing/2014/main" id="{78A8FDBE-F919-4421-93FD-2A6CFD8438B6}"/>
              </a:ext>
            </a:extLst>
          </p:cNvPr>
          <p:cNvSpPr>
            <a:spLocks noGrp="1"/>
          </p:cNvSpPr>
          <p:nvPr>
            <p:ph type="body" sz="quarter" idx="17"/>
          </p:nvPr>
        </p:nvSpPr>
        <p:spPr/>
        <p:txBody>
          <a:bodyPr/>
          <a:lstStyle/>
          <a:p>
            <a:r>
              <a:rPr lang="en-US"/>
              <a:t>C# REPL</a:t>
            </a:r>
          </a:p>
        </p:txBody>
      </p:sp>
      <p:sp>
        <p:nvSpPr>
          <p:cNvPr id="5" name="TextBox 4">
            <a:extLst>
              <a:ext uri="{FF2B5EF4-FFF2-40B4-BE49-F238E27FC236}">
                <a16:creationId xmlns:a16="http://schemas.microsoft.com/office/drawing/2014/main" id="{982E89F4-F9DD-4BC7-B101-6C129E377C20}"/>
              </a:ext>
            </a:extLst>
          </p:cNvPr>
          <p:cNvSpPr txBox="1"/>
          <p:nvPr/>
        </p:nvSpPr>
        <p:spPr>
          <a:xfrm>
            <a:off x="649139" y="1578747"/>
            <a:ext cx="8295238" cy="1052738"/>
          </a:xfrm>
          <a:prstGeom prst="rect">
            <a:avLst/>
          </a:prstGeom>
          <a:noFill/>
        </p:spPr>
        <p:txBody>
          <a:bodyPr wrap="none" lIns="0" tIns="0" rIns="0" bIns="0" rtlCol="0">
            <a:noAutofit/>
          </a:bodyPr>
          <a:lstStyle/>
          <a:p>
            <a:pPr marL="0" indent="0" defTabSz="179388">
              <a:spcAft>
                <a:spcPts val="600"/>
              </a:spcAft>
              <a:buClr>
                <a:srgbClr val="00DEE6"/>
              </a:buClr>
              <a:buFont typeface="Arial" panose="020B0604020202020204" pitchFamily="34" charset="0"/>
              <a:buNone/>
            </a:pPr>
            <a:r>
              <a:rPr lang="en-US" sz="1600">
                <a:latin typeface="+mn-lt"/>
              </a:rPr>
              <a:t>REPL – read-evaluate-print-loop. </a:t>
            </a:r>
          </a:p>
          <a:p>
            <a:pPr marL="0" indent="0" defTabSz="179388">
              <a:spcAft>
                <a:spcPts val="600"/>
              </a:spcAft>
              <a:buClr>
                <a:srgbClr val="00DEE6"/>
              </a:buClr>
              <a:buFont typeface="Arial" panose="020B0604020202020204" pitchFamily="34" charset="0"/>
              <a:buNone/>
            </a:pPr>
            <a:r>
              <a:rPr lang="en-US" sz="1600">
                <a:latin typeface="+mn-lt"/>
              </a:rPr>
              <a:t>To open C# interactive window from VS:</a:t>
            </a:r>
            <a:br>
              <a:rPr lang="en-US" sz="1600">
                <a:latin typeface="+mn-lt"/>
              </a:rPr>
            </a:br>
            <a:r>
              <a:rPr lang="en-US" sz="1600">
                <a:latin typeface="+mn-lt"/>
              </a:rPr>
              <a:t>- View-&gt;Other windows-&gt;C# interactive</a:t>
            </a:r>
            <a:br>
              <a:rPr lang="en-US" sz="1600">
                <a:latin typeface="+mn-lt"/>
              </a:rPr>
            </a:br>
            <a:r>
              <a:rPr lang="en-US" sz="1600">
                <a:latin typeface="+mn-lt"/>
              </a:rPr>
              <a:t>- Right click on the selected code block in the code editor -&gt; Execute in interactive</a:t>
            </a:r>
          </a:p>
          <a:p>
            <a:pPr marL="0" indent="0" defTabSz="179388">
              <a:buClr>
                <a:srgbClr val="00DEE6"/>
              </a:buClr>
              <a:buFont typeface="Arial" panose="020B0604020202020204" pitchFamily="34" charset="0"/>
              <a:buNone/>
            </a:pPr>
            <a:br>
              <a:rPr lang="en-US" sz="1600">
                <a:latin typeface="+mn-lt"/>
              </a:rPr>
            </a:br>
            <a:endParaRPr lang="en-US" sz="1600">
              <a:latin typeface="+mn-lt"/>
            </a:endParaRPr>
          </a:p>
        </p:txBody>
      </p:sp>
      <p:pic>
        <p:nvPicPr>
          <p:cNvPr id="7" name="Picture 6">
            <a:extLst>
              <a:ext uri="{FF2B5EF4-FFF2-40B4-BE49-F238E27FC236}">
                <a16:creationId xmlns:a16="http://schemas.microsoft.com/office/drawing/2014/main" id="{811ACA27-6273-45E3-8F04-8368338998CA}"/>
              </a:ext>
            </a:extLst>
          </p:cNvPr>
          <p:cNvPicPr>
            <a:picLocks noChangeAspect="1"/>
          </p:cNvPicPr>
          <p:nvPr/>
        </p:nvPicPr>
        <p:blipFill>
          <a:blip r:embed="rId3"/>
          <a:stretch>
            <a:fillRect/>
          </a:stretch>
        </p:blipFill>
        <p:spPr>
          <a:xfrm>
            <a:off x="3225780" y="2828809"/>
            <a:ext cx="8295238" cy="3047619"/>
          </a:xfrm>
          <a:prstGeom prst="rect">
            <a:avLst/>
          </a:prstGeom>
        </p:spPr>
      </p:pic>
      <p:sp>
        <p:nvSpPr>
          <p:cNvPr id="10" name="TextBox 9">
            <a:extLst>
              <a:ext uri="{FF2B5EF4-FFF2-40B4-BE49-F238E27FC236}">
                <a16:creationId xmlns:a16="http://schemas.microsoft.com/office/drawing/2014/main" id="{0600265F-54A4-47E3-9017-6A2CDA04237B}"/>
              </a:ext>
            </a:extLst>
          </p:cNvPr>
          <p:cNvSpPr txBox="1"/>
          <p:nvPr/>
        </p:nvSpPr>
        <p:spPr>
          <a:xfrm>
            <a:off x="672001" y="3163282"/>
            <a:ext cx="2553779" cy="2450444"/>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latin typeface="+mn-lt"/>
              </a:rPr>
              <a:t>Main commands:</a:t>
            </a:r>
            <a:br>
              <a:rPr lang="en-US" sz="1600">
                <a:latin typeface="+mn-lt"/>
              </a:rPr>
            </a:br>
            <a:r>
              <a:rPr lang="en-US" sz="1600">
                <a:latin typeface="+mn-lt"/>
              </a:rPr>
              <a:t>#reset</a:t>
            </a:r>
            <a:br>
              <a:rPr lang="en-US" sz="1600">
                <a:latin typeface="+mn-lt"/>
              </a:rPr>
            </a:br>
            <a:r>
              <a:rPr lang="en-US" sz="1600">
                <a:latin typeface="+mn-lt"/>
              </a:rPr>
              <a:t>#clear (#cls)</a:t>
            </a:r>
          </a:p>
          <a:p>
            <a:pPr marL="0" indent="0" defTabSz="179388">
              <a:buClr>
                <a:srgbClr val="00DEE6"/>
              </a:buClr>
              <a:buFont typeface="Arial" panose="020B0604020202020204" pitchFamily="34" charset="0"/>
              <a:buNone/>
            </a:pPr>
            <a:r>
              <a:rPr lang="en-US" sz="1600">
                <a:latin typeface="+mn-lt"/>
              </a:rPr>
              <a:t>#help</a:t>
            </a:r>
          </a:p>
          <a:p>
            <a:pPr marL="0" indent="0" defTabSz="179388">
              <a:buClr>
                <a:srgbClr val="00DEE6"/>
              </a:buClr>
              <a:buFont typeface="Arial" panose="020B0604020202020204" pitchFamily="34" charset="0"/>
              <a:buNone/>
            </a:pPr>
            <a:endParaRPr lang="en-US" sz="1600">
              <a:latin typeface="+mn-lt"/>
            </a:endParaRPr>
          </a:p>
          <a:p>
            <a:pPr marL="0" indent="0" defTabSz="179388">
              <a:buClr>
                <a:srgbClr val="00DEE6"/>
              </a:buClr>
              <a:buFont typeface="Arial" panose="020B0604020202020204" pitchFamily="34" charset="0"/>
              <a:buNone/>
            </a:pPr>
            <a:r>
              <a:rPr lang="en-US" sz="1600">
                <a:latin typeface="+mn-lt"/>
              </a:rPr>
              <a:t>Navigation between </a:t>
            </a:r>
            <a:br>
              <a:rPr lang="en-US" sz="1600">
                <a:latin typeface="+mn-lt"/>
              </a:rPr>
            </a:br>
            <a:r>
              <a:rPr lang="en-US" sz="1600">
                <a:latin typeface="+mn-lt"/>
              </a:rPr>
              <a:t>typed expressions</a:t>
            </a:r>
            <a:br>
              <a:rPr lang="en-US" sz="1600">
                <a:latin typeface="+mn-lt"/>
              </a:rPr>
            </a:br>
            <a:r>
              <a:rPr lang="en-US" sz="1600">
                <a:latin typeface="+mn-lt"/>
              </a:rPr>
              <a:t>Alt-</a:t>
            </a:r>
            <a:r>
              <a:rPr lang="en-US" sz="1600" err="1">
                <a:latin typeface="+mn-lt"/>
              </a:rPr>
              <a:t>UpArrow</a:t>
            </a:r>
            <a:r>
              <a:rPr lang="en-US" sz="1600">
                <a:latin typeface="+mn-lt"/>
              </a:rPr>
              <a:t> </a:t>
            </a:r>
            <a:br>
              <a:rPr lang="en-US" sz="1600">
                <a:latin typeface="+mn-lt"/>
              </a:rPr>
            </a:br>
            <a:r>
              <a:rPr lang="en-US" sz="1600">
                <a:latin typeface="+mn-lt"/>
              </a:rPr>
              <a:t>Alt-</a:t>
            </a:r>
            <a:r>
              <a:rPr lang="en-US" sz="1600" err="1">
                <a:latin typeface="+mn-lt"/>
              </a:rPr>
              <a:t>DownArrow</a:t>
            </a:r>
            <a:r>
              <a:rPr lang="en-US" sz="1600">
                <a:latin typeface="+mn-lt"/>
              </a:rPr>
              <a:t> </a:t>
            </a:r>
          </a:p>
        </p:txBody>
      </p:sp>
      <p:cxnSp>
        <p:nvCxnSpPr>
          <p:cNvPr id="12" name="Straight Arrow Connector 11">
            <a:extLst>
              <a:ext uri="{FF2B5EF4-FFF2-40B4-BE49-F238E27FC236}">
                <a16:creationId xmlns:a16="http://schemas.microsoft.com/office/drawing/2014/main" id="{5BAAF556-FFA0-4F89-A1BE-0F927DE5DE33}"/>
              </a:ext>
            </a:extLst>
          </p:cNvPr>
          <p:cNvCxnSpPr>
            <a:cxnSpLocks/>
          </p:cNvCxnSpPr>
          <p:nvPr/>
        </p:nvCxnSpPr>
        <p:spPr>
          <a:xfrm flipV="1">
            <a:off x="1254642" y="3152101"/>
            <a:ext cx="2083981" cy="409806"/>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4" name="Straight Arrow Connector 13">
            <a:extLst>
              <a:ext uri="{FF2B5EF4-FFF2-40B4-BE49-F238E27FC236}">
                <a16:creationId xmlns:a16="http://schemas.microsoft.com/office/drawing/2014/main" id="{ECDF7891-23B5-4FD3-9138-C586E865E513}"/>
              </a:ext>
            </a:extLst>
          </p:cNvPr>
          <p:cNvCxnSpPr>
            <a:cxnSpLocks/>
          </p:cNvCxnSpPr>
          <p:nvPr/>
        </p:nvCxnSpPr>
        <p:spPr>
          <a:xfrm flipV="1">
            <a:off x="1796902" y="3224097"/>
            <a:ext cx="1775638" cy="535134"/>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6" name="Straight Arrow Connector 15">
            <a:extLst>
              <a:ext uri="{FF2B5EF4-FFF2-40B4-BE49-F238E27FC236}">
                <a16:creationId xmlns:a16="http://schemas.microsoft.com/office/drawing/2014/main" id="{4F4EA633-AA83-4C15-982D-D2F4AB84470D}"/>
              </a:ext>
            </a:extLst>
          </p:cNvPr>
          <p:cNvCxnSpPr>
            <a:cxnSpLocks/>
          </p:cNvCxnSpPr>
          <p:nvPr/>
        </p:nvCxnSpPr>
        <p:spPr>
          <a:xfrm flipV="1">
            <a:off x="2394383" y="3224097"/>
            <a:ext cx="1500300" cy="1539289"/>
          </a:xfrm>
          <a:prstGeom prst="straightConnector1">
            <a:avLst/>
          </a:pr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val="14764220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A344D-BBAD-4567-82CD-E88780C636B9}"/>
              </a:ext>
            </a:extLst>
          </p:cNvPr>
          <p:cNvSpPr>
            <a:spLocks noGrp="1"/>
          </p:cNvSpPr>
          <p:nvPr>
            <p:ph type="title"/>
          </p:nvPr>
        </p:nvSpPr>
        <p:spPr/>
        <p:txBody>
          <a:bodyPr/>
          <a:lstStyle/>
          <a:p>
            <a:r>
              <a:rPr lang="en-US"/>
              <a:t>Practice 4</a:t>
            </a:r>
          </a:p>
        </p:txBody>
      </p:sp>
      <p:sp>
        <p:nvSpPr>
          <p:cNvPr id="3" name="Slide Number Placeholder 2">
            <a:extLst>
              <a:ext uri="{FF2B5EF4-FFF2-40B4-BE49-F238E27FC236}">
                <a16:creationId xmlns:a16="http://schemas.microsoft.com/office/drawing/2014/main" id="{D586E5D2-0231-46F9-B190-DBC50BF50038}"/>
              </a:ext>
            </a:extLst>
          </p:cNvPr>
          <p:cNvSpPr>
            <a:spLocks noGrp="1"/>
          </p:cNvSpPr>
          <p:nvPr>
            <p:ph type="sldNum" sz="quarter" idx="11"/>
          </p:nvPr>
        </p:nvSpPr>
        <p:spPr/>
        <p:txBody>
          <a:bodyPr/>
          <a:lstStyle/>
          <a:p>
            <a:fld id="{E16BA917-7F09-4B8D-AF07-F52890C14046}" type="slidenum">
              <a:rPr lang="da-DK" smtClean="0"/>
              <a:pPr/>
              <a:t>61</a:t>
            </a:fld>
            <a:endParaRPr lang="da-DK"/>
          </a:p>
        </p:txBody>
      </p:sp>
      <p:sp>
        <p:nvSpPr>
          <p:cNvPr id="4" name="Text Placeholder 3">
            <a:extLst>
              <a:ext uri="{FF2B5EF4-FFF2-40B4-BE49-F238E27FC236}">
                <a16:creationId xmlns:a16="http://schemas.microsoft.com/office/drawing/2014/main" id="{D38E4F0B-DECC-4D91-A789-4832A0420D9A}"/>
              </a:ext>
            </a:extLst>
          </p:cNvPr>
          <p:cNvSpPr>
            <a:spLocks noGrp="1"/>
          </p:cNvSpPr>
          <p:nvPr>
            <p:ph type="body" sz="quarter" idx="17"/>
          </p:nvPr>
        </p:nvSpPr>
        <p:spPr/>
        <p:txBody>
          <a:bodyPr/>
          <a:lstStyle/>
          <a:p>
            <a:r>
              <a:rPr lang="en-US"/>
              <a:t>Ternary operator and Compound Assignment Operators</a:t>
            </a:r>
          </a:p>
        </p:txBody>
      </p:sp>
      <p:sp>
        <p:nvSpPr>
          <p:cNvPr id="5" name="TextBox 4">
            <a:extLst>
              <a:ext uri="{FF2B5EF4-FFF2-40B4-BE49-F238E27FC236}">
                <a16:creationId xmlns:a16="http://schemas.microsoft.com/office/drawing/2014/main" id="{02106A5E-EF3F-497C-8678-EDE44703B28B}"/>
              </a:ext>
            </a:extLst>
          </p:cNvPr>
          <p:cNvSpPr txBox="1"/>
          <p:nvPr/>
        </p:nvSpPr>
        <p:spPr>
          <a:xfrm>
            <a:off x="649139" y="1562582"/>
            <a:ext cx="10878759" cy="4516003"/>
          </a:xfrm>
          <a:prstGeom prst="rect">
            <a:avLst/>
          </a:prstGeom>
          <a:noFill/>
        </p:spPr>
        <p:txBody>
          <a:bodyPr wrap="none" lIns="0" tIns="0" rIns="0" bIns="0" rtlCol="0" anchor="t">
            <a:noAutofit/>
          </a:bodyPr>
          <a:lstStyle/>
          <a:p>
            <a:pPr marL="342900" indent="-342900" defTabSz="179388">
              <a:spcAft>
                <a:spcPts val="600"/>
              </a:spcAft>
              <a:buClr>
                <a:srgbClr val="00DEE6"/>
              </a:buClr>
              <a:buFont typeface="Arial" panose="020B0604020202020204" pitchFamily="34" charset="0"/>
              <a:buAutoNum type="arabicPeriod"/>
            </a:pPr>
            <a:r>
              <a:rPr lang="en-US" sz="2000">
                <a:latin typeface="+mn-lt"/>
              </a:rPr>
              <a:t>Declare and initiate three variables int x = 10, y = 12, z = 3.</a:t>
            </a:r>
          </a:p>
          <a:p>
            <a:pPr marL="342900" indent="-342900" defTabSz="179388">
              <a:spcAft>
                <a:spcPts val="600"/>
              </a:spcAft>
              <a:buClr>
                <a:srgbClr val="00DEE6"/>
              </a:buClr>
              <a:buFont typeface="Arial" panose="020B0604020202020204" pitchFamily="34" charset="0"/>
              <a:buAutoNum type="arabicPeriod"/>
            </a:pPr>
            <a:r>
              <a:rPr lang="en-US" sz="2000">
                <a:latin typeface="+mn-lt"/>
              </a:rPr>
              <a:t>Using the ternary operator write a statement which finds a max value between x and y. </a:t>
            </a:r>
          </a:p>
          <a:p>
            <a:pPr marL="342900" indent="-342900" defTabSz="179388">
              <a:spcAft>
                <a:spcPts val="600"/>
              </a:spcAft>
              <a:buClr>
                <a:srgbClr val="00DEE6"/>
              </a:buClr>
              <a:buFont typeface="Arial" panose="020B0604020202020204" pitchFamily="34" charset="0"/>
              <a:buAutoNum type="arabicPeriod"/>
            </a:pPr>
            <a:r>
              <a:rPr lang="en-US" sz="2000">
                <a:latin typeface="+mn-lt"/>
                <a:ea typeface="ＭＳ Ｐゴシック"/>
              </a:rPr>
              <a:t>Execute following statements one by one. Think about the order of execution prior running </a:t>
            </a:r>
            <a:br>
              <a:rPr lang="en-US" sz="2000">
                <a:latin typeface="+mn-lt"/>
              </a:rPr>
            </a:br>
            <a:r>
              <a:rPr lang="en-US" sz="2000">
                <a:latin typeface="+mn-lt"/>
                <a:ea typeface="ＭＳ Ｐゴシック"/>
              </a:rPr>
              <a:t>them and calculate the result on your own before execution. </a:t>
            </a:r>
            <a:endParaRPr lang="en-US" sz="2000">
              <a:latin typeface="+mn-lt"/>
            </a:endParaRPr>
          </a:p>
          <a:p>
            <a:pPr marL="342900" indent="-342900" defTabSz="179388">
              <a:spcAft>
                <a:spcPts val="600"/>
              </a:spcAft>
              <a:buClr>
                <a:srgbClr val="00DEE6"/>
              </a:buClr>
              <a:buFont typeface="Arial" panose="020B0604020202020204" pitchFamily="34" charset="0"/>
              <a:buChar char="•"/>
            </a:pPr>
            <a:r>
              <a:rPr lang="en-US" sz="2000">
                <a:latin typeface="+mn-lt"/>
                <a:ea typeface="ＭＳ Ｐゴシック"/>
              </a:rPr>
              <a:t>x += y - x++ * z;          </a:t>
            </a:r>
            <a:endParaRPr lang="en-US" sz="2000">
              <a:latin typeface="+mn-lt"/>
            </a:endParaRPr>
          </a:p>
          <a:p>
            <a:pPr marL="342900" indent="-342900" defTabSz="179388">
              <a:spcAft>
                <a:spcPts val="600"/>
              </a:spcAft>
              <a:buClr>
                <a:srgbClr val="00DEE6"/>
              </a:buClr>
              <a:buFont typeface="Arial" panose="020B0604020202020204" pitchFamily="34" charset="0"/>
              <a:buChar char="•"/>
            </a:pPr>
            <a:r>
              <a:rPr lang="en-US" sz="2000">
                <a:latin typeface="+mn-lt"/>
                <a:ea typeface="ＭＳ Ｐゴシック"/>
              </a:rPr>
              <a:t>y /= x + 5 % z;</a:t>
            </a:r>
            <a:endParaRPr lang="en-US" sz="1600">
              <a:latin typeface="+mn-lt"/>
              <a:ea typeface="ＭＳ Ｐゴシック"/>
            </a:endParaRPr>
          </a:p>
          <a:p>
            <a:pPr marL="342900" indent="-342900" defTabSz="179388">
              <a:buClr>
                <a:srgbClr val="00DEE6"/>
              </a:buClr>
              <a:buFont typeface="Arial" panose="020B0604020202020204" pitchFamily="34" charset="0"/>
              <a:buAutoNum type="arabicPeriod"/>
            </a:pPr>
            <a:endParaRPr lang="en-US" sz="1600">
              <a:latin typeface="+mn-lt"/>
            </a:endParaRPr>
          </a:p>
        </p:txBody>
      </p:sp>
      <p:pic>
        <p:nvPicPr>
          <p:cNvPr id="13" name="Graphic 12" descr="Flask">
            <a:extLst>
              <a:ext uri="{FF2B5EF4-FFF2-40B4-BE49-F238E27FC236}">
                <a16:creationId xmlns:a16="http://schemas.microsoft.com/office/drawing/2014/main" id="{C776E1F6-70B9-48C9-A4C3-E6356066AE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7977900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A344D-BBAD-4567-82CD-E88780C636B9}"/>
              </a:ext>
            </a:extLst>
          </p:cNvPr>
          <p:cNvSpPr>
            <a:spLocks noGrp="1"/>
          </p:cNvSpPr>
          <p:nvPr>
            <p:ph type="title"/>
          </p:nvPr>
        </p:nvSpPr>
        <p:spPr/>
        <p:txBody>
          <a:bodyPr/>
          <a:lstStyle/>
          <a:p>
            <a:r>
              <a:rPr lang="en-US"/>
              <a:t>Practice 4</a:t>
            </a:r>
          </a:p>
        </p:txBody>
      </p:sp>
      <p:sp>
        <p:nvSpPr>
          <p:cNvPr id="3" name="Slide Number Placeholder 2">
            <a:extLst>
              <a:ext uri="{FF2B5EF4-FFF2-40B4-BE49-F238E27FC236}">
                <a16:creationId xmlns:a16="http://schemas.microsoft.com/office/drawing/2014/main" id="{D586E5D2-0231-46F9-B190-DBC50BF50038}"/>
              </a:ext>
            </a:extLst>
          </p:cNvPr>
          <p:cNvSpPr>
            <a:spLocks noGrp="1"/>
          </p:cNvSpPr>
          <p:nvPr>
            <p:ph type="sldNum" sz="quarter" idx="11"/>
          </p:nvPr>
        </p:nvSpPr>
        <p:spPr/>
        <p:txBody>
          <a:bodyPr/>
          <a:lstStyle/>
          <a:p>
            <a:fld id="{E16BA917-7F09-4B8D-AF07-F52890C14046}" type="slidenum">
              <a:rPr lang="da-DK" smtClean="0"/>
              <a:pPr/>
              <a:t>62</a:t>
            </a:fld>
            <a:endParaRPr lang="da-DK"/>
          </a:p>
        </p:txBody>
      </p:sp>
      <p:sp>
        <p:nvSpPr>
          <p:cNvPr id="4" name="Text Placeholder 3">
            <a:extLst>
              <a:ext uri="{FF2B5EF4-FFF2-40B4-BE49-F238E27FC236}">
                <a16:creationId xmlns:a16="http://schemas.microsoft.com/office/drawing/2014/main" id="{D38E4F0B-DECC-4D91-A789-4832A0420D9A}"/>
              </a:ext>
            </a:extLst>
          </p:cNvPr>
          <p:cNvSpPr>
            <a:spLocks noGrp="1"/>
          </p:cNvSpPr>
          <p:nvPr>
            <p:ph type="body" sz="quarter" idx="17"/>
          </p:nvPr>
        </p:nvSpPr>
        <p:spPr/>
        <p:txBody>
          <a:bodyPr/>
          <a:lstStyle/>
          <a:p>
            <a:r>
              <a:rPr lang="en-US"/>
              <a:t>SOLUTION</a:t>
            </a:r>
          </a:p>
        </p:txBody>
      </p:sp>
      <p:pic>
        <p:nvPicPr>
          <p:cNvPr id="13" name="Graphic 12" descr="Flask">
            <a:extLst>
              <a:ext uri="{FF2B5EF4-FFF2-40B4-BE49-F238E27FC236}">
                <a16:creationId xmlns:a16="http://schemas.microsoft.com/office/drawing/2014/main" id="{C776E1F6-70B9-48C9-A4C3-E6356066AEA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pic>
        <p:nvPicPr>
          <p:cNvPr id="6" name="Picture 5">
            <a:extLst>
              <a:ext uri="{FF2B5EF4-FFF2-40B4-BE49-F238E27FC236}">
                <a16:creationId xmlns:a16="http://schemas.microsoft.com/office/drawing/2014/main" id="{0ECF2F6C-5798-4B55-AF9D-0A2F779CED3B}"/>
              </a:ext>
            </a:extLst>
          </p:cNvPr>
          <p:cNvPicPr>
            <a:picLocks noChangeAspect="1"/>
          </p:cNvPicPr>
          <p:nvPr/>
        </p:nvPicPr>
        <p:blipFill>
          <a:blip r:embed="rId4"/>
          <a:stretch>
            <a:fillRect/>
          </a:stretch>
        </p:blipFill>
        <p:spPr>
          <a:xfrm>
            <a:off x="1440318" y="1651271"/>
            <a:ext cx="3893682" cy="3972608"/>
          </a:xfrm>
          <a:prstGeom prst="rect">
            <a:avLst/>
          </a:prstGeom>
        </p:spPr>
      </p:pic>
    </p:spTree>
    <p:extLst>
      <p:ext uri="{BB962C8B-B14F-4D97-AF65-F5344CB8AC3E}">
        <p14:creationId xmlns:p14="http://schemas.microsoft.com/office/powerpoint/2010/main" val="7549055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1E989-1855-4F1A-B01E-6F7E412DE274}"/>
              </a:ext>
            </a:extLst>
          </p:cNvPr>
          <p:cNvSpPr>
            <a:spLocks noGrp="1"/>
          </p:cNvSpPr>
          <p:nvPr>
            <p:ph type="title"/>
          </p:nvPr>
        </p:nvSpPr>
        <p:spPr/>
        <p:txBody>
          <a:bodyPr/>
          <a:lstStyle/>
          <a:p>
            <a:r>
              <a:rPr lang="en-US"/>
              <a:t>Nullable types </a:t>
            </a:r>
          </a:p>
        </p:txBody>
      </p:sp>
      <p:sp>
        <p:nvSpPr>
          <p:cNvPr id="3" name="Slide Number Placeholder 2">
            <a:extLst>
              <a:ext uri="{FF2B5EF4-FFF2-40B4-BE49-F238E27FC236}">
                <a16:creationId xmlns:a16="http://schemas.microsoft.com/office/drawing/2014/main" id="{44F80CEB-98C4-4368-8140-1FD854A30A27}"/>
              </a:ext>
            </a:extLst>
          </p:cNvPr>
          <p:cNvSpPr>
            <a:spLocks noGrp="1"/>
          </p:cNvSpPr>
          <p:nvPr>
            <p:ph type="sldNum" sz="quarter" idx="11"/>
          </p:nvPr>
        </p:nvSpPr>
        <p:spPr/>
        <p:txBody>
          <a:bodyPr/>
          <a:lstStyle/>
          <a:p>
            <a:fld id="{E16BA917-7F09-4B8D-AF07-F52890C14046}" type="slidenum">
              <a:rPr lang="da-DK" smtClean="0"/>
              <a:pPr/>
              <a:t>63</a:t>
            </a:fld>
            <a:endParaRPr lang="da-DK"/>
          </a:p>
        </p:txBody>
      </p:sp>
      <p:sp>
        <p:nvSpPr>
          <p:cNvPr id="4" name="Text Placeholder 3">
            <a:extLst>
              <a:ext uri="{FF2B5EF4-FFF2-40B4-BE49-F238E27FC236}">
                <a16:creationId xmlns:a16="http://schemas.microsoft.com/office/drawing/2014/main" id="{DD6C641D-6CA9-442D-AA15-621D1537E664}"/>
              </a:ext>
            </a:extLst>
          </p:cNvPr>
          <p:cNvSpPr>
            <a:spLocks noGrp="1"/>
          </p:cNvSpPr>
          <p:nvPr>
            <p:ph type="body" sz="quarter" idx="17"/>
          </p:nvPr>
        </p:nvSpPr>
        <p:spPr/>
        <p:txBody>
          <a:bodyPr/>
          <a:lstStyle/>
          <a:p>
            <a:r>
              <a:rPr lang="en-US"/>
              <a:t>Nullable value types. </a:t>
            </a:r>
            <a:r>
              <a:rPr lang="en-US" err="1"/>
              <a:t>System.Nullable</a:t>
            </a:r>
            <a:r>
              <a:rPr lang="en-US"/>
              <a:t>&lt;T&gt;</a:t>
            </a:r>
          </a:p>
        </p:txBody>
      </p:sp>
      <p:sp>
        <p:nvSpPr>
          <p:cNvPr id="6" name="TextBox 5">
            <a:extLst>
              <a:ext uri="{FF2B5EF4-FFF2-40B4-BE49-F238E27FC236}">
                <a16:creationId xmlns:a16="http://schemas.microsoft.com/office/drawing/2014/main" id="{BFEF45CE-11E0-4A6C-AF41-AFE1FCC7AD92}"/>
              </a:ext>
            </a:extLst>
          </p:cNvPr>
          <p:cNvSpPr txBox="1"/>
          <p:nvPr/>
        </p:nvSpPr>
        <p:spPr>
          <a:xfrm>
            <a:off x="649139" y="5802000"/>
            <a:ext cx="3705225" cy="402384"/>
          </a:xfrm>
          <a:prstGeom prst="rect">
            <a:avLst/>
          </a:prstGeom>
          <a:noFill/>
        </p:spPr>
        <p:txBody>
          <a:bodyPr wrap="none" lIns="0" tIns="0" rIns="0" bIns="0" rtlCol="0">
            <a:noAutofit/>
          </a:bodyPr>
          <a:lstStyle/>
          <a:p>
            <a:pPr marL="0" indent="0" algn="l" defTabSz="179388">
              <a:buClr>
                <a:srgbClr val="00DEE6"/>
              </a:buClr>
              <a:buFont typeface="Arial" panose="020B0604020202020204" pitchFamily="34" charset="0"/>
              <a:buNone/>
            </a:pPr>
            <a:r>
              <a:rPr lang="en-US" sz="2400">
                <a:latin typeface="+mn-lt"/>
                <a:hlinkClick r:id="rId3"/>
              </a:rPr>
              <a:t>Nullable value types in C#</a:t>
            </a:r>
            <a:endParaRPr lang="en-US" sz="2400">
              <a:latin typeface="+mn-lt"/>
            </a:endParaRPr>
          </a:p>
        </p:txBody>
      </p:sp>
      <p:pic>
        <p:nvPicPr>
          <p:cNvPr id="7" name="Picture 6">
            <a:extLst>
              <a:ext uri="{FF2B5EF4-FFF2-40B4-BE49-F238E27FC236}">
                <a16:creationId xmlns:a16="http://schemas.microsoft.com/office/drawing/2014/main" id="{033C40A7-014E-4F30-AC5E-3A64CA8E8F79}"/>
              </a:ext>
            </a:extLst>
          </p:cNvPr>
          <p:cNvPicPr>
            <a:picLocks noChangeAspect="1"/>
          </p:cNvPicPr>
          <p:nvPr/>
        </p:nvPicPr>
        <p:blipFill>
          <a:blip r:embed="rId4"/>
          <a:stretch>
            <a:fillRect/>
          </a:stretch>
        </p:blipFill>
        <p:spPr>
          <a:xfrm>
            <a:off x="649139" y="1605454"/>
            <a:ext cx="5438095" cy="876190"/>
          </a:xfrm>
          <a:prstGeom prst="rect">
            <a:avLst/>
          </a:prstGeom>
        </p:spPr>
      </p:pic>
      <p:sp>
        <p:nvSpPr>
          <p:cNvPr id="8" name="TextBox 7">
            <a:extLst>
              <a:ext uri="{FF2B5EF4-FFF2-40B4-BE49-F238E27FC236}">
                <a16:creationId xmlns:a16="http://schemas.microsoft.com/office/drawing/2014/main" id="{F763AF65-34CF-4859-90F8-C5CCA3BB4B15}"/>
              </a:ext>
            </a:extLst>
          </p:cNvPr>
          <p:cNvSpPr txBox="1"/>
          <p:nvPr/>
        </p:nvSpPr>
        <p:spPr>
          <a:xfrm>
            <a:off x="649139" y="2854663"/>
            <a:ext cx="8471999" cy="996868"/>
          </a:xfrm>
          <a:prstGeom prst="rect">
            <a:avLst/>
          </a:prstGeom>
          <a:noFill/>
        </p:spPr>
        <p:txBody>
          <a:bodyPr wrap="none" lIns="0" tIns="0" rIns="0" bIns="0" rtlCol="0">
            <a:noAutofit/>
          </a:bodyPr>
          <a:lstStyle/>
          <a:p>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nullableInteger</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null</a:t>
            </a:r>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nullableDouble</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null</a:t>
            </a:r>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bool</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nullableBoolean</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true</a:t>
            </a:r>
            <a:r>
              <a:rPr lang="en-US" sz="1800">
                <a:solidFill>
                  <a:srgbClr val="000000"/>
                </a:solidFill>
                <a:latin typeface="Consolas" panose="020B0609020204030204" pitchFamily="49" charset="0"/>
              </a:rPr>
              <a:t>;</a:t>
            </a:r>
            <a:endParaRPr lang="en-US" sz="2400">
              <a:latin typeface="+mn-lt"/>
            </a:endParaRPr>
          </a:p>
        </p:txBody>
      </p:sp>
      <p:pic>
        <p:nvPicPr>
          <p:cNvPr id="10" name="Picture 9">
            <a:extLst>
              <a:ext uri="{FF2B5EF4-FFF2-40B4-BE49-F238E27FC236}">
                <a16:creationId xmlns:a16="http://schemas.microsoft.com/office/drawing/2014/main" id="{ABFA74B3-0DB0-4537-B4C9-43158103BD39}"/>
              </a:ext>
            </a:extLst>
          </p:cNvPr>
          <p:cNvPicPr>
            <a:picLocks noChangeAspect="1"/>
          </p:cNvPicPr>
          <p:nvPr/>
        </p:nvPicPr>
        <p:blipFill>
          <a:blip r:embed="rId5"/>
          <a:stretch>
            <a:fillRect/>
          </a:stretch>
        </p:blipFill>
        <p:spPr>
          <a:xfrm>
            <a:off x="672001" y="4376357"/>
            <a:ext cx="8323809" cy="771429"/>
          </a:xfrm>
          <a:prstGeom prst="rect">
            <a:avLst/>
          </a:prstGeom>
        </p:spPr>
      </p:pic>
    </p:spTree>
    <p:extLst>
      <p:ext uri="{BB962C8B-B14F-4D97-AF65-F5344CB8AC3E}">
        <p14:creationId xmlns:p14="http://schemas.microsoft.com/office/powerpoint/2010/main" val="42730131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1E989-1855-4F1A-B01E-6F7E412DE274}"/>
              </a:ext>
            </a:extLst>
          </p:cNvPr>
          <p:cNvSpPr>
            <a:spLocks noGrp="1"/>
          </p:cNvSpPr>
          <p:nvPr>
            <p:ph type="title"/>
          </p:nvPr>
        </p:nvSpPr>
        <p:spPr/>
        <p:txBody>
          <a:bodyPr/>
          <a:lstStyle/>
          <a:p>
            <a:r>
              <a:rPr lang="en-US"/>
              <a:t>Nullable types</a:t>
            </a:r>
          </a:p>
        </p:txBody>
      </p:sp>
      <p:sp>
        <p:nvSpPr>
          <p:cNvPr id="3" name="Slide Number Placeholder 2">
            <a:extLst>
              <a:ext uri="{FF2B5EF4-FFF2-40B4-BE49-F238E27FC236}">
                <a16:creationId xmlns:a16="http://schemas.microsoft.com/office/drawing/2014/main" id="{44F80CEB-98C4-4368-8140-1FD854A30A27}"/>
              </a:ext>
            </a:extLst>
          </p:cNvPr>
          <p:cNvSpPr>
            <a:spLocks noGrp="1"/>
          </p:cNvSpPr>
          <p:nvPr>
            <p:ph type="sldNum" sz="quarter" idx="11"/>
          </p:nvPr>
        </p:nvSpPr>
        <p:spPr/>
        <p:txBody>
          <a:bodyPr/>
          <a:lstStyle/>
          <a:p>
            <a:fld id="{E16BA917-7F09-4B8D-AF07-F52890C14046}" type="slidenum">
              <a:rPr lang="da-DK" smtClean="0"/>
              <a:pPr/>
              <a:t>64</a:t>
            </a:fld>
            <a:endParaRPr lang="da-DK"/>
          </a:p>
        </p:txBody>
      </p:sp>
      <p:sp>
        <p:nvSpPr>
          <p:cNvPr id="4" name="Text Placeholder 3">
            <a:extLst>
              <a:ext uri="{FF2B5EF4-FFF2-40B4-BE49-F238E27FC236}">
                <a16:creationId xmlns:a16="http://schemas.microsoft.com/office/drawing/2014/main" id="{DD6C641D-6CA9-442D-AA15-621D1537E664}"/>
              </a:ext>
            </a:extLst>
          </p:cNvPr>
          <p:cNvSpPr>
            <a:spLocks noGrp="1"/>
          </p:cNvSpPr>
          <p:nvPr>
            <p:ph type="body" sz="quarter" idx="17"/>
          </p:nvPr>
        </p:nvSpPr>
        <p:spPr/>
        <p:txBody>
          <a:bodyPr/>
          <a:lstStyle/>
          <a:p>
            <a:r>
              <a:rPr lang="en-US"/>
              <a:t>null-coalescing operator</a:t>
            </a:r>
          </a:p>
        </p:txBody>
      </p:sp>
      <p:pic>
        <p:nvPicPr>
          <p:cNvPr id="8" name="Picture 7">
            <a:extLst>
              <a:ext uri="{FF2B5EF4-FFF2-40B4-BE49-F238E27FC236}">
                <a16:creationId xmlns:a16="http://schemas.microsoft.com/office/drawing/2014/main" id="{FD0A409D-F86E-4FA8-B84B-17ECAB807585}"/>
              </a:ext>
            </a:extLst>
          </p:cNvPr>
          <p:cNvPicPr>
            <a:picLocks noChangeAspect="1"/>
          </p:cNvPicPr>
          <p:nvPr/>
        </p:nvPicPr>
        <p:blipFill>
          <a:blip r:embed="rId3"/>
          <a:stretch>
            <a:fillRect/>
          </a:stretch>
        </p:blipFill>
        <p:spPr>
          <a:xfrm>
            <a:off x="672001" y="1723276"/>
            <a:ext cx="7085714" cy="1571429"/>
          </a:xfrm>
          <a:prstGeom prst="rect">
            <a:avLst/>
          </a:prstGeom>
        </p:spPr>
      </p:pic>
      <p:sp>
        <p:nvSpPr>
          <p:cNvPr id="9" name="TextBox 8">
            <a:extLst>
              <a:ext uri="{FF2B5EF4-FFF2-40B4-BE49-F238E27FC236}">
                <a16:creationId xmlns:a16="http://schemas.microsoft.com/office/drawing/2014/main" id="{62CD93EA-EFF4-4B90-A382-C1D6C61054B3}"/>
              </a:ext>
            </a:extLst>
          </p:cNvPr>
          <p:cNvSpPr txBox="1"/>
          <p:nvPr/>
        </p:nvSpPr>
        <p:spPr>
          <a:xfrm>
            <a:off x="649139" y="3429000"/>
            <a:ext cx="10767524" cy="2543175"/>
          </a:xfrm>
          <a:prstGeom prst="rect">
            <a:avLst/>
          </a:prstGeom>
          <a:noFill/>
        </p:spPr>
        <p:txBody>
          <a:bodyPr wrap="none" lIns="0" tIns="0" rIns="0" bIns="0" rtlCol="0">
            <a:noAutofit/>
          </a:bodyPr>
          <a:lstStyle/>
          <a:p>
            <a:r>
              <a:rPr lang="en-US" sz="1600">
                <a:solidFill>
                  <a:srgbClr val="0000FF"/>
                </a:solidFill>
                <a:latin typeface="Consolas" panose="020B0609020204030204" pitchFamily="49" charset="0"/>
              </a:rPr>
              <a:t>    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Program</a:t>
            </a:r>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Main(</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args) {</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userInput</a:t>
            </a:r>
            <a:r>
              <a:rPr lang="en-US" sz="1600">
                <a:solidFill>
                  <a:srgbClr val="000000"/>
                </a:solidFill>
                <a:latin typeface="Consolas" panose="020B0609020204030204" pitchFamily="49" charset="0"/>
              </a:rPr>
              <a:t> = </a:t>
            </a:r>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.ReadLine</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number = </a:t>
            </a:r>
            <a:r>
              <a:rPr lang="en-US" sz="1600" err="1">
                <a:solidFill>
                  <a:srgbClr val="0000FF"/>
                </a:solidFill>
                <a:latin typeface="Consolas" panose="020B0609020204030204" pitchFamily="49" charset="0"/>
              </a:rPr>
              <a:t>double</a:t>
            </a:r>
            <a:r>
              <a:rPr lang="en-US" sz="1600" err="1">
                <a:solidFill>
                  <a:srgbClr val="000000"/>
                </a:solidFill>
                <a:latin typeface="Consolas" panose="020B0609020204030204" pitchFamily="49" charset="0"/>
              </a:rPr>
              <a:t>.Parse</a:t>
            </a:r>
            <a:r>
              <a:rPr lang="en-US" sz="1600">
                <a:solidFill>
                  <a:srgbClr val="000000"/>
                </a:solidFill>
                <a:latin typeface="Consolas" panose="020B0609020204030204" pitchFamily="49" charset="0"/>
              </a:rPr>
              <a:t>(</a:t>
            </a:r>
            <a:r>
              <a:rPr lang="en-US" sz="1600" err="1">
                <a:solidFill>
                  <a:srgbClr val="000000"/>
                </a:solidFill>
                <a:latin typeface="Consolas" panose="020B0609020204030204" pitchFamily="49" charset="0"/>
              </a:rPr>
              <a:t>userInput</a:t>
            </a:r>
            <a:r>
              <a:rPr lang="en-US" sz="1600">
                <a:solidFill>
                  <a:srgbClr val="000000"/>
                </a:solidFill>
                <a:latin typeface="Consolas" panose="020B0609020204030204" pitchFamily="49" charset="0"/>
              </a:rPr>
              <a:t> ?? </a:t>
            </a:r>
            <a:r>
              <a:rPr lang="en-US" sz="1600">
                <a:solidFill>
                  <a:srgbClr val="A31515"/>
                </a:solidFill>
                <a:latin typeface="Consolas" panose="020B0609020204030204" pitchFamily="49" charset="0"/>
              </a:rPr>
              <a:t>"0"</a:t>
            </a:r>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use "0" if </a:t>
            </a:r>
            <a:r>
              <a:rPr lang="en-US" sz="1600" err="1">
                <a:solidFill>
                  <a:srgbClr val="008000"/>
                </a:solidFill>
                <a:latin typeface="Consolas" panose="020B0609020204030204" pitchFamily="49" charset="0"/>
              </a:rPr>
              <a:t>userInput</a:t>
            </a:r>
            <a:r>
              <a:rPr lang="en-US" sz="1600">
                <a:solidFill>
                  <a:srgbClr val="008000"/>
                </a:solidFill>
                <a:latin typeface="Consolas" panose="020B0609020204030204" pitchFamily="49" charset="0"/>
              </a:rPr>
              <a:t> is null</a:t>
            </a:r>
            <a:endParaRPr lang="en-US" sz="1600">
              <a:solidFill>
                <a:srgbClr val="000000"/>
              </a:solidFill>
              <a:latin typeface="Consolas" panose="020B0609020204030204" pitchFamily="49" charset="0"/>
            </a:endParaRP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Console</a:t>
            </a:r>
            <a:r>
              <a:rPr lang="en-US" sz="1600">
                <a:solidFill>
                  <a:srgbClr val="000000"/>
                </a:solidFill>
                <a:latin typeface="Consolas" panose="020B0609020204030204" pitchFamily="49" charset="0"/>
              </a:rPr>
              <a:t>.WriteLine(number);</a:t>
            </a:r>
          </a:p>
          <a:p>
            <a:r>
              <a:rPr lang="en-US" sz="1600">
                <a:solidFill>
                  <a:srgbClr val="000000"/>
                </a:solidFill>
                <a:latin typeface="Consolas" panose="020B0609020204030204" pitchFamily="49" charset="0"/>
              </a:rPr>
              <a:t>            </a:t>
            </a:r>
            <a:r>
              <a:rPr lang="en-US" sz="1600" err="1">
                <a:solidFill>
                  <a:srgbClr val="2B91AF"/>
                </a:solidFill>
                <a:latin typeface="Consolas" panose="020B0609020204030204" pitchFamily="49" charset="0"/>
              </a:rPr>
              <a:t>Console</a:t>
            </a:r>
            <a:r>
              <a:rPr lang="en-US" sz="1600" err="1">
                <a:solidFill>
                  <a:srgbClr val="000000"/>
                </a:solidFill>
                <a:latin typeface="Consolas" panose="020B0609020204030204" pitchFamily="49" charset="0"/>
              </a:rPr>
              <a:t>.ReadKey</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endParaRPr lang="en-US" sz="1600">
              <a:latin typeface="+mn-lt"/>
            </a:endParaRPr>
          </a:p>
        </p:txBody>
      </p:sp>
    </p:spTree>
    <p:extLst>
      <p:ext uri="{BB962C8B-B14F-4D97-AF65-F5344CB8AC3E}">
        <p14:creationId xmlns:p14="http://schemas.microsoft.com/office/powerpoint/2010/main" val="6771082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467E7-F50A-45C8-8043-8113D48534AE}"/>
              </a:ext>
            </a:extLst>
          </p:cNvPr>
          <p:cNvSpPr>
            <a:spLocks noGrp="1"/>
          </p:cNvSpPr>
          <p:nvPr>
            <p:ph type="title"/>
          </p:nvPr>
        </p:nvSpPr>
        <p:spPr/>
        <p:txBody>
          <a:bodyPr/>
          <a:lstStyle/>
          <a:p>
            <a:r>
              <a:rPr lang="en-US"/>
              <a:t>Practice 5</a:t>
            </a:r>
          </a:p>
        </p:txBody>
      </p:sp>
      <p:sp>
        <p:nvSpPr>
          <p:cNvPr id="3" name="Slide Number Placeholder 2">
            <a:extLst>
              <a:ext uri="{FF2B5EF4-FFF2-40B4-BE49-F238E27FC236}">
                <a16:creationId xmlns:a16="http://schemas.microsoft.com/office/drawing/2014/main" id="{69D23C24-2677-4A2A-9DAB-709F21E4C783}"/>
              </a:ext>
            </a:extLst>
          </p:cNvPr>
          <p:cNvSpPr>
            <a:spLocks noGrp="1"/>
          </p:cNvSpPr>
          <p:nvPr>
            <p:ph type="sldNum" sz="quarter" idx="11"/>
          </p:nvPr>
        </p:nvSpPr>
        <p:spPr/>
        <p:txBody>
          <a:bodyPr/>
          <a:lstStyle/>
          <a:p>
            <a:fld id="{E16BA917-7F09-4B8D-AF07-F52890C14046}" type="slidenum">
              <a:rPr lang="da-DK" smtClean="0"/>
              <a:pPr/>
              <a:t>65</a:t>
            </a:fld>
            <a:endParaRPr lang="da-DK"/>
          </a:p>
        </p:txBody>
      </p:sp>
      <p:sp>
        <p:nvSpPr>
          <p:cNvPr id="4" name="Text Placeholder 3">
            <a:extLst>
              <a:ext uri="{FF2B5EF4-FFF2-40B4-BE49-F238E27FC236}">
                <a16:creationId xmlns:a16="http://schemas.microsoft.com/office/drawing/2014/main" id="{8B5EC574-325E-4F26-968C-AFD671B20684}"/>
              </a:ext>
            </a:extLst>
          </p:cNvPr>
          <p:cNvSpPr>
            <a:spLocks noGrp="1"/>
          </p:cNvSpPr>
          <p:nvPr>
            <p:ph type="body" sz="quarter" idx="17"/>
          </p:nvPr>
        </p:nvSpPr>
        <p:spPr/>
        <p:txBody>
          <a:bodyPr/>
          <a:lstStyle/>
          <a:p>
            <a:r>
              <a:rPr lang="en-US"/>
              <a:t>Working with nullable types</a:t>
            </a:r>
          </a:p>
        </p:txBody>
      </p:sp>
      <p:pic>
        <p:nvPicPr>
          <p:cNvPr id="6" name="Graphic 5" descr="Flask">
            <a:extLst>
              <a:ext uri="{FF2B5EF4-FFF2-40B4-BE49-F238E27FC236}">
                <a16:creationId xmlns:a16="http://schemas.microsoft.com/office/drawing/2014/main" id="{E098A5BC-0C7D-466D-8514-2EBE4C60D7F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5" name="TextBox 4">
            <a:extLst>
              <a:ext uri="{FF2B5EF4-FFF2-40B4-BE49-F238E27FC236}">
                <a16:creationId xmlns:a16="http://schemas.microsoft.com/office/drawing/2014/main" id="{A15259C3-86C6-4B57-937E-70320E24EB4B}"/>
              </a:ext>
            </a:extLst>
          </p:cNvPr>
          <p:cNvSpPr txBox="1"/>
          <p:nvPr/>
        </p:nvSpPr>
        <p:spPr>
          <a:xfrm>
            <a:off x="670985" y="1594388"/>
            <a:ext cx="11054290" cy="4006312"/>
          </a:xfrm>
          <a:prstGeom prst="rect">
            <a:avLst/>
          </a:prstGeom>
          <a:noFill/>
        </p:spPr>
        <p:txBody>
          <a:bodyPr wrap="none" lIns="0" tIns="0" rIns="0" bIns="0" rtlCol="0">
            <a:noAutofit/>
          </a:bodyPr>
          <a:lstStyle/>
          <a:p>
            <a:pPr marL="457200" indent="-457200" algn="l" defTabSz="179388">
              <a:buClr>
                <a:srgbClr val="00DEE6"/>
              </a:buClr>
              <a:buFont typeface="Arial" panose="020B0604020202020204" pitchFamily="34" charset="0"/>
              <a:buAutoNum type="arabicPeriod"/>
            </a:pPr>
            <a:r>
              <a:rPr lang="en-US" sz="2400">
                <a:latin typeface="+mn-lt"/>
              </a:rPr>
              <a:t>Use console application from the practice </a:t>
            </a:r>
            <a:r>
              <a:rPr lang="en-US" sz="2400" i="1">
                <a:latin typeface="+mn-lt"/>
              </a:rPr>
              <a:t>#3</a:t>
            </a:r>
            <a:r>
              <a:rPr lang="en-US" sz="2400">
                <a:latin typeface="+mn-lt"/>
              </a:rPr>
              <a:t>. Comment all lines in the method </a:t>
            </a:r>
            <a:br>
              <a:rPr lang="en-US" sz="2400">
                <a:latin typeface="+mn-lt"/>
              </a:rPr>
            </a:br>
            <a:r>
              <a:rPr lang="da-DK" sz="2400">
                <a:solidFill>
                  <a:srgbClr val="000000"/>
                </a:solidFill>
                <a:latin typeface="Consolas" panose="020B0609020204030204" pitchFamily="49" charset="0"/>
              </a:rPr>
              <a:t>Main</a:t>
            </a:r>
            <a:r>
              <a:rPr lang="en-US" sz="2400" i="1">
                <a:solidFill>
                  <a:schemeClr val="accent2"/>
                </a:solidFill>
                <a:latin typeface="+mn-lt"/>
              </a:rPr>
              <a:t> </a:t>
            </a:r>
            <a:r>
              <a:rPr lang="en-US" sz="2400">
                <a:latin typeface="+mn-lt"/>
              </a:rPr>
              <a:t>except the last </a:t>
            </a:r>
            <a:r>
              <a:rPr lang="da-DK" sz="2400" err="1">
                <a:solidFill>
                  <a:srgbClr val="2B91AF"/>
                </a:solidFill>
                <a:latin typeface="Consolas" panose="020B0609020204030204" pitchFamily="49" charset="0"/>
              </a:rPr>
              <a:t>Console</a:t>
            </a:r>
            <a:r>
              <a:rPr lang="da-DK" sz="2400" err="1">
                <a:solidFill>
                  <a:srgbClr val="000000"/>
                </a:solidFill>
                <a:latin typeface="Consolas" panose="020B0609020204030204" pitchFamily="49" charset="0"/>
              </a:rPr>
              <a:t>.ReadKey</a:t>
            </a:r>
            <a:r>
              <a:rPr lang="da-DK" sz="2400">
                <a:solidFill>
                  <a:srgbClr val="000000"/>
                </a:solidFill>
                <a:latin typeface="Consolas" panose="020B0609020204030204" pitchFamily="49" charset="0"/>
              </a:rPr>
              <a:t>();</a:t>
            </a:r>
          </a:p>
          <a:p>
            <a:pPr marL="457200" indent="-457200" algn="l" defTabSz="179388">
              <a:buClr>
                <a:srgbClr val="00DEE6"/>
              </a:buClr>
              <a:buFont typeface="Arial" panose="020B0604020202020204" pitchFamily="34" charset="0"/>
              <a:buAutoNum type="arabicPeriod"/>
            </a:pPr>
            <a:r>
              <a:rPr lang="en-US" sz="2400">
                <a:latin typeface="+mn-lt"/>
              </a:rPr>
              <a:t>Declare and initialize a variable of type </a:t>
            </a:r>
            <a:r>
              <a:rPr lang="en-US">
                <a:solidFill>
                  <a:srgbClr val="2B91AF"/>
                </a:solidFill>
                <a:latin typeface="Consolas" panose="020B0609020204030204" pitchFamily="49" charset="0"/>
              </a:rPr>
              <a:t>Nullable</a:t>
            </a:r>
            <a:r>
              <a:rPr lang="en-US" sz="1800">
                <a:solidFill>
                  <a:srgbClr val="000000"/>
                </a:solidFill>
                <a:latin typeface="Consolas" panose="020B0609020204030204" pitchFamily="49" charset="0"/>
              </a:rPr>
              <a:t>&lt;</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&gt;</a:t>
            </a:r>
            <a:r>
              <a:rPr lang="en-US" sz="2400">
                <a:latin typeface="+mn-lt"/>
              </a:rPr>
              <a:t>, try to assign different </a:t>
            </a:r>
            <a:br>
              <a:rPr lang="en-US" sz="2400">
                <a:latin typeface="+mn-lt"/>
              </a:rPr>
            </a:br>
            <a:r>
              <a:rPr lang="en-US" sz="2400">
                <a:latin typeface="+mn-lt"/>
              </a:rPr>
              <a:t>values to it (any numerical values and </a:t>
            </a:r>
            <a:r>
              <a:rPr lang="da-DK" sz="2400" err="1">
                <a:solidFill>
                  <a:srgbClr val="0000FF"/>
                </a:solidFill>
                <a:latin typeface="Consolas" panose="020B0609020204030204" pitchFamily="49" charset="0"/>
              </a:rPr>
              <a:t>null</a:t>
            </a:r>
            <a:r>
              <a:rPr lang="en-US" sz="2400">
                <a:latin typeface="+mn-lt"/>
              </a:rPr>
              <a:t> value).</a:t>
            </a:r>
          </a:p>
          <a:p>
            <a:pPr marL="457200" indent="-457200" algn="l" defTabSz="179388">
              <a:buClr>
                <a:srgbClr val="00DEE6"/>
              </a:buClr>
              <a:buFont typeface="Arial" panose="020B0604020202020204" pitchFamily="34" charset="0"/>
              <a:buAutoNum type="arabicPeriod"/>
            </a:pPr>
            <a:r>
              <a:rPr lang="en-US" sz="2400">
                <a:latin typeface="+mn-lt"/>
              </a:rPr>
              <a:t>Print this variable to the console. Use null-coalescing operator to print zero </a:t>
            </a:r>
            <a:br>
              <a:rPr lang="en-US" sz="2400">
                <a:latin typeface="+mn-lt"/>
              </a:rPr>
            </a:br>
            <a:r>
              <a:rPr lang="en-US" sz="2400">
                <a:latin typeface="+mn-lt"/>
              </a:rPr>
              <a:t>value if the null is assigned to the variable.</a:t>
            </a:r>
          </a:p>
        </p:txBody>
      </p:sp>
    </p:spTree>
    <p:extLst>
      <p:ext uri="{BB962C8B-B14F-4D97-AF65-F5344CB8AC3E}">
        <p14:creationId xmlns:p14="http://schemas.microsoft.com/office/powerpoint/2010/main" val="25047915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467E7-F50A-45C8-8043-8113D48534AE}"/>
              </a:ext>
            </a:extLst>
          </p:cNvPr>
          <p:cNvSpPr>
            <a:spLocks noGrp="1"/>
          </p:cNvSpPr>
          <p:nvPr>
            <p:ph type="title"/>
          </p:nvPr>
        </p:nvSpPr>
        <p:spPr/>
        <p:txBody>
          <a:bodyPr/>
          <a:lstStyle/>
          <a:p>
            <a:r>
              <a:rPr lang="en-US"/>
              <a:t>Practice 5</a:t>
            </a:r>
          </a:p>
        </p:txBody>
      </p:sp>
      <p:sp>
        <p:nvSpPr>
          <p:cNvPr id="3" name="Slide Number Placeholder 2">
            <a:extLst>
              <a:ext uri="{FF2B5EF4-FFF2-40B4-BE49-F238E27FC236}">
                <a16:creationId xmlns:a16="http://schemas.microsoft.com/office/drawing/2014/main" id="{69D23C24-2677-4A2A-9DAB-709F21E4C783}"/>
              </a:ext>
            </a:extLst>
          </p:cNvPr>
          <p:cNvSpPr>
            <a:spLocks noGrp="1"/>
          </p:cNvSpPr>
          <p:nvPr>
            <p:ph type="sldNum" sz="quarter" idx="11"/>
          </p:nvPr>
        </p:nvSpPr>
        <p:spPr/>
        <p:txBody>
          <a:bodyPr/>
          <a:lstStyle/>
          <a:p>
            <a:fld id="{E16BA917-7F09-4B8D-AF07-F52890C14046}" type="slidenum">
              <a:rPr lang="da-DK" smtClean="0"/>
              <a:pPr/>
              <a:t>66</a:t>
            </a:fld>
            <a:endParaRPr lang="da-DK"/>
          </a:p>
        </p:txBody>
      </p:sp>
      <p:sp>
        <p:nvSpPr>
          <p:cNvPr id="4" name="Text Placeholder 3">
            <a:extLst>
              <a:ext uri="{FF2B5EF4-FFF2-40B4-BE49-F238E27FC236}">
                <a16:creationId xmlns:a16="http://schemas.microsoft.com/office/drawing/2014/main" id="{8B5EC574-325E-4F26-968C-AFD671B20684}"/>
              </a:ext>
            </a:extLst>
          </p:cNvPr>
          <p:cNvSpPr>
            <a:spLocks noGrp="1"/>
          </p:cNvSpPr>
          <p:nvPr>
            <p:ph type="body" sz="quarter" idx="17"/>
          </p:nvPr>
        </p:nvSpPr>
        <p:spPr/>
        <p:txBody>
          <a:bodyPr/>
          <a:lstStyle/>
          <a:p>
            <a:r>
              <a:rPr lang="en-US"/>
              <a:t>Solution</a:t>
            </a:r>
          </a:p>
        </p:txBody>
      </p:sp>
      <p:pic>
        <p:nvPicPr>
          <p:cNvPr id="6" name="Graphic 5" descr="Flask">
            <a:extLst>
              <a:ext uri="{FF2B5EF4-FFF2-40B4-BE49-F238E27FC236}">
                <a16:creationId xmlns:a16="http://schemas.microsoft.com/office/drawing/2014/main" id="{E098A5BC-0C7D-466D-8514-2EBE4C60D7F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
        <p:nvSpPr>
          <p:cNvPr id="7" name="TextBox 6">
            <a:extLst>
              <a:ext uri="{FF2B5EF4-FFF2-40B4-BE49-F238E27FC236}">
                <a16:creationId xmlns:a16="http://schemas.microsoft.com/office/drawing/2014/main" id="{CCAB56E0-604E-4F69-80A2-825CC27BB550}"/>
              </a:ext>
            </a:extLst>
          </p:cNvPr>
          <p:cNvSpPr txBox="1"/>
          <p:nvPr/>
        </p:nvSpPr>
        <p:spPr>
          <a:xfrm>
            <a:off x="670981" y="1458383"/>
            <a:ext cx="9149293" cy="5047191"/>
          </a:xfrm>
          <a:prstGeom prst="rect">
            <a:avLst/>
          </a:prstGeom>
          <a:noFill/>
        </p:spPr>
        <p:txBody>
          <a:bodyPr wrap="none" lIns="0" tIns="0" rIns="0" bIns="0" rtlCol="0">
            <a:noAutofit/>
          </a:bodyPr>
          <a:lstStyle/>
          <a:p>
            <a:r>
              <a:rPr lang="en-US" sz="1000">
                <a:solidFill>
                  <a:srgbClr val="0000FF"/>
                </a:solidFill>
                <a:latin typeface="Consolas" panose="020B0609020204030204" pitchFamily="49" charset="0"/>
              </a:rPr>
              <a:t>namespace</a:t>
            </a:r>
            <a:r>
              <a:rPr lang="en-US" sz="1000">
                <a:solidFill>
                  <a:srgbClr val="000000"/>
                </a:solidFill>
                <a:latin typeface="Consolas" panose="020B0609020204030204" pitchFamily="49" charset="0"/>
              </a:rPr>
              <a:t> ConsoleApplication2 {</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Program</a:t>
            </a:r>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static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Main(</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args) {</a:t>
            </a:r>
          </a:p>
          <a:p>
            <a:r>
              <a:rPr lang="en-US" sz="1000">
                <a:solidFill>
                  <a:srgbClr val="000000"/>
                </a:solidFill>
                <a:latin typeface="Consolas" panose="020B0609020204030204" pitchFamily="49" charset="0"/>
              </a:rPr>
              <a:t>            </a:t>
            </a:r>
            <a:r>
              <a:rPr lang="en-US" sz="1000">
                <a:solidFill>
                  <a:srgbClr val="008000"/>
                </a:solidFill>
                <a:latin typeface="Consolas" panose="020B0609020204030204" pitchFamily="49" charset="0"/>
              </a:rPr>
              <a:t>/*</a:t>
            </a:r>
          </a:p>
          <a:p>
            <a:r>
              <a:rPr lang="en-US" sz="1000">
                <a:solidFill>
                  <a:srgbClr val="008000"/>
                </a:solidFill>
                <a:latin typeface="Consolas" panose="020B0609020204030204" pitchFamily="49" charset="0"/>
              </a:rPr>
              <a:t>            Console.WriteLine("Input the first number:");</a:t>
            </a:r>
          </a:p>
          <a:p>
            <a:r>
              <a:rPr lang="en-US" sz="1000">
                <a:solidFill>
                  <a:srgbClr val="008000"/>
                </a:solidFill>
                <a:latin typeface="Consolas" panose="020B0609020204030204" pitchFamily="49" charset="0"/>
              </a:rPr>
              <a:t>            string </a:t>
            </a:r>
            <a:r>
              <a:rPr lang="en-US" sz="1000" err="1">
                <a:solidFill>
                  <a:srgbClr val="008000"/>
                </a:solidFill>
                <a:latin typeface="Consolas" panose="020B0609020204030204" pitchFamily="49" charset="0"/>
              </a:rPr>
              <a:t>userInput</a:t>
            </a:r>
            <a:r>
              <a:rPr lang="en-US" sz="1000">
                <a:solidFill>
                  <a:srgbClr val="008000"/>
                </a:solidFill>
                <a:latin typeface="Consolas" panose="020B0609020204030204" pitchFamily="49" charset="0"/>
              </a:rPr>
              <a:t> = </a:t>
            </a:r>
            <a:r>
              <a:rPr lang="en-US" sz="1000" err="1">
                <a:solidFill>
                  <a:srgbClr val="008000"/>
                </a:solidFill>
                <a:latin typeface="Consolas" panose="020B0609020204030204" pitchFamily="49" charset="0"/>
              </a:rPr>
              <a:t>Console.ReadLine</a:t>
            </a:r>
            <a:r>
              <a:rPr lang="en-US" sz="1000">
                <a:solidFill>
                  <a:srgbClr val="008000"/>
                </a:solidFill>
                <a:latin typeface="Consolas" panose="020B0609020204030204" pitchFamily="49" charset="0"/>
              </a:rPr>
              <a:t>();</a:t>
            </a:r>
          </a:p>
          <a:p>
            <a:r>
              <a:rPr lang="en-US" sz="1000">
                <a:solidFill>
                  <a:srgbClr val="008000"/>
                </a:solidFill>
                <a:latin typeface="Consolas" panose="020B0609020204030204" pitchFamily="49" charset="0"/>
              </a:rPr>
              <a:t>            int </a:t>
            </a:r>
            <a:r>
              <a:rPr lang="en-US" sz="1000" err="1">
                <a:solidFill>
                  <a:srgbClr val="008000"/>
                </a:solidFill>
                <a:latin typeface="Consolas" panose="020B0609020204030204" pitchFamily="49" charset="0"/>
              </a:rPr>
              <a:t>firstNumber</a:t>
            </a:r>
            <a:r>
              <a:rPr lang="en-US" sz="1000">
                <a:solidFill>
                  <a:srgbClr val="008000"/>
                </a:solidFill>
                <a:latin typeface="Consolas" panose="020B0609020204030204" pitchFamily="49" charset="0"/>
              </a:rPr>
              <a:t> = Int32.Parse(</a:t>
            </a:r>
            <a:r>
              <a:rPr lang="en-US" sz="1000" err="1">
                <a:solidFill>
                  <a:srgbClr val="008000"/>
                </a:solidFill>
                <a:latin typeface="Consolas" panose="020B0609020204030204" pitchFamily="49" charset="0"/>
              </a:rPr>
              <a:t>userInput</a:t>
            </a:r>
            <a:r>
              <a:rPr lang="en-US" sz="1000">
                <a:solidFill>
                  <a:srgbClr val="008000"/>
                </a:solidFill>
                <a:latin typeface="Consolas" panose="020B0609020204030204" pitchFamily="49" charset="0"/>
              </a:rPr>
              <a:t>);</a:t>
            </a:r>
          </a:p>
          <a:p>
            <a:endParaRPr lang="en-US" sz="1000">
              <a:solidFill>
                <a:srgbClr val="008000"/>
              </a:solidFill>
              <a:latin typeface="Consolas" panose="020B0609020204030204" pitchFamily="49" charset="0"/>
            </a:endParaRPr>
          </a:p>
          <a:p>
            <a:r>
              <a:rPr lang="en-US" sz="1000">
                <a:solidFill>
                  <a:srgbClr val="008000"/>
                </a:solidFill>
                <a:latin typeface="Consolas" panose="020B0609020204030204" pitchFamily="49" charset="0"/>
              </a:rPr>
              <a:t>            Console.WriteLine("Input the second number:");</a:t>
            </a:r>
          </a:p>
          <a:p>
            <a:r>
              <a:rPr lang="en-US" sz="1000">
                <a:solidFill>
                  <a:srgbClr val="008000"/>
                </a:solidFill>
                <a:latin typeface="Consolas" panose="020B0609020204030204" pitchFamily="49" charset="0"/>
              </a:rPr>
              <a:t>            </a:t>
            </a:r>
            <a:r>
              <a:rPr lang="en-US" sz="1000" err="1">
                <a:solidFill>
                  <a:srgbClr val="008000"/>
                </a:solidFill>
                <a:latin typeface="Consolas" panose="020B0609020204030204" pitchFamily="49" charset="0"/>
              </a:rPr>
              <a:t>userInput</a:t>
            </a:r>
            <a:r>
              <a:rPr lang="en-US" sz="1000">
                <a:solidFill>
                  <a:srgbClr val="008000"/>
                </a:solidFill>
                <a:latin typeface="Consolas" panose="020B0609020204030204" pitchFamily="49" charset="0"/>
              </a:rPr>
              <a:t> = </a:t>
            </a:r>
            <a:r>
              <a:rPr lang="en-US" sz="1000" err="1">
                <a:solidFill>
                  <a:srgbClr val="008000"/>
                </a:solidFill>
                <a:latin typeface="Consolas" panose="020B0609020204030204" pitchFamily="49" charset="0"/>
              </a:rPr>
              <a:t>Console.ReadLine</a:t>
            </a:r>
            <a:r>
              <a:rPr lang="en-US" sz="1000">
                <a:solidFill>
                  <a:srgbClr val="008000"/>
                </a:solidFill>
                <a:latin typeface="Consolas" panose="020B0609020204030204" pitchFamily="49" charset="0"/>
              </a:rPr>
              <a:t>();</a:t>
            </a:r>
          </a:p>
          <a:p>
            <a:r>
              <a:rPr lang="en-US" sz="1000">
                <a:solidFill>
                  <a:srgbClr val="008000"/>
                </a:solidFill>
                <a:latin typeface="Consolas" panose="020B0609020204030204" pitchFamily="49" charset="0"/>
              </a:rPr>
              <a:t>            int </a:t>
            </a:r>
            <a:r>
              <a:rPr lang="en-US" sz="1000" err="1">
                <a:solidFill>
                  <a:srgbClr val="008000"/>
                </a:solidFill>
                <a:latin typeface="Consolas" panose="020B0609020204030204" pitchFamily="49" charset="0"/>
              </a:rPr>
              <a:t>secondNumber</a:t>
            </a:r>
            <a:r>
              <a:rPr lang="en-US" sz="1000">
                <a:solidFill>
                  <a:srgbClr val="008000"/>
                </a:solidFill>
                <a:latin typeface="Consolas" panose="020B0609020204030204" pitchFamily="49" charset="0"/>
              </a:rPr>
              <a:t> = Int32.Parse(</a:t>
            </a:r>
            <a:r>
              <a:rPr lang="en-US" sz="1000" err="1">
                <a:solidFill>
                  <a:srgbClr val="008000"/>
                </a:solidFill>
                <a:latin typeface="Consolas" panose="020B0609020204030204" pitchFamily="49" charset="0"/>
              </a:rPr>
              <a:t>userInput</a:t>
            </a:r>
            <a:r>
              <a:rPr lang="en-US" sz="1000">
                <a:solidFill>
                  <a:srgbClr val="008000"/>
                </a:solidFill>
                <a:latin typeface="Consolas" panose="020B0609020204030204" pitchFamily="49" charset="0"/>
              </a:rPr>
              <a:t>);</a:t>
            </a:r>
          </a:p>
          <a:p>
            <a:endParaRPr lang="en-US" sz="1000">
              <a:solidFill>
                <a:srgbClr val="008000"/>
              </a:solidFill>
              <a:latin typeface="Consolas" panose="020B0609020204030204" pitchFamily="49" charset="0"/>
            </a:endParaRPr>
          </a:p>
          <a:p>
            <a:r>
              <a:rPr lang="en-US" sz="1000">
                <a:solidFill>
                  <a:srgbClr val="008000"/>
                </a:solidFill>
                <a:latin typeface="Consolas" panose="020B0609020204030204" pitchFamily="49" charset="0"/>
              </a:rPr>
              <a:t>            Console.WriteLine("Input the third number:");</a:t>
            </a:r>
          </a:p>
          <a:p>
            <a:r>
              <a:rPr lang="en-US" sz="1000">
                <a:solidFill>
                  <a:srgbClr val="008000"/>
                </a:solidFill>
                <a:latin typeface="Consolas" panose="020B0609020204030204" pitchFamily="49" charset="0"/>
              </a:rPr>
              <a:t>            </a:t>
            </a:r>
            <a:r>
              <a:rPr lang="en-US" sz="1000" err="1">
                <a:solidFill>
                  <a:srgbClr val="008000"/>
                </a:solidFill>
                <a:latin typeface="Consolas" panose="020B0609020204030204" pitchFamily="49" charset="0"/>
              </a:rPr>
              <a:t>userInput</a:t>
            </a:r>
            <a:r>
              <a:rPr lang="en-US" sz="1000">
                <a:solidFill>
                  <a:srgbClr val="008000"/>
                </a:solidFill>
                <a:latin typeface="Consolas" panose="020B0609020204030204" pitchFamily="49" charset="0"/>
              </a:rPr>
              <a:t> = </a:t>
            </a:r>
            <a:r>
              <a:rPr lang="en-US" sz="1000" err="1">
                <a:solidFill>
                  <a:srgbClr val="008000"/>
                </a:solidFill>
                <a:latin typeface="Consolas" panose="020B0609020204030204" pitchFamily="49" charset="0"/>
              </a:rPr>
              <a:t>Console.ReadLine</a:t>
            </a:r>
            <a:r>
              <a:rPr lang="en-US" sz="1000">
                <a:solidFill>
                  <a:srgbClr val="008000"/>
                </a:solidFill>
                <a:latin typeface="Consolas" panose="020B0609020204030204" pitchFamily="49" charset="0"/>
              </a:rPr>
              <a:t>();</a:t>
            </a:r>
          </a:p>
          <a:p>
            <a:r>
              <a:rPr lang="en-US" sz="1000">
                <a:solidFill>
                  <a:srgbClr val="008000"/>
                </a:solidFill>
                <a:latin typeface="Consolas" panose="020B0609020204030204" pitchFamily="49" charset="0"/>
              </a:rPr>
              <a:t>            int </a:t>
            </a:r>
            <a:r>
              <a:rPr lang="en-US" sz="1000" err="1">
                <a:solidFill>
                  <a:srgbClr val="008000"/>
                </a:solidFill>
                <a:latin typeface="Consolas" panose="020B0609020204030204" pitchFamily="49" charset="0"/>
              </a:rPr>
              <a:t>thirdNumber</a:t>
            </a:r>
            <a:r>
              <a:rPr lang="en-US" sz="1000">
                <a:solidFill>
                  <a:srgbClr val="008000"/>
                </a:solidFill>
                <a:latin typeface="Consolas" panose="020B0609020204030204" pitchFamily="49" charset="0"/>
              </a:rPr>
              <a:t> = Int32.Parse(</a:t>
            </a:r>
            <a:r>
              <a:rPr lang="en-US" sz="1000" err="1">
                <a:solidFill>
                  <a:srgbClr val="008000"/>
                </a:solidFill>
                <a:latin typeface="Consolas" panose="020B0609020204030204" pitchFamily="49" charset="0"/>
              </a:rPr>
              <a:t>userInput</a:t>
            </a:r>
            <a:r>
              <a:rPr lang="en-US" sz="1000">
                <a:solidFill>
                  <a:srgbClr val="008000"/>
                </a:solidFill>
                <a:latin typeface="Consolas" panose="020B0609020204030204" pitchFamily="49" charset="0"/>
              </a:rPr>
              <a:t>);</a:t>
            </a:r>
          </a:p>
          <a:p>
            <a:endParaRPr lang="en-US" sz="1000">
              <a:solidFill>
                <a:srgbClr val="008000"/>
              </a:solidFill>
              <a:latin typeface="Consolas" panose="020B0609020204030204" pitchFamily="49" charset="0"/>
            </a:endParaRPr>
          </a:p>
          <a:p>
            <a:r>
              <a:rPr lang="en-US" sz="1000">
                <a:solidFill>
                  <a:srgbClr val="008000"/>
                </a:solidFill>
                <a:latin typeface="Consolas" panose="020B0609020204030204" pitchFamily="49" charset="0"/>
              </a:rPr>
              <a:t>            int sum = </a:t>
            </a:r>
            <a:r>
              <a:rPr lang="en-US" sz="1000" err="1">
                <a:solidFill>
                  <a:srgbClr val="008000"/>
                </a:solidFill>
                <a:latin typeface="Consolas" panose="020B0609020204030204" pitchFamily="49" charset="0"/>
              </a:rPr>
              <a:t>firstNumber</a:t>
            </a:r>
            <a:r>
              <a:rPr lang="en-US" sz="1000">
                <a:solidFill>
                  <a:srgbClr val="008000"/>
                </a:solidFill>
                <a:latin typeface="Consolas" panose="020B0609020204030204" pitchFamily="49" charset="0"/>
              </a:rPr>
              <a:t> + </a:t>
            </a:r>
            <a:r>
              <a:rPr lang="en-US" sz="1000" err="1">
                <a:solidFill>
                  <a:srgbClr val="008000"/>
                </a:solidFill>
                <a:latin typeface="Consolas" panose="020B0609020204030204" pitchFamily="49" charset="0"/>
              </a:rPr>
              <a:t>secondNumber</a:t>
            </a:r>
            <a:r>
              <a:rPr lang="en-US" sz="1000">
                <a:solidFill>
                  <a:srgbClr val="008000"/>
                </a:solidFill>
                <a:latin typeface="Consolas" panose="020B0609020204030204" pitchFamily="49" charset="0"/>
              </a:rPr>
              <a:t> + </a:t>
            </a:r>
            <a:r>
              <a:rPr lang="en-US" sz="1000" err="1">
                <a:solidFill>
                  <a:srgbClr val="008000"/>
                </a:solidFill>
                <a:latin typeface="Consolas" panose="020B0609020204030204" pitchFamily="49" charset="0"/>
              </a:rPr>
              <a:t>thirdNumber</a:t>
            </a:r>
            <a:r>
              <a:rPr lang="en-US" sz="1000">
                <a:solidFill>
                  <a:srgbClr val="008000"/>
                </a:solidFill>
                <a:latin typeface="Consolas" panose="020B0609020204030204" pitchFamily="49" charset="0"/>
              </a:rPr>
              <a:t>;</a:t>
            </a:r>
          </a:p>
          <a:p>
            <a:r>
              <a:rPr lang="en-US" sz="1000">
                <a:solidFill>
                  <a:srgbClr val="008000"/>
                </a:solidFill>
                <a:latin typeface="Consolas" panose="020B0609020204030204" pitchFamily="49" charset="0"/>
              </a:rPr>
              <a:t>            Console.WriteLine("The sum: {0}",sum);</a:t>
            </a:r>
          </a:p>
          <a:p>
            <a:endParaRPr lang="en-US" sz="1000">
              <a:solidFill>
                <a:srgbClr val="008000"/>
              </a:solidFill>
              <a:latin typeface="Consolas" panose="020B0609020204030204" pitchFamily="49" charset="0"/>
            </a:endParaRPr>
          </a:p>
          <a:p>
            <a:r>
              <a:rPr lang="en-US" sz="1000">
                <a:solidFill>
                  <a:srgbClr val="008000"/>
                </a:solidFill>
                <a:latin typeface="Consolas" panose="020B0609020204030204" pitchFamily="49" charset="0"/>
              </a:rPr>
              <a:t>            int product = </a:t>
            </a:r>
            <a:r>
              <a:rPr lang="en-US" sz="1000" err="1">
                <a:solidFill>
                  <a:srgbClr val="008000"/>
                </a:solidFill>
                <a:latin typeface="Consolas" panose="020B0609020204030204" pitchFamily="49" charset="0"/>
              </a:rPr>
              <a:t>firstNumber</a:t>
            </a:r>
            <a:r>
              <a:rPr lang="en-US" sz="1000">
                <a:solidFill>
                  <a:srgbClr val="008000"/>
                </a:solidFill>
                <a:latin typeface="Consolas" panose="020B0609020204030204" pitchFamily="49" charset="0"/>
              </a:rPr>
              <a:t> * </a:t>
            </a:r>
            <a:r>
              <a:rPr lang="en-US" sz="1000" err="1">
                <a:solidFill>
                  <a:srgbClr val="008000"/>
                </a:solidFill>
                <a:latin typeface="Consolas" panose="020B0609020204030204" pitchFamily="49" charset="0"/>
              </a:rPr>
              <a:t>secondNumber</a:t>
            </a:r>
            <a:r>
              <a:rPr lang="en-US" sz="1000">
                <a:solidFill>
                  <a:srgbClr val="008000"/>
                </a:solidFill>
                <a:latin typeface="Consolas" panose="020B0609020204030204" pitchFamily="49" charset="0"/>
              </a:rPr>
              <a:t> * </a:t>
            </a:r>
            <a:r>
              <a:rPr lang="en-US" sz="1000" err="1">
                <a:solidFill>
                  <a:srgbClr val="008000"/>
                </a:solidFill>
                <a:latin typeface="Consolas" panose="020B0609020204030204" pitchFamily="49" charset="0"/>
              </a:rPr>
              <a:t>thirdNumber</a:t>
            </a:r>
            <a:r>
              <a:rPr lang="en-US" sz="1000">
                <a:solidFill>
                  <a:srgbClr val="008000"/>
                </a:solidFill>
                <a:latin typeface="Consolas" panose="020B0609020204030204" pitchFamily="49" charset="0"/>
              </a:rPr>
              <a:t>;</a:t>
            </a:r>
          </a:p>
          <a:p>
            <a:r>
              <a:rPr lang="en-US" sz="1000">
                <a:solidFill>
                  <a:srgbClr val="008000"/>
                </a:solidFill>
                <a:latin typeface="Consolas" panose="020B0609020204030204" pitchFamily="49" charset="0"/>
              </a:rPr>
              <a:t>            Console.WriteLine("The product: {0}",product);</a:t>
            </a:r>
          </a:p>
          <a:p>
            <a:endParaRPr lang="en-US" sz="1000">
              <a:solidFill>
                <a:srgbClr val="008000"/>
              </a:solidFill>
              <a:latin typeface="Consolas" panose="020B0609020204030204" pitchFamily="49" charset="0"/>
            </a:endParaRPr>
          </a:p>
          <a:p>
            <a:r>
              <a:rPr lang="en-US" sz="1000">
                <a:solidFill>
                  <a:srgbClr val="008000"/>
                </a:solidFill>
                <a:latin typeface="Consolas" panose="020B0609020204030204" pitchFamily="49" charset="0"/>
              </a:rPr>
              <a:t>            double avg = sum / 3.0;</a:t>
            </a:r>
          </a:p>
          <a:p>
            <a:r>
              <a:rPr lang="en-US" sz="1000">
                <a:solidFill>
                  <a:srgbClr val="008000"/>
                </a:solidFill>
                <a:latin typeface="Consolas" panose="020B0609020204030204" pitchFamily="49" charset="0"/>
              </a:rPr>
              <a:t>            Console.WriteLine("The average: {0}",avg);</a:t>
            </a:r>
          </a:p>
          <a:p>
            <a:endParaRPr lang="en-US" sz="1000">
              <a:solidFill>
                <a:srgbClr val="008000"/>
              </a:solidFill>
              <a:latin typeface="Consolas" panose="020B0609020204030204" pitchFamily="49" charset="0"/>
            </a:endParaRPr>
          </a:p>
          <a:p>
            <a:r>
              <a:rPr lang="en-US" sz="1000">
                <a:solidFill>
                  <a:srgbClr val="008000"/>
                </a:solidFill>
                <a:latin typeface="Consolas" panose="020B0609020204030204" pitchFamily="49" charset="0"/>
              </a:rPr>
              <a:t>            Console.WriteLine("Is first number greater or equal to second number?: {0}",</a:t>
            </a:r>
            <a:r>
              <a:rPr lang="en-US" sz="1000" err="1">
                <a:solidFill>
                  <a:srgbClr val="008000"/>
                </a:solidFill>
                <a:latin typeface="Consolas" panose="020B0609020204030204" pitchFamily="49" charset="0"/>
              </a:rPr>
              <a:t>firstNumber</a:t>
            </a:r>
            <a:r>
              <a:rPr lang="en-US" sz="1000">
                <a:solidFill>
                  <a:srgbClr val="008000"/>
                </a:solidFill>
                <a:latin typeface="Consolas" panose="020B0609020204030204" pitchFamily="49" charset="0"/>
              </a:rPr>
              <a:t>&gt;=</a:t>
            </a:r>
            <a:r>
              <a:rPr lang="en-US" sz="1000" err="1">
                <a:solidFill>
                  <a:srgbClr val="008000"/>
                </a:solidFill>
                <a:latin typeface="Consolas" panose="020B0609020204030204" pitchFamily="49" charset="0"/>
              </a:rPr>
              <a:t>secondNumber</a:t>
            </a:r>
            <a:r>
              <a:rPr lang="en-US" sz="1000">
                <a:solidFill>
                  <a:srgbClr val="008000"/>
                </a:solidFill>
                <a:latin typeface="Consolas" panose="020B0609020204030204" pitchFamily="49" charset="0"/>
              </a:rPr>
              <a:t>);</a:t>
            </a:r>
          </a:p>
          <a:p>
            <a:r>
              <a:rPr lang="en-US" sz="1000">
                <a:solidFill>
                  <a:srgbClr val="008000"/>
                </a:solidFill>
                <a:latin typeface="Consolas" panose="020B0609020204030204" pitchFamily="49" charset="0"/>
              </a:rPr>
              <a:t>            */</a:t>
            </a:r>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Nullable</a:t>
            </a:r>
            <a:r>
              <a:rPr lang="en-US" sz="1000">
                <a:solidFill>
                  <a:srgbClr val="000000"/>
                </a:solidFill>
                <a:latin typeface="Consolas" panose="020B0609020204030204" pitchFamily="49" charset="0"/>
              </a:rPr>
              <a:t>&lt;</a:t>
            </a:r>
            <a:r>
              <a:rPr lang="en-US" sz="1000">
                <a:solidFill>
                  <a:srgbClr val="0000FF"/>
                </a:solidFill>
                <a:latin typeface="Consolas" panose="020B0609020204030204" pitchFamily="49" charset="0"/>
              </a:rPr>
              <a:t>int</a:t>
            </a:r>
            <a:r>
              <a:rPr lang="en-US" sz="1000">
                <a:solidFill>
                  <a:srgbClr val="000000"/>
                </a:solidFill>
                <a:latin typeface="Consolas" panose="020B0609020204030204" pitchFamily="49" charset="0"/>
              </a:rPr>
              <a:t>&gt; variable = </a:t>
            </a:r>
            <a:r>
              <a:rPr lang="en-US" sz="1000">
                <a:solidFill>
                  <a:srgbClr val="0000FF"/>
                </a:solidFill>
                <a:latin typeface="Consolas" panose="020B0609020204030204" pitchFamily="49" charset="0"/>
              </a:rPr>
              <a:t>null</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Console</a:t>
            </a:r>
            <a:r>
              <a:rPr lang="en-US" sz="1000">
                <a:solidFill>
                  <a:srgbClr val="000000"/>
                </a:solidFill>
                <a:latin typeface="Consolas" panose="020B0609020204030204" pitchFamily="49" charset="0"/>
              </a:rPr>
              <a:t>.WriteLine(variable ?? 0);</a:t>
            </a:r>
          </a:p>
          <a:p>
            <a:endParaRPr lang="en-US" sz="1000">
              <a:solidFill>
                <a:srgbClr val="000000"/>
              </a:solidFill>
              <a:latin typeface="Consolas" panose="020B0609020204030204" pitchFamily="49" charset="0"/>
            </a:endParaRPr>
          </a:p>
          <a:p>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.ReadKey</a:t>
            </a:r>
            <a:r>
              <a:rPr lang="en-US" sz="1000">
                <a:solidFill>
                  <a:srgbClr val="000000"/>
                </a:solidFill>
                <a:latin typeface="Consolas" panose="020B0609020204030204" pitchFamily="49" charset="0"/>
              </a:rPr>
              <a:t>();</a:t>
            </a:r>
          </a:p>
          <a:p>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    }</a:t>
            </a:r>
          </a:p>
          <a:p>
            <a:r>
              <a:rPr lang="en-US" sz="1000">
                <a:solidFill>
                  <a:srgbClr val="000000"/>
                </a:solidFill>
                <a:latin typeface="Consolas" panose="020B0609020204030204" pitchFamily="49" charset="0"/>
              </a:rPr>
              <a:t>}</a:t>
            </a:r>
            <a:endParaRPr lang="en-US" sz="1000">
              <a:latin typeface="+mn-lt"/>
            </a:endParaRPr>
          </a:p>
        </p:txBody>
      </p:sp>
    </p:spTree>
    <p:extLst>
      <p:ext uri="{BB962C8B-B14F-4D97-AF65-F5344CB8AC3E}">
        <p14:creationId xmlns:p14="http://schemas.microsoft.com/office/powerpoint/2010/main" val="33397507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none" lIns="0" tIns="0" rIns="0" bIns="0" rtlCol="0">
        <a:noAutofit/>
      </a:bodyPr>
      <a:lstStyle>
        <a:defPPr marL="0" indent="0" algn="l" defTabSz="179388">
          <a:buClr>
            <a:srgbClr val="00DEE6"/>
          </a:buClr>
          <a:buFont typeface="Arial" panose="020B0604020202020204" pitchFamily="34" charset="0"/>
          <a:buNone/>
          <a:defRPr sz="2400" dirty="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9171</Words>
  <Application>Microsoft Office PowerPoint</Application>
  <PresentationFormat>Widescreen</PresentationFormat>
  <Paragraphs>1120</Paragraphs>
  <Slides>66</Slides>
  <Notes>43</Notes>
  <HiddenSlides>13</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66</vt:i4>
      </vt:variant>
    </vt:vector>
  </HeadingPairs>
  <TitlesOfParts>
    <vt:vector size="88" baseType="lpstr">
      <vt:lpstr>Arial</vt:lpstr>
      <vt:lpstr>Calibri</vt:lpstr>
      <vt:lpstr>Cambria Math</vt:lpstr>
      <vt:lpstr>Century Gothic</vt:lpstr>
      <vt:lpstr>Consolas</vt:lpstr>
      <vt:lpstr>euclid_circular_a</vt:lpstr>
      <vt:lpstr>Georgia</vt:lpstr>
      <vt:lpstr>LjbxnvLcmshcLqhqpwUtopiaStd-Italic</vt:lpstr>
      <vt:lpstr>MfnxcdSwhqspKqbnbhUtopiaStd-Regular</vt:lpstr>
      <vt:lpstr>MmhftvLjbrgdGvlhndTheSansMonoConNormal</vt:lpstr>
      <vt:lpstr>MmplldFrjfvvQmjprjUtopiaStd-Regular</vt:lpstr>
      <vt:lpstr>Muli</vt:lpstr>
      <vt:lpstr>Myriad Pro</vt:lpstr>
      <vt:lpstr>Nunito Sans</vt:lpstr>
      <vt:lpstr>open sans</vt:lpstr>
      <vt:lpstr>PggtkgSbnrcmGnbbdhSymbol</vt:lpstr>
      <vt:lpstr>Segoe UI</vt:lpstr>
      <vt:lpstr>SFMono-Regular</vt:lpstr>
      <vt:lpstr>Slack-Lato</vt:lpstr>
      <vt:lpstr>VcxfphJbyjqwYtbtlcTimes-Roman</vt:lpstr>
      <vt:lpstr>WvjcyjLsmtrgMgkptqUtopiaStd-Regular</vt:lpstr>
      <vt:lpstr>SIMCORP</vt:lpstr>
      <vt:lpstr>PowerPoint Presentation</vt:lpstr>
      <vt:lpstr>Agenda</vt:lpstr>
      <vt:lpstr>Introduction</vt:lpstr>
      <vt:lpstr>Introduction</vt:lpstr>
      <vt:lpstr>Introduction</vt:lpstr>
      <vt:lpstr>Introduction</vt:lpstr>
      <vt:lpstr>Introduction</vt:lpstr>
      <vt:lpstr>Introduction</vt:lpstr>
      <vt:lpstr>Visual studio </vt:lpstr>
      <vt:lpstr>Visual studio</vt:lpstr>
      <vt:lpstr>Visual studio </vt:lpstr>
      <vt:lpstr>Visual studio </vt:lpstr>
      <vt:lpstr>Visual studio </vt:lpstr>
      <vt:lpstr>Visual studio</vt:lpstr>
      <vt:lpstr>Visual studio</vt:lpstr>
      <vt:lpstr>Visual studio</vt:lpstr>
      <vt:lpstr>Visual studio</vt:lpstr>
      <vt:lpstr>Visual Studio Extensions</vt:lpstr>
      <vt:lpstr>Visual studio </vt:lpstr>
      <vt:lpstr>Practice</vt:lpstr>
      <vt:lpstr>Practice</vt:lpstr>
      <vt:lpstr>Visual studio </vt:lpstr>
      <vt:lpstr>Simple C# PROGRAM</vt:lpstr>
      <vt:lpstr>Simple C# PROGRAM</vt:lpstr>
      <vt:lpstr>Namespaces</vt:lpstr>
      <vt:lpstr>Namespaces</vt:lpstr>
      <vt:lpstr>Statements AND blocks </vt:lpstr>
      <vt:lpstr>Whitespace and comments</vt:lpstr>
      <vt:lpstr>Reading the data from the console</vt:lpstr>
      <vt:lpstr>Practice 1</vt:lpstr>
      <vt:lpstr>Practice 1</vt:lpstr>
      <vt:lpstr>Practice 1</vt:lpstr>
      <vt:lpstr>Coffee Break</vt:lpstr>
      <vt:lpstr>Data types</vt:lpstr>
      <vt:lpstr>Data types</vt:lpstr>
      <vt:lpstr>Data types</vt:lpstr>
      <vt:lpstr>Data types</vt:lpstr>
      <vt:lpstr>Simple data types</vt:lpstr>
      <vt:lpstr>Simple data types</vt:lpstr>
      <vt:lpstr>Simple data types</vt:lpstr>
      <vt:lpstr>data types</vt:lpstr>
      <vt:lpstr>Data types</vt:lpstr>
      <vt:lpstr>Data types</vt:lpstr>
      <vt:lpstr>User defined data types</vt:lpstr>
      <vt:lpstr>Text output from a Program</vt:lpstr>
      <vt:lpstr>Practice 2</vt:lpstr>
      <vt:lpstr>Practice 2</vt:lpstr>
      <vt:lpstr>Coffee break</vt:lpstr>
      <vt:lpstr>arithmetic operators</vt:lpstr>
      <vt:lpstr>Logical operators</vt:lpstr>
      <vt:lpstr>Comparison operators</vt:lpstr>
      <vt:lpstr>unary operators</vt:lpstr>
      <vt:lpstr>LUNCH</vt:lpstr>
      <vt:lpstr>Practice 3</vt:lpstr>
      <vt:lpstr>Practice 3</vt:lpstr>
      <vt:lpstr>Simple operators</vt:lpstr>
      <vt:lpstr>unary operators</vt:lpstr>
      <vt:lpstr>Compound Assignment Operators</vt:lpstr>
      <vt:lpstr>Ternary Operator</vt:lpstr>
      <vt:lpstr>C# interactive</vt:lpstr>
      <vt:lpstr>Practice 4</vt:lpstr>
      <vt:lpstr>Practice 4</vt:lpstr>
      <vt:lpstr>Nullable types </vt:lpstr>
      <vt:lpstr>Nullable types</vt:lpstr>
      <vt:lpstr>Practice 5</vt:lpstr>
      <vt:lpstr>Practice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Mykola Kuksa</dc:creator>
  <cp:lastModifiedBy>Serhii Harmash</cp:lastModifiedBy>
  <cp:revision>2</cp:revision>
  <dcterms:created xsi:type="dcterms:W3CDTF">2020-09-29T06:47:30Z</dcterms:created>
  <dcterms:modified xsi:type="dcterms:W3CDTF">2022-05-27T15:48:13Z</dcterms:modified>
</cp:coreProperties>
</file>