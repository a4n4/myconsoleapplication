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3"/>
  </p:notesMasterIdLst>
  <p:handoutMasterIdLst>
    <p:handoutMasterId r:id="rId54"/>
  </p:handoutMasterIdLst>
  <p:sldIdLst>
    <p:sldId id="256" r:id="rId5"/>
    <p:sldId id="259" r:id="rId6"/>
    <p:sldId id="257" r:id="rId7"/>
    <p:sldId id="281" r:id="rId8"/>
    <p:sldId id="258" r:id="rId9"/>
    <p:sldId id="261" r:id="rId10"/>
    <p:sldId id="262" r:id="rId11"/>
    <p:sldId id="265" r:id="rId12"/>
    <p:sldId id="260" r:id="rId13"/>
    <p:sldId id="264" r:id="rId14"/>
    <p:sldId id="291" r:id="rId15"/>
    <p:sldId id="317" r:id="rId16"/>
    <p:sldId id="268" r:id="rId17"/>
    <p:sldId id="303" r:id="rId18"/>
    <p:sldId id="304" r:id="rId19"/>
    <p:sldId id="314" r:id="rId20"/>
    <p:sldId id="305" r:id="rId21"/>
    <p:sldId id="318" r:id="rId22"/>
    <p:sldId id="263" r:id="rId23"/>
    <p:sldId id="316" r:id="rId24"/>
    <p:sldId id="266" r:id="rId25"/>
    <p:sldId id="270" r:id="rId26"/>
    <p:sldId id="267" r:id="rId27"/>
    <p:sldId id="272" r:id="rId28"/>
    <p:sldId id="273" r:id="rId29"/>
    <p:sldId id="297" r:id="rId30"/>
    <p:sldId id="306" r:id="rId31"/>
    <p:sldId id="308" r:id="rId32"/>
    <p:sldId id="276" r:id="rId33"/>
    <p:sldId id="309" r:id="rId34"/>
    <p:sldId id="307" r:id="rId35"/>
    <p:sldId id="290" r:id="rId36"/>
    <p:sldId id="310" r:id="rId37"/>
    <p:sldId id="311" r:id="rId38"/>
    <p:sldId id="312" r:id="rId39"/>
    <p:sldId id="301" r:id="rId40"/>
    <p:sldId id="300" r:id="rId41"/>
    <p:sldId id="278" r:id="rId42"/>
    <p:sldId id="279" r:id="rId43"/>
    <p:sldId id="275" r:id="rId44"/>
    <p:sldId id="285" r:id="rId45"/>
    <p:sldId id="286" r:id="rId46"/>
    <p:sldId id="302" r:id="rId47"/>
    <p:sldId id="315" r:id="rId48"/>
    <p:sldId id="313" r:id="rId49"/>
    <p:sldId id="287" r:id="rId50"/>
    <p:sldId id="288" r:id="rId51"/>
    <p:sldId id="294" r:id="rId52"/>
  </p:sldIdLst>
  <p:sldSz cx="12192000" cy="6858000"/>
  <p:notesSz cx="6858000" cy="9144000"/>
  <p:custDataLst>
    <p:tags r:id="rId55"/>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ana Sofii" initials="MS" lastIdx="6" clrIdx="0">
    <p:extLst>
      <p:ext uri="{19B8F6BF-5375-455C-9EA6-DF929625EA0E}">
        <p15:presenceInfo xmlns:p15="http://schemas.microsoft.com/office/powerpoint/2012/main" userId="S::MSF@simcorp.com::c6efa36b-6f78-4df2-92ed-4da21e89d024" providerId="AD"/>
      </p:ext>
    </p:extLst>
  </p:cmAuthor>
  <p:cmAuthor id="2" name="Serhii Harmash" initials="SH" lastIdx="11" clrIdx="1">
    <p:extLst>
      <p:ext uri="{19B8F6BF-5375-455C-9EA6-DF929625EA0E}">
        <p15:presenceInfo xmlns:p15="http://schemas.microsoft.com/office/powerpoint/2012/main" userId="S::SHHR@simcorp.com::19965dc1-3670-4089-9e09-ab6aab33a0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B8D6"/>
    <a:srgbClr val="DADADA"/>
    <a:srgbClr val="00DEE6"/>
    <a:srgbClr val="A8A9AE"/>
    <a:srgbClr val="15AAA6"/>
    <a:srgbClr val="A5C8CF"/>
    <a:srgbClr val="547A8B"/>
    <a:srgbClr val="010B19"/>
    <a:srgbClr val="CCCCCC"/>
    <a:srgbClr val="082A41"/>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3BC81-3702-4AC9-8D7E-733C01C3A9B2}" v="3" dt="2021-12-07T11:59:23.475"/>
    <p1510:client id="{121E36B7-2939-A427-156F-774C4910C81F}" v="1" dt="2021-12-07T08:39:47.884"/>
    <p1510:client id="{1A8A4933-0417-F659-60BB-E91EF997B1D1}" v="8" dt="2022-01-18T08:01:42.562"/>
    <p1510:client id="{6B2AD76C-1560-640C-0738-5CA27C33D7E2}" v="4" dt="2022-02-16T16:10:58.898"/>
    <p1510:client id="{6B3574C2-A652-72CE-4E4A-EF92621FB985}" v="25" dt="2021-12-06T17:32:55.176"/>
    <p1510:client id="{754D2421-6C59-6F31-860A-B375BEDF24FE}" v="9" dt="2022-02-16T15:29:13.939"/>
    <p1510:client id="{756C9BF7-C495-4FF7-45BE-D2DED983D4CD}" v="1" dt="2021-12-07T08:40:28.426"/>
    <p1510:client id="{F28579D3-BED7-48A8-A1CC-F5346964AB3F}" vWet="2" dt="2021-12-07T08:40:40.3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2670" y="12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handoutMaster" Target="handoutMasters/handoutMaster1.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61"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hii Harmash (SHHR)" userId="S::shhr@simcorp.com::19965dc1-3670-4089-9e09-ab6aab33a005" providerId="AD" clId="Web-{4C020AEC-5516-6710-5784-6E5DEA9703F6}"/>
    <pc:docChg chg="modSld">
      <pc:chgData name="Serhii Harmash (SHHR)" userId="S::shhr@simcorp.com::19965dc1-3670-4089-9e09-ab6aab33a005" providerId="AD" clId="Web-{4C020AEC-5516-6710-5784-6E5DEA9703F6}" dt="2021-09-07T09:10:31.190" v="87" actId="20577"/>
      <pc:docMkLst>
        <pc:docMk/>
      </pc:docMkLst>
      <pc:sldChg chg="modSp">
        <pc:chgData name="Serhii Harmash (SHHR)" userId="S::shhr@simcorp.com::19965dc1-3670-4089-9e09-ab6aab33a005" providerId="AD" clId="Web-{4C020AEC-5516-6710-5784-6E5DEA9703F6}" dt="2021-09-07T09:09:36.580" v="46" actId="20577"/>
        <pc:sldMkLst>
          <pc:docMk/>
          <pc:sldMk cId="4211921108" sldId="276"/>
        </pc:sldMkLst>
        <pc:spChg chg="mod">
          <ac:chgData name="Serhii Harmash (SHHR)" userId="S::shhr@simcorp.com::19965dc1-3670-4089-9e09-ab6aab33a005" providerId="AD" clId="Web-{4C020AEC-5516-6710-5784-6E5DEA9703F6}" dt="2021-09-07T09:09:36.580" v="46" actId="20577"/>
          <ac:spMkLst>
            <pc:docMk/>
            <pc:sldMk cId="4211921108" sldId="276"/>
            <ac:spMk id="5" creationId="{F72E09AF-E54A-41AE-954B-9D77463CEECA}"/>
          </ac:spMkLst>
        </pc:spChg>
      </pc:sldChg>
      <pc:sldChg chg="modSp">
        <pc:chgData name="Serhii Harmash (SHHR)" userId="S::shhr@simcorp.com::19965dc1-3670-4089-9e09-ab6aab33a005" providerId="AD" clId="Web-{4C020AEC-5516-6710-5784-6E5DEA9703F6}" dt="2021-09-07T08:56:35.522" v="9" actId="20577"/>
        <pc:sldMkLst>
          <pc:docMk/>
          <pc:sldMk cId="2004217070" sldId="279"/>
        </pc:sldMkLst>
        <pc:spChg chg="mod">
          <ac:chgData name="Serhii Harmash (SHHR)" userId="S::shhr@simcorp.com::19965dc1-3670-4089-9e09-ab6aab33a005" providerId="AD" clId="Web-{4C020AEC-5516-6710-5784-6E5DEA9703F6}" dt="2021-09-07T08:56:35.522" v="9" actId="20577"/>
          <ac:spMkLst>
            <pc:docMk/>
            <pc:sldMk cId="2004217070" sldId="279"/>
            <ac:spMk id="5" creationId="{F72E09AF-E54A-41AE-954B-9D77463CEECA}"/>
          </ac:spMkLst>
        </pc:spChg>
      </pc:sldChg>
      <pc:sldChg chg="modSp">
        <pc:chgData name="Serhii Harmash (SHHR)" userId="S::shhr@simcorp.com::19965dc1-3670-4089-9e09-ab6aab33a005" providerId="AD" clId="Web-{4C020AEC-5516-6710-5784-6E5DEA9703F6}" dt="2021-09-07T09:10:31.190" v="87" actId="20577"/>
        <pc:sldMkLst>
          <pc:docMk/>
          <pc:sldMk cId="829328678" sldId="309"/>
        </pc:sldMkLst>
        <pc:spChg chg="mod">
          <ac:chgData name="Serhii Harmash (SHHR)" userId="S::shhr@simcorp.com::19965dc1-3670-4089-9e09-ab6aab33a005" providerId="AD" clId="Web-{4C020AEC-5516-6710-5784-6E5DEA9703F6}" dt="2021-09-07T09:10:31.190" v="87" actId="20577"/>
          <ac:spMkLst>
            <pc:docMk/>
            <pc:sldMk cId="829328678" sldId="309"/>
            <ac:spMk id="5" creationId="{8104854D-6A98-4A39-B73B-3828F0CAB8FD}"/>
          </ac:spMkLst>
        </pc:spChg>
      </pc:sldChg>
      <pc:sldChg chg="modSp">
        <pc:chgData name="Serhii Harmash (SHHR)" userId="S::shhr@simcorp.com::19965dc1-3670-4089-9e09-ab6aab33a005" providerId="AD" clId="Web-{4C020AEC-5516-6710-5784-6E5DEA9703F6}" dt="2021-09-07T08:47:45.123" v="5" actId="20577"/>
        <pc:sldMkLst>
          <pc:docMk/>
          <pc:sldMk cId="3258520861" sldId="310"/>
        </pc:sldMkLst>
        <pc:spChg chg="mod">
          <ac:chgData name="Serhii Harmash (SHHR)" userId="S::shhr@simcorp.com::19965dc1-3670-4089-9e09-ab6aab33a005" providerId="AD" clId="Web-{4C020AEC-5516-6710-5784-6E5DEA9703F6}" dt="2021-09-07T08:47:45.123" v="5" actId="20577"/>
          <ac:spMkLst>
            <pc:docMk/>
            <pc:sldMk cId="3258520861" sldId="310"/>
            <ac:spMk id="5" creationId="{C59EA2D8-A84C-49D9-92DF-2CBB992DDD9A}"/>
          </ac:spMkLst>
        </pc:spChg>
      </pc:sldChg>
    </pc:docChg>
  </pc:docChgLst>
  <pc:docChgLst>
    <pc:chgData name="Serhii Litvinov (SGLI)" userId="S::sgli@simcorp.com::13e31772-44c1-46fd-b5ca-e73152eb6195" providerId="AD" clId="Web-{79812D55-4905-9818-4B60-49C875C67485}"/>
    <pc:docChg chg="modSld">
      <pc:chgData name="Serhii Litvinov (SGLI)" userId="S::sgli@simcorp.com::13e31772-44c1-46fd-b5ca-e73152eb6195" providerId="AD" clId="Web-{79812D55-4905-9818-4B60-49C875C67485}" dt="2020-11-26T17:39:04.653" v="0" actId="20577"/>
      <pc:docMkLst>
        <pc:docMk/>
      </pc:docMkLst>
      <pc:sldChg chg="modSp">
        <pc:chgData name="Serhii Litvinov (SGLI)" userId="S::sgli@simcorp.com::13e31772-44c1-46fd-b5ca-e73152eb6195" providerId="AD" clId="Web-{79812D55-4905-9818-4B60-49C875C67485}" dt="2020-11-26T17:39:04.653" v="0" actId="20577"/>
        <pc:sldMkLst>
          <pc:docMk/>
          <pc:sldMk cId="525279977" sldId="256"/>
        </pc:sldMkLst>
        <pc:spChg chg="mod">
          <ac:chgData name="Serhii Litvinov (SGLI)" userId="S::sgli@simcorp.com::13e31772-44c1-46fd-b5ca-e73152eb6195" providerId="AD" clId="Web-{79812D55-4905-9818-4B60-49C875C67485}" dt="2020-11-26T17:39:04.653" v="0" actId="20577"/>
          <ac:spMkLst>
            <pc:docMk/>
            <pc:sldMk cId="525279977" sldId="256"/>
            <ac:spMk id="2" creationId="{16FD03D9-3736-4F8E-8DD6-53FCA8540A34}"/>
          </ac:spMkLst>
        </pc:spChg>
      </pc:sldChg>
    </pc:docChg>
  </pc:docChgLst>
  <pc:docChgLst>
    <pc:chgData name="Valeriia Kobzar" userId="abeb4f95-95bb-4875-81dd-0cbce4da8295" providerId="ADAL" clId="{1900B96A-B3CE-40E4-B02C-70A4DDB096F6}"/>
    <pc:docChg chg="modSld sldOrd">
      <pc:chgData name="Valeriia Kobzar" userId="abeb4f95-95bb-4875-81dd-0cbce4da8295" providerId="ADAL" clId="{1900B96A-B3CE-40E4-B02C-70A4DDB096F6}" dt="2020-11-29T21:48:46.286" v="1"/>
      <pc:docMkLst>
        <pc:docMk/>
      </pc:docMkLst>
      <pc:sldChg chg="ord">
        <pc:chgData name="Valeriia Kobzar" userId="abeb4f95-95bb-4875-81dd-0cbce4da8295" providerId="ADAL" clId="{1900B96A-B3CE-40E4-B02C-70A4DDB096F6}" dt="2020-11-29T21:48:46.286" v="1"/>
        <pc:sldMkLst>
          <pc:docMk/>
          <pc:sldMk cId="2636285351" sldId="313"/>
        </pc:sldMkLst>
      </pc:sldChg>
    </pc:docChg>
  </pc:docChgLst>
  <pc:docChgLst>
    <pc:chgData name="Mariana Sofii (MSF)" userId="S::msf@simcorp.com::c6efa36b-6f78-4df2-92ed-4da21e89d024" providerId="AD" clId="Web-{1A8A4933-0417-F659-60BB-E91EF997B1D1}"/>
    <pc:docChg chg="modSld">
      <pc:chgData name="Mariana Sofii (MSF)" userId="S::msf@simcorp.com::c6efa36b-6f78-4df2-92ed-4da21e89d024" providerId="AD" clId="Web-{1A8A4933-0417-F659-60BB-E91EF997B1D1}" dt="2022-01-18T08:01:42.499" v="6" actId="20577"/>
      <pc:docMkLst>
        <pc:docMk/>
      </pc:docMkLst>
      <pc:sldChg chg="modSp">
        <pc:chgData name="Mariana Sofii (MSF)" userId="S::msf@simcorp.com::c6efa36b-6f78-4df2-92ed-4da21e89d024" providerId="AD" clId="Web-{1A8A4933-0417-F659-60BB-E91EF997B1D1}" dt="2022-01-18T08:01:42.499" v="6" actId="20577"/>
        <pc:sldMkLst>
          <pc:docMk/>
          <pc:sldMk cId="738792783" sldId="259"/>
        </pc:sldMkLst>
        <pc:spChg chg="mod">
          <ac:chgData name="Mariana Sofii (MSF)" userId="S::msf@simcorp.com::c6efa36b-6f78-4df2-92ed-4da21e89d024" providerId="AD" clId="Web-{1A8A4933-0417-F659-60BB-E91EF997B1D1}" dt="2022-01-18T08:01:42.499" v="6" actId="20577"/>
          <ac:spMkLst>
            <pc:docMk/>
            <pc:sldMk cId="738792783" sldId="259"/>
            <ac:spMk id="7" creationId="{F73EFE5B-4402-49A7-AFD2-38F85C0027E9}"/>
          </ac:spMkLst>
        </pc:spChg>
      </pc:sldChg>
    </pc:docChg>
  </pc:docChgLst>
  <pc:docChgLst>
    <pc:chgData name="Mykola Kuksa (MLKK)" userId="S::mlkk@simcorp.com::1056c9f5-bd5e-4aba-85cc-cd2356148781" providerId="AD" clId="Web-{757C82B8-354F-D4E1-1D5F-0A568C30A53B}"/>
    <pc:docChg chg="modSld">
      <pc:chgData name="Mykola Kuksa (MLKK)" userId="S::mlkk@simcorp.com::1056c9f5-bd5e-4aba-85cc-cd2356148781" providerId="AD" clId="Web-{757C82B8-354F-D4E1-1D5F-0A568C30A53B}" dt="2020-11-30T03:41:21.723" v="1844" actId="20577"/>
      <pc:docMkLst>
        <pc:docMk/>
      </pc:docMkLst>
      <pc:sldChg chg="modSp modNotes">
        <pc:chgData name="Mykola Kuksa (MLKK)" userId="S::mlkk@simcorp.com::1056c9f5-bd5e-4aba-85cc-cd2356148781" providerId="AD" clId="Web-{757C82B8-354F-D4E1-1D5F-0A568C30A53B}" dt="2020-11-29T21:36:06.545" v="1841"/>
        <pc:sldMkLst>
          <pc:docMk/>
          <pc:sldMk cId="1435283075" sldId="286"/>
        </pc:sldMkLst>
        <pc:spChg chg="mod">
          <ac:chgData name="Mykola Kuksa (MLKK)" userId="S::mlkk@simcorp.com::1056c9f5-bd5e-4aba-85cc-cd2356148781" providerId="AD" clId="Web-{757C82B8-354F-D4E1-1D5F-0A568C30A53B}" dt="2020-11-29T20:51:42.819" v="1288" actId="20577"/>
          <ac:spMkLst>
            <pc:docMk/>
            <pc:sldMk cId="1435283075" sldId="286"/>
            <ac:spMk id="5" creationId="{F72E09AF-E54A-41AE-954B-9D77463CEECA}"/>
          </ac:spMkLst>
        </pc:spChg>
      </pc:sldChg>
      <pc:sldChg chg="modNotes">
        <pc:chgData name="Mykola Kuksa (MLKK)" userId="S::mlkk@simcorp.com::1056c9f5-bd5e-4aba-85cc-cd2356148781" providerId="AD" clId="Web-{757C82B8-354F-D4E1-1D5F-0A568C30A53B}" dt="2020-11-29T21:20:23.062" v="1819"/>
        <pc:sldMkLst>
          <pc:docMk/>
          <pc:sldMk cId="213078872" sldId="302"/>
        </pc:sldMkLst>
      </pc:sldChg>
      <pc:sldChg chg="modSp">
        <pc:chgData name="Mykola Kuksa (MLKK)" userId="S::mlkk@simcorp.com::1056c9f5-bd5e-4aba-85cc-cd2356148781" providerId="AD" clId="Web-{757C82B8-354F-D4E1-1D5F-0A568C30A53B}" dt="2020-11-30T03:41:21.723" v="1844" actId="20577"/>
        <pc:sldMkLst>
          <pc:docMk/>
          <pc:sldMk cId="829328678" sldId="309"/>
        </pc:sldMkLst>
        <pc:spChg chg="mod">
          <ac:chgData name="Mykola Kuksa (MLKK)" userId="S::mlkk@simcorp.com::1056c9f5-bd5e-4aba-85cc-cd2356148781" providerId="AD" clId="Web-{757C82B8-354F-D4E1-1D5F-0A568C30A53B}" dt="2020-11-30T03:41:21.723" v="1844" actId="20577"/>
          <ac:spMkLst>
            <pc:docMk/>
            <pc:sldMk cId="829328678" sldId="309"/>
            <ac:spMk id="5" creationId="{8104854D-6A98-4A39-B73B-3828F0CAB8FD}"/>
          </ac:spMkLst>
        </pc:spChg>
      </pc:sldChg>
      <pc:sldChg chg="modSp modNotes">
        <pc:chgData name="Mykola Kuksa (MLKK)" userId="S::mlkk@simcorp.com::1056c9f5-bd5e-4aba-85cc-cd2356148781" providerId="AD" clId="Web-{757C82B8-354F-D4E1-1D5F-0A568C30A53B}" dt="2020-11-29T21:19:09.093" v="1803"/>
        <pc:sldMkLst>
          <pc:docMk/>
          <pc:sldMk cId="2636285351" sldId="313"/>
        </pc:sldMkLst>
        <pc:spChg chg="mod">
          <ac:chgData name="Mykola Kuksa (MLKK)" userId="S::mlkk@simcorp.com::1056c9f5-bd5e-4aba-85cc-cd2356148781" providerId="AD" clId="Web-{757C82B8-354F-D4E1-1D5F-0A568C30A53B}" dt="2020-11-29T20:58:14.496" v="1333" actId="20577"/>
          <ac:spMkLst>
            <pc:docMk/>
            <pc:sldMk cId="2636285351" sldId="313"/>
            <ac:spMk id="3" creationId="{F9AA9E8E-2C29-431A-9250-D77637072257}"/>
          </ac:spMkLst>
        </pc:spChg>
        <pc:spChg chg="mod">
          <ac:chgData name="Mykola Kuksa (MLKK)" userId="S::mlkk@simcorp.com::1056c9f5-bd5e-4aba-85cc-cd2356148781" providerId="AD" clId="Web-{757C82B8-354F-D4E1-1D5F-0A568C30A53B}" dt="2020-11-29T21:14:20.588" v="1438" actId="20577"/>
          <ac:spMkLst>
            <pc:docMk/>
            <pc:sldMk cId="2636285351" sldId="313"/>
            <ac:spMk id="5" creationId="{F72E09AF-E54A-41AE-954B-9D77463CEECA}"/>
          </ac:spMkLst>
        </pc:spChg>
      </pc:sldChg>
    </pc:docChg>
  </pc:docChgLst>
  <pc:docChgLst>
    <pc:chgData name="Mykola Kuksa" userId="1056c9f5-bd5e-4aba-85cc-cd2356148781" providerId="ADAL" clId="{6F978D50-20E3-45F3-BBA7-513866116BA4}"/>
    <pc:docChg chg="undo custSel modSld">
      <pc:chgData name="Mykola Kuksa" userId="1056c9f5-bd5e-4aba-85cc-cd2356148781" providerId="ADAL" clId="{6F978D50-20E3-45F3-BBA7-513866116BA4}" dt="2020-12-01T11:31:34.617" v="82" actId="1076"/>
      <pc:docMkLst>
        <pc:docMk/>
      </pc:docMkLst>
      <pc:sldChg chg="addSp modSp mod">
        <pc:chgData name="Mykola Kuksa" userId="1056c9f5-bd5e-4aba-85cc-cd2356148781" providerId="ADAL" clId="{6F978D50-20E3-45F3-BBA7-513866116BA4}" dt="2020-12-01T11:31:34.617" v="82" actId="1076"/>
        <pc:sldMkLst>
          <pc:docMk/>
          <pc:sldMk cId="2473241390" sldId="315"/>
        </pc:sldMkLst>
        <pc:spChg chg="mod">
          <ac:chgData name="Mykola Kuksa" userId="1056c9f5-bd5e-4aba-85cc-cd2356148781" providerId="ADAL" clId="{6F978D50-20E3-45F3-BBA7-513866116BA4}" dt="2020-12-01T11:31:27.632" v="81" actId="1076"/>
          <ac:spMkLst>
            <pc:docMk/>
            <pc:sldMk cId="2473241390" sldId="315"/>
            <ac:spMk id="5" creationId="{40C3227A-0FDE-42F8-A427-D55C1D087E21}"/>
          </ac:spMkLst>
        </pc:spChg>
        <pc:spChg chg="add mod">
          <ac:chgData name="Mykola Kuksa" userId="1056c9f5-bd5e-4aba-85cc-cd2356148781" providerId="ADAL" clId="{6F978D50-20E3-45F3-BBA7-513866116BA4}" dt="2020-12-01T11:31:34.617" v="82" actId="1076"/>
          <ac:spMkLst>
            <pc:docMk/>
            <pc:sldMk cId="2473241390" sldId="315"/>
            <ac:spMk id="6" creationId="{0F492199-25CF-4299-AF16-1E33C600AD3E}"/>
          </ac:spMkLst>
        </pc:spChg>
      </pc:sldChg>
    </pc:docChg>
  </pc:docChgLst>
  <pc:docChgLst>
    <pc:chgData name="Valeriia Kobzar (VRKR)" userId="S::vrkr@simcorp.com::abeb4f95-95bb-4875-81dd-0cbce4da8295" providerId="AD" clId="Web-{6B3574C2-A652-72CE-4E4A-EF92621FB985}"/>
    <pc:docChg chg="modSld">
      <pc:chgData name="Valeriia Kobzar (VRKR)" userId="S::vrkr@simcorp.com::abeb4f95-95bb-4875-81dd-0cbce4da8295" providerId="AD" clId="Web-{6B3574C2-A652-72CE-4E4A-EF92621FB985}" dt="2021-12-06T17:32:55.176" v="22" actId="1076"/>
      <pc:docMkLst>
        <pc:docMk/>
      </pc:docMkLst>
      <pc:sldChg chg="modSp">
        <pc:chgData name="Valeriia Kobzar (VRKR)" userId="S::vrkr@simcorp.com::abeb4f95-95bb-4875-81dd-0cbce4da8295" providerId="AD" clId="Web-{6B3574C2-A652-72CE-4E4A-EF92621FB985}" dt="2021-12-06T17:30:33.167" v="9" actId="20577"/>
        <pc:sldMkLst>
          <pc:docMk/>
          <pc:sldMk cId="738792783" sldId="259"/>
        </pc:sldMkLst>
        <pc:spChg chg="mod">
          <ac:chgData name="Valeriia Kobzar (VRKR)" userId="S::vrkr@simcorp.com::abeb4f95-95bb-4875-81dd-0cbce4da8295" providerId="AD" clId="Web-{6B3574C2-A652-72CE-4E4A-EF92621FB985}" dt="2021-12-06T17:30:33.167" v="9" actId="20577"/>
          <ac:spMkLst>
            <pc:docMk/>
            <pc:sldMk cId="738792783" sldId="259"/>
            <ac:spMk id="7" creationId="{F73EFE5B-4402-49A7-AFD2-38F85C0027E9}"/>
          </ac:spMkLst>
        </pc:spChg>
      </pc:sldChg>
      <pc:sldChg chg="addSp delSp modSp">
        <pc:chgData name="Valeriia Kobzar (VRKR)" userId="S::vrkr@simcorp.com::abeb4f95-95bb-4875-81dd-0cbce4da8295" providerId="AD" clId="Web-{6B3574C2-A652-72CE-4E4A-EF92621FB985}" dt="2021-12-06T17:32:55.176" v="22" actId="1076"/>
        <pc:sldMkLst>
          <pc:docMk/>
          <pc:sldMk cId="2569179831" sldId="285"/>
        </pc:sldMkLst>
        <pc:spChg chg="mod">
          <ac:chgData name="Valeriia Kobzar (VRKR)" userId="S::vrkr@simcorp.com::abeb4f95-95bb-4875-81dd-0cbce4da8295" providerId="AD" clId="Web-{6B3574C2-A652-72CE-4E4A-EF92621FB985}" dt="2021-12-06T17:30:47.746" v="12" actId="20577"/>
          <ac:spMkLst>
            <pc:docMk/>
            <pc:sldMk cId="2569179831" sldId="285"/>
            <ac:spMk id="4" creationId="{AF416DB9-D1F0-4056-8762-3E37E686A61C}"/>
          </ac:spMkLst>
        </pc:spChg>
        <pc:picChg chg="add del mod">
          <ac:chgData name="Valeriia Kobzar (VRKR)" userId="S::vrkr@simcorp.com::abeb4f95-95bb-4875-81dd-0cbce4da8295" providerId="AD" clId="Web-{6B3574C2-A652-72CE-4E4A-EF92621FB985}" dt="2021-12-06T17:32:39.081" v="18"/>
          <ac:picMkLst>
            <pc:docMk/>
            <pc:sldMk cId="2569179831" sldId="285"/>
            <ac:picMk id="5" creationId="{486E7897-9DEB-4D8E-B2F5-ED4671AE1B40}"/>
          </ac:picMkLst>
        </pc:picChg>
        <pc:picChg chg="add mod">
          <ac:chgData name="Valeriia Kobzar (VRKR)" userId="S::vrkr@simcorp.com::abeb4f95-95bb-4875-81dd-0cbce4da8295" providerId="AD" clId="Web-{6B3574C2-A652-72CE-4E4A-EF92621FB985}" dt="2021-12-06T17:32:55.176" v="22" actId="1076"/>
          <ac:picMkLst>
            <pc:docMk/>
            <pc:sldMk cId="2569179831" sldId="285"/>
            <ac:picMk id="6" creationId="{C12E88FF-1E81-4648-8A6B-0C7FED2E30C0}"/>
          </ac:picMkLst>
        </pc:picChg>
        <pc:picChg chg="del">
          <ac:chgData name="Valeriia Kobzar (VRKR)" userId="S::vrkr@simcorp.com::abeb4f95-95bb-4875-81dd-0cbce4da8295" providerId="AD" clId="Web-{6B3574C2-A652-72CE-4E4A-EF92621FB985}" dt="2021-12-06T17:31:25.920" v="13"/>
          <ac:picMkLst>
            <pc:docMk/>
            <pc:sldMk cId="2569179831" sldId="285"/>
            <ac:picMk id="4098" creationId="{A3E451E8-870E-4569-9864-8B5DF64FB446}"/>
          </ac:picMkLst>
        </pc:picChg>
      </pc:sldChg>
    </pc:docChg>
  </pc:docChgLst>
  <pc:docChgLst>
    <pc:chgData name="Mariana Sofii (MSF)" userId="S::msf@simcorp.com::c6efa36b-6f78-4df2-92ed-4da21e89d024" providerId="AD" clId="Web-{5D14AE9F-50F6-2000-A151-6EE57EE4DEAE}"/>
    <pc:docChg chg="modSld">
      <pc:chgData name="Mariana Sofii (MSF)" userId="S::msf@simcorp.com::c6efa36b-6f78-4df2-92ed-4da21e89d024" providerId="AD" clId="Web-{5D14AE9F-50F6-2000-A151-6EE57EE4DEAE}" dt="2021-02-23T13:34:36.361" v="0" actId="20577"/>
      <pc:docMkLst>
        <pc:docMk/>
      </pc:docMkLst>
      <pc:sldChg chg="modSp">
        <pc:chgData name="Mariana Sofii (MSF)" userId="S::msf@simcorp.com::c6efa36b-6f78-4df2-92ed-4da21e89d024" providerId="AD" clId="Web-{5D14AE9F-50F6-2000-A151-6EE57EE4DEAE}" dt="2021-02-23T13:34:36.361" v="0" actId="20577"/>
        <pc:sldMkLst>
          <pc:docMk/>
          <pc:sldMk cId="525279977" sldId="256"/>
        </pc:sldMkLst>
        <pc:spChg chg="mod">
          <ac:chgData name="Mariana Sofii (MSF)" userId="S::msf@simcorp.com::c6efa36b-6f78-4df2-92ed-4da21e89d024" providerId="AD" clId="Web-{5D14AE9F-50F6-2000-A151-6EE57EE4DEAE}" dt="2021-02-23T13:34:36.361" v="0" actId="20577"/>
          <ac:spMkLst>
            <pc:docMk/>
            <pc:sldMk cId="525279977" sldId="256"/>
            <ac:spMk id="5" creationId="{3F26BBC0-55E0-4EA1-B967-6CE1D18774D8}"/>
          </ac:spMkLst>
        </pc:spChg>
      </pc:sldChg>
    </pc:docChg>
  </pc:docChgLst>
  <pc:docChgLst>
    <pc:chgData name="Mona Fjordside Miltersen (MFJ)" userId="S::mfj@simcorp.com::a9e437f0-d4cc-49a8-bd24-930b139c9a5e" providerId="AD" clId="Web-{121E36B7-2939-A427-156F-774C4910C81F}"/>
    <pc:docChg chg="modSld">
      <pc:chgData name="Mona Fjordside Miltersen (MFJ)" userId="S::mfj@simcorp.com::a9e437f0-d4cc-49a8-bd24-930b139c9a5e" providerId="AD" clId="Web-{121E36B7-2939-A427-156F-774C4910C81F}" dt="2021-12-07T08:39:47.884" v="0" actId="1076"/>
      <pc:docMkLst>
        <pc:docMk/>
      </pc:docMkLst>
      <pc:sldChg chg="modSp">
        <pc:chgData name="Mona Fjordside Miltersen (MFJ)" userId="S::mfj@simcorp.com::a9e437f0-d4cc-49a8-bd24-930b139c9a5e" providerId="AD" clId="Web-{121E36B7-2939-A427-156F-774C4910C81F}" dt="2021-12-07T08:39:47.884" v="0" actId="1076"/>
        <pc:sldMkLst>
          <pc:docMk/>
          <pc:sldMk cId="294303200" sldId="266"/>
        </pc:sldMkLst>
        <pc:spChg chg="mod">
          <ac:chgData name="Mona Fjordside Miltersen (MFJ)" userId="S::mfj@simcorp.com::a9e437f0-d4cc-49a8-bd24-930b139c9a5e" providerId="AD" clId="Web-{121E36B7-2939-A427-156F-774C4910C81F}" dt="2021-12-07T08:39:47.884" v="0" actId="1076"/>
          <ac:spMkLst>
            <pc:docMk/>
            <pc:sldMk cId="294303200" sldId="266"/>
            <ac:spMk id="5" creationId="{F72E09AF-E54A-41AE-954B-9D77463CEECA}"/>
          </ac:spMkLst>
        </pc:spChg>
      </pc:sldChg>
    </pc:docChg>
  </pc:docChgLst>
  <pc:docChgLst>
    <pc:chgData name="Serhii Harmash" userId="19965dc1-3670-4089-9e09-ab6aab33a005" providerId="ADAL" clId="{6EAA666B-B200-4044-A11F-DD9099B78647}"/>
    <pc:docChg chg="undo redo custSel addSld delSld modSld sldOrd">
      <pc:chgData name="Serhii Harmash" userId="19965dc1-3670-4089-9e09-ab6aab33a005" providerId="ADAL" clId="{6EAA666B-B200-4044-A11F-DD9099B78647}" dt="2021-03-01T07:20:40.234" v="1076" actId="729"/>
      <pc:docMkLst>
        <pc:docMk/>
      </pc:docMkLst>
      <pc:sldChg chg="modSp mod">
        <pc:chgData name="Serhii Harmash" userId="19965dc1-3670-4089-9e09-ab6aab33a005" providerId="ADAL" clId="{6EAA666B-B200-4044-A11F-DD9099B78647}" dt="2021-03-01T07:20:00.906" v="1075" actId="20577"/>
        <pc:sldMkLst>
          <pc:docMk/>
          <pc:sldMk cId="2183244062" sldId="258"/>
        </pc:sldMkLst>
        <pc:spChg chg="mod">
          <ac:chgData name="Serhii Harmash" userId="19965dc1-3670-4089-9e09-ab6aab33a005" providerId="ADAL" clId="{6EAA666B-B200-4044-A11F-DD9099B78647}" dt="2021-03-01T07:20:00.906" v="1075" actId="20577"/>
          <ac:spMkLst>
            <pc:docMk/>
            <pc:sldMk cId="2183244062" sldId="258"/>
            <ac:spMk id="7" creationId="{88B1DD1F-BA46-492A-AC4A-CA2EB0F3F035}"/>
          </ac:spMkLst>
        </pc:spChg>
      </pc:sldChg>
      <pc:sldChg chg="modSp mod">
        <pc:chgData name="Serhii Harmash" userId="19965dc1-3670-4089-9e09-ab6aab33a005" providerId="ADAL" clId="{6EAA666B-B200-4044-A11F-DD9099B78647}" dt="2021-02-28T09:04:03.961" v="616" actId="20577"/>
        <pc:sldMkLst>
          <pc:docMk/>
          <pc:sldMk cId="738792783" sldId="259"/>
        </pc:sldMkLst>
        <pc:spChg chg="mod">
          <ac:chgData name="Serhii Harmash" userId="19965dc1-3670-4089-9e09-ab6aab33a005" providerId="ADAL" clId="{6EAA666B-B200-4044-A11F-DD9099B78647}" dt="2021-02-28T09:03:57.628" v="613" actId="20577"/>
          <ac:spMkLst>
            <pc:docMk/>
            <pc:sldMk cId="738792783" sldId="259"/>
            <ac:spMk id="5" creationId="{67E8D471-BA5C-4AAC-A2C9-82DB42DEB307}"/>
          </ac:spMkLst>
        </pc:spChg>
        <pc:spChg chg="mod">
          <ac:chgData name="Serhii Harmash" userId="19965dc1-3670-4089-9e09-ab6aab33a005" providerId="ADAL" clId="{6EAA666B-B200-4044-A11F-DD9099B78647}" dt="2021-02-28T09:04:03.961" v="616" actId="20577"/>
          <ac:spMkLst>
            <pc:docMk/>
            <pc:sldMk cId="738792783" sldId="259"/>
            <ac:spMk id="7" creationId="{F73EFE5B-4402-49A7-AFD2-38F85C0027E9}"/>
          </ac:spMkLst>
        </pc:spChg>
      </pc:sldChg>
      <pc:sldChg chg="add del mod modShow">
        <pc:chgData name="Serhii Harmash" userId="19965dc1-3670-4089-9e09-ab6aab33a005" providerId="ADAL" clId="{6EAA666B-B200-4044-A11F-DD9099B78647}" dt="2021-03-01T07:20:40.234" v="1076" actId="729"/>
        <pc:sldMkLst>
          <pc:docMk/>
          <pc:sldMk cId="2089979696" sldId="262"/>
        </pc:sldMkLst>
      </pc:sldChg>
      <pc:sldChg chg="modSp mod">
        <pc:chgData name="Serhii Harmash" userId="19965dc1-3670-4089-9e09-ab6aab33a005" providerId="ADAL" clId="{6EAA666B-B200-4044-A11F-DD9099B78647}" dt="2021-02-28T08:55:06.190" v="557" actId="5793"/>
        <pc:sldMkLst>
          <pc:docMk/>
          <pc:sldMk cId="137281205" sldId="263"/>
        </pc:sldMkLst>
        <pc:spChg chg="mod">
          <ac:chgData name="Serhii Harmash" userId="19965dc1-3670-4089-9e09-ab6aab33a005" providerId="ADAL" clId="{6EAA666B-B200-4044-A11F-DD9099B78647}" dt="2021-02-28T08:55:06.190" v="557" actId="5793"/>
          <ac:spMkLst>
            <pc:docMk/>
            <pc:sldMk cId="137281205" sldId="263"/>
            <ac:spMk id="5" creationId="{F72E09AF-E54A-41AE-954B-9D77463CEECA}"/>
          </ac:spMkLst>
        </pc:spChg>
      </pc:sldChg>
      <pc:sldChg chg="ord">
        <pc:chgData name="Serhii Harmash" userId="19965dc1-3670-4089-9e09-ab6aab33a005" providerId="ADAL" clId="{6EAA666B-B200-4044-A11F-DD9099B78647}" dt="2021-02-28T08:25:35.159" v="24"/>
        <pc:sldMkLst>
          <pc:docMk/>
          <pc:sldMk cId="284892547" sldId="268"/>
        </pc:sldMkLst>
      </pc:sldChg>
      <pc:sldChg chg="modSp mod ord">
        <pc:chgData name="Serhii Harmash" userId="19965dc1-3670-4089-9e09-ab6aab33a005" providerId="ADAL" clId="{6EAA666B-B200-4044-A11F-DD9099B78647}" dt="2021-02-28T08:26:20.981" v="30" actId="20577"/>
        <pc:sldMkLst>
          <pc:docMk/>
          <pc:sldMk cId="3198182346" sldId="270"/>
        </pc:sldMkLst>
        <pc:spChg chg="mod">
          <ac:chgData name="Serhii Harmash" userId="19965dc1-3670-4089-9e09-ab6aab33a005" providerId="ADAL" clId="{6EAA666B-B200-4044-A11F-DD9099B78647}" dt="2021-02-28T08:26:20.981" v="30" actId="20577"/>
          <ac:spMkLst>
            <pc:docMk/>
            <pc:sldMk cId="3198182346" sldId="270"/>
            <ac:spMk id="4" creationId="{AF416DB9-D1F0-4056-8762-3E37E686A61C}"/>
          </ac:spMkLst>
        </pc:spChg>
      </pc:sldChg>
      <pc:sldChg chg="modSp del mod">
        <pc:chgData name="Serhii Harmash" userId="19965dc1-3670-4089-9e09-ab6aab33a005" providerId="ADAL" clId="{6EAA666B-B200-4044-A11F-DD9099B78647}" dt="2021-02-28T08:26:14.077" v="27" actId="47"/>
        <pc:sldMkLst>
          <pc:docMk/>
          <pc:sldMk cId="3247291338" sldId="271"/>
        </pc:sldMkLst>
        <pc:spChg chg="mod">
          <ac:chgData name="Serhii Harmash" userId="19965dc1-3670-4089-9e09-ab6aab33a005" providerId="ADAL" clId="{6EAA666B-B200-4044-A11F-DD9099B78647}" dt="2021-02-28T08:26:11.919" v="26" actId="21"/>
          <ac:spMkLst>
            <pc:docMk/>
            <pc:sldMk cId="3247291338" sldId="271"/>
            <ac:spMk id="5" creationId="{F72E09AF-E54A-41AE-954B-9D77463CEECA}"/>
          </ac:spMkLst>
        </pc:spChg>
      </pc:sldChg>
      <pc:sldChg chg="modSp mod">
        <pc:chgData name="Serhii Harmash" userId="19965dc1-3670-4089-9e09-ab6aab33a005" providerId="ADAL" clId="{6EAA666B-B200-4044-A11F-DD9099B78647}" dt="2021-02-28T09:01:23.862" v="581" actId="20577"/>
        <pc:sldMkLst>
          <pc:docMk/>
          <pc:sldMk cId="1961391790" sldId="275"/>
        </pc:sldMkLst>
        <pc:spChg chg="mod">
          <ac:chgData name="Serhii Harmash" userId="19965dc1-3670-4089-9e09-ab6aab33a005" providerId="ADAL" clId="{6EAA666B-B200-4044-A11F-DD9099B78647}" dt="2021-02-28T09:01:23.862" v="581" actId="20577"/>
          <ac:spMkLst>
            <pc:docMk/>
            <pc:sldMk cId="1961391790" sldId="275"/>
            <ac:spMk id="4" creationId="{AF416DB9-D1F0-4056-8762-3E37E686A61C}"/>
          </ac:spMkLst>
        </pc:spChg>
      </pc:sldChg>
      <pc:sldChg chg="modSp mod">
        <pc:chgData name="Serhii Harmash" userId="19965dc1-3670-4089-9e09-ab6aab33a005" providerId="ADAL" clId="{6EAA666B-B200-4044-A11F-DD9099B78647}" dt="2021-02-28T10:29:09.198" v="625"/>
        <pc:sldMkLst>
          <pc:docMk/>
          <pc:sldMk cId="4211921108" sldId="276"/>
        </pc:sldMkLst>
        <pc:spChg chg="mod">
          <ac:chgData name="Serhii Harmash" userId="19965dc1-3670-4089-9e09-ab6aab33a005" providerId="ADAL" clId="{6EAA666B-B200-4044-A11F-DD9099B78647}" dt="2021-02-28T08:56:02.957" v="562" actId="20577"/>
          <ac:spMkLst>
            <pc:docMk/>
            <pc:sldMk cId="4211921108" sldId="276"/>
            <ac:spMk id="4" creationId="{AF416DB9-D1F0-4056-8762-3E37E686A61C}"/>
          </ac:spMkLst>
        </pc:spChg>
        <pc:spChg chg="mod">
          <ac:chgData name="Serhii Harmash" userId="19965dc1-3670-4089-9e09-ab6aab33a005" providerId="ADAL" clId="{6EAA666B-B200-4044-A11F-DD9099B78647}" dt="2021-02-28T10:29:09.198" v="625"/>
          <ac:spMkLst>
            <pc:docMk/>
            <pc:sldMk cId="4211921108" sldId="276"/>
            <ac:spMk id="5" creationId="{F72E09AF-E54A-41AE-954B-9D77463CEECA}"/>
          </ac:spMkLst>
        </pc:spChg>
      </pc:sldChg>
      <pc:sldChg chg="modSp mod">
        <pc:chgData name="Serhii Harmash" userId="19965dc1-3670-4089-9e09-ab6aab33a005" providerId="ADAL" clId="{6EAA666B-B200-4044-A11F-DD9099B78647}" dt="2021-02-28T09:01:20.816" v="580" actId="20577"/>
        <pc:sldMkLst>
          <pc:docMk/>
          <pc:sldMk cId="2004217070" sldId="279"/>
        </pc:sldMkLst>
        <pc:spChg chg="mod">
          <ac:chgData name="Serhii Harmash" userId="19965dc1-3670-4089-9e09-ab6aab33a005" providerId="ADAL" clId="{6EAA666B-B200-4044-A11F-DD9099B78647}" dt="2021-02-28T09:01:20.816" v="580" actId="20577"/>
          <ac:spMkLst>
            <pc:docMk/>
            <pc:sldMk cId="2004217070" sldId="279"/>
            <ac:spMk id="4" creationId="{AF416DB9-D1F0-4056-8762-3E37E686A61C}"/>
          </ac:spMkLst>
        </pc:spChg>
      </pc:sldChg>
      <pc:sldChg chg="modSp mod">
        <pc:chgData name="Serhii Harmash" userId="19965dc1-3670-4089-9e09-ab6aab33a005" providerId="ADAL" clId="{6EAA666B-B200-4044-A11F-DD9099B78647}" dt="2021-02-28T09:01:27.829" v="582" actId="20577"/>
        <pc:sldMkLst>
          <pc:docMk/>
          <pc:sldMk cId="3469599831" sldId="283"/>
        </pc:sldMkLst>
        <pc:spChg chg="mod">
          <ac:chgData name="Serhii Harmash" userId="19965dc1-3670-4089-9e09-ab6aab33a005" providerId="ADAL" clId="{6EAA666B-B200-4044-A11F-DD9099B78647}" dt="2021-02-28T09:01:27.829" v="582" actId="20577"/>
          <ac:spMkLst>
            <pc:docMk/>
            <pc:sldMk cId="3469599831" sldId="283"/>
            <ac:spMk id="4" creationId="{AF416DB9-D1F0-4056-8762-3E37E686A61C}"/>
          </ac:spMkLst>
        </pc:spChg>
      </pc:sldChg>
      <pc:sldChg chg="modSp mod">
        <pc:chgData name="Serhii Harmash" userId="19965dc1-3670-4089-9e09-ab6aab33a005" providerId="ADAL" clId="{6EAA666B-B200-4044-A11F-DD9099B78647}" dt="2021-02-28T09:01:35.011" v="583" actId="20577"/>
        <pc:sldMkLst>
          <pc:docMk/>
          <pc:sldMk cId="1709716440" sldId="287"/>
        </pc:sldMkLst>
        <pc:spChg chg="mod">
          <ac:chgData name="Serhii Harmash" userId="19965dc1-3670-4089-9e09-ab6aab33a005" providerId="ADAL" clId="{6EAA666B-B200-4044-A11F-DD9099B78647}" dt="2021-02-28T09:01:35.011" v="583" actId="20577"/>
          <ac:spMkLst>
            <pc:docMk/>
            <pc:sldMk cId="1709716440" sldId="287"/>
            <ac:spMk id="4" creationId="{AF416DB9-D1F0-4056-8762-3E37E686A61C}"/>
          </ac:spMkLst>
        </pc:spChg>
      </pc:sldChg>
      <pc:sldChg chg="modSp mod">
        <pc:chgData name="Serhii Harmash" userId="19965dc1-3670-4089-9e09-ab6aab33a005" providerId="ADAL" clId="{6EAA666B-B200-4044-A11F-DD9099B78647}" dt="2021-02-28T09:01:37.568" v="584" actId="20577"/>
        <pc:sldMkLst>
          <pc:docMk/>
          <pc:sldMk cId="2593686918" sldId="288"/>
        </pc:sldMkLst>
        <pc:spChg chg="mod">
          <ac:chgData name="Serhii Harmash" userId="19965dc1-3670-4089-9e09-ab6aab33a005" providerId="ADAL" clId="{6EAA666B-B200-4044-A11F-DD9099B78647}" dt="2021-02-28T09:01:37.568" v="584" actId="20577"/>
          <ac:spMkLst>
            <pc:docMk/>
            <pc:sldMk cId="2593686918" sldId="288"/>
            <ac:spMk id="4" creationId="{AF416DB9-D1F0-4056-8762-3E37E686A61C}"/>
          </ac:spMkLst>
        </pc:spChg>
      </pc:sldChg>
      <pc:sldChg chg="modSp mod">
        <pc:chgData name="Serhii Harmash" userId="19965dc1-3670-4089-9e09-ab6aab33a005" providerId="ADAL" clId="{6EAA666B-B200-4044-A11F-DD9099B78647}" dt="2021-02-28T09:01:43.378" v="585" actId="20577"/>
        <pc:sldMkLst>
          <pc:docMk/>
          <pc:sldMk cId="2842328399" sldId="289"/>
        </pc:sldMkLst>
        <pc:spChg chg="mod">
          <ac:chgData name="Serhii Harmash" userId="19965dc1-3670-4089-9e09-ab6aab33a005" providerId="ADAL" clId="{6EAA666B-B200-4044-A11F-DD9099B78647}" dt="2021-02-28T09:01:43.378" v="585" actId="20577"/>
          <ac:spMkLst>
            <pc:docMk/>
            <pc:sldMk cId="2842328399" sldId="289"/>
            <ac:spMk id="4" creationId="{AF416DB9-D1F0-4056-8762-3E37E686A61C}"/>
          </ac:spMkLst>
        </pc:spChg>
      </pc:sldChg>
      <pc:sldChg chg="modNotesTx">
        <pc:chgData name="Serhii Harmash" userId="19965dc1-3670-4089-9e09-ab6aab33a005" providerId="ADAL" clId="{6EAA666B-B200-4044-A11F-DD9099B78647}" dt="2021-02-28T08:54:17.947" v="555"/>
        <pc:sldMkLst>
          <pc:docMk/>
          <pc:sldMk cId="4320121" sldId="291"/>
        </pc:sldMkLst>
      </pc:sldChg>
      <pc:sldChg chg="del">
        <pc:chgData name="Serhii Harmash" userId="19965dc1-3670-4089-9e09-ab6aab33a005" providerId="ADAL" clId="{6EAA666B-B200-4044-A11F-DD9099B78647}" dt="2021-02-28T08:26:04.778" v="25" actId="47"/>
        <pc:sldMkLst>
          <pc:docMk/>
          <pc:sldMk cId="2009185767" sldId="292"/>
        </pc:sldMkLst>
      </pc:sldChg>
      <pc:sldChg chg="del">
        <pc:chgData name="Serhii Harmash" userId="19965dc1-3670-4089-9e09-ab6aab33a005" providerId="ADAL" clId="{6EAA666B-B200-4044-A11F-DD9099B78647}" dt="2021-02-28T08:26:04.778" v="25" actId="47"/>
        <pc:sldMkLst>
          <pc:docMk/>
          <pc:sldMk cId="2850895753" sldId="293"/>
        </pc:sldMkLst>
      </pc:sldChg>
      <pc:sldChg chg="modSp mod">
        <pc:chgData name="Serhii Harmash" userId="19965dc1-3670-4089-9e09-ab6aab33a005" providerId="ADAL" clId="{6EAA666B-B200-4044-A11F-DD9099B78647}" dt="2021-02-28T10:36:48.778" v="750" actId="20577"/>
        <pc:sldMkLst>
          <pc:docMk/>
          <pc:sldMk cId="3355721296" sldId="297"/>
        </pc:sldMkLst>
        <pc:spChg chg="mod">
          <ac:chgData name="Serhii Harmash" userId="19965dc1-3670-4089-9e09-ab6aab33a005" providerId="ADAL" clId="{6EAA666B-B200-4044-A11F-DD9099B78647}" dt="2021-02-28T08:55:36.603" v="558" actId="20577"/>
          <ac:spMkLst>
            <pc:docMk/>
            <pc:sldMk cId="3355721296" sldId="297"/>
            <ac:spMk id="4" creationId="{AF416DB9-D1F0-4056-8762-3E37E686A61C}"/>
          </ac:spMkLst>
        </pc:spChg>
        <pc:spChg chg="mod">
          <ac:chgData name="Serhii Harmash" userId="19965dc1-3670-4089-9e09-ab6aab33a005" providerId="ADAL" clId="{6EAA666B-B200-4044-A11F-DD9099B78647}" dt="2021-02-28T10:36:48.778" v="750" actId="20577"/>
          <ac:spMkLst>
            <pc:docMk/>
            <pc:sldMk cId="3355721296" sldId="297"/>
            <ac:spMk id="5" creationId="{F72E09AF-E54A-41AE-954B-9D77463CEECA}"/>
          </ac:spMkLst>
        </pc:spChg>
      </pc:sldChg>
      <pc:sldChg chg="modNotesTx">
        <pc:chgData name="Serhii Harmash" userId="19965dc1-3670-4089-9e09-ab6aab33a005" providerId="ADAL" clId="{6EAA666B-B200-4044-A11F-DD9099B78647}" dt="2021-02-28T09:01:09.707" v="579" actId="33524"/>
        <pc:sldMkLst>
          <pc:docMk/>
          <pc:sldMk cId="2999522731" sldId="300"/>
        </pc:sldMkLst>
      </pc:sldChg>
      <pc:sldChg chg="ord">
        <pc:chgData name="Serhii Harmash" userId="19965dc1-3670-4089-9e09-ab6aab33a005" providerId="ADAL" clId="{6EAA666B-B200-4044-A11F-DD9099B78647}" dt="2021-02-28T08:25:35.159" v="24"/>
        <pc:sldMkLst>
          <pc:docMk/>
          <pc:sldMk cId="3179567350" sldId="303"/>
        </pc:sldMkLst>
      </pc:sldChg>
      <pc:sldChg chg="addSp delSp modSp mod ord">
        <pc:chgData name="Serhii Harmash" userId="19965dc1-3670-4089-9e09-ab6aab33a005" providerId="ADAL" clId="{6EAA666B-B200-4044-A11F-DD9099B78647}" dt="2021-02-28T08:25:35.159" v="24"/>
        <pc:sldMkLst>
          <pc:docMk/>
          <pc:sldMk cId="3448584343" sldId="304"/>
        </pc:sldMkLst>
        <pc:spChg chg="add del mod">
          <ac:chgData name="Serhii Harmash" userId="19965dc1-3670-4089-9e09-ab6aab33a005" providerId="ADAL" clId="{6EAA666B-B200-4044-A11F-DD9099B78647}" dt="2021-02-28T08:25:23.013" v="18"/>
          <ac:spMkLst>
            <pc:docMk/>
            <pc:sldMk cId="3448584343" sldId="304"/>
            <ac:spMk id="8" creationId="{61327927-CCE7-4D84-9848-8CFC24CB2577}"/>
          </ac:spMkLst>
        </pc:spChg>
        <pc:spChg chg="add del mod">
          <ac:chgData name="Serhii Harmash" userId="19965dc1-3670-4089-9e09-ab6aab33a005" providerId="ADAL" clId="{6EAA666B-B200-4044-A11F-DD9099B78647}" dt="2021-02-28T08:25:23.013" v="18"/>
          <ac:spMkLst>
            <pc:docMk/>
            <pc:sldMk cId="3448584343" sldId="304"/>
            <ac:spMk id="9" creationId="{1C8671E3-7021-46C1-93F7-AE3CB4450FD5}"/>
          </ac:spMkLst>
        </pc:spChg>
        <pc:spChg chg="add del mod">
          <ac:chgData name="Serhii Harmash" userId="19965dc1-3670-4089-9e09-ab6aab33a005" providerId="ADAL" clId="{6EAA666B-B200-4044-A11F-DD9099B78647}" dt="2021-02-28T08:25:23.013" v="18"/>
          <ac:spMkLst>
            <pc:docMk/>
            <pc:sldMk cId="3448584343" sldId="304"/>
            <ac:spMk id="10" creationId="{A921976B-C1FA-4F23-B55E-FBF49507BA24}"/>
          </ac:spMkLst>
        </pc:spChg>
        <pc:spChg chg="add del mod">
          <ac:chgData name="Serhii Harmash" userId="19965dc1-3670-4089-9e09-ab6aab33a005" providerId="ADAL" clId="{6EAA666B-B200-4044-A11F-DD9099B78647}" dt="2021-02-28T08:25:23.013" v="18"/>
          <ac:spMkLst>
            <pc:docMk/>
            <pc:sldMk cId="3448584343" sldId="304"/>
            <ac:spMk id="11" creationId="{5E52B924-CC9A-4041-8A5A-DB1D126F7030}"/>
          </ac:spMkLst>
        </pc:spChg>
        <pc:picChg chg="mod">
          <ac:chgData name="Serhii Harmash" userId="19965dc1-3670-4089-9e09-ab6aab33a005" providerId="ADAL" clId="{6EAA666B-B200-4044-A11F-DD9099B78647}" dt="2021-02-28T08:25:25.542" v="21" actId="14100"/>
          <ac:picMkLst>
            <pc:docMk/>
            <pc:sldMk cId="3448584343" sldId="304"/>
            <ac:picMk id="6" creationId="{E342BF9C-CD12-42FB-8A97-67C88954F1E6}"/>
          </ac:picMkLst>
        </pc:picChg>
        <pc:picChg chg="mod">
          <ac:chgData name="Serhii Harmash" userId="19965dc1-3670-4089-9e09-ab6aab33a005" providerId="ADAL" clId="{6EAA666B-B200-4044-A11F-DD9099B78647}" dt="2021-02-28T08:25:25.822" v="22" actId="1076"/>
          <ac:picMkLst>
            <pc:docMk/>
            <pc:sldMk cId="3448584343" sldId="304"/>
            <ac:picMk id="7" creationId="{1C79CE8A-91D8-499F-A284-A124C43A0A02}"/>
          </ac:picMkLst>
        </pc:picChg>
      </pc:sldChg>
      <pc:sldChg chg="mod ord modShow">
        <pc:chgData name="Serhii Harmash" userId="19965dc1-3670-4089-9e09-ab6aab33a005" providerId="ADAL" clId="{6EAA666B-B200-4044-A11F-DD9099B78647}" dt="2021-02-28T09:00:07.862" v="578" actId="729"/>
        <pc:sldMkLst>
          <pc:docMk/>
          <pc:sldMk cId="1156584436" sldId="305"/>
        </pc:sldMkLst>
      </pc:sldChg>
      <pc:sldChg chg="modSp mod">
        <pc:chgData name="Serhii Harmash" userId="19965dc1-3670-4089-9e09-ab6aab33a005" providerId="ADAL" clId="{6EAA666B-B200-4044-A11F-DD9099B78647}" dt="2021-02-28T10:41:37.849" v="1039" actId="33524"/>
        <pc:sldMkLst>
          <pc:docMk/>
          <pc:sldMk cId="3466394093" sldId="306"/>
        </pc:sldMkLst>
        <pc:spChg chg="mod">
          <ac:chgData name="Serhii Harmash" userId="19965dc1-3670-4089-9e09-ab6aab33a005" providerId="ADAL" clId="{6EAA666B-B200-4044-A11F-DD9099B78647}" dt="2021-02-28T08:55:40.002" v="559" actId="20577"/>
          <ac:spMkLst>
            <pc:docMk/>
            <pc:sldMk cId="3466394093" sldId="306"/>
            <ac:spMk id="4" creationId="{F44D9D75-0C9F-48FC-B2AD-2C0E15FEF779}"/>
          </ac:spMkLst>
        </pc:spChg>
        <pc:spChg chg="mod">
          <ac:chgData name="Serhii Harmash" userId="19965dc1-3670-4089-9e09-ab6aab33a005" providerId="ADAL" clId="{6EAA666B-B200-4044-A11F-DD9099B78647}" dt="2021-02-28T10:41:37.849" v="1039" actId="33524"/>
          <ac:spMkLst>
            <pc:docMk/>
            <pc:sldMk cId="3466394093" sldId="306"/>
            <ac:spMk id="5" creationId="{6D094B45-4F61-4E52-83A9-F33989959C02}"/>
          </ac:spMkLst>
        </pc:spChg>
      </pc:sldChg>
      <pc:sldChg chg="modSp mod">
        <pc:chgData name="Serhii Harmash" userId="19965dc1-3670-4089-9e09-ab6aab33a005" providerId="ADAL" clId="{6EAA666B-B200-4044-A11F-DD9099B78647}" dt="2021-02-28T08:56:08.429" v="563" actId="20577"/>
        <pc:sldMkLst>
          <pc:docMk/>
          <pc:sldMk cId="835341202" sldId="307"/>
        </pc:sldMkLst>
        <pc:spChg chg="mod">
          <ac:chgData name="Serhii Harmash" userId="19965dc1-3670-4089-9e09-ab6aab33a005" providerId="ADAL" clId="{6EAA666B-B200-4044-A11F-DD9099B78647}" dt="2021-02-28T08:56:08.429" v="563" actId="20577"/>
          <ac:spMkLst>
            <pc:docMk/>
            <pc:sldMk cId="835341202" sldId="307"/>
            <ac:spMk id="4" creationId="{AE52886C-C9E0-4F32-B6DD-65743F3CF4B6}"/>
          </ac:spMkLst>
        </pc:spChg>
      </pc:sldChg>
      <pc:sldChg chg="addSp delSp modSp mod">
        <pc:chgData name="Serhii Harmash" userId="19965dc1-3670-4089-9e09-ab6aab33a005" providerId="ADAL" clId="{6EAA666B-B200-4044-A11F-DD9099B78647}" dt="2021-02-28T10:43:38.626" v="1045" actId="11"/>
        <pc:sldMkLst>
          <pc:docMk/>
          <pc:sldMk cId="3655645856" sldId="308"/>
        </pc:sldMkLst>
        <pc:spChg chg="mod">
          <ac:chgData name="Serhii Harmash" userId="19965dc1-3670-4089-9e09-ab6aab33a005" providerId="ADAL" clId="{6EAA666B-B200-4044-A11F-DD9099B78647}" dt="2021-02-28T08:55:43.888" v="560" actId="20577"/>
          <ac:spMkLst>
            <pc:docMk/>
            <pc:sldMk cId="3655645856" sldId="308"/>
            <ac:spMk id="4" creationId="{DA7BE4CA-3911-465E-93B3-A50CC0E47CE4}"/>
          </ac:spMkLst>
        </pc:spChg>
        <pc:spChg chg="mod">
          <ac:chgData name="Serhii Harmash" userId="19965dc1-3670-4089-9e09-ab6aab33a005" providerId="ADAL" clId="{6EAA666B-B200-4044-A11F-DD9099B78647}" dt="2021-02-28T10:43:38.626" v="1045" actId="11"/>
          <ac:spMkLst>
            <pc:docMk/>
            <pc:sldMk cId="3655645856" sldId="308"/>
            <ac:spMk id="5" creationId="{A8352737-044C-4E23-A3AC-7E8D092445F5}"/>
          </ac:spMkLst>
        </pc:spChg>
        <pc:picChg chg="del">
          <ac:chgData name="Serhii Harmash" userId="19965dc1-3670-4089-9e09-ab6aab33a005" providerId="ADAL" clId="{6EAA666B-B200-4044-A11F-DD9099B78647}" dt="2021-02-28T10:42:24.570" v="1040" actId="478"/>
          <ac:picMkLst>
            <pc:docMk/>
            <pc:sldMk cId="3655645856" sldId="308"/>
            <ac:picMk id="8" creationId="{02A5A3CF-6F63-4AD6-B49D-AEBBDB16CDBD}"/>
          </ac:picMkLst>
        </pc:picChg>
        <pc:picChg chg="add mod">
          <ac:chgData name="Serhii Harmash" userId="19965dc1-3670-4089-9e09-ab6aab33a005" providerId="ADAL" clId="{6EAA666B-B200-4044-A11F-DD9099B78647}" dt="2021-02-28T10:43:11.465" v="1042" actId="1076"/>
          <ac:picMkLst>
            <pc:docMk/>
            <pc:sldMk cId="3655645856" sldId="308"/>
            <ac:picMk id="10" creationId="{3FBBD311-5C31-4767-9CF3-E73C9FF2C347}"/>
          </ac:picMkLst>
        </pc:picChg>
        <pc:cxnChg chg="add mod">
          <ac:chgData name="Serhii Harmash" userId="19965dc1-3670-4089-9e09-ab6aab33a005" providerId="ADAL" clId="{6EAA666B-B200-4044-A11F-DD9099B78647}" dt="2021-02-28T10:43:23.343" v="1044" actId="13822"/>
          <ac:cxnSpMkLst>
            <pc:docMk/>
            <pc:sldMk cId="3655645856" sldId="308"/>
            <ac:cxnSpMk id="12" creationId="{D6E9A301-7DDE-499A-A242-84DC049E81CF}"/>
          </ac:cxnSpMkLst>
        </pc:cxnChg>
      </pc:sldChg>
      <pc:sldChg chg="modSp mod">
        <pc:chgData name="Serhii Harmash" userId="19965dc1-3670-4089-9e09-ab6aab33a005" providerId="ADAL" clId="{6EAA666B-B200-4044-A11F-DD9099B78647}" dt="2021-02-28T08:55:59.299" v="561" actId="20577"/>
        <pc:sldMkLst>
          <pc:docMk/>
          <pc:sldMk cId="829328678" sldId="309"/>
        </pc:sldMkLst>
        <pc:spChg chg="mod">
          <ac:chgData name="Serhii Harmash" userId="19965dc1-3670-4089-9e09-ab6aab33a005" providerId="ADAL" clId="{6EAA666B-B200-4044-A11F-DD9099B78647}" dt="2021-02-28T08:55:59.299" v="561" actId="20577"/>
          <ac:spMkLst>
            <pc:docMk/>
            <pc:sldMk cId="829328678" sldId="309"/>
            <ac:spMk id="4" creationId="{EA024EB1-FEAF-4EB1-BC45-19FC519AED5B}"/>
          </ac:spMkLst>
        </pc:spChg>
      </pc:sldChg>
      <pc:sldChg chg="modSp mod">
        <pc:chgData name="Serhii Harmash" userId="19965dc1-3670-4089-9e09-ab6aab33a005" providerId="ADAL" clId="{6EAA666B-B200-4044-A11F-DD9099B78647}" dt="2021-02-28T08:56:19.179" v="564" actId="113"/>
        <pc:sldMkLst>
          <pc:docMk/>
          <pc:sldMk cId="3258520861" sldId="310"/>
        </pc:sldMkLst>
        <pc:spChg chg="mod">
          <ac:chgData name="Serhii Harmash" userId="19965dc1-3670-4089-9e09-ab6aab33a005" providerId="ADAL" clId="{6EAA666B-B200-4044-A11F-DD9099B78647}" dt="2021-02-28T08:56:19.179" v="564" actId="113"/>
          <ac:spMkLst>
            <pc:docMk/>
            <pc:sldMk cId="3258520861" sldId="310"/>
            <ac:spMk id="5" creationId="{C59EA2D8-A84C-49D9-92DF-2CBB992DDD9A}"/>
          </ac:spMkLst>
        </pc:spChg>
      </pc:sldChg>
      <pc:sldChg chg="modSp mod">
        <pc:chgData name="Serhii Harmash" userId="19965dc1-3670-4089-9e09-ab6aab33a005" providerId="ADAL" clId="{6EAA666B-B200-4044-A11F-DD9099B78647}" dt="2021-02-28T08:57:45.013" v="577" actId="790"/>
        <pc:sldMkLst>
          <pc:docMk/>
          <pc:sldMk cId="3129901624" sldId="311"/>
        </pc:sldMkLst>
        <pc:spChg chg="mod">
          <ac:chgData name="Serhii Harmash" userId="19965dc1-3670-4089-9e09-ab6aab33a005" providerId="ADAL" clId="{6EAA666B-B200-4044-A11F-DD9099B78647}" dt="2021-02-28T08:57:27.391" v="576" actId="20577"/>
          <ac:spMkLst>
            <pc:docMk/>
            <pc:sldMk cId="3129901624" sldId="311"/>
            <ac:spMk id="5" creationId="{798D3D6C-44DB-406C-BB77-DED9D2F421C1}"/>
          </ac:spMkLst>
        </pc:spChg>
        <pc:spChg chg="mod">
          <ac:chgData name="Serhii Harmash" userId="19965dc1-3670-4089-9e09-ab6aab33a005" providerId="ADAL" clId="{6EAA666B-B200-4044-A11F-DD9099B78647}" dt="2021-02-28T08:57:45.013" v="577" actId="790"/>
          <ac:spMkLst>
            <pc:docMk/>
            <pc:sldMk cId="3129901624" sldId="311"/>
            <ac:spMk id="6" creationId="{0FD39EF0-489A-486E-A6FB-432B36686DC6}"/>
          </ac:spMkLst>
        </pc:spChg>
      </pc:sldChg>
      <pc:sldChg chg="addSp delSp mod">
        <pc:chgData name="Serhii Harmash" userId="19965dc1-3670-4089-9e09-ab6aab33a005" providerId="ADAL" clId="{6EAA666B-B200-4044-A11F-DD9099B78647}" dt="2021-02-28T08:57:00.445" v="575" actId="478"/>
        <pc:sldMkLst>
          <pc:docMk/>
          <pc:sldMk cId="2459319956" sldId="312"/>
        </pc:sldMkLst>
        <pc:spChg chg="add del">
          <ac:chgData name="Serhii Harmash" userId="19965dc1-3670-4089-9e09-ab6aab33a005" providerId="ADAL" clId="{6EAA666B-B200-4044-A11F-DD9099B78647}" dt="2021-02-28T08:56:50.087" v="569" actId="478"/>
          <ac:spMkLst>
            <pc:docMk/>
            <pc:sldMk cId="2459319956" sldId="312"/>
            <ac:spMk id="6" creationId="{7DE25CD6-6546-451A-A1A4-EEABB9AFF6C9}"/>
          </ac:spMkLst>
        </pc:spChg>
        <pc:spChg chg="del">
          <ac:chgData name="Serhii Harmash" userId="19965dc1-3670-4089-9e09-ab6aab33a005" providerId="ADAL" clId="{6EAA666B-B200-4044-A11F-DD9099B78647}" dt="2021-02-28T08:56:56.381" v="573" actId="478"/>
          <ac:spMkLst>
            <pc:docMk/>
            <pc:sldMk cId="2459319956" sldId="312"/>
            <ac:spMk id="16" creationId="{DB44DCB2-D594-4141-91D0-5183976B7BDC}"/>
          </ac:spMkLst>
        </pc:spChg>
        <pc:spChg chg="del">
          <ac:chgData name="Serhii Harmash" userId="19965dc1-3670-4089-9e09-ab6aab33a005" providerId="ADAL" clId="{6EAA666B-B200-4044-A11F-DD9099B78647}" dt="2021-02-28T08:56:57.964" v="574" actId="478"/>
          <ac:spMkLst>
            <pc:docMk/>
            <pc:sldMk cId="2459319956" sldId="312"/>
            <ac:spMk id="17" creationId="{1ACDCBC4-A2B4-456A-9C50-82FECDDA087F}"/>
          </ac:spMkLst>
        </pc:spChg>
        <pc:picChg chg="del">
          <ac:chgData name="Serhii Harmash" userId="19965dc1-3670-4089-9e09-ab6aab33a005" providerId="ADAL" clId="{6EAA666B-B200-4044-A11F-DD9099B78647}" dt="2021-02-28T08:56:48.093" v="567" actId="478"/>
          <ac:picMkLst>
            <pc:docMk/>
            <pc:sldMk cId="2459319956" sldId="312"/>
            <ac:picMk id="5" creationId="{A34F8D8E-DDF8-4A2A-A310-0F5C540B0AB1}"/>
          </ac:picMkLst>
        </pc:picChg>
        <pc:picChg chg="del">
          <ac:chgData name="Serhii Harmash" userId="19965dc1-3670-4089-9e09-ab6aab33a005" providerId="ADAL" clId="{6EAA666B-B200-4044-A11F-DD9099B78647}" dt="2021-02-28T08:57:00.445" v="575" actId="478"/>
          <ac:picMkLst>
            <pc:docMk/>
            <pc:sldMk cId="2459319956" sldId="312"/>
            <ac:picMk id="9" creationId="{55E955C9-333F-4EB1-AE9B-9791AB8AD135}"/>
          </ac:picMkLst>
        </pc:picChg>
        <pc:picChg chg="del">
          <ac:chgData name="Serhii Harmash" userId="19965dc1-3670-4089-9e09-ab6aab33a005" providerId="ADAL" clId="{6EAA666B-B200-4044-A11F-DD9099B78647}" dt="2021-02-28T08:56:45.789" v="565" actId="478"/>
          <ac:picMkLst>
            <pc:docMk/>
            <pc:sldMk cId="2459319956" sldId="312"/>
            <ac:picMk id="10" creationId="{795986E8-3017-4A59-862A-93A86C74357B}"/>
          </ac:picMkLst>
        </pc:picChg>
        <pc:picChg chg="del">
          <ac:chgData name="Serhii Harmash" userId="19965dc1-3670-4089-9e09-ab6aab33a005" providerId="ADAL" clId="{6EAA666B-B200-4044-A11F-DD9099B78647}" dt="2021-02-28T08:56:53.940" v="572" actId="478"/>
          <ac:picMkLst>
            <pc:docMk/>
            <pc:sldMk cId="2459319956" sldId="312"/>
            <ac:picMk id="11" creationId="{98CB6677-233B-4A4F-88ED-FADB24D54EF6}"/>
          </ac:picMkLst>
        </pc:picChg>
        <pc:picChg chg="del">
          <ac:chgData name="Serhii Harmash" userId="19965dc1-3670-4089-9e09-ab6aab33a005" providerId="ADAL" clId="{6EAA666B-B200-4044-A11F-DD9099B78647}" dt="2021-02-28T08:56:52.981" v="571" actId="478"/>
          <ac:picMkLst>
            <pc:docMk/>
            <pc:sldMk cId="2459319956" sldId="312"/>
            <ac:picMk id="12" creationId="{D97D75B3-263C-4CF3-83FF-6CCA6B0C52DF}"/>
          </ac:picMkLst>
        </pc:picChg>
        <pc:picChg chg="del">
          <ac:chgData name="Serhii Harmash" userId="19965dc1-3670-4089-9e09-ab6aab33a005" providerId="ADAL" clId="{6EAA666B-B200-4044-A11F-DD9099B78647}" dt="2021-02-28T08:56:46.765" v="566" actId="478"/>
          <ac:picMkLst>
            <pc:docMk/>
            <pc:sldMk cId="2459319956" sldId="312"/>
            <ac:picMk id="13" creationId="{DF7B00FC-6E7C-4F67-A02F-E79BD569A1D6}"/>
          </ac:picMkLst>
        </pc:picChg>
        <pc:picChg chg="del">
          <ac:chgData name="Serhii Harmash" userId="19965dc1-3670-4089-9e09-ab6aab33a005" providerId="ADAL" clId="{6EAA666B-B200-4044-A11F-DD9099B78647}" dt="2021-02-28T08:56:52.213" v="570" actId="478"/>
          <ac:picMkLst>
            <pc:docMk/>
            <pc:sldMk cId="2459319956" sldId="312"/>
            <ac:picMk id="14" creationId="{2A510DA7-1821-45EB-B91C-95976E70FA82}"/>
          </ac:picMkLst>
        </pc:picChg>
      </pc:sldChg>
      <pc:sldChg chg="addSp delSp mod ord">
        <pc:chgData name="Serhii Harmash" userId="19965dc1-3670-4089-9e09-ab6aab33a005" providerId="ADAL" clId="{6EAA666B-B200-4044-A11F-DD9099B78647}" dt="2021-02-28T08:25:35.159" v="24"/>
        <pc:sldMkLst>
          <pc:docMk/>
          <pc:sldMk cId="1293981570" sldId="314"/>
        </pc:sldMkLst>
        <pc:spChg chg="add del">
          <ac:chgData name="Serhii Harmash" userId="19965dc1-3670-4089-9e09-ab6aab33a005" providerId="ADAL" clId="{6EAA666B-B200-4044-A11F-DD9099B78647}" dt="2021-02-28T08:25:23.398" v="19" actId="21"/>
          <ac:spMkLst>
            <pc:docMk/>
            <pc:sldMk cId="1293981570" sldId="314"/>
            <ac:spMk id="6" creationId="{90004628-5F95-4850-B904-CB4FC19B5E1B}"/>
          </ac:spMkLst>
        </pc:spChg>
        <pc:spChg chg="add del">
          <ac:chgData name="Serhii Harmash" userId="19965dc1-3670-4089-9e09-ab6aab33a005" providerId="ADAL" clId="{6EAA666B-B200-4044-A11F-DD9099B78647}" dt="2021-02-28T08:25:23.398" v="19" actId="21"/>
          <ac:spMkLst>
            <pc:docMk/>
            <pc:sldMk cId="1293981570" sldId="314"/>
            <ac:spMk id="7" creationId="{590D3DAC-F835-4238-A66E-74539A0460F9}"/>
          </ac:spMkLst>
        </pc:spChg>
        <pc:spChg chg="add del">
          <ac:chgData name="Serhii Harmash" userId="19965dc1-3670-4089-9e09-ab6aab33a005" providerId="ADAL" clId="{6EAA666B-B200-4044-A11F-DD9099B78647}" dt="2021-02-28T08:25:23.398" v="19" actId="21"/>
          <ac:spMkLst>
            <pc:docMk/>
            <pc:sldMk cId="1293981570" sldId="314"/>
            <ac:spMk id="8" creationId="{B9DD4E56-44A0-44BF-B455-CC6C7A1D558B}"/>
          </ac:spMkLst>
        </pc:spChg>
        <pc:spChg chg="add del">
          <ac:chgData name="Serhii Harmash" userId="19965dc1-3670-4089-9e09-ab6aab33a005" providerId="ADAL" clId="{6EAA666B-B200-4044-A11F-DD9099B78647}" dt="2021-02-28T08:25:23.398" v="19" actId="21"/>
          <ac:spMkLst>
            <pc:docMk/>
            <pc:sldMk cId="1293981570" sldId="314"/>
            <ac:spMk id="9" creationId="{33279F04-C55B-4FD4-9D42-566CEB9234EA}"/>
          </ac:spMkLst>
        </pc:spChg>
      </pc:sldChg>
      <pc:sldChg chg="modSp add mod">
        <pc:chgData name="Serhii Harmash" userId="19965dc1-3670-4089-9e09-ab6aab33a005" providerId="ADAL" clId="{6EAA666B-B200-4044-A11F-DD9099B78647}" dt="2021-02-28T08:38:50.155" v="489" actId="20577"/>
        <pc:sldMkLst>
          <pc:docMk/>
          <pc:sldMk cId="1623451821" sldId="316"/>
        </pc:sldMkLst>
        <pc:spChg chg="mod">
          <ac:chgData name="Serhii Harmash" userId="19965dc1-3670-4089-9e09-ab6aab33a005" providerId="ADAL" clId="{6EAA666B-B200-4044-A11F-DD9099B78647}" dt="2021-02-28T08:38:50.155" v="489" actId="20577"/>
          <ac:spMkLst>
            <pc:docMk/>
            <pc:sldMk cId="1623451821" sldId="316"/>
            <ac:spMk id="5" creationId="{F72E09AF-E54A-41AE-954B-9D77463CEECA}"/>
          </ac:spMkLst>
        </pc:spChg>
      </pc:sldChg>
      <pc:sldChg chg="addSp delSp modSp add mod">
        <pc:chgData name="Serhii Harmash" userId="19965dc1-3670-4089-9e09-ab6aab33a005" providerId="ADAL" clId="{6EAA666B-B200-4044-A11F-DD9099B78647}" dt="2021-02-28T08:53:21.420" v="554" actId="113"/>
        <pc:sldMkLst>
          <pc:docMk/>
          <pc:sldMk cId="1627354702" sldId="317"/>
        </pc:sldMkLst>
        <pc:spChg chg="mod">
          <ac:chgData name="Serhii Harmash" userId="19965dc1-3670-4089-9e09-ab6aab33a005" providerId="ADAL" clId="{6EAA666B-B200-4044-A11F-DD9099B78647}" dt="2021-02-28T08:51:54.290" v="532" actId="20577"/>
          <ac:spMkLst>
            <pc:docMk/>
            <pc:sldMk cId="1627354702" sldId="317"/>
            <ac:spMk id="3" creationId="{F9AA9E8E-2C29-431A-9250-D77637072257}"/>
          </ac:spMkLst>
        </pc:spChg>
        <pc:spChg chg="mod">
          <ac:chgData name="Serhii Harmash" userId="19965dc1-3670-4089-9e09-ab6aab33a005" providerId="ADAL" clId="{6EAA666B-B200-4044-A11F-DD9099B78647}" dt="2021-02-28T08:53:21.420" v="554" actId="113"/>
          <ac:spMkLst>
            <pc:docMk/>
            <pc:sldMk cId="1627354702" sldId="317"/>
            <ac:spMk id="5" creationId="{F72E09AF-E54A-41AE-954B-9D77463CEECA}"/>
          </ac:spMkLst>
        </pc:spChg>
        <pc:spChg chg="add del">
          <ac:chgData name="Serhii Harmash" userId="19965dc1-3670-4089-9e09-ab6aab33a005" providerId="ADAL" clId="{6EAA666B-B200-4044-A11F-DD9099B78647}" dt="2021-02-28T08:52:52.146" v="546"/>
          <ac:spMkLst>
            <pc:docMk/>
            <pc:sldMk cId="1627354702" sldId="317"/>
            <ac:spMk id="16" creationId="{AEE87DD8-223B-461F-992B-492D347FBE6F}"/>
          </ac:spMkLst>
        </pc:spChg>
        <pc:grpChg chg="add del mod">
          <ac:chgData name="Serhii Harmash" userId="19965dc1-3670-4089-9e09-ab6aab33a005" providerId="ADAL" clId="{6EAA666B-B200-4044-A11F-DD9099B78647}" dt="2021-02-28T08:48:37.079" v="518" actId="165"/>
          <ac:grpSpMkLst>
            <pc:docMk/>
            <pc:sldMk cId="1627354702" sldId="317"/>
            <ac:grpSpMk id="14" creationId="{FB68C575-AF0F-4D75-BA0E-F2C63008D3A8}"/>
          </ac:grpSpMkLst>
        </pc:grpChg>
        <pc:grpChg chg="add mod">
          <ac:chgData name="Serhii Harmash" userId="19965dc1-3670-4089-9e09-ab6aab33a005" providerId="ADAL" clId="{6EAA666B-B200-4044-A11F-DD9099B78647}" dt="2021-02-28T08:53:17.567" v="553" actId="1076"/>
          <ac:grpSpMkLst>
            <pc:docMk/>
            <pc:sldMk cId="1627354702" sldId="317"/>
            <ac:grpSpMk id="15" creationId="{2063D5DF-B573-4E6F-9D9A-8F0500594D5F}"/>
          </ac:grpSpMkLst>
        </pc:grpChg>
        <pc:picChg chg="add del">
          <ac:chgData name="Serhii Harmash" userId="19965dc1-3670-4089-9e09-ab6aab33a005" providerId="ADAL" clId="{6EAA666B-B200-4044-A11F-DD9099B78647}" dt="2021-02-28T08:46:39.287" v="496" actId="478"/>
          <ac:picMkLst>
            <pc:docMk/>
            <pc:sldMk cId="1627354702" sldId="317"/>
            <ac:picMk id="7" creationId="{E6B89363-6BF0-4652-9D8C-CB4B9DFACC6F}"/>
          </ac:picMkLst>
        </pc:picChg>
        <pc:picChg chg="add mod topLvl">
          <ac:chgData name="Serhii Harmash" userId="19965dc1-3670-4089-9e09-ab6aab33a005" providerId="ADAL" clId="{6EAA666B-B200-4044-A11F-DD9099B78647}" dt="2021-02-28T08:49:04.389" v="523" actId="164"/>
          <ac:picMkLst>
            <pc:docMk/>
            <pc:sldMk cId="1627354702" sldId="317"/>
            <ac:picMk id="9" creationId="{04007FFF-A649-406C-BC4D-0A6690A89EBD}"/>
          </ac:picMkLst>
        </pc:picChg>
        <pc:picChg chg="add mod topLvl">
          <ac:chgData name="Serhii Harmash" userId="19965dc1-3670-4089-9e09-ab6aab33a005" providerId="ADAL" clId="{6EAA666B-B200-4044-A11F-DD9099B78647}" dt="2021-02-28T08:49:04.389" v="523" actId="164"/>
          <ac:picMkLst>
            <pc:docMk/>
            <pc:sldMk cId="1627354702" sldId="317"/>
            <ac:picMk id="11" creationId="{47F49E7B-B30A-4EEE-99F5-6B01D58BE10A}"/>
          </ac:picMkLst>
        </pc:picChg>
        <pc:picChg chg="add mod topLvl">
          <ac:chgData name="Serhii Harmash" userId="19965dc1-3670-4089-9e09-ab6aab33a005" providerId="ADAL" clId="{6EAA666B-B200-4044-A11F-DD9099B78647}" dt="2021-02-28T08:49:04.389" v="523" actId="164"/>
          <ac:picMkLst>
            <pc:docMk/>
            <pc:sldMk cId="1627354702" sldId="317"/>
            <ac:picMk id="13" creationId="{7E79DBEA-9D83-4B96-A70D-284C10F52602}"/>
          </ac:picMkLst>
        </pc:picChg>
      </pc:sldChg>
    </pc:docChg>
  </pc:docChgLst>
  <pc:docChgLst>
    <pc:chgData name="Serhii Harmash (SHHR)" userId="S::shhr@simcorp.com::19965dc1-3670-4089-9e09-ab6aab33a005" providerId="AD" clId="Web-{DF8FC805-2317-EFC4-5CFA-4DD759D5EA3C}"/>
    <pc:docChg chg="modSld">
      <pc:chgData name="Serhii Harmash (SHHR)" userId="S::shhr@simcorp.com::19965dc1-3670-4089-9e09-ab6aab33a005" providerId="AD" clId="Web-{DF8FC805-2317-EFC4-5CFA-4DD759D5EA3C}" dt="2020-11-29T13:06:06.491" v="21"/>
      <pc:docMkLst>
        <pc:docMk/>
      </pc:docMkLst>
      <pc:sldChg chg="modSp">
        <pc:chgData name="Serhii Harmash (SHHR)" userId="S::shhr@simcorp.com::19965dc1-3670-4089-9e09-ab6aab33a005" providerId="AD" clId="Web-{DF8FC805-2317-EFC4-5CFA-4DD759D5EA3C}" dt="2020-11-29T12:05:19.956" v="2" actId="20577"/>
        <pc:sldMkLst>
          <pc:docMk/>
          <pc:sldMk cId="294303200" sldId="266"/>
        </pc:sldMkLst>
        <pc:spChg chg="mod">
          <ac:chgData name="Serhii Harmash (SHHR)" userId="S::shhr@simcorp.com::19965dc1-3670-4089-9e09-ab6aab33a005" providerId="AD" clId="Web-{DF8FC805-2317-EFC4-5CFA-4DD759D5EA3C}" dt="2020-11-29T12:05:19.956" v="2" actId="20577"/>
          <ac:spMkLst>
            <pc:docMk/>
            <pc:sldMk cId="294303200" sldId="266"/>
            <ac:spMk id="4" creationId="{AF416DB9-D1F0-4056-8762-3E37E686A61C}"/>
          </ac:spMkLst>
        </pc:spChg>
      </pc:sldChg>
      <pc:sldChg chg="modSp">
        <pc:chgData name="Serhii Harmash (SHHR)" userId="S::shhr@simcorp.com::19965dc1-3670-4089-9e09-ab6aab33a005" providerId="AD" clId="Web-{DF8FC805-2317-EFC4-5CFA-4DD759D5EA3C}" dt="2020-11-29T12:07:39.460" v="11" actId="20577"/>
        <pc:sldMkLst>
          <pc:docMk/>
          <pc:sldMk cId="4211921108" sldId="276"/>
        </pc:sldMkLst>
        <pc:spChg chg="mod">
          <ac:chgData name="Serhii Harmash (SHHR)" userId="S::shhr@simcorp.com::19965dc1-3670-4089-9e09-ab6aab33a005" providerId="AD" clId="Web-{DF8FC805-2317-EFC4-5CFA-4DD759D5EA3C}" dt="2020-11-29T12:07:39.460" v="11" actId="20577"/>
          <ac:spMkLst>
            <pc:docMk/>
            <pc:sldMk cId="4211921108" sldId="276"/>
            <ac:spMk id="5" creationId="{F72E09AF-E54A-41AE-954B-9D77463CEECA}"/>
          </ac:spMkLst>
        </pc:spChg>
      </pc:sldChg>
      <pc:sldChg chg="modSp">
        <pc:chgData name="Serhii Harmash (SHHR)" userId="S::shhr@simcorp.com::19965dc1-3670-4089-9e09-ab6aab33a005" providerId="AD" clId="Web-{DF8FC805-2317-EFC4-5CFA-4DD759D5EA3C}" dt="2020-11-29T13:04:55.068" v="20" actId="20577"/>
        <pc:sldMkLst>
          <pc:docMk/>
          <pc:sldMk cId="2643899968" sldId="278"/>
        </pc:sldMkLst>
        <pc:spChg chg="mod">
          <ac:chgData name="Serhii Harmash (SHHR)" userId="S::shhr@simcorp.com::19965dc1-3670-4089-9e09-ab6aab33a005" providerId="AD" clId="Web-{DF8FC805-2317-EFC4-5CFA-4DD759D5EA3C}" dt="2020-11-29T13:04:29.552" v="14" actId="20577"/>
          <ac:spMkLst>
            <pc:docMk/>
            <pc:sldMk cId="2643899968" sldId="278"/>
            <ac:spMk id="4" creationId="{AF416DB9-D1F0-4056-8762-3E37E686A61C}"/>
          </ac:spMkLst>
        </pc:spChg>
        <pc:spChg chg="mod">
          <ac:chgData name="Serhii Harmash (SHHR)" userId="S::shhr@simcorp.com::19965dc1-3670-4089-9e09-ab6aab33a005" providerId="AD" clId="Web-{DF8FC805-2317-EFC4-5CFA-4DD759D5EA3C}" dt="2020-11-29T13:04:55.068" v="20" actId="20577"/>
          <ac:spMkLst>
            <pc:docMk/>
            <pc:sldMk cId="2643899968" sldId="278"/>
            <ac:spMk id="5" creationId="{F72E09AF-E54A-41AE-954B-9D77463CEECA}"/>
          </ac:spMkLst>
        </pc:spChg>
      </pc:sldChg>
      <pc:sldChg chg="delSp">
        <pc:chgData name="Serhii Harmash (SHHR)" userId="S::shhr@simcorp.com::19965dc1-3670-4089-9e09-ab6aab33a005" providerId="AD" clId="Web-{DF8FC805-2317-EFC4-5CFA-4DD759D5EA3C}" dt="2020-11-29T13:06:06.491" v="21"/>
        <pc:sldMkLst>
          <pc:docMk/>
          <pc:sldMk cId="2999522731" sldId="300"/>
        </pc:sldMkLst>
        <pc:spChg chg="del">
          <ac:chgData name="Serhii Harmash (SHHR)" userId="S::shhr@simcorp.com::19965dc1-3670-4089-9e09-ab6aab33a005" providerId="AD" clId="Web-{DF8FC805-2317-EFC4-5CFA-4DD759D5EA3C}" dt="2020-11-29T13:06:06.491" v="21"/>
          <ac:spMkLst>
            <pc:docMk/>
            <pc:sldMk cId="2999522731" sldId="300"/>
            <ac:spMk id="8" creationId="{58702A4E-2E63-4CE4-B021-6954E8D499F1}"/>
          </ac:spMkLst>
        </pc:spChg>
      </pc:sldChg>
      <pc:sldChg chg="modSp">
        <pc:chgData name="Serhii Harmash (SHHR)" userId="S::shhr@simcorp.com::19965dc1-3670-4089-9e09-ab6aab33a005" providerId="AD" clId="Web-{DF8FC805-2317-EFC4-5CFA-4DD759D5EA3C}" dt="2020-11-29T12:06:16.942" v="8" actId="20577"/>
        <pc:sldMkLst>
          <pc:docMk/>
          <pc:sldMk cId="3448584343" sldId="304"/>
        </pc:sldMkLst>
        <pc:spChg chg="mod">
          <ac:chgData name="Serhii Harmash (SHHR)" userId="S::shhr@simcorp.com::19965dc1-3670-4089-9e09-ab6aab33a005" providerId="AD" clId="Web-{DF8FC805-2317-EFC4-5CFA-4DD759D5EA3C}" dt="2020-11-29T12:06:16.942" v="8" actId="20577"/>
          <ac:spMkLst>
            <pc:docMk/>
            <pc:sldMk cId="3448584343" sldId="304"/>
            <ac:spMk id="4" creationId="{564AA37B-EA3E-4917-A8A3-2EA90722BB18}"/>
          </ac:spMkLst>
        </pc:spChg>
      </pc:sldChg>
    </pc:docChg>
  </pc:docChgLst>
  <pc:docChgLst>
    <pc:chgData name="Mykola Kuksa (MLKK)" userId="S::mlkk@simcorp.com::1056c9f5-bd5e-4aba-85cc-cd2356148781" providerId="AD" clId="Web-{CEA3F805-5E0F-F808-3A6D-D4FEC27B229F}"/>
    <pc:docChg chg="modSld">
      <pc:chgData name="Mykola Kuksa (MLKK)" userId="S::mlkk@simcorp.com::1056c9f5-bd5e-4aba-85cc-cd2356148781" providerId="AD" clId="Web-{CEA3F805-5E0F-F808-3A6D-D4FEC27B229F}" dt="2020-12-01T11:32:38.352" v="0" actId="14100"/>
      <pc:docMkLst>
        <pc:docMk/>
      </pc:docMkLst>
      <pc:sldChg chg="modSp">
        <pc:chgData name="Mykola Kuksa (MLKK)" userId="S::mlkk@simcorp.com::1056c9f5-bd5e-4aba-85cc-cd2356148781" providerId="AD" clId="Web-{CEA3F805-5E0F-F808-3A6D-D4FEC27B229F}" dt="2020-12-01T11:32:38.352" v="0" actId="14100"/>
        <pc:sldMkLst>
          <pc:docMk/>
          <pc:sldMk cId="2473241390" sldId="315"/>
        </pc:sldMkLst>
        <pc:spChg chg="mod">
          <ac:chgData name="Mykola Kuksa (MLKK)" userId="S::mlkk@simcorp.com::1056c9f5-bd5e-4aba-85cc-cd2356148781" providerId="AD" clId="Web-{CEA3F805-5E0F-F808-3A6D-D4FEC27B229F}" dt="2020-12-01T11:32:38.352" v="0" actId="14100"/>
          <ac:spMkLst>
            <pc:docMk/>
            <pc:sldMk cId="2473241390" sldId="315"/>
            <ac:spMk id="6" creationId="{0F492199-25CF-4299-AF16-1E33C600AD3E}"/>
          </ac:spMkLst>
        </pc:spChg>
      </pc:sldChg>
    </pc:docChg>
  </pc:docChgLst>
  <pc:docChgLst>
    <pc:chgData name="Mykola Kuksa (MLKK)" userId="S::mlkk@simcorp.com::1056c9f5-bd5e-4aba-85cc-cd2356148781" providerId="AD" clId="Web-{D2EF9240-E0A8-C88F-2A82-DF552CCDBA78}"/>
    <pc:docChg chg="modSld">
      <pc:chgData name="Mykola Kuksa (MLKK)" userId="S::mlkk@simcorp.com::1056c9f5-bd5e-4aba-85cc-cd2356148781" providerId="AD" clId="Web-{D2EF9240-E0A8-C88F-2A82-DF552CCDBA78}" dt="2020-11-29T12:05:53.432" v="18" actId="20577"/>
      <pc:docMkLst>
        <pc:docMk/>
      </pc:docMkLst>
      <pc:sldChg chg="modSp">
        <pc:chgData name="Mykola Kuksa (MLKK)" userId="S::mlkk@simcorp.com::1056c9f5-bd5e-4aba-85cc-cd2356148781" providerId="AD" clId="Web-{D2EF9240-E0A8-C88F-2A82-DF552CCDBA78}" dt="2020-11-29T12:05:53.432" v="18" actId="20577"/>
        <pc:sldMkLst>
          <pc:docMk/>
          <pc:sldMk cId="1435283075" sldId="286"/>
        </pc:sldMkLst>
        <pc:spChg chg="mod">
          <ac:chgData name="Mykola Kuksa (MLKK)" userId="S::mlkk@simcorp.com::1056c9f5-bd5e-4aba-85cc-cd2356148781" providerId="AD" clId="Web-{D2EF9240-E0A8-C88F-2A82-DF552CCDBA78}" dt="2020-11-29T12:05:53.432" v="18" actId="20577"/>
          <ac:spMkLst>
            <pc:docMk/>
            <pc:sldMk cId="1435283075" sldId="286"/>
            <ac:spMk id="3" creationId="{F9AA9E8E-2C29-431A-9250-D77637072257}"/>
          </ac:spMkLst>
        </pc:spChg>
        <pc:spChg chg="mod">
          <ac:chgData name="Mykola Kuksa (MLKK)" userId="S::mlkk@simcorp.com::1056c9f5-bd5e-4aba-85cc-cd2356148781" providerId="AD" clId="Web-{D2EF9240-E0A8-C88F-2A82-DF552CCDBA78}" dt="2020-11-29T12:02:14.780" v="1" actId="20577"/>
          <ac:spMkLst>
            <pc:docMk/>
            <pc:sldMk cId="1435283075" sldId="286"/>
            <ac:spMk id="5" creationId="{F72E09AF-E54A-41AE-954B-9D77463CEECA}"/>
          </ac:spMkLst>
        </pc:spChg>
      </pc:sldChg>
      <pc:sldChg chg="modSp">
        <pc:chgData name="Mykola Kuksa (MLKK)" userId="S::mlkk@simcorp.com::1056c9f5-bd5e-4aba-85cc-cd2356148781" providerId="AD" clId="Web-{D2EF9240-E0A8-C88F-2A82-DF552CCDBA78}" dt="2020-11-29T12:02:35.546" v="8" actId="20577"/>
        <pc:sldMkLst>
          <pc:docMk/>
          <pc:sldMk cId="2636285351" sldId="313"/>
        </pc:sldMkLst>
        <pc:spChg chg="mod">
          <ac:chgData name="Mykola Kuksa (MLKK)" userId="S::mlkk@simcorp.com::1056c9f5-bd5e-4aba-85cc-cd2356148781" providerId="AD" clId="Web-{D2EF9240-E0A8-C88F-2A82-DF552CCDBA78}" dt="2020-11-29T12:02:35.546" v="8" actId="20577"/>
          <ac:spMkLst>
            <pc:docMk/>
            <pc:sldMk cId="2636285351" sldId="313"/>
            <ac:spMk id="3" creationId="{F9AA9E8E-2C29-431A-9250-D77637072257}"/>
          </ac:spMkLst>
        </pc:spChg>
      </pc:sldChg>
    </pc:docChg>
  </pc:docChgLst>
  <pc:docChgLst>
    <pc:chgData name="Serhii Harmash (SHHR)" userId="S::shhr@simcorp.com::19965dc1-3670-4089-9e09-ab6aab33a005" providerId="AD" clId="Web-{E49CAF9F-9000-2000-A151-6D264EA563BF}"/>
    <pc:docChg chg="modSld">
      <pc:chgData name="Serhii Harmash (SHHR)" userId="S::shhr@simcorp.com::19965dc1-3670-4089-9e09-ab6aab33a005" providerId="AD" clId="Web-{E49CAF9F-9000-2000-A151-6D264EA563BF}" dt="2021-03-01T07:18:48.173" v="41" actId="20577"/>
      <pc:docMkLst>
        <pc:docMk/>
      </pc:docMkLst>
      <pc:sldChg chg="mod modShow">
        <pc:chgData name="Serhii Harmash (SHHR)" userId="S::shhr@simcorp.com::19965dc1-3670-4089-9e09-ab6aab33a005" providerId="AD" clId="Web-{E49CAF9F-9000-2000-A151-6D264EA563BF}" dt="2021-03-01T07:14:18.685" v="0"/>
        <pc:sldMkLst>
          <pc:docMk/>
          <pc:sldMk cId="1156584436" sldId="305"/>
        </pc:sldMkLst>
      </pc:sldChg>
      <pc:sldChg chg="modSp">
        <pc:chgData name="Serhii Harmash (SHHR)" userId="S::shhr@simcorp.com::19965dc1-3670-4089-9e09-ab6aab33a005" providerId="AD" clId="Web-{E49CAF9F-9000-2000-A151-6D264EA563BF}" dt="2021-03-01T07:18:48.173" v="41" actId="20577"/>
        <pc:sldMkLst>
          <pc:docMk/>
          <pc:sldMk cId="3466394093" sldId="306"/>
        </pc:sldMkLst>
        <pc:spChg chg="mod">
          <ac:chgData name="Serhii Harmash (SHHR)" userId="S::shhr@simcorp.com::19965dc1-3670-4089-9e09-ab6aab33a005" providerId="AD" clId="Web-{E49CAF9F-9000-2000-A151-6D264EA563BF}" dt="2021-03-01T07:18:48.173" v="41" actId="20577"/>
          <ac:spMkLst>
            <pc:docMk/>
            <pc:sldMk cId="3466394093" sldId="306"/>
            <ac:spMk id="5" creationId="{6D094B45-4F61-4E52-83A9-F33989959C02}"/>
          </ac:spMkLst>
        </pc:spChg>
      </pc:sldChg>
    </pc:docChg>
  </pc:docChgLst>
  <pc:docChgLst>
    <pc:chgData name="Mariana Sofii (MSF)" userId="S::msf@simcorp.com::c6efa36b-6f78-4df2-92ed-4da21e89d024" providerId="AD" clId="Web-{00000000-0000-0000-0000-000000000000}"/>
    <pc:docChg chg="modSld">
      <pc:chgData name="Mariana Sofii (MSF)" userId="S::msf@simcorp.com::c6efa36b-6f78-4df2-92ed-4da21e89d024" providerId="AD" clId="Web-{00000000-0000-0000-0000-000000000000}" dt="2021-03-01T12:19:47.868" v="1" actId="20577"/>
      <pc:docMkLst>
        <pc:docMk/>
      </pc:docMkLst>
      <pc:sldChg chg="modSp">
        <pc:chgData name="Mariana Sofii (MSF)" userId="S::msf@simcorp.com::c6efa36b-6f78-4df2-92ed-4da21e89d024" providerId="AD" clId="Web-{00000000-0000-0000-0000-000000000000}" dt="2021-03-01T12:19:47.868" v="1" actId="20577"/>
        <pc:sldMkLst>
          <pc:docMk/>
          <pc:sldMk cId="525279977" sldId="256"/>
        </pc:sldMkLst>
        <pc:spChg chg="mod">
          <ac:chgData name="Mariana Sofii (MSF)" userId="S::msf@simcorp.com::c6efa36b-6f78-4df2-92ed-4da21e89d024" providerId="AD" clId="Web-{00000000-0000-0000-0000-000000000000}" dt="2021-03-01T12:19:47.868" v="1" actId="20577"/>
          <ac:spMkLst>
            <pc:docMk/>
            <pc:sldMk cId="525279977" sldId="256"/>
            <ac:spMk id="4" creationId="{8E7F5F5C-0999-480D-8350-018919C9436E}"/>
          </ac:spMkLst>
        </pc:spChg>
      </pc:sldChg>
    </pc:docChg>
  </pc:docChgLst>
  <pc:docChgLst>
    <pc:chgData name="Serhii Litvinov" userId="13e31772-44c1-46fd-b5ca-e73152eb6195" providerId="ADAL" clId="{9589E4A8-D5C6-4015-847C-72364CFA3E3A}"/>
    <pc:docChg chg="modSld">
      <pc:chgData name="Serhii Litvinov" userId="13e31772-44c1-46fd-b5ca-e73152eb6195" providerId="ADAL" clId="{9589E4A8-D5C6-4015-847C-72364CFA3E3A}" dt="2020-11-30T12:55:29.399" v="12" actId="20578"/>
      <pc:docMkLst>
        <pc:docMk/>
      </pc:docMkLst>
      <pc:sldChg chg="modNotesTx">
        <pc:chgData name="Serhii Litvinov" userId="13e31772-44c1-46fd-b5ca-e73152eb6195" providerId="ADAL" clId="{9589E4A8-D5C6-4015-847C-72364CFA3E3A}" dt="2020-11-30T10:41:09.302" v="8" actId="20577"/>
        <pc:sldMkLst>
          <pc:docMk/>
          <pc:sldMk cId="284892547" sldId="268"/>
        </pc:sldMkLst>
      </pc:sldChg>
      <pc:sldChg chg="modSp">
        <pc:chgData name="Serhii Litvinov" userId="13e31772-44c1-46fd-b5ca-e73152eb6195" providerId="ADAL" clId="{9589E4A8-D5C6-4015-847C-72364CFA3E3A}" dt="2020-11-30T12:55:29.399" v="12" actId="20578"/>
        <pc:sldMkLst>
          <pc:docMk/>
          <pc:sldMk cId="3355721296" sldId="297"/>
        </pc:sldMkLst>
        <pc:spChg chg="mod">
          <ac:chgData name="Serhii Litvinov" userId="13e31772-44c1-46fd-b5ca-e73152eb6195" providerId="ADAL" clId="{9589E4A8-D5C6-4015-847C-72364CFA3E3A}" dt="2020-11-30T12:55:29.399" v="12" actId="20578"/>
          <ac:spMkLst>
            <pc:docMk/>
            <pc:sldMk cId="3355721296" sldId="297"/>
            <ac:spMk id="5" creationId="{F72E09AF-E54A-41AE-954B-9D77463CEECA}"/>
          </ac:spMkLst>
        </pc:spChg>
      </pc:sldChg>
      <pc:sldChg chg="modNotesTx">
        <pc:chgData name="Serhii Litvinov" userId="13e31772-44c1-46fd-b5ca-e73152eb6195" providerId="ADAL" clId="{9589E4A8-D5C6-4015-847C-72364CFA3E3A}" dt="2020-11-30T10:46:20.166" v="11" actId="20577"/>
        <pc:sldMkLst>
          <pc:docMk/>
          <pc:sldMk cId="3448584343" sldId="304"/>
        </pc:sldMkLst>
      </pc:sldChg>
    </pc:docChg>
  </pc:docChgLst>
  <pc:docChgLst>
    <pc:chgData name="Serhii Harmash (SHHR)" userId="S::shhr@simcorp.com::19965dc1-3670-4089-9e09-ab6aab33a005" providerId="AD" clId="Web-{6B2AD76C-1560-640C-0738-5CA27C33D7E2}"/>
    <pc:docChg chg="modSld">
      <pc:chgData name="Serhii Harmash (SHHR)" userId="S::shhr@simcorp.com::19965dc1-3670-4089-9e09-ab6aab33a005" providerId="AD" clId="Web-{6B2AD76C-1560-640C-0738-5CA27C33D7E2}" dt="2022-02-16T16:10:58.898" v="2" actId="1076"/>
      <pc:docMkLst>
        <pc:docMk/>
      </pc:docMkLst>
      <pc:sldChg chg="addSp delSp modSp">
        <pc:chgData name="Serhii Harmash (SHHR)" userId="S::shhr@simcorp.com::19965dc1-3670-4089-9e09-ab6aab33a005" providerId="AD" clId="Web-{6B2AD76C-1560-640C-0738-5CA27C33D7E2}" dt="2022-02-16T16:10:58.898" v="2" actId="1076"/>
        <pc:sldMkLst>
          <pc:docMk/>
          <pc:sldMk cId="746354582" sldId="318"/>
        </pc:sldMkLst>
        <pc:spChg chg="add del mod">
          <ac:chgData name="Serhii Harmash (SHHR)" userId="S::shhr@simcorp.com::19965dc1-3670-4089-9e09-ab6aab33a005" providerId="AD" clId="Web-{6B2AD76C-1560-640C-0738-5CA27C33D7E2}" dt="2022-02-16T16:10:54.758" v="1"/>
          <ac:spMkLst>
            <pc:docMk/>
            <pc:sldMk cId="746354582" sldId="318"/>
            <ac:spMk id="5" creationId="{005C1D6E-4C61-4504-BE6C-3EC434E00777}"/>
          </ac:spMkLst>
        </pc:spChg>
        <pc:picChg chg="add mod ord">
          <ac:chgData name="Serhii Harmash (SHHR)" userId="S::shhr@simcorp.com::19965dc1-3670-4089-9e09-ab6aab33a005" providerId="AD" clId="Web-{6B2AD76C-1560-640C-0738-5CA27C33D7E2}" dt="2022-02-16T16:10:58.898" v="2" actId="1076"/>
          <ac:picMkLst>
            <pc:docMk/>
            <pc:sldMk cId="746354582" sldId="318"/>
            <ac:picMk id="6" creationId="{95F154E1-715C-4914-96D8-603E2A2698F1}"/>
          </ac:picMkLst>
        </pc:picChg>
        <pc:picChg chg="del">
          <ac:chgData name="Serhii Harmash (SHHR)" userId="S::shhr@simcorp.com::19965dc1-3670-4089-9e09-ab6aab33a005" providerId="AD" clId="Web-{6B2AD76C-1560-640C-0738-5CA27C33D7E2}" dt="2022-02-16T16:10:36.570" v="0"/>
          <ac:picMkLst>
            <pc:docMk/>
            <pc:sldMk cId="746354582" sldId="318"/>
            <ac:picMk id="7" creationId="{E1ECD6C8-D7B7-481A-B7B3-513A27853415}"/>
          </ac:picMkLst>
        </pc:picChg>
      </pc:sldChg>
    </pc:docChg>
  </pc:docChgLst>
  <pc:docChgLst>
    <pc:chgData name="Mykola Kuksa" userId="1056c9f5-bd5e-4aba-85cc-cd2356148781" providerId="ADAL" clId="{0FB3BC81-3702-4AC9-8D7E-733C01C3A9B2}"/>
    <pc:docChg chg="custSel modSld">
      <pc:chgData name="Mykola Kuksa" userId="1056c9f5-bd5e-4aba-85cc-cd2356148781" providerId="ADAL" clId="{0FB3BC81-3702-4AC9-8D7E-733C01C3A9B2}" dt="2021-12-07T11:59:23.475" v="0" actId="313"/>
      <pc:docMkLst>
        <pc:docMk/>
      </pc:docMkLst>
      <pc:sldChg chg="modNotesTx">
        <pc:chgData name="Mykola Kuksa" userId="1056c9f5-bd5e-4aba-85cc-cd2356148781" providerId="ADAL" clId="{0FB3BC81-3702-4AC9-8D7E-733C01C3A9B2}" dt="2021-12-07T11:59:23.475" v="0" actId="313"/>
        <pc:sldMkLst>
          <pc:docMk/>
          <pc:sldMk cId="2636285351" sldId="313"/>
        </pc:sldMkLst>
      </pc:sldChg>
    </pc:docChg>
  </pc:docChgLst>
  <pc:docChgLst>
    <pc:chgData name="Valeriia Kobzar (VRKR)" userId="S::vrkr@simcorp.com::abeb4f95-95bb-4875-81dd-0cbce4da8295" providerId="AD" clId="Web-{3FA764FE-5C4E-AC7D-6A5E-B90093650E33}"/>
    <pc:docChg chg="modSld">
      <pc:chgData name="Valeriia Kobzar (VRKR)" userId="S::vrkr@simcorp.com::abeb4f95-95bb-4875-81dd-0cbce4da8295" providerId="AD" clId="Web-{3FA764FE-5C4E-AC7D-6A5E-B90093650E33}" dt="2021-11-05T11:38:09.296" v="0" actId="20577"/>
      <pc:docMkLst>
        <pc:docMk/>
      </pc:docMkLst>
      <pc:sldChg chg="modSp">
        <pc:chgData name="Valeriia Kobzar (VRKR)" userId="S::vrkr@simcorp.com::abeb4f95-95bb-4875-81dd-0cbce4da8295" providerId="AD" clId="Web-{3FA764FE-5C4E-AC7D-6A5E-B90093650E33}" dt="2021-11-05T11:38:09.296" v="0" actId="20577"/>
        <pc:sldMkLst>
          <pc:docMk/>
          <pc:sldMk cId="525279977" sldId="256"/>
        </pc:sldMkLst>
        <pc:spChg chg="mod">
          <ac:chgData name="Valeriia Kobzar (VRKR)" userId="S::vrkr@simcorp.com::abeb4f95-95bb-4875-81dd-0cbce4da8295" providerId="AD" clId="Web-{3FA764FE-5C4E-AC7D-6A5E-B90093650E33}" dt="2021-11-05T11:38:09.296" v="0" actId="20577"/>
          <ac:spMkLst>
            <pc:docMk/>
            <pc:sldMk cId="525279977" sldId="256"/>
            <ac:spMk id="5" creationId="{3F26BBC0-55E0-4EA1-B967-6CE1D18774D8}"/>
          </ac:spMkLst>
        </pc:spChg>
      </pc:sldChg>
    </pc:docChg>
  </pc:docChgLst>
  <pc:docChgLst>
    <pc:chgData name="Serhii Harmash (SHHR)" userId="S::shhr@simcorp.com::19965dc1-3670-4089-9e09-ab6aab33a005" providerId="AD" clId="Web-{754D2421-6C59-6F31-860A-B375BEDF24FE}"/>
    <pc:docChg chg="modSld">
      <pc:chgData name="Serhii Harmash (SHHR)" userId="S::shhr@simcorp.com::19965dc1-3670-4089-9e09-ab6aab33a005" providerId="AD" clId="Web-{754D2421-6C59-6F31-860A-B375BEDF24FE}" dt="2022-02-16T15:29:13.939" v="8" actId="20577"/>
      <pc:docMkLst>
        <pc:docMk/>
      </pc:docMkLst>
      <pc:sldChg chg="modSp">
        <pc:chgData name="Serhii Harmash (SHHR)" userId="S::shhr@simcorp.com::19965dc1-3670-4089-9e09-ab6aab33a005" providerId="AD" clId="Web-{754D2421-6C59-6F31-860A-B375BEDF24FE}" dt="2022-02-16T15:29:13.939" v="8" actId="20577"/>
        <pc:sldMkLst>
          <pc:docMk/>
          <pc:sldMk cId="746354582" sldId="318"/>
        </pc:sldMkLst>
        <pc:spChg chg="mod">
          <ac:chgData name="Serhii Harmash (SHHR)" userId="S::shhr@simcorp.com::19965dc1-3670-4089-9e09-ab6aab33a005" providerId="AD" clId="Web-{754D2421-6C59-6F31-860A-B375BEDF24FE}" dt="2022-02-16T15:29:13.939" v="8" actId="20577"/>
          <ac:spMkLst>
            <pc:docMk/>
            <pc:sldMk cId="746354582" sldId="318"/>
            <ac:spMk id="14" creationId="{77E84008-BDAC-469F-8428-2B9B986F2729}"/>
          </ac:spMkLst>
        </pc:spChg>
      </pc:sldChg>
    </pc:docChg>
  </pc:docChgLst>
  <pc:docChgLst>
    <pc:chgData name="Mykola Kuksa (MLKK)" userId="S::mlkk@simcorp.com::1056c9f5-bd5e-4aba-85cc-cd2356148781" providerId="AD" clId="Web-{5F712747-FF83-37A4-16EA-1CE6280BE6D4}"/>
    <pc:docChg chg="addSld modSld sldOrd">
      <pc:chgData name="Mykola Kuksa (MLKK)" userId="S::mlkk@simcorp.com::1056c9f5-bd5e-4aba-85cc-cd2356148781" providerId="AD" clId="Web-{5F712747-FF83-37A4-16EA-1CE6280BE6D4}" dt="2020-11-29T10:56:24.106" v="311"/>
      <pc:docMkLst>
        <pc:docMk/>
      </pc:docMkLst>
      <pc:sldChg chg="delSp modSp">
        <pc:chgData name="Mykola Kuksa (MLKK)" userId="S::mlkk@simcorp.com::1056c9f5-bd5e-4aba-85cc-cd2356148781" providerId="AD" clId="Web-{5F712747-FF83-37A4-16EA-1CE6280BE6D4}" dt="2020-11-29T10:49:28.196" v="3" actId="20577"/>
        <pc:sldMkLst>
          <pc:docMk/>
          <pc:sldMk cId="1435283075" sldId="286"/>
        </pc:sldMkLst>
        <pc:spChg chg="mod">
          <ac:chgData name="Mykola Kuksa (MLKK)" userId="S::mlkk@simcorp.com::1056c9f5-bd5e-4aba-85cc-cd2356148781" providerId="AD" clId="Web-{5F712747-FF83-37A4-16EA-1CE6280BE6D4}" dt="2020-11-29T10:49:28.196" v="3" actId="20577"/>
          <ac:spMkLst>
            <pc:docMk/>
            <pc:sldMk cId="1435283075" sldId="286"/>
            <ac:spMk id="5" creationId="{F72E09AF-E54A-41AE-954B-9D77463CEECA}"/>
          </ac:spMkLst>
        </pc:spChg>
        <pc:picChg chg="del">
          <ac:chgData name="Mykola Kuksa (MLKK)" userId="S::mlkk@simcorp.com::1056c9f5-bd5e-4aba-85cc-cd2356148781" providerId="AD" clId="Web-{5F712747-FF83-37A4-16EA-1CE6280BE6D4}" dt="2020-11-29T10:49:21.821" v="1"/>
          <ac:picMkLst>
            <pc:docMk/>
            <pc:sldMk cId="1435283075" sldId="286"/>
            <ac:picMk id="7170" creationId="{6BCD7620-F331-44E6-815B-94EB276BE59A}"/>
          </ac:picMkLst>
        </pc:picChg>
      </pc:sldChg>
      <pc:sldChg chg="modSp ord modNotes">
        <pc:chgData name="Mykola Kuksa (MLKK)" userId="S::mlkk@simcorp.com::1056c9f5-bd5e-4aba-85cc-cd2356148781" providerId="AD" clId="Web-{5F712747-FF83-37A4-16EA-1CE6280BE6D4}" dt="2020-11-29T10:56:24.106" v="311"/>
        <pc:sldMkLst>
          <pc:docMk/>
          <pc:sldMk cId="213078872" sldId="302"/>
        </pc:sldMkLst>
        <pc:spChg chg="mod">
          <ac:chgData name="Mykola Kuksa (MLKK)" userId="S::mlkk@simcorp.com::1056c9f5-bd5e-4aba-85cc-cd2356148781" providerId="AD" clId="Web-{5F712747-FF83-37A4-16EA-1CE6280BE6D4}" dt="2020-11-29T10:50:41.197" v="48" actId="20577"/>
          <ac:spMkLst>
            <pc:docMk/>
            <pc:sldMk cId="213078872" sldId="302"/>
            <ac:spMk id="5" creationId="{F72E09AF-E54A-41AE-954B-9D77463CEECA}"/>
          </ac:spMkLst>
        </pc:spChg>
      </pc:sldChg>
      <pc:sldChg chg="add replId">
        <pc:chgData name="Mykola Kuksa (MLKK)" userId="S::mlkk@simcorp.com::1056c9f5-bd5e-4aba-85cc-cd2356148781" providerId="AD" clId="Web-{5F712747-FF83-37A4-16EA-1CE6280BE6D4}" dt="2020-11-29T10:49:00.961" v="0"/>
        <pc:sldMkLst>
          <pc:docMk/>
          <pc:sldMk cId="2636285351" sldId="313"/>
        </pc:sldMkLst>
      </pc:sldChg>
    </pc:docChg>
  </pc:docChgLst>
  <pc:docChgLst>
    <pc:chgData name="Serhii Litvinov" userId="13e31772-44c1-46fd-b5ca-e73152eb6195" providerId="ADAL" clId="{AA6DEFFE-2B7F-441B-9397-A64CCA4BD59F}"/>
    <pc:docChg chg="modSld">
      <pc:chgData name="Serhii Litvinov" userId="13e31772-44c1-46fd-b5ca-e73152eb6195" providerId="ADAL" clId="{AA6DEFFE-2B7F-441B-9397-A64CCA4BD59F}" dt="2021-02-28T10:45:33.492" v="0" actId="113"/>
      <pc:docMkLst>
        <pc:docMk/>
      </pc:docMkLst>
      <pc:sldChg chg="modSp mod">
        <pc:chgData name="Serhii Litvinov" userId="13e31772-44c1-46fd-b5ca-e73152eb6195" providerId="ADAL" clId="{AA6DEFFE-2B7F-441B-9397-A64CCA4BD59F}" dt="2021-02-28T10:45:33.492" v="0" actId="113"/>
        <pc:sldMkLst>
          <pc:docMk/>
          <pc:sldMk cId="1623451821" sldId="316"/>
        </pc:sldMkLst>
        <pc:spChg chg="mod">
          <ac:chgData name="Serhii Litvinov" userId="13e31772-44c1-46fd-b5ca-e73152eb6195" providerId="ADAL" clId="{AA6DEFFE-2B7F-441B-9397-A64CCA4BD59F}" dt="2021-02-28T10:45:33.492" v="0" actId="113"/>
          <ac:spMkLst>
            <pc:docMk/>
            <pc:sldMk cId="1623451821" sldId="316"/>
            <ac:spMk id="5" creationId="{F72E09AF-E54A-41AE-954B-9D77463CEECA}"/>
          </ac:spMkLst>
        </pc:spChg>
      </pc:sldChg>
    </pc:docChg>
  </pc:docChgLst>
  <pc:docChgLst>
    <pc:chgData name="Mykola Kuksa (MLKK)" userId="S::mlkk@simcorp.com::1056c9f5-bd5e-4aba-85cc-cd2356148781" providerId="AD" clId="Web-{0F741B65-42FD-2DA0-5703-77CC3A4C0C6B}"/>
    <pc:docChg chg="addSld modSld">
      <pc:chgData name="Mykola Kuksa (MLKK)" userId="S::mlkk@simcorp.com::1056c9f5-bd5e-4aba-85cc-cd2356148781" providerId="AD" clId="Web-{0F741B65-42FD-2DA0-5703-77CC3A4C0C6B}" dt="2020-12-01T11:21:52.102" v="26" actId="1076"/>
      <pc:docMkLst>
        <pc:docMk/>
      </pc:docMkLst>
      <pc:sldChg chg="modSp new">
        <pc:chgData name="Mykola Kuksa (MLKK)" userId="S::mlkk@simcorp.com::1056c9f5-bd5e-4aba-85cc-cd2356148781" providerId="AD" clId="Web-{0F741B65-42FD-2DA0-5703-77CC3A4C0C6B}" dt="2020-12-01T11:21:52.102" v="26" actId="1076"/>
        <pc:sldMkLst>
          <pc:docMk/>
          <pc:sldMk cId="2473241390" sldId="315"/>
        </pc:sldMkLst>
        <pc:spChg chg="mod">
          <ac:chgData name="Mykola Kuksa (MLKK)" userId="S::mlkk@simcorp.com::1056c9f5-bd5e-4aba-85cc-cd2356148781" providerId="AD" clId="Web-{0F741B65-42FD-2DA0-5703-77CC3A4C0C6B}" dt="2020-12-01T11:09:32.462" v="17" actId="20577"/>
          <ac:spMkLst>
            <pc:docMk/>
            <pc:sldMk cId="2473241390" sldId="315"/>
            <ac:spMk id="3" creationId="{80AFEB97-D209-4E2A-9426-DC8A74EAFA2E}"/>
          </ac:spMkLst>
        </pc:spChg>
        <pc:spChg chg="mod">
          <ac:chgData name="Mykola Kuksa (MLKK)" userId="S::mlkk@simcorp.com::1056c9f5-bd5e-4aba-85cc-cd2356148781" providerId="AD" clId="Web-{0F741B65-42FD-2DA0-5703-77CC3A4C0C6B}" dt="2020-12-01T11:09:21.321" v="1" actId="20577"/>
          <ac:spMkLst>
            <pc:docMk/>
            <pc:sldMk cId="2473241390" sldId="315"/>
            <ac:spMk id="4" creationId="{EDCD15EF-361F-48F0-9AB8-CD2DB81CAECC}"/>
          </ac:spMkLst>
        </pc:spChg>
        <pc:spChg chg="mod">
          <ac:chgData name="Mykola Kuksa (MLKK)" userId="S::mlkk@simcorp.com::1056c9f5-bd5e-4aba-85cc-cd2356148781" providerId="AD" clId="Web-{0F741B65-42FD-2DA0-5703-77CC3A4C0C6B}" dt="2020-12-01T11:21:52.102" v="26" actId="1076"/>
          <ac:spMkLst>
            <pc:docMk/>
            <pc:sldMk cId="2473241390" sldId="315"/>
            <ac:spMk id="5" creationId="{40C3227A-0FDE-42F8-A427-D55C1D087E21}"/>
          </ac:spMkLst>
        </pc:spChg>
      </pc:sldChg>
    </pc:docChg>
  </pc:docChgLst>
  <pc:docChgLst>
    <pc:chgData name="Serhii Litvinov" userId="13e31772-44c1-46fd-b5ca-e73152eb6195" providerId="ADAL" clId="{E83881D4-D66D-42AC-8447-9FD639F3E956}"/>
    <pc:docChg chg="undo custSel modSld">
      <pc:chgData name="Serhii Litvinov" userId="13e31772-44c1-46fd-b5ca-e73152eb6195" providerId="ADAL" clId="{E83881D4-D66D-42AC-8447-9FD639F3E956}" dt="2021-06-04T13:12:40.128" v="2" actId="11"/>
      <pc:docMkLst>
        <pc:docMk/>
      </pc:docMkLst>
      <pc:sldChg chg="modSp mod">
        <pc:chgData name="Serhii Litvinov" userId="13e31772-44c1-46fd-b5ca-e73152eb6195" providerId="ADAL" clId="{E83881D4-D66D-42AC-8447-9FD639F3E956}" dt="2021-06-04T13:12:40.128" v="2" actId="11"/>
        <pc:sldMkLst>
          <pc:docMk/>
          <pc:sldMk cId="1623451821" sldId="316"/>
        </pc:sldMkLst>
        <pc:spChg chg="mod">
          <ac:chgData name="Serhii Litvinov" userId="13e31772-44c1-46fd-b5ca-e73152eb6195" providerId="ADAL" clId="{E83881D4-D66D-42AC-8447-9FD639F3E956}" dt="2021-06-04T13:12:40.128" v="2" actId="11"/>
          <ac:spMkLst>
            <pc:docMk/>
            <pc:sldMk cId="1623451821" sldId="316"/>
            <ac:spMk id="5" creationId="{F72E09AF-E54A-41AE-954B-9D77463CEECA}"/>
          </ac:spMkLst>
        </pc:spChg>
      </pc:sldChg>
    </pc:docChg>
  </pc:docChgLst>
  <pc:docChgLst>
    <pc:chgData name="Serhii Litvinov" userId="13e31772-44c1-46fd-b5ca-e73152eb6195" providerId="ADAL" clId="{259BF2F3-5370-401F-B709-CC3BD9199B3D}"/>
    <pc:docChg chg="undo custSel addSld delSld modSld sldOrd">
      <pc:chgData name="Serhii Litvinov" userId="13e31772-44c1-46fd-b5ca-e73152eb6195" providerId="ADAL" clId="{259BF2F3-5370-401F-B709-CC3BD9199B3D}" dt="2020-11-29T20:52:06.906" v="4315" actId="20577"/>
      <pc:docMkLst>
        <pc:docMk/>
      </pc:docMkLst>
      <pc:sldChg chg="addSp delSp modSp mod">
        <pc:chgData name="Serhii Litvinov" userId="13e31772-44c1-46fd-b5ca-e73152eb6195" providerId="ADAL" clId="{259BF2F3-5370-401F-B709-CC3BD9199B3D}" dt="2020-11-29T10:57:39.794" v="1545" actId="20577"/>
        <pc:sldMkLst>
          <pc:docMk/>
          <pc:sldMk cId="738792783" sldId="259"/>
        </pc:sldMkLst>
        <pc:spChg chg="mod">
          <ac:chgData name="Serhii Litvinov" userId="13e31772-44c1-46fd-b5ca-e73152eb6195" providerId="ADAL" clId="{259BF2F3-5370-401F-B709-CC3BD9199B3D}" dt="2020-11-29T10:57:39.794" v="1545" actId="20577"/>
          <ac:spMkLst>
            <pc:docMk/>
            <pc:sldMk cId="738792783" sldId="259"/>
            <ac:spMk id="5" creationId="{67E8D471-BA5C-4AAC-A2C9-82DB42DEB307}"/>
          </ac:spMkLst>
        </pc:spChg>
        <pc:spChg chg="add del mod">
          <ac:chgData name="Serhii Litvinov" userId="13e31772-44c1-46fd-b5ca-e73152eb6195" providerId="ADAL" clId="{259BF2F3-5370-401F-B709-CC3BD9199B3D}" dt="2020-11-29T10:55:24.480" v="1511" actId="478"/>
          <ac:spMkLst>
            <pc:docMk/>
            <pc:sldMk cId="738792783" sldId="259"/>
            <ac:spMk id="6" creationId="{8F06F45B-9F89-48DD-A591-BBBCA032EF75}"/>
          </ac:spMkLst>
        </pc:spChg>
        <pc:spChg chg="add mod">
          <ac:chgData name="Serhii Litvinov" userId="13e31772-44c1-46fd-b5ca-e73152eb6195" providerId="ADAL" clId="{259BF2F3-5370-401F-B709-CC3BD9199B3D}" dt="2020-11-29T10:57:35.249" v="1544" actId="20577"/>
          <ac:spMkLst>
            <pc:docMk/>
            <pc:sldMk cId="738792783" sldId="259"/>
            <ac:spMk id="7" creationId="{F73EFE5B-4402-49A7-AFD2-38F85C0027E9}"/>
          </ac:spMkLst>
        </pc:spChg>
      </pc:sldChg>
      <pc:sldChg chg="modSp mod">
        <pc:chgData name="Serhii Litvinov" userId="13e31772-44c1-46fd-b5ca-e73152eb6195" providerId="ADAL" clId="{259BF2F3-5370-401F-B709-CC3BD9199B3D}" dt="2020-11-28T19:52:14.115" v="689" actId="108"/>
        <pc:sldMkLst>
          <pc:docMk/>
          <pc:sldMk cId="137281205" sldId="263"/>
        </pc:sldMkLst>
        <pc:spChg chg="mod">
          <ac:chgData name="Serhii Litvinov" userId="13e31772-44c1-46fd-b5ca-e73152eb6195" providerId="ADAL" clId="{259BF2F3-5370-401F-B709-CC3BD9199B3D}" dt="2020-11-28T19:52:14.115" v="689" actId="108"/>
          <ac:spMkLst>
            <pc:docMk/>
            <pc:sldMk cId="137281205" sldId="263"/>
            <ac:spMk id="5" creationId="{F72E09AF-E54A-41AE-954B-9D77463CEECA}"/>
          </ac:spMkLst>
        </pc:spChg>
      </pc:sldChg>
      <pc:sldChg chg="modNotesTx">
        <pc:chgData name="Serhii Litvinov" userId="13e31772-44c1-46fd-b5ca-e73152eb6195" providerId="ADAL" clId="{259BF2F3-5370-401F-B709-CC3BD9199B3D}" dt="2020-11-29T17:35:17.918" v="3803" actId="20577"/>
        <pc:sldMkLst>
          <pc:docMk/>
          <pc:sldMk cId="1651118837" sldId="267"/>
        </pc:sldMkLst>
      </pc:sldChg>
      <pc:sldChg chg="modSp mod modNotesTx">
        <pc:chgData name="Serhii Litvinov" userId="13e31772-44c1-46fd-b5ca-e73152eb6195" providerId="ADAL" clId="{259BF2F3-5370-401F-B709-CC3BD9199B3D}" dt="2020-11-29T20:19:13.883" v="4119" actId="113"/>
        <pc:sldMkLst>
          <pc:docMk/>
          <pc:sldMk cId="284892547" sldId="268"/>
        </pc:sldMkLst>
        <pc:spChg chg="mod">
          <ac:chgData name="Serhii Litvinov" userId="13e31772-44c1-46fd-b5ca-e73152eb6195" providerId="ADAL" clId="{259BF2F3-5370-401F-B709-CC3BD9199B3D}" dt="2020-11-28T20:02:45.460" v="708" actId="20577"/>
          <ac:spMkLst>
            <pc:docMk/>
            <pc:sldMk cId="284892547" sldId="268"/>
            <ac:spMk id="5" creationId="{F72E09AF-E54A-41AE-954B-9D77463CEECA}"/>
          </ac:spMkLst>
        </pc:spChg>
      </pc:sldChg>
      <pc:sldChg chg="modSp mod modNotesTx">
        <pc:chgData name="Serhii Litvinov" userId="13e31772-44c1-46fd-b5ca-e73152eb6195" providerId="ADAL" clId="{259BF2F3-5370-401F-B709-CC3BD9199B3D}" dt="2020-11-29T20:35:41.733" v="4231" actId="20577"/>
        <pc:sldMkLst>
          <pc:docMk/>
          <pc:sldMk cId="3247291338" sldId="271"/>
        </pc:sldMkLst>
        <pc:spChg chg="mod">
          <ac:chgData name="Serhii Litvinov" userId="13e31772-44c1-46fd-b5ca-e73152eb6195" providerId="ADAL" clId="{259BF2F3-5370-401F-B709-CC3BD9199B3D}" dt="2020-11-29T17:20:45.928" v="3512" actId="20577"/>
          <ac:spMkLst>
            <pc:docMk/>
            <pc:sldMk cId="3247291338" sldId="271"/>
            <ac:spMk id="5" creationId="{F72E09AF-E54A-41AE-954B-9D77463CEECA}"/>
          </ac:spMkLst>
        </pc:spChg>
      </pc:sldChg>
      <pc:sldChg chg="modNotesTx">
        <pc:chgData name="Serhii Litvinov" userId="13e31772-44c1-46fd-b5ca-e73152eb6195" providerId="ADAL" clId="{259BF2F3-5370-401F-B709-CC3BD9199B3D}" dt="2020-11-29T20:24:47.303" v="4162" actId="20577"/>
        <pc:sldMkLst>
          <pc:docMk/>
          <pc:sldMk cId="2162662487" sldId="272"/>
        </pc:sldMkLst>
      </pc:sldChg>
      <pc:sldChg chg="modSp mod modNotesTx">
        <pc:chgData name="Serhii Litvinov" userId="13e31772-44c1-46fd-b5ca-e73152eb6195" providerId="ADAL" clId="{259BF2F3-5370-401F-B709-CC3BD9199B3D}" dt="2020-11-29T20:52:06.906" v="4315" actId="20577"/>
        <pc:sldMkLst>
          <pc:docMk/>
          <pc:sldMk cId="916155864" sldId="273"/>
        </pc:sldMkLst>
        <pc:spChg chg="mod">
          <ac:chgData name="Serhii Litvinov" userId="13e31772-44c1-46fd-b5ca-e73152eb6195" providerId="ADAL" clId="{259BF2F3-5370-401F-B709-CC3BD9199B3D}" dt="2020-11-29T17:26:20.469" v="3660" actId="14100"/>
          <ac:spMkLst>
            <pc:docMk/>
            <pc:sldMk cId="916155864" sldId="273"/>
            <ac:spMk id="5" creationId="{F72E09AF-E54A-41AE-954B-9D77463CEECA}"/>
          </ac:spMkLst>
        </pc:spChg>
        <pc:picChg chg="mod">
          <ac:chgData name="Serhii Litvinov" userId="13e31772-44c1-46fd-b5ca-e73152eb6195" providerId="ADAL" clId="{259BF2F3-5370-401F-B709-CC3BD9199B3D}" dt="2020-11-29T17:26:25.388" v="3661" actId="1076"/>
          <ac:picMkLst>
            <pc:docMk/>
            <pc:sldMk cId="916155864" sldId="273"/>
            <ac:picMk id="6" creationId="{19168385-5EFC-4308-82E6-53FC05DE0BEA}"/>
          </ac:picMkLst>
        </pc:picChg>
        <pc:picChg chg="mod">
          <ac:chgData name="Serhii Litvinov" userId="13e31772-44c1-46fd-b5ca-e73152eb6195" providerId="ADAL" clId="{259BF2F3-5370-401F-B709-CC3BD9199B3D}" dt="2020-11-29T17:26:37.760" v="3664" actId="1076"/>
          <ac:picMkLst>
            <pc:docMk/>
            <pc:sldMk cId="916155864" sldId="273"/>
            <ac:picMk id="8" creationId="{C614F85B-623D-4882-B871-AACF6E4DFF44}"/>
          </ac:picMkLst>
        </pc:picChg>
      </pc:sldChg>
      <pc:sldChg chg="modSp mod">
        <pc:chgData name="Serhii Litvinov" userId="13e31772-44c1-46fd-b5ca-e73152eb6195" providerId="ADAL" clId="{259BF2F3-5370-401F-B709-CC3BD9199B3D}" dt="2020-11-29T13:58:38.951" v="3364" actId="108"/>
        <pc:sldMkLst>
          <pc:docMk/>
          <pc:sldMk cId="1961391790" sldId="275"/>
        </pc:sldMkLst>
        <pc:spChg chg="mod">
          <ac:chgData name="Serhii Litvinov" userId="13e31772-44c1-46fd-b5ca-e73152eb6195" providerId="ADAL" clId="{259BF2F3-5370-401F-B709-CC3BD9199B3D}" dt="2020-11-29T13:58:38.951" v="3364" actId="108"/>
          <ac:spMkLst>
            <pc:docMk/>
            <pc:sldMk cId="1961391790" sldId="275"/>
            <ac:spMk id="5" creationId="{F72E09AF-E54A-41AE-954B-9D77463CEECA}"/>
          </ac:spMkLst>
        </pc:spChg>
      </pc:sldChg>
      <pc:sldChg chg="modSp mod">
        <pc:chgData name="Serhii Litvinov" userId="13e31772-44c1-46fd-b5ca-e73152eb6195" providerId="ADAL" clId="{259BF2F3-5370-401F-B709-CC3BD9199B3D}" dt="2020-11-29T09:17:36.219" v="735" actId="20577"/>
        <pc:sldMkLst>
          <pc:docMk/>
          <pc:sldMk cId="4211921108" sldId="276"/>
        </pc:sldMkLst>
        <pc:spChg chg="mod">
          <ac:chgData name="Serhii Litvinov" userId="13e31772-44c1-46fd-b5ca-e73152eb6195" providerId="ADAL" clId="{259BF2F3-5370-401F-B709-CC3BD9199B3D}" dt="2020-11-29T09:17:36.219" v="735" actId="20577"/>
          <ac:spMkLst>
            <pc:docMk/>
            <pc:sldMk cId="4211921108" sldId="276"/>
            <ac:spMk id="5" creationId="{F72E09AF-E54A-41AE-954B-9D77463CEECA}"/>
          </ac:spMkLst>
        </pc:spChg>
      </pc:sldChg>
      <pc:sldChg chg="del">
        <pc:chgData name="Serhii Litvinov" userId="13e31772-44c1-46fd-b5ca-e73152eb6195" providerId="ADAL" clId="{259BF2F3-5370-401F-B709-CC3BD9199B3D}" dt="2020-11-28T19:37:22.892" v="687" actId="2696"/>
        <pc:sldMkLst>
          <pc:docMk/>
          <pc:sldMk cId="3452452977" sldId="277"/>
        </pc:sldMkLst>
      </pc:sldChg>
      <pc:sldChg chg="modSp mod">
        <pc:chgData name="Serhii Litvinov" userId="13e31772-44c1-46fd-b5ca-e73152eb6195" providerId="ADAL" clId="{259BF2F3-5370-401F-B709-CC3BD9199B3D}" dt="2020-11-29T11:07:47.287" v="1600" actId="20577"/>
        <pc:sldMkLst>
          <pc:docMk/>
          <pc:sldMk cId="2004217070" sldId="279"/>
        </pc:sldMkLst>
        <pc:spChg chg="mod">
          <ac:chgData name="Serhii Litvinov" userId="13e31772-44c1-46fd-b5ca-e73152eb6195" providerId="ADAL" clId="{259BF2F3-5370-401F-B709-CC3BD9199B3D}" dt="2020-11-29T11:07:47.287" v="1600" actId="20577"/>
          <ac:spMkLst>
            <pc:docMk/>
            <pc:sldMk cId="2004217070" sldId="279"/>
            <ac:spMk id="5" creationId="{F72E09AF-E54A-41AE-954B-9D77463CEECA}"/>
          </ac:spMkLst>
        </pc:spChg>
      </pc:sldChg>
      <pc:sldChg chg="modNotesTx">
        <pc:chgData name="Serhii Litvinov" userId="13e31772-44c1-46fd-b5ca-e73152eb6195" providerId="ADAL" clId="{259BF2F3-5370-401F-B709-CC3BD9199B3D}" dt="2020-11-29T20:34:37.557" v="4221" actId="6549"/>
        <pc:sldMkLst>
          <pc:docMk/>
          <pc:sldMk cId="2009185767" sldId="292"/>
        </pc:sldMkLst>
      </pc:sldChg>
      <pc:sldChg chg="modNotesTx">
        <pc:chgData name="Serhii Litvinov" userId="13e31772-44c1-46fd-b5ca-e73152eb6195" providerId="ADAL" clId="{259BF2F3-5370-401F-B709-CC3BD9199B3D}" dt="2020-11-29T20:24:01.786" v="4161"/>
        <pc:sldMkLst>
          <pc:docMk/>
          <pc:sldMk cId="2850895753" sldId="293"/>
        </pc:sldMkLst>
      </pc:sldChg>
      <pc:sldChg chg="del">
        <pc:chgData name="Serhii Litvinov" userId="13e31772-44c1-46fd-b5ca-e73152eb6195" providerId="ADAL" clId="{259BF2F3-5370-401F-B709-CC3BD9199B3D}" dt="2020-11-28T19:34:12.668" v="652" actId="2696"/>
        <pc:sldMkLst>
          <pc:docMk/>
          <pc:sldMk cId="590114837" sldId="295"/>
        </pc:sldMkLst>
      </pc:sldChg>
      <pc:sldChg chg="del">
        <pc:chgData name="Serhii Litvinov" userId="13e31772-44c1-46fd-b5ca-e73152eb6195" providerId="ADAL" clId="{259BF2F3-5370-401F-B709-CC3BD9199B3D}" dt="2020-11-28T19:34:20.889" v="653" actId="2696"/>
        <pc:sldMkLst>
          <pc:docMk/>
          <pc:sldMk cId="2546349385" sldId="296"/>
        </pc:sldMkLst>
      </pc:sldChg>
      <pc:sldChg chg="modSp mod modNotesTx">
        <pc:chgData name="Serhii Litvinov" userId="13e31772-44c1-46fd-b5ca-e73152eb6195" providerId="ADAL" clId="{259BF2F3-5370-401F-B709-CC3BD9199B3D}" dt="2020-11-29T20:37:07.511" v="4241" actId="20577"/>
        <pc:sldMkLst>
          <pc:docMk/>
          <pc:sldMk cId="3355721296" sldId="297"/>
        </pc:sldMkLst>
        <pc:spChg chg="mod">
          <ac:chgData name="Serhii Litvinov" userId="13e31772-44c1-46fd-b5ca-e73152eb6195" providerId="ADAL" clId="{259BF2F3-5370-401F-B709-CC3BD9199B3D}" dt="2020-11-28T19:58:22.510" v="694" actId="120"/>
          <ac:spMkLst>
            <pc:docMk/>
            <pc:sldMk cId="3355721296" sldId="297"/>
            <ac:spMk id="5" creationId="{F72E09AF-E54A-41AE-954B-9D77463CEECA}"/>
          </ac:spMkLst>
        </pc:spChg>
      </pc:sldChg>
      <pc:sldChg chg="del">
        <pc:chgData name="Serhii Litvinov" userId="13e31772-44c1-46fd-b5ca-e73152eb6195" providerId="ADAL" clId="{259BF2F3-5370-401F-B709-CC3BD9199B3D}" dt="2020-11-28T19:33:26.335" v="648" actId="2696"/>
        <pc:sldMkLst>
          <pc:docMk/>
          <pc:sldMk cId="1532378347" sldId="298"/>
        </pc:sldMkLst>
      </pc:sldChg>
      <pc:sldChg chg="modSp mod">
        <pc:chgData name="Serhii Litvinov" userId="13e31772-44c1-46fd-b5ca-e73152eb6195" providerId="ADAL" clId="{259BF2F3-5370-401F-B709-CC3BD9199B3D}" dt="2020-11-28T20:01:54.749" v="704" actId="2711"/>
        <pc:sldMkLst>
          <pc:docMk/>
          <pc:sldMk cId="2999522731" sldId="300"/>
        </pc:sldMkLst>
        <pc:spChg chg="mod">
          <ac:chgData name="Serhii Litvinov" userId="13e31772-44c1-46fd-b5ca-e73152eb6195" providerId="ADAL" clId="{259BF2F3-5370-401F-B709-CC3BD9199B3D}" dt="2020-11-28T20:01:54.749" v="704" actId="2711"/>
          <ac:spMkLst>
            <pc:docMk/>
            <pc:sldMk cId="2999522731" sldId="300"/>
            <ac:spMk id="5" creationId="{F72E09AF-E54A-41AE-954B-9D77463CEECA}"/>
          </ac:spMkLst>
        </pc:spChg>
      </pc:sldChg>
      <pc:sldChg chg="modSp mod">
        <pc:chgData name="Serhii Litvinov" userId="13e31772-44c1-46fd-b5ca-e73152eb6195" providerId="ADAL" clId="{259BF2F3-5370-401F-B709-CC3BD9199B3D}" dt="2020-11-28T20:01:40.062" v="703" actId="207"/>
        <pc:sldMkLst>
          <pc:docMk/>
          <pc:sldMk cId="3690957997" sldId="301"/>
        </pc:sldMkLst>
        <pc:spChg chg="mod">
          <ac:chgData name="Serhii Litvinov" userId="13e31772-44c1-46fd-b5ca-e73152eb6195" providerId="ADAL" clId="{259BF2F3-5370-401F-B709-CC3BD9199B3D}" dt="2020-11-28T20:01:40.062" v="703" actId="207"/>
          <ac:spMkLst>
            <pc:docMk/>
            <pc:sldMk cId="3690957997" sldId="301"/>
            <ac:spMk id="5" creationId="{F72E09AF-E54A-41AE-954B-9D77463CEECA}"/>
          </ac:spMkLst>
        </pc:spChg>
      </pc:sldChg>
      <pc:sldChg chg="addSp modSp new mod modNotesTx">
        <pc:chgData name="Serhii Litvinov" userId="13e31772-44c1-46fd-b5ca-e73152eb6195" providerId="ADAL" clId="{259BF2F3-5370-401F-B709-CC3BD9199B3D}" dt="2020-11-29T20:31:20.322" v="4172" actId="20577"/>
        <pc:sldMkLst>
          <pc:docMk/>
          <pc:sldMk cId="3179567350" sldId="303"/>
        </pc:sldMkLst>
        <pc:spChg chg="mod">
          <ac:chgData name="Serhii Litvinov" userId="13e31772-44c1-46fd-b5ca-e73152eb6195" providerId="ADAL" clId="{259BF2F3-5370-401F-B709-CC3BD9199B3D}" dt="2020-11-28T14:26:44.661" v="69" actId="12"/>
          <ac:spMkLst>
            <pc:docMk/>
            <pc:sldMk cId="3179567350" sldId="303"/>
            <ac:spMk id="2" creationId="{286AB49F-8FD9-421C-9AFB-C68F6CD0C250}"/>
          </ac:spMkLst>
        </pc:spChg>
        <pc:spChg chg="mod">
          <ac:chgData name="Serhii Litvinov" userId="13e31772-44c1-46fd-b5ca-e73152eb6195" providerId="ADAL" clId="{259BF2F3-5370-401F-B709-CC3BD9199B3D}" dt="2020-11-29T12:43:46.498" v="1678" actId="20577"/>
          <ac:spMkLst>
            <pc:docMk/>
            <pc:sldMk cId="3179567350" sldId="303"/>
            <ac:spMk id="3" creationId="{D7111993-5CAA-41EC-9295-9E0594CA028A}"/>
          </ac:spMkLst>
        </pc:spChg>
        <pc:spChg chg="mod">
          <ac:chgData name="Serhii Litvinov" userId="13e31772-44c1-46fd-b5ca-e73152eb6195" providerId="ADAL" clId="{259BF2F3-5370-401F-B709-CC3BD9199B3D}" dt="2020-11-28T14:26:44.661" v="69" actId="12"/>
          <ac:spMkLst>
            <pc:docMk/>
            <pc:sldMk cId="3179567350" sldId="303"/>
            <ac:spMk id="4" creationId="{858F651A-7671-4F29-94AB-15A5B8934596}"/>
          </ac:spMkLst>
        </pc:spChg>
        <pc:spChg chg="mod">
          <ac:chgData name="Serhii Litvinov" userId="13e31772-44c1-46fd-b5ca-e73152eb6195" providerId="ADAL" clId="{259BF2F3-5370-401F-B709-CC3BD9199B3D}" dt="2020-11-29T09:34:21.846" v="899"/>
          <ac:spMkLst>
            <pc:docMk/>
            <pc:sldMk cId="3179567350" sldId="303"/>
            <ac:spMk id="5" creationId="{4FEB5E94-ADE9-4B5E-886C-DA24EEB553A5}"/>
          </ac:spMkLst>
        </pc:spChg>
        <pc:spChg chg="add mod">
          <ac:chgData name="Serhii Litvinov" userId="13e31772-44c1-46fd-b5ca-e73152eb6195" providerId="ADAL" clId="{259BF2F3-5370-401F-B709-CC3BD9199B3D}" dt="2020-11-29T09:34:19.139" v="896" actId="14100"/>
          <ac:spMkLst>
            <pc:docMk/>
            <pc:sldMk cId="3179567350" sldId="303"/>
            <ac:spMk id="6" creationId="{D898A603-9375-462E-9DCF-23DBBC4E653F}"/>
          </ac:spMkLst>
        </pc:spChg>
        <pc:picChg chg="add mod">
          <ac:chgData name="Serhii Litvinov" userId="13e31772-44c1-46fd-b5ca-e73152eb6195" providerId="ADAL" clId="{259BF2F3-5370-401F-B709-CC3BD9199B3D}" dt="2020-11-29T13:30:55.599" v="2533" actId="1076"/>
          <ac:picMkLst>
            <pc:docMk/>
            <pc:sldMk cId="3179567350" sldId="303"/>
            <ac:picMk id="7" creationId="{837FD39A-0325-49F5-8BEE-2B3A8723A2A2}"/>
          </ac:picMkLst>
        </pc:picChg>
      </pc:sldChg>
      <pc:sldChg chg="modSp new del mod">
        <pc:chgData name="Serhii Litvinov" userId="13e31772-44c1-46fd-b5ca-e73152eb6195" providerId="ADAL" clId="{259BF2F3-5370-401F-B709-CC3BD9199B3D}" dt="2020-11-28T14:15:10.776" v="42" actId="2696"/>
        <pc:sldMkLst>
          <pc:docMk/>
          <pc:sldMk cId="3972547593" sldId="303"/>
        </pc:sldMkLst>
        <pc:spChg chg="mod">
          <ac:chgData name="Serhii Litvinov" userId="13e31772-44c1-46fd-b5ca-e73152eb6195" providerId="ADAL" clId="{259BF2F3-5370-401F-B709-CC3BD9199B3D}" dt="2020-11-28T14:14:13.985" v="41" actId="20577"/>
          <ac:spMkLst>
            <pc:docMk/>
            <pc:sldMk cId="3972547593" sldId="303"/>
            <ac:spMk id="3" creationId="{9C82E9C5-6349-4466-89EB-DE8DD761F024}"/>
          </ac:spMkLst>
        </pc:spChg>
        <pc:spChg chg="mod">
          <ac:chgData name="Serhii Litvinov" userId="13e31772-44c1-46fd-b5ca-e73152eb6195" providerId="ADAL" clId="{259BF2F3-5370-401F-B709-CC3BD9199B3D}" dt="2020-11-28T14:14:06.372" v="21"/>
          <ac:spMkLst>
            <pc:docMk/>
            <pc:sldMk cId="3972547593" sldId="303"/>
            <ac:spMk id="4" creationId="{F5C3B9D0-781D-478F-B31A-46DB36EE538C}"/>
          </ac:spMkLst>
        </pc:spChg>
      </pc:sldChg>
      <pc:sldChg chg="addSp delSp modSp new mod modNotesTx">
        <pc:chgData name="Serhii Litvinov" userId="13e31772-44c1-46fd-b5ca-e73152eb6195" providerId="ADAL" clId="{259BF2F3-5370-401F-B709-CC3BD9199B3D}" dt="2020-11-29T20:32:18.835" v="4178" actId="20577"/>
        <pc:sldMkLst>
          <pc:docMk/>
          <pc:sldMk cId="3448584343" sldId="304"/>
        </pc:sldMkLst>
        <pc:spChg chg="mod">
          <ac:chgData name="Serhii Litvinov" userId="13e31772-44c1-46fd-b5ca-e73152eb6195" providerId="ADAL" clId="{259BF2F3-5370-401F-B709-CC3BD9199B3D}" dt="2020-11-28T14:31:04.524" v="152" actId="20577"/>
          <ac:spMkLst>
            <pc:docMk/>
            <pc:sldMk cId="3448584343" sldId="304"/>
            <ac:spMk id="3" creationId="{D7CAC52D-2880-4CE8-8439-1BAB2AE88395}"/>
          </ac:spMkLst>
        </pc:spChg>
        <pc:spChg chg="mod">
          <ac:chgData name="Serhii Litvinov" userId="13e31772-44c1-46fd-b5ca-e73152eb6195" providerId="ADAL" clId="{259BF2F3-5370-401F-B709-CC3BD9199B3D}" dt="2020-11-28T14:30:50.430" v="124"/>
          <ac:spMkLst>
            <pc:docMk/>
            <pc:sldMk cId="3448584343" sldId="304"/>
            <ac:spMk id="4" creationId="{564AA37B-EA3E-4917-A8A3-2EA90722BB18}"/>
          </ac:spMkLst>
        </pc:spChg>
        <pc:spChg chg="del mod">
          <ac:chgData name="Serhii Litvinov" userId="13e31772-44c1-46fd-b5ca-e73152eb6195" providerId="ADAL" clId="{259BF2F3-5370-401F-B709-CC3BD9199B3D}" dt="2020-11-28T14:33:35.756" v="198"/>
          <ac:spMkLst>
            <pc:docMk/>
            <pc:sldMk cId="3448584343" sldId="304"/>
            <ac:spMk id="5" creationId="{750C1A86-6418-4478-8DE9-89B72312D8A0}"/>
          </ac:spMkLst>
        </pc:spChg>
        <pc:picChg chg="add mod">
          <ac:chgData name="Serhii Litvinov" userId="13e31772-44c1-46fd-b5ca-e73152eb6195" providerId="ADAL" clId="{259BF2F3-5370-401F-B709-CC3BD9199B3D}" dt="2020-11-28T14:33:51.849" v="201" actId="1076"/>
          <ac:picMkLst>
            <pc:docMk/>
            <pc:sldMk cId="3448584343" sldId="304"/>
            <ac:picMk id="6" creationId="{E342BF9C-CD12-42FB-8A97-67C88954F1E6}"/>
          </ac:picMkLst>
        </pc:picChg>
        <pc:picChg chg="add mod">
          <ac:chgData name="Serhii Litvinov" userId="13e31772-44c1-46fd-b5ca-e73152eb6195" providerId="ADAL" clId="{259BF2F3-5370-401F-B709-CC3BD9199B3D}" dt="2020-11-29T17:46:26.396" v="3829" actId="14100"/>
          <ac:picMkLst>
            <pc:docMk/>
            <pc:sldMk cId="3448584343" sldId="304"/>
            <ac:picMk id="7" creationId="{1C79CE8A-91D8-499F-A284-A124C43A0A02}"/>
          </ac:picMkLst>
        </pc:picChg>
      </pc:sldChg>
      <pc:sldChg chg="modSp new mod modNotesTx">
        <pc:chgData name="Serhii Litvinov" userId="13e31772-44c1-46fd-b5ca-e73152eb6195" providerId="ADAL" clId="{259BF2F3-5370-401F-B709-CC3BD9199B3D}" dt="2020-11-29T20:34:10.737" v="4211" actId="20577"/>
        <pc:sldMkLst>
          <pc:docMk/>
          <pc:sldMk cId="1156584436" sldId="305"/>
        </pc:sldMkLst>
        <pc:spChg chg="mod">
          <ac:chgData name="Serhii Litvinov" userId="13e31772-44c1-46fd-b5ca-e73152eb6195" providerId="ADAL" clId="{259BF2F3-5370-401F-B709-CC3BD9199B3D}" dt="2020-11-29T17:14:51.856" v="3466" actId="20577"/>
          <ac:spMkLst>
            <pc:docMk/>
            <pc:sldMk cId="1156584436" sldId="305"/>
            <ac:spMk id="4" creationId="{EDE9DF1A-D5D5-4F0A-91B8-FEEA5EE77C89}"/>
          </ac:spMkLst>
        </pc:spChg>
        <pc:spChg chg="mod">
          <ac:chgData name="Serhii Litvinov" userId="13e31772-44c1-46fd-b5ca-e73152eb6195" providerId="ADAL" clId="{259BF2F3-5370-401F-B709-CC3BD9199B3D}" dt="2020-11-28T14:55:04.545" v="235" actId="20577"/>
          <ac:spMkLst>
            <pc:docMk/>
            <pc:sldMk cId="1156584436" sldId="305"/>
            <ac:spMk id="5" creationId="{57BA3FC6-8174-4C58-8BCD-18009FE97005}"/>
          </ac:spMkLst>
        </pc:spChg>
      </pc:sldChg>
      <pc:sldChg chg="addSp modSp new mod">
        <pc:chgData name="Serhii Litvinov" userId="13e31772-44c1-46fd-b5ca-e73152eb6195" providerId="ADAL" clId="{259BF2F3-5370-401F-B709-CC3BD9199B3D}" dt="2020-11-28T20:00:39.094" v="699"/>
        <pc:sldMkLst>
          <pc:docMk/>
          <pc:sldMk cId="3466394093" sldId="306"/>
        </pc:sldMkLst>
        <pc:spChg chg="mod">
          <ac:chgData name="Serhii Litvinov" userId="13e31772-44c1-46fd-b5ca-e73152eb6195" providerId="ADAL" clId="{259BF2F3-5370-401F-B709-CC3BD9199B3D}" dt="2020-11-28T19:27:25.371" v="368"/>
          <ac:spMkLst>
            <pc:docMk/>
            <pc:sldMk cId="3466394093" sldId="306"/>
            <ac:spMk id="3" creationId="{545C7AF7-3860-4631-BADC-403A12866403}"/>
          </ac:spMkLst>
        </pc:spChg>
        <pc:spChg chg="mod">
          <ac:chgData name="Serhii Litvinov" userId="13e31772-44c1-46fd-b5ca-e73152eb6195" providerId="ADAL" clId="{259BF2F3-5370-401F-B709-CC3BD9199B3D}" dt="2020-11-28T19:27:18.819" v="367"/>
          <ac:spMkLst>
            <pc:docMk/>
            <pc:sldMk cId="3466394093" sldId="306"/>
            <ac:spMk id="4" creationId="{F44D9D75-0C9F-48FC-B2AD-2C0E15FEF779}"/>
          </ac:spMkLst>
        </pc:spChg>
        <pc:spChg chg="mod">
          <ac:chgData name="Serhii Litvinov" userId="13e31772-44c1-46fd-b5ca-e73152eb6195" providerId="ADAL" clId="{259BF2F3-5370-401F-B709-CC3BD9199B3D}" dt="2020-11-28T19:59:13.969" v="697" actId="2711"/>
          <ac:spMkLst>
            <pc:docMk/>
            <pc:sldMk cId="3466394093" sldId="306"/>
            <ac:spMk id="5" creationId="{6D094B45-4F61-4E52-83A9-F33989959C02}"/>
          </ac:spMkLst>
        </pc:spChg>
        <pc:picChg chg="add mod">
          <ac:chgData name="Serhii Litvinov" userId="13e31772-44c1-46fd-b5ca-e73152eb6195" providerId="ADAL" clId="{259BF2F3-5370-401F-B709-CC3BD9199B3D}" dt="2020-11-28T20:00:39.094" v="699"/>
          <ac:picMkLst>
            <pc:docMk/>
            <pc:sldMk cId="3466394093" sldId="306"/>
            <ac:picMk id="6" creationId="{03FC3E33-98D8-46B8-BD27-FED6BAB1DF18}"/>
          </ac:picMkLst>
        </pc:picChg>
      </pc:sldChg>
      <pc:sldChg chg="addSp delSp modSp new mod">
        <pc:chgData name="Serhii Litvinov" userId="13e31772-44c1-46fd-b5ca-e73152eb6195" providerId="ADAL" clId="{259BF2F3-5370-401F-B709-CC3BD9199B3D}" dt="2020-11-28T20:00:35.636" v="698"/>
        <pc:sldMkLst>
          <pc:docMk/>
          <pc:sldMk cId="835341202" sldId="307"/>
        </pc:sldMkLst>
        <pc:spChg chg="mod">
          <ac:chgData name="Serhii Litvinov" userId="13e31772-44c1-46fd-b5ca-e73152eb6195" providerId="ADAL" clId="{259BF2F3-5370-401F-B709-CC3BD9199B3D}" dt="2020-11-28T19:35:46.225" v="679" actId="20577"/>
          <ac:spMkLst>
            <pc:docMk/>
            <pc:sldMk cId="835341202" sldId="307"/>
            <ac:spMk id="3" creationId="{5EC390F0-D45E-4DF5-B415-75F4A4D33EDA}"/>
          </ac:spMkLst>
        </pc:spChg>
        <pc:spChg chg="mod">
          <ac:chgData name="Serhii Litvinov" userId="13e31772-44c1-46fd-b5ca-e73152eb6195" providerId="ADAL" clId="{259BF2F3-5370-401F-B709-CC3BD9199B3D}" dt="2020-11-28T19:35:42.115" v="665" actId="20577"/>
          <ac:spMkLst>
            <pc:docMk/>
            <pc:sldMk cId="835341202" sldId="307"/>
            <ac:spMk id="4" creationId="{AE52886C-C9E0-4F32-B6DD-65743F3CF4B6}"/>
          </ac:spMkLst>
        </pc:spChg>
        <pc:spChg chg="del">
          <ac:chgData name="Serhii Litvinov" userId="13e31772-44c1-46fd-b5ca-e73152eb6195" providerId="ADAL" clId="{259BF2F3-5370-401F-B709-CC3BD9199B3D}" dt="2020-11-28T19:35:47.704" v="680"/>
          <ac:spMkLst>
            <pc:docMk/>
            <pc:sldMk cId="835341202" sldId="307"/>
            <ac:spMk id="5" creationId="{0D69AD8C-BFE1-4EE0-A882-CF98E5ACE072}"/>
          </ac:spMkLst>
        </pc:spChg>
        <pc:picChg chg="add mod">
          <ac:chgData name="Serhii Litvinov" userId="13e31772-44c1-46fd-b5ca-e73152eb6195" providerId="ADAL" clId="{259BF2F3-5370-401F-B709-CC3BD9199B3D}" dt="2020-11-28T19:36:58.618" v="684" actId="14100"/>
          <ac:picMkLst>
            <pc:docMk/>
            <pc:sldMk cId="835341202" sldId="307"/>
            <ac:picMk id="6" creationId="{30E734CB-3544-4147-AD20-032638AD0E3C}"/>
          </ac:picMkLst>
        </pc:picChg>
        <pc:picChg chg="add mod">
          <ac:chgData name="Serhii Litvinov" userId="13e31772-44c1-46fd-b5ca-e73152eb6195" providerId="ADAL" clId="{259BF2F3-5370-401F-B709-CC3BD9199B3D}" dt="2020-11-28T19:37:12.212" v="686" actId="1076"/>
          <ac:picMkLst>
            <pc:docMk/>
            <pc:sldMk cId="835341202" sldId="307"/>
            <ac:picMk id="7" creationId="{89DFBC17-5449-4054-BE76-137B822E1BAB}"/>
          </ac:picMkLst>
        </pc:picChg>
        <pc:picChg chg="add mod">
          <ac:chgData name="Serhii Litvinov" userId="13e31772-44c1-46fd-b5ca-e73152eb6195" providerId="ADAL" clId="{259BF2F3-5370-401F-B709-CC3BD9199B3D}" dt="2020-11-28T20:00:35.636" v="698"/>
          <ac:picMkLst>
            <pc:docMk/>
            <pc:sldMk cId="835341202" sldId="307"/>
            <ac:picMk id="8" creationId="{4CCDF34D-B81F-4B4B-BC24-C7CD21D593BB}"/>
          </ac:picMkLst>
        </pc:picChg>
      </pc:sldChg>
      <pc:sldChg chg="addSp delSp modSp new mod ord">
        <pc:chgData name="Serhii Litvinov" userId="13e31772-44c1-46fd-b5ca-e73152eb6195" providerId="ADAL" clId="{259BF2F3-5370-401F-B709-CC3BD9199B3D}" dt="2020-11-29T17:30:49.075" v="3780"/>
        <pc:sldMkLst>
          <pc:docMk/>
          <pc:sldMk cId="3655645856" sldId="308"/>
        </pc:sldMkLst>
        <pc:spChg chg="mod">
          <ac:chgData name="Serhii Litvinov" userId="13e31772-44c1-46fd-b5ca-e73152eb6195" providerId="ADAL" clId="{259BF2F3-5370-401F-B709-CC3BD9199B3D}" dt="2020-11-29T09:21:02.893" v="768" actId="20577"/>
          <ac:spMkLst>
            <pc:docMk/>
            <pc:sldMk cId="3655645856" sldId="308"/>
            <ac:spMk id="3" creationId="{86C92334-627D-45E6-A3EF-CE29C07AF9BD}"/>
          </ac:spMkLst>
        </pc:spChg>
        <pc:spChg chg="mod">
          <ac:chgData name="Serhii Litvinov" userId="13e31772-44c1-46fd-b5ca-e73152eb6195" providerId="ADAL" clId="{259BF2F3-5370-401F-B709-CC3BD9199B3D}" dt="2020-11-29T09:20:42.968" v="746" actId="20577"/>
          <ac:spMkLst>
            <pc:docMk/>
            <pc:sldMk cId="3655645856" sldId="308"/>
            <ac:spMk id="4" creationId="{DA7BE4CA-3911-465E-93B3-A50CC0E47CE4}"/>
          </ac:spMkLst>
        </pc:spChg>
        <pc:spChg chg="mod">
          <ac:chgData name="Serhii Litvinov" userId="13e31772-44c1-46fd-b5ca-e73152eb6195" providerId="ADAL" clId="{259BF2F3-5370-401F-B709-CC3BD9199B3D}" dt="2020-11-29T11:57:09.885" v="1602" actId="20577"/>
          <ac:spMkLst>
            <pc:docMk/>
            <pc:sldMk cId="3655645856" sldId="308"/>
            <ac:spMk id="5" creationId="{A8352737-044C-4E23-A3AC-7E8D092445F5}"/>
          </ac:spMkLst>
        </pc:spChg>
        <pc:picChg chg="add del mod">
          <ac:chgData name="Serhii Litvinov" userId="13e31772-44c1-46fd-b5ca-e73152eb6195" providerId="ADAL" clId="{259BF2F3-5370-401F-B709-CC3BD9199B3D}" dt="2020-11-29T09:40:36.225" v="936" actId="478"/>
          <ac:picMkLst>
            <pc:docMk/>
            <pc:sldMk cId="3655645856" sldId="308"/>
            <ac:picMk id="6" creationId="{1F0CCD4F-E708-4434-B3F9-2CDB9E88EA54}"/>
          </ac:picMkLst>
        </pc:picChg>
        <pc:picChg chg="add mod">
          <ac:chgData name="Serhii Litvinov" userId="13e31772-44c1-46fd-b5ca-e73152eb6195" providerId="ADAL" clId="{259BF2F3-5370-401F-B709-CC3BD9199B3D}" dt="2020-11-29T09:51:29.195" v="948" actId="1076"/>
          <ac:picMkLst>
            <pc:docMk/>
            <pc:sldMk cId="3655645856" sldId="308"/>
            <ac:picMk id="7" creationId="{15BEF936-3033-40A0-8E96-76116BCE1BDD}"/>
          </ac:picMkLst>
        </pc:picChg>
        <pc:picChg chg="add mod modCrop">
          <ac:chgData name="Serhii Litvinov" userId="13e31772-44c1-46fd-b5ca-e73152eb6195" providerId="ADAL" clId="{259BF2F3-5370-401F-B709-CC3BD9199B3D}" dt="2020-11-29T09:51:25.506" v="947" actId="1076"/>
          <ac:picMkLst>
            <pc:docMk/>
            <pc:sldMk cId="3655645856" sldId="308"/>
            <ac:picMk id="8" creationId="{02A5A3CF-6F63-4AD6-B49D-AEBBDB16CDBD}"/>
          </ac:picMkLst>
        </pc:picChg>
      </pc:sldChg>
      <pc:sldChg chg="modSp new mod">
        <pc:chgData name="Serhii Litvinov" userId="13e31772-44c1-46fd-b5ca-e73152eb6195" providerId="ADAL" clId="{259BF2F3-5370-401F-B709-CC3BD9199B3D}" dt="2020-11-29T09:37:20.480" v="929" actId="20577"/>
        <pc:sldMkLst>
          <pc:docMk/>
          <pc:sldMk cId="829328678" sldId="309"/>
        </pc:sldMkLst>
        <pc:spChg chg="mod">
          <ac:chgData name="Serhii Litvinov" userId="13e31772-44c1-46fd-b5ca-e73152eb6195" providerId="ADAL" clId="{259BF2F3-5370-401F-B709-CC3BD9199B3D}" dt="2020-11-29T09:35:59.485" v="912"/>
          <ac:spMkLst>
            <pc:docMk/>
            <pc:sldMk cId="829328678" sldId="309"/>
            <ac:spMk id="3" creationId="{20F30ED1-42B5-4038-AF42-6DD8365AABF2}"/>
          </ac:spMkLst>
        </pc:spChg>
        <pc:spChg chg="mod">
          <ac:chgData name="Serhii Litvinov" userId="13e31772-44c1-46fd-b5ca-e73152eb6195" providerId="ADAL" clId="{259BF2F3-5370-401F-B709-CC3BD9199B3D}" dt="2020-11-29T09:35:53.169" v="911" actId="20577"/>
          <ac:spMkLst>
            <pc:docMk/>
            <pc:sldMk cId="829328678" sldId="309"/>
            <ac:spMk id="4" creationId="{EA024EB1-FEAF-4EB1-BC45-19FC519AED5B}"/>
          </ac:spMkLst>
        </pc:spChg>
        <pc:spChg chg="mod">
          <ac:chgData name="Serhii Litvinov" userId="13e31772-44c1-46fd-b5ca-e73152eb6195" providerId="ADAL" clId="{259BF2F3-5370-401F-B709-CC3BD9199B3D}" dt="2020-11-29T09:37:20.480" v="929" actId="20577"/>
          <ac:spMkLst>
            <pc:docMk/>
            <pc:sldMk cId="829328678" sldId="309"/>
            <ac:spMk id="5" creationId="{8104854D-6A98-4A39-B73B-3828F0CAB8FD}"/>
          </ac:spMkLst>
        </pc:spChg>
      </pc:sldChg>
      <pc:sldChg chg="modSp new del mod">
        <pc:chgData name="Serhii Litvinov" userId="13e31772-44c1-46fd-b5ca-e73152eb6195" providerId="ADAL" clId="{259BF2F3-5370-401F-B709-CC3BD9199B3D}" dt="2020-11-29T10:00:46.852" v="972" actId="2696"/>
        <pc:sldMkLst>
          <pc:docMk/>
          <pc:sldMk cId="1852621974" sldId="310"/>
        </pc:sldMkLst>
        <pc:spChg chg="mod">
          <ac:chgData name="Serhii Litvinov" userId="13e31772-44c1-46fd-b5ca-e73152eb6195" providerId="ADAL" clId="{259BF2F3-5370-401F-B709-CC3BD9199B3D}" dt="2020-11-29T09:56:25.777" v="971" actId="20577"/>
          <ac:spMkLst>
            <pc:docMk/>
            <pc:sldMk cId="1852621974" sldId="310"/>
            <ac:spMk id="4" creationId="{14ABBF78-BD02-494B-B465-03A5D2BAED13}"/>
          </ac:spMkLst>
        </pc:spChg>
      </pc:sldChg>
      <pc:sldChg chg="new del">
        <pc:chgData name="Serhii Litvinov" userId="13e31772-44c1-46fd-b5ca-e73152eb6195" providerId="ADAL" clId="{259BF2F3-5370-401F-B709-CC3BD9199B3D}" dt="2020-11-29T09:55:32.339" v="950" actId="2696"/>
        <pc:sldMkLst>
          <pc:docMk/>
          <pc:sldMk cId="2335494872" sldId="310"/>
        </pc:sldMkLst>
      </pc:sldChg>
      <pc:sldChg chg="modSp new mod modNotesTx">
        <pc:chgData name="Serhii Litvinov" userId="13e31772-44c1-46fd-b5ca-e73152eb6195" providerId="ADAL" clId="{259BF2F3-5370-401F-B709-CC3BD9199B3D}" dt="2020-11-29T10:45:07.788" v="1464"/>
        <pc:sldMkLst>
          <pc:docMk/>
          <pc:sldMk cId="3258520861" sldId="310"/>
        </pc:sldMkLst>
        <pc:spChg chg="mod">
          <ac:chgData name="Serhii Litvinov" userId="13e31772-44c1-46fd-b5ca-e73152eb6195" providerId="ADAL" clId="{259BF2F3-5370-401F-B709-CC3BD9199B3D}" dt="2020-11-29T10:14:14.293" v="1013" actId="20577"/>
          <ac:spMkLst>
            <pc:docMk/>
            <pc:sldMk cId="3258520861" sldId="310"/>
            <ac:spMk id="3" creationId="{EE464903-129C-4127-B1D3-F8CF4F6A06C7}"/>
          </ac:spMkLst>
        </pc:spChg>
        <pc:spChg chg="mod">
          <ac:chgData name="Serhii Litvinov" userId="13e31772-44c1-46fd-b5ca-e73152eb6195" providerId="ADAL" clId="{259BF2F3-5370-401F-B709-CC3BD9199B3D}" dt="2020-11-29T10:14:05.202" v="993" actId="20577"/>
          <ac:spMkLst>
            <pc:docMk/>
            <pc:sldMk cId="3258520861" sldId="310"/>
            <ac:spMk id="4" creationId="{AAD1F823-7167-44F2-95E1-ED80B51B2EE1}"/>
          </ac:spMkLst>
        </pc:spChg>
        <pc:spChg chg="mod">
          <ac:chgData name="Serhii Litvinov" userId="13e31772-44c1-46fd-b5ca-e73152eb6195" providerId="ADAL" clId="{259BF2F3-5370-401F-B709-CC3BD9199B3D}" dt="2020-11-29T10:18:50.619" v="1075" actId="13926"/>
          <ac:spMkLst>
            <pc:docMk/>
            <pc:sldMk cId="3258520861" sldId="310"/>
            <ac:spMk id="5" creationId="{C59EA2D8-A84C-49D9-92DF-2CBB992DDD9A}"/>
          </ac:spMkLst>
        </pc:spChg>
      </pc:sldChg>
      <pc:sldChg chg="addSp delSp modSp new mod">
        <pc:chgData name="Serhii Litvinov" userId="13e31772-44c1-46fd-b5ca-e73152eb6195" providerId="ADAL" clId="{259BF2F3-5370-401F-B709-CC3BD9199B3D}" dt="2020-11-29T11:58:47.375" v="1640" actId="20577"/>
        <pc:sldMkLst>
          <pc:docMk/>
          <pc:sldMk cId="3129901624" sldId="311"/>
        </pc:sldMkLst>
        <pc:spChg chg="mod">
          <ac:chgData name="Serhii Litvinov" userId="13e31772-44c1-46fd-b5ca-e73152eb6195" providerId="ADAL" clId="{259BF2F3-5370-401F-B709-CC3BD9199B3D}" dt="2020-11-29T11:58:47.375" v="1640" actId="20577"/>
          <ac:spMkLst>
            <pc:docMk/>
            <pc:sldMk cId="3129901624" sldId="311"/>
            <ac:spMk id="3" creationId="{B095BD0C-B4B6-4BDA-8A36-590132451C45}"/>
          </ac:spMkLst>
        </pc:spChg>
        <pc:spChg chg="mod">
          <ac:chgData name="Serhii Litvinov" userId="13e31772-44c1-46fd-b5ca-e73152eb6195" providerId="ADAL" clId="{259BF2F3-5370-401F-B709-CC3BD9199B3D}" dt="2020-11-29T10:16:08.026" v="1015"/>
          <ac:spMkLst>
            <pc:docMk/>
            <pc:sldMk cId="3129901624" sldId="311"/>
            <ac:spMk id="4" creationId="{3AE78D60-9E8B-4BEF-A31F-4884F018080E}"/>
          </ac:spMkLst>
        </pc:spChg>
        <pc:spChg chg="mod">
          <ac:chgData name="Serhii Litvinov" userId="13e31772-44c1-46fd-b5ca-e73152eb6195" providerId="ADAL" clId="{259BF2F3-5370-401F-B709-CC3BD9199B3D}" dt="2020-11-29T10:27:46.344" v="1149" actId="14100"/>
          <ac:spMkLst>
            <pc:docMk/>
            <pc:sldMk cId="3129901624" sldId="311"/>
            <ac:spMk id="5" creationId="{798D3D6C-44DB-406C-BB77-DED9D2F421C1}"/>
          </ac:spMkLst>
        </pc:spChg>
        <pc:spChg chg="add mod">
          <ac:chgData name="Serhii Litvinov" userId="13e31772-44c1-46fd-b5ca-e73152eb6195" providerId="ADAL" clId="{259BF2F3-5370-401F-B709-CC3BD9199B3D}" dt="2020-11-29T10:30:16.073" v="1187" actId="14100"/>
          <ac:spMkLst>
            <pc:docMk/>
            <pc:sldMk cId="3129901624" sldId="311"/>
            <ac:spMk id="6" creationId="{0FD39EF0-489A-486E-A6FB-432B36686DC6}"/>
          </ac:spMkLst>
        </pc:spChg>
        <pc:spChg chg="add mod">
          <ac:chgData name="Serhii Litvinov" userId="13e31772-44c1-46fd-b5ca-e73152eb6195" providerId="ADAL" clId="{259BF2F3-5370-401F-B709-CC3BD9199B3D}" dt="2020-11-29T10:30:21.145" v="1188" actId="14100"/>
          <ac:spMkLst>
            <pc:docMk/>
            <pc:sldMk cId="3129901624" sldId="311"/>
            <ac:spMk id="7" creationId="{E4BFB824-772E-463B-BF56-B8908AE7AC2F}"/>
          </ac:spMkLst>
        </pc:spChg>
        <pc:spChg chg="add del mod">
          <ac:chgData name="Serhii Litvinov" userId="13e31772-44c1-46fd-b5ca-e73152eb6195" providerId="ADAL" clId="{259BF2F3-5370-401F-B709-CC3BD9199B3D}" dt="2020-11-29T10:32:53.127" v="1326" actId="21"/>
          <ac:spMkLst>
            <pc:docMk/>
            <pc:sldMk cId="3129901624" sldId="311"/>
            <ac:spMk id="8" creationId="{8C5729AC-F31B-4225-BB98-704A88C401D1}"/>
          </ac:spMkLst>
        </pc:spChg>
      </pc:sldChg>
      <pc:sldChg chg="addSp delSp modSp new mod">
        <pc:chgData name="Serhii Litvinov" userId="13e31772-44c1-46fd-b5ca-e73152eb6195" providerId="ADAL" clId="{259BF2F3-5370-401F-B709-CC3BD9199B3D}" dt="2020-11-29T12:46:45.206" v="1679" actId="13926"/>
        <pc:sldMkLst>
          <pc:docMk/>
          <pc:sldMk cId="2459319956" sldId="312"/>
        </pc:sldMkLst>
        <pc:spChg chg="mod">
          <ac:chgData name="Serhii Litvinov" userId="13e31772-44c1-46fd-b5ca-e73152eb6195" providerId="ADAL" clId="{259BF2F3-5370-401F-B709-CC3BD9199B3D}" dt="2020-11-29T11:58:52.374" v="1641"/>
          <ac:spMkLst>
            <pc:docMk/>
            <pc:sldMk cId="2459319956" sldId="312"/>
            <ac:spMk id="3" creationId="{3C4D7B9E-5FF6-416B-860E-54877D2B47E9}"/>
          </ac:spMkLst>
        </pc:spChg>
        <pc:spChg chg="mod">
          <ac:chgData name="Serhii Litvinov" userId="13e31772-44c1-46fd-b5ca-e73152eb6195" providerId="ADAL" clId="{259BF2F3-5370-401F-B709-CC3BD9199B3D}" dt="2020-11-29T10:33:37.628" v="1333"/>
          <ac:spMkLst>
            <pc:docMk/>
            <pc:sldMk cId="2459319956" sldId="312"/>
            <ac:spMk id="4" creationId="{1BC36FD0-2BD6-4ED4-841E-F113451625AF}"/>
          </ac:spMkLst>
        </pc:spChg>
        <pc:spChg chg="del">
          <ac:chgData name="Serhii Litvinov" userId="13e31772-44c1-46fd-b5ca-e73152eb6195" providerId="ADAL" clId="{259BF2F3-5370-401F-B709-CC3BD9199B3D}" dt="2020-11-29T10:33:10.298" v="1328" actId="478"/>
          <ac:spMkLst>
            <pc:docMk/>
            <pc:sldMk cId="2459319956" sldId="312"/>
            <ac:spMk id="5" creationId="{8F4F0613-F787-4252-A255-235E0D69D0B4}"/>
          </ac:spMkLst>
        </pc:spChg>
        <pc:spChg chg="add mod">
          <ac:chgData name="Serhii Litvinov" userId="13e31772-44c1-46fd-b5ca-e73152eb6195" providerId="ADAL" clId="{259BF2F3-5370-401F-B709-CC3BD9199B3D}" dt="2020-11-29T12:46:45.206" v="1679" actId="13926"/>
          <ac:spMkLst>
            <pc:docMk/>
            <pc:sldMk cId="2459319956" sldId="312"/>
            <ac:spMk id="6" creationId="{7DE25CD6-6546-451A-A1A4-EEABB9AFF6C9}"/>
          </ac:spMkLst>
        </pc:spChg>
        <pc:spChg chg="add del mod">
          <ac:chgData name="Serhii Litvinov" userId="13e31772-44c1-46fd-b5ca-e73152eb6195" providerId="ADAL" clId="{259BF2F3-5370-401F-B709-CC3BD9199B3D}" dt="2020-11-29T10:37:09.452" v="1408" actId="478"/>
          <ac:spMkLst>
            <pc:docMk/>
            <pc:sldMk cId="2459319956" sldId="312"/>
            <ac:spMk id="7" creationId="{2A4D4511-DDB5-4303-A29A-A83AEFFFA542}"/>
          </ac:spMkLst>
        </pc:spChg>
      </pc:sldChg>
      <pc:sldChg chg="modSp new del mod">
        <pc:chgData name="Serhii Litvinov" userId="13e31772-44c1-46fd-b5ca-e73152eb6195" providerId="ADAL" clId="{259BF2F3-5370-401F-B709-CC3BD9199B3D}" dt="2020-11-29T13:38:38.294" v="2729" actId="2696"/>
        <pc:sldMkLst>
          <pc:docMk/>
          <pc:sldMk cId="905668810" sldId="314"/>
        </pc:sldMkLst>
        <pc:spChg chg="mod">
          <ac:chgData name="Serhii Litvinov" userId="13e31772-44c1-46fd-b5ca-e73152eb6195" providerId="ADAL" clId="{259BF2F3-5370-401F-B709-CC3BD9199B3D}" dt="2020-11-29T13:38:01.837" v="2655" actId="20577"/>
          <ac:spMkLst>
            <pc:docMk/>
            <pc:sldMk cId="905668810" sldId="314"/>
            <ac:spMk id="3" creationId="{1D9EDCFC-CAE4-43E1-97B3-535A7540168B}"/>
          </ac:spMkLst>
        </pc:spChg>
        <pc:spChg chg="mod">
          <ac:chgData name="Serhii Litvinov" userId="13e31772-44c1-46fd-b5ca-e73152eb6195" providerId="ADAL" clId="{259BF2F3-5370-401F-B709-CC3BD9199B3D}" dt="2020-11-29T13:37:54.805" v="2636"/>
          <ac:spMkLst>
            <pc:docMk/>
            <pc:sldMk cId="905668810" sldId="314"/>
            <ac:spMk id="4" creationId="{C24A9256-2D9A-452D-AFD0-416D3728677C}"/>
          </ac:spMkLst>
        </pc:spChg>
        <pc:spChg chg="mod">
          <ac:chgData name="Serhii Litvinov" userId="13e31772-44c1-46fd-b5ca-e73152eb6195" providerId="ADAL" clId="{259BF2F3-5370-401F-B709-CC3BD9199B3D}" dt="2020-11-29T13:38:33.230" v="2728" actId="20577"/>
          <ac:spMkLst>
            <pc:docMk/>
            <pc:sldMk cId="905668810" sldId="314"/>
            <ac:spMk id="5" creationId="{BAC3D71A-AC00-4872-904B-E79E8EAA9792}"/>
          </ac:spMkLst>
        </pc:spChg>
      </pc:sldChg>
      <pc:sldChg chg="addSp delSp modSp new mod modNotesTx">
        <pc:chgData name="Serhii Litvinov" userId="13e31772-44c1-46fd-b5ca-e73152eb6195" providerId="ADAL" clId="{259BF2F3-5370-401F-B709-CC3BD9199B3D}" dt="2020-11-29T20:33:33.522" v="4208" actId="20577"/>
        <pc:sldMkLst>
          <pc:docMk/>
          <pc:sldMk cId="1293981570" sldId="314"/>
        </pc:sldMkLst>
        <pc:spChg chg="mod">
          <ac:chgData name="Serhii Litvinov" userId="13e31772-44c1-46fd-b5ca-e73152eb6195" providerId="ADAL" clId="{259BF2F3-5370-401F-B709-CC3BD9199B3D}" dt="2020-11-29T17:46:03.570" v="3827" actId="20577"/>
          <ac:spMkLst>
            <pc:docMk/>
            <pc:sldMk cId="1293981570" sldId="314"/>
            <ac:spMk id="3" creationId="{E20CAA8C-6C1F-461E-910B-310C445D4FDF}"/>
          </ac:spMkLst>
        </pc:spChg>
        <pc:spChg chg="mod">
          <ac:chgData name="Serhii Litvinov" userId="13e31772-44c1-46fd-b5ca-e73152eb6195" providerId="ADAL" clId="{259BF2F3-5370-401F-B709-CC3BD9199B3D}" dt="2020-11-29T17:45:55.327" v="3807"/>
          <ac:spMkLst>
            <pc:docMk/>
            <pc:sldMk cId="1293981570" sldId="314"/>
            <ac:spMk id="4" creationId="{2418A26E-68B4-452D-B953-8D2C8A9FF62C}"/>
          </ac:spMkLst>
        </pc:spChg>
        <pc:spChg chg="del">
          <ac:chgData name="Serhii Litvinov" userId="13e31772-44c1-46fd-b5ca-e73152eb6195" providerId="ADAL" clId="{259BF2F3-5370-401F-B709-CC3BD9199B3D}" dt="2020-11-29T19:10:29.521" v="3831" actId="478"/>
          <ac:spMkLst>
            <pc:docMk/>
            <pc:sldMk cId="1293981570" sldId="314"/>
            <ac:spMk id="5" creationId="{601F966F-40BE-4AB9-9DB7-F1F619E78BE8}"/>
          </ac:spMkLst>
        </pc:spChg>
        <pc:spChg chg="add mod ord">
          <ac:chgData name="Serhii Litvinov" userId="13e31772-44c1-46fd-b5ca-e73152eb6195" providerId="ADAL" clId="{259BF2F3-5370-401F-B709-CC3BD9199B3D}" dt="2020-11-29T19:15:39.491" v="4013" actId="1076"/>
          <ac:spMkLst>
            <pc:docMk/>
            <pc:sldMk cId="1293981570" sldId="314"/>
            <ac:spMk id="6" creationId="{90004628-5F95-4850-B904-CB4FC19B5E1B}"/>
          </ac:spMkLst>
        </pc:spChg>
        <pc:spChg chg="add mod ord">
          <ac:chgData name="Serhii Litvinov" userId="13e31772-44c1-46fd-b5ca-e73152eb6195" providerId="ADAL" clId="{259BF2F3-5370-401F-B709-CC3BD9199B3D}" dt="2020-11-29T19:14:58.437" v="4009" actId="1035"/>
          <ac:spMkLst>
            <pc:docMk/>
            <pc:sldMk cId="1293981570" sldId="314"/>
            <ac:spMk id="7" creationId="{590D3DAC-F835-4238-A66E-74539A0460F9}"/>
          </ac:spMkLst>
        </pc:spChg>
        <pc:spChg chg="add mod">
          <ac:chgData name="Serhii Litvinov" userId="13e31772-44c1-46fd-b5ca-e73152eb6195" providerId="ADAL" clId="{259BF2F3-5370-401F-B709-CC3BD9199B3D}" dt="2020-11-29T19:15:45.648" v="4014" actId="1076"/>
          <ac:spMkLst>
            <pc:docMk/>
            <pc:sldMk cId="1293981570" sldId="314"/>
            <ac:spMk id="8" creationId="{B9DD4E56-44A0-44BF-B455-CC6C7A1D558B}"/>
          </ac:spMkLst>
        </pc:spChg>
        <pc:spChg chg="add mod">
          <ac:chgData name="Serhii Litvinov" userId="13e31772-44c1-46fd-b5ca-e73152eb6195" providerId="ADAL" clId="{259BF2F3-5370-401F-B709-CC3BD9199B3D}" dt="2020-11-29T19:15:06.311" v="4010" actId="1076"/>
          <ac:spMkLst>
            <pc:docMk/>
            <pc:sldMk cId="1293981570" sldId="314"/>
            <ac:spMk id="9" creationId="{33279F04-C55B-4FD4-9D42-566CEB9234EA}"/>
          </ac:spMkLst>
        </pc:spChg>
      </pc:sldChg>
    </pc:docChg>
  </pc:docChgLst>
  <pc:docChgLst>
    <pc:chgData name="Serhii Harmash" userId="19965dc1-3670-4089-9e09-ab6aab33a005" providerId="ADAL" clId="{794D1052-E543-4124-82E6-9FFD42BC5068}"/>
    <pc:docChg chg="custSel">
      <pc:chgData name="Serhii Harmash" userId="19965dc1-3670-4089-9e09-ab6aab33a005" providerId="ADAL" clId="{794D1052-E543-4124-82E6-9FFD42BC5068}" dt="2021-01-27T14:53:33.460" v="9" actId="1592"/>
      <pc:docMkLst>
        <pc:docMk/>
      </pc:docMkLst>
      <pc:sldChg chg="delCm">
        <pc:chgData name="Serhii Harmash" userId="19965dc1-3670-4089-9e09-ab6aab33a005" providerId="ADAL" clId="{794D1052-E543-4124-82E6-9FFD42BC5068}" dt="2021-01-27T14:52:34.651" v="1" actId="1592"/>
        <pc:sldMkLst>
          <pc:docMk/>
          <pc:sldMk cId="851970409" sldId="260"/>
        </pc:sldMkLst>
      </pc:sldChg>
      <pc:sldChg chg="delCm">
        <pc:chgData name="Serhii Harmash" userId="19965dc1-3670-4089-9e09-ab6aab33a005" providerId="ADAL" clId="{794D1052-E543-4124-82E6-9FFD42BC5068}" dt="2021-01-27T14:52:41.931" v="3" actId="1592"/>
        <pc:sldMkLst>
          <pc:docMk/>
          <pc:sldMk cId="4246706629" sldId="261"/>
        </pc:sldMkLst>
      </pc:sldChg>
      <pc:sldChg chg="delCm">
        <pc:chgData name="Serhii Harmash" userId="19965dc1-3670-4089-9e09-ab6aab33a005" providerId="ADAL" clId="{794D1052-E543-4124-82E6-9FFD42BC5068}" dt="2021-01-27T14:52:45.395" v="4" actId="1592"/>
        <pc:sldMkLst>
          <pc:docMk/>
          <pc:sldMk cId="2089979696" sldId="262"/>
        </pc:sldMkLst>
      </pc:sldChg>
      <pc:sldChg chg="delCm">
        <pc:chgData name="Serhii Harmash" userId="19965dc1-3670-4089-9e09-ab6aab33a005" providerId="ADAL" clId="{794D1052-E543-4124-82E6-9FFD42BC5068}" dt="2021-01-27T14:52:37.702" v="2" actId="1592"/>
        <pc:sldMkLst>
          <pc:docMk/>
          <pc:sldMk cId="1724851486" sldId="264"/>
        </pc:sldMkLst>
      </pc:sldChg>
      <pc:sldChg chg="delCm">
        <pc:chgData name="Serhii Harmash" userId="19965dc1-3670-4089-9e09-ab6aab33a005" providerId="ADAL" clId="{794D1052-E543-4124-82E6-9FFD42BC5068}" dt="2021-01-27T14:52:59.793" v="5" actId="1592"/>
        <pc:sldMkLst>
          <pc:docMk/>
          <pc:sldMk cId="2162662487" sldId="272"/>
        </pc:sldMkLst>
      </pc:sldChg>
      <pc:sldChg chg="delCm">
        <pc:chgData name="Serhii Harmash" userId="19965dc1-3670-4089-9e09-ab6aab33a005" providerId="ADAL" clId="{794D1052-E543-4124-82E6-9FFD42BC5068}" dt="2021-01-27T14:53:09.318" v="7" actId="1592"/>
        <pc:sldMkLst>
          <pc:docMk/>
          <pc:sldMk cId="916155864" sldId="273"/>
        </pc:sldMkLst>
      </pc:sldChg>
      <pc:sldChg chg="delCm">
        <pc:chgData name="Serhii Harmash" userId="19965dc1-3670-4089-9e09-ab6aab33a005" providerId="ADAL" clId="{794D1052-E543-4124-82E6-9FFD42BC5068}" dt="2021-01-27T14:53:23.075" v="8" actId="1592"/>
        <pc:sldMkLst>
          <pc:docMk/>
          <pc:sldMk cId="2643899968" sldId="278"/>
        </pc:sldMkLst>
      </pc:sldChg>
      <pc:sldChg chg="delCm">
        <pc:chgData name="Serhii Harmash" userId="19965dc1-3670-4089-9e09-ab6aab33a005" providerId="ADAL" clId="{794D1052-E543-4124-82E6-9FFD42BC5068}" dt="2021-01-27T14:52:28.329" v="0" actId="1592"/>
        <pc:sldMkLst>
          <pc:docMk/>
          <pc:sldMk cId="2718989042" sldId="281"/>
        </pc:sldMkLst>
      </pc:sldChg>
      <pc:sldChg chg="delCm">
        <pc:chgData name="Serhii Harmash" userId="19965dc1-3670-4089-9e09-ab6aab33a005" providerId="ADAL" clId="{794D1052-E543-4124-82E6-9FFD42BC5068}" dt="2021-01-27T14:53:33.460" v="9" actId="1592"/>
        <pc:sldMkLst>
          <pc:docMk/>
          <pc:sldMk cId="1435283075" sldId="286"/>
        </pc:sldMkLst>
      </pc:sldChg>
    </pc:docChg>
  </pc:docChgLst>
  <pc:docChgLst>
    <pc:chgData name="Mariana Sofii (MSF)" userId="S::msf@simcorp.com::c6efa36b-6f78-4df2-92ed-4da21e89d024" providerId="AD" clId="Web-{5CA68249-DED7-0486-D123-61FBCA7628C2}"/>
    <pc:docChg chg="modSld">
      <pc:chgData name="Mariana Sofii (MSF)" userId="S::msf@simcorp.com::c6efa36b-6f78-4df2-92ed-4da21e89d024" providerId="AD" clId="Web-{5CA68249-DED7-0486-D123-61FBCA7628C2}" dt="2021-06-08T06:19:02.486" v="2"/>
      <pc:docMkLst>
        <pc:docMk/>
      </pc:docMkLst>
      <pc:sldChg chg="addSp delSp modSp">
        <pc:chgData name="Mariana Sofii (MSF)" userId="S::msf@simcorp.com::c6efa36b-6f78-4df2-92ed-4da21e89d024" providerId="AD" clId="Web-{5CA68249-DED7-0486-D123-61FBCA7628C2}" dt="2021-06-08T06:19:02.486" v="2"/>
        <pc:sldMkLst>
          <pc:docMk/>
          <pc:sldMk cId="3655645856" sldId="308"/>
        </pc:sldMkLst>
        <pc:spChg chg="add del mod">
          <ac:chgData name="Mariana Sofii (MSF)" userId="S::msf@simcorp.com::c6efa36b-6f78-4df2-92ed-4da21e89d024" providerId="AD" clId="Web-{5CA68249-DED7-0486-D123-61FBCA7628C2}" dt="2021-06-08T06:19:02.486" v="2"/>
          <ac:spMkLst>
            <pc:docMk/>
            <pc:sldMk cId="3655645856" sldId="308"/>
            <ac:spMk id="8" creationId="{668D3E5D-7729-4748-B4F6-E0AE36D37D3C}"/>
          </ac:spMkLst>
        </pc:spChg>
      </pc:sldChg>
    </pc:docChg>
  </pc:docChgLst>
  <pc:docChgLst>
    <pc:chgData name="Mykola Kuksa (MLKK)" userId="S::mlkk@simcorp.com::1056c9f5-bd5e-4aba-85cc-cd2356148781" providerId="AD" clId="Web-{55E7E837-CAA4-8733-6AD5-175F09CB658F}"/>
    <pc:docChg chg="modSld">
      <pc:chgData name="Mykola Kuksa (MLKK)" userId="S::mlkk@simcorp.com::1056c9f5-bd5e-4aba-85cc-cd2356148781" providerId="AD" clId="Web-{55E7E837-CAA4-8733-6AD5-175F09CB658F}" dt="2020-11-29T17:09:28.141" v="6" actId="20577"/>
      <pc:docMkLst>
        <pc:docMk/>
      </pc:docMkLst>
      <pc:sldChg chg="modSp">
        <pc:chgData name="Mykola Kuksa (MLKK)" userId="S::mlkk@simcorp.com::1056c9f5-bd5e-4aba-85cc-cd2356148781" providerId="AD" clId="Web-{55E7E837-CAA4-8733-6AD5-175F09CB658F}" dt="2020-11-29T17:09:28.141" v="6" actId="20577"/>
        <pc:sldMkLst>
          <pc:docMk/>
          <pc:sldMk cId="2999522731" sldId="300"/>
        </pc:sldMkLst>
        <pc:spChg chg="mod">
          <ac:chgData name="Mykola Kuksa (MLKK)" userId="S::mlkk@simcorp.com::1056c9f5-bd5e-4aba-85cc-cd2356148781" providerId="AD" clId="Web-{55E7E837-CAA4-8733-6AD5-175F09CB658F}" dt="2020-11-29T17:09:28.141" v="6" actId="20577"/>
          <ac:spMkLst>
            <pc:docMk/>
            <pc:sldMk cId="2999522731" sldId="300"/>
            <ac:spMk id="17" creationId="{77F69902-65C9-4B1B-9141-08A5F6F38669}"/>
          </ac:spMkLst>
        </pc:spChg>
      </pc:sldChg>
    </pc:docChg>
  </pc:docChgLst>
  <pc:docChgLst>
    <pc:chgData clId="Web-{5D14AE9F-50F6-2000-A151-6EE57EE4DEAE}"/>
    <pc:docChg chg="modSld">
      <pc:chgData name="" userId="" providerId="" clId="Web-{5D14AE9F-50F6-2000-A151-6EE57EE4DEAE}" dt="2021-02-23T13:34:28.971" v="1" actId="20577"/>
      <pc:docMkLst>
        <pc:docMk/>
      </pc:docMkLst>
      <pc:sldChg chg="modSp">
        <pc:chgData name="" userId="" providerId="" clId="Web-{5D14AE9F-50F6-2000-A151-6EE57EE4DEAE}" dt="2021-02-23T13:34:28.971" v="1" actId="20577"/>
        <pc:sldMkLst>
          <pc:docMk/>
          <pc:sldMk cId="525279977" sldId="256"/>
        </pc:sldMkLst>
        <pc:spChg chg="mod">
          <ac:chgData name="" userId="" providerId="" clId="Web-{5D14AE9F-50F6-2000-A151-6EE57EE4DEAE}" dt="2021-02-23T13:34:28.971" v="1" actId="20577"/>
          <ac:spMkLst>
            <pc:docMk/>
            <pc:sldMk cId="525279977" sldId="256"/>
            <ac:spMk id="5" creationId="{3F26BBC0-55E0-4EA1-B967-6CE1D18774D8}"/>
          </ac:spMkLst>
        </pc:spChg>
      </pc:sldChg>
    </pc:docChg>
  </pc:docChgLst>
  <pc:docChgLst>
    <pc:chgData name="Mykola Kuksa" userId="1056c9f5-bd5e-4aba-85cc-cd2356148781" providerId="ADAL" clId="{E9697E23-E68B-49B4-ABC7-5F739CCEE991}"/>
    <pc:docChg chg="undo custSel modSld sldOrd">
      <pc:chgData name="Mykola Kuksa" userId="1056c9f5-bd5e-4aba-85cc-cd2356148781" providerId="ADAL" clId="{E9697E23-E68B-49B4-ABC7-5F739CCEE991}" dt="2021-06-08T09:47:13.904" v="20" actId="20577"/>
      <pc:docMkLst>
        <pc:docMk/>
      </pc:docMkLst>
      <pc:sldChg chg="ord">
        <pc:chgData name="Mykola Kuksa" userId="1056c9f5-bd5e-4aba-85cc-cd2356148781" providerId="ADAL" clId="{E9697E23-E68B-49B4-ABC7-5F739CCEE991}" dt="2021-06-08T06:08:53.190" v="4"/>
        <pc:sldMkLst>
          <pc:docMk/>
          <pc:sldMk cId="4246706629" sldId="261"/>
        </pc:sldMkLst>
      </pc:sldChg>
      <pc:sldChg chg="ord">
        <pc:chgData name="Mykola Kuksa" userId="1056c9f5-bd5e-4aba-85cc-cd2356148781" providerId="ADAL" clId="{E9697E23-E68B-49B4-ABC7-5F739CCEE991}" dt="2021-06-08T06:08:53.190" v="4"/>
        <pc:sldMkLst>
          <pc:docMk/>
          <pc:sldMk cId="2089979696" sldId="262"/>
        </pc:sldMkLst>
      </pc:sldChg>
      <pc:sldChg chg="modNotesTx">
        <pc:chgData name="Mykola Kuksa" userId="1056c9f5-bd5e-4aba-85cc-cd2356148781" providerId="ADAL" clId="{E9697E23-E68B-49B4-ABC7-5F739CCEE991}" dt="2021-06-08T06:47:05.688" v="10" actId="20577"/>
        <pc:sldMkLst>
          <pc:docMk/>
          <pc:sldMk cId="2201686128" sldId="265"/>
        </pc:sldMkLst>
      </pc:sldChg>
      <pc:sldChg chg="modNotesTx">
        <pc:chgData name="Mykola Kuksa" userId="1056c9f5-bd5e-4aba-85cc-cd2356148781" providerId="ADAL" clId="{E9697E23-E68B-49B4-ABC7-5F739CCEE991}" dt="2021-06-08T09:47:13.904" v="20" actId="20577"/>
        <pc:sldMkLst>
          <pc:docMk/>
          <pc:sldMk cId="1435283075" sldId="286"/>
        </pc:sldMkLst>
      </pc:sldChg>
      <pc:sldChg chg="ord">
        <pc:chgData name="Mykola Kuksa" userId="1056c9f5-bd5e-4aba-85cc-cd2356148781" providerId="ADAL" clId="{E9697E23-E68B-49B4-ABC7-5F739CCEE991}" dt="2021-06-08T06:08:41.926" v="2" actId="20578"/>
        <pc:sldMkLst>
          <pc:docMk/>
          <pc:sldMk cId="1156584436" sldId="305"/>
        </pc:sldMkLst>
      </pc:sldChg>
      <pc:sldChg chg="modSp mod">
        <pc:chgData name="Mykola Kuksa" userId="1056c9f5-bd5e-4aba-85cc-cd2356148781" providerId="ADAL" clId="{E9697E23-E68B-49B4-ABC7-5F739CCEE991}" dt="2021-06-08T08:46:59.460" v="14" actId="20577"/>
        <pc:sldMkLst>
          <pc:docMk/>
          <pc:sldMk cId="2459319956" sldId="312"/>
        </pc:sldMkLst>
        <pc:spChg chg="mod">
          <ac:chgData name="Mykola Kuksa" userId="1056c9f5-bd5e-4aba-85cc-cd2356148781" providerId="ADAL" clId="{E9697E23-E68B-49B4-ABC7-5F739CCEE991}" dt="2021-06-08T08:46:59.460" v="14" actId="20577"/>
          <ac:spMkLst>
            <pc:docMk/>
            <pc:sldMk cId="2459319956" sldId="312"/>
            <ac:spMk id="6" creationId="{7DE25CD6-6546-451A-A1A4-EEABB9AFF6C9}"/>
          </ac:spMkLst>
        </pc:spChg>
      </pc:sldChg>
    </pc:docChg>
  </pc:docChgLst>
  <pc:docChgLst>
    <pc:chgData name="Mykola Kuksa" userId="1056c9f5-bd5e-4aba-85cc-cd2356148781" providerId="ADAL" clId="{89881E3E-47F4-48F7-A9CB-2FD338911549}"/>
    <pc:docChg chg="undo custSel delSld modSld">
      <pc:chgData name="Mykola Kuksa" userId="1056c9f5-bd5e-4aba-85cc-cd2356148781" providerId="ADAL" clId="{89881E3E-47F4-48F7-A9CB-2FD338911549}" dt="2021-03-01T11:14:08.863" v="2170" actId="313"/>
      <pc:docMkLst>
        <pc:docMk/>
      </pc:docMkLst>
      <pc:sldChg chg="modSp mod">
        <pc:chgData name="Mykola Kuksa" userId="1056c9f5-bd5e-4aba-85cc-cd2356148781" providerId="ADAL" clId="{89881E3E-47F4-48F7-A9CB-2FD338911549}" dt="2021-02-28T18:42:52.265" v="901" actId="20577"/>
        <pc:sldMkLst>
          <pc:docMk/>
          <pc:sldMk cId="1961391790" sldId="275"/>
        </pc:sldMkLst>
        <pc:spChg chg="mod">
          <ac:chgData name="Mykola Kuksa" userId="1056c9f5-bd5e-4aba-85cc-cd2356148781" providerId="ADAL" clId="{89881E3E-47F4-48F7-A9CB-2FD338911549}" dt="2021-02-28T18:42:52.265" v="901" actId="20577"/>
          <ac:spMkLst>
            <pc:docMk/>
            <pc:sldMk cId="1961391790" sldId="275"/>
            <ac:spMk id="5" creationId="{F72E09AF-E54A-41AE-954B-9D77463CEECA}"/>
          </ac:spMkLst>
        </pc:spChg>
      </pc:sldChg>
      <pc:sldChg chg="modSp mod">
        <pc:chgData name="Mykola Kuksa" userId="1056c9f5-bd5e-4aba-85cc-cd2356148781" providerId="ADAL" clId="{89881E3E-47F4-48F7-A9CB-2FD338911549}" dt="2021-02-28T18:44:53.788" v="904" actId="255"/>
        <pc:sldMkLst>
          <pc:docMk/>
          <pc:sldMk cId="2004217070" sldId="279"/>
        </pc:sldMkLst>
        <pc:spChg chg="mod">
          <ac:chgData name="Mykola Kuksa" userId="1056c9f5-bd5e-4aba-85cc-cd2356148781" providerId="ADAL" clId="{89881E3E-47F4-48F7-A9CB-2FD338911549}" dt="2021-02-28T18:44:53.788" v="904" actId="255"/>
          <ac:spMkLst>
            <pc:docMk/>
            <pc:sldMk cId="2004217070" sldId="279"/>
            <ac:spMk id="5" creationId="{F72E09AF-E54A-41AE-954B-9D77463CEECA}"/>
          </ac:spMkLst>
        </pc:spChg>
      </pc:sldChg>
      <pc:sldChg chg="modSp del mod">
        <pc:chgData name="Mykola Kuksa" userId="1056c9f5-bd5e-4aba-85cc-cd2356148781" providerId="ADAL" clId="{89881E3E-47F4-48F7-A9CB-2FD338911549}" dt="2021-02-28T18:43:23.105" v="902" actId="2696"/>
        <pc:sldMkLst>
          <pc:docMk/>
          <pc:sldMk cId="3469599831" sldId="283"/>
        </pc:sldMkLst>
        <pc:spChg chg="mod">
          <ac:chgData name="Mykola Kuksa" userId="1056c9f5-bd5e-4aba-85cc-cd2356148781" providerId="ADAL" clId="{89881E3E-47F4-48F7-A9CB-2FD338911549}" dt="2021-02-28T18:40:58.567" v="864" actId="21"/>
          <ac:spMkLst>
            <pc:docMk/>
            <pc:sldMk cId="3469599831" sldId="283"/>
            <ac:spMk id="5" creationId="{F72E09AF-E54A-41AE-954B-9D77463CEECA}"/>
          </ac:spMkLst>
        </pc:spChg>
      </pc:sldChg>
      <pc:sldChg chg="modNotesTx">
        <pc:chgData name="Mykola Kuksa" userId="1056c9f5-bd5e-4aba-85cc-cd2356148781" providerId="ADAL" clId="{89881E3E-47F4-48F7-A9CB-2FD338911549}" dt="2021-03-01T11:14:08.863" v="2170" actId="313"/>
        <pc:sldMkLst>
          <pc:docMk/>
          <pc:sldMk cId="1435283075" sldId="286"/>
        </pc:sldMkLst>
      </pc:sldChg>
      <pc:sldChg chg="modSp mod">
        <pc:chgData name="Mykola Kuksa" userId="1056c9f5-bd5e-4aba-85cc-cd2356148781" providerId="ADAL" clId="{89881E3E-47F4-48F7-A9CB-2FD338911549}" dt="2021-02-28T18:37:04.611" v="862" actId="14100"/>
        <pc:sldMkLst>
          <pc:docMk/>
          <pc:sldMk cId="2593686918" sldId="288"/>
        </pc:sldMkLst>
        <pc:spChg chg="mod">
          <ac:chgData name="Mykola Kuksa" userId="1056c9f5-bd5e-4aba-85cc-cd2356148781" providerId="ADAL" clId="{89881E3E-47F4-48F7-A9CB-2FD338911549}" dt="2021-02-28T18:37:04.611" v="862" actId="14100"/>
          <ac:spMkLst>
            <pc:docMk/>
            <pc:sldMk cId="2593686918" sldId="288"/>
            <ac:spMk id="5" creationId="{F72E09AF-E54A-41AE-954B-9D77463CEECA}"/>
          </ac:spMkLst>
        </pc:spChg>
      </pc:sldChg>
      <pc:sldChg chg="modNotesTx">
        <pc:chgData name="Mykola Kuksa" userId="1056c9f5-bd5e-4aba-85cc-cd2356148781" providerId="ADAL" clId="{89881E3E-47F4-48F7-A9CB-2FD338911549}" dt="2021-03-01T03:31:54.084" v="2168" actId="20577"/>
        <pc:sldMkLst>
          <pc:docMk/>
          <pc:sldMk cId="2999522731" sldId="300"/>
        </pc:sldMkLst>
      </pc:sldChg>
      <pc:sldChg chg="modNotesTx">
        <pc:chgData name="Mykola Kuksa" userId="1056c9f5-bd5e-4aba-85cc-cd2356148781" providerId="ADAL" clId="{89881E3E-47F4-48F7-A9CB-2FD338911549}" dt="2021-03-01T02:44:30.264" v="1794" actId="20577"/>
        <pc:sldMkLst>
          <pc:docMk/>
          <pc:sldMk cId="3690957997" sldId="301"/>
        </pc:sldMkLst>
      </pc:sldChg>
      <pc:sldChg chg="modSp mod">
        <pc:chgData name="Mykola Kuksa" userId="1056c9f5-bd5e-4aba-85cc-cd2356148781" providerId="ADAL" clId="{89881E3E-47F4-48F7-A9CB-2FD338911549}" dt="2021-02-28T11:53:45.605" v="5" actId="20577"/>
        <pc:sldMkLst>
          <pc:docMk/>
          <pc:sldMk cId="2473241390" sldId="315"/>
        </pc:sldMkLst>
        <pc:spChg chg="mod">
          <ac:chgData name="Mykola Kuksa" userId="1056c9f5-bd5e-4aba-85cc-cd2356148781" providerId="ADAL" clId="{89881E3E-47F4-48F7-A9CB-2FD338911549}" dt="2021-02-28T11:53:45.605" v="5" actId="20577"/>
          <ac:spMkLst>
            <pc:docMk/>
            <pc:sldMk cId="2473241390" sldId="315"/>
            <ac:spMk id="3" creationId="{80AFEB97-D209-4E2A-9426-DC8A74EAFA2E}"/>
          </ac:spMkLst>
        </pc:spChg>
      </pc:sldChg>
    </pc:docChg>
  </pc:docChgLst>
  <pc:docChgLst>
    <pc:chgData name="Mykola Kuksa" userId="1056c9f5-bd5e-4aba-85cc-cd2356148781" providerId="ADAL" clId="{DF86E2A3-6AC7-478A-9979-57B204608A09}"/>
    <pc:docChg chg="undo custSel addSld delSld modSld">
      <pc:chgData name="Mykola Kuksa" userId="1056c9f5-bd5e-4aba-85cc-cd2356148781" providerId="ADAL" clId="{DF86E2A3-6AC7-478A-9979-57B204608A09}" dt="2021-06-07T20:34:46.008" v="2667" actId="20577"/>
      <pc:docMkLst>
        <pc:docMk/>
      </pc:docMkLst>
      <pc:sldChg chg="addSp delSp modSp mod modClrScheme chgLayout modNotesTx">
        <pc:chgData name="Mykola Kuksa" userId="1056c9f5-bd5e-4aba-85cc-cd2356148781" providerId="ADAL" clId="{DF86E2A3-6AC7-478A-9979-57B204608A09}" dt="2021-06-07T13:11:19.384" v="312" actId="14100"/>
        <pc:sldMkLst>
          <pc:docMk/>
          <pc:sldMk cId="416012817" sldId="257"/>
        </pc:sldMkLst>
        <pc:spChg chg="mod">
          <ac:chgData name="Mykola Kuksa" userId="1056c9f5-bd5e-4aba-85cc-cd2356148781" providerId="ADAL" clId="{DF86E2A3-6AC7-478A-9979-57B204608A09}" dt="2021-06-07T12:58:50.205" v="281" actId="26606"/>
          <ac:spMkLst>
            <pc:docMk/>
            <pc:sldMk cId="416012817" sldId="257"/>
            <ac:spMk id="2" creationId="{0B05A094-FED0-45E5-87EF-DE829DAE4714}"/>
          </ac:spMkLst>
        </pc:spChg>
        <pc:spChg chg="mod">
          <ac:chgData name="Mykola Kuksa" userId="1056c9f5-bd5e-4aba-85cc-cd2356148781" providerId="ADAL" clId="{DF86E2A3-6AC7-478A-9979-57B204608A09}" dt="2021-06-07T12:58:50.205" v="281" actId="26606"/>
          <ac:spMkLst>
            <pc:docMk/>
            <pc:sldMk cId="416012817" sldId="257"/>
            <ac:spMk id="3" creationId="{F9AA9E8E-2C29-431A-9250-D77637072257}"/>
          </ac:spMkLst>
        </pc:spChg>
        <pc:spChg chg="mod ord">
          <ac:chgData name="Mykola Kuksa" userId="1056c9f5-bd5e-4aba-85cc-cd2356148781" providerId="ADAL" clId="{DF86E2A3-6AC7-478A-9979-57B204608A09}" dt="2021-06-07T12:58:50.205" v="281" actId="26606"/>
          <ac:spMkLst>
            <pc:docMk/>
            <pc:sldMk cId="416012817" sldId="257"/>
            <ac:spMk id="4" creationId="{AF416DB9-D1F0-4056-8762-3E37E686A61C}"/>
          </ac:spMkLst>
        </pc:spChg>
        <pc:spChg chg="del mod">
          <ac:chgData name="Mykola Kuksa" userId="1056c9f5-bd5e-4aba-85cc-cd2356148781" providerId="ADAL" clId="{DF86E2A3-6AC7-478A-9979-57B204608A09}" dt="2021-06-07T13:10:54.327" v="308" actId="478"/>
          <ac:spMkLst>
            <pc:docMk/>
            <pc:sldMk cId="416012817" sldId="257"/>
            <ac:spMk id="5" creationId="{F72E09AF-E54A-41AE-954B-9D77463CEECA}"/>
          </ac:spMkLst>
        </pc:spChg>
        <pc:spChg chg="add mod">
          <ac:chgData name="Mykola Kuksa" userId="1056c9f5-bd5e-4aba-85cc-cd2356148781" providerId="ADAL" clId="{DF86E2A3-6AC7-478A-9979-57B204608A09}" dt="2021-06-07T13:11:14.187" v="311" actId="1076"/>
          <ac:spMkLst>
            <pc:docMk/>
            <pc:sldMk cId="416012817" sldId="257"/>
            <ac:spMk id="8" creationId="{7A3A5C43-2663-4398-ACD1-E63EA31CD1EA}"/>
          </ac:spMkLst>
        </pc:spChg>
        <pc:spChg chg="add del mod">
          <ac:chgData name="Mykola Kuksa" userId="1056c9f5-bd5e-4aba-85cc-cd2356148781" providerId="ADAL" clId="{DF86E2A3-6AC7-478A-9979-57B204608A09}" dt="2021-06-07T13:10:59.703" v="309" actId="478"/>
          <ac:spMkLst>
            <pc:docMk/>
            <pc:sldMk cId="416012817" sldId="257"/>
            <ac:spMk id="10" creationId="{2A966282-B42C-4D44-A77B-B3389737351C}"/>
          </ac:spMkLst>
        </pc:spChg>
        <pc:picChg chg="add mod">
          <ac:chgData name="Mykola Kuksa" userId="1056c9f5-bd5e-4aba-85cc-cd2356148781" providerId="ADAL" clId="{DF86E2A3-6AC7-478A-9979-57B204608A09}" dt="2021-06-07T13:11:19.384" v="312" actId="14100"/>
          <ac:picMkLst>
            <pc:docMk/>
            <pc:sldMk cId="416012817" sldId="257"/>
            <ac:picMk id="7" creationId="{BC48AF3D-4F63-4B0B-BD6E-401AF9F92519}"/>
          </ac:picMkLst>
        </pc:picChg>
      </pc:sldChg>
      <pc:sldChg chg="modSp mod">
        <pc:chgData name="Mykola Kuksa" userId="1056c9f5-bd5e-4aba-85cc-cd2356148781" providerId="ADAL" clId="{DF86E2A3-6AC7-478A-9979-57B204608A09}" dt="2021-06-06T18:48:26.869" v="9" actId="20577"/>
        <pc:sldMkLst>
          <pc:docMk/>
          <pc:sldMk cId="137281205" sldId="263"/>
        </pc:sldMkLst>
        <pc:spChg chg="mod">
          <ac:chgData name="Mykola Kuksa" userId="1056c9f5-bd5e-4aba-85cc-cd2356148781" providerId="ADAL" clId="{DF86E2A3-6AC7-478A-9979-57B204608A09}" dt="2021-06-06T18:48:26.869" v="9" actId="20577"/>
          <ac:spMkLst>
            <pc:docMk/>
            <pc:sldMk cId="137281205" sldId="263"/>
            <ac:spMk id="5" creationId="{F72E09AF-E54A-41AE-954B-9D77463CEECA}"/>
          </ac:spMkLst>
        </pc:spChg>
      </pc:sldChg>
      <pc:sldChg chg="modNotesTx">
        <pc:chgData name="Mykola Kuksa" userId="1056c9f5-bd5e-4aba-85cc-cd2356148781" providerId="ADAL" clId="{DF86E2A3-6AC7-478A-9979-57B204608A09}" dt="2021-06-07T14:47:27.859" v="774" actId="20577"/>
        <pc:sldMkLst>
          <pc:docMk/>
          <pc:sldMk cId="2201686128" sldId="265"/>
        </pc:sldMkLst>
      </pc:sldChg>
      <pc:sldChg chg="modNotesTx">
        <pc:chgData name="Mykola Kuksa" userId="1056c9f5-bd5e-4aba-85cc-cd2356148781" providerId="ADAL" clId="{DF86E2A3-6AC7-478A-9979-57B204608A09}" dt="2021-06-07T20:27:45.229" v="2632" actId="20577"/>
        <pc:sldMkLst>
          <pc:docMk/>
          <pc:sldMk cId="1435283075" sldId="286"/>
        </pc:sldMkLst>
      </pc:sldChg>
      <pc:sldChg chg="modSp mod">
        <pc:chgData name="Mykola Kuksa" userId="1056c9f5-bd5e-4aba-85cc-cd2356148781" providerId="ADAL" clId="{DF86E2A3-6AC7-478A-9979-57B204608A09}" dt="2021-06-07T16:09:19.452" v="1588" actId="14100"/>
        <pc:sldMkLst>
          <pc:docMk/>
          <pc:sldMk cId="1709716440" sldId="287"/>
        </pc:sldMkLst>
        <pc:spChg chg="mod">
          <ac:chgData name="Mykola Kuksa" userId="1056c9f5-bd5e-4aba-85cc-cd2356148781" providerId="ADAL" clId="{DF86E2A3-6AC7-478A-9979-57B204608A09}" dt="2021-06-07T16:09:19.452" v="1588" actId="14100"/>
          <ac:spMkLst>
            <pc:docMk/>
            <pc:sldMk cId="1709716440" sldId="287"/>
            <ac:spMk id="5" creationId="{F72E09AF-E54A-41AE-954B-9D77463CEECA}"/>
          </ac:spMkLst>
        </pc:spChg>
      </pc:sldChg>
      <pc:sldChg chg="del">
        <pc:chgData name="Mykola Kuksa" userId="1056c9f5-bd5e-4aba-85cc-cd2356148781" providerId="ADAL" clId="{DF86E2A3-6AC7-478A-9979-57B204608A09}" dt="2021-06-07T14:48:49.321" v="775" actId="47"/>
        <pc:sldMkLst>
          <pc:docMk/>
          <pc:sldMk cId="2842328399" sldId="289"/>
        </pc:sldMkLst>
      </pc:sldChg>
      <pc:sldChg chg="modSp mod">
        <pc:chgData name="Mykola Kuksa" userId="1056c9f5-bd5e-4aba-85cc-cd2356148781" providerId="ADAL" clId="{DF86E2A3-6AC7-478A-9979-57B204608A09}" dt="2021-06-07T14:50:00.698" v="788" actId="20577"/>
        <pc:sldMkLst>
          <pc:docMk/>
          <pc:sldMk cId="4320121" sldId="291"/>
        </pc:sldMkLst>
        <pc:spChg chg="mod">
          <ac:chgData name="Mykola Kuksa" userId="1056c9f5-bd5e-4aba-85cc-cd2356148781" providerId="ADAL" clId="{DF86E2A3-6AC7-478A-9979-57B204608A09}" dt="2021-06-07T14:50:00.698" v="788" actId="20577"/>
          <ac:spMkLst>
            <pc:docMk/>
            <pc:sldMk cId="4320121" sldId="291"/>
            <ac:spMk id="3" creationId="{F9AA9E8E-2C29-431A-9250-D77637072257}"/>
          </ac:spMkLst>
        </pc:spChg>
      </pc:sldChg>
      <pc:sldChg chg="modNotesTx">
        <pc:chgData name="Mykola Kuksa" userId="1056c9f5-bd5e-4aba-85cc-cd2356148781" providerId="ADAL" clId="{DF86E2A3-6AC7-478A-9979-57B204608A09}" dt="2021-06-07T20:18:44.283" v="2486" actId="20577"/>
        <pc:sldMkLst>
          <pc:docMk/>
          <pc:sldMk cId="2999522731" sldId="300"/>
        </pc:sldMkLst>
      </pc:sldChg>
      <pc:sldChg chg="modNotesTx">
        <pc:chgData name="Mykola Kuksa" userId="1056c9f5-bd5e-4aba-85cc-cd2356148781" providerId="ADAL" clId="{DF86E2A3-6AC7-478A-9979-57B204608A09}" dt="2021-06-07T19:19:58.111" v="1597" actId="20577"/>
        <pc:sldMkLst>
          <pc:docMk/>
          <pc:sldMk cId="3690957997" sldId="301"/>
        </pc:sldMkLst>
      </pc:sldChg>
      <pc:sldChg chg="modNotesTx">
        <pc:chgData name="Mykola Kuksa" userId="1056c9f5-bd5e-4aba-85cc-cd2356148781" providerId="ADAL" clId="{DF86E2A3-6AC7-478A-9979-57B204608A09}" dt="2021-06-07T20:22:38.470" v="2494" actId="313"/>
        <pc:sldMkLst>
          <pc:docMk/>
          <pc:sldMk cId="213078872" sldId="302"/>
        </pc:sldMkLst>
      </pc:sldChg>
      <pc:sldChg chg="modNotesTx">
        <pc:chgData name="Mykola Kuksa" userId="1056c9f5-bd5e-4aba-85cc-cd2356148781" providerId="ADAL" clId="{DF86E2A3-6AC7-478A-9979-57B204608A09}" dt="2021-06-07T14:56:36.589" v="792"/>
        <pc:sldMkLst>
          <pc:docMk/>
          <pc:sldMk cId="1156584436" sldId="305"/>
        </pc:sldMkLst>
      </pc:sldChg>
      <pc:sldChg chg="modNotesTx">
        <pc:chgData name="Mykola Kuksa" userId="1056c9f5-bd5e-4aba-85cc-cd2356148781" providerId="ADAL" clId="{DF86E2A3-6AC7-478A-9979-57B204608A09}" dt="2021-06-07T20:34:46.008" v="2667" actId="20577"/>
        <pc:sldMkLst>
          <pc:docMk/>
          <pc:sldMk cId="2636285351" sldId="313"/>
        </pc:sldMkLst>
      </pc:sldChg>
      <pc:sldChg chg="addSp delSp modSp new mod modClrScheme chgLayout">
        <pc:chgData name="Mykola Kuksa" userId="1056c9f5-bd5e-4aba-85cc-cd2356148781" providerId="ADAL" clId="{DF86E2A3-6AC7-478A-9979-57B204608A09}" dt="2021-06-06T18:56:50.317" v="277" actId="20577"/>
        <pc:sldMkLst>
          <pc:docMk/>
          <pc:sldMk cId="746354582" sldId="318"/>
        </pc:sldMkLst>
        <pc:spChg chg="mod ord">
          <ac:chgData name="Mykola Kuksa" userId="1056c9f5-bd5e-4aba-85cc-cd2356148781" providerId="ADAL" clId="{DF86E2A3-6AC7-478A-9979-57B204608A09}" dt="2021-06-06T18:52:26.594" v="15" actId="26606"/>
          <ac:spMkLst>
            <pc:docMk/>
            <pc:sldMk cId="746354582" sldId="318"/>
            <ac:spMk id="2" creationId="{6F9A7702-B543-4CBE-B44A-13F3C303255B}"/>
          </ac:spMkLst>
        </pc:spChg>
        <pc:spChg chg="del">
          <ac:chgData name="Mykola Kuksa" userId="1056c9f5-bd5e-4aba-85cc-cd2356148781" providerId="ADAL" clId="{DF86E2A3-6AC7-478A-9979-57B204608A09}" dt="2021-06-06T18:52:26.594" v="15" actId="26606"/>
          <ac:spMkLst>
            <pc:docMk/>
            <pc:sldMk cId="746354582" sldId="318"/>
            <ac:spMk id="3" creationId="{31E66FCB-922F-4E0B-9315-1D75F2E9FE70}"/>
          </ac:spMkLst>
        </pc:spChg>
        <pc:spChg chg="mod">
          <ac:chgData name="Mykola Kuksa" userId="1056c9f5-bd5e-4aba-85cc-cd2356148781" providerId="ADAL" clId="{DF86E2A3-6AC7-478A-9979-57B204608A09}" dt="2021-06-06T18:52:26.594" v="15" actId="26606"/>
          <ac:spMkLst>
            <pc:docMk/>
            <pc:sldMk cId="746354582" sldId="318"/>
            <ac:spMk id="4" creationId="{F03B9BB8-ADDE-41B6-830E-DDDAEBCD1920}"/>
          </ac:spMkLst>
        </pc:spChg>
        <pc:spChg chg="del mod">
          <ac:chgData name="Mykola Kuksa" userId="1056c9f5-bd5e-4aba-85cc-cd2356148781" providerId="ADAL" clId="{DF86E2A3-6AC7-478A-9979-57B204608A09}" dt="2021-06-06T18:52:16.455" v="13" actId="22"/>
          <ac:spMkLst>
            <pc:docMk/>
            <pc:sldMk cId="746354582" sldId="318"/>
            <ac:spMk id="5" creationId="{A2031CE5-31DE-422A-BE17-7423570F5C63}"/>
          </ac:spMkLst>
        </pc:spChg>
        <pc:spChg chg="add mod">
          <ac:chgData name="Mykola Kuksa" userId="1056c9f5-bd5e-4aba-85cc-cd2356148781" providerId="ADAL" clId="{DF86E2A3-6AC7-478A-9979-57B204608A09}" dt="2021-06-06T18:56:11.944" v="271" actId="20577"/>
          <ac:spMkLst>
            <pc:docMk/>
            <pc:sldMk cId="746354582" sldId="318"/>
            <ac:spMk id="12" creationId="{9676F2AE-85E3-474D-AA23-7C3D425E0531}"/>
          </ac:spMkLst>
        </pc:spChg>
        <pc:spChg chg="add mod">
          <ac:chgData name="Mykola Kuksa" userId="1056c9f5-bd5e-4aba-85cc-cd2356148781" providerId="ADAL" clId="{DF86E2A3-6AC7-478A-9979-57B204608A09}" dt="2021-06-06T18:56:50.317" v="277" actId="20577"/>
          <ac:spMkLst>
            <pc:docMk/>
            <pc:sldMk cId="746354582" sldId="318"/>
            <ac:spMk id="14" creationId="{77E84008-BDAC-469F-8428-2B9B986F2729}"/>
          </ac:spMkLst>
        </pc:spChg>
        <pc:picChg chg="add mod ord">
          <ac:chgData name="Mykola Kuksa" userId="1056c9f5-bd5e-4aba-85cc-cd2356148781" providerId="ADAL" clId="{DF86E2A3-6AC7-478A-9979-57B204608A09}" dt="2021-06-06T18:53:52.169" v="53" actId="14100"/>
          <ac:picMkLst>
            <pc:docMk/>
            <pc:sldMk cId="746354582" sldId="318"/>
            <ac:picMk id="7" creationId="{E1ECD6C8-D7B7-481A-B7B3-513A27853415}"/>
          </ac:picMkLst>
        </pc:picChg>
      </pc:sldChg>
    </pc:docChg>
  </pc:docChgLst>
  <pc:docChgLst>
    <pc:chgData name="Mariana Sofii" userId="c6efa36b-6f78-4df2-92ed-4da21e89d024" providerId="ADAL" clId="{E6714208-4F9D-454F-BF5A-B973C70E5538}"/>
    <pc:docChg chg="custSel">
      <pc:chgData name="Mariana Sofii" userId="c6efa36b-6f78-4df2-92ed-4da21e89d024" providerId="ADAL" clId="{E6714208-4F9D-454F-BF5A-B973C70E5538}" dt="2021-02-22T11:33:36.657" v="0" actId="1592"/>
      <pc:docMkLst>
        <pc:docMk/>
      </pc:docMkLst>
      <pc:sldChg chg="delCm">
        <pc:chgData name="Mariana Sofii" userId="c6efa36b-6f78-4df2-92ed-4da21e89d024" providerId="ADAL" clId="{E6714208-4F9D-454F-BF5A-B973C70E5538}" dt="2021-02-22T11:33:36.657" v="0" actId="1592"/>
        <pc:sldMkLst>
          <pc:docMk/>
          <pc:sldMk cId="2643899968" sldId="278"/>
        </pc:sldMkLst>
      </pc:sldChg>
    </pc:docChg>
  </pc:docChgLst>
  <pc:docChgLst>
    <pc:chgData name="Mariana Sofii (MSF)" userId="S::msf@simcorp.com::c6efa36b-6f78-4df2-92ed-4da21e89d024" providerId="AD" clId="Web-{12317306-EBD4-EC02-5763-293FD884F324}"/>
    <pc:docChg chg="modSld">
      <pc:chgData name="Mariana Sofii (MSF)" userId="S::msf@simcorp.com::c6efa36b-6f78-4df2-92ed-4da21e89d024" providerId="AD" clId="Web-{12317306-EBD4-EC02-5763-293FD884F324}" dt="2020-11-26T17:39:55.692" v="0" actId="20577"/>
      <pc:docMkLst>
        <pc:docMk/>
      </pc:docMkLst>
      <pc:sldChg chg="modSp">
        <pc:chgData name="Mariana Sofii (MSF)" userId="S::msf@simcorp.com::c6efa36b-6f78-4df2-92ed-4da21e89d024" providerId="AD" clId="Web-{12317306-EBD4-EC02-5763-293FD884F324}" dt="2020-11-26T17:39:55.692" v="0" actId="20577"/>
        <pc:sldMkLst>
          <pc:docMk/>
          <pc:sldMk cId="525279977" sldId="256"/>
        </pc:sldMkLst>
        <pc:spChg chg="mod">
          <ac:chgData name="Mariana Sofii (MSF)" userId="S::msf@simcorp.com::c6efa36b-6f78-4df2-92ed-4da21e89d024" providerId="AD" clId="Web-{12317306-EBD4-EC02-5763-293FD884F324}" dt="2020-11-26T17:39:55.692" v="0" actId="20577"/>
          <ac:spMkLst>
            <pc:docMk/>
            <pc:sldMk cId="525279977" sldId="256"/>
            <ac:spMk id="2" creationId="{16FD03D9-3736-4F8E-8DD6-53FCA8540A34}"/>
          </ac:spMkLst>
        </pc:spChg>
      </pc:sldChg>
    </pc:docChg>
  </pc:docChgLst>
  <pc:docChgLst>
    <pc:chgData name="Serhii Harmash" userId="19965dc1-3670-4089-9e09-ab6aab33a005" providerId="ADAL" clId="{E83081E9-51E1-45C7-BC44-3A67CAB51535}"/>
    <pc:docChg chg="custSel modSld">
      <pc:chgData name="Serhii Harmash" userId="19965dc1-3670-4089-9e09-ab6aab33a005" providerId="ADAL" clId="{E83081E9-51E1-45C7-BC44-3A67CAB51535}" dt="2020-11-30T14:20:37.947" v="2" actId="478"/>
      <pc:docMkLst>
        <pc:docMk/>
      </pc:docMkLst>
      <pc:sldChg chg="addSp delSp modSp mod">
        <pc:chgData name="Serhii Harmash" userId="19965dc1-3670-4089-9e09-ab6aab33a005" providerId="ADAL" clId="{E83081E9-51E1-45C7-BC44-3A67CAB51535}" dt="2020-11-30T14:20:37.947" v="2" actId="478"/>
        <pc:sldMkLst>
          <pc:docMk/>
          <pc:sldMk cId="3690957997" sldId="301"/>
        </pc:sldMkLst>
        <pc:cxnChg chg="add del mod">
          <ac:chgData name="Serhii Harmash" userId="19965dc1-3670-4089-9e09-ab6aab33a005" providerId="ADAL" clId="{E83081E9-51E1-45C7-BC44-3A67CAB51535}" dt="2020-11-30T14:20:37.947" v="2" actId="478"/>
          <ac:cxnSpMkLst>
            <pc:docMk/>
            <pc:sldMk cId="3690957997" sldId="301"/>
            <ac:cxnSpMk id="7" creationId="{F85981B8-1060-4871-B353-723AF8D4CF1A}"/>
          </ac:cxnSpMkLst>
        </pc:cxnChg>
      </pc:sldChg>
    </pc:docChg>
  </pc:docChgLst>
  <pc:docChgLst>
    <pc:chgData name="Mykola Kuksa (MLKK)" userId="S::mlkk@simcorp.com::1056c9f5-bd5e-4aba-85cc-cd2356148781" providerId="AD" clId="Web-{0F406031-D561-F8AA-1F19-2028BE0E9643}"/>
    <pc:docChg chg="modSld">
      <pc:chgData name="Mykola Kuksa (MLKK)" userId="S::mlkk@simcorp.com::1056c9f5-bd5e-4aba-85cc-cd2356148781" providerId="AD" clId="Web-{0F406031-D561-F8AA-1F19-2028BE0E9643}" dt="2020-11-29T18:24:47.871" v="110"/>
      <pc:docMkLst>
        <pc:docMk/>
      </pc:docMkLst>
      <pc:sldChg chg="modSp">
        <pc:chgData name="Mykola Kuksa (MLKK)" userId="S::mlkk@simcorp.com::1056c9f5-bd5e-4aba-85cc-cd2356148781" providerId="AD" clId="Web-{0F406031-D561-F8AA-1F19-2028BE0E9643}" dt="2020-11-29T17:29:03.230" v="6" actId="20577"/>
        <pc:sldMkLst>
          <pc:docMk/>
          <pc:sldMk cId="1961391790" sldId="275"/>
        </pc:sldMkLst>
        <pc:spChg chg="mod">
          <ac:chgData name="Mykola Kuksa (MLKK)" userId="S::mlkk@simcorp.com::1056c9f5-bd5e-4aba-85cc-cd2356148781" providerId="AD" clId="Web-{0F406031-D561-F8AA-1F19-2028BE0E9643}" dt="2020-11-29T17:29:03.230" v="6" actId="20577"/>
          <ac:spMkLst>
            <pc:docMk/>
            <pc:sldMk cId="1961391790" sldId="275"/>
            <ac:spMk id="3" creationId="{F9AA9E8E-2C29-431A-9250-D77637072257}"/>
          </ac:spMkLst>
        </pc:spChg>
      </pc:sldChg>
      <pc:sldChg chg="modSp">
        <pc:chgData name="Mykola Kuksa (MLKK)" userId="S::mlkk@simcorp.com::1056c9f5-bd5e-4aba-85cc-cd2356148781" providerId="AD" clId="Web-{0F406031-D561-F8AA-1F19-2028BE0E9643}" dt="2020-11-29T17:28:15.230" v="4" actId="20577"/>
        <pc:sldMkLst>
          <pc:docMk/>
          <pc:sldMk cId="2004217070" sldId="279"/>
        </pc:sldMkLst>
        <pc:spChg chg="mod">
          <ac:chgData name="Mykola Kuksa (MLKK)" userId="S::mlkk@simcorp.com::1056c9f5-bd5e-4aba-85cc-cd2356148781" providerId="AD" clId="Web-{0F406031-D561-F8AA-1F19-2028BE0E9643}" dt="2020-11-29T17:28:15.230" v="4" actId="20577"/>
          <ac:spMkLst>
            <pc:docMk/>
            <pc:sldMk cId="2004217070" sldId="279"/>
            <ac:spMk id="4" creationId="{AF416DB9-D1F0-4056-8762-3E37E686A61C}"/>
          </ac:spMkLst>
        </pc:spChg>
      </pc:sldChg>
      <pc:sldChg chg="modSp modNotes">
        <pc:chgData name="Mykola Kuksa (MLKK)" userId="S::mlkk@simcorp.com::1056c9f5-bd5e-4aba-85cc-cd2356148781" providerId="AD" clId="Web-{0F406031-D561-F8AA-1F19-2028BE0E9643}" dt="2020-11-29T18:24:47.871" v="110"/>
        <pc:sldMkLst>
          <pc:docMk/>
          <pc:sldMk cId="1435283075" sldId="286"/>
        </pc:sldMkLst>
        <pc:spChg chg="mod">
          <ac:chgData name="Mykola Kuksa (MLKK)" userId="S::mlkk@simcorp.com::1056c9f5-bd5e-4aba-85cc-cd2356148781" providerId="AD" clId="Web-{0F406031-D561-F8AA-1F19-2028BE0E9643}" dt="2020-11-29T17:56:55.572" v="24" actId="20577"/>
          <ac:spMkLst>
            <pc:docMk/>
            <pc:sldMk cId="1435283075" sldId="286"/>
            <ac:spMk id="5" creationId="{F72E09AF-E54A-41AE-954B-9D77463CEECA}"/>
          </ac:spMkLst>
        </pc:spChg>
      </pc:sldChg>
    </pc:docChg>
  </pc:docChgLst>
  <pc:docChgLst>
    <pc:chgData name="Valeriia Kobzar (VRKR)" userId="S::vrkr@simcorp.com::abeb4f95-95bb-4875-81dd-0cbce4da8295" providerId="AD" clId="Web-{F418AD50-D452-F1FE-20DE-F0D45A9C2BC7}"/>
    <pc:docChg chg="modSld">
      <pc:chgData name="Valeriia Kobzar (VRKR)" userId="S::vrkr@simcorp.com::abeb4f95-95bb-4875-81dd-0cbce4da8295" providerId="AD" clId="Web-{F418AD50-D452-F1FE-20DE-F0D45A9C2BC7}" dt="2021-02-16T13:37:48.602" v="1"/>
      <pc:docMkLst>
        <pc:docMk/>
      </pc:docMkLst>
      <pc:sldChg chg="addSp">
        <pc:chgData name="Valeriia Kobzar (VRKR)" userId="S::vrkr@simcorp.com::abeb4f95-95bb-4875-81dd-0cbce4da8295" providerId="AD" clId="Web-{F418AD50-D452-F1FE-20DE-F0D45A9C2BC7}" dt="2021-02-16T13:37:41.883" v="0"/>
        <pc:sldMkLst>
          <pc:docMk/>
          <pc:sldMk cId="3655645856" sldId="308"/>
        </pc:sldMkLst>
        <pc:picChg chg="add">
          <ac:chgData name="Valeriia Kobzar (VRKR)" userId="S::vrkr@simcorp.com::abeb4f95-95bb-4875-81dd-0cbce4da8295" providerId="AD" clId="Web-{F418AD50-D452-F1FE-20DE-F0D45A9C2BC7}" dt="2021-02-16T13:37:41.883" v="0"/>
          <ac:picMkLst>
            <pc:docMk/>
            <pc:sldMk cId="3655645856" sldId="308"/>
            <ac:picMk id="6" creationId="{9EB1733B-7495-4AF8-AC7D-ECC5E600FD35}"/>
          </ac:picMkLst>
        </pc:picChg>
      </pc:sldChg>
      <pc:sldChg chg="addSp">
        <pc:chgData name="Valeriia Kobzar (VRKR)" userId="S::vrkr@simcorp.com::abeb4f95-95bb-4875-81dd-0cbce4da8295" providerId="AD" clId="Web-{F418AD50-D452-F1FE-20DE-F0D45A9C2BC7}" dt="2021-02-16T13:37:48.602" v="1"/>
        <pc:sldMkLst>
          <pc:docMk/>
          <pc:sldMk cId="829328678" sldId="309"/>
        </pc:sldMkLst>
        <pc:picChg chg="add">
          <ac:chgData name="Valeriia Kobzar (VRKR)" userId="S::vrkr@simcorp.com::abeb4f95-95bb-4875-81dd-0cbce4da8295" providerId="AD" clId="Web-{F418AD50-D452-F1FE-20DE-F0D45A9C2BC7}" dt="2021-02-16T13:37:48.602" v="1"/>
          <ac:picMkLst>
            <pc:docMk/>
            <pc:sldMk cId="829328678" sldId="309"/>
            <ac:picMk id="7" creationId="{2EBDD0D8-5534-4851-AB3B-BE53B56DDB84}"/>
          </ac:picMkLst>
        </pc:picChg>
      </pc:sldChg>
    </pc:docChg>
  </pc:docChgLst>
  <pc:docChgLst>
    <pc:chgData name="Mykola Kuksa" userId="1056c9f5-bd5e-4aba-85cc-cd2356148781" providerId="ADAL" clId="{F8912634-F078-4BE7-8C92-D8CBC908A68C}"/>
    <pc:docChg chg="custSel modSld">
      <pc:chgData name="Mykola Kuksa" userId="1056c9f5-bd5e-4aba-85cc-cd2356148781" providerId="ADAL" clId="{F8912634-F078-4BE7-8C92-D8CBC908A68C}" dt="2021-03-01T11:18:39.331" v="940" actId="20577"/>
      <pc:docMkLst>
        <pc:docMk/>
      </pc:docMkLst>
      <pc:sldChg chg="modNotesTx">
        <pc:chgData name="Mykola Kuksa" userId="1056c9f5-bd5e-4aba-85cc-cd2356148781" providerId="ADAL" clId="{F8912634-F078-4BE7-8C92-D8CBC908A68C}" dt="2021-03-01T11:18:39.331" v="940" actId="20577"/>
        <pc:sldMkLst>
          <pc:docMk/>
          <pc:sldMk cId="1435283075" sldId="286"/>
        </pc:sldMkLst>
      </pc:sldChg>
      <pc:sldChg chg="modNotesTx">
        <pc:chgData name="Mykola Kuksa" userId="1056c9f5-bd5e-4aba-85cc-cd2356148781" providerId="ADAL" clId="{F8912634-F078-4BE7-8C92-D8CBC908A68C}" dt="2021-03-01T06:50:20.092" v="392" actId="20577"/>
        <pc:sldMkLst>
          <pc:docMk/>
          <pc:sldMk cId="2999522731" sldId="300"/>
        </pc:sldMkLst>
      </pc:sldChg>
      <pc:sldChg chg="modNotesTx">
        <pc:chgData name="Mykola Kuksa" userId="1056c9f5-bd5e-4aba-85cc-cd2356148781" providerId="ADAL" clId="{F8912634-F078-4BE7-8C92-D8CBC908A68C}" dt="2021-03-01T08:31:50.217" v="933"/>
        <pc:sldMkLst>
          <pc:docMk/>
          <pc:sldMk cId="3690957997" sldId="301"/>
        </pc:sldMkLst>
      </pc:sldChg>
      <pc:sldChg chg="modNotesTx">
        <pc:chgData name="Mykola Kuksa" userId="1056c9f5-bd5e-4aba-85cc-cd2356148781" providerId="ADAL" clId="{F8912634-F078-4BE7-8C92-D8CBC908A68C}" dt="2021-03-01T07:16:09.680" v="905" actId="313"/>
        <pc:sldMkLst>
          <pc:docMk/>
          <pc:sldMk cId="2636285351" sldId="313"/>
        </pc:sldMkLst>
      </pc:sldChg>
    </pc:docChg>
  </pc:docChgLst>
  <pc:docChgLst>
    <pc:chgData name="Serhii Harmash" userId="19965dc1-3670-4089-9e09-ab6aab33a005" providerId="ADAL" clId="{A393E456-D6E9-4D55-87B9-DF0EC1D523ED}"/>
    <pc:docChg chg="undo custSel addSld delSld modSld">
      <pc:chgData name="Serhii Harmash" userId="19965dc1-3670-4089-9e09-ab6aab33a005" providerId="ADAL" clId="{A393E456-D6E9-4D55-87B9-DF0EC1D523ED}" dt="2021-09-07T09:48:51.451" v="249" actId="20577"/>
      <pc:docMkLst>
        <pc:docMk/>
      </pc:docMkLst>
      <pc:sldChg chg="modSp mod">
        <pc:chgData name="Serhii Harmash" userId="19965dc1-3670-4089-9e09-ab6aab33a005" providerId="ADAL" clId="{A393E456-D6E9-4D55-87B9-DF0EC1D523ED}" dt="2021-09-07T09:36:54.436" v="247" actId="33524"/>
        <pc:sldMkLst>
          <pc:docMk/>
          <pc:sldMk cId="1709716440" sldId="287"/>
        </pc:sldMkLst>
        <pc:spChg chg="mod">
          <ac:chgData name="Serhii Harmash" userId="19965dc1-3670-4089-9e09-ab6aab33a005" providerId="ADAL" clId="{A393E456-D6E9-4D55-87B9-DF0EC1D523ED}" dt="2021-09-07T09:36:54.436" v="247" actId="33524"/>
          <ac:spMkLst>
            <pc:docMk/>
            <pc:sldMk cId="1709716440" sldId="287"/>
            <ac:spMk id="5" creationId="{F72E09AF-E54A-41AE-954B-9D77463CEECA}"/>
          </ac:spMkLst>
        </pc:spChg>
      </pc:sldChg>
      <pc:sldChg chg="modSp mod">
        <pc:chgData name="Serhii Harmash" userId="19965dc1-3670-4089-9e09-ab6aab33a005" providerId="ADAL" clId="{A393E456-D6E9-4D55-87B9-DF0EC1D523ED}" dt="2021-09-07T09:48:51.451" v="249" actId="20577"/>
        <pc:sldMkLst>
          <pc:docMk/>
          <pc:sldMk cId="2593686918" sldId="288"/>
        </pc:sldMkLst>
        <pc:spChg chg="mod">
          <ac:chgData name="Serhii Harmash" userId="19965dc1-3670-4089-9e09-ab6aab33a005" providerId="ADAL" clId="{A393E456-D6E9-4D55-87B9-DF0EC1D523ED}" dt="2021-09-07T09:48:51.451" v="249" actId="20577"/>
          <ac:spMkLst>
            <pc:docMk/>
            <pc:sldMk cId="2593686918" sldId="288"/>
            <ac:spMk id="5" creationId="{F72E09AF-E54A-41AE-954B-9D77463CEECA}"/>
          </ac:spMkLst>
        </pc:spChg>
      </pc:sldChg>
      <pc:sldChg chg="add del">
        <pc:chgData name="Serhii Harmash" userId="19965dc1-3670-4089-9e09-ab6aab33a005" providerId="ADAL" clId="{A393E456-D6E9-4D55-87B9-DF0EC1D523ED}" dt="2021-09-07T09:34:30.021" v="104" actId="2890"/>
        <pc:sldMkLst>
          <pc:docMk/>
          <pc:sldMk cId="241186929" sldId="319"/>
        </pc:sldMkLst>
      </pc:sldChg>
    </pc:docChg>
  </pc:docChgLst>
  <pc:docChgLst>
    <pc:chgData name="Serhii Harmash" userId="19965dc1-3670-4089-9e09-ab6aab33a005" providerId="ADAL" clId="{0CF77E1E-18A9-498B-BB4A-A9CFF90FE219}"/>
    <pc:docChg chg="undo custSel delSld modSld">
      <pc:chgData name="Serhii Harmash" userId="19965dc1-3670-4089-9e09-ab6aab33a005" providerId="ADAL" clId="{0CF77E1E-18A9-498B-BB4A-A9CFF90FE219}" dt="2020-11-30T10:36:55.334" v="1347" actId="404"/>
      <pc:docMkLst>
        <pc:docMk/>
      </pc:docMkLst>
      <pc:sldChg chg="modSp mod">
        <pc:chgData name="Serhii Harmash" userId="19965dc1-3670-4089-9e09-ab6aab33a005" providerId="ADAL" clId="{0CF77E1E-18A9-498B-BB4A-A9CFF90FE219}" dt="2020-11-29T14:17:23.152" v="880" actId="20577"/>
        <pc:sldMkLst>
          <pc:docMk/>
          <pc:sldMk cId="738792783" sldId="259"/>
        </pc:sldMkLst>
        <pc:spChg chg="mod">
          <ac:chgData name="Serhii Harmash" userId="19965dc1-3670-4089-9e09-ab6aab33a005" providerId="ADAL" clId="{0CF77E1E-18A9-498B-BB4A-A9CFF90FE219}" dt="2020-11-29T14:17:23.152" v="880" actId="20577"/>
          <ac:spMkLst>
            <pc:docMk/>
            <pc:sldMk cId="738792783" sldId="259"/>
            <ac:spMk id="7" creationId="{F73EFE5B-4402-49A7-AFD2-38F85C0027E9}"/>
          </ac:spMkLst>
        </pc:spChg>
      </pc:sldChg>
      <pc:sldChg chg="modSp mod">
        <pc:chgData name="Serhii Harmash" userId="19965dc1-3670-4089-9e09-ab6aab33a005" providerId="ADAL" clId="{0CF77E1E-18A9-498B-BB4A-A9CFF90FE219}" dt="2020-11-29T14:17:39.637" v="883" actId="20577"/>
        <pc:sldMkLst>
          <pc:docMk/>
          <pc:sldMk cId="1961391790" sldId="275"/>
        </pc:sldMkLst>
        <pc:spChg chg="mod">
          <ac:chgData name="Serhii Harmash" userId="19965dc1-3670-4089-9e09-ab6aab33a005" providerId="ADAL" clId="{0CF77E1E-18A9-498B-BB4A-A9CFF90FE219}" dt="2020-11-29T14:17:39.637" v="883" actId="20577"/>
          <ac:spMkLst>
            <pc:docMk/>
            <pc:sldMk cId="1961391790" sldId="275"/>
            <ac:spMk id="4" creationId="{AF416DB9-D1F0-4056-8762-3E37E686A61C}"/>
          </ac:spMkLst>
        </pc:spChg>
        <pc:spChg chg="mod">
          <ac:chgData name="Serhii Harmash" userId="19965dc1-3670-4089-9e09-ab6aab33a005" providerId="ADAL" clId="{0CF77E1E-18A9-498B-BB4A-A9CFF90FE219}" dt="2020-11-29T13:54:28.713" v="635" actId="108"/>
          <ac:spMkLst>
            <pc:docMk/>
            <pc:sldMk cId="1961391790" sldId="275"/>
            <ac:spMk id="5" creationId="{F72E09AF-E54A-41AE-954B-9D77463CEECA}"/>
          </ac:spMkLst>
        </pc:spChg>
      </pc:sldChg>
      <pc:sldChg chg="modSp mod">
        <pc:chgData name="Serhii Harmash" userId="19965dc1-3670-4089-9e09-ab6aab33a005" providerId="ADAL" clId="{0CF77E1E-18A9-498B-BB4A-A9CFF90FE219}" dt="2020-11-30T09:09:15.429" v="1091" actId="20577"/>
        <pc:sldMkLst>
          <pc:docMk/>
          <pc:sldMk cId="4211921108" sldId="276"/>
        </pc:sldMkLst>
        <pc:spChg chg="mod">
          <ac:chgData name="Serhii Harmash" userId="19965dc1-3670-4089-9e09-ab6aab33a005" providerId="ADAL" clId="{0CF77E1E-18A9-498B-BB4A-A9CFF90FE219}" dt="2020-11-30T09:09:15.429" v="1091" actId="20577"/>
          <ac:spMkLst>
            <pc:docMk/>
            <pc:sldMk cId="4211921108" sldId="276"/>
            <ac:spMk id="5" creationId="{F72E09AF-E54A-41AE-954B-9D77463CEECA}"/>
          </ac:spMkLst>
        </pc:spChg>
      </pc:sldChg>
      <pc:sldChg chg="addSp delSp modSp mod modNotesTx">
        <pc:chgData name="Serhii Harmash" userId="19965dc1-3670-4089-9e09-ab6aab33a005" providerId="ADAL" clId="{0CF77E1E-18A9-498B-BB4A-A9CFF90FE219}" dt="2020-11-29T14:15:56.641" v="873" actId="478"/>
        <pc:sldMkLst>
          <pc:docMk/>
          <pc:sldMk cId="2643899968" sldId="278"/>
        </pc:sldMkLst>
        <pc:spChg chg="mod">
          <ac:chgData name="Serhii Harmash" userId="19965dc1-3670-4089-9e09-ab6aab33a005" providerId="ADAL" clId="{0CF77E1E-18A9-498B-BB4A-A9CFF90FE219}" dt="2020-11-29T14:14:56.352" v="859" actId="21"/>
          <ac:spMkLst>
            <pc:docMk/>
            <pc:sldMk cId="2643899968" sldId="278"/>
            <ac:spMk id="5" creationId="{F72E09AF-E54A-41AE-954B-9D77463CEECA}"/>
          </ac:spMkLst>
        </pc:spChg>
        <pc:spChg chg="add mod">
          <ac:chgData name="Serhii Harmash" userId="19965dc1-3670-4089-9e09-ab6aab33a005" providerId="ADAL" clId="{0CF77E1E-18A9-498B-BB4A-A9CFF90FE219}" dt="2020-11-29T14:15:19.426" v="867" actId="20577"/>
          <ac:spMkLst>
            <pc:docMk/>
            <pc:sldMk cId="2643899968" sldId="278"/>
            <ac:spMk id="15" creationId="{29283477-DBE4-4498-B0FD-EEA0BB342DE7}"/>
          </ac:spMkLst>
        </pc:spChg>
        <pc:spChg chg="add del mod">
          <ac:chgData name="Serhii Harmash" userId="19965dc1-3670-4089-9e09-ab6aab33a005" providerId="ADAL" clId="{0CF77E1E-18A9-498B-BB4A-A9CFF90FE219}" dt="2020-11-29T14:15:47.107" v="871" actId="11529"/>
          <ac:spMkLst>
            <pc:docMk/>
            <pc:sldMk cId="2643899968" sldId="278"/>
            <ac:spMk id="16" creationId="{91DF3E73-2232-4C64-A20D-2E4A7204C488}"/>
          </ac:spMkLst>
        </pc:spChg>
        <pc:spChg chg="add del">
          <ac:chgData name="Serhii Harmash" userId="19965dc1-3670-4089-9e09-ab6aab33a005" providerId="ADAL" clId="{0CF77E1E-18A9-498B-BB4A-A9CFF90FE219}" dt="2020-11-29T14:15:56.641" v="873" actId="478"/>
          <ac:spMkLst>
            <pc:docMk/>
            <pc:sldMk cId="2643899968" sldId="278"/>
            <ac:spMk id="17" creationId="{B0427F21-48DB-49B3-976C-28D9DA03AEDE}"/>
          </ac:spMkLst>
        </pc:spChg>
        <pc:picChg chg="add del mod">
          <ac:chgData name="Serhii Harmash" userId="19965dc1-3670-4089-9e09-ab6aab33a005" providerId="ADAL" clId="{0CF77E1E-18A9-498B-BB4A-A9CFF90FE219}" dt="2020-11-29T14:04:02.567" v="670" actId="478"/>
          <ac:picMkLst>
            <pc:docMk/>
            <pc:sldMk cId="2643899968" sldId="278"/>
            <ac:picMk id="6" creationId="{6EC3D4CF-CF8C-4071-B0C0-58160BDA18A5}"/>
          </ac:picMkLst>
        </pc:picChg>
        <pc:picChg chg="add del mod">
          <ac:chgData name="Serhii Harmash" userId="19965dc1-3670-4089-9e09-ab6aab33a005" providerId="ADAL" clId="{0CF77E1E-18A9-498B-BB4A-A9CFF90FE219}" dt="2020-11-29T14:04:30.436" v="672" actId="21"/>
          <ac:picMkLst>
            <pc:docMk/>
            <pc:sldMk cId="2643899968" sldId="278"/>
            <ac:picMk id="7" creationId="{73839156-B844-460F-8A10-CB6E8BB27B0D}"/>
          </ac:picMkLst>
        </pc:picChg>
        <pc:picChg chg="add mod">
          <ac:chgData name="Serhii Harmash" userId="19965dc1-3670-4089-9e09-ab6aab33a005" providerId="ADAL" clId="{0CF77E1E-18A9-498B-BB4A-A9CFF90FE219}" dt="2020-11-29T14:12:07.280" v="676" actId="1076"/>
          <ac:picMkLst>
            <pc:docMk/>
            <pc:sldMk cId="2643899968" sldId="278"/>
            <ac:picMk id="8" creationId="{7C3A1030-553A-4890-AEF0-D7264A1923C0}"/>
          </ac:picMkLst>
        </pc:picChg>
        <pc:picChg chg="add mod">
          <ac:chgData name="Serhii Harmash" userId="19965dc1-3670-4089-9e09-ab6aab33a005" providerId="ADAL" clId="{0CF77E1E-18A9-498B-BB4A-A9CFF90FE219}" dt="2020-11-29T14:12:25.255" v="680" actId="1076"/>
          <ac:picMkLst>
            <pc:docMk/>
            <pc:sldMk cId="2643899968" sldId="278"/>
            <ac:picMk id="9" creationId="{52C681D7-38B5-4AC0-B692-CE7C35E9D011}"/>
          </ac:picMkLst>
        </pc:picChg>
        <pc:picChg chg="add mod modCrop">
          <ac:chgData name="Serhii Harmash" userId="19965dc1-3670-4089-9e09-ab6aab33a005" providerId="ADAL" clId="{0CF77E1E-18A9-498B-BB4A-A9CFF90FE219}" dt="2020-11-29T14:12:59.890" v="689" actId="14100"/>
          <ac:picMkLst>
            <pc:docMk/>
            <pc:sldMk cId="2643899968" sldId="278"/>
            <ac:picMk id="10" creationId="{A8596652-45AD-4CA2-B4DC-D9CC2F65BD70}"/>
          </ac:picMkLst>
        </pc:picChg>
        <pc:picChg chg="add del mod">
          <ac:chgData name="Serhii Harmash" userId="19965dc1-3670-4089-9e09-ab6aab33a005" providerId="ADAL" clId="{0CF77E1E-18A9-498B-BB4A-A9CFF90FE219}" dt="2020-11-29T14:13:12.289" v="692" actId="478"/>
          <ac:picMkLst>
            <pc:docMk/>
            <pc:sldMk cId="2643899968" sldId="278"/>
            <ac:picMk id="11" creationId="{00FBC5DD-37C0-48D9-ADF8-3BC095BB1010}"/>
          </ac:picMkLst>
        </pc:picChg>
        <pc:picChg chg="add mod">
          <ac:chgData name="Serhii Harmash" userId="19965dc1-3670-4089-9e09-ab6aab33a005" providerId="ADAL" clId="{0CF77E1E-18A9-498B-BB4A-A9CFF90FE219}" dt="2020-11-29T14:13:10.046" v="691" actId="571"/>
          <ac:picMkLst>
            <pc:docMk/>
            <pc:sldMk cId="2643899968" sldId="278"/>
            <ac:picMk id="12" creationId="{C2C81E56-1152-4560-9C69-274A366830DD}"/>
          </ac:picMkLst>
        </pc:picChg>
        <pc:picChg chg="add mod">
          <ac:chgData name="Serhii Harmash" userId="19965dc1-3670-4089-9e09-ab6aab33a005" providerId="ADAL" clId="{0CF77E1E-18A9-498B-BB4A-A9CFF90FE219}" dt="2020-11-29T14:13:19.615" v="693" actId="571"/>
          <ac:picMkLst>
            <pc:docMk/>
            <pc:sldMk cId="2643899968" sldId="278"/>
            <ac:picMk id="13" creationId="{FDEF2D76-A03C-4706-A076-2543F1EDF750}"/>
          </ac:picMkLst>
        </pc:picChg>
        <pc:picChg chg="add mod">
          <ac:chgData name="Serhii Harmash" userId="19965dc1-3670-4089-9e09-ab6aab33a005" providerId="ADAL" clId="{0CF77E1E-18A9-498B-BB4A-A9CFF90FE219}" dt="2020-11-29T14:13:38.748" v="696" actId="1076"/>
          <ac:picMkLst>
            <pc:docMk/>
            <pc:sldMk cId="2643899968" sldId="278"/>
            <ac:picMk id="14" creationId="{6E351755-80AF-4E06-85F7-111A857AB000}"/>
          </ac:picMkLst>
        </pc:picChg>
      </pc:sldChg>
      <pc:sldChg chg="modSp mod">
        <pc:chgData name="Serhii Harmash" userId="19965dc1-3670-4089-9e09-ab6aab33a005" providerId="ADAL" clId="{0CF77E1E-18A9-498B-BB4A-A9CFF90FE219}" dt="2020-11-30T10:36:55.334" v="1347" actId="404"/>
        <pc:sldMkLst>
          <pc:docMk/>
          <pc:sldMk cId="2004217070" sldId="279"/>
        </pc:sldMkLst>
        <pc:spChg chg="mod">
          <ac:chgData name="Serhii Harmash" userId="19965dc1-3670-4089-9e09-ab6aab33a005" providerId="ADAL" clId="{0CF77E1E-18A9-498B-BB4A-A9CFF90FE219}" dt="2020-11-29T13:55:16.554" v="651" actId="20577"/>
          <ac:spMkLst>
            <pc:docMk/>
            <pc:sldMk cId="2004217070" sldId="279"/>
            <ac:spMk id="4" creationId="{AF416DB9-D1F0-4056-8762-3E37E686A61C}"/>
          </ac:spMkLst>
        </pc:spChg>
        <pc:spChg chg="mod">
          <ac:chgData name="Serhii Harmash" userId="19965dc1-3670-4089-9e09-ab6aab33a005" providerId="ADAL" clId="{0CF77E1E-18A9-498B-BB4A-A9CFF90FE219}" dt="2020-11-30T10:36:55.334" v="1347" actId="404"/>
          <ac:spMkLst>
            <pc:docMk/>
            <pc:sldMk cId="2004217070" sldId="279"/>
            <ac:spMk id="5" creationId="{F72E09AF-E54A-41AE-954B-9D77463CEECA}"/>
          </ac:spMkLst>
        </pc:spChg>
      </pc:sldChg>
      <pc:sldChg chg="del">
        <pc:chgData name="Serhii Harmash" userId="19965dc1-3670-4089-9e09-ab6aab33a005" providerId="ADAL" clId="{0CF77E1E-18A9-498B-BB4A-A9CFF90FE219}" dt="2020-11-29T13:48:41.451" v="382" actId="47"/>
        <pc:sldMkLst>
          <pc:docMk/>
          <pc:sldMk cId="1709433477" sldId="280"/>
        </pc:sldMkLst>
      </pc:sldChg>
      <pc:sldChg chg="del">
        <pc:chgData name="Serhii Harmash" userId="19965dc1-3670-4089-9e09-ab6aab33a005" providerId="ADAL" clId="{0CF77E1E-18A9-498B-BB4A-A9CFF90FE219}" dt="2020-11-29T13:54:15.382" v="629" actId="47"/>
        <pc:sldMkLst>
          <pc:docMk/>
          <pc:sldMk cId="1878432916" sldId="282"/>
        </pc:sldMkLst>
      </pc:sldChg>
      <pc:sldChg chg="modSp mod">
        <pc:chgData name="Serhii Harmash" userId="19965dc1-3670-4089-9e09-ab6aab33a005" providerId="ADAL" clId="{0CF77E1E-18A9-498B-BB4A-A9CFF90FE219}" dt="2020-11-29T14:18:05.618" v="891" actId="20577"/>
        <pc:sldMkLst>
          <pc:docMk/>
          <pc:sldMk cId="3469599831" sldId="283"/>
        </pc:sldMkLst>
        <pc:spChg chg="mod">
          <ac:chgData name="Serhii Harmash" userId="19965dc1-3670-4089-9e09-ab6aab33a005" providerId="ADAL" clId="{0CF77E1E-18A9-498B-BB4A-A9CFF90FE219}" dt="2020-11-29T14:17:57.545" v="887" actId="20577"/>
          <ac:spMkLst>
            <pc:docMk/>
            <pc:sldMk cId="3469599831" sldId="283"/>
            <ac:spMk id="3" creationId="{F9AA9E8E-2C29-431A-9250-D77637072257}"/>
          </ac:spMkLst>
        </pc:spChg>
        <pc:spChg chg="mod">
          <ac:chgData name="Serhii Harmash" userId="19965dc1-3670-4089-9e09-ab6aab33a005" providerId="ADAL" clId="{0CF77E1E-18A9-498B-BB4A-A9CFF90FE219}" dt="2020-11-29T14:17:37.191" v="882" actId="20577"/>
          <ac:spMkLst>
            <pc:docMk/>
            <pc:sldMk cId="3469599831" sldId="283"/>
            <ac:spMk id="4" creationId="{AF416DB9-D1F0-4056-8762-3E37E686A61C}"/>
          </ac:spMkLst>
        </pc:spChg>
        <pc:spChg chg="mod">
          <ac:chgData name="Serhii Harmash" userId="19965dc1-3670-4089-9e09-ab6aab33a005" providerId="ADAL" clId="{0CF77E1E-18A9-498B-BB4A-A9CFF90FE219}" dt="2020-11-29T14:18:05.618" v="891" actId="20577"/>
          <ac:spMkLst>
            <pc:docMk/>
            <pc:sldMk cId="3469599831" sldId="283"/>
            <ac:spMk id="5" creationId="{F72E09AF-E54A-41AE-954B-9D77463CEECA}"/>
          </ac:spMkLst>
        </pc:spChg>
      </pc:sldChg>
      <pc:sldChg chg="del">
        <pc:chgData name="Serhii Harmash" userId="19965dc1-3670-4089-9e09-ab6aab33a005" providerId="ADAL" clId="{0CF77E1E-18A9-498B-BB4A-A9CFF90FE219}" dt="2020-11-29T13:48:42.953" v="383" actId="47"/>
        <pc:sldMkLst>
          <pc:docMk/>
          <pc:sldMk cId="3372204692" sldId="284"/>
        </pc:sldMkLst>
      </pc:sldChg>
      <pc:sldChg chg="modSp mod">
        <pc:chgData name="Serhii Harmash" userId="19965dc1-3670-4089-9e09-ab6aab33a005" providerId="ADAL" clId="{0CF77E1E-18A9-498B-BB4A-A9CFF90FE219}" dt="2020-11-29T14:16:43.030" v="878" actId="20577"/>
        <pc:sldMkLst>
          <pc:docMk/>
          <pc:sldMk cId="1709716440" sldId="287"/>
        </pc:sldMkLst>
        <pc:spChg chg="mod">
          <ac:chgData name="Serhii Harmash" userId="19965dc1-3670-4089-9e09-ab6aab33a005" providerId="ADAL" clId="{0CF77E1E-18A9-498B-BB4A-A9CFF90FE219}" dt="2020-11-29T14:16:43.030" v="878" actId="20577"/>
          <ac:spMkLst>
            <pc:docMk/>
            <pc:sldMk cId="1709716440" sldId="287"/>
            <ac:spMk id="4" creationId="{AF416DB9-D1F0-4056-8762-3E37E686A61C}"/>
          </ac:spMkLst>
        </pc:spChg>
        <pc:spChg chg="mod">
          <ac:chgData name="Serhii Harmash" userId="19965dc1-3670-4089-9e09-ab6aab33a005" providerId="ADAL" clId="{0CF77E1E-18A9-498B-BB4A-A9CFF90FE219}" dt="2020-11-29T14:16:34.131" v="877" actId="20577"/>
          <ac:spMkLst>
            <pc:docMk/>
            <pc:sldMk cId="1709716440" sldId="287"/>
            <ac:spMk id="5" creationId="{F72E09AF-E54A-41AE-954B-9D77463CEECA}"/>
          </ac:spMkLst>
        </pc:spChg>
      </pc:sldChg>
      <pc:sldChg chg="modSp mod">
        <pc:chgData name="Serhii Harmash" userId="19965dc1-3670-4089-9e09-ab6aab33a005" providerId="ADAL" clId="{0CF77E1E-18A9-498B-BB4A-A9CFF90FE219}" dt="2020-11-29T14:17:28.720" v="881" actId="20577"/>
        <pc:sldMkLst>
          <pc:docMk/>
          <pc:sldMk cId="2593686918" sldId="288"/>
        </pc:sldMkLst>
        <pc:spChg chg="mod">
          <ac:chgData name="Serhii Harmash" userId="19965dc1-3670-4089-9e09-ab6aab33a005" providerId="ADAL" clId="{0CF77E1E-18A9-498B-BB4A-A9CFF90FE219}" dt="2020-11-29T14:17:28.720" v="881" actId="20577"/>
          <ac:spMkLst>
            <pc:docMk/>
            <pc:sldMk cId="2593686918" sldId="288"/>
            <ac:spMk id="4" creationId="{AF416DB9-D1F0-4056-8762-3E37E686A61C}"/>
          </ac:spMkLst>
        </pc:spChg>
      </pc:sldChg>
      <pc:sldChg chg="modSp mod">
        <pc:chgData name="Serhii Harmash" userId="19965dc1-3670-4089-9e09-ab6aab33a005" providerId="ADAL" clId="{0CF77E1E-18A9-498B-BB4A-A9CFF90FE219}" dt="2020-11-30T08:47:32.927" v="1020" actId="20577"/>
        <pc:sldMkLst>
          <pc:docMk/>
          <pc:sldMk cId="2842328399" sldId="289"/>
        </pc:sldMkLst>
        <pc:spChg chg="mod">
          <ac:chgData name="Serhii Harmash" userId="19965dc1-3670-4089-9e09-ab6aab33a005" providerId="ADAL" clId="{0CF77E1E-18A9-498B-BB4A-A9CFF90FE219}" dt="2020-11-30T08:47:32.927" v="1020" actId="20577"/>
          <ac:spMkLst>
            <pc:docMk/>
            <pc:sldMk cId="2842328399" sldId="289"/>
            <ac:spMk id="5" creationId="{F72E09AF-E54A-41AE-954B-9D77463CEECA}"/>
          </ac:spMkLst>
        </pc:spChg>
      </pc:sldChg>
      <pc:sldChg chg="del">
        <pc:chgData name="Serhii Harmash" userId="19965dc1-3670-4089-9e09-ab6aab33a005" providerId="ADAL" clId="{0CF77E1E-18A9-498B-BB4A-A9CFF90FE219}" dt="2020-11-29T13:48:18.493" v="381" actId="47"/>
        <pc:sldMkLst>
          <pc:docMk/>
          <pc:sldMk cId="3891336130" sldId="299"/>
        </pc:sldMkLst>
      </pc:sldChg>
      <pc:sldChg chg="addSp delSp modSp mod modNotesTx">
        <pc:chgData name="Serhii Harmash" userId="19965dc1-3670-4089-9e09-ab6aab33a005" providerId="ADAL" clId="{0CF77E1E-18A9-498B-BB4A-A9CFF90FE219}" dt="2020-11-30T08:46:26.028" v="1019" actId="1076"/>
        <pc:sldMkLst>
          <pc:docMk/>
          <pc:sldMk cId="2999522731" sldId="300"/>
        </pc:sldMkLst>
        <pc:spChg chg="mod">
          <ac:chgData name="Serhii Harmash" userId="19965dc1-3670-4089-9e09-ab6aab33a005" providerId="ADAL" clId="{0CF77E1E-18A9-498B-BB4A-A9CFF90FE219}" dt="2020-11-30T08:39:57.214" v="894" actId="21"/>
          <ac:spMkLst>
            <pc:docMk/>
            <pc:sldMk cId="2999522731" sldId="300"/>
            <ac:spMk id="5" creationId="{F72E09AF-E54A-41AE-954B-9D77463CEECA}"/>
          </ac:spMkLst>
        </pc:spChg>
        <pc:spChg chg="mod">
          <ac:chgData name="Serhii Harmash" userId="19965dc1-3670-4089-9e09-ab6aab33a005" providerId="ADAL" clId="{0CF77E1E-18A9-498B-BB4A-A9CFF90FE219}" dt="2020-11-29T13:39:57.464" v="341" actId="1076"/>
          <ac:spMkLst>
            <pc:docMk/>
            <pc:sldMk cId="2999522731" sldId="300"/>
            <ac:spMk id="6" creationId="{272E6CE2-848E-41F5-9C1E-45BE89CE32AB}"/>
          </ac:spMkLst>
        </pc:spChg>
        <pc:spChg chg="mod">
          <ac:chgData name="Serhii Harmash" userId="19965dc1-3670-4089-9e09-ab6aab33a005" providerId="ADAL" clId="{0CF77E1E-18A9-498B-BB4A-A9CFF90FE219}" dt="2020-11-30T08:46:05.525" v="1015" actId="1076"/>
          <ac:spMkLst>
            <pc:docMk/>
            <pc:sldMk cId="2999522731" sldId="300"/>
            <ac:spMk id="7" creationId="{AA98EB52-38FC-4BFD-91B8-7F650D740854}"/>
          </ac:spMkLst>
        </pc:spChg>
        <pc:spChg chg="mod">
          <ac:chgData name="Serhii Harmash" userId="19965dc1-3670-4089-9e09-ab6aab33a005" providerId="ADAL" clId="{0CF77E1E-18A9-498B-BB4A-A9CFF90FE219}" dt="2020-11-29T13:34:54.527" v="265" actId="1076"/>
          <ac:spMkLst>
            <pc:docMk/>
            <pc:sldMk cId="2999522731" sldId="300"/>
            <ac:spMk id="9" creationId="{D23A2442-DDE1-45E6-BD25-48B6331A5EDF}"/>
          </ac:spMkLst>
        </pc:spChg>
        <pc:spChg chg="del mod">
          <ac:chgData name="Serhii Harmash" userId="19965dc1-3670-4089-9e09-ab6aab33a005" providerId="ADAL" clId="{0CF77E1E-18A9-498B-BB4A-A9CFF90FE219}" dt="2020-11-29T13:09:00.074" v="14" actId="478"/>
          <ac:spMkLst>
            <pc:docMk/>
            <pc:sldMk cId="2999522731" sldId="300"/>
            <ac:spMk id="10" creationId="{B9EE130C-EA8B-4646-A740-A2874893AE9E}"/>
          </ac:spMkLst>
        </pc:spChg>
        <pc:spChg chg="mod">
          <ac:chgData name="Serhii Harmash" userId="19965dc1-3670-4089-9e09-ab6aab33a005" providerId="ADAL" clId="{0CF77E1E-18A9-498B-BB4A-A9CFF90FE219}" dt="2020-11-29T13:34:47.409" v="264" actId="1076"/>
          <ac:spMkLst>
            <pc:docMk/>
            <pc:sldMk cId="2999522731" sldId="300"/>
            <ac:spMk id="11" creationId="{327F145D-A704-4CCB-8C8A-C0E8C62DC133}"/>
          </ac:spMkLst>
        </pc:spChg>
        <pc:spChg chg="del mod">
          <ac:chgData name="Serhii Harmash" userId="19965dc1-3670-4089-9e09-ab6aab33a005" providerId="ADAL" clId="{0CF77E1E-18A9-498B-BB4A-A9CFF90FE219}" dt="2020-11-29T13:07:56.106" v="4" actId="478"/>
          <ac:spMkLst>
            <pc:docMk/>
            <pc:sldMk cId="2999522731" sldId="300"/>
            <ac:spMk id="12" creationId="{E1E09298-EAA5-44D3-A8F3-8C0738058E1E}"/>
          </ac:spMkLst>
        </pc:spChg>
        <pc:spChg chg="add mod">
          <ac:chgData name="Serhii Harmash" userId="19965dc1-3670-4089-9e09-ab6aab33a005" providerId="ADAL" clId="{0CF77E1E-18A9-498B-BB4A-A9CFF90FE219}" dt="2020-11-29T13:38:57.227" v="340"/>
          <ac:spMkLst>
            <pc:docMk/>
            <pc:sldMk cId="2999522731" sldId="300"/>
            <ac:spMk id="13" creationId="{8D1B5713-E16A-4FD5-8A3C-3ED5A687CBFA}"/>
          </ac:spMkLst>
        </pc:spChg>
        <pc:spChg chg="del mod">
          <ac:chgData name="Serhii Harmash" userId="19965dc1-3670-4089-9e09-ab6aab33a005" providerId="ADAL" clId="{0CF77E1E-18A9-498B-BB4A-A9CFF90FE219}" dt="2020-11-30T08:40:22.462" v="903" actId="478"/>
          <ac:spMkLst>
            <pc:docMk/>
            <pc:sldMk cId="2999522731" sldId="300"/>
            <ac:spMk id="14" creationId="{901C12E1-29B7-4737-B282-14EE96BAE743}"/>
          </ac:spMkLst>
        </pc:spChg>
        <pc:spChg chg="mod">
          <ac:chgData name="Serhii Harmash" userId="19965dc1-3670-4089-9e09-ab6aab33a005" providerId="ADAL" clId="{0CF77E1E-18A9-498B-BB4A-A9CFF90FE219}" dt="2020-11-29T13:35:27.386" v="269" actId="1076"/>
          <ac:spMkLst>
            <pc:docMk/>
            <pc:sldMk cId="2999522731" sldId="300"/>
            <ac:spMk id="15" creationId="{1A35218E-F372-408D-98AD-6ED117CF0497}"/>
          </ac:spMkLst>
        </pc:spChg>
        <pc:spChg chg="del mod">
          <ac:chgData name="Serhii Harmash" userId="19965dc1-3670-4089-9e09-ab6aab33a005" providerId="ADAL" clId="{0CF77E1E-18A9-498B-BB4A-A9CFF90FE219}" dt="2020-11-29T13:09:02.194" v="16" actId="478"/>
          <ac:spMkLst>
            <pc:docMk/>
            <pc:sldMk cId="2999522731" sldId="300"/>
            <ac:spMk id="16" creationId="{BF737DA6-F2D7-4BD9-B605-FDCF85EFE280}"/>
          </ac:spMkLst>
        </pc:spChg>
        <pc:spChg chg="mod">
          <ac:chgData name="Serhii Harmash" userId="19965dc1-3670-4089-9e09-ab6aab33a005" providerId="ADAL" clId="{0CF77E1E-18A9-498B-BB4A-A9CFF90FE219}" dt="2020-11-29T13:34:47.409" v="264" actId="1076"/>
          <ac:spMkLst>
            <pc:docMk/>
            <pc:sldMk cId="2999522731" sldId="300"/>
            <ac:spMk id="17" creationId="{77F69902-65C9-4B1B-9141-08A5F6F38669}"/>
          </ac:spMkLst>
        </pc:spChg>
        <pc:spChg chg="add mod">
          <ac:chgData name="Serhii Harmash" userId="19965dc1-3670-4089-9e09-ab6aab33a005" providerId="ADAL" clId="{0CF77E1E-18A9-498B-BB4A-A9CFF90FE219}" dt="2020-11-30T08:43:52.861" v="993" actId="1076"/>
          <ac:spMkLst>
            <pc:docMk/>
            <pc:sldMk cId="2999522731" sldId="300"/>
            <ac:spMk id="19" creationId="{4DA6A31F-7B98-411F-95E0-EC0BE55B63DF}"/>
          </ac:spMkLst>
        </pc:spChg>
        <pc:spChg chg="mod">
          <ac:chgData name="Serhii Harmash" userId="19965dc1-3670-4089-9e09-ab6aab33a005" providerId="ADAL" clId="{0CF77E1E-18A9-498B-BB4A-A9CFF90FE219}" dt="2020-11-29T13:17:35.081" v="162" actId="1076"/>
          <ac:spMkLst>
            <pc:docMk/>
            <pc:sldMk cId="2999522731" sldId="300"/>
            <ac:spMk id="20" creationId="{134782EE-BF3E-4059-B658-6E95BDF5F0EB}"/>
          </ac:spMkLst>
        </pc:spChg>
        <pc:spChg chg="mod">
          <ac:chgData name="Serhii Harmash" userId="19965dc1-3670-4089-9e09-ab6aab33a005" providerId="ADAL" clId="{0CF77E1E-18A9-498B-BB4A-A9CFF90FE219}" dt="2020-11-29T13:38:27.259" v="329" actId="1076"/>
          <ac:spMkLst>
            <pc:docMk/>
            <pc:sldMk cId="2999522731" sldId="300"/>
            <ac:spMk id="21" creationId="{F56E20F1-A06C-4322-9BB8-5C6B881D847E}"/>
          </ac:spMkLst>
        </pc:spChg>
        <pc:spChg chg="add mod">
          <ac:chgData name="Serhii Harmash" userId="19965dc1-3670-4089-9e09-ab6aab33a005" providerId="ADAL" clId="{0CF77E1E-18A9-498B-BB4A-A9CFF90FE219}" dt="2020-11-29T13:15:49.634" v="148" actId="571"/>
          <ac:spMkLst>
            <pc:docMk/>
            <pc:sldMk cId="2999522731" sldId="300"/>
            <ac:spMk id="22" creationId="{3E684816-4317-441E-A04C-7F73F9250DF7}"/>
          </ac:spMkLst>
        </pc:spChg>
        <pc:spChg chg="del mod">
          <ac:chgData name="Serhii Harmash" userId="19965dc1-3670-4089-9e09-ab6aab33a005" providerId="ADAL" clId="{0CF77E1E-18A9-498B-BB4A-A9CFF90FE219}" dt="2020-11-29T13:09:00.913" v="15" actId="478"/>
          <ac:spMkLst>
            <pc:docMk/>
            <pc:sldMk cId="2999522731" sldId="300"/>
            <ac:spMk id="23" creationId="{65EFE43B-EBE2-4D6A-81E0-61B8B7BBB017}"/>
          </ac:spMkLst>
        </pc:spChg>
        <pc:spChg chg="mod">
          <ac:chgData name="Serhii Harmash" userId="19965dc1-3670-4089-9e09-ab6aab33a005" providerId="ADAL" clId="{0CF77E1E-18A9-498B-BB4A-A9CFF90FE219}" dt="2020-11-29T13:17:07.939" v="158" actId="14100"/>
          <ac:spMkLst>
            <pc:docMk/>
            <pc:sldMk cId="2999522731" sldId="300"/>
            <ac:spMk id="24" creationId="{78108776-6F90-4D1E-B5E2-3EB5256558ED}"/>
          </ac:spMkLst>
        </pc:spChg>
        <pc:spChg chg="add mod">
          <ac:chgData name="Serhii Harmash" userId="19965dc1-3670-4089-9e09-ab6aab33a005" providerId="ADAL" clId="{0CF77E1E-18A9-498B-BB4A-A9CFF90FE219}" dt="2020-11-29T13:37:30.371" v="328" actId="1076"/>
          <ac:spMkLst>
            <pc:docMk/>
            <pc:sldMk cId="2999522731" sldId="300"/>
            <ac:spMk id="25" creationId="{0DCA363F-C90D-4D5D-BC45-750820A1971A}"/>
          </ac:spMkLst>
        </pc:spChg>
        <pc:spChg chg="add mod">
          <ac:chgData name="Serhii Harmash" userId="19965dc1-3670-4089-9e09-ab6aab33a005" providerId="ADAL" clId="{0CF77E1E-18A9-498B-BB4A-A9CFF90FE219}" dt="2020-11-30T08:42:38.189" v="985" actId="1076"/>
          <ac:spMkLst>
            <pc:docMk/>
            <pc:sldMk cId="2999522731" sldId="300"/>
            <ac:spMk id="26" creationId="{AE7B5819-39D9-4F2A-A26F-7C31C92E9B3D}"/>
          </ac:spMkLst>
        </pc:spChg>
        <pc:spChg chg="add mod">
          <ac:chgData name="Serhii Harmash" userId="19965dc1-3670-4089-9e09-ab6aab33a005" providerId="ADAL" clId="{0CF77E1E-18A9-498B-BB4A-A9CFF90FE219}" dt="2020-11-30T08:46:26.028" v="1019" actId="1076"/>
          <ac:spMkLst>
            <pc:docMk/>
            <pc:sldMk cId="2999522731" sldId="300"/>
            <ac:spMk id="27" creationId="{B099AD55-9B6F-4219-99B3-86B61C89D9FC}"/>
          </ac:spMkLst>
        </pc:spChg>
        <pc:spChg chg="add mod">
          <ac:chgData name="Serhii Harmash" userId="19965dc1-3670-4089-9e09-ab6aab33a005" providerId="ADAL" clId="{0CF77E1E-18A9-498B-BB4A-A9CFF90FE219}" dt="2020-11-30T08:45:39.669" v="1011" actId="1076"/>
          <ac:spMkLst>
            <pc:docMk/>
            <pc:sldMk cId="2999522731" sldId="300"/>
            <ac:spMk id="28" creationId="{2401E23E-7BDD-438A-AE61-9B6A3318CBA9}"/>
          </ac:spMkLst>
        </pc:spChg>
        <pc:spChg chg="add mod">
          <ac:chgData name="Serhii Harmash" userId="19965dc1-3670-4089-9e09-ab6aab33a005" providerId="ADAL" clId="{0CF77E1E-18A9-498B-BB4A-A9CFF90FE219}" dt="2020-11-30T08:46:15.828" v="1017" actId="1076"/>
          <ac:spMkLst>
            <pc:docMk/>
            <pc:sldMk cId="2999522731" sldId="300"/>
            <ac:spMk id="29" creationId="{40DE97D8-E715-4DB2-8592-DB093FA1B3FD}"/>
          </ac:spMkLst>
        </pc:spChg>
        <pc:spChg chg="add mod">
          <ac:chgData name="Serhii Harmash" userId="19965dc1-3670-4089-9e09-ab6aab33a005" providerId="ADAL" clId="{0CF77E1E-18A9-498B-BB4A-A9CFF90FE219}" dt="2020-11-30T08:45:35.821" v="1010" actId="1076"/>
          <ac:spMkLst>
            <pc:docMk/>
            <pc:sldMk cId="2999522731" sldId="300"/>
            <ac:spMk id="30" creationId="{DF1B0DD7-BEFE-429E-9273-EC6FA5C6806E}"/>
          </ac:spMkLst>
        </pc:spChg>
        <pc:spChg chg="add del mod">
          <ac:chgData name="Serhii Harmash" userId="19965dc1-3670-4089-9e09-ab6aab33a005" providerId="ADAL" clId="{0CF77E1E-18A9-498B-BB4A-A9CFF90FE219}" dt="2020-11-30T08:42:14.129" v="957"/>
          <ac:spMkLst>
            <pc:docMk/>
            <pc:sldMk cId="2999522731" sldId="300"/>
            <ac:spMk id="31" creationId="{32C41D3E-A4AE-4EEB-9545-958EFF6D850B}"/>
          </ac:spMkLst>
        </pc:spChg>
        <pc:spChg chg="add mod">
          <ac:chgData name="Serhii Harmash" userId="19965dc1-3670-4089-9e09-ab6aab33a005" providerId="ADAL" clId="{0CF77E1E-18A9-498B-BB4A-A9CFF90FE219}" dt="2020-11-30T08:45:55.643" v="1014" actId="207"/>
          <ac:spMkLst>
            <pc:docMk/>
            <pc:sldMk cId="2999522731" sldId="300"/>
            <ac:spMk id="32" creationId="{2A029532-3771-4E34-8E7A-DFA0CE096063}"/>
          </ac:spMkLst>
        </pc:spChg>
        <pc:cxnChg chg="del">
          <ac:chgData name="Serhii Harmash" userId="19965dc1-3670-4089-9e09-ab6aab33a005" providerId="ADAL" clId="{0CF77E1E-18A9-498B-BB4A-A9CFF90FE219}" dt="2020-11-29T13:07:58.523" v="5" actId="478"/>
          <ac:cxnSpMkLst>
            <pc:docMk/>
            <pc:sldMk cId="2999522731" sldId="300"/>
            <ac:cxnSpMk id="18" creationId="{8414DAB2-D071-47FB-971A-9408A4AFBFC4}"/>
          </ac:cxnSpMkLst>
        </pc:cxnChg>
      </pc:sldChg>
      <pc:sldChg chg="addSp delSp modSp mod">
        <pc:chgData name="Serhii Harmash" userId="19965dc1-3670-4089-9e09-ab6aab33a005" providerId="ADAL" clId="{0CF77E1E-18A9-498B-BB4A-A9CFF90FE219}" dt="2020-11-30T09:20:34.130" v="1135" actId="21"/>
        <pc:sldMkLst>
          <pc:docMk/>
          <pc:sldMk cId="3258520861" sldId="310"/>
        </pc:sldMkLst>
        <pc:spChg chg="mod">
          <ac:chgData name="Serhii Harmash" userId="19965dc1-3670-4089-9e09-ab6aab33a005" providerId="ADAL" clId="{0CF77E1E-18A9-498B-BB4A-A9CFF90FE219}" dt="2020-11-30T09:11:48.744" v="1093" actId="20577"/>
          <ac:spMkLst>
            <pc:docMk/>
            <pc:sldMk cId="3258520861" sldId="310"/>
            <ac:spMk id="5" creationId="{C59EA2D8-A84C-49D9-92DF-2CBB992DDD9A}"/>
          </ac:spMkLst>
        </pc:spChg>
        <pc:picChg chg="add del mod">
          <ac:chgData name="Serhii Harmash" userId="19965dc1-3670-4089-9e09-ab6aab33a005" providerId="ADAL" clId="{0CF77E1E-18A9-498B-BB4A-A9CFF90FE219}" dt="2020-11-30T09:12:59.856" v="1101" actId="478"/>
          <ac:picMkLst>
            <pc:docMk/>
            <pc:sldMk cId="3258520861" sldId="310"/>
            <ac:picMk id="6" creationId="{CE0C47FA-001F-4509-B917-086CAC12E45E}"/>
          </ac:picMkLst>
        </pc:picChg>
        <pc:picChg chg="add del mod">
          <ac:chgData name="Serhii Harmash" userId="19965dc1-3670-4089-9e09-ab6aab33a005" providerId="ADAL" clId="{0CF77E1E-18A9-498B-BB4A-A9CFF90FE219}" dt="2020-11-30T09:12:59.856" v="1101" actId="478"/>
          <ac:picMkLst>
            <pc:docMk/>
            <pc:sldMk cId="3258520861" sldId="310"/>
            <ac:picMk id="7" creationId="{8CB29BD2-6D16-490B-AD5F-9E42448D3EED}"/>
          </ac:picMkLst>
        </pc:picChg>
        <pc:picChg chg="add del mod">
          <ac:chgData name="Serhii Harmash" userId="19965dc1-3670-4089-9e09-ab6aab33a005" providerId="ADAL" clId="{0CF77E1E-18A9-498B-BB4A-A9CFF90FE219}" dt="2020-11-30T09:12:18.917" v="1098" actId="478"/>
          <ac:picMkLst>
            <pc:docMk/>
            <pc:sldMk cId="3258520861" sldId="310"/>
            <ac:picMk id="8" creationId="{FAF167FF-3701-451E-846D-05201C63FBE2}"/>
          </ac:picMkLst>
        </pc:picChg>
        <pc:picChg chg="add del mod">
          <ac:chgData name="Serhii Harmash" userId="19965dc1-3670-4089-9e09-ab6aab33a005" providerId="ADAL" clId="{0CF77E1E-18A9-498B-BB4A-A9CFF90FE219}" dt="2020-11-30T09:12:59.856" v="1101" actId="478"/>
          <ac:picMkLst>
            <pc:docMk/>
            <pc:sldMk cId="3258520861" sldId="310"/>
            <ac:picMk id="9" creationId="{99436BA2-5390-4D80-8174-214C4B082435}"/>
          </ac:picMkLst>
        </pc:picChg>
        <pc:picChg chg="add del mod">
          <ac:chgData name="Serhii Harmash" userId="19965dc1-3670-4089-9e09-ab6aab33a005" providerId="ADAL" clId="{0CF77E1E-18A9-498B-BB4A-A9CFF90FE219}" dt="2020-11-30T09:12:59.856" v="1101" actId="478"/>
          <ac:picMkLst>
            <pc:docMk/>
            <pc:sldMk cId="3258520861" sldId="310"/>
            <ac:picMk id="10" creationId="{2A615C8E-D352-48E4-B734-764058836900}"/>
          </ac:picMkLst>
        </pc:picChg>
        <pc:picChg chg="add del mod">
          <ac:chgData name="Serhii Harmash" userId="19965dc1-3670-4089-9e09-ab6aab33a005" providerId="ADAL" clId="{0CF77E1E-18A9-498B-BB4A-A9CFF90FE219}" dt="2020-11-30T09:14:59.623" v="1109" actId="478"/>
          <ac:picMkLst>
            <pc:docMk/>
            <pc:sldMk cId="3258520861" sldId="310"/>
            <ac:picMk id="11" creationId="{3445685B-55C5-482C-87D7-6D9D7569BAA3}"/>
          </ac:picMkLst>
        </pc:picChg>
        <pc:picChg chg="add del mod">
          <ac:chgData name="Serhii Harmash" userId="19965dc1-3670-4089-9e09-ab6aab33a005" providerId="ADAL" clId="{0CF77E1E-18A9-498B-BB4A-A9CFF90FE219}" dt="2020-11-30T09:20:34.130" v="1135" actId="21"/>
          <ac:picMkLst>
            <pc:docMk/>
            <pc:sldMk cId="3258520861" sldId="310"/>
            <ac:picMk id="12" creationId="{5F7F3FF0-2253-4F4C-9895-27C967CB2937}"/>
          </ac:picMkLst>
        </pc:picChg>
        <pc:picChg chg="add del mod">
          <ac:chgData name="Serhii Harmash" userId="19965dc1-3670-4089-9e09-ab6aab33a005" providerId="ADAL" clId="{0CF77E1E-18A9-498B-BB4A-A9CFF90FE219}" dt="2020-11-30T09:20:34.130" v="1135" actId="21"/>
          <ac:picMkLst>
            <pc:docMk/>
            <pc:sldMk cId="3258520861" sldId="310"/>
            <ac:picMk id="13" creationId="{FFD0648F-B6D7-4BA4-9B4F-132FA2996FE8}"/>
          </ac:picMkLst>
        </pc:picChg>
        <pc:picChg chg="add del mod">
          <ac:chgData name="Serhii Harmash" userId="19965dc1-3670-4089-9e09-ab6aab33a005" providerId="ADAL" clId="{0CF77E1E-18A9-498B-BB4A-A9CFF90FE219}" dt="2020-11-30T09:20:34.130" v="1135" actId="21"/>
          <ac:picMkLst>
            <pc:docMk/>
            <pc:sldMk cId="3258520861" sldId="310"/>
            <ac:picMk id="14" creationId="{2913A92B-D74A-461F-A4F5-2CE8DC0295EA}"/>
          </ac:picMkLst>
        </pc:picChg>
        <pc:picChg chg="add del mod">
          <ac:chgData name="Serhii Harmash" userId="19965dc1-3670-4089-9e09-ab6aab33a005" providerId="ADAL" clId="{0CF77E1E-18A9-498B-BB4A-A9CFF90FE219}" dt="2020-11-30T09:20:34.130" v="1135" actId="21"/>
          <ac:picMkLst>
            <pc:docMk/>
            <pc:sldMk cId="3258520861" sldId="310"/>
            <ac:picMk id="15" creationId="{D38D29CC-7C1D-4EE8-A8FC-39CBFC969468}"/>
          </ac:picMkLst>
        </pc:picChg>
      </pc:sldChg>
      <pc:sldChg chg="addSp modSp mod">
        <pc:chgData name="Serhii Harmash" userId="19965dc1-3670-4089-9e09-ab6aab33a005" providerId="ADAL" clId="{0CF77E1E-18A9-498B-BB4A-A9CFF90FE219}" dt="2020-11-30T08:58:20.328" v="1090" actId="14100"/>
        <pc:sldMkLst>
          <pc:docMk/>
          <pc:sldMk cId="3129901624" sldId="311"/>
        </pc:sldMkLst>
        <pc:spChg chg="mod">
          <ac:chgData name="Serhii Harmash" userId="19965dc1-3670-4089-9e09-ab6aab33a005" providerId="ADAL" clId="{0CF77E1E-18A9-498B-BB4A-A9CFF90FE219}" dt="2020-11-30T08:58:05.425" v="1088" actId="20577"/>
          <ac:spMkLst>
            <pc:docMk/>
            <pc:sldMk cId="3129901624" sldId="311"/>
            <ac:spMk id="6" creationId="{0FD39EF0-489A-486E-A6FB-432B36686DC6}"/>
          </ac:spMkLst>
        </pc:spChg>
        <pc:spChg chg="mod">
          <ac:chgData name="Serhii Harmash" userId="19965dc1-3670-4089-9e09-ab6aab33a005" providerId="ADAL" clId="{0CF77E1E-18A9-498B-BB4A-A9CFF90FE219}" dt="2020-11-30T08:58:20.328" v="1090" actId="14100"/>
          <ac:spMkLst>
            <pc:docMk/>
            <pc:sldMk cId="3129901624" sldId="311"/>
            <ac:spMk id="7" creationId="{E4BFB824-772E-463B-BF56-B8908AE7AC2F}"/>
          </ac:spMkLst>
        </pc:spChg>
        <pc:cxnChg chg="add mod">
          <ac:chgData name="Serhii Harmash" userId="19965dc1-3670-4089-9e09-ab6aab33a005" providerId="ADAL" clId="{0CF77E1E-18A9-498B-BB4A-A9CFF90FE219}" dt="2020-11-30T08:58:10.656" v="1089" actId="1076"/>
          <ac:cxnSpMkLst>
            <pc:docMk/>
            <pc:sldMk cId="3129901624" sldId="311"/>
            <ac:cxnSpMk id="9" creationId="{C44018AD-F96C-4D28-86C4-69C348624C1C}"/>
          </ac:cxnSpMkLst>
        </pc:cxnChg>
      </pc:sldChg>
      <pc:sldChg chg="addSp delSp modSp mod">
        <pc:chgData name="Serhii Harmash" userId="19965dc1-3670-4089-9e09-ab6aab33a005" providerId="ADAL" clId="{0CF77E1E-18A9-498B-BB4A-A9CFF90FE219}" dt="2020-11-30T09:24:14.218" v="1226" actId="20577"/>
        <pc:sldMkLst>
          <pc:docMk/>
          <pc:sldMk cId="2459319956" sldId="312"/>
        </pc:sldMkLst>
        <pc:spChg chg="mod">
          <ac:chgData name="Serhii Harmash" userId="19965dc1-3670-4089-9e09-ab6aab33a005" providerId="ADAL" clId="{0CF77E1E-18A9-498B-BB4A-A9CFF90FE219}" dt="2020-11-30T09:24:14.218" v="1226" actId="20577"/>
          <ac:spMkLst>
            <pc:docMk/>
            <pc:sldMk cId="2459319956" sldId="312"/>
            <ac:spMk id="6" creationId="{7DE25CD6-6546-451A-A1A4-EEABB9AFF6C9}"/>
          </ac:spMkLst>
        </pc:spChg>
        <pc:spChg chg="add mod">
          <ac:chgData name="Serhii Harmash" userId="19965dc1-3670-4089-9e09-ab6aab33a005" providerId="ADAL" clId="{0CF77E1E-18A9-498B-BB4A-A9CFF90FE219}" dt="2020-11-30T09:23:40.937" v="1185" actId="20577"/>
          <ac:spMkLst>
            <pc:docMk/>
            <pc:sldMk cId="2459319956" sldId="312"/>
            <ac:spMk id="16" creationId="{DB44DCB2-D594-4141-91D0-5183976B7BDC}"/>
          </ac:spMkLst>
        </pc:spChg>
        <pc:spChg chg="add mod">
          <ac:chgData name="Serhii Harmash" userId="19965dc1-3670-4089-9e09-ab6aab33a005" providerId="ADAL" clId="{0CF77E1E-18A9-498B-BB4A-A9CFF90FE219}" dt="2020-11-30T09:23:53.257" v="1197" actId="20577"/>
          <ac:spMkLst>
            <pc:docMk/>
            <pc:sldMk cId="2459319956" sldId="312"/>
            <ac:spMk id="17" creationId="{1ACDCBC4-A2B4-456A-9C50-82FECDDA087F}"/>
          </ac:spMkLst>
        </pc:spChg>
        <pc:picChg chg="add mod">
          <ac:chgData name="Serhii Harmash" userId="19965dc1-3670-4089-9e09-ab6aab33a005" providerId="ADAL" clId="{0CF77E1E-18A9-498B-BB4A-A9CFF90FE219}" dt="2020-11-30T09:23:16.282" v="1163" actId="14100"/>
          <ac:picMkLst>
            <pc:docMk/>
            <pc:sldMk cId="2459319956" sldId="312"/>
            <ac:picMk id="5" creationId="{A34F8D8E-DDF8-4A2A-A310-0F5C540B0AB1}"/>
          </ac:picMkLst>
        </pc:picChg>
        <pc:picChg chg="add del mod">
          <ac:chgData name="Serhii Harmash" userId="19965dc1-3670-4089-9e09-ab6aab33a005" providerId="ADAL" clId="{0CF77E1E-18A9-498B-BB4A-A9CFF90FE219}" dt="2020-11-30T09:20:29.829" v="1133"/>
          <ac:picMkLst>
            <pc:docMk/>
            <pc:sldMk cId="2459319956" sldId="312"/>
            <ac:picMk id="7" creationId="{6125A5EB-2BA8-468E-9A38-8888EBDD123F}"/>
          </ac:picMkLst>
        </pc:picChg>
        <pc:picChg chg="add del mod">
          <ac:chgData name="Serhii Harmash" userId="19965dc1-3670-4089-9e09-ab6aab33a005" providerId="ADAL" clId="{0CF77E1E-18A9-498B-BB4A-A9CFF90FE219}" dt="2020-11-30T09:20:29.829" v="1133"/>
          <ac:picMkLst>
            <pc:docMk/>
            <pc:sldMk cId="2459319956" sldId="312"/>
            <ac:picMk id="8" creationId="{06439266-D61B-4CC9-9365-9E57739D2622}"/>
          </ac:picMkLst>
        </pc:picChg>
        <pc:picChg chg="add mod">
          <ac:chgData name="Serhii Harmash" userId="19965dc1-3670-4089-9e09-ab6aab33a005" providerId="ADAL" clId="{0CF77E1E-18A9-498B-BB4A-A9CFF90FE219}" dt="2020-11-30T09:21:13.760" v="1139" actId="1076"/>
          <ac:picMkLst>
            <pc:docMk/>
            <pc:sldMk cId="2459319956" sldId="312"/>
            <ac:picMk id="9" creationId="{55E955C9-333F-4EB1-AE9B-9791AB8AD135}"/>
          </ac:picMkLst>
        </pc:picChg>
        <pc:picChg chg="add mod">
          <ac:chgData name="Serhii Harmash" userId="19965dc1-3670-4089-9e09-ab6aab33a005" providerId="ADAL" clId="{0CF77E1E-18A9-498B-BB4A-A9CFF90FE219}" dt="2020-11-30T09:21:26.897" v="1140" actId="14100"/>
          <ac:picMkLst>
            <pc:docMk/>
            <pc:sldMk cId="2459319956" sldId="312"/>
            <ac:picMk id="10" creationId="{795986E8-3017-4A59-862A-93A86C74357B}"/>
          </ac:picMkLst>
        </pc:picChg>
        <pc:picChg chg="add mod">
          <ac:chgData name="Serhii Harmash" userId="19965dc1-3670-4089-9e09-ab6aab33a005" providerId="ADAL" clId="{0CF77E1E-18A9-498B-BB4A-A9CFF90FE219}" dt="2020-11-30T09:21:48.697" v="1144" actId="1076"/>
          <ac:picMkLst>
            <pc:docMk/>
            <pc:sldMk cId="2459319956" sldId="312"/>
            <ac:picMk id="11" creationId="{98CB6677-233B-4A4F-88ED-FADB24D54EF6}"/>
          </ac:picMkLst>
        </pc:picChg>
        <pc:picChg chg="add mod">
          <ac:chgData name="Serhii Harmash" userId="19965dc1-3670-4089-9e09-ab6aab33a005" providerId="ADAL" clId="{0CF77E1E-18A9-498B-BB4A-A9CFF90FE219}" dt="2020-11-30T09:21:52.497" v="1145" actId="1076"/>
          <ac:picMkLst>
            <pc:docMk/>
            <pc:sldMk cId="2459319956" sldId="312"/>
            <ac:picMk id="12" creationId="{D97D75B3-263C-4CF3-83FF-6CCA6B0C52DF}"/>
          </ac:picMkLst>
        </pc:picChg>
        <pc:picChg chg="add mod">
          <ac:chgData name="Serhii Harmash" userId="19965dc1-3670-4089-9e09-ab6aab33a005" providerId="ADAL" clId="{0CF77E1E-18A9-498B-BB4A-A9CFF90FE219}" dt="2020-11-30T09:22:24.531" v="1156" actId="1076"/>
          <ac:picMkLst>
            <pc:docMk/>
            <pc:sldMk cId="2459319956" sldId="312"/>
            <ac:picMk id="13" creationId="{DF7B00FC-6E7C-4F67-A02F-E79BD569A1D6}"/>
          </ac:picMkLst>
        </pc:picChg>
        <pc:picChg chg="add mod">
          <ac:chgData name="Serhii Harmash" userId="19965dc1-3670-4089-9e09-ab6aab33a005" providerId="ADAL" clId="{0CF77E1E-18A9-498B-BB4A-A9CFF90FE219}" dt="2020-11-30T09:22:24.531" v="1156" actId="1076"/>
          <ac:picMkLst>
            <pc:docMk/>
            <pc:sldMk cId="2459319956" sldId="312"/>
            <ac:picMk id="14" creationId="{2A510DA7-1821-45EB-B91C-95976E70FA82}"/>
          </ac:picMkLst>
        </pc:picChg>
        <pc:picChg chg="add del mod">
          <ac:chgData name="Serhii Harmash" userId="19965dc1-3670-4089-9e09-ab6aab33a005" providerId="ADAL" clId="{0CF77E1E-18A9-498B-BB4A-A9CFF90FE219}" dt="2020-11-30T09:22:27.017" v="1157" actId="478"/>
          <ac:picMkLst>
            <pc:docMk/>
            <pc:sldMk cId="2459319956" sldId="312"/>
            <ac:picMk id="15" creationId="{18A46918-50A3-4905-8838-E29517CBFEE0}"/>
          </ac:picMkLst>
        </pc:picChg>
      </pc:sldChg>
    </pc:docChg>
  </pc:docChgLst>
  <pc:docChgLst>
    <pc:chgData name="Serhii Litvinov" userId="13e31772-44c1-46fd-b5ca-e73152eb6195" providerId="ADAL" clId="{A90CC3AF-F683-4C70-B83C-295180482297}"/>
    <pc:docChg chg="addSld delSld modSld">
      <pc:chgData name="Serhii Litvinov" userId="13e31772-44c1-46fd-b5ca-e73152eb6195" providerId="ADAL" clId="{A90CC3AF-F683-4C70-B83C-295180482297}" dt="2021-06-07T15:40:15.206" v="2"/>
      <pc:docMkLst>
        <pc:docMk/>
      </pc:docMkLst>
      <pc:sldChg chg="modSp mod">
        <pc:chgData name="Serhii Litvinov" userId="13e31772-44c1-46fd-b5ca-e73152eb6195" providerId="ADAL" clId="{A90CC3AF-F683-4C70-B83C-295180482297}" dt="2021-06-07T15:40:15.206" v="2"/>
        <pc:sldMkLst>
          <pc:docMk/>
          <pc:sldMk cId="1709716440" sldId="287"/>
        </pc:sldMkLst>
        <pc:spChg chg="mod">
          <ac:chgData name="Serhii Litvinov" userId="13e31772-44c1-46fd-b5ca-e73152eb6195" providerId="ADAL" clId="{A90CC3AF-F683-4C70-B83C-295180482297}" dt="2021-06-07T15:40:15.206" v="2"/>
          <ac:spMkLst>
            <pc:docMk/>
            <pc:sldMk cId="1709716440" sldId="287"/>
            <ac:spMk id="5" creationId="{F72E09AF-E54A-41AE-954B-9D77463CEECA}"/>
          </ac:spMkLst>
        </pc:spChg>
      </pc:sldChg>
      <pc:sldChg chg="new del">
        <pc:chgData name="Serhii Litvinov" userId="13e31772-44c1-46fd-b5ca-e73152eb6195" providerId="ADAL" clId="{A90CC3AF-F683-4C70-B83C-295180482297}" dt="2021-06-07T14:07:12.383" v="1" actId="2696"/>
        <pc:sldMkLst>
          <pc:docMk/>
          <pc:sldMk cId="1847200283" sldId="319"/>
        </pc:sldMkLst>
      </pc:sldChg>
    </pc:docChg>
  </pc:docChgLst>
  <pc:docChgLst>
    <pc:chgData name="Mariana Sofii" userId="c6efa36b-6f78-4df2-92ed-4da21e89d024" providerId="ADAL" clId="{F873771E-0E59-4638-9CD9-357A5C36F4D2}"/>
    <pc:docChg chg="custSel modSld">
      <pc:chgData name="Mariana Sofii" userId="c6efa36b-6f78-4df2-92ed-4da21e89d024" providerId="ADAL" clId="{F873771E-0E59-4638-9CD9-357A5C36F4D2}" dt="2021-02-14T16:08:15.201" v="23" actId="1592"/>
      <pc:docMkLst>
        <pc:docMk/>
      </pc:docMkLst>
      <pc:sldChg chg="modSp mod">
        <pc:chgData name="Mariana Sofii" userId="c6efa36b-6f78-4df2-92ed-4da21e89d024" providerId="ADAL" clId="{F873771E-0E59-4638-9CD9-357A5C36F4D2}" dt="2021-02-14T16:04:55.496" v="22" actId="20577"/>
        <pc:sldMkLst>
          <pc:docMk/>
          <pc:sldMk cId="525279977" sldId="256"/>
        </pc:sldMkLst>
        <pc:spChg chg="mod">
          <ac:chgData name="Mariana Sofii" userId="c6efa36b-6f78-4df2-92ed-4da21e89d024" providerId="ADAL" clId="{F873771E-0E59-4638-9CD9-357A5C36F4D2}" dt="2021-02-14T16:04:49.822" v="13" actId="20577"/>
          <ac:spMkLst>
            <pc:docMk/>
            <pc:sldMk cId="525279977" sldId="256"/>
            <ac:spMk id="2" creationId="{16FD03D9-3736-4F8E-8DD6-53FCA8540A34}"/>
          </ac:spMkLst>
        </pc:spChg>
        <pc:spChg chg="mod">
          <ac:chgData name="Mariana Sofii" userId="c6efa36b-6f78-4df2-92ed-4da21e89d024" providerId="ADAL" clId="{F873771E-0E59-4638-9CD9-357A5C36F4D2}" dt="2021-02-14T16:04:55.496" v="22" actId="20577"/>
          <ac:spMkLst>
            <pc:docMk/>
            <pc:sldMk cId="525279977" sldId="256"/>
            <ac:spMk id="5" creationId="{3F26BBC0-55E0-4EA1-B967-6CE1D18774D8}"/>
          </ac:spMkLst>
        </pc:spChg>
      </pc:sldChg>
      <pc:sldChg chg="delCm">
        <pc:chgData name="Mariana Sofii" userId="c6efa36b-6f78-4df2-92ed-4da21e89d024" providerId="ADAL" clId="{F873771E-0E59-4638-9CD9-357A5C36F4D2}" dt="2021-02-14T16:08:15.201" v="23" actId="1592"/>
        <pc:sldMkLst>
          <pc:docMk/>
          <pc:sldMk cId="738792783" sldId="259"/>
        </pc:sldMkLst>
      </pc:sldChg>
    </pc:docChg>
  </pc:docChgLst>
  <pc:docChgLst>
    <pc:chgData name="Mona Fjordside Miltersen (MFJ)" userId="S::mfj@simcorp.com::a9e437f0-d4cc-49a8-bd24-930b139c9a5e" providerId="AD" clId="Web-{756C9BF7-C495-4FF7-45BE-D2DED983D4CD}"/>
    <pc:docChg chg="modSld">
      <pc:chgData name="Mona Fjordside Miltersen (MFJ)" userId="S::mfj@simcorp.com::a9e437f0-d4cc-49a8-bd24-930b139c9a5e" providerId="AD" clId="Web-{756C9BF7-C495-4FF7-45BE-D2DED983D4CD}" dt="2021-12-07T08:40:28.426" v="0" actId="14100"/>
      <pc:docMkLst>
        <pc:docMk/>
      </pc:docMkLst>
      <pc:sldChg chg="modSp">
        <pc:chgData name="Mona Fjordside Miltersen (MFJ)" userId="S::mfj@simcorp.com::a9e437f0-d4cc-49a8-bd24-930b139c9a5e" providerId="AD" clId="Web-{756C9BF7-C495-4FF7-45BE-D2DED983D4CD}" dt="2021-12-07T08:40:28.426" v="0" actId="14100"/>
        <pc:sldMkLst>
          <pc:docMk/>
          <pc:sldMk cId="294303200" sldId="266"/>
        </pc:sldMkLst>
        <pc:spChg chg="mod">
          <ac:chgData name="Mona Fjordside Miltersen (MFJ)" userId="S::mfj@simcorp.com::a9e437f0-d4cc-49a8-bd24-930b139c9a5e" providerId="AD" clId="Web-{756C9BF7-C495-4FF7-45BE-D2DED983D4CD}" dt="2021-12-07T08:40:28.426" v="0" actId="14100"/>
          <ac:spMkLst>
            <pc:docMk/>
            <pc:sldMk cId="294303200" sldId="266"/>
            <ac:spMk id="5" creationId="{F72E09AF-E54A-41AE-954B-9D77463CEECA}"/>
          </ac:spMkLst>
        </pc:spChg>
      </pc:sldChg>
    </pc:docChg>
  </pc:docChgLst>
  <pc:docChgLst>
    <pc:chgData name="Serhii Harmash (SHHR)" userId="S::shhr@simcorp.com::19965dc1-3670-4089-9e09-ab6aab33a005" providerId="AD" clId="Web-{34CD13CF-BE69-48FF-5D19-0454DA0BBA90}"/>
    <pc:docChg chg="modSld">
      <pc:chgData name="Serhii Harmash (SHHR)" userId="S::shhr@simcorp.com::19965dc1-3670-4089-9e09-ab6aab33a005" providerId="AD" clId="Web-{34CD13CF-BE69-48FF-5D19-0454DA0BBA90}" dt="2021-04-28T13:59:00.891" v="1" actId="20577"/>
      <pc:docMkLst>
        <pc:docMk/>
      </pc:docMkLst>
      <pc:sldChg chg="modSp">
        <pc:chgData name="Serhii Harmash (SHHR)" userId="S::shhr@simcorp.com::19965dc1-3670-4089-9e09-ab6aab33a005" providerId="AD" clId="Web-{34CD13CF-BE69-48FF-5D19-0454DA0BBA90}" dt="2021-04-28T13:59:00.891" v="1" actId="20577"/>
        <pc:sldMkLst>
          <pc:docMk/>
          <pc:sldMk cId="738792783" sldId="259"/>
        </pc:sldMkLst>
        <pc:spChg chg="mod">
          <ac:chgData name="Serhii Harmash (SHHR)" userId="S::shhr@simcorp.com::19965dc1-3670-4089-9e09-ab6aab33a005" providerId="AD" clId="Web-{34CD13CF-BE69-48FF-5D19-0454DA0BBA90}" dt="2021-04-28T13:59:00.891" v="1" actId="20577"/>
          <ac:spMkLst>
            <pc:docMk/>
            <pc:sldMk cId="738792783" sldId="259"/>
            <ac:spMk id="5" creationId="{67E8D471-BA5C-4AAC-A2C9-82DB42DEB307}"/>
          </ac:spMkLst>
        </pc:spChg>
      </pc:sldChg>
    </pc:docChg>
  </pc:docChgLst>
  <pc:docChgLst>
    <pc:chgData name="Mariana Sofii (MSF)" userId="S::msf@simcorp.com::c6efa36b-6f78-4df2-92ed-4da21e89d024" providerId="AD" clId="Web-{C51A4CB7-5A1E-6E1E-AA7F-D31FDB456168}"/>
    <pc:docChg chg="">
      <pc:chgData name="Mariana Sofii (MSF)" userId="S::msf@simcorp.com::c6efa36b-6f78-4df2-92ed-4da21e89d024" providerId="AD" clId="Web-{C51A4CB7-5A1E-6E1E-AA7F-D31FDB456168}" dt="2021-02-22T11:31:37.014" v="0"/>
      <pc:docMkLst>
        <pc:docMk/>
      </pc:docMkLst>
      <pc:sldChg chg="delCm">
        <pc:chgData name="Mariana Sofii (MSF)" userId="S::msf@simcorp.com::c6efa36b-6f78-4df2-92ed-4da21e89d024" providerId="AD" clId="Web-{C51A4CB7-5A1E-6E1E-AA7F-D31FDB456168}" dt="2021-02-22T11:31:37.014" v="0"/>
        <pc:sldMkLst>
          <pc:docMk/>
          <pc:sldMk cId="1724851486" sldId="264"/>
        </pc:sldMkLst>
      </pc:sldChg>
    </pc:docChg>
  </pc:docChgLst>
  <pc:docChgLst>
    <pc:chgData name="Mariana Sofii" userId="c6efa36b-6f78-4df2-92ed-4da21e89d024" providerId="ADAL" clId="{027CAE8B-DE97-4AD3-88EA-02DAD156CEEE}"/>
    <pc:docChg chg="undo custSel modSld">
      <pc:chgData name="Mariana Sofii" userId="c6efa36b-6f78-4df2-92ed-4da21e89d024" providerId="ADAL" clId="{027CAE8B-DE97-4AD3-88EA-02DAD156CEEE}" dt="2021-02-28T19:57:26.877" v="26" actId="2711"/>
      <pc:docMkLst>
        <pc:docMk/>
      </pc:docMkLst>
      <pc:sldChg chg="modSp mod">
        <pc:chgData name="Mariana Sofii" userId="c6efa36b-6f78-4df2-92ed-4da21e89d024" providerId="ADAL" clId="{027CAE8B-DE97-4AD3-88EA-02DAD156CEEE}" dt="2021-02-28T19:34:45.824" v="0" actId="948"/>
        <pc:sldMkLst>
          <pc:docMk/>
          <pc:sldMk cId="137281205" sldId="263"/>
        </pc:sldMkLst>
        <pc:spChg chg="mod">
          <ac:chgData name="Mariana Sofii" userId="c6efa36b-6f78-4df2-92ed-4da21e89d024" providerId="ADAL" clId="{027CAE8B-DE97-4AD3-88EA-02DAD156CEEE}" dt="2021-02-28T19:34:45.824" v="0" actId="948"/>
          <ac:spMkLst>
            <pc:docMk/>
            <pc:sldMk cId="137281205" sldId="263"/>
            <ac:spMk id="5" creationId="{F72E09AF-E54A-41AE-954B-9D77463CEECA}"/>
          </ac:spMkLst>
        </pc:spChg>
      </pc:sldChg>
      <pc:sldChg chg="modSp mod">
        <pc:chgData name="Mariana Sofii" userId="c6efa36b-6f78-4df2-92ed-4da21e89d024" providerId="ADAL" clId="{027CAE8B-DE97-4AD3-88EA-02DAD156CEEE}" dt="2021-02-28T19:54:10.527" v="25" actId="11"/>
        <pc:sldMkLst>
          <pc:docMk/>
          <pc:sldMk cId="2004217070" sldId="279"/>
        </pc:sldMkLst>
        <pc:spChg chg="mod">
          <ac:chgData name="Mariana Sofii" userId="c6efa36b-6f78-4df2-92ed-4da21e89d024" providerId="ADAL" clId="{027CAE8B-DE97-4AD3-88EA-02DAD156CEEE}" dt="2021-02-28T19:54:10.527" v="25" actId="11"/>
          <ac:spMkLst>
            <pc:docMk/>
            <pc:sldMk cId="2004217070" sldId="279"/>
            <ac:spMk id="5" creationId="{F72E09AF-E54A-41AE-954B-9D77463CEECA}"/>
          </ac:spMkLst>
        </pc:spChg>
      </pc:sldChg>
      <pc:sldChg chg="modSp mod">
        <pc:chgData name="Mariana Sofii" userId="c6efa36b-6f78-4df2-92ed-4da21e89d024" providerId="ADAL" clId="{027CAE8B-DE97-4AD3-88EA-02DAD156CEEE}" dt="2021-02-28T19:57:26.877" v="26" actId="2711"/>
        <pc:sldMkLst>
          <pc:docMk/>
          <pc:sldMk cId="1709716440" sldId="287"/>
        </pc:sldMkLst>
        <pc:spChg chg="mod">
          <ac:chgData name="Mariana Sofii" userId="c6efa36b-6f78-4df2-92ed-4da21e89d024" providerId="ADAL" clId="{027CAE8B-DE97-4AD3-88EA-02DAD156CEEE}" dt="2021-02-28T19:57:26.877" v="26" actId="2711"/>
          <ac:spMkLst>
            <pc:docMk/>
            <pc:sldMk cId="1709716440" sldId="287"/>
            <ac:spMk id="5" creationId="{F72E09AF-E54A-41AE-954B-9D77463CEEC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758475-46F8-48DB-8603-B040CBA163BF}" type="datetimeFigureOut">
              <a:rPr lang="da-DK" smtClean="0"/>
              <a:t>27-05-2022</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5/27/2022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guru99.com/unit-testing-guide.html"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guru99.com/user-acceptance-testing.html" TargetMode="External"/><Relationship Id="rId5" Type="http://schemas.openxmlformats.org/officeDocument/2006/relationships/hyperlink" Target="https://www.guru99.com/system-testing.html" TargetMode="External"/><Relationship Id="rId4" Type="http://schemas.openxmlformats.org/officeDocument/2006/relationships/hyperlink" Target="https://www.guru99.com/integration-testing.html"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tackify.com/top-integrated-developer-environments-ides/"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xunit.github.io/" TargetMode="External"/><Relationship Id="rId5" Type="http://schemas.openxmlformats.org/officeDocument/2006/relationships/hyperlink" Target="https://stackify.com/junit-5/" TargetMode="External"/><Relationship Id="rId4" Type="http://schemas.openxmlformats.org/officeDocument/2006/relationships/hyperlink" Target="https://www.nunit.org/"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a:t>
            </a:fld>
            <a:endParaRPr lang="en-US"/>
          </a:p>
        </p:txBody>
      </p:sp>
    </p:spTree>
    <p:extLst>
      <p:ext uri="{BB962C8B-B14F-4D97-AF65-F5344CB8AC3E}">
        <p14:creationId xmlns:p14="http://schemas.microsoft.com/office/powerpoint/2010/main" val="1705636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a:solidFill>
                  <a:srgbClr val="222222"/>
                </a:solidFill>
                <a:effectLst/>
                <a:latin typeface="Source Sans Pro" panose="020B0503030403020204" pitchFamily="34" charset="0"/>
              </a:rPr>
              <a:t>UNIT TESTING</a:t>
            </a:r>
            <a:r>
              <a:rPr lang="en-US" b="0" i="0">
                <a:solidFill>
                  <a:srgbClr val="222222"/>
                </a:solidFill>
                <a:effectLst/>
                <a:latin typeface="Source Sans Pro" panose="020B0503030403020204" pitchFamily="34" charset="0"/>
              </a:rPr>
              <a:t> is a type of software testing where individual units or components of a software are tested. The purpose is to validate that each unit of the software code performs as expected. </a:t>
            </a:r>
          </a:p>
          <a:p>
            <a:r>
              <a:rPr lang="en-US" b="0" i="0">
                <a:solidFill>
                  <a:srgbClr val="222222"/>
                </a:solidFill>
                <a:effectLst/>
                <a:latin typeface="Source Sans Pro" panose="020B0503030403020204" pitchFamily="34" charset="0"/>
              </a:rPr>
              <a:t>Unit Testing is done during the development (coding phase) of an application by the developers. Unit Tests isolate a section of code and verify its correctness. </a:t>
            </a:r>
          </a:p>
          <a:p>
            <a:r>
              <a:rPr lang="en-US" b="0" i="0">
                <a:solidFill>
                  <a:srgbClr val="222222"/>
                </a:solidFill>
                <a:effectLst/>
                <a:latin typeface="Source Sans Pro" panose="020B0503030403020204" pitchFamily="34" charset="0"/>
              </a:rPr>
              <a:t>A unit may be an individual function, method, procedure, module, or object.  </a:t>
            </a:r>
          </a:p>
          <a:p>
            <a:endParaRPr lang="en-US" b="0" i="0">
              <a:solidFill>
                <a:srgbClr val="222222"/>
              </a:solidFill>
              <a:effectLst/>
              <a:latin typeface="Source Sans Pro" panose="020B0503030403020204"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303633"/>
                </a:solidFill>
                <a:effectLst/>
                <a:latin typeface="Lora"/>
              </a:rPr>
              <a:t>So there's some common elements, but there are also differences. One difference is what people consider to be a </a:t>
            </a:r>
            <a:r>
              <a:rPr lang="en-US" b="0" i="1">
                <a:solidFill>
                  <a:srgbClr val="303633"/>
                </a:solidFill>
                <a:effectLst/>
                <a:latin typeface="Lora"/>
              </a:rPr>
              <a:t>unit</a:t>
            </a:r>
            <a:r>
              <a:rPr lang="en-US" b="0" i="0">
                <a:solidFill>
                  <a:srgbClr val="303633"/>
                </a:solidFill>
                <a:effectLst/>
                <a:latin typeface="Lora"/>
              </a:rPr>
              <a:t>. Object-oriented design tends to treat a class as the unit, procedural or functional approaches might consider a single function as a unit. But really it's a situational thing - the team decides what makes sense to be a unit for the purposes of their understanding of the system and its testing. Although I start with the notion of the unit being a class, I often take a bunch of closely related classes and treat them as a single unit. Rarely I might take a subset of methods in a class as a unit. However you define it doesn't really matter. (</a:t>
            </a:r>
            <a:r>
              <a:rPr lang="en-US" sz="1600" i="1">
                <a:latin typeface="+mn-lt"/>
              </a:rPr>
              <a:t>https://martinfowler.com/bliki/UnitTest.html)</a:t>
            </a:r>
          </a:p>
          <a:p>
            <a:r>
              <a:rPr lang="en-US"/>
              <a:t>)</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a:t>
            </a:fld>
            <a:endParaRPr lang="en-US"/>
          </a:p>
        </p:txBody>
      </p:sp>
    </p:spTree>
    <p:extLst>
      <p:ext uri="{BB962C8B-B14F-4D97-AF65-F5344CB8AC3E}">
        <p14:creationId xmlns:p14="http://schemas.microsoft.com/office/powerpoint/2010/main" val="3605417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555555"/>
                </a:solidFill>
                <a:effectLst/>
                <a:latin typeface="Roboto"/>
              </a:rPr>
              <a:t>Unit or component tests (shown here at the bottom of our pyramid) are inexpensive and fast to perform. </a:t>
            </a:r>
          </a:p>
          <a:p>
            <a:pPr algn="l"/>
            <a:r>
              <a:rPr lang="en-US" b="0" i="0">
                <a:solidFill>
                  <a:srgbClr val="555555"/>
                </a:solidFill>
                <a:effectLst/>
                <a:latin typeface="Roboto"/>
              </a:rPr>
              <a:t>Rely heavily on these. Only once you’ve exhausted what these tests can do should you move on to more expensive tests (in both time and resources), such as integration tests, and UI layer tests.</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a:t>
            </a:fld>
            <a:endParaRPr lang="en-US"/>
          </a:p>
        </p:txBody>
      </p:sp>
    </p:spTree>
    <p:extLst>
      <p:ext uri="{BB962C8B-B14F-4D97-AF65-F5344CB8AC3E}">
        <p14:creationId xmlns:p14="http://schemas.microsoft.com/office/powerpoint/2010/main" val="1035668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222222"/>
                </a:solidFill>
                <a:effectLst/>
                <a:latin typeface="Source Sans Pro" panose="020B0503030403020204" pitchFamily="34" charset="0"/>
              </a:rPr>
              <a:t>There are mainly four </a:t>
            </a:r>
            <a:r>
              <a:rPr lang="en-US" b="1" i="0">
                <a:solidFill>
                  <a:srgbClr val="222222"/>
                </a:solidFill>
                <a:effectLst/>
                <a:latin typeface="Source Sans Pro" panose="020B0503030403020204" pitchFamily="34" charset="0"/>
              </a:rPr>
              <a:t>Levels of Testing</a:t>
            </a:r>
            <a:r>
              <a:rPr lang="en-US" b="0" i="0">
                <a:solidFill>
                  <a:srgbClr val="222222"/>
                </a:solidFill>
                <a:effectLst/>
                <a:latin typeface="Source Sans Pro" panose="020B0503030403020204" pitchFamily="34" charset="0"/>
              </a:rPr>
              <a:t> in software testing :</a:t>
            </a:r>
          </a:p>
          <a:p>
            <a:pPr algn="l">
              <a:buFont typeface="+mj-lt"/>
              <a:buAutoNum type="arabicPeriod"/>
            </a:pPr>
            <a:r>
              <a:rPr lang="en-US" b="1" i="0">
                <a:solidFill>
                  <a:srgbClr val="222222"/>
                </a:solidFill>
                <a:effectLst/>
                <a:latin typeface="Source Sans Pro" panose="020B0503030403020204" pitchFamily="34" charset="0"/>
              </a:rPr>
              <a:t>Unit Testing</a:t>
            </a:r>
            <a:r>
              <a:rPr lang="en-US" b="0" i="0">
                <a:solidFill>
                  <a:srgbClr val="222222"/>
                </a:solidFill>
                <a:effectLst/>
                <a:latin typeface="Source Sans Pro" panose="020B0503030403020204" pitchFamily="34" charset="0"/>
              </a:rPr>
              <a:t> : checks if software components are fulfilling functionalities or not.</a:t>
            </a:r>
          </a:p>
          <a:p>
            <a:pPr algn="l">
              <a:buFont typeface="+mj-lt"/>
              <a:buAutoNum type="arabicPeriod"/>
            </a:pPr>
            <a:r>
              <a:rPr lang="en-US" b="1" i="0">
                <a:solidFill>
                  <a:srgbClr val="222222"/>
                </a:solidFill>
                <a:effectLst/>
                <a:latin typeface="Source Sans Pro" panose="020B0503030403020204" pitchFamily="34" charset="0"/>
              </a:rPr>
              <a:t>Integration Testing</a:t>
            </a:r>
            <a:r>
              <a:rPr lang="en-US" b="0" i="0">
                <a:solidFill>
                  <a:srgbClr val="222222"/>
                </a:solidFill>
                <a:effectLst/>
                <a:latin typeface="Source Sans Pro" panose="020B0503030403020204" pitchFamily="34" charset="0"/>
              </a:rPr>
              <a:t> : checks the data flow from one module to other modules.</a:t>
            </a:r>
          </a:p>
          <a:p>
            <a:pPr algn="l">
              <a:buFont typeface="+mj-lt"/>
              <a:buAutoNum type="arabicPeriod"/>
            </a:pPr>
            <a:r>
              <a:rPr lang="en-US" b="1" i="0">
                <a:solidFill>
                  <a:srgbClr val="222222"/>
                </a:solidFill>
                <a:effectLst/>
                <a:latin typeface="Source Sans Pro" panose="020B0503030403020204" pitchFamily="34" charset="0"/>
              </a:rPr>
              <a:t>System Testing</a:t>
            </a:r>
            <a:r>
              <a:rPr lang="en-US" b="0" i="0">
                <a:solidFill>
                  <a:srgbClr val="222222"/>
                </a:solidFill>
                <a:effectLst/>
                <a:latin typeface="Source Sans Pro" panose="020B0503030403020204" pitchFamily="34" charset="0"/>
              </a:rPr>
              <a:t> : evaluates both functional and non-functional needs for the testing.</a:t>
            </a:r>
          </a:p>
          <a:p>
            <a:pPr algn="l">
              <a:buFont typeface="+mj-lt"/>
              <a:buAutoNum type="arabicPeriod"/>
            </a:pPr>
            <a:r>
              <a:rPr lang="en-US" b="1" i="0">
                <a:solidFill>
                  <a:srgbClr val="222222"/>
                </a:solidFill>
                <a:effectLst/>
                <a:latin typeface="Source Sans Pro" panose="020B0503030403020204" pitchFamily="34" charset="0"/>
              </a:rPr>
              <a:t>Acceptance Testing</a:t>
            </a:r>
            <a:r>
              <a:rPr lang="en-US" b="0" i="0">
                <a:solidFill>
                  <a:srgbClr val="222222"/>
                </a:solidFill>
                <a:effectLst/>
                <a:latin typeface="Source Sans Pro" panose="020B0503030403020204" pitchFamily="34" charset="0"/>
              </a:rPr>
              <a:t> : checks the requirements of a specification or contract are met as per its delivery.</a:t>
            </a:r>
          </a:p>
          <a:p>
            <a:pPr algn="l">
              <a:buFont typeface="+mj-lt"/>
              <a:buAutoNum type="arabicPeriod"/>
            </a:pPr>
            <a:endParaRPr lang="en-US" b="0" i="0">
              <a:solidFill>
                <a:srgbClr val="222222"/>
              </a:solidFill>
              <a:effectLst/>
              <a:latin typeface="Source Sans Pro" panose="020B0503030403020204" pitchFamily="34" charset="0"/>
            </a:endParaRPr>
          </a:p>
          <a:p>
            <a:pPr algn="l"/>
            <a:r>
              <a:rPr lang="en-US" b="0" i="0">
                <a:solidFill>
                  <a:srgbClr val="222222"/>
                </a:solidFill>
                <a:effectLst/>
                <a:latin typeface="Source Sans Pro" panose="020B0503030403020204" pitchFamily="34" charset="0"/>
              </a:rPr>
              <a:t>1) </a:t>
            </a:r>
            <a:r>
              <a:rPr lang="en-US" b="1" i="0" u="none" strike="noStrike">
                <a:solidFill>
                  <a:srgbClr val="04B8E6"/>
                </a:solidFill>
                <a:effectLst/>
                <a:latin typeface="Source Sans Pro" panose="020B0503030403020204" pitchFamily="34" charset="0"/>
                <a:hlinkClick r:id="rId3"/>
              </a:rPr>
              <a:t>Unit testing:</a:t>
            </a:r>
            <a:endParaRPr lang="en-US" b="0" i="0">
              <a:solidFill>
                <a:srgbClr val="222222"/>
              </a:solidFill>
              <a:effectLst/>
              <a:latin typeface="Source Sans Pro" panose="020B0503030403020204" pitchFamily="34" charset="0"/>
            </a:endParaRPr>
          </a:p>
          <a:p>
            <a:pPr algn="l"/>
            <a:r>
              <a:rPr lang="en-US" b="0" i="0">
                <a:solidFill>
                  <a:srgbClr val="222222"/>
                </a:solidFill>
                <a:effectLst/>
                <a:latin typeface="Source Sans Pro" panose="020B0503030403020204" pitchFamily="34" charset="0"/>
              </a:rPr>
              <a:t>A Unit is a smallest testable portion of system or application which can be compiled, liked, loaded, and executed. This kind of testing helps to test each module separately.</a:t>
            </a:r>
          </a:p>
          <a:p>
            <a:pPr algn="l"/>
            <a:r>
              <a:rPr lang="en-US" b="0" i="0">
                <a:solidFill>
                  <a:srgbClr val="222222"/>
                </a:solidFill>
                <a:effectLst/>
                <a:latin typeface="Source Sans Pro" panose="020B0503030403020204" pitchFamily="34" charset="0"/>
              </a:rPr>
              <a:t>The aim is to test each part of the software by separating it. It checks that component are fulfilling functionalities or not. This kind of testing is performed by developers.</a:t>
            </a:r>
          </a:p>
          <a:p>
            <a:pPr algn="l"/>
            <a:r>
              <a:rPr lang="en-US" b="0" i="0">
                <a:solidFill>
                  <a:srgbClr val="222222"/>
                </a:solidFill>
                <a:effectLst/>
                <a:latin typeface="Source Sans Pro" panose="020B0503030403020204" pitchFamily="34" charset="0"/>
              </a:rPr>
              <a:t>2) </a:t>
            </a:r>
            <a:r>
              <a:rPr lang="en-US" b="1" i="0" u="none" strike="noStrike">
                <a:solidFill>
                  <a:srgbClr val="04B8E6"/>
                </a:solidFill>
                <a:effectLst/>
                <a:latin typeface="Source Sans Pro" panose="020B0503030403020204" pitchFamily="34" charset="0"/>
                <a:hlinkClick r:id="rId4"/>
              </a:rPr>
              <a:t>Integration testing:</a:t>
            </a:r>
            <a:endParaRPr lang="en-US" b="0" i="0">
              <a:solidFill>
                <a:srgbClr val="222222"/>
              </a:solidFill>
              <a:effectLst/>
              <a:latin typeface="Source Sans Pro" panose="020B0503030403020204" pitchFamily="34" charset="0"/>
            </a:endParaRPr>
          </a:p>
          <a:p>
            <a:pPr algn="l"/>
            <a:r>
              <a:rPr lang="en-US" b="0" i="0">
                <a:solidFill>
                  <a:srgbClr val="222222"/>
                </a:solidFill>
                <a:effectLst/>
                <a:latin typeface="Source Sans Pro" panose="020B0503030403020204" pitchFamily="34" charset="0"/>
              </a:rPr>
              <a:t>Integration means combining. For Example, In this testing phase, different software modules are combined and tested as a group to make sure that integrated system is ready for system testing.</a:t>
            </a:r>
          </a:p>
          <a:p>
            <a:pPr algn="l"/>
            <a:r>
              <a:rPr lang="en-US" b="0" i="0">
                <a:solidFill>
                  <a:srgbClr val="222222"/>
                </a:solidFill>
                <a:effectLst/>
                <a:latin typeface="Source Sans Pro" panose="020B0503030403020204" pitchFamily="34" charset="0"/>
              </a:rPr>
              <a:t>Integrating testing checks the data flow from one module to other modules. This kind of testing is performed by testers.</a:t>
            </a:r>
          </a:p>
          <a:p>
            <a:pPr algn="l"/>
            <a:r>
              <a:rPr lang="en-US" b="0" i="0">
                <a:solidFill>
                  <a:srgbClr val="222222"/>
                </a:solidFill>
                <a:effectLst/>
                <a:latin typeface="Source Sans Pro" panose="020B0503030403020204" pitchFamily="34" charset="0"/>
              </a:rPr>
              <a:t>3) </a:t>
            </a:r>
            <a:r>
              <a:rPr lang="en-US" b="1" i="0" u="none" strike="noStrike">
                <a:solidFill>
                  <a:srgbClr val="04B8E6"/>
                </a:solidFill>
                <a:effectLst/>
                <a:latin typeface="Source Sans Pro" panose="020B0503030403020204" pitchFamily="34" charset="0"/>
                <a:hlinkClick r:id="rId5"/>
              </a:rPr>
              <a:t>System testing:</a:t>
            </a:r>
            <a:endParaRPr lang="en-US" b="0" i="0">
              <a:solidFill>
                <a:srgbClr val="222222"/>
              </a:solidFill>
              <a:effectLst/>
              <a:latin typeface="Source Sans Pro" panose="020B0503030403020204" pitchFamily="34" charset="0"/>
            </a:endParaRPr>
          </a:p>
          <a:p>
            <a:pPr algn="l"/>
            <a:r>
              <a:rPr lang="en-US" b="0" i="0">
                <a:solidFill>
                  <a:srgbClr val="222222"/>
                </a:solidFill>
                <a:effectLst/>
                <a:latin typeface="Source Sans Pro" panose="020B0503030403020204" pitchFamily="34" charset="0"/>
              </a:rPr>
              <a:t>System testing is performed on a complete, integrated system. It allows checking system's compliance as per the requirements. It tests the overall interaction of components. It involves load, performance, reliability and security testing.</a:t>
            </a:r>
          </a:p>
          <a:p>
            <a:pPr algn="l"/>
            <a:r>
              <a:rPr lang="en-US" b="0" i="0">
                <a:solidFill>
                  <a:srgbClr val="222222"/>
                </a:solidFill>
                <a:effectLst/>
                <a:latin typeface="Source Sans Pro" panose="020B0503030403020204" pitchFamily="34" charset="0"/>
              </a:rPr>
              <a:t>System testing most often the final test to verify that the system meets the specification. It evaluates both functional and non-functional need for the testing.</a:t>
            </a:r>
          </a:p>
          <a:p>
            <a:pPr algn="l"/>
            <a:r>
              <a:rPr lang="en-US" b="0" i="0">
                <a:solidFill>
                  <a:srgbClr val="222222"/>
                </a:solidFill>
                <a:effectLst/>
                <a:latin typeface="Source Sans Pro" panose="020B0503030403020204" pitchFamily="34" charset="0"/>
              </a:rPr>
              <a:t>4) </a:t>
            </a:r>
            <a:r>
              <a:rPr lang="en-US" b="1" i="0" u="none" strike="noStrike">
                <a:solidFill>
                  <a:srgbClr val="04B8E6"/>
                </a:solidFill>
                <a:effectLst/>
                <a:latin typeface="Source Sans Pro" panose="020B0503030403020204" pitchFamily="34" charset="0"/>
                <a:hlinkClick r:id="rId6"/>
              </a:rPr>
              <a:t>Acceptance testing:</a:t>
            </a:r>
            <a:endParaRPr lang="en-US" b="0" i="0">
              <a:solidFill>
                <a:srgbClr val="222222"/>
              </a:solidFill>
              <a:effectLst/>
              <a:latin typeface="Source Sans Pro" panose="020B0503030403020204" pitchFamily="34" charset="0"/>
            </a:endParaRPr>
          </a:p>
          <a:p>
            <a:pPr algn="l"/>
            <a:r>
              <a:rPr lang="en-US" b="0" i="0">
                <a:solidFill>
                  <a:srgbClr val="222222"/>
                </a:solidFill>
                <a:effectLst/>
                <a:latin typeface="Source Sans Pro" panose="020B0503030403020204" pitchFamily="34" charset="0"/>
              </a:rPr>
              <a:t>Acceptance testing is a test conducted to find if the requirements of a specification or contract are met as per its delivery. Acceptance testing is basically done by the user or customer. However, other stockholders can be involved in this process.</a:t>
            </a:r>
          </a:p>
          <a:p>
            <a:pPr algn="l"/>
            <a:endParaRPr lang="en-US" b="0" i="0">
              <a:solidFill>
                <a:srgbClr val="222222"/>
              </a:solidFill>
              <a:effectLst/>
              <a:latin typeface="Source Sans Pro" panose="020B0503030403020204" pitchFamily="34" charset="0"/>
            </a:endParaRPr>
          </a:p>
          <a:p>
            <a:pPr algn="l"/>
            <a:endParaRPr lang="en-US" b="0" i="0">
              <a:solidFill>
                <a:srgbClr val="222222"/>
              </a:solidFill>
              <a:effectLst/>
              <a:latin typeface="Source Sans Pro" panose="020B0503030403020204" pitchFamily="34" charset="0"/>
            </a:endParaRPr>
          </a:p>
          <a:p>
            <a:pPr algn="l"/>
            <a:endParaRPr lang="en-US" b="0" i="0">
              <a:solidFill>
                <a:srgbClr val="222222"/>
              </a:solidFill>
              <a:effectLst/>
              <a:latin typeface="Source Sans Pro" panose="020B0503030403020204" pitchFamily="34" charset="0"/>
            </a:endParaRPr>
          </a:p>
          <a:p>
            <a:pPr algn="l">
              <a:buFont typeface="Arial" panose="020B0604020202020204" pitchFamily="34" charset="0"/>
              <a:buChar char="•"/>
            </a:pPr>
            <a:r>
              <a:rPr lang="en-US" b="1" i="0">
                <a:solidFill>
                  <a:srgbClr val="333333"/>
                </a:solidFill>
                <a:effectLst/>
                <a:latin typeface="Segoe UI" panose="020B0502040204020203" pitchFamily="34" charset="0"/>
              </a:rPr>
              <a:t>L0</a:t>
            </a:r>
            <a:r>
              <a:rPr lang="en-US" b="0" i="0">
                <a:solidFill>
                  <a:srgbClr val="333333"/>
                </a:solidFill>
                <a:effectLst/>
                <a:latin typeface="Segoe UI" panose="020B0502040204020203" pitchFamily="34" charset="0"/>
              </a:rPr>
              <a:t> – An L0 test is a classic Unit Test.  It exercises an API.  It has no dependencies on the product being installed.  It has no state other than what’s in the test.</a:t>
            </a:r>
          </a:p>
          <a:p>
            <a:pPr algn="l">
              <a:buFont typeface="Arial" panose="020B0604020202020204" pitchFamily="34" charset="0"/>
              <a:buChar char="•"/>
            </a:pPr>
            <a:r>
              <a:rPr lang="en-US" b="1" i="0">
                <a:solidFill>
                  <a:srgbClr val="333333"/>
                </a:solidFill>
                <a:effectLst/>
                <a:latin typeface="Segoe UI" panose="020B0502040204020203" pitchFamily="34" charset="0"/>
              </a:rPr>
              <a:t>L1</a:t>
            </a:r>
            <a:r>
              <a:rPr lang="en-US" b="0" i="0">
                <a:solidFill>
                  <a:srgbClr val="333333"/>
                </a:solidFill>
                <a:effectLst/>
                <a:latin typeface="Segoe UI" panose="020B0502040204020203" pitchFamily="34" charset="0"/>
              </a:rPr>
              <a:t> – An L1 is like a Unit Test, except it can rely on SQL Server being in the environment.  Our product is very SQL Server dependent and, in my opinion, trying to mock SQL is unwise/impractical for the depth of dependency that we have.  Also, of course, a bunch of our code is in </a:t>
            </a:r>
            <a:r>
              <a:rPr lang="en-US" b="0" i="0" err="1">
                <a:solidFill>
                  <a:srgbClr val="333333"/>
                </a:solidFill>
                <a:effectLst/>
                <a:latin typeface="Segoe UI" panose="020B0502040204020203" pitchFamily="34" charset="0"/>
              </a:rPr>
              <a:t>SQLServer</a:t>
            </a:r>
            <a:r>
              <a:rPr lang="en-US" b="0" i="0">
                <a:solidFill>
                  <a:srgbClr val="333333"/>
                </a:solidFill>
                <a:effectLst/>
                <a:latin typeface="Segoe UI" panose="020B0502040204020203" pitchFamily="34" charset="0"/>
              </a:rPr>
              <a:t> stored procs and we need to test that too.</a:t>
            </a:r>
          </a:p>
          <a:p>
            <a:pPr algn="l">
              <a:buFont typeface="Arial" panose="020B0604020202020204" pitchFamily="34" charset="0"/>
              <a:buChar char="•"/>
            </a:pPr>
            <a:r>
              <a:rPr lang="en-US" b="1" i="0">
                <a:solidFill>
                  <a:srgbClr val="333333"/>
                </a:solidFill>
                <a:effectLst/>
                <a:latin typeface="Segoe UI" panose="020B0502040204020203" pitchFamily="34" charset="0"/>
              </a:rPr>
              <a:t>L2</a:t>
            </a:r>
            <a:r>
              <a:rPr lang="en-US" b="0" i="0">
                <a:solidFill>
                  <a:srgbClr val="333333"/>
                </a:solidFill>
                <a:effectLst/>
                <a:latin typeface="Segoe UI" panose="020B0502040204020203" pitchFamily="34" charset="0"/>
              </a:rPr>
              <a:t> – An L2 test is written against a fully deployed TFS/Team Services “instance” but with some key things mocked out.  The mocking is done to simplify testing and eliminate fragility.  The best example is that we mock out authentication so we don’t have to deal with creating test identities, managing secrets, etc.  Some L2s are UI automation but only a smallish percentage.</a:t>
            </a:r>
          </a:p>
          <a:p>
            <a:pPr algn="l">
              <a:buFont typeface="Arial" panose="020B0604020202020204" pitchFamily="34" charset="0"/>
              <a:buChar char="•"/>
            </a:pPr>
            <a:r>
              <a:rPr lang="en-US" b="1" i="0">
                <a:solidFill>
                  <a:srgbClr val="333333"/>
                </a:solidFill>
                <a:effectLst/>
                <a:latin typeface="Segoe UI" panose="020B0502040204020203" pitchFamily="34" charset="0"/>
              </a:rPr>
              <a:t>L3</a:t>
            </a:r>
            <a:r>
              <a:rPr lang="en-US" b="0" i="0">
                <a:solidFill>
                  <a:srgbClr val="333333"/>
                </a:solidFill>
                <a:effectLst/>
                <a:latin typeface="Segoe UI" panose="020B0502040204020203" pitchFamily="34" charset="0"/>
              </a:rPr>
              <a:t> – An L3 test is an end-to-end functional test against a production TFS/VSTS instance.  You might call it “Testing in Production”  Many of these are UI automation.  The truth is that we’ve only recently gotten to the point that we’re ready for rolling out L3 tests and we only have a few.  Over time, the count will grow some but it will always be a tiny fraction of L0 and L1.</a:t>
            </a:r>
          </a:p>
          <a:p>
            <a:pPr algn="l"/>
            <a:endParaRPr lang="en-US" b="0" i="0">
              <a:solidFill>
                <a:srgbClr val="222222"/>
              </a:solidFill>
              <a:effectLst/>
              <a:latin typeface="Source Sans Pro" panose="020B0503030403020204" pitchFamily="34" charset="0"/>
            </a:endParaRPr>
          </a:p>
          <a:p>
            <a:pPr algn="l">
              <a:buFont typeface="+mj-lt"/>
              <a:buAutoNum type="arabicPeriod"/>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a:t>
            </a:fld>
            <a:endParaRPr lang="en-US"/>
          </a:p>
        </p:txBody>
      </p:sp>
    </p:spTree>
    <p:extLst>
      <p:ext uri="{BB962C8B-B14F-4D97-AF65-F5344CB8AC3E}">
        <p14:creationId xmlns:p14="http://schemas.microsoft.com/office/powerpoint/2010/main" val="3755846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0" i="0">
                <a:solidFill>
                  <a:srgbClr val="222222"/>
                </a:solidFill>
                <a:effectLst/>
                <a:latin typeface="Source Sans Pro" panose="020B0503030403020204" pitchFamily="34" charset="0"/>
              </a:rPr>
              <a:t>Test-Driven Development starts with designing and developing tests for every small functionality of an application. TDD instructs developers to write new code only if an automated test has failed. This avoids duplication of code. The full form of TDD is Test-driven development.</a:t>
            </a:r>
          </a:p>
          <a:p>
            <a:pPr algn="l">
              <a:buFont typeface="+mj-lt"/>
              <a:buNone/>
            </a:pPr>
            <a:endParaRPr lang="en-US" b="0" i="0">
              <a:solidFill>
                <a:srgbClr val="222222"/>
              </a:solidFill>
              <a:effectLst/>
              <a:latin typeface="Source Sans Pro" panose="020B0503030403020204" pitchFamily="34" charset="0"/>
            </a:endParaRPr>
          </a:p>
          <a:p>
            <a:pPr algn="l">
              <a:buFont typeface="+mj-lt"/>
              <a:buNone/>
            </a:pPr>
            <a:r>
              <a:rPr lang="en-US" b="0" i="0">
                <a:solidFill>
                  <a:srgbClr val="222222"/>
                </a:solidFill>
                <a:effectLst/>
                <a:latin typeface="Source Sans Pro" panose="020B0503030403020204" pitchFamily="34" charset="0"/>
              </a:rPr>
              <a:t>The simple concept of TDD is to write and correct the failed tests before writing new code (before development). This helps to avoid duplication of code as we write a small amount of code at a time in order to pass tests. (Tests are nothing but requirement conditions that we need to test to fulfill them).</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a:t>
            </a:fld>
            <a:endParaRPr lang="en-US"/>
          </a:p>
        </p:txBody>
      </p:sp>
    </p:spTree>
    <p:extLst>
      <p:ext uri="{BB962C8B-B14F-4D97-AF65-F5344CB8AC3E}">
        <p14:creationId xmlns:p14="http://schemas.microsoft.com/office/powerpoint/2010/main" val="3289136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0" i="0">
                <a:solidFill>
                  <a:srgbClr val="222222"/>
                </a:solidFill>
                <a:effectLst/>
                <a:latin typeface="Source Sans Pro" panose="020B0503030403020204" pitchFamily="34" charset="0"/>
              </a:rPr>
              <a:t>The main goal of ATDD and TDD is to specify detailed, executable requirements for your solution on a just in time (JIT) basis. JIT means taking only those requirements in consideration that are needed in the system. So increase efficiency.</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7</a:t>
            </a:fld>
            <a:endParaRPr lang="en-US"/>
          </a:p>
        </p:txBody>
      </p:sp>
    </p:spTree>
    <p:extLst>
      <p:ext uri="{BB962C8B-B14F-4D97-AF65-F5344CB8AC3E}">
        <p14:creationId xmlns:p14="http://schemas.microsoft.com/office/powerpoint/2010/main" val="3355625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0" i="0">
                <a:solidFill>
                  <a:srgbClr val="000000"/>
                </a:solidFill>
                <a:effectLst/>
                <a:latin typeface="ForoSans-Light"/>
              </a:rPr>
              <a:t>A test framework usually consists of two components:</a:t>
            </a:r>
          </a:p>
          <a:p>
            <a:pPr marL="285750" indent="-285750" algn="l">
              <a:buFontTx/>
              <a:buChar char="-"/>
            </a:pPr>
            <a:r>
              <a:rPr lang="en-US" b="0" i="0">
                <a:solidFill>
                  <a:srgbClr val="000000"/>
                </a:solidFill>
                <a:effectLst/>
                <a:latin typeface="ForoSans-Light"/>
              </a:rPr>
              <a:t>A test library itself. It includes attributes, assertions, extendibility and customizations tools</a:t>
            </a:r>
          </a:p>
          <a:p>
            <a:pPr marL="285750" indent="-285750" algn="l">
              <a:buFontTx/>
              <a:buChar char="-"/>
            </a:pPr>
            <a:r>
              <a:rPr lang="en-US" b="0" i="0">
                <a:solidFill>
                  <a:srgbClr val="000000"/>
                </a:solidFill>
                <a:effectLst/>
                <a:latin typeface="ForoSans-Light"/>
              </a:rPr>
              <a:t>A test runner. It recognizes attributes and uses these attributes to finds the tests, run them and report test results back. E.g. Test explorer window and dotnet test command line interface. </a:t>
            </a:r>
          </a:p>
          <a:p>
            <a:pPr marL="285750" indent="-285750" algn="l">
              <a:buFontTx/>
              <a:buChar char="-"/>
            </a:pPr>
            <a:endParaRPr lang="uk-UA" b="0" i="0">
              <a:solidFill>
                <a:srgbClr val="000000"/>
              </a:solidFill>
              <a:effectLst/>
              <a:latin typeface="ForoSans-Light"/>
            </a:endParaRPr>
          </a:p>
          <a:p>
            <a:pPr algn="l">
              <a:buFont typeface="+mj-lt"/>
              <a:buAutoNum type="arabicPeriod"/>
            </a:pPr>
            <a:r>
              <a:rPr lang="en-US" b="0" i="0" err="1">
                <a:solidFill>
                  <a:srgbClr val="000000"/>
                </a:solidFill>
                <a:effectLst/>
                <a:latin typeface="ForoSans-Light"/>
              </a:rPr>
              <a:t>MSTest</a:t>
            </a:r>
            <a:r>
              <a:rPr lang="en-US" b="0" i="0">
                <a:solidFill>
                  <a:srgbClr val="000000"/>
                </a:solidFill>
                <a:effectLst/>
                <a:latin typeface="ForoSans-Light"/>
              </a:rPr>
              <a:t> ships with Visual Studio, so you have it right out of the box, in your </a:t>
            </a:r>
            <a:r>
              <a:rPr lang="en-US" b="0" i="0" u="none" strike="noStrike">
                <a:solidFill>
                  <a:srgbClr val="60C322"/>
                </a:solidFill>
                <a:effectLst/>
                <a:latin typeface="ForoSans-Light"/>
                <a:hlinkClick r:id="rId3"/>
              </a:rPr>
              <a:t>IDE</a:t>
            </a:r>
            <a:r>
              <a:rPr lang="en-US" b="0" i="0">
                <a:solidFill>
                  <a:srgbClr val="000000"/>
                </a:solidFill>
                <a:effectLst/>
                <a:latin typeface="ForoSans-Light"/>
              </a:rPr>
              <a:t>, without doing anything. </a:t>
            </a:r>
          </a:p>
          <a:p>
            <a:pPr algn="l">
              <a:buFont typeface="+mj-lt"/>
              <a:buAutoNum type="arabicPeriod"/>
            </a:pPr>
            <a:endParaRPr lang="en-US" b="0" i="0">
              <a:solidFill>
                <a:srgbClr val="000000"/>
              </a:solidFill>
              <a:effectLst/>
              <a:latin typeface="ForoSans-Light"/>
            </a:endParaRPr>
          </a:p>
          <a:p>
            <a:pPr algn="l"/>
            <a:r>
              <a:rPr lang="en-US" b="0" i="0">
                <a:solidFill>
                  <a:srgbClr val="000000"/>
                </a:solidFill>
                <a:effectLst/>
                <a:latin typeface="ForoSans-Light"/>
              </a:rPr>
              <a:t>2. Next up, I’ll talk about </a:t>
            </a:r>
            <a:r>
              <a:rPr lang="en-US" b="0" i="0" u="none" strike="noStrike" err="1">
                <a:solidFill>
                  <a:srgbClr val="60C322"/>
                </a:solidFill>
                <a:effectLst/>
                <a:latin typeface="ForoSans-Light"/>
                <a:hlinkClick r:id="rId4"/>
              </a:rPr>
              <a:t>NUnit</a:t>
            </a:r>
            <a:r>
              <a:rPr lang="en-US" b="0" i="0">
                <a:solidFill>
                  <a:srgbClr val="000000"/>
                </a:solidFill>
                <a:effectLst/>
                <a:latin typeface="ForoSans-Light"/>
              </a:rPr>
              <a:t>.  Unit test frameworks have a history dating back almost 30 years, so they long predated .NET.  </a:t>
            </a:r>
            <a:r>
              <a:rPr lang="en-US" b="0" i="0" err="1">
                <a:solidFill>
                  <a:srgbClr val="000000"/>
                </a:solidFill>
                <a:effectLst/>
                <a:latin typeface="ForoSans-Light"/>
              </a:rPr>
              <a:t>NUnit</a:t>
            </a:r>
            <a:r>
              <a:rPr lang="en-US" b="0" i="0">
                <a:solidFill>
                  <a:srgbClr val="000000"/>
                </a:solidFill>
                <a:effectLst/>
                <a:latin typeface="ForoSans-Light"/>
              </a:rPr>
              <a:t> started out as a port from Java’s </a:t>
            </a:r>
            <a:r>
              <a:rPr lang="en-US" b="0" i="0" u="none" strike="noStrike">
                <a:solidFill>
                  <a:srgbClr val="60C322"/>
                </a:solidFill>
                <a:effectLst/>
                <a:latin typeface="ForoSans-Light"/>
                <a:hlinkClick r:id="rId5"/>
              </a:rPr>
              <a:t>JUnit</a:t>
            </a:r>
            <a:r>
              <a:rPr lang="en-US" b="0" i="0">
                <a:solidFill>
                  <a:srgbClr val="000000"/>
                </a:solidFill>
                <a:effectLst/>
                <a:latin typeface="ForoSans-Light"/>
              </a:rPr>
              <a:t>, but the authors eventually redid it to be more C# idiomatic.  So, the tool has the rich history of unit testing behind it, but with an appropriately C# flavor.</a:t>
            </a:r>
          </a:p>
          <a:p>
            <a:pPr algn="l"/>
            <a:r>
              <a:rPr lang="en-US" b="0" i="0">
                <a:solidFill>
                  <a:srgbClr val="000000"/>
                </a:solidFill>
                <a:effectLst/>
                <a:latin typeface="ForoSans-Light"/>
              </a:rPr>
              <a:t>Because of its independent history, </a:t>
            </a:r>
            <a:r>
              <a:rPr lang="en-US" b="0" i="0" err="1">
                <a:solidFill>
                  <a:srgbClr val="000000"/>
                </a:solidFill>
                <a:effectLst/>
                <a:latin typeface="ForoSans-Light"/>
              </a:rPr>
              <a:t>NUnit</a:t>
            </a:r>
            <a:r>
              <a:rPr lang="en-US" b="0" i="0">
                <a:solidFill>
                  <a:srgbClr val="000000"/>
                </a:solidFill>
                <a:effectLst/>
                <a:latin typeface="ForoSans-Light"/>
              </a:rPr>
              <a:t> also has the distinction of interoperating nicely with other tools, such as non-Microsoft build platforms and custom test runners.  On top of that, </a:t>
            </a:r>
            <a:r>
              <a:rPr lang="en-US" b="0" i="0" err="1">
                <a:solidFill>
                  <a:srgbClr val="000000"/>
                </a:solidFill>
                <a:effectLst/>
                <a:latin typeface="ForoSans-Light"/>
              </a:rPr>
              <a:t>NUnit</a:t>
            </a:r>
            <a:r>
              <a:rPr lang="en-US" b="0" i="0">
                <a:solidFill>
                  <a:srgbClr val="000000"/>
                </a:solidFill>
                <a:effectLst/>
                <a:latin typeface="ForoSans-Light"/>
              </a:rPr>
              <a:t> also has a reputation for fast testing running, and it has some nice additional features as well, including test annotations allowing easy specification of multiple inputs to a given test.</a:t>
            </a:r>
          </a:p>
          <a:p>
            <a:pPr algn="l"/>
            <a:r>
              <a:rPr lang="en-US" b="0" i="0">
                <a:solidFill>
                  <a:srgbClr val="000000"/>
                </a:solidFill>
                <a:effectLst/>
                <a:latin typeface="ForoSans-Light"/>
              </a:rPr>
              <a:t>The main downside here is that it doesn’t integrate into Visual Studio the way that </a:t>
            </a:r>
            <a:r>
              <a:rPr lang="en-US" b="0" i="0" err="1">
                <a:solidFill>
                  <a:srgbClr val="000000"/>
                </a:solidFill>
                <a:effectLst/>
                <a:latin typeface="ForoSans-Light"/>
              </a:rPr>
              <a:t>MSTest</a:t>
            </a:r>
            <a:r>
              <a:rPr lang="en-US" b="0" i="0">
                <a:solidFill>
                  <a:srgbClr val="000000"/>
                </a:solidFill>
                <a:effectLst/>
                <a:latin typeface="ForoSans-Light"/>
              </a:rPr>
              <a:t> does.  Using it means doing extra work, and installing extra tools, regardless of how easy those tools’ authors may make the process.</a:t>
            </a:r>
          </a:p>
          <a:p>
            <a:pPr algn="l"/>
            <a:endParaRPr lang="en-US" b="0" i="0">
              <a:solidFill>
                <a:srgbClr val="000000"/>
              </a:solidFill>
              <a:effectLst/>
              <a:latin typeface="ForoSans-Light"/>
            </a:endParaRPr>
          </a:p>
          <a:p>
            <a:pPr algn="l"/>
            <a:r>
              <a:rPr lang="en-US" b="0" i="0">
                <a:solidFill>
                  <a:srgbClr val="000000"/>
                </a:solidFill>
                <a:effectLst/>
                <a:latin typeface="ForoSans-Light"/>
              </a:rPr>
              <a:t>3. The last option that I’ll cover is </a:t>
            </a:r>
            <a:r>
              <a:rPr lang="en-US" b="0" i="0" u="none" strike="noStrike">
                <a:solidFill>
                  <a:srgbClr val="60C322"/>
                </a:solidFill>
                <a:effectLst/>
                <a:latin typeface="ForoSans-Light"/>
                <a:hlinkClick r:id="rId6"/>
              </a:rPr>
              <a:t>xUnit.NET</a:t>
            </a:r>
            <a:r>
              <a:rPr lang="en-US" b="0" i="0">
                <a:solidFill>
                  <a:srgbClr val="000000"/>
                </a:solidFill>
                <a:effectLst/>
                <a:latin typeface="ForoSans-Light"/>
              </a:rPr>
              <a:t> (I’ll just call it </a:t>
            </a:r>
            <a:r>
              <a:rPr lang="en-US" b="0" i="0" err="1">
                <a:solidFill>
                  <a:srgbClr val="000000"/>
                </a:solidFill>
                <a:effectLst/>
                <a:latin typeface="ForoSans-Light"/>
              </a:rPr>
              <a:t>xUnit</a:t>
            </a:r>
            <a:r>
              <a:rPr lang="en-US" b="0" i="0">
                <a:solidFill>
                  <a:srgbClr val="000000"/>
                </a:solidFill>
                <a:effectLst/>
                <a:latin typeface="ForoSans-Light"/>
              </a:rPr>
              <a:t> for brevity, not to be confused with the </a:t>
            </a:r>
            <a:r>
              <a:rPr lang="en-US" b="0" i="0" err="1">
                <a:solidFill>
                  <a:srgbClr val="000000"/>
                </a:solidFill>
                <a:effectLst/>
                <a:latin typeface="ForoSans-Light"/>
              </a:rPr>
              <a:t>xUnit</a:t>
            </a:r>
            <a:r>
              <a:rPr lang="en-US" b="0" i="0">
                <a:solidFill>
                  <a:srgbClr val="000000"/>
                </a:solidFill>
                <a:effectLst/>
                <a:latin typeface="ForoSans-Light"/>
              </a:rPr>
              <a:t> category of test tools).  One of the creators of the idiomatic version of </a:t>
            </a:r>
            <a:r>
              <a:rPr lang="en-US" b="0" i="0" err="1">
                <a:solidFill>
                  <a:srgbClr val="000000"/>
                </a:solidFill>
                <a:effectLst/>
                <a:latin typeface="ForoSans-Light"/>
              </a:rPr>
              <a:t>NUnit</a:t>
            </a:r>
            <a:r>
              <a:rPr lang="en-US" b="0" i="0">
                <a:solidFill>
                  <a:srgbClr val="000000"/>
                </a:solidFill>
                <a:effectLst/>
                <a:latin typeface="ForoSans-Light"/>
              </a:rPr>
              <a:t> went on to create </a:t>
            </a:r>
            <a:r>
              <a:rPr lang="en-US" b="0" i="0" err="1">
                <a:solidFill>
                  <a:srgbClr val="000000"/>
                </a:solidFill>
                <a:effectLst/>
                <a:latin typeface="ForoSans-Light"/>
              </a:rPr>
              <a:t>xUnit</a:t>
            </a:r>
            <a:r>
              <a:rPr lang="en-US" b="0" i="0">
                <a:solidFill>
                  <a:srgbClr val="000000"/>
                </a:solidFill>
                <a:effectLst/>
                <a:latin typeface="ForoSans-Light"/>
              </a:rPr>
              <a:t>.  </a:t>
            </a:r>
            <a:r>
              <a:rPr lang="en-US" b="0" i="0" err="1">
                <a:solidFill>
                  <a:srgbClr val="000000"/>
                </a:solidFill>
                <a:effectLst/>
                <a:latin typeface="ForoSans-Light"/>
              </a:rPr>
              <a:t>xUnit</a:t>
            </a:r>
            <a:r>
              <a:rPr lang="en-US" b="0" i="0">
                <a:solidFill>
                  <a:srgbClr val="000000"/>
                </a:solidFill>
                <a:effectLst/>
                <a:latin typeface="ForoSans-Light"/>
              </a:rPr>
              <a:t> has a relatively innovative for users to reason about their tests, dividing tests into “facts” and “theories” to distinguish between “always true” and “true for the right data,” respectively.</a:t>
            </a:r>
          </a:p>
          <a:p>
            <a:pPr algn="l"/>
            <a:r>
              <a:rPr lang="en-US" b="0" i="0" err="1">
                <a:solidFill>
                  <a:srgbClr val="000000"/>
                </a:solidFill>
                <a:effectLst/>
                <a:latin typeface="ForoSans-Light"/>
              </a:rPr>
              <a:t>xUnit</a:t>
            </a:r>
            <a:r>
              <a:rPr lang="en-US" b="0" i="0">
                <a:solidFill>
                  <a:srgbClr val="000000"/>
                </a:solidFill>
                <a:effectLst/>
                <a:latin typeface="ForoSans-Light"/>
              </a:rPr>
              <a:t> earns points for creating extremely intuitive terminology and ways to reason about the language of tests.  On top of that, the tool has a reputation for excellent extensibility.  Another awesome feature of </a:t>
            </a:r>
            <a:r>
              <a:rPr lang="en-US" b="0" i="0" err="1">
                <a:solidFill>
                  <a:srgbClr val="000000"/>
                </a:solidFill>
                <a:effectLst/>
                <a:latin typeface="ForoSans-Light"/>
              </a:rPr>
              <a:t>xUnit</a:t>
            </a:r>
            <a:r>
              <a:rPr lang="en-US" b="0" i="0">
                <a:solidFill>
                  <a:srgbClr val="000000"/>
                </a:solidFill>
                <a:effectLst/>
                <a:latin typeface="ForoSans-Light"/>
              </a:rPr>
              <a:t> is actually not a feature of the software, but a feature of the authors.  They have a reputation for commitment, responsiveness, and evangelism.</a:t>
            </a:r>
          </a:p>
          <a:p>
            <a:pPr algn="l"/>
            <a:r>
              <a:rPr lang="en-US" b="0" i="0">
                <a:solidFill>
                  <a:srgbClr val="000000"/>
                </a:solidFill>
                <a:effectLst/>
                <a:latin typeface="ForoSans-Light"/>
              </a:rPr>
              <a:t>On the con side, some users seem to wish the tool had more documentation.  Beyond that, the community seems pretty enthusiastic and it’s hard to find a lot of detractors.  This may speak to an implicit con, however.  It has a small but loyal core of users because it requires a different way of thinking about some things and perhaps a bit more learning.</a:t>
            </a:r>
          </a:p>
          <a:p>
            <a:pPr algn="l"/>
            <a:endParaRPr lang="en-US" b="0" i="0">
              <a:solidFill>
                <a:srgbClr val="000000"/>
              </a:solidFill>
              <a:effectLst/>
              <a:latin typeface="ForoSans-Light"/>
            </a:endParaRPr>
          </a:p>
          <a:p>
            <a:pPr algn="l">
              <a:buFont typeface="+mj-lt"/>
              <a:buAutoNum type="arabicPeriod"/>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8</a:t>
            </a:fld>
            <a:endParaRPr lang="en-US"/>
          </a:p>
        </p:txBody>
      </p:sp>
    </p:spTree>
    <p:extLst>
      <p:ext uri="{BB962C8B-B14F-4D97-AF65-F5344CB8AC3E}">
        <p14:creationId xmlns:p14="http://schemas.microsoft.com/office/powerpoint/2010/main" val="2991891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9</a:t>
            </a:fld>
            <a:endParaRPr lang="en-US"/>
          </a:p>
        </p:txBody>
      </p:sp>
    </p:spTree>
    <p:extLst>
      <p:ext uri="{BB962C8B-B14F-4D97-AF65-F5344CB8AC3E}">
        <p14:creationId xmlns:p14="http://schemas.microsoft.com/office/powerpoint/2010/main" val="3011021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10</a:t>
            </a:fld>
            <a:endParaRPr lang="en-US"/>
          </a:p>
        </p:txBody>
      </p:sp>
    </p:spTree>
    <p:extLst>
      <p:ext uri="{BB962C8B-B14F-4D97-AF65-F5344CB8AC3E}">
        <p14:creationId xmlns:p14="http://schemas.microsoft.com/office/powerpoint/2010/main" val="3304121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0" i="0">
                <a:solidFill>
                  <a:srgbClr val="222222"/>
                </a:solidFill>
                <a:effectLst/>
                <a:latin typeface="Source Sans Pro" panose="020B0503030403020204" pitchFamily="34" charset="0"/>
              </a:rPr>
              <a:t>https://docs.microsoft.com/en-us/dotnet/api/microsoft.visualstudio.testtools.unittesting?view=mstest-net-1.3.2</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11</a:t>
            </a:fld>
            <a:endParaRPr lang="en-US"/>
          </a:p>
        </p:txBody>
      </p:sp>
    </p:spTree>
    <p:extLst>
      <p:ext uri="{BB962C8B-B14F-4D97-AF65-F5344CB8AC3E}">
        <p14:creationId xmlns:p14="http://schemas.microsoft.com/office/powerpoint/2010/main" val="3617987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12</a:t>
            </a:fld>
            <a:endParaRPr lang="en-US"/>
          </a:p>
        </p:txBody>
      </p:sp>
    </p:spTree>
    <p:extLst>
      <p:ext uri="{BB962C8B-B14F-4D97-AF65-F5344CB8AC3E}">
        <p14:creationId xmlns:p14="http://schemas.microsoft.com/office/powerpoint/2010/main" val="3721298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4292E"/>
                </a:solidFill>
                <a:effectLst/>
                <a:latin typeface="-apple-system"/>
              </a:rPr>
              <a:t>Shouldly</a:t>
            </a:r>
            <a:r>
              <a:rPr lang="en-US" b="0" i="0" dirty="0">
                <a:solidFill>
                  <a:srgbClr val="24292E"/>
                </a:solidFill>
                <a:effectLst/>
                <a:latin typeface="-apple-system"/>
              </a:rPr>
              <a:t> is an assertion framework which focuses on giving great error messages.</a:t>
            </a:r>
          </a:p>
          <a:p>
            <a:pPr algn="l"/>
            <a:r>
              <a:rPr lang="en-US" b="0" i="0" dirty="0">
                <a:solidFill>
                  <a:srgbClr val="24292E"/>
                </a:solidFill>
                <a:effectLst/>
                <a:latin typeface="-apple-system"/>
              </a:rPr>
              <a:t>This assertion framework is </a:t>
            </a:r>
            <a:r>
              <a:rPr lang="en-US" b="1" i="0" dirty="0">
                <a:solidFill>
                  <a:srgbClr val="24292E"/>
                </a:solidFill>
                <a:effectLst/>
                <a:latin typeface="-apple-system"/>
              </a:rPr>
              <a:t>test framework agnostic</a:t>
            </a:r>
            <a:r>
              <a:rPr lang="en-US" b="0" i="0" dirty="0">
                <a:solidFill>
                  <a:srgbClr val="24292E"/>
                </a:solidFill>
                <a:effectLst/>
                <a:latin typeface="-apple-system"/>
              </a:rPr>
              <a:t>. That means that it can be used with </a:t>
            </a:r>
            <a:r>
              <a:rPr lang="en-US" b="1" i="0" dirty="0">
                <a:solidFill>
                  <a:srgbClr val="24292E"/>
                </a:solidFill>
                <a:effectLst/>
                <a:latin typeface="-apple-system"/>
              </a:rPr>
              <a:t>any</a:t>
            </a:r>
            <a:r>
              <a:rPr lang="en-US" b="0" i="0" dirty="0">
                <a:solidFill>
                  <a:srgbClr val="24292E"/>
                </a:solidFill>
                <a:effectLst/>
                <a:latin typeface="-apple-system"/>
              </a:rPr>
              <a:t> test framework.</a:t>
            </a:r>
          </a:p>
          <a:p>
            <a:pPr algn="l"/>
            <a:r>
              <a:rPr lang="en-US" b="0" i="0" dirty="0">
                <a:solidFill>
                  <a:srgbClr val="24292E"/>
                </a:solidFill>
                <a:effectLst/>
                <a:latin typeface="-apple-system"/>
              </a:rPr>
              <a:t>So why should you use Shouldly?</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13</a:t>
            </a:fld>
            <a:endParaRPr lang="en-US"/>
          </a:p>
        </p:txBody>
      </p:sp>
    </p:spTree>
    <p:extLst>
      <p:ext uri="{BB962C8B-B14F-4D97-AF65-F5344CB8AC3E}">
        <p14:creationId xmlns:p14="http://schemas.microsoft.com/office/powerpoint/2010/main" val="3387054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First of all Shouldly improves </a:t>
            </a:r>
            <a:r>
              <a:rPr lang="en-GB" b="1"/>
              <a:t>readability</a:t>
            </a:r>
            <a:r>
              <a:rPr lang="en-GB"/>
              <a:t> of a test code. The assertions are shorter and what is more, reads in a more </a:t>
            </a:r>
            <a:r>
              <a:rPr lang="en-GB" b="1"/>
              <a:t>fluent</a:t>
            </a:r>
            <a:r>
              <a:rPr lang="en-GB"/>
              <a:t> way.</a:t>
            </a:r>
          </a:p>
          <a:p>
            <a:r>
              <a:rPr lang="en-GB"/>
              <a:t>With Shouldly we are reading </a:t>
            </a:r>
            <a:r>
              <a:rPr lang="en-US" sz="1600" err="1">
                <a:solidFill>
                  <a:srgbClr val="000000"/>
                </a:solidFill>
                <a:latin typeface="Consolas" panose="020B0609020204030204" pitchFamily="49" charset="0"/>
              </a:rPr>
              <a:t>calculator.Add</a:t>
            </a:r>
            <a:r>
              <a:rPr lang="en-US" sz="1600">
                <a:solidFill>
                  <a:srgbClr val="000000"/>
                </a:solidFill>
                <a:latin typeface="Consolas" panose="020B0609020204030204" pitchFamily="49" charset="0"/>
              </a:rPr>
              <a:t>().ShouldBe();</a:t>
            </a:r>
          </a:p>
          <a:p>
            <a:r>
              <a:rPr lang="en-US" sz="1600">
                <a:solidFill>
                  <a:srgbClr val="000000"/>
                </a:solidFill>
                <a:latin typeface="Consolas" panose="020B0609020204030204" pitchFamily="49" charset="0"/>
              </a:rPr>
              <a:t>With other assertion things get more complicated.</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While writing regular assertion Visual Studio </a:t>
            </a:r>
            <a:r>
              <a:rPr lang="en-US" sz="1600" err="1">
                <a:solidFill>
                  <a:srgbClr val="000000"/>
                </a:solidFill>
                <a:latin typeface="Consolas" panose="020B0609020204030204" pitchFamily="49" charset="0"/>
              </a:rPr>
              <a:t>intelicence</a:t>
            </a:r>
            <a:r>
              <a:rPr lang="en-US" sz="1600">
                <a:solidFill>
                  <a:srgbClr val="000000"/>
                </a:solidFill>
                <a:latin typeface="Consolas" panose="020B0609020204030204" pitchFamily="49" charset="0"/>
              </a:rPr>
              <a:t> will give you a hint how to place your arguments,</a:t>
            </a:r>
          </a:p>
          <a:p>
            <a:r>
              <a:rPr lang="en-US" sz="1600">
                <a:solidFill>
                  <a:srgbClr val="000000"/>
                </a:solidFill>
                <a:latin typeface="Consolas" panose="020B0609020204030204" pitchFamily="49" charset="0"/>
              </a:rPr>
              <a:t>with Shouldly ordering comes in a natural way. It’s not possible to pass arguments in incorrect order.</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Shouldly library contains various assert helper methods. They will help you to build complex assertions.</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14</a:t>
            </a:fld>
            <a:endParaRPr lang="en-US"/>
          </a:p>
        </p:txBody>
      </p:sp>
    </p:spTree>
    <p:extLst>
      <p:ext uri="{BB962C8B-B14F-4D97-AF65-F5344CB8AC3E}">
        <p14:creationId xmlns:p14="http://schemas.microsoft.com/office/powerpoint/2010/main" val="3539831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advantage is that it improves failure messages.</a:t>
            </a:r>
          </a:p>
          <a:p>
            <a:r>
              <a:rPr lang="en-US"/>
              <a:t>Let's take a look at some of the tests messages that </a:t>
            </a:r>
            <a:r>
              <a:rPr lang="en-US" err="1"/>
              <a:t>Shouldly</a:t>
            </a:r>
            <a:r>
              <a:rPr lang="en-US"/>
              <a:t> produces and compare them to other test framework messages.</a:t>
            </a:r>
          </a:p>
          <a:p>
            <a:r>
              <a:rPr lang="en-US"/>
              <a:t>On the left we have outcome of  None </a:t>
            </a:r>
            <a:r>
              <a:rPr lang="en-US" err="1"/>
              <a:t>Shouldly</a:t>
            </a:r>
            <a:r>
              <a:rPr lang="en-US"/>
              <a:t> Assert. Without looking at the source code its hard to tell which failure this message relates to. </a:t>
            </a:r>
          </a:p>
          <a:p>
            <a:r>
              <a:rPr lang="en-US"/>
              <a:t>The same Assert using </a:t>
            </a:r>
            <a:r>
              <a:rPr lang="en-US" err="1"/>
              <a:t>Shouldly</a:t>
            </a:r>
            <a:r>
              <a:rPr lang="en-US"/>
              <a:t> will provide information that its </a:t>
            </a:r>
            <a:r>
              <a:rPr lang="en-US" err="1"/>
              <a:t>calculator.Add</a:t>
            </a:r>
            <a:r>
              <a:rPr lang="en-US"/>
              <a:t>() method has failed.</a:t>
            </a:r>
          </a:p>
          <a:p>
            <a:endParaRPr lang="en-US"/>
          </a:p>
          <a:p>
            <a:r>
              <a:rPr lang="en-US"/>
              <a:t>With </a:t>
            </a:r>
            <a:r>
              <a:rPr lang="en-US" err="1"/>
              <a:t>Shouldly</a:t>
            </a:r>
            <a:r>
              <a:rPr lang="en-US"/>
              <a:t> we get more information about the context of the test. </a:t>
            </a:r>
            <a:r>
              <a:rPr lang="en-US" err="1"/>
              <a:t>Shouldly</a:t>
            </a:r>
            <a:r>
              <a:rPr lang="en-US"/>
              <a:t> have added information about:</a:t>
            </a:r>
          </a:p>
          <a:p>
            <a:pPr marL="285750" indent="-285750">
              <a:buFontTx/>
              <a:buChar char="-"/>
            </a:pPr>
            <a:r>
              <a:rPr lang="en-US"/>
              <a:t>object which was used for an action</a:t>
            </a:r>
          </a:p>
          <a:p>
            <a:pPr marL="285750" indent="-285750">
              <a:buFontTx/>
              <a:buChar char="-"/>
            </a:pPr>
            <a:r>
              <a:rPr lang="en-US"/>
              <a:t>Method called</a:t>
            </a:r>
          </a:p>
          <a:p>
            <a:pPr marL="285750" indent="-285750">
              <a:buFontTx/>
              <a:buChar char="-"/>
            </a:pPr>
            <a:r>
              <a:rPr lang="en-US"/>
              <a:t>an arguments that been passed into the method</a:t>
            </a:r>
          </a:p>
          <a:p>
            <a:pPr marL="285750" indent="-285750">
              <a:buFontTx/>
              <a:buChar char="-"/>
            </a:pPr>
            <a:endParaRPr lang="en-US"/>
          </a:p>
          <a:p>
            <a:pPr marL="0" indent="0">
              <a:buFontTx/>
              <a:buNone/>
            </a:pPr>
            <a:r>
              <a:rPr lang="en-US"/>
              <a:t>With </a:t>
            </a:r>
            <a:r>
              <a:rPr lang="en-US" err="1"/>
              <a:t>Shouldly</a:t>
            </a:r>
            <a:r>
              <a:rPr lang="en-US"/>
              <a:t> you get way more contextual information about why test is failing. That make it easier to investigate failed tests.</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15</a:t>
            </a:fld>
            <a:endParaRPr lang="en-US"/>
          </a:p>
        </p:txBody>
      </p:sp>
    </p:spTree>
    <p:extLst>
      <p:ext uri="{BB962C8B-B14F-4D97-AF65-F5344CB8AC3E}">
        <p14:creationId xmlns:p14="http://schemas.microsoft.com/office/powerpoint/2010/main" val="4148923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err="1"/>
              <a:t>Shouldly</a:t>
            </a:r>
            <a:r>
              <a:rPr lang="en-US"/>
              <a:t> can do more. Here is some additional features:</a:t>
            </a:r>
          </a:p>
          <a:p>
            <a:pPr marL="285750" indent="-285750">
              <a:buFontTx/>
              <a:buChar char="-"/>
            </a:pPr>
            <a:r>
              <a:rPr lang="en-US"/>
              <a:t>Multiple assert failure reporting. If a single test method has multiple asserts within it, they can be grouped. Test won’t stop its execution after first assertion</a:t>
            </a:r>
          </a:p>
          <a:p>
            <a:pPr marL="285750" indent="-285750">
              <a:buFontTx/>
              <a:buChar char="-"/>
            </a:pPr>
            <a:r>
              <a:rPr lang="en-US"/>
              <a:t>You can test on expected execution time. If test is slower than expected assert will fail</a:t>
            </a:r>
          </a:p>
          <a:p>
            <a:pPr marL="285750" indent="-285750">
              <a:buFontTx/>
              <a:buChar char="-"/>
            </a:pPr>
            <a:r>
              <a:rPr lang="en-US"/>
              <a:t>Allow to check whether dynamic object contains needed property - </a:t>
            </a:r>
            <a:r>
              <a:rPr lang="en-US" err="1"/>
              <a:t>DynamicShould</a:t>
            </a:r>
            <a:endParaRPr lang="en-US"/>
          </a:p>
          <a:p>
            <a:pPr marL="285750" indent="-285750">
              <a:buFontTx/>
              <a:buChar char="-"/>
            </a:pPr>
            <a:r>
              <a:rPr lang="en-US"/>
              <a:t>You can specify additional failure messages</a:t>
            </a:r>
          </a:p>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16</a:t>
            </a:fld>
            <a:endParaRPr lang="en-US"/>
          </a:p>
        </p:txBody>
      </p:sp>
    </p:spTree>
    <p:extLst>
      <p:ext uri="{BB962C8B-B14F-4D97-AF65-F5344CB8AC3E}">
        <p14:creationId xmlns:p14="http://schemas.microsoft.com/office/powerpoint/2010/main" val="3216999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Shouldly doesn't come without trade offs. It require build machine to be configured in a special way. </a:t>
            </a:r>
          </a:p>
          <a:p>
            <a:r>
              <a:rPr lang="en-US" dirty="0"/>
              <a:t>You can find more information in the GitHub issue’s thread. </a:t>
            </a:r>
          </a:p>
          <a:p>
            <a:endParaRPr lang="en-US" dirty="0"/>
          </a:p>
          <a:p>
            <a:r>
              <a:rPr lang="en-US" dirty="0"/>
              <a:t>It also involves taking extra dependency. </a:t>
            </a:r>
          </a:p>
          <a:p>
            <a:r>
              <a:rPr lang="en-US" dirty="0"/>
              <a:t>That isn't a big deal for nonproduction code, but still worth considering.</a:t>
            </a:r>
          </a:p>
          <a:p>
            <a:endParaRPr lang="en-US" dirty="0"/>
          </a:p>
          <a:p>
            <a:endParaRPr lang="en-US" dirty="0"/>
          </a:p>
          <a:p>
            <a:r>
              <a:rPr lang="en-US" b="0" i="0" dirty="0" err="1">
                <a:solidFill>
                  <a:srgbClr val="242729"/>
                </a:solidFill>
                <a:effectLst/>
                <a:latin typeface="-apple-system"/>
              </a:rPr>
              <a:t>pdb</a:t>
            </a:r>
            <a:r>
              <a:rPr lang="en-US" b="0" i="0" dirty="0">
                <a:solidFill>
                  <a:srgbClr val="242729"/>
                </a:solidFill>
                <a:effectLst/>
                <a:latin typeface="-apple-system"/>
              </a:rPr>
              <a:t> is a program database file and it is created on compile. This file holds debugging and project state information that allows incremental linking of a debug configuration of your program.</a:t>
            </a:r>
            <a:endParaRPr lang="da-DK" dirty="0"/>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17</a:t>
            </a:fld>
            <a:endParaRPr lang="en-US"/>
          </a:p>
        </p:txBody>
      </p:sp>
    </p:spTree>
    <p:extLst>
      <p:ext uri="{BB962C8B-B14F-4D97-AF65-F5344CB8AC3E}">
        <p14:creationId xmlns:p14="http://schemas.microsoft.com/office/powerpoint/2010/main" val="1493215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18</a:t>
            </a:fld>
            <a:endParaRPr lang="en-US"/>
          </a:p>
        </p:txBody>
      </p:sp>
    </p:spTree>
    <p:extLst>
      <p:ext uri="{BB962C8B-B14F-4D97-AF65-F5344CB8AC3E}">
        <p14:creationId xmlns:p14="http://schemas.microsoft.com/office/powerpoint/2010/main" val="847048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19</a:t>
            </a:fld>
            <a:endParaRPr lang="en-US"/>
          </a:p>
        </p:txBody>
      </p:sp>
    </p:spTree>
    <p:extLst>
      <p:ext uri="{BB962C8B-B14F-4D97-AF65-F5344CB8AC3E}">
        <p14:creationId xmlns:p14="http://schemas.microsoft.com/office/powerpoint/2010/main" val="3868996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20</a:t>
            </a:fld>
            <a:endParaRPr lang="en-US"/>
          </a:p>
        </p:txBody>
      </p:sp>
    </p:spTree>
    <p:extLst>
      <p:ext uri="{BB962C8B-B14F-4D97-AF65-F5344CB8AC3E}">
        <p14:creationId xmlns:p14="http://schemas.microsoft.com/office/powerpoint/2010/main" val="26742129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21</a:t>
            </a:fld>
            <a:endParaRPr lang="en-US"/>
          </a:p>
        </p:txBody>
      </p:sp>
    </p:spTree>
    <p:extLst>
      <p:ext uri="{BB962C8B-B14F-4D97-AF65-F5344CB8AC3E}">
        <p14:creationId xmlns:p14="http://schemas.microsoft.com/office/powerpoint/2010/main" val="1358774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22</a:t>
            </a:fld>
            <a:endParaRPr lang="en-US"/>
          </a:p>
        </p:txBody>
      </p:sp>
    </p:spTree>
    <p:extLst>
      <p:ext uri="{BB962C8B-B14F-4D97-AF65-F5344CB8AC3E}">
        <p14:creationId xmlns:p14="http://schemas.microsoft.com/office/powerpoint/2010/main" val="1163311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23</a:t>
            </a:fld>
            <a:endParaRPr lang="en-US"/>
          </a:p>
        </p:txBody>
      </p:sp>
    </p:spTree>
    <p:extLst>
      <p:ext uri="{BB962C8B-B14F-4D97-AF65-F5344CB8AC3E}">
        <p14:creationId xmlns:p14="http://schemas.microsoft.com/office/powerpoint/2010/main" val="1384846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 typeface="+mj-lt"/>
              <a:buNone/>
              <a:tabLst/>
              <a:defRPr/>
            </a:pPr>
            <a:r>
              <a:rPr lang="en-US" sz="1600" b="0" i="0">
                <a:solidFill>
                  <a:srgbClr val="171717"/>
                </a:solidFill>
                <a:effectLst/>
                <a:latin typeface="Segoe UI" panose="020B0502040204020203" pitchFamily="34" charset="0"/>
              </a:rPr>
              <a:t>To determine what proportion of your project's code is being tested by coded tests, you can use the code coverage feature of Visual Studio. </a:t>
            </a:r>
          </a:p>
          <a:p>
            <a:pPr marL="0" marR="0" lvl="0" indent="0" algn="l" defTabSz="609585" rtl="0" eaLnBrk="1" fontAlgn="base" latinLnBrk="0" hangingPunct="1">
              <a:lnSpc>
                <a:spcPct val="100000"/>
              </a:lnSpc>
              <a:spcBef>
                <a:spcPct val="30000"/>
              </a:spcBef>
              <a:spcAft>
                <a:spcPct val="0"/>
              </a:spcAft>
              <a:buClrTx/>
              <a:buSzTx/>
              <a:buFont typeface="+mj-lt"/>
              <a:buNone/>
              <a:tabLst/>
              <a:defRPr/>
            </a:pPr>
            <a:r>
              <a:rPr lang="en-US" b="0" i="0">
                <a:solidFill>
                  <a:srgbClr val="171717"/>
                </a:solidFill>
                <a:effectLst/>
                <a:latin typeface="Segoe UI" panose="020B0502040204020203" pitchFamily="34" charset="0"/>
              </a:rPr>
              <a:t>Code coverage is an option when you run test methods using Test Explorer. </a:t>
            </a:r>
          </a:p>
          <a:p>
            <a:pPr marL="0" marR="0" lvl="0" indent="0" algn="l" defTabSz="609585" rtl="0" eaLnBrk="1" fontAlgn="base" latinLnBrk="0" hangingPunct="1">
              <a:lnSpc>
                <a:spcPct val="100000"/>
              </a:lnSpc>
              <a:spcBef>
                <a:spcPct val="30000"/>
              </a:spcBef>
              <a:spcAft>
                <a:spcPct val="0"/>
              </a:spcAft>
              <a:buClrTx/>
              <a:buSzTx/>
              <a:buFont typeface="+mj-lt"/>
              <a:buNone/>
              <a:tabLst/>
              <a:defRPr/>
            </a:pPr>
            <a:r>
              <a:rPr lang="en-US" b="1" i="0">
                <a:solidFill>
                  <a:srgbClr val="222222"/>
                </a:solidFill>
                <a:effectLst/>
                <a:latin typeface="Source Sans Pro" panose="020B0503030403020204" pitchFamily="34" charset="0"/>
              </a:rPr>
              <a:t>Note :</a:t>
            </a:r>
            <a:r>
              <a:rPr lang="en-US" b="0" i="0">
                <a:solidFill>
                  <a:srgbClr val="222222"/>
                </a:solidFill>
                <a:effectLst/>
                <a:latin typeface="Source Sans Pro" panose="020B0503030403020204" pitchFamily="34" charset="0"/>
              </a:rPr>
              <a:t> </a:t>
            </a:r>
            <a:r>
              <a:rPr lang="en-US" b="0" i="0">
                <a:solidFill>
                  <a:srgbClr val="171717"/>
                </a:solidFill>
                <a:effectLst/>
                <a:latin typeface="Segoe UI" panose="020B0502040204020203" pitchFamily="34" charset="0"/>
              </a:rPr>
              <a:t>The code coverage feature is available only in Visual Studio Enterprise edition.</a:t>
            </a:r>
          </a:p>
          <a:p>
            <a:pPr marL="0" marR="0" lvl="0" indent="0" algn="l" defTabSz="609585" rtl="0" eaLnBrk="1" fontAlgn="base" latinLnBrk="0" hangingPunct="1">
              <a:lnSpc>
                <a:spcPct val="100000"/>
              </a:lnSpc>
              <a:spcBef>
                <a:spcPct val="30000"/>
              </a:spcBef>
              <a:spcAft>
                <a:spcPct val="0"/>
              </a:spcAft>
              <a:buClrTx/>
              <a:buSzTx/>
              <a:buFont typeface="+mj-lt"/>
              <a:buNone/>
              <a:tabLst/>
              <a:defRPr/>
            </a:pPr>
            <a:endParaRPr lang="en-US" b="0"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 typeface="+mj-lt"/>
              <a:buNone/>
              <a:tabLst/>
              <a:defRPr/>
            </a:pPr>
            <a:r>
              <a:rPr lang="en-US" b="0" i="0">
                <a:solidFill>
                  <a:srgbClr val="222222"/>
                </a:solidFill>
                <a:effectLst/>
                <a:latin typeface="Source Sans Pro" panose="020B0503030403020204" pitchFamily="34" charset="0"/>
              </a:rPr>
              <a:t>As an alternative you can use ReSharper. It includes </a:t>
            </a:r>
            <a:r>
              <a:rPr lang="en-US" b="0" i="0" err="1">
                <a:solidFill>
                  <a:srgbClr val="222222"/>
                </a:solidFill>
                <a:effectLst/>
                <a:latin typeface="Source Sans Pro" panose="020B0503030403020204" pitchFamily="34" charset="0"/>
              </a:rPr>
              <a:t>dotCover</a:t>
            </a:r>
            <a:r>
              <a:rPr lang="en-US" b="0" i="0">
                <a:solidFill>
                  <a:srgbClr val="222222"/>
                </a:solidFill>
                <a:effectLst/>
                <a:latin typeface="Source Sans Pro" panose="020B0503030403020204" pitchFamily="34" charset="0"/>
              </a:rPr>
              <a:t> which is a test runner and code coverage tool.</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24</a:t>
            </a:fld>
            <a:endParaRPr lang="en-US"/>
          </a:p>
        </p:txBody>
      </p:sp>
    </p:spTree>
    <p:extLst>
      <p:ext uri="{BB962C8B-B14F-4D97-AF65-F5344CB8AC3E}">
        <p14:creationId xmlns:p14="http://schemas.microsoft.com/office/powerpoint/2010/main" val="3014683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 typeface="+mj-lt"/>
              <a:buNone/>
              <a:tabLst/>
              <a:defRPr/>
            </a:pPr>
            <a:r>
              <a:rPr lang="en-US" sz="1600" b="0" i="0">
                <a:solidFill>
                  <a:srgbClr val="171717"/>
                </a:solidFill>
                <a:effectLst/>
                <a:latin typeface="+mn-lt"/>
              </a:rPr>
              <a:t>The </a:t>
            </a:r>
            <a:r>
              <a:rPr lang="en-US" sz="1600">
                <a:solidFill>
                  <a:srgbClr val="171717"/>
                </a:solidFill>
                <a:latin typeface="+mn-lt"/>
              </a:rPr>
              <a:t>Unit Test Coverage window </a:t>
            </a:r>
            <a:r>
              <a:rPr lang="en-US" sz="1600" b="0" i="0">
                <a:solidFill>
                  <a:srgbClr val="171717"/>
                </a:solidFill>
                <a:effectLst/>
                <a:latin typeface="+mn-lt"/>
              </a:rPr>
              <a:t>shows the percentage of the code that was run in each assembly, class, and method.</a:t>
            </a:r>
          </a:p>
          <a:p>
            <a:pPr marL="0" marR="0" lvl="0" indent="0" algn="l" defTabSz="609585" rtl="0" eaLnBrk="1" fontAlgn="base" latinLnBrk="0" hangingPunct="1">
              <a:lnSpc>
                <a:spcPct val="100000"/>
              </a:lnSpc>
              <a:spcBef>
                <a:spcPct val="30000"/>
              </a:spcBef>
              <a:spcAft>
                <a:spcPct val="0"/>
              </a:spcAft>
              <a:buClrTx/>
              <a:buSzTx/>
              <a:buFont typeface="+mj-lt"/>
              <a:buNone/>
              <a:tabLst/>
              <a:defRPr/>
            </a:pPr>
            <a:r>
              <a:rPr lang="en-US" sz="1600" b="0" i="0">
                <a:solidFill>
                  <a:srgbClr val="171717"/>
                </a:solidFill>
                <a:effectLst/>
                <a:latin typeface="+mn-lt"/>
              </a:rPr>
              <a:t> In addition, it gives you an advantage of visualizing code coverage in code editor window. The source editor shows you which code line has been executed.</a:t>
            </a:r>
          </a:p>
          <a:p>
            <a:pPr marL="0" marR="0" lvl="0" indent="0" algn="l" defTabSz="609585" rtl="0" eaLnBrk="1" fontAlgn="base" latinLnBrk="0" hangingPunct="1">
              <a:lnSpc>
                <a:spcPct val="100000"/>
              </a:lnSpc>
              <a:spcBef>
                <a:spcPct val="30000"/>
              </a:spcBef>
              <a:spcAft>
                <a:spcPct val="0"/>
              </a:spcAft>
              <a:buClrTx/>
              <a:buSzTx/>
              <a:buFont typeface="+mj-lt"/>
              <a:buNone/>
              <a:tabLst/>
              <a:defRPr/>
            </a:pPr>
            <a:endParaRPr lang="en-US" sz="1600" b="0" i="0">
              <a:solidFill>
                <a:srgbClr val="171717"/>
              </a:solidFill>
              <a:effectLst/>
              <a:latin typeface="+mn-lt"/>
            </a:endParaRPr>
          </a:p>
          <a:p>
            <a:pPr marL="0" marR="0" lvl="0" indent="0" algn="l" defTabSz="609585" rtl="0" eaLnBrk="1" fontAlgn="base" latinLnBrk="0" hangingPunct="1">
              <a:lnSpc>
                <a:spcPct val="100000"/>
              </a:lnSpc>
              <a:spcBef>
                <a:spcPct val="30000"/>
              </a:spcBef>
              <a:spcAft>
                <a:spcPct val="0"/>
              </a:spcAft>
              <a:buClrTx/>
              <a:buSzTx/>
              <a:buFont typeface="+mj-lt"/>
              <a:buNone/>
              <a:tabLst/>
              <a:defRPr/>
            </a:pPr>
            <a:r>
              <a:rPr lang="en-US" b="0" i="0">
                <a:solidFill>
                  <a:srgbClr val="696969"/>
                </a:solidFill>
                <a:effectLst/>
                <a:latin typeface="Gotham SSm A"/>
              </a:rPr>
              <a:t>dotCover can figure out on-the-fly which unit tests are affected by your latest code changes, and automatically re-runs the affected tests for you.</a:t>
            </a:r>
            <a:endParaRPr lang="en-US" sz="1600" b="0" i="0">
              <a:solidFill>
                <a:srgbClr val="171717"/>
              </a:solidFill>
              <a:effectLst/>
              <a:latin typeface="+mn-lt"/>
            </a:endParaRPr>
          </a:p>
          <a:p>
            <a:pPr marL="0" marR="0" lvl="0" indent="0" algn="l" defTabSz="609585" rtl="0" eaLnBrk="1" fontAlgn="base" latinLnBrk="0" hangingPunct="1">
              <a:lnSpc>
                <a:spcPct val="100000"/>
              </a:lnSpc>
              <a:spcBef>
                <a:spcPct val="30000"/>
              </a:spcBef>
              <a:spcAft>
                <a:spcPct val="0"/>
              </a:spcAft>
              <a:buClrTx/>
              <a:buSzTx/>
              <a:buFont typeface="+mj-lt"/>
              <a:buNone/>
              <a:tabLst/>
              <a:defRPr/>
            </a:pPr>
            <a:r>
              <a:rPr lang="en-US" b="0" i="0">
                <a:solidFill>
                  <a:srgbClr val="696969"/>
                </a:solidFill>
                <a:effectLst/>
                <a:latin typeface="Gotham SSm A"/>
              </a:rPr>
              <a:t>The continuous testing mode can be switched on for any unit test session: this way you can choose which tests you want to run continuously and which to run the traditional way.</a:t>
            </a:r>
            <a:endParaRPr lang="en-US" sz="1600" b="0" i="0">
              <a:solidFill>
                <a:srgbClr val="171717"/>
              </a:solidFill>
              <a:effectLst/>
              <a:latin typeface="+mn-lt"/>
            </a:endParaRPr>
          </a:p>
          <a:p>
            <a:pPr algn="l">
              <a:buFont typeface="+mj-lt"/>
              <a:buNone/>
            </a:pPr>
            <a:r>
              <a:rPr lang="en-US" b="0" i="0">
                <a:solidFill>
                  <a:srgbClr val="222222"/>
                </a:solidFill>
                <a:effectLst/>
                <a:latin typeface="Source Sans Pro" panose="020B0503030403020204" pitchFamily="34" charset="0"/>
              </a:rPr>
              <a:t>Continuous testing mode can be turned on in settings.</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25</a:t>
            </a:fld>
            <a:endParaRPr lang="en-US"/>
          </a:p>
        </p:txBody>
      </p:sp>
    </p:spTree>
    <p:extLst>
      <p:ext uri="{BB962C8B-B14F-4D97-AF65-F5344CB8AC3E}">
        <p14:creationId xmlns:p14="http://schemas.microsoft.com/office/powerpoint/2010/main" val="34447434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0" i="0">
                <a:solidFill>
                  <a:srgbClr val="222222"/>
                </a:solidFill>
                <a:effectLst/>
                <a:latin typeface="Source Sans Pro" panose="020B0503030403020204" pitchFamily="34" charset="0"/>
              </a:rPr>
              <a:t>3 slides with practice – 45 min</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26</a:t>
            </a:fld>
            <a:endParaRPr lang="en-US"/>
          </a:p>
        </p:txBody>
      </p:sp>
    </p:spTree>
    <p:extLst>
      <p:ext uri="{BB962C8B-B14F-4D97-AF65-F5344CB8AC3E}">
        <p14:creationId xmlns:p14="http://schemas.microsoft.com/office/powerpoint/2010/main" val="3534878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28</a:t>
            </a:fld>
            <a:endParaRPr lang="en-US"/>
          </a:p>
        </p:txBody>
      </p:sp>
    </p:spTree>
    <p:extLst>
      <p:ext uri="{BB962C8B-B14F-4D97-AF65-F5344CB8AC3E}">
        <p14:creationId xmlns:p14="http://schemas.microsoft.com/office/powerpoint/2010/main" val="22356198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29</a:t>
            </a:fld>
            <a:endParaRPr lang="en-US"/>
          </a:p>
        </p:txBody>
      </p:sp>
    </p:spTree>
    <p:extLst>
      <p:ext uri="{BB962C8B-B14F-4D97-AF65-F5344CB8AC3E}">
        <p14:creationId xmlns:p14="http://schemas.microsoft.com/office/powerpoint/2010/main" val="33515031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32</a:t>
            </a:fld>
            <a:endParaRPr lang="en-US"/>
          </a:p>
        </p:txBody>
      </p:sp>
    </p:spTree>
    <p:extLst>
      <p:ext uri="{BB962C8B-B14F-4D97-AF65-F5344CB8AC3E}">
        <p14:creationId xmlns:p14="http://schemas.microsoft.com/office/powerpoint/2010/main" val="27701782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software engineering, dependency injection is a technique in which an object receives other objects that it depends on. These other objects are called dependencies. In the typical "using" relationship the receiving object is called a client and the passed (that is, "injected") object is called a service. </a:t>
            </a:r>
          </a:p>
          <a:p>
            <a:endParaRPr lang="en-US"/>
          </a:p>
          <a:p>
            <a:r>
              <a:rPr lang="en-US"/>
              <a:t>The code that passes the service to the client can be many kinds of things and is called the injector. Instead of the client specifying which service it will use, the injector tells the client what service to use. The "injection" refers to the passing of a dependency (a service) into the object (a client) that would use it.</a:t>
            </a:r>
          </a:p>
          <a:p>
            <a:endParaRPr lang="en-US"/>
          </a:p>
          <a:p>
            <a:r>
              <a:rPr lang="en-US"/>
              <a:t> Passing the service to the client, rather than allowing a client to build or find the service, is the fundamental requirement of the pattern.</a:t>
            </a:r>
          </a:p>
          <a:p>
            <a:endParaRPr lang="en-US"/>
          </a:p>
          <a:p>
            <a:r>
              <a:rPr lang="en-US"/>
              <a:t>The intent behind dependency injection is to achieve separation of concerns of construction and use of objects. This can increase readability and code reuse.</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33</a:t>
            </a:fld>
            <a:endParaRPr lang="en-US"/>
          </a:p>
        </p:txBody>
      </p:sp>
    </p:spTree>
    <p:extLst>
      <p:ext uri="{BB962C8B-B14F-4D97-AF65-F5344CB8AC3E}">
        <p14:creationId xmlns:p14="http://schemas.microsoft.com/office/powerpoint/2010/main" val="504440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34</a:t>
            </a:fld>
            <a:endParaRPr lang="en-US"/>
          </a:p>
        </p:txBody>
      </p:sp>
    </p:spTree>
    <p:extLst>
      <p:ext uri="{BB962C8B-B14F-4D97-AF65-F5344CB8AC3E}">
        <p14:creationId xmlns:p14="http://schemas.microsoft.com/office/powerpoint/2010/main" val="20709942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a:solidFill>
                  <a:srgbClr val="292929"/>
                </a:solidFill>
                <a:effectLst/>
                <a:latin typeface="charter"/>
              </a:rPr>
              <a:t>DI provides a lot of benefits to your code.</a:t>
            </a:r>
          </a:p>
          <a:p>
            <a:pPr algn="l">
              <a:buFont typeface="Arial" panose="020B0604020202020204" pitchFamily="34" charset="0"/>
              <a:buNone/>
            </a:pPr>
            <a:r>
              <a:rPr lang="en-US" b="0" i="0">
                <a:solidFill>
                  <a:srgbClr val="292929"/>
                </a:solidFill>
                <a:effectLst/>
                <a:latin typeface="charter"/>
              </a:rPr>
              <a:t>One of the main benefits is a fact that your code becomes more (unit) testable.</a:t>
            </a:r>
          </a:p>
          <a:p>
            <a:pPr algn="l">
              <a:buFont typeface="Arial" panose="020B0604020202020204" pitchFamily="34" charset="0"/>
              <a:buNone/>
            </a:pPr>
            <a:r>
              <a:rPr lang="en-US" b="0" i="0">
                <a:solidFill>
                  <a:srgbClr val="292929"/>
                </a:solidFill>
                <a:effectLst/>
                <a:latin typeface="charter"/>
              </a:rPr>
              <a:t>If DI is implemented in your project, you can easily replace real dependencies with their simplified copies that fulfill your test needs.</a:t>
            </a:r>
          </a:p>
          <a:p>
            <a:pPr algn="l">
              <a:buFont typeface="Arial" panose="020B0604020202020204" pitchFamily="34" charset="0"/>
              <a:buNone/>
            </a:pPr>
            <a:r>
              <a:rPr lang="en-US" b="0" i="0">
                <a:solidFill>
                  <a:srgbClr val="292929"/>
                </a:solidFill>
                <a:effectLst/>
                <a:latin typeface="charter"/>
              </a:rPr>
              <a:t>Such copies called </a:t>
            </a:r>
            <a:r>
              <a:rPr lang="en-US" b="1" i="0">
                <a:solidFill>
                  <a:srgbClr val="292929"/>
                </a:solidFill>
                <a:effectLst/>
                <a:latin typeface="charter"/>
              </a:rPr>
              <a:t>test doubles</a:t>
            </a:r>
            <a:r>
              <a:rPr lang="en-US" b="0" i="0">
                <a:solidFill>
                  <a:srgbClr val="292929"/>
                </a:solidFill>
                <a:effectLst/>
                <a:latin typeface="charter"/>
              </a:rPr>
              <a:t>.</a:t>
            </a:r>
          </a:p>
          <a:p>
            <a:pPr algn="l">
              <a:buFont typeface="Arial" panose="020B0604020202020204" pitchFamily="34" charset="0"/>
              <a:buNone/>
            </a:pPr>
            <a:endParaRPr lang="en-US" b="0" i="0">
              <a:solidFill>
                <a:srgbClr val="292929"/>
              </a:solidFill>
              <a:effectLst/>
              <a:latin typeface="charter"/>
            </a:endParaRPr>
          </a:p>
          <a:p>
            <a:pPr marL="0" marR="0" lvl="0" indent="0" algn="l" defTabSz="609585"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b="0" i="0">
                <a:solidFill>
                  <a:srgbClr val="292929"/>
                </a:solidFill>
                <a:effectLst/>
                <a:latin typeface="charter"/>
              </a:rPr>
              <a:t>Test doubles isolate your tests from external dependencies.</a:t>
            </a:r>
          </a:p>
          <a:p>
            <a:pPr marL="0" marR="0" lvl="0" indent="0" algn="l" defTabSz="609585"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b="0" i="0">
                <a:solidFill>
                  <a:srgbClr val="292929"/>
                </a:solidFill>
                <a:effectLst/>
                <a:latin typeface="charter"/>
              </a:rPr>
              <a:t>External dependencies are any objects in your system that your code under test interacts with and over which you have no control. (Common examples are file systems, </a:t>
            </a:r>
            <a:r>
              <a:rPr lang="en-US" b="0" i="0" err="1">
                <a:solidFill>
                  <a:srgbClr val="292929"/>
                </a:solidFill>
                <a:effectLst/>
                <a:latin typeface="charter"/>
              </a:rPr>
              <a:t>db</a:t>
            </a:r>
            <a:r>
              <a:rPr lang="en-US" b="0" i="0">
                <a:solidFill>
                  <a:srgbClr val="292929"/>
                </a:solidFill>
                <a:effectLst/>
                <a:latin typeface="charter"/>
              </a:rPr>
              <a:t>, memory, time, and so on.)</a:t>
            </a:r>
          </a:p>
          <a:p>
            <a:pPr algn="l">
              <a:buFont typeface="Arial" panose="020B0604020202020204" pitchFamily="34" charset="0"/>
              <a:buNone/>
            </a:pPr>
            <a:endParaRPr lang="en-US" b="0" i="0">
              <a:solidFill>
                <a:srgbClr val="292929"/>
              </a:solidFill>
              <a:effectLst/>
              <a:latin typeface="charter"/>
            </a:endParaRPr>
          </a:p>
          <a:p>
            <a:pPr algn="l">
              <a:buFont typeface="Arial" panose="020B0604020202020204" pitchFamily="34" charset="0"/>
              <a:buNone/>
            </a:pPr>
            <a:r>
              <a:rPr lang="en-US" b="0" i="0">
                <a:solidFill>
                  <a:srgbClr val="292929"/>
                </a:solidFill>
                <a:effectLst/>
                <a:latin typeface="charter"/>
              </a:rPr>
              <a:t>Programmers also like to use term </a:t>
            </a:r>
            <a:r>
              <a:rPr lang="en-US" b="1" i="0">
                <a:solidFill>
                  <a:srgbClr val="292929"/>
                </a:solidFill>
                <a:effectLst/>
                <a:latin typeface="charter"/>
              </a:rPr>
              <a:t>mocks, </a:t>
            </a:r>
            <a:r>
              <a:rPr lang="en-US" b="0" i="0">
                <a:solidFill>
                  <a:srgbClr val="292929"/>
                </a:solidFill>
                <a:effectLst/>
                <a:latin typeface="charter"/>
              </a:rPr>
              <a:t>when referring to the test doubles, which is not entirely correct as you will see later.</a:t>
            </a:r>
            <a:br>
              <a:rPr lang="en-US" b="0" i="0">
                <a:solidFill>
                  <a:srgbClr val="292929"/>
                </a:solidFill>
                <a:effectLst/>
                <a:latin typeface="charter"/>
              </a:rPr>
            </a:br>
            <a:r>
              <a:rPr lang="en-US" b="0" i="0">
                <a:solidFill>
                  <a:srgbClr val="292929"/>
                </a:solidFill>
                <a:effectLst/>
                <a:latin typeface="charter"/>
              </a:rPr>
              <a:t>But before we will have a look on the types of test doubles, let’s have consider the benefits provided by them</a:t>
            </a:r>
          </a:p>
          <a:p>
            <a:pPr algn="l">
              <a:buFont typeface="Arial" panose="020B0604020202020204" pitchFamily="34" charset="0"/>
              <a:buNone/>
            </a:pPr>
            <a:endParaRPr lang="en-US" b="0" i="0">
              <a:solidFill>
                <a:srgbClr val="292929"/>
              </a:solidFill>
              <a:effectLst/>
              <a:latin typeface="charter"/>
            </a:endParaRPr>
          </a:p>
          <a:p>
            <a:pPr algn="l">
              <a:buFont typeface="Arial" panose="020B0604020202020204" pitchFamily="34" charset="0"/>
              <a:buNone/>
            </a:pPr>
            <a:r>
              <a:rPr lang="en-US" b="0" i="0">
                <a:solidFill>
                  <a:srgbClr val="292929"/>
                </a:solidFill>
                <a:effectLst/>
                <a:latin typeface="charter"/>
              </a:rPr>
              <a:t>So, why do we need to use test doubles?</a:t>
            </a:r>
          </a:p>
          <a:p>
            <a:pPr marL="285750" marR="0" lvl="0" indent="-285750" algn="l" defTabSz="609585"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b="0" i="0">
                <a:solidFill>
                  <a:srgbClr val="292929"/>
                </a:solidFill>
                <a:effectLst/>
                <a:latin typeface="charter"/>
              </a:rPr>
              <a:t>Improves test execution speed</a:t>
            </a:r>
          </a:p>
          <a:p>
            <a:pPr marL="285750" marR="0" lvl="0" indent="-285750" algn="l" defTabSz="609585"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b="0" i="0">
                <a:solidFill>
                  <a:srgbClr val="292929"/>
                </a:solidFill>
                <a:effectLst/>
                <a:latin typeface="charter"/>
              </a:rPr>
              <a:t>Responses are unpredictable. Eliminate non-deterministic dependencies. So, having fixed, expected responses makes testing easier</a:t>
            </a:r>
          </a:p>
          <a:p>
            <a:pPr marL="285750" marR="0" lvl="0" indent="-285750" algn="l" defTabSz="609585"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b="0" i="0">
                <a:solidFill>
                  <a:srgbClr val="292929"/>
                </a:solidFill>
                <a:effectLst/>
                <a:latin typeface="charter"/>
              </a:rPr>
              <a:t>The real object is difficult or expensive to work with. A simpler version will serve test purposes as well. It also reduces the test complexity.</a:t>
            </a:r>
          </a:p>
          <a:p>
            <a:pPr marL="285750" marR="0" lvl="0" indent="-285750" algn="l" defTabSz="609585"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b="0" i="0">
                <a:solidFill>
                  <a:srgbClr val="292929"/>
                </a:solidFill>
                <a:effectLst/>
                <a:latin typeface="charter"/>
              </a:rPr>
              <a:t>Tests should have only one reason to be failed, and it should be the code under the test. Improves test predictability/reliability</a:t>
            </a:r>
          </a:p>
          <a:p>
            <a:pPr marL="285750" marR="0" lvl="0" indent="-285750" algn="l" defTabSz="609585"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b="0" i="0">
                <a:solidFill>
                  <a:srgbClr val="292929"/>
                </a:solidFill>
                <a:effectLst/>
                <a:latin typeface="charter"/>
              </a:rPr>
              <a:t>The tests should be independent from the environment where they are running, and it should be possible to rerun them several times and get the same behavior. </a:t>
            </a:r>
          </a:p>
          <a:p>
            <a:pPr marL="285750" marR="0" lvl="0" indent="-285750" algn="l" defTabSz="609585" rtl="0" eaLnBrk="1" fontAlgn="base" latinLnBrk="0" hangingPunct="1">
              <a:lnSpc>
                <a:spcPct val="100000"/>
              </a:lnSpc>
              <a:spcBef>
                <a:spcPct val="30000"/>
              </a:spcBef>
              <a:spcAft>
                <a:spcPct val="0"/>
              </a:spcAft>
              <a:buClrTx/>
              <a:buSzTx/>
              <a:buFont typeface="Arial" panose="020B0604020202020204" pitchFamily="34" charset="0"/>
              <a:buChar char="•"/>
              <a:tabLst/>
              <a:defRPr/>
            </a:pPr>
            <a:endParaRPr lang="en-US" b="0" i="0">
              <a:solidFill>
                <a:srgbClr val="292929"/>
              </a:solidFill>
              <a:effectLst/>
              <a:latin typeface="charter"/>
            </a:endParaRPr>
          </a:p>
          <a:p>
            <a:pPr marL="0" marR="0" lvl="0" indent="0" algn="l" defTabSz="609585"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b="0" i="0">
                <a:solidFill>
                  <a:srgbClr val="292929"/>
                </a:solidFill>
                <a:effectLst/>
                <a:latin typeface="charter"/>
              </a:rPr>
              <a:t>So, mastering Test Doubles techniques is very important to write good unit tests. Let's have a close look on their types.</a:t>
            </a:r>
          </a:p>
          <a:p>
            <a:pPr marL="285750" indent="-285750" algn="l">
              <a:buFont typeface="Arial" panose="020B0604020202020204" pitchFamily="34" charset="0"/>
              <a:buChar char="•"/>
            </a:pPr>
            <a:endParaRPr lang="en-US" b="1" i="0">
              <a:solidFill>
                <a:srgbClr val="3E4852"/>
              </a:solidFill>
              <a:effectLst/>
              <a:latin typeface="Nunito Sans"/>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36</a:t>
            </a:fld>
            <a:endParaRPr lang="en-US"/>
          </a:p>
        </p:txBody>
      </p:sp>
    </p:spTree>
    <p:extLst>
      <p:ext uri="{BB962C8B-B14F-4D97-AF65-F5344CB8AC3E}">
        <p14:creationId xmlns:p14="http://schemas.microsoft.com/office/powerpoint/2010/main" val="14606319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a:solidFill>
                  <a:srgbClr val="3E4852"/>
                </a:solidFill>
                <a:effectLst/>
                <a:latin typeface="Nunito Sans"/>
              </a:rPr>
              <a:t>Probably you have heard different terms such as mocks, stubs, dummies, fake object when people are referring to the test doubles. </a:t>
            </a:r>
          </a:p>
          <a:p>
            <a:pPr algn="l">
              <a:buFont typeface="Arial" panose="020B0604020202020204" pitchFamily="34" charset="0"/>
              <a:buNone/>
            </a:pPr>
            <a:r>
              <a:rPr lang="en-US" b="0" i="0">
                <a:solidFill>
                  <a:srgbClr val="3E4852"/>
                </a:solidFill>
                <a:effectLst/>
                <a:latin typeface="Nunito Sans"/>
              </a:rPr>
              <a:t>Let's have a look on their main characteristics </a:t>
            </a:r>
          </a:p>
          <a:p>
            <a:pPr algn="l">
              <a:buFont typeface="Arial" panose="020B0604020202020204" pitchFamily="34" charset="0"/>
              <a:buNone/>
            </a:pPr>
            <a:endParaRPr lang="en-US" b="0" i="0">
              <a:solidFill>
                <a:srgbClr val="3E4852"/>
              </a:solidFill>
              <a:effectLst/>
              <a:latin typeface="Nunito Sans"/>
            </a:endParaRPr>
          </a:p>
          <a:p>
            <a:pPr algn="l">
              <a:buFont typeface="Arial" panose="020B0604020202020204" pitchFamily="34" charset="0"/>
              <a:buNone/>
            </a:pPr>
            <a:r>
              <a:rPr lang="en-US" b="0" i="0">
                <a:solidFill>
                  <a:srgbClr val="3E4852"/>
                </a:solidFill>
                <a:effectLst/>
                <a:latin typeface="Nunito Sans"/>
              </a:rPr>
              <a:t>A Dummy object is the simplest one</a:t>
            </a:r>
          </a:p>
          <a:p>
            <a:pPr marL="0" marR="0" lvl="0" indent="0" algn="l" defTabSz="609585"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b="0" i="0">
                <a:solidFill>
                  <a:srgbClr val="3E4852"/>
                </a:solidFill>
                <a:effectLst/>
                <a:latin typeface="Nunito Sans"/>
              </a:rPr>
              <a:t>The</a:t>
            </a:r>
            <a:r>
              <a:rPr lang="en-US" b="1" i="0">
                <a:solidFill>
                  <a:srgbClr val="3E4852"/>
                </a:solidFill>
                <a:effectLst/>
                <a:latin typeface="Nunito Sans"/>
              </a:rPr>
              <a:t> Dummy</a:t>
            </a:r>
            <a:r>
              <a:rPr lang="en-US" b="0" i="0">
                <a:solidFill>
                  <a:srgbClr val="3E4852"/>
                </a:solidFill>
                <a:effectLst/>
                <a:latin typeface="Nunito Sans"/>
              </a:rPr>
              <a:t> objects are passed around but never actually used. Usually, they are just used to fill parameter lists.</a:t>
            </a:r>
          </a:p>
          <a:p>
            <a:pPr algn="l">
              <a:buFont typeface="Arial" panose="020B0604020202020204" pitchFamily="34" charset="0"/>
              <a:buNone/>
            </a:pPr>
            <a:endParaRPr lang="en-US" b="0" i="0">
              <a:solidFill>
                <a:srgbClr val="3E4852"/>
              </a:solidFill>
              <a:effectLst/>
              <a:latin typeface="Nunito Sans"/>
            </a:endParaRPr>
          </a:p>
          <a:p>
            <a:pPr algn="l"/>
            <a:r>
              <a:rPr lang="en-US" sz="1600" b="1" i="1" u="none" strike="noStrike" baseline="0">
                <a:latin typeface="NewBaskerville-Italic"/>
              </a:rPr>
              <a:t>Stub</a:t>
            </a:r>
            <a:r>
              <a:rPr lang="en-US" sz="1600" b="0" i="1" u="none" strike="noStrike" baseline="0">
                <a:latin typeface="NewBaskerville-Italic"/>
              </a:rPr>
              <a:t> </a:t>
            </a:r>
            <a:r>
              <a:rPr lang="en-US" sz="1600" b="0" i="0" u="none" strike="noStrike" baseline="0">
                <a:latin typeface="NewBaskerville-Roman"/>
              </a:rPr>
              <a:t>is just a controllable replacement for an existing dependency (or </a:t>
            </a:r>
            <a:r>
              <a:rPr lang="en-US" sz="1600" b="0" i="1" u="none" strike="noStrike" baseline="0">
                <a:latin typeface="NewBaskerville-Italic"/>
              </a:rPr>
              <a:t>collaborator</a:t>
            </a:r>
            <a:r>
              <a:rPr lang="en-US" sz="1600" b="0" i="0" u="none" strike="noStrike" baseline="0">
                <a:latin typeface="NewBaskerville-Roman"/>
              </a:rPr>
              <a:t>) in the system.  Provides answers to calls</a:t>
            </a:r>
          </a:p>
          <a:p>
            <a:pPr algn="l"/>
            <a:r>
              <a:rPr lang="en-US" sz="1600" b="0" i="0" u="none" strike="noStrike" baseline="0">
                <a:latin typeface="NewBaskerville-Roman"/>
              </a:rPr>
              <a:t>By using a stub, you can test your code without dealing with the dependency directly.</a:t>
            </a:r>
          </a:p>
          <a:p>
            <a:pPr algn="l">
              <a:buFont typeface="Arial" panose="020B0604020202020204" pitchFamily="34" charset="0"/>
              <a:buNone/>
            </a:pPr>
            <a:endParaRPr lang="en-US" b="0" i="0">
              <a:solidFill>
                <a:srgbClr val="3E4852"/>
              </a:solidFill>
              <a:effectLst/>
              <a:latin typeface="Nunito Sans"/>
            </a:endParaRPr>
          </a:p>
          <a:p>
            <a:pPr algn="l"/>
            <a:r>
              <a:rPr lang="en-US" sz="1600" b="0" i="0" u="none" strike="noStrike" baseline="0">
                <a:latin typeface="NewBaskerville-Roman"/>
              </a:rPr>
              <a:t>A </a:t>
            </a:r>
            <a:r>
              <a:rPr lang="en-US" sz="1600" b="1" i="1" u="none" strike="noStrike" baseline="0">
                <a:latin typeface="NewBaskerville-Italic"/>
              </a:rPr>
              <a:t>mock</a:t>
            </a:r>
            <a:r>
              <a:rPr lang="en-US" sz="1600" b="0" i="1" u="none" strike="noStrike" baseline="0">
                <a:latin typeface="NewBaskerville-Italic"/>
              </a:rPr>
              <a:t> object </a:t>
            </a:r>
            <a:r>
              <a:rPr lang="en-US" sz="1600" b="0" i="0" u="none" strike="noStrike" baseline="0">
                <a:latin typeface="NewBaskerville-Roman"/>
              </a:rPr>
              <a:t>is a fake object in the system that decides whether the unit test has passed or failed. It does so by verifying whether the object under test called the fake object as expected. </a:t>
            </a:r>
          </a:p>
          <a:p>
            <a:pPr algn="l"/>
            <a:r>
              <a:rPr lang="en-US" sz="1600" b="0" i="0" u="none" strike="noStrike" baseline="0">
                <a:latin typeface="NewBaskerville-Roman"/>
              </a:rPr>
              <a:t>So, it allows to make a verification of the interaction between the thing we are testing and the dependency. Mocks may or may not provide features of stubs. </a:t>
            </a:r>
          </a:p>
          <a:p>
            <a:pPr algn="l"/>
            <a:r>
              <a:rPr lang="en-US" sz="1600" b="0" i="0" u="none" strike="noStrike" baseline="0">
                <a:latin typeface="NewBaskerville-Roman"/>
              </a:rPr>
              <a:t>There’s usually no more than one mock per test.</a:t>
            </a:r>
            <a:endParaRPr lang="en-US" sz="1600" b="0" i="0">
              <a:solidFill>
                <a:srgbClr val="3E4852"/>
              </a:solidFill>
              <a:effectLst/>
              <a:latin typeface="Nunito Sans"/>
            </a:endParaRPr>
          </a:p>
          <a:p>
            <a:pPr algn="l">
              <a:buFont typeface="Arial" panose="020B0604020202020204" pitchFamily="34" charset="0"/>
              <a:buNone/>
            </a:pPr>
            <a:endParaRPr lang="en-US" b="0" i="0">
              <a:solidFill>
                <a:srgbClr val="3E4852"/>
              </a:solidFill>
              <a:effectLst/>
              <a:latin typeface="Nunito Sans"/>
            </a:endParaRPr>
          </a:p>
          <a:p>
            <a:pPr algn="l"/>
            <a:r>
              <a:rPr lang="en-US" sz="1600" b="0" i="0" u="none" strike="noStrike" baseline="0">
                <a:latin typeface="NewBaskerville-Roman"/>
              </a:rPr>
              <a:t>A </a:t>
            </a:r>
            <a:r>
              <a:rPr lang="en-US" sz="1600" b="1" i="1" u="none" strike="noStrike" baseline="0">
                <a:latin typeface="NewBaskerville-Italic"/>
              </a:rPr>
              <a:t>fake</a:t>
            </a:r>
            <a:r>
              <a:rPr lang="en-US" sz="1600" b="0" i="1" u="none" strike="noStrike" baseline="0">
                <a:latin typeface="NewBaskerville-Italic"/>
              </a:rPr>
              <a:t> </a:t>
            </a:r>
            <a:r>
              <a:rPr lang="en-US" sz="1600" b="0" i="0" u="none" strike="noStrike" baseline="0">
                <a:latin typeface="NewBaskerville-Roman"/>
              </a:rPr>
              <a:t>denotes an object that looks like another object but can be used as a </a:t>
            </a:r>
            <a:r>
              <a:rPr lang="en-US" sz="1600" b="0" i="1" u="none" strike="noStrike" baseline="0">
                <a:latin typeface="NewBaskerville-Italic"/>
              </a:rPr>
              <a:t>mock </a:t>
            </a:r>
            <a:r>
              <a:rPr lang="en-US" sz="1600" b="0" i="0" u="none" strike="noStrike" baseline="0">
                <a:latin typeface="NewBaskerville-Roman"/>
              </a:rPr>
              <a:t>or a </a:t>
            </a:r>
            <a:r>
              <a:rPr lang="en-US" sz="1600" b="0" i="1" u="none" strike="noStrike" baseline="0">
                <a:latin typeface="NewBaskerville-Italic"/>
              </a:rPr>
              <a:t>stub.</a:t>
            </a:r>
            <a:r>
              <a:rPr lang="en-US" sz="1600" b="0" i="0" u="none" strike="noStrike" baseline="0">
                <a:latin typeface="NewBaskerville-Roman"/>
              </a:rPr>
              <a:t> </a:t>
            </a:r>
          </a:p>
          <a:p>
            <a:pPr marL="0" marR="0" lvl="0" indent="0" algn="l" defTabSz="609585"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sz="1600" b="0" i="0">
                <a:solidFill>
                  <a:srgbClr val="3E4852"/>
                </a:solidFill>
                <a:effectLst/>
                <a:latin typeface="Nunito Sans"/>
              </a:rPr>
              <a:t>Fakes contains working implementation, which of cause is not suitable for production usage (e.g. in-memory database)</a:t>
            </a:r>
          </a:p>
          <a:p>
            <a:pPr algn="l">
              <a:buFont typeface="Arial" panose="020B0604020202020204" pitchFamily="34" charset="0"/>
              <a:buNone/>
            </a:pPr>
            <a:endParaRPr lang="en-US" b="0" i="0">
              <a:solidFill>
                <a:srgbClr val="3E4852"/>
              </a:solidFill>
              <a:effectLst/>
              <a:latin typeface="Nunito Sans"/>
            </a:endParaRPr>
          </a:p>
          <a:p>
            <a:pPr algn="l">
              <a:buFont typeface="Arial" panose="020B0604020202020204" pitchFamily="34" charset="0"/>
              <a:buNone/>
            </a:pPr>
            <a:r>
              <a:rPr lang="en-US" b="0" i="0">
                <a:solidFill>
                  <a:srgbClr val="3E4852"/>
                </a:solidFill>
                <a:effectLst/>
                <a:latin typeface="Nunito Sans"/>
              </a:rPr>
              <a:t>There are different classifications of the test doubles which you can find in the different resources on the internet and programming books. </a:t>
            </a:r>
          </a:p>
          <a:p>
            <a:pPr algn="l">
              <a:buFont typeface="Arial" panose="020B0604020202020204" pitchFamily="34" charset="0"/>
              <a:buNone/>
            </a:pPr>
            <a:r>
              <a:rPr lang="en-US" b="0" i="0">
                <a:solidFill>
                  <a:srgbClr val="3E4852"/>
                </a:solidFill>
                <a:effectLst/>
                <a:latin typeface="Nunito Sans"/>
              </a:rPr>
              <a:t>For example, you can come across term </a:t>
            </a:r>
            <a:r>
              <a:rPr lang="en-US" b="1" i="0">
                <a:solidFill>
                  <a:srgbClr val="3E4852"/>
                </a:solidFill>
                <a:effectLst/>
                <a:latin typeface="Nunito Sans"/>
              </a:rPr>
              <a:t>spy</a:t>
            </a:r>
            <a:r>
              <a:rPr lang="en-US" b="0" i="0">
                <a:solidFill>
                  <a:srgbClr val="3E4852"/>
                </a:solidFill>
                <a:effectLst/>
                <a:latin typeface="Nunito Sans"/>
              </a:rPr>
              <a:t> that represents test double which collects and stores information about its usage.</a:t>
            </a:r>
          </a:p>
          <a:p>
            <a:pPr algn="l">
              <a:buFont typeface="Arial" panose="020B0604020202020204" pitchFamily="34" charset="0"/>
              <a:buNone/>
            </a:pPr>
            <a:endParaRPr lang="en-US" b="0" i="0">
              <a:solidFill>
                <a:srgbClr val="3E4852"/>
              </a:solidFill>
              <a:effectLst/>
              <a:latin typeface="Nunito Sans"/>
            </a:endParaRPr>
          </a:p>
          <a:p>
            <a:pPr algn="l">
              <a:buFont typeface="Arial" panose="020B0604020202020204" pitchFamily="34" charset="0"/>
              <a:buNone/>
            </a:pPr>
            <a:r>
              <a:rPr lang="en-US" b="0" i="0">
                <a:solidFill>
                  <a:srgbClr val="3E4852"/>
                </a:solidFill>
                <a:effectLst/>
                <a:latin typeface="Nunito Sans"/>
              </a:rPr>
              <a:t>In this course we mainly follow classification from “</a:t>
            </a:r>
            <a:r>
              <a:rPr lang="en-US" b="1" i="1">
                <a:solidFill>
                  <a:srgbClr val="3E4852"/>
                </a:solidFill>
                <a:effectLst/>
                <a:latin typeface="Nunito Sans"/>
              </a:rPr>
              <a:t>Art of Unit Testing</a:t>
            </a:r>
            <a:r>
              <a:rPr lang="en-US" b="0" i="0">
                <a:solidFill>
                  <a:srgbClr val="3E4852"/>
                </a:solidFill>
                <a:effectLst/>
                <a:latin typeface="Nunito Sans"/>
              </a:rPr>
              <a:t>” book by Roy </a:t>
            </a:r>
            <a:r>
              <a:rPr lang="en-US" b="0" i="0" err="1">
                <a:solidFill>
                  <a:srgbClr val="3E4852"/>
                </a:solidFill>
                <a:effectLst/>
                <a:latin typeface="Nunito Sans"/>
              </a:rPr>
              <a:t>Osherove</a:t>
            </a:r>
            <a:r>
              <a:rPr lang="en-US" b="0" i="0">
                <a:solidFill>
                  <a:srgbClr val="3E4852"/>
                </a:solidFill>
                <a:effectLst/>
                <a:latin typeface="Nunito Sans"/>
              </a:rPr>
              <a:t>. </a:t>
            </a:r>
          </a:p>
          <a:p>
            <a:pPr algn="l">
              <a:buFont typeface="Arial" panose="020B0604020202020204" pitchFamily="34" charset="0"/>
              <a:buNone/>
            </a:pPr>
            <a:r>
              <a:rPr lang="en-US" b="0" i="0">
                <a:solidFill>
                  <a:srgbClr val="3E4852"/>
                </a:solidFill>
                <a:effectLst/>
                <a:latin typeface="Nunito Sans"/>
              </a:rPr>
              <a:t>According to this classification we have two main types of test doubles: the </a:t>
            </a:r>
            <a:r>
              <a:rPr lang="en-US" b="1" i="0">
                <a:solidFill>
                  <a:srgbClr val="3E4852"/>
                </a:solidFill>
                <a:effectLst/>
                <a:latin typeface="Nunito Sans"/>
              </a:rPr>
              <a:t>stubs</a:t>
            </a:r>
            <a:r>
              <a:rPr lang="en-US" b="0" i="0">
                <a:solidFill>
                  <a:srgbClr val="3E4852"/>
                </a:solidFill>
                <a:effectLst/>
                <a:latin typeface="Nunito Sans"/>
              </a:rPr>
              <a:t> and the </a:t>
            </a:r>
            <a:r>
              <a:rPr lang="en-US" b="1" i="0">
                <a:solidFill>
                  <a:srgbClr val="3E4852"/>
                </a:solidFill>
                <a:effectLst/>
                <a:latin typeface="Nunito Sans"/>
              </a:rPr>
              <a:t>mocks.</a:t>
            </a:r>
            <a:r>
              <a:rPr lang="en-US" b="0" i="0">
                <a:solidFill>
                  <a:srgbClr val="3E4852"/>
                </a:solidFill>
                <a:effectLst/>
                <a:latin typeface="Nunito Sans"/>
              </a:rPr>
              <a:t> </a:t>
            </a:r>
          </a:p>
          <a:p>
            <a:pPr algn="l">
              <a:buFont typeface="Arial" panose="020B0604020202020204" pitchFamily="34" charset="0"/>
              <a:buNone/>
            </a:pPr>
            <a:endParaRPr lang="en-US" b="0" i="0">
              <a:solidFill>
                <a:srgbClr val="3E4852"/>
              </a:solidFill>
              <a:effectLst/>
              <a:latin typeface="Nunito Sans"/>
            </a:endParaRPr>
          </a:p>
          <a:p>
            <a:pPr marL="0" marR="0" lvl="0" indent="0" algn="l" defTabSz="609585"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sz="1600" b="0" i="0">
                <a:solidFill>
                  <a:srgbClr val="3E4852"/>
                </a:solidFill>
                <a:effectLst/>
                <a:latin typeface="Nunito Sans"/>
              </a:rPr>
              <a:t>The term “Fake object” we will mostly use as a generic name for a any test double, and not as a separate type of test doubles.</a:t>
            </a:r>
            <a:endParaRPr lang="en-US" b="0" i="0">
              <a:solidFill>
                <a:srgbClr val="3E4852"/>
              </a:solidFill>
              <a:effectLst/>
              <a:latin typeface="Nunito Sans"/>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37</a:t>
            </a:fld>
            <a:endParaRPr lang="en-US"/>
          </a:p>
        </p:txBody>
      </p:sp>
    </p:spTree>
    <p:extLst>
      <p:ext uri="{BB962C8B-B14F-4D97-AF65-F5344CB8AC3E}">
        <p14:creationId xmlns:p14="http://schemas.microsoft.com/office/powerpoint/2010/main" val="22701530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a:latin typeface="NewBaskerville-Roman"/>
              </a:rPr>
              <a:t>In programming, you use </a:t>
            </a:r>
            <a:r>
              <a:rPr lang="en-US" sz="1800" b="0" i="1" u="none" strike="noStrike" baseline="0">
                <a:latin typeface="NewBaskerville-Italic"/>
              </a:rPr>
              <a:t>stubs </a:t>
            </a:r>
            <a:r>
              <a:rPr lang="en-US" sz="1800" b="0" i="0" u="none" strike="noStrike" baseline="0">
                <a:latin typeface="NewBaskerville-Roman"/>
              </a:rPr>
              <a:t>to get around</a:t>
            </a:r>
            <a:r>
              <a:rPr lang="ru-RU" sz="1800" b="0" i="0" u="none" strike="noStrike" baseline="0">
                <a:latin typeface="NewBaskerville-Roman"/>
              </a:rPr>
              <a:t> </a:t>
            </a:r>
            <a:r>
              <a:rPr lang="en-US" sz="1800" b="0" i="0" u="none" strike="noStrike" baseline="0">
                <a:latin typeface="NewBaskerville-Roman"/>
              </a:rPr>
              <a:t>the problem of external dependencies.</a:t>
            </a:r>
            <a:endParaRPr lang="ru-RU" sz="1800" b="0" i="0" u="none" strike="noStrike" baseline="0">
              <a:latin typeface="NewBaskerville-Roman"/>
            </a:endParaRPr>
          </a:p>
          <a:p>
            <a:pPr algn="l"/>
            <a:endParaRPr lang="ru-RU"/>
          </a:p>
          <a:p>
            <a:pPr marL="0" indent="0" algn="l">
              <a:spcBef>
                <a:spcPts val="0"/>
              </a:spcBef>
              <a:spcAft>
                <a:spcPts val="600"/>
              </a:spcAft>
              <a:buNone/>
            </a:pPr>
            <a:r>
              <a:rPr lang="en-US" i="1"/>
              <a:t>A stub is a controllable replacement for an existing dependency (or collaborator) in the system. </a:t>
            </a:r>
          </a:p>
          <a:p>
            <a:pPr marL="0" indent="0" algn="l">
              <a:spcBef>
                <a:spcPts val="0"/>
              </a:spcBef>
              <a:spcAft>
                <a:spcPts val="600"/>
              </a:spcAft>
              <a:buNone/>
            </a:pPr>
            <a:r>
              <a:rPr lang="en-US" i="1"/>
              <a:t>By using a stub, you can test your code without dealing with the dependency directly.</a:t>
            </a:r>
            <a:endParaRPr lang="en-US" b="0" i="1">
              <a:solidFill>
                <a:srgbClr val="212121"/>
              </a:solidFill>
              <a:effectLst/>
              <a:latin typeface="+mn-lt"/>
            </a:endParaRPr>
          </a:p>
          <a:p>
            <a:pPr algn="l">
              <a:buFont typeface="+mj-lt"/>
              <a:buNone/>
            </a:pPr>
            <a:endParaRPr lang="en-US"/>
          </a:p>
          <a:p>
            <a:pPr algn="l">
              <a:buFont typeface="+mj-lt"/>
              <a:buNone/>
            </a:pPr>
            <a:r>
              <a:rPr lang="en-US"/>
              <a:t>The easiest way to tell you’re dealing with a stub is to notice that the stub can never fail the test.</a:t>
            </a:r>
          </a:p>
          <a:p>
            <a:pPr algn="l">
              <a:buFont typeface="+mj-lt"/>
              <a:buNone/>
            </a:pPr>
            <a:r>
              <a:rPr lang="en-US"/>
              <a:t>The asserts that the test uses are always against the class under test.</a:t>
            </a:r>
          </a:p>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38</a:t>
            </a:fld>
            <a:endParaRPr lang="en-US"/>
          </a:p>
        </p:txBody>
      </p:sp>
    </p:spTree>
    <p:extLst>
      <p:ext uri="{BB962C8B-B14F-4D97-AF65-F5344CB8AC3E}">
        <p14:creationId xmlns:p14="http://schemas.microsoft.com/office/powerpoint/2010/main" val="22847203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39</a:t>
            </a:fld>
            <a:endParaRPr lang="en-US"/>
          </a:p>
        </p:txBody>
      </p:sp>
    </p:spTree>
    <p:extLst>
      <p:ext uri="{BB962C8B-B14F-4D97-AF65-F5344CB8AC3E}">
        <p14:creationId xmlns:p14="http://schemas.microsoft.com/office/powerpoint/2010/main" val="18194106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40</a:t>
            </a:fld>
            <a:endParaRPr lang="en-US"/>
          </a:p>
        </p:txBody>
      </p:sp>
    </p:spTree>
    <p:extLst>
      <p:ext uri="{BB962C8B-B14F-4D97-AF65-F5344CB8AC3E}">
        <p14:creationId xmlns:p14="http://schemas.microsoft.com/office/powerpoint/2010/main" val="5832695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41</a:t>
            </a:fld>
            <a:endParaRPr lang="en-US"/>
          </a:p>
        </p:txBody>
      </p:sp>
    </p:spTree>
    <p:extLst>
      <p:ext uri="{BB962C8B-B14F-4D97-AF65-F5344CB8AC3E}">
        <p14:creationId xmlns:p14="http://schemas.microsoft.com/office/powerpoint/2010/main" val="35972844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a:solidFill>
                  <a:srgbClr val="3E4852"/>
                </a:solidFill>
                <a:effectLst/>
                <a:latin typeface="Nunito Sans"/>
              </a:rPr>
              <a:t>Well, as I stated earlier, there are two main types of test doubles we are considering: stubs and mocks. </a:t>
            </a:r>
          </a:p>
          <a:p>
            <a:pPr algn="l">
              <a:buFont typeface="Arial" panose="020B0604020202020204" pitchFamily="34" charset="0"/>
              <a:buNone/>
            </a:pPr>
            <a:r>
              <a:rPr lang="en-US" b="0" i="0">
                <a:solidFill>
                  <a:srgbClr val="3E4852"/>
                </a:solidFill>
                <a:effectLst/>
                <a:latin typeface="Nunito Sans"/>
              </a:rPr>
              <a:t>These two types of test doubles correspond to the two approaches of unit testing:</a:t>
            </a:r>
          </a:p>
          <a:p>
            <a:pPr algn="l">
              <a:buFont typeface="Arial" panose="020B0604020202020204" pitchFamily="34" charset="0"/>
              <a:buNone/>
            </a:pPr>
            <a:r>
              <a:rPr lang="en-US" b="1" i="0">
                <a:solidFill>
                  <a:srgbClr val="3E4852"/>
                </a:solidFill>
                <a:effectLst/>
                <a:latin typeface="Nunito Sans"/>
              </a:rPr>
              <a:t>Value or stated based testing</a:t>
            </a:r>
            <a:r>
              <a:rPr lang="en-US" b="0" i="0">
                <a:solidFill>
                  <a:srgbClr val="3E4852"/>
                </a:solidFill>
                <a:effectLst/>
                <a:latin typeface="Nunito Sans"/>
              </a:rPr>
              <a:t>. When you run a unit of work and then check a value being returned or state of the system directly</a:t>
            </a:r>
          </a:p>
          <a:p>
            <a:pPr algn="l">
              <a:buFont typeface="Arial" panose="020B0604020202020204" pitchFamily="34" charset="0"/>
              <a:buNone/>
            </a:pPr>
            <a:r>
              <a:rPr lang="en-US" b="0" i="0">
                <a:solidFill>
                  <a:srgbClr val="3E4852"/>
                </a:solidFill>
                <a:effectLst/>
                <a:latin typeface="Nunito Sans"/>
              </a:rPr>
              <a:t>In the </a:t>
            </a:r>
            <a:r>
              <a:rPr lang="en-US" b="1" i="0">
                <a:solidFill>
                  <a:srgbClr val="3E4852"/>
                </a:solidFill>
                <a:effectLst/>
                <a:latin typeface="Nunito Sans"/>
              </a:rPr>
              <a:t>interaction testing</a:t>
            </a:r>
            <a:r>
              <a:rPr lang="en-US" b="0" i="0">
                <a:solidFill>
                  <a:srgbClr val="3E4852"/>
                </a:solidFill>
                <a:effectLst/>
                <a:latin typeface="Nunito Sans"/>
              </a:rPr>
              <a:t> you run the code and checks that it has interacted with other parts of the system or external dependencies correctly. </a:t>
            </a:r>
          </a:p>
          <a:p>
            <a:endParaRPr lang="en-US">
              <a:ea typeface="ＭＳ Ｐゴシック"/>
              <a:cs typeface="Calibri"/>
            </a:endParaRPr>
          </a:p>
          <a:p>
            <a:r>
              <a:rPr lang="en-US">
                <a:ea typeface="ＭＳ Ｐゴシック"/>
                <a:cs typeface="Calibri"/>
              </a:rPr>
              <a:t>The tests we were writing before can be classified as value-based tests. As the name implies in these tests the result (a value) is  being checked. </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0" i="0" u="none" strike="noStrike" baseline="0">
                <a:latin typeface="NewBaskerville-Roman"/>
              </a:rPr>
              <a:t>Value-based testing checks the value returned from a function. State-based testing is about checking for noticeable behavior changes in the system under test, after changing its state.</a:t>
            </a:r>
            <a:endParaRPr lang="en-US">
              <a:ea typeface="ＭＳ Ｐゴシック"/>
              <a:cs typeface="Calibri"/>
            </a:endParaRPr>
          </a:p>
          <a:p>
            <a:r>
              <a:rPr lang="en-US">
                <a:ea typeface="ＭＳ Ｐゴシック"/>
                <a:cs typeface="Calibri"/>
              </a:rPr>
              <a:t>Interaction testing is different, it allows to test how an object communicates (calls methods) to other objects.</a:t>
            </a:r>
            <a:endParaRPr lang="en-US">
              <a:cs typeface="Calibri"/>
            </a:endParaRPr>
          </a:p>
          <a:p>
            <a:endParaRPr lang="en-US">
              <a:ea typeface="ＭＳ Ｐゴシック"/>
              <a:cs typeface="Calibri"/>
            </a:endParaRPr>
          </a:p>
          <a:p>
            <a:r>
              <a:rPr lang="en-US">
                <a:ea typeface="ＭＳ Ｐゴシック"/>
                <a:cs typeface="Calibri"/>
              </a:rPr>
              <a:t>Usually, interaction testing is used when calling another object itself is the end result of a specific unit of work.</a:t>
            </a:r>
            <a:endParaRPr lang="en-US">
              <a:cs typeface="Calibri"/>
            </a:endParaRPr>
          </a:p>
          <a:p>
            <a:r>
              <a:rPr lang="en-US">
                <a:ea typeface="ＭＳ Ｐゴシック"/>
                <a:cs typeface="Calibri"/>
              </a:rPr>
              <a:t>As an example of such interaction can be using an email service, logger service, insert/update operations against data-repository. </a:t>
            </a:r>
          </a:p>
          <a:p>
            <a:endParaRPr lang="en-US">
              <a:ea typeface="ＭＳ Ｐゴシック"/>
              <a:cs typeface="Calibri"/>
            </a:endParaRPr>
          </a:p>
          <a:p>
            <a:r>
              <a:rPr lang="en-US">
                <a:ea typeface="ＭＳ Ｐゴシック"/>
                <a:cs typeface="Calibri"/>
              </a:rPr>
              <a:t>A mock object is a fake object in the system that decides whether the unit test has passed or failed. </a:t>
            </a:r>
          </a:p>
          <a:p>
            <a:pPr algn="l">
              <a:buFont typeface="+mj-lt"/>
              <a:buNone/>
            </a:pPr>
            <a:r>
              <a:rPr lang="en-US">
                <a:ea typeface="ＭＳ Ｐゴシック"/>
                <a:cs typeface="Calibri"/>
              </a:rPr>
              <a:t>It does so by verifying whether the object under test called the fake object as expected. There’s usually no more than one mock per test.</a:t>
            </a:r>
            <a:endParaRPr lang="en-US"/>
          </a:p>
          <a:p>
            <a:endParaRPr lang="en-US">
              <a:solidFill>
                <a:srgbClr val="000000"/>
              </a:solidFill>
              <a:latin typeface="Calibri"/>
              <a:ea typeface="ＭＳ Ｐゴシック"/>
              <a:cs typeface="Calibri"/>
            </a:endParaRPr>
          </a:p>
          <a:p>
            <a:r>
              <a:rPr lang="en-US">
                <a:ea typeface="ＭＳ Ｐゴシック"/>
                <a:cs typeface="Calibri"/>
              </a:rPr>
              <a:t>In a test where you test only one thing (which is how I recommend you write tests), there should be no more than one mock object. </a:t>
            </a:r>
          </a:p>
          <a:p>
            <a:r>
              <a:rPr lang="en-US">
                <a:ea typeface="ＭＳ Ｐゴシック"/>
                <a:cs typeface="Calibri"/>
              </a:rPr>
              <a:t>All other fake objects will act as stubs. Having more than one mock per test usually means you’re testing more than one thing, and this can lead to complicated or brittle tests.</a:t>
            </a:r>
          </a:p>
          <a:p>
            <a:endParaRPr lang="en-US">
              <a:ea typeface="ＭＳ Ｐゴシック"/>
              <a:cs typeface="Calibri"/>
            </a:endParaRPr>
          </a:p>
          <a:p>
            <a:r>
              <a:rPr lang="en-US"/>
              <a:t>Always worth to consider interaction testing only as the last option. This is very important. It’s preferable to see if you can use the value or state based approach of end result</a:t>
            </a:r>
          </a:p>
          <a:p>
            <a:r>
              <a:rPr lang="en-US"/>
              <a:t>tests of units of work, because so many things become much more complicated by having interaction tests, as you’ll see in this chapter. </a:t>
            </a:r>
          </a:p>
          <a:p>
            <a:r>
              <a:rPr lang="en-US"/>
              <a:t>But sometimes, as is the case of a third-party call to a logger, interactions between objects are the end result. That’s when you need to test the interaction itself.</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42</a:t>
            </a:fld>
            <a:endParaRPr lang="en-US"/>
          </a:p>
        </p:txBody>
      </p:sp>
    </p:spTree>
    <p:extLst>
      <p:ext uri="{BB962C8B-B14F-4D97-AF65-F5344CB8AC3E}">
        <p14:creationId xmlns:p14="http://schemas.microsoft.com/office/powerpoint/2010/main" val="12725235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12121"/>
                </a:solidFill>
                <a:effectLst/>
                <a:latin typeface="Roboto"/>
                <a:ea typeface="ＭＳ Ｐゴシック"/>
              </a:rPr>
              <a:t>At first glance, the difference between mocks and stubs may seem small or</a:t>
            </a:r>
            <a:r>
              <a:rPr lang="en-US">
                <a:solidFill>
                  <a:srgbClr val="212121"/>
                </a:solidFill>
                <a:latin typeface="Roboto"/>
                <a:ea typeface="ＭＳ Ｐゴシック"/>
              </a:rPr>
              <a:t> even nonexistent</a:t>
            </a:r>
            <a:r>
              <a:rPr lang="en-US" b="0" i="0">
                <a:solidFill>
                  <a:srgbClr val="212121"/>
                </a:solidFill>
                <a:effectLst/>
                <a:latin typeface="Roboto"/>
                <a:ea typeface="ＭＳ Ｐゴシック"/>
              </a:rPr>
              <a:t>. </a:t>
            </a:r>
            <a:br>
              <a:rPr lang="en-US">
                <a:latin typeface="Roboto"/>
                <a:ea typeface="ＭＳ Ｐゴシック"/>
              </a:rPr>
            </a:br>
            <a:r>
              <a:rPr lang="en-US" b="0" i="0">
                <a:solidFill>
                  <a:srgbClr val="212121"/>
                </a:solidFill>
                <a:effectLst/>
                <a:latin typeface="Roboto"/>
                <a:ea typeface="ＭＳ Ｐゴシック"/>
              </a:rPr>
              <a:t>The basic difference is that stubs can’t fail tests.</a:t>
            </a:r>
            <a:r>
              <a:rPr lang="en-US">
                <a:solidFill>
                  <a:srgbClr val="212121"/>
                </a:solidFill>
                <a:latin typeface="Roboto"/>
                <a:ea typeface="ＭＳ Ｐゴシック"/>
              </a:rPr>
              <a:t> </a:t>
            </a:r>
            <a:r>
              <a:rPr lang="en-US" b="0" i="0">
                <a:solidFill>
                  <a:srgbClr val="212121"/>
                </a:solidFill>
                <a:effectLst/>
                <a:latin typeface="Roboto"/>
                <a:ea typeface="ＭＳ Ｐゴシック"/>
              </a:rPr>
              <a:t>Mocks can.</a:t>
            </a:r>
            <a:endParaRPr lang="en-US" b="0" i="0">
              <a:solidFill>
                <a:srgbClr val="000000"/>
              </a:solidFill>
              <a:effectLst/>
              <a:latin typeface="Calibri"/>
              <a:ea typeface="ＭＳ Ｐゴシック"/>
            </a:endParaRPr>
          </a:p>
          <a:p>
            <a:r>
              <a:rPr lang="en-US">
                <a:solidFill>
                  <a:srgbClr val="212121"/>
                </a:solidFill>
                <a:latin typeface="Roboto"/>
                <a:ea typeface="ＭＳ Ｐゴシック"/>
              </a:rPr>
              <a:t>What does it mean? </a:t>
            </a:r>
            <a:br>
              <a:rPr lang="en-US">
                <a:latin typeface="Roboto"/>
                <a:ea typeface="ＭＳ Ｐゴシック"/>
              </a:rPr>
            </a:br>
            <a:r>
              <a:rPr lang="en-US">
                <a:solidFill>
                  <a:srgbClr val="212121"/>
                </a:solidFill>
                <a:latin typeface="Roboto"/>
                <a:ea typeface="ＭＳ Ｐゴシック"/>
              </a:rPr>
              <a:t>In a test that uses mocks you write an assert statement against the mock itself.</a:t>
            </a:r>
            <a:br>
              <a:rPr lang="en-US">
                <a:latin typeface="Roboto"/>
                <a:ea typeface="ＭＳ Ｐゴシック"/>
              </a:rPr>
            </a:br>
            <a:r>
              <a:rPr lang="en-US">
                <a:solidFill>
                  <a:srgbClr val="212121"/>
                </a:solidFill>
                <a:latin typeface="Roboto"/>
                <a:ea typeface="ＭＳ Ｐゴシック"/>
              </a:rPr>
              <a:t>In the test with stubs you always make an assert against the tested class or component </a:t>
            </a:r>
          </a:p>
          <a:p>
            <a:endParaRPr lang="en-US">
              <a:solidFill>
                <a:srgbClr val="212121"/>
              </a:solidFill>
              <a:latin typeface="Roboto"/>
              <a:ea typeface="ＭＳ Ｐゴシック"/>
            </a:endParaRPr>
          </a:p>
          <a:p>
            <a:r>
              <a:rPr lang="en-US" b="0" i="0">
                <a:solidFill>
                  <a:srgbClr val="212121"/>
                </a:solidFill>
                <a:effectLst/>
                <a:latin typeface="Roboto"/>
                <a:ea typeface="ＭＳ Ｐゴシック"/>
              </a:rPr>
              <a:t>The easiest way to tell </a:t>
            </a:r>
            <a:r>
              <a:rPr lang="en-US">
                <a:solidFill>
                  <a:srgbClr val="212121"/>
                </a:solidFill>
                <a:latin typeface="Roboto"/>
                <a:ea typeface="ＭＳ Ｐゴシック"/>
              </a:rPr>
              <a:t>that you’re</a:t>
            </a:r>
            <a:r>
              <a:rPr lang="en-US" b="0" i="0">
                <a:solidFill>
                  <a:srgbClr val="212121"/>
                </a:solidFill>
                <a:effectLst/>
                <a:latin typeface="Roboto"/>
                <a:ea typeface="ＭＳ Ｐゴシック"/>
              </a:rPr>
              <a:t> dealing with a stub is to notice that the stub can never</a:t>
            </a:r>
          </a:p>
          <a:p>
            <a:pPr algn="l"/>
            <a:r>
              <a:rPr lang="en-US" b="0" i="0">
                <a:solidFill>
                  <a:srgbClr val="212121"/>
                </a:solidFill>
                <a:effectLst/>
                <a:latin typeface="Roboto"/>
              </a:rPr>
              <a:t>fail the test. The asserts that the test uses are always against the class under test.</a:t>
            </a:r>
          </a:p>
          <a:p>
            <a:endParaRPr lang="en-US">
              <a:solidFill>
                <a:srgbClr val="212121"/>
              </a:solidFill>
              <a:latin typeface="Roboto"/>
            </a:endParaRPr>
          </a:p>
          <a:p>
            <a:r>
              <a:rPr lang="en-US">
                <a:solidFill>
                  <a:srgbClr val="212121"/>
                </a:solidFill>
                <a:latin typeface="Roboto"/>
                <a:ea typeface="ＭＳ Ｐゴシック"/>
              </a:rPr>
              <a:t>Small demo with </a:t>
            </a:r>
            <a:r>
              <a:rPr lang="en-US" err="1">
                <a:solidFill>
                  <a:srgbClr val="212121"/>
                </a:solidFill>
                <a:latin typeface="Roboto"/>
                <a:ea typeface="ＭＳ Ｐゴシック"/>
              </a:rPr>
              <a:t>handwriten</a:t>
            </a:r>
            <a:r>
              <a:rPr lang="en-US">
                <a:solidFill>
                  <a:srgbClr val="212121"/>
                </a:solidFill>
                <a:latin typeface="Roboto"/>
                <a:ea typeface="ＭＳ Ｐゴシック"/>
              </a:rPr>
              <a:t> mock example</a:t>
            </a:r>
            <a:endParaRPr lang="en-US">
              <a:solidFill>
                <a:srgbClr val="212121"/>
              </a:solidFill>
              <a:latin typeface="Roboto"/>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43</a:t>
            </a:fld>
            <a:endParaRPr lang="en-US"/>
          </a:p>
        </p:txBody>
      </p:sp>
    </p:spTree>
    <p:extLst>
      <p:ext uri="{BB962C8B-B14F-4D97-AF65-F5344CB8AC3E}">
        <p14:creationId xmlns:p14="http://schemas.microsoft.com/office/powerpoint/2010/main" val="939201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ＭＳ Ｐゴシック"/>
                <a:cs typeface="Calibri"/>
              </a:rPr>
              <a:t>Probably during the last demo and the previous practice you’ve got an impression that writing your own implementation of test doubles is a cumbersome task.</a:t>
            </a:r>
          </a:p>
          <a:p>
            <a:r>
              <a:rPr lang="en-US">
                <a:ea typeface="ＭＳ Ｐゴシック"/>
                <a:cs typeface="Calibri"/>
              </a:rPr>
              <a:t>So, there are a lot of different isolation frameworks available on the market today which significantly reduce effort on unit testing. </a:t>
            </a:r>
          </a:p>
          <a:p>
            <a:endParaRPr lang="uk-UA">
              <a:ea typeface="ＭＳ Ｐゴシック"/>
              <a:cs typeface="Calibri"/>
            </a:endParaRPr>
          </a:p>
          <a:p>
            <a:r>
              <a:rPr lang="en-US">
                <a:ea typeface="ＭＳ Ｐゴシック"/>
                <a:cs typeface="Calibri"/>
              </a:rPr>
              <a:t>Isolation frameworks, when designed well, can save the developer from the need to write repetitive code to assert or simulate object interactions, and</a:t>
            </a:r>
          </a:p>
          <a:p>
            <a:r>
              <a:rPr lang="en-US">
                <a:ea typeface="ＭＳ Ｐゴシック"/>
                <a:cs typeface="Calibri"/>
              </a:rPr>
              <a:t>if they’re designed very well, they can make tests last many years without making the developer come back to fix them on every little production code change.</a:t>
            </a:r>
          </a:p>
          <a:p>
            <a:endParaRPr lang="en-US">
              <a:ea typeface="ＭＳ Ｐゴシック"/>
              <a:cs typeface="Calibri"/>
            </a:endParaRPr>
          </a:p>
          <a:p>
            <a:r>
              <a:rPr lang="en-US">
                <a:ea typeface="ＭＳ Ｐゴシック"/>
                <a:cs typeface="Calibri"/>
              </a:rPr>
              <a:t>There are plenty of isolation frameworks available on the market today. We will have a look on </a:t>
            </a:r>
            <a:r>
              <a:rPr lang="en-US" err="1">
                <a:ea typeface="ＭＳ Ｐゴシック"/>
                <a:cs typeface="Calibri"/>
              </a:rPr>
              <a:t>Moq</a:t>
            </a:r>
            <a:r>
              <a:rPr lang="en-US">
                <a:ea typeface="ＭＳ Ｐゴシック"/>
                <a:cs typeface="Calibri"/>
              </a:rPr>
              <a:t> as the most popular one for </a:t>
            </a:r>
            <a:r>
              <a:rPr lang="en-US" err="1">
                <a:ea typeface="ＭＳ Ｐゴシック"/>
                <a:cs typeface="Calibri"/>
              </a:rPr>
              <a:t>.Net</a:t>
            </a:r>
            <a:r>
              <a:rPr lang="en-US">
                <a:ea typeface="ＭＳ Ｐゴシック"/>
                <a:cs typeface="Calibri"/>
              </a:rPr>
              <a:t> world.</a:t>
            </a:r>
          </a:p>
          <a:p>
            <a:endParaRPr lang="en-US">
              <a:ea typeface="ＭＳ Ｐゴシック"/>
              <a:cs typeface="Calibri"/>
            </a:endParaRPr>
          </a:p>
          <a:p>
            <a:r>
              <a:rPr lang="en-US">
                <a:ea typeface="ＭＳ Ｐゴシック"/>
                <a:cs typeface="Calibri"/>
              </a:rPr>
              <a:t>When we create mock objects using </a:t>
            </a:r>
            <a:r>
              <a:rPr lang="en-US" err="1">
                <a:ea typeface="ＭＳ Ｐゴシック"/>
                <a:cs typeface="Calibri"/>
              </a:rPr>
              <a:t>moq</a:t>
            </a:r>
            <a:r>
              <a:rPr lang="en-US">
                <a:ea typeface="ＭＳ Ｐゴシック"/>
                <a:cs typeface="Calibri"/>
              </a:rPr>
              <a:t>, we can use them as Dummies, stubs or Mocks</a:t>
            </a:r>
          </a:p>
          <a:p>
            <a:r>
              <a:rPr lang="en-US">
                <a:ea typeface="ＭＳ Ｐゴシック"/>
                <a:cs typeface="Calibri"/>
              </a:rPr>
              <a:t>And for the most cases when we use </a:t>
            </a:r>
            <a:r>
              <a:rPr lang="en-US" err="1">
                <a:ea typeface="ＭＳ Ｐゴシック"/>
                <a:cs typeface="Calibri"/>
              </a:rPr>
              <a:t>Moq</a:t>
            </a:r>
            <a:r>
              <a:rPr lang="en-US">
                <a:ea typeface="ＭＳ Ｐゴシック"/>
                <a:cs typeface="Calibri"/>
              </a:rPr>
              <a:t> we don't need to worry about distinguishing between dummies, stubs and mocks.</a:t>
            </a:r>
          </a:p>
          <a:p>
            <a:r>
              <a:rPr lang="en-US">
                <a:ea typeface="ＭＳ Ｐゴシック"/>
                <a:cs typeface="Calibri"/>
              </a:rPr>
              <a:t>Actually, it is the main idea of the </a:t>
            </a:r>
            <a:r>
              <a:rPr lang="en-US" err="1">
                <a:ea typeface="ＭＳ Ｐゴシック"/>
                <a:cs typeface="Calibri"/>
              </a:rPr>
              <a:t>Moq</a:t>
            </a:r>
            <a:r>
              <a:rPr lang="en-US">
                <a:ea typeface="ＭＳ Ｐゴシック"/>
                <a:cs typeface="Calibri"/>
              </a:rPr>
              <a:t> design, to be simple and practical to use</a:t>
            </a:r>
          </a:p>
          <a:p>
            <a:endParaRPr lang="en-US">
              <a:ea typeface="ＭＳ Ｐゴシック"/>
              <a:cs typeface="Calibri"/>
            </a:endParaRPr>
          </a:p>
          <a:p>
            <a:r>
              <a:rPr lang="en-US">
                <a:ea typeface="ＭＳ Ｐゴシック"/>
                <a:cs typeface="Calibri"/>
              </a:rPr>
              <a:t>Design goals of </a:t>
            </a:r>
            <a:r>
              <a:rPr lang="en-US" err="1">
                <a:ea typeface="ＭＳ Ｐゴシック"/>
                <a:cs typeface="Calibri"/>
              </a:rPr>
              <a:t>Moq</a:t>
            </a:r>
            <a:r>
              <a:rPr lang="en-US">
                <a:ea typeface="ＭＳ Ｐゴシック"/>
                <a:cs typeface="Calibri"/>
              </a:rPr>
              <a:t> are</a:t>
            </a:r>
          </a:p>
          <a:p>
            <a:r>
              <a:rPr lang="en-US">
                <a:ea typeface="ＭＳ Ｐゴシック"/>
                <a:cs typeface="Calibri"/>
              </a:rPr>
              <a:t>- simple </a:t>
            </a:r>
          </a:p>
          <a:p>
            <a:r>
              <a:rPr lang="en-US">
                <a:ea typeface="ＭＳ Ｐゴシック"/>
                <a:cs typeface="Calibri"/>
              </a:rPr>
              <a:t>- practical</a:t>
            </a:r>
          </a:p>
          <a:p>
            <a:r>
              <a:rPr lang="en-US">
                <a:ea typeface="ＭＳ Ｐゴシック"/>
                <a:cs typeface="Calibri"/>
              </a:rPr>
              <a:t>- easy to use</a:t>
            </a:r>
          </a:p>
          <a:p>
            <a:r>
              <a:rPr lang="en-US">
                <a:ea typeface="ＭＳ Ｐゴシック"/>
                <a:cs typeface="Calibri"/>
              </a:rPr>
              <a:t>- strongly typed</a:t>
            </a:r>
          </a:p>
          <a:p>
            <a:r>
              <a:rPr lang="en-US">
                <a:ea typeface="ＭＳ Ｐゴシック"/>
                <a:cs typeface="Calibri"/>
              </a:rPr>
              <a:t>- open source</a:t>
            </a:r>
          </a:p>
          <a:p>
            <a:endParaRPr lang="en-US">
              <a:ea typeface="ＭＳ Ｐゴシック"/>
              <a:cs typeface="Calibri"/>
            </a:endParaRPr>
          </a:p>
          <a:p>
            <a:r>
              <a:rPr lang="en-US">
                <a:ea typeface="ＭＳ Ｐゴシック"/>
                <a:cs typeface="Calibri"/>
              </a:rPr>
              <a:t>As the authors stated, the one of the main advantages is low learning curve, that doesn't include studying documentation at all. </a:t>
            </a:r>
            <a:br>
              <a:rPr lang="en-US">
                <a:ea typeface="ＭＳ Ｐゴシック"/>
                <a:cs typeface="+mn-lt"/>
              </a:rPr>
            </a:br>
            <a:endParaRPr lang="en-US">
              <a:ea typeface="ＭＳ Ｐゴシック"/>
              <a:cs typeface="Calibri"/>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45</a:t>
            </a:fld>
            <a:endParaRPr lang="en-US"/>
          </a:p>
        </p:txBody>
      </p:sp>
    </p:spTree>
    <p:extLst>
      <p:ext uri="{BB962C8B-B14F-4D97-AF65-F5344CB8AC3E}">
        <p14:creationId xmlns:p14="http://schemas.microsoft.com/office/powerpoint/2010/main" val="41662454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46</a:t>
            </a:fld>
            <a:endParaRPr lang="en-US"/>
          </a:p>
        </p:txBody>
      </p:sp>
    </p:spTree>
    <p:extLst>
      <p:ext uri="{BB962C8B-B14F-4D97-AF65-F5344CB8AC3E}">
        <p14:creationId xmlns:p14="http://schemas.microsoft.com/office/powerpoint/2010/main" val="26516741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endParaRPr lang="en-US" b="0" i="0">
              <a:solidFill>
                <a:srgbClr val="222222"/>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47</a:t>
            </a:fld>
            <a:endParaRPr lang="en-US"/>
          </a:p>
        </p:txBody>
      </p:sp>
    </p:spTree>
    <p:extLst>
      <p:ext uri="{BB962C8B-B14F-4D97-AF65-F5344CB8AC3E}">
        <p14:creationId xmlns:p14="http://schemas.microsoft.com/office/powerpoint/2010/main" val="41674496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2020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houldly/shouldly"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shouldly/shouldly/issues/234"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d-okhrimenko/CSharpForTestAutomationMaterials.git"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hyperlink" Target="https://docs.microsoft.com/en-us/dotnet/api/microsoft.visualstudio.testtools.unittesting.assert?view=mstest-net-1.3.2"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2.sv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2.sv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2.sv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2.svg"/></Relationships>
</file>

<file path=ppt/slides/_rels/slide2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2.sv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2.svg"/></Relationships>
</file>

<file path=ppt/slides/_rels/slide3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5" Type="http://schemas.openxmlformats.org/officeDocument/2006/relationships/image" Target="../media/image22.sv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2.svg"/></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2.svg"/></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hyperlink" Target="https://github.com/moq/moq4" TargetMode="External"/><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22.svg"/></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22.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cs typeface="Calibri"/>
              </a:rPr>
              <a:t>C# for test automation</a:t>
            </a:r>
            <a:endParaRPr lang="en-US"/>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p:txBody>
          <a:bodyPr/>
          <a:lstStyle/>
          <a:p>
            <a:r>
              <a:rPr lang="en-US"/>
              <a:t>Unit testing</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a:ea typeface="ＭＳ Ｐゴシック"/>
              </a:rPr>
              <a:t>Module 6</a:t>
            </a:r>
          </a:p>
        </p:txBody>
      </p:sp>
    </p:spTree>
    <p:extLst>
      <p:ext uri="{BB962C8B-B14F-4D97-AF65-F5344CB8AC3E}">
        <p14:creationId xmlns:p14="http://schemas.microsoft.com/office/powerpoint/2010/main" val="52527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49139" y="1527970"/>
            <a:ext cx="5446861" cy="4945566"/>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pitchFamily="34" charset="0"/>
              <a:buAutoNum type="arabicPeriod"/>
            </a:pPr>
            <a:r>
              <a:rPr lang="en-US" sz="1600">
                <a:latin typeface="+mn-lt"/>
                <a:ea typeface="ＭＳ Ｐゴシック"/>
              </a:rPr>
              <a:t>Unit testing in C#</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Levels of testing. L0-L3</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C# Unit test frameworks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Unit test tools in Visual Studio</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TDD concept. TDD levels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Test attributes, Assert class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Shouldly </a:t>
            </a:r>
            <a:endParaRPr lang="en-US" sz="1600">
              <a:latin typeface="+mn-lt"/>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1. The first unit test</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ea typeface="ＭＳ Ｐゴシック"/>
              </a:rPr>
              <a:t>Coffee break </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Code coverage</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2. Currency converter</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ea typeface="ＭＳ Ｐゴシック"/>
              </a:rPr>
              <a:t>Coffee break </a:t>
            </a:r>
            <a:endParaRPr lang="en-US" sz="1600" i="1">
              <a:solidFill>
                <a:schemeClr val="accent1">
                  <a:lumMod val="50000"/>
                </a:schemeClr>
              </a:solidFill>
              <a:latin typeface="+mn-lt"/>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Dependency injection</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Test doubles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Stubs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3. Stub implementation</a:t>
            </a:r>
          </a:p>
          <a:p>
            <a:pPr marL="342900" indent="-342900" defTabSz="179388">
              <a:buClr>
                <a:srgbClr val="00DEE6"/>
              </a:buClr>
              <a:buFont typeface="Arial" panose="020B0604020202020204" pitchFamily="34" charset="0"/>
              <a:buAutoNum type="arabicPeriod"/>
            </a:pPr>
            <a:endParaRPr lang="en-US" sz="1600" i="1">
              <a:solidFill>
                <a:schemeClr val="accent1">
                  <a:lumMod val="50000"/>
                </a:schemeClr>
              </a:solidFill>
              <a:latin typeface="+mn-lt"/>
            </a:endParaRPr>
          </a:p>
          <a:p>
            <a:pPr marL="342900" indent="-342900" defTabSz="179388">
              <a:buClr>
                <a:srgbClr val="00DEE6"/>
              </a:buClr>
              <a:buFont typeface="Arial" panose="020B0604020202020204" pitchFamily="34" charset="0"/>
              <a:buAutoNum type="arabicPeriod"/>
            </a:pPr>
            <a:endParaRPr lang="en-US" sz="1600">
              <a:latin typeface="+mn-lt"/>
            </a:endParaRPr>
          </a:p>
          <a:p>
            <a:pPr marL="342900" indent="-342900" defTabSz="179388">
              <a:buClr>
                <a:srgbClr val="00DEE6"/>
              </a:buClr>
              <a:buFont typeface="Arial" panose="020B0604020202020204" pitchFamily="34" charset="0"/>
              <a:buAutoNum type="arabicPeriod"/>
            </a:pPr>
            <a:endParaRPr lang="en-US" sz="1600">
              <a:latin typeface="+mn-lt"/>
            </a:endParaRPr>
          </a:p>
          <a:p>
            <a:pPr marL="342900" indent="-342900" defTabSz="179388">
              <a:buClr>
                <a:srgbClr val="00DEE6"/>
              </a:buClr>
              <a:buFont typeface="Arial" panose="020B0604020202020204" pitchFamily="34" charset="0"/>
              <a:buAutoNum type="arabicPeriod"/>
            </a:pPr>
            <a:endParaRPr lang="en-US" sz="1600">
              <a:latin typeface="+mn-lt"/>
            </a:endParaRPr>
          </a:p>
        </p:txBody>
      </p:sp>
      <p:sp>
        <p:nvSpPr>
          <p:cNvPr id="7" name="TextBox 6">
            <a:extLst>
              <a:ext uri="{FF2B5EF4-FFF2-40B4-BE49-F238E27FC236}">
                <a16:creationId xmlns:a16="http://schemas.microsoft.com/office/drawing/2014/main" id="{F73EFE5B-4402-49A7-AFD2-38F85C0027E9}"/>
              </a:ext>
            </a:extLst>
          </p:cNvPr>
          <p:cNvSpPr txBox="1"/>
          <p:nvPr/>
        </p:nvSpPr>
        <p:spPr>
          <a:xfrm>
            <a:off x="6237403" y="1527970"/>
            <a:ext cx="5446860" cy="5194591"/>
          </a:xfrm>
          <a:prstGeom prst="rect">
            <a:avLst/>
          </a:prstGeom>
          <a:noFill/>
        </p:spPr>
        <p:txBody>
          <a:bodyPr wrap="none" lIns="0" tIns="0" rIns="0" bIns="0" rtlCol="0" anchor="t">
            <a:noAutofit/>
          </a:bodyPr>
          <a:lstStyle/>
          <a:p>
            <a:pPr defTabSz="179388">
              <a:buClr>
                <a:srgbClr val="00DEE6"/>
              </a:buClr>
            </a:pPr>
            <a:r>
              <a:rPr lang="en-US" sz="1600" dirty="0">
                <a:solidFill>
                  <a:srgbClr val="44B8D6"/>
                </a:solidFill>
                <a:latin typeface="+mn-lt"/>
                <a:ea typeface="ＭＳ Ｐゴシック"/>
              </a:rPr>
              <a:t>17</a:t>
            </a:r>
            <a:r>
              <a:rPr lang="en-US" sz="1600" i="1" dirty="0">
                <a:solidFill>
                  <a:schemeClr val="accent1">
                    <a:lumMod val="50000"/>
                  </a:schemeClr>
                </a:solidFill>
                <a:latin typeface="Arial"/>
                <a:ea typeface="ＭＳ Ｐゴシック"/>
              </a:rPr>
              <a:t>. Lunch</a:t>
            </a:r>
            <a:endParaRPr lang="en-US" sz="1600" i="1" dirty="0">
              <a:solidFill>
                <a:schemeClr val="accent1">
                  <a:lumMod val="50000"/>
                </a:schemeClr>
              </a:solidFill>
              <a:latin typeface="Arial"/>
            </a:endParaRPr>
          </a:p>
          <a:p>
            <a:pPr marL="342900" indent="-342900" defTabSz="179388">
              <a:buClr>
                <a:srgbClr val="00DEE6"/>
              </a:buClr>
              <a:buFont typeface="Arial" panose="020B0604020202020204" pitchFamily="34" charset="0"/>
              <a:buAutoNum type="arabicPeriod" startAt="18"/>
            </a:pPr>
            <a:r>
              <a:rPr lang="en-US" sz="1600" dirty="0">
                <a:latin typeface="+mn-lt"/>
                <a:ea typeface="ＭＳ Ｐゴシック"/>
              </a:rPr>
              <a:t>Mocks </a:t>
            </a:r>
            <a:endParaRPr lang="en-US" sz="1600" dirty="0">
              <a:latin typeface="+mn-lt"/>
            </a:endParaRPr>
          </a:p>
          <a:p>
            <a:pPr marL="342900" indent="-342900" defTabSz="179388">
              <a:buClr>
                <a:srgbClr val="00DEE6"/>
              </a:buClr>
              <a:buFont typeface="Arial" panose="020B0604020202020204" pitchFamily="34" charset="0"/>
              <a:buAutoNum type="arabicPeriod" startAt="18"/>
            </a:pPr>
            <a:r>
              <a:rPr lang="en-US" sz="1600" dirty="0">
                <a:latin typeface="+mn-lt"/>
                <a:ea typeface="ＭＳ Ｐゴシック"/>
              </a:rPr>
              <a:t>Practice 4. Mock's implementation</a:t>
            </a:r>
          </a:p>
          <a:p>
            <a:pPr marL="0" indent="0" defTabSz="179388">
              <a:buClr>
                <a:srgbClr val="00DEE6"/>
              </a:buClr>
              <a:buFont typeface="Arial" panose="020B0604020202020204" pitchFamily="34" charset="0"/>
              <a:buNone/>
            </a:pPr>
            <a:endParaRPr lang="da-DK" sz="1600">
              <a:latin typeface="+mn-lt"/>
            </a:endParaRPr>
          </a:p>
        </p:txBody>
      </p:sp>
    </p:spTree>
    <p:extLst>
      <p:ext uri="{BB962C8B-B14F-4D97-AF65-F5344CB8AC3E}">
        <p14:creationId xmlns:p14="http://schemas.microsoft.com/office/powerpoint/2010/main" val="73879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b="0" i="0">
                <a:effectLst/>
              </a:rPr>
              <a:t>Unit testing In C#</a:t>
            </a:r>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da-DK"/>
              <a:t>DEFINITION</a:t>
            </a:r>
          </a:p>
        </p:txBody>
      </p:sp>
      <p:pic>
        <p:nvPicPr>
          <p:cNvPr id="7" name="Picture 6" descr="Diagram&#10;&#10;Description automatically generated with medium confidence">
            <a:extLst>
              <a:ext uri="{FF2B5EF4-FFF2-40B4-BE49-F238E27FC236}">
                <a16:creationId xmlns:a16="http://schemas.microsoft.com/office/drawing/2014/main" id="{BC48AF3D-4F63-4B0B-BD6E-401AF9F92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2594" y="1509582"/>
            <a:ext cx="5306716" cy="4152504"/>
          </a:xfrm>
          <a:prstGeom prst="rect">
            <a:avLst/>
          </a:prstGeom>
          <a:noFill/>
        </p:spPr>
      </p:pic>
      <p:sp>
        <p:nvSpPr>
          <p:cNvPr id="8" name="TextBox 7">
            <a:extLst>
              <a:ext uri="{FF2B5EF4-FFF2-40B4-BE49-F238E27FC236}">
                <a16:creationId xmlns:a16="http://schemas.microsoft.com/office/drawing/2014/main" id="{7A3A5C43-2663-4398-ACD1-E63EA31CD1EA}"/>
              </a:ext>
            </a:extLst>
          </p:cNvPr>
          <p:cNvSpPr txBox="1"/>
          <p:nvPr/>
        </p:nvSpPr>
        <p:spPr>
          <a:xfrm>
            <a:off x="4702869" y="5348419"/>
            <a:ext cx="3800475" cy="25506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i="1">
                <a:latin typeface="+mn-lt"/>
              </a:rPr>
              <a:t>https://martinfowler.com/bliki/UnitTest.html</a:t>
            </a:r>
          </a:p>
        </p:txBody>
      </p:sp>
    </p:spTree>
    <p:extLst>
      <p:ext uri="{BB962C8B-B14F-4D97-AF65-F5344CB8AC3E}">
        <p14:creationId xmlns:p14="http://schemas.microsoft.com/office/powerpoint/2010/main" val="41601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da-DK"/>
              <a:t>LEVELS OF TESTING</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US" b="0" i="0">
                <a:solidFill>
                  <a:srgbClr val="212121"/>
                </a:solidFill>
                <a:effectLst/>
              </a:rPr>
              <a:t>Unit testing In C#</a:t>
            </a:r>
            <a:endParaRPr lang="en-US"/>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spcBef>
                <a:spcPts val="0"/>
              </a:spcBef>
              <a:spcAft>
                <a:spcPts val="600"/>
              </a:spcAft>
              <a:buNone/>
            </a:pPr>
            <a:endParaRPr lang="en-US" sz="2000">
              <a:solidFill>
                <a:srgbClr val="171717"/>
              </a:solidFill>
              <a:latin typeface="+mn-lt"/>
            </a:endParaRPr>
          </a:p>
          <a:p>
            <a:pPr marL="0" indent="0" algn="just">
              <a:spcBef>
                <a:spcPts val="0"/>
              </a:spcBef>
              <a:spcAft>
                <a:spcPts val="600"/>
              </a:spcAft>
              <a:buNone/>
            </a:pPr>
            <a:endParaRPr lang="en-US" sz="2800">
              <a:latin typeface="+mn-lt"/>
            </a:endParaRPr>
          </a:p>
          <a:p>
            <a:pPr marL="0" indent="0" algn="just">
              <a:spcBef>
                <a:spcPts val="0"/>
              </a:spcBef>
              <a:spcAft>
                <a:spcPts val="600"/>
              </a:spcAft>
              <a:buNone/>
            </a:pPr>
            <a:endParaRPr lang="en-US" sz="2800">
              <a:latin typeface="+mn-lt"/>
            </a:endParaRPr>
          </a:p>
          <a:p>
            <a:pPr marL="0" indent="0" algn="just">
              <a:spcBef>
                <a:spcPts val="0"/>
              </a:spcBef>
              <a:spcAft>
                <a:spcPts val="600"/>
              </a:spcAft>
              <a:buNone/>
            </a:pPr>
            <a:endParaRPr lang="en-US" sz="2800">
              <a:solidFill>
                <a:schemeClr val="accent2"/>
              </a:solidFill>
              <a:latin typeface="+mn-lt"/>
            </a:endParaRPr>
          </a:p>
        </p:txBody>
      </p:sp>
      <p:pic>
        <p:nvPicPr>
          <p:cNvPr id="1026" name="Picture 2">
            <a:extLst>
              <a:ext uri="{FF2B5EF4-FFF2-40B4-BE49-F238E27FC236}">
                <a16:creationId xmlns:a16="http://schemas.microsoft.com/office/drawing/2014/main" id="{590F381D-DFBD-42B8-9971-1B45A9DBC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524000"/>
            <a:ext cx="6858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989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da-DK"/>
              <a:t>LEVELS OF TESTING</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Unit testing In C#</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buNone/>
            </a:pPr>
            <a:endParaRPr lang="en-GB"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p:txBody>
      </p:sp>
      <p:pic>
        <p:nvPicPr>
          <p:cNvPr id="6" name="Picture 5">
            <a:extLst>
              <a:ext uri="{FF2B5EF4-FFF2-40B4-BE49-F238E27FC236}">
                <a16:creationId xmlns:a16="http://schemas.microsoft.com/office/drawing/2014/main" id="{DABB8A41-7E45-4CDB-BBEE-A176E9F5FCB8}"/>
              </a:ext>
            </a:extLst>
          </p:cNvPr>
          <p:cNvPicPr>
            <a:picLocks noChangeAspect="1"/>
          </p:cNvPicPr>
          <p:nvPr/>
        </p:nvPicPr>
        <p:blipFill>
          <a:blip r:embed="rId3"/>
          <a:stretch>
            <a:fillRect/>
          </a:stretch>
        </p:blipFill>
        <p:spPr>
          <a:xfrm>
            <a:off x="649139" y="1712543"/>
            <a:ext cx="5094475" cy="4389675"/>
          </a:xfrm>
          <a:prstGeom prst="rect">
            <a:avLst/>
          </a:prstGeom>
        </p:spPr>
      </p:pic>
      <p:sp>
        <p:nvSpPr>
          <p:cNvPr id="7" name="TextBox 6">
            <a:extLst>
              <a:ext uri="{FF2B5EF4-FFF2-40B4-BE49-F238E27FC236}">
                <a16:creationId xmlns:a16="http://schemas.microsoft.com/office/drawing/2014/main" id="{88B1DD1F-BA46-492A-AC4A-CA2EB0F3F035}"/>
              </a:ext>
            </a:extLst>
          </p:cNvPr>
          <p:cNvSpPr txBox="1"/>
          <p:nvPr/>
        </p:nvSpPr>
        <p:spPr>
          <a:xfrm>
            <a:off x="6088518" y="1787553"/>
            <a:ext cx="5393289" cy="4568825"/>
          </a:xfrm>
          <a:prstGeom prst="rect">
            <a:avLst/>
          </a:prstGeom>
          <a:noFill/>
        </p:spPr>
        <p:txBody>
          <a:bodyPr wrap="square" lIns="0" tIns="0" rIns="0" bIns="0" rtlCol="0">
            <a:noAutofit/>
          </a:bodyPr>
          <a:lstStyle/>
          <a:p>
            <a:pPr indent="180000">
              <a:spcAft>
                <a:spcPts val="600"/>
              </a:spcAft>
              <a:buClr>
                <a:schemeClr val="accent2"/>
              </a:buClr>
              <a:buFont typeface="Arial" panose="020B0604020202020204" pitchFamily="34" charset="0"/>
              <a:buChar char="•"/>
            </a:pPr>
            <a:r>
              <a:rPr lang="en-US" sz="2000" b="1" i="0">
                <a:solidFill>
                  <a:srgbClr val="333333"/>
                </a:solidFill>
                <a:effectLst/>
                <a:latin typeface="+mn-lt"/>
              </a:rPr>
              <a:t> </a:t>
            </a:r>
            <a:r>
              <a:rPr lang="en-US" sz="2000" b="1" i="0">
                <a:solidFill>
                  <a:schemeClr val="accent2"/>
                </a:solidFill>
                <a:effectLst/>
                <a:latin typeface="+mn-lt"/>
              </a:rPr>
              <a:t>L0</a:t>
            </a:r>
            <a:r>
              <a:rPr lang="en-US" sz="2000" b="0" i="0">
                <a:solidFill>
                  <a:srgbClr val="333333"/>
                </a:solidFill>
                <a:effectLst/>
                <a:latin typeface="+mn-lt"/>
              </a:rPr>
              <a:t> test is a classic Unit Test.  It exercises an API.  It has no dependencies on the product being installed.  It has no state other than what’s in the test.</a:t>
            </a:r>
          </a:p>
          <a:p>
            <a:pPr indent="180000">
              <a:spcAft>
                <a:spcPts val="600"/>
              </a:spcAft>
              <a:buClr>
                <a:schemeClr val="accent2"/>
              </a:buClr>
              <a:buFont typeface="Arial" panose="020B0604020202020204" pitchFamily="34" charset="0"/>
              <a:buChar char="•"/>
            </a:pPr>
            <a:r>
              <a:rPr lang="en-US" sz="2000" b="1" i="0">
                <a:solidFill>
                  <a:srgbClr val="333333"/>
                </a:solidFill>
                <a:effectLst/>
                <a:latin typeface="+mn-lt"/>
              </a:rPr>
              <a:t> </a:t>
            </a:r>
            <a:r>
              <a:rPr lang="en-US" sz="2000" b="1" i="0">
                <a:solidFill>
                  <a:schemeClr val="accent2"/>
                </a:solidFill>
                <a:effectLst/>
                <a:latin typeface="+mn-lt"/>
              </a:rPr>
              <a:t>L1</a:t>
            </a:r>
            <a:r>
              <a:rPr lang="en-US" sz="2000" b="0" i="0">
                <a:solidFill>
                  <a:srgbClr val="333333"/>
                </a:solidFill>
                <a:effectLst/>
                <a:latin typeface="+mn-lt"/>
              </a:rPr>
              <a:t> is like a Unit Test, except it can rely on, for example database being in the environment.  </a:t>
            </a:r>
          </a:p>
          <a:p>
            <a:pPr indent="180000">
              <a:spcAft>
                <a:spcPts val="600"/>
              </a:spcAft>
              <a:buClr>
                <a:schemeClr val="accent2"/>
              </a:buClr>
              <a:buFont typeface="Arial" panose="020B0604020202020204" pitchFamily="34" charset="0"/>
              <a:buChar char="•"/>
            </a:pPr>
            <a:r>
              <a:rPr lang="en-US" sz="2000" b="1" i="0">
                <a:solidFill>
                  <a:srgbClr val="333333"/>
                </a:solidFill>
                <a:effectLst/>
                <a:latin typeface="+mn-lt"/>
              </a:rPr>
              <a:t> </a:t>
            </a:r>
            <a:r>
              <a:rPr lang="en-US" sz="2000" b="1" i="0">
                <a:solidFill>
                  <a:schemeClr val="accent2"/>
                </a:solidFill>
                <a:effectLst/>
                <a:latin typeface="+mn-lt"/>
              </a:rPr>
              <a:t>L2</a:t>
            </a:r>
            <a:r>
              <a:rPr lang="en-US" sz="2000" b="0" i="0">
                <a:solidFill>
                  <a:srgbClr val="333333"/>
                </a:solidFill>
                <a:effectLst/>
                <a:latin typeface="+mn-lt"/>
              </a:rPr>
              <a:t> test is written against a fully deployed instance, but with some key things mocked out. The mocking is done to simplify testing and eliminate fragility.  </a:t>
            </a:r>
          </a:p>
          <a:p>
            <a:pPr indent="180000">
              <a:spcAft>
                <a:spcPts val="600"/>
              </a:spcAft>
              <a:buClr>
                <a:schemeClr val="accent2"/>
              </a:buClr>
              <a:buFont typeface="Arial" panose="020B0604020202020204" pitchFamily="34" charset="0"/>
              <a:buChar char="•"/>
            </a:pPr>
            <a:r>
              <a:rPr lang="en-US" sz="2000" b="1" i="0">
                <a:solidFill>
                  <a:srgbClr val="333333"/>
                </a:solidFill>
                <a:effectLst/>
                <a:latin typeface="+mn-lt"/>
              </a:rPr>
              <a:t> </a:t>
            </a:r>
            <a:r>
              <a:rPr lang="en-US" sz="2000" b="1" i="0">
                <a:solidFill>
                  <a:schemeClr val="accent2"/>
                </a:solidFill>
                <a:effectLst/>
                <a:latin typeface="+mn-lt"/>
              </a:rPr>
              <a:t>L3</a:t>
            </a:r>
            <a:r>
              <a:rPr lang="en-US" sz="2000" b="0" i="0">
                <a:solidFill>
                  <a:srgbClr val="333333"/>
                </a:solidFill>
                <a:effectLst/>
                <a:latin typeface="+mn-lt"/>
              </a:rPr>
              <a:t> test is an end-to-end functional test against a production instance. You might call it “Testing in Production”. Many of these are UI automation. </a:t>
            </a:r>
          </a:p>
        </p:txBody>
      </p:sp>
    </p:spTree>
    <p:extLst>
      <p:ext uri="{BB962C8B-B14F-4D97-AF65-F5344CB8AC3E}">
        <p14:creationId xmlns:p14="http://schemas.microsoft.com/office/powerpoint/2010/main" val="2183244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6</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da-DK"/>
              <a:t>TDD </a:t>
            </a:r>
            <a:r>
              <a:rPr lang="en-US"/>
              <a:t>concept</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Test Driven Development</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buNone/>
            </a:pPr>
            <a:r>
              <a:rPr lang="en-US" sz="2000" i="0">
                <a:solidFill>
                  <a:schemeClr val="accent2"/>
                </a:solidFill>
                <a:effectLst/>
                <a:latin typeface="+mn-lt"/>
              </a:rPr>
              <a:t>Test Driven Development (TDD)</a:t>
            </a:r>
            <a:r>
              <a:rPr lang="en-US" sz="2000" b="0" i="0">
                <a:solidFill>
                  <a:srgbClr val="222222"/>
                </a:solidFill>
                <a:effectLst/>
                <a:latin typeface="+mn-lt"/>
              </a:rPr>
              <a:t> is software development approach in which test cases are developed to specify and validate what the code will do. In simple terms, test cases for each functionality are created and tested first and if the test fails then the new code is written in order to pass the test and making code simple and bug-free.</a:t>
            </a:r>
          </a:p>
          <a:p>
            <a:pPr marL="0" indent="0">
              <a:buNone/>
            </a:pPr>
            <a:endParaRPr lang="en-GB" sz="2000">
              <a:solidFill>
                <a:schemeClr val="accent2"/>
              </a:solidFill>
              <a:latin typeface="Source Sans Pro" panose="020B0604020202020204" pitchFamily="34" charset="0"/>
            </a:endParaRPr>
          </a:p>
          <a:p>
            <a:pPr marL="0" indent="0">
              <a:buNone/>
            </a:pPr>
            <a:endParaRPr lang="en-US" sz="2000">
              <a:solidFill>
                <a:schemeClr val="accent2"/>
              </a:solidFill>
              <a:latin typeface="Source Sans Pro" panose="020B0604020202020204" pitchFamily="34" charset="0"/>
            </a:endParaRPr>
          </a:p>
          <a:p>
            <a:pPr marL="0" indent="0">
              <a:buNone/>
            </a:pPr>
            <a:endParaRPr lang="en-US" sz="2000">
              <a:solidFill>
                <a:schemeClr val="accent2"/>
              </a:solidFill>
              <a:latin typeface="Source Sans Pro" panose="020B0604020202020204" pitchFamily="34" charset="0"/>
            </a:endParaRPr>
          </a:p>
          <a:p>
            <a:pPr marL="0" indent="0">
              <a:buNone/>
            </a:pPr>
            <a:endParaRPr lang="en-US" sz="2000">
              <a:solidFill>
                <a:schemeClr val="accent2"/>
              </a:solidFill>
              <a:latin typeface="Source Sans Pro" panose="020B0604020202020204" pitchFamily="34" charset="0"/>
            </a:endParaRPr>
          </a:p>
          <a:p>
            <a:pPr marL="0" indent="0">
              <a:buNone/>
            </a:pPr>
            <a:endParaRPr lang="en-US" sz="2000">
              <a:solidFill>
                <a:schemeClr val="accent2"/>
              </a:solidFill>
              <a:latin typeface="Source Sans Pro" panose="020B0604020202020204" pitchFamily="34" charset="0"/>
            </a:endParaRPr>
          </a:p>
          <a:p>
            <a:pPr marL="0" indent="0">
              <a:buNone/>
            </a:pPr>
            <a:endParaRPr lang="en-US" sz="2000">
              <a:solidFill>
                <a:schemeClr val="accent2"/>
              </a:solidFill>
              <a:latin typeface="Source Sans Pro" panose="020B0604020202020204" pitchFamily="34" charset="0"/>
            </a:endParaRPr>
          </a:p>
        </p:txBody>
      </p:sp>
      <p:pic>
        <p:nvPicPr>
          <p:cNvPr id="7" name="Picture 6" descr="Embedded TDD - Hidden In Plain Sight">
            <a:extLst>
              <a:ext uri="{FF2B5EF4-FFF2-40B4-BE49-F238E27FC236}">
                <a16:creationId xmlns:a16="http://schemas.microsoft.com/office/drawing/2014/main" id="{7AED4D9B-7056-4DE8-A954-2525F2B745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0641" y="3025456"/>
            <a:ext cx="5230718" cy="3330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706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da-DK"/>
              <a:t>TDD </a:t>
            </a:r>
            <a:r>
              <a:rPr lang="en-US"/>
              <a:t>LEVELS</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Test Driven Development</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l">
              <a:spcBef>
                <a:spcPts val="0"/>
              </a:spcBef>
              <a:spcAft>
                <a:spcPts val="600"/>
              </a:spcAft>
              <a:buNone/>
            </a:pPr>
            <a:r>
              <a:rPr lang="en-US" sz="2000" b="0" i="0">
                <a:solidFill>
                  <a:srgbClr val="222222"/>
                </a:solidFill>
                <a:effectLst/>
                <a:latin typeface="+mn-lt"/>
              </a:rPr>
              <a:t>There are two levels of TDD</a:t>
            </a:r>
          </a:p>
          <a:p>
            <a:pPr marL="0" algn="l">
              <a:spcBef>
                <a:spcPts val="0"/>
              </a:spcBef>
              <a:spcAft>
                <a:spcPts val="600"/>
              </a:spcAft>
              <a:buFont typeface="+mj-lt"/>
              <a:buAutoNum type="arabicPeriod"/>
            </a:pPr>
            <a:r>
              <a:rPr lang="en-US" sz="2000" b="1" i="0">
                <a:solidFill>
                  <a:srgbClr val="222222"/>
                </a:solidFill>
                <a:effectLst/>
                <a:latin typeface="+mn-lt"/>
              </a:rPr>
              <a:t> </a:t>
            </a:r>
            <a:r>
              <a:rPr lang="en-US" sz="2000" i="0">
                <a:solidFill>
                  <a:schemeClr val="accent2"/>
                </a:solidFill>
                <a:effectLst/>
                <a:latin typeface="+mn-lt"/>
              </a:rPr>
              <a:t>Acceptance TDD (ATDD):</a:t>
            </a:r>
            <a:r>
              <a:rPr lang="en-US" sz="2000" b="0" i="0">
                <a:solidFill>
                  <a:srgbClr val="222222"/>
                </a:solidFill>
                <a:effectLst/>
                <a:latin typeface="+mn-lt"/>
              </a:rPr>
              <a:t> With ATDD you write a single acceptance test. This test fulfills the requirement of the specification or satisfies the behavior of the system. After that write just enough production/functionality code to fulfill that acceptance test. Acceptance test focuses on the overall behavior of the system. ATDD also was known as</a:t>
            </a:r>
            <a:r>
              <a:rPr lang="en-US" sz="2000" b="1" i="0">
                <a:solidFill>
                  <a:srgbClr val="222222"/>
                </a:solidFill>
                <a:effectLst/>
                <a:latin typeface="+mn-lt"/>
              </a:rPr>
              <a:t> </a:t>
            </a:r>
            <a:r>
              <a:rPr lang="en-US" sz="2000" b="1" i="0" err="1">
                <a:solidFill>
                  <a:srgbClr val="222222"/>
                </a:solidFill>
                <a:effectLst/>
                <a:latin typeface="+mn-lt"/>
              </a:rPr>
              <a:t>Behaviour</a:t>
            </a:r>
            <a:r>
              <a:rPr lang="en-US" sz="2000" b="1" i="0">
                <a:solidFill>
                  <a:srgbClr val="222222"/>
                </a:solidFill>
                <a:effectLst/>
                <a:latin typeface="+mn-lt"/>
              </a:rPr>
              <a:t> Driven Development (BDD).</a:t>
            </a:r>
            <a:endParaRPr lang="en-US" sz="2000" b="0" i="0">
              <a:solidFill>
                <a:srgbClr val="222222"/>
              </a:solidFill>
              <a:effectLst/>
              <a:latin typeface="+mn-lt"/>
            </a:endParaRPr>
          </a:p>
          <a:p>
            <a:pPr marL="0" algn="l">
              <a:spcBef>
                <a:spcPts val="0"/>
              </a:spcBef>
              <a:spcAft>
                <a:spcPts val="600"/>
              </a:spcAft>
              <a:buFont typeface="+mj-lt"/>
              <a:buAutoNum type="arabicPeriod"/>
            </a:pPr>
            <a:r>
              <a:rPr lang="en-US" sz="2000" b="1" i="0">
                <a:solidFill>
                  <a:srgbClr val="222222"/>
                </a:solidFill>
                <a:effectLst/>
                <a:latin typeface="+mn-lt"/>
              </a:rPr>
              <a:t> </a:t>
            </a:r>
            <a:r>
              <a:rPr lang="en-US" sz="2000" i="0">
                <a:solidFill>
                  <a:schemeClr val="accent2"/>
                </a:solidFill>
                <a:effectLst/>
                <a:latin typeface="+mn-lt"/>
              </a:rPr>
              <a:t>Developer TDD:</a:t>
            </a:r>
            <a:r>
              <a:rPr lang="en-US" sz="2000" b="0" i="0">
                <a:solidFill>
                  <a:srgbClr val="222222"/>
                </a:solidFill>
                <a:effectLst/>
                <a:latin typeface="+mn-lt"/>
              </a:rPr>
              <a:t> With Developer TDD you write single developer test i.e. unit test and then just enough production code to fulfill that test. The unit test focuses on every small functionality of the system. Developer TDD is simply called as</a:t>
            </a:r>
            <a:r>
              <a:rPr lang="en-US" sz="2000" b="1" i="0">
                <a:solidFill>
                  <a:srgbClr val="222222"/>
                </a:solidFill>
                <a:effectLst/>
                <a:latin typeface="+mn-lt"/>
              </a:rPr>
              <a:t> TDD.</a:t>
            </a:r>
            <a:endParaRPr lang="en-US" sz="2000" b="0" i="0">
              <a:solidFill>
                <a:srgbClr val="222222"/>
              </a:solidFill>
              <a:effectLst/>
              <a:latin typeface="+mn-lt"/>
            </a:endParaRPr>
          </a:p>
          <a:p>
            <a:pPr marL="0" indent="0" algn="just">
              <a:buNone/>
            </a:pPr>
            <a:endParaRPr lang="en-GB"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p:txBody>
      </p:sp>
    </p:spTree>
    <p:extLst>
      <p:ext uri="{BB962C8B-B14F-4D97-AF65-F5344CB8AC3E}">
        <p14:creationId xmlns:p14="http://schemas.microsoft.com/office/powerpoint/2010/main" val="2089979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8</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da-DK"/>
              <a:t>C# UNIT TEST FRAMEWORKS</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Unit testing In C#</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buNone/>
            </a:pPr>
            <a:endParaRPr lang="en-GB"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p:txBody>
      </p:sp>
      <p:pic>
        <p:nvPicPr>
          <p:cNvPr id="3074" name="Picture 2" descr="Mocking Static Extension Methods for Unit Testing">
            <a:extLst>
              <a:ext uri="{FF2B5EF4-FFF2-40B4-BE49-F238E27FC236}">
                <a16:creationId xmlns:a16="http://schemas.microsoft.com/office/drawing/2014/main" id="{971E6BF3-152A-496E-AB7A-165CA8A510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863" y="1620838"/>
            <a:ext cx="2519418" cy="224088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xUnit - HireTechTeam">
            <a:extLst>
              <a:ext uri="{FF2B5EF4-FFF2-40B4-BE49-F238E27FC236}">
                <a16:creationId xmlns:a16="http://schemas.microsoft.com/office/drawing/2014/main" id="{C03EDDB3-2DC9-471F-8FB4-415070CFED2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580094" y="1730305"/>
            <a:ext cx="3433482" cy="181972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NUnit.org">
            <a:extLst>
              <a:ext uri="{FF2B5EF4-FFF2-40B4-BE49-F238E27FC236}">
                <a16:creationId xmlns:a16="http://schemas.microsoft.com/office/drawing/2014/main" id="{FBBC2C76-D5FC-4854-B6B0-DFAF4D2F76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9281" y="4371446"/>
            <a:ext cx="299085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686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Unit test tools in VISUAL STUDIO</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Unit testing TOOLS</a:t>
            </a:r>
          </a:p>
        </p:txBody>
      </p:sp>
      <p:sp>
        <p:nvSpPr>
          <p:cNvPr id="6" name="Content Placeholder 5">
            <a:extLst>
              <a:ext uri="{FF2B5EF4-FFF2-40B4-BE49-F238E27FC236}">
                <a16:creationId xmlns:a16="http://schemas.microsoft.com/office/drawing/2014/main" id="{CBB0D85F-6242-4235-A59B-08C24A0019AE}"/>
              </a:ext>
            </a:extLst>
          </p:cNvPr>
          <p:cNvSpPr>
            <a:spLocks noGrp="1"/>
          </p:cNvSpPr>
          <p:nvPr>
            <p:ph sz="quarter" idx="19"/>
          </p:nvPr>
        </p:nvSpPr>
        <p:spPr/>
        <p:txBody>
          <a:bodyPr/>
          <a:lstStyle/>
          <a:p>
            <a:pPr marL="0" indent="0">
              <a:spcBef>
                <a:spcPts val="0"/>
              </a:spcBef>
              <a:spcAft>
                <a:spcPts val="600"/>
              </a:spcAft>
              <a:buNone/>
            </a:pPr>
            <a:r>
              <a:rPr lang="en-US" sz="2000" b="0" i="0">
                <a:solidFill>
                  <a:srgbClr val="171717"/>
                </a:solidFill>
                <a:effectLst/>
                <a:latin typeface="+mn-lt"/>
              </a:rPr>
              <a:t>Unit tests give developers and testers a quick way to look for logic errors in the methods of classes in C#.</a:t>
            </a:r>
          </a:p>
          <a:p>
            <a:pPr marL="0" indent="0">
              <a:spcBef>
                <a:spcPts val="0"/>
              </a:spcBef>
              <a:spcAft>
                <a:spcPts val="600"/>
              </a:spcAft>
              <a:buNone/>
            </a:pPr>
            <a:r>
              <a:rPr lang="en-US" sz="2000" b="0" i="0">
                <a:solidFill>
                  <a:srgbClr val="171717"/>
                </a:solidFill>
                <a:effectLst/>
                <a:latin typeface="+mn-lt"/>
              </a:rPr>
              <a:t>Visual Studio testing tools can help you and your team to develop and sustain high standards of code excellence.</a:t>
            </a:r>
            <a:endParaRPr lang="en-US" sz="2000">
              <a:solidFill>
                <a:srgbClr val="171717"/>
              </a:solidFill>
              <a:latin typeface="+mn-lt"/>
            </a:endParaRPr>
          </a:p>
          <a:p>
            <a:pPr marL="0">
              <a:spcBef>
                <a:spcPts val="0"/>
              </a:spcBef>
              <a:spcAft>
                <a:spcPts val="600"/>
              </a:spcAft>
            </a:pPr>
            <a:r>
              <a:rPr lang="en-US" sz="2000">
                <a:solidFill>
                  <a:schemeClr val="accent2"/>
                </a:solidFill>
                <a:latin typeface="+mn-lt"/>
              </a:rPr>
              <a:t>Test Explorer </a:t>
            </a:r>
            <a:r>
              <a:rPr lang="en-US" sz="2000">
                <a:solidFill>
                  <a:srgbClr val="171717"/>
                </a:solidFill>
                <a:latin typeface="+mn-lt"/>
              </a:rPr>
              <a:t>- run unit tests and see their results in Test Explorer. </a:t>
            </a:r>
          </a:p>
          <a:p>
            <a:pPr marL="0">
              <a:spcBef>
                <a:spcPts val="0"/>
              </a:spcBef>
              <a:spcAft>
                <a:spcPts val="600"/>
              </a:spcAft>
            </a:pPr>
            <a:r>
              <a:rPr lang="en-US" sz="2000">
                <a:solidFill>
                  <a:schemeClr val="accent2"/>
                </a:solidFill>
                <a:latin typeface="+mn-lt"/>
              </a:rPr>
              <a:t>Microsoft unit test framework</a:t>
            </a:r>
            <a:r>
              <a:rPr lang="en-US" sz="2000" b="1">
                <a:solidFill>
                  <a:schemeClr val="accent2"/>
                </a:solidFill>
                <a:latin typeface="+mn-lt"/>
              </a:rPr>
              <a:t> </a:t>
            </a:r>
            <a:r>
              <a:rPr lang="en-US" sz="2000">
                <a:solidFill>
                  <a:srgbClr val="171717"/>
                </a:solidFill>
                <a:latin typeface="+mn-lt"/>
              </a:rPr>
              <a:t>for managed code is installed with Visual Studio and provides a framework for testing .NET code.</a:t>
            </a:r>
          </a:p>
          <a:p>
            <a:pPr marL="0">
              <a:spcBef>
                <a:spcPts val="0"/>
              </a:spcBef>
              <a:spcAft>
                <a:spcPts val="600"/>
              </a:spcAft>
            </a:pPr>
            <a:r>
              <a:rPr lang="en-US" sz="2000">
                <a:solidFill>
                  <a:schemeClr val="accent2"/>
                </a:solidFill>
                <a:latin typeface="+mn-lt"/>
              </a:rPr>
              <a:t>Code coverage </a:t>
            </a:r>
            <a:r>
              <a:rPr lang="en-US" sz="2000">
                <a:solidFill>
                  <a:srgbClr val="171717"/>
                </a:solidFill>
                <a:latin typeface="+mn-lt"/>
              </a:rPr>
              <a:t>tools - you can determine the amount of product code that your unit tests exercise from one command in Test Explorer.</a:t>
            </a:r>
          </a:p>
          <a:p>
            <a:pPr marL="0" indent="0">
              <a:buNone/>
            </a:pPr>
            <a:endParaRPr lang="en-US" sz="2000">
              <a:latin typeface="+mn-lt"/>
            </a:endParaRPr>
          </a:p>
        </p:txBody>
      </p:sp>
    </p:spTree>
    <p:extLst>
      <p:ext uri="{BB962C8B-B14F-4D97-AF65-F5344CB8AC3E}">
        <p14:creationId xmlns:p14="http://schemas.microsoft.com/office/powerpoint/2010/main" val="851970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Test Explorer</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Unit testing TOOLS</a:t>
            </a:r>
          </a:p>
        </p:txBody>
      </p:sp>
      <p:sp>
        <p:nvSpPr>
          <p:cNvPr id="6" name="Content Placeholder 5">
            <a:extLst>
              <a:ext uri="{FF2B5EF4-FFF2-40B4-BE49-F238E27FC236}">
                <a16:creationId xmlns:a16="http://schemas.microsoft.com/office/drawing/2014/main" id="{CBB0D85F-6242-4235-A59B-08C24A0019AE}"/>
              </a:ext>
            </a:extLst>
          </p:cNvPr>
          <p:cNvSpPr>
            <a:spLocks noGrp="1"/>
          </p:cNvSpPr>
          <p:nvPr>
            <p:ph sz="quarter" idx="19"/>
          </p:nvPr>
        </p:nvSpPr>
        <p:spPr/>
        <p:txBody>
          <a:bodyPr/>
          <a:lstStyle/>
          <a:p>
            <a:pPr marL="0" indent="0">
              <a:spcBef>
                <a:spcPts val="0"/>
              </a:spcBef>
              <a:spcAft>
                <a:spcPts val="600"/>
              </a:spcAft>
              <a:buNone/>
            </a:pPr>
            <a:r>
              <a:rPr lang="en-US" sz="2000" b="0" i="0">
                <a:solidFill>
                  <a:srgbClr val="171717"/>
                </a:solidFill>
                <a:effectLst/>
                <a:latin typeface="+mn-lt"/>
              </a:rPr>
              <a:t>The </a:t>
            </a:r>
            <a:r>
              <a:rPr lang="en-US" sz="2000" i="0">
                <a:solidFill>
                  <a:schemeClr val="accent2"/>
                </a:solidFill>
                <a:effectLst/>
                <a:latin typeface="+mn-lt"/>
              </a:rPr>
              <a:t>Test Explorer</a:t>
            </a:r>
            <a:r>
              <a:rPr lang="en-US" sz="2000" b="0" i="0">
                <a:solidFill>
                  <a:srgbClr val="171717"/>
                </a:solidFill>
                <a:effectLst/>
                <a:latin typeface="+mn-lt"/>
              </a:rPr>
              <a:t> window helps developers and testers to create, manage, and run unit tests. You can use the Microsoft unit test framework or one of several third-party and open-source frameworks.</a:t>
            </a:r>
          </a:p>
          <a:p>
            <a:pPr marL="0" indent="0">
              <a:spcBef>
                <a:spcPts val="0"/>
              </a:spcBef>
              <a:spcAft>
                <a:spcPts val="600"/>
              </a:spcAft>
              <a:buNone/>
            </a:pPr>
            <a:r>
              <a:rPr lang="en-US" sz="2000" b="1">
                <a:solidFill>
                  <a:srgbClr val="171717"/>
                </a:solidFill>
                <a:latin typeface="+mn-lt"/>
              </a:rPr>
              <a:t>Built in Visual studio tool                         ReSharper</a:t>
            </a:r>
          </a:p>
          <a:p>
            <a:pPr marL="0" indent="0">
              <a:buNone/>
            </a:pPr>
            <a:endParaRPr lang="en-US">
              <a:solidFill>
                <a:srgbClr val="171717"/>
              </a:solidFill>
              <a:latin typeface="Segoe UI" panose="020B0502040204020203" pitchFamily="34" charset="0"/>
            </a:endParaRPr>
          </a:p>
          <a:p>
            <a:pPr marL="0" indent="0">
              <a:buNone/>
            </a:pPr>
            <a:endParaRPr lang="en-US"/>
          </a:p>
        </p:txBody>
      </p:sp>
      <p:pic>
        <p:nvPicPr>
          <p:cNvPr id="2050" name="Picture 2" descr="Visual Studio Test Explorer 16.2">
            <a:extLst>
              <a:ext uri="{FF2B5EF4-FFF2-40B4-BE49-F238E27FC236}">
                <a16:creationId xmlns:a16="http://schemas.microsoft.com/office/drawing/2014/main" id="{7C37DCB2-82FF-4982-B253-97F2301CF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985" y="2946169"/>
            <a:ext cx="3568305" cy="37763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6ECC11C-DB4B-4456-B4AC-60B12133A4DD}"/>
              </a:ext>
            </a:extLst>
          </p:cNvPr>
          <p:cNvPicPr>
            <a:picLocks noChangeAspect="1"/>
          </p:cNvPicPr>
          <p:nvPr/>
        </p:nvPicPr>
        <p:blipFill>
          <a:blip r:embed="rId4"/>
          <a:stretch>
            <a:fillRect/>
          </a:stretch>
        </p:blipFill>
        <p:spPr>
          <a:xfrm>
            <a:off x="5482631" y="2946169"/>
            <a:ext cx="5143500" cy="2114550"/>
          </a:xfrm>
          <a:prstGeom prst="rect">
            <a:avLst/>
          </a:prstGeom>
        </p:spPr>
      </p:pic>
    </p:spTree>
    <p:extLst>
      <p:ext uri="{BB962C8B-B14F-4D97-AF65-F5344CB8AC3E}">
        <p14:creationId xmlns:p14="http://schemas.microsoft.com/office/powerpoint/2010/main" val="1724851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MS test. </a:t>
            </a:r>
            <a:r>
              <a:rPr lang="en-GB" err="1"/>
              <a:t>Test</a:t>
            </a:r>
            <a:r>
              <a:rPr lang="en-GB"/>
              <a:t> ATTRIBUTES</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Unit testing In C#</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spcBef>
                <a:spcPts val="0"/>
              </a:spcBef>
              <a:spcAft>
                <a:spcPts val="0"/>
              </a:spcAft>
              <a:buNone/>
            </a:pPr>
            <a:r>
              <a:rPr lang="en-US" sz="2000" noProof="1">
                <a:solidFill>
                  <a:schemeClr val="accent2"/>
                </a:solidFill>
                <a:latin typeface="+mn-lt"/>
              </a:rPr>
              <a:t>[TestClass] </a:t>
            </a:r>
          </a:p>
          <a:p>
            <a:pPr marL="0" indent="0" algn="just">
              <a:spcBef>
                <a:spcPts val="0"/>
              </a:spcBef>
              <a:spcAft>
                <a:spcPts val="600"/>
              </a:spcAft>
              <a:buNone/>
            </a:pPr>
            <a:r>
              <a:rPr lang="en-US" sz="2000" b="0" i="0">
                <a:solidFill>
                  <a:srgbClr val="171717"/>
                </a:solidFill>
                <a:effectLst/>
                <a:latin typeface="+mn-lt"/>
              </a:rPr>
              <a:t>Denotes a class that contains unit tests. </a:t>
            </a:r>
          </a:p>
          <a:p>
            <a:pPr marL="0" indent="0" algn="just">
              <a:spcBef>
                <a:spcPts val="0"/>
              </a:spcBef>
              <a:spcAft>
                <a:spcPts val="0"/>
              </a:spcAft>
              <a:buNone/>
            </a:pPr>
            <a:r>
              <a:rPr lang="en-US" sz="2000" noProof="1">
                <a:solidFill>
                  <a:schemeClr val="accent2"/>
                </a:solidFill>
                <a:latin typeface="+mn-lt"/>
              </a:rPr>
              <a:t>[TestMethod] </a:t>
            </a:r>
            <a:endParaRPr lang="en-US" sz="2000">
              <a:solidFill>
                <a:srgbClr val="171717"/>
              </a:solidFill>
              <a:latin typeface="+mn-lt"/>
            </a:endParaRPr>
          </a:p>
          <a:p>
            <a:pPr marL="0" indent="0" algn="just">
              <a:spcBef>
                <a:spcPts val="0"/>
              </a:spcBef>
              <a:spcAft>
                <a:spcPts val="600"/>
              </a:spcAft>
              <a:buNone/>
            </a:pPr>
            <a:r>
              <a:rPr lang="en-US" sz="2000">
                <a:solidFill>
                  <a:srgbClr val="171717"/>
                </a:solidFill>
                <a:latin typeface="+mn-lt"/>
              </a:rPr>
              <a:t>Indicates a method is a test method.</a:t>
            </a:r>
          </a:p>
          <a:p>
            <a:pPr marL="0" indent="0" algn="just">
              <a:spcBef>
                <a:spcPts val="0"/>
              </a:spcBef>
              <a:spcAft>
                <a:spcPts val="0"/>
              </a:spcAft>
              <a:buNone/>
            </a:pPr>
            <a:r>
              <a:rPr lang="en-US" sz="2000" noProof="1">
                <a:solidFill>
                  <a:schemeClr val="accent2"/>
                </a:solidFill>
                <a:latin typeface="+mn-lt"/>
              </a:rPr>
              <a:t>[TestInitialize] </a:t>
            </a:r>
          </a:p>
          <a:p>
            <a:pPr marL="0" indent="0" algn="just">
              <a:spcBef>
                <a:spcPts val="0"/>
              </a:spcBef>
              <a:spcAft>
                <a:spcPts val="600"/>
              </a:spcAft>
              <a:buNone/>
            </a:pPr>
            <a:r>
              <a:rPr lang="en-US" sz="2000" noProof="1">
                <a:solidFill>
                  <a:srgbClr val="171717"/>
                </a:solidFill>
                <a:latin typeface="+mn-lt"/>
              </a:rPr>
              <a:t>This attribute is needed when we want to run a function before execution of a test. </a:t>
            </a:r>
          </a:p>
          <a:p>
            <a:pPr marL="0" indent="0" algn="just">
              <a:spcBef>
                <a:spcPts val="0"/>
              </a:spcBef>
              <a:spcAft>
                <a:spcPts val="0"/>
              </a:spcAft>
              <a:buNone/>
            </a:pPr>
            <a:r>
              <a:rPr lang="en-US" sz="2000" noProof="1">
                <a:solidFill>
                  <a:schemeClr val="accent2"/>
                </a:solidFill>
                <a:latin typeface="+mn-lt"/>
              </a:rPr>
              <a:t>[TestCleanup]</a:t>
            </a:r>
            <a:endParaRPr lang="en-US" sz="2000" noProof="1">
              <a:solidFill>
                <a:srgbClr val="212121"/>
              </a:solidFill>
              <a:latin typeface="+mn-lt"/>
            </a:endParaRPr>
          </a:p>
          <a:p>
            <a:pPr marL="0" indent="0" algn="just">
              <a:spcBef>
                <a:spcPts val="0"/>
              </a:spcBef>
              <a:spcAft>
                <a:spcPts val="600"/>
              </a:spcAft>
              <a:buNone/>
            </a:pPr>
            <a:r>
              <a:rPr lang="en-US" sz="2000" noProof="1">
                <a:solidFill>
                  <a:srgbClr val="212121"/>
                </a:solidFill>
                <a:latin typeface="+mn-lt"/>
              </a:rPr>
              <a:t>This attribute is like the opposite of TestInitialize, each time the function is decorated with this </a:t>
            </a:r>
            <a:r>
              <a:rPr lang="en-US" sz="2000" noProof="1">
                <a:solidFill>
                  <a:srgbClr val="171717"/>
                </a:solidFill>
                <a:latin typeface="+mn-lt"/>
              </a:rPr>
              <a:t>attribute it will execute when test execution finishes. </a:t>
            </a:r>
          </a:p>
          <a:p>
            <a:pPr marL="0" indent="0" algn="just">
              <a:spcBef>
                <a:spcPts val="0"/>
              </a:spcBef>
              <a:spcAft>
                <a:spcPts val="0"/>
              </a:spcAft>
              <a:buNone/>
            </a:pPr>
            <a:r>
              <a:rPr lang="en-US" sz="2000" noProof="1">
                <a:solidFill>
                  <a:schemeClr val="accent2"/>
                </a:solidFill>
                <a:latin typeface="+mn-lt"/>
              </a:rPr>
              <a:t>[ClassInitialize]</a:t>
            </a:r>
          </a:p>
          <a:p>
            <a:pPr marL="0" indent="0" algn="just">
              <a:spcBef>
                <a:spcPts val="0"/>
              </a:spcBef>
              <a:spcAft>
                <a:spcPts val="600"/>
              </a:spcAft>
              <a:buNone/>
            </a:pPr>
            <a:r>
              <a:rPr lang="en-US" sz="2000" noProof="1">
                <a:solidFill>
                  <a:srgbClr val="171717"/>
                </a:solidFill>
                <a:latin typeface="+mn-lt"/>
              </a:rPr>
              <a:t>The method decorated by [ClassInitialize] is called once before running the tests of the class. </a:t>
            </a:r>
          </a:p>
          <a:p>
            <a:pPr marL="0" indent="0" algn="just">
              <a:spcBef>
                <a:spcPts val="0"/>
              </a:spcBef>
              <a:spcAft>
                <a:spcPts val="0"/>
              </a:spcAft>
              <a:buNone/>
            </a:pPr>
            <a:r>
              <a:rPr lang="en-US" sz="2000" noProof="1">
                <a:solidFill>
                  <a:schemeClr val="accent2"/>
                </a:solidFill>
                <a:latin typeface="+mn-lt"/>
              </a:rPr>
              <a:t>[ClassCleanup] </a:t>
            </a:r>
          </a:p>
          <a:p>
            <a:pPr marL="0" indent="0" algn="just">
              <a:spcBef>
                <a:spcPts val="0"/>
              </a:spcBef>
              <a:spcAft>
                <a:spcPts val="600"/>
              </a:spcAft>
              <a:buNone/>
            </a:pPr>
            <a:r>
              <a:rPr lang="en-US" sz="2000" noProof="1">
                <a:solidFill>
                  <a:srgbClr val="171717"/>
                </a:solidFill>
                <a:latin typeface="+mn-lt"/>
              </a:rPr>
              <a:t>The method decorated by [ClassCleanup] is called after all tests from all classes are executed.</a:t>
            </a:r>
          </a:p>
          <a:p>
            <a:pPr marL="0" indent="0" algn="just">
              <a:buNone/>
            </a:pPr>
            <a:endParaRPr lang="en-US" sz="2400" b="0" i="0">
              <a:solidFill>
                <a:srgbClr val="212121"/>
              </a:solidFill>
              <a:effectLst/>
              <a:latin typeface="+mn-lt"/>
            </a:endParaRPr>
          </a:p>
          <a:p>
            <a:pPr marL="0" indent="0" algn="just">
              <a:buNone/>
            </a:pPr>
            <a:endParaRPr lang="en-US" sz="2400">
              <a:solidFill>
                <a:srgbClr val="212121"/>
              </a:solidFill>
              <a:latin typeface="+mn-lt"/>
            </a:endParaRPr>
          </a:p>
          <a:p>
            <a:pPr marL="0" indent="0" algn="just">
              <a:buNone/>
            </a:pPr>
            <a:endParaRPr lang="en-US" sz="2400">
              <a:solidFill>
                <a:srgbClr val="212121"/>
              </a:solidFill>
              <a:latin typeface="+mn-lt"/>
            </a:endParaRPr>
          </a:p>
          <a:p>
            <a:pPr algn="l">
              <a:buFont typeface="Arial" panose="020B0604020202020204" pitchFamily="34" charset="0"/>
              <a:buChar char="•"/>
            </a:pPr>
            <a:endParaRPr lang="en-US" sz="2400">
              <a:solidFill>
                <a:srgbClr val="212121"/>
              </a:solidFill>
              <a:latin typeface="+mn-lt"/>
            </a:endParaRPr>
          </a:p>
          <a:p>
            <a:pPr marL="0" indent="0" algn="l">
              <a:buNone/>
            </a:pPr>
            <a:endParaRPr lang="en-US" sz="2400" b="0" i="0">
              <a:solidFill>
                <a:srgbClr val="212121"/>
              </a:solidFill>
              <a:effectLst/>
              <a:latin typeface="+mn-lt"/>
            </a:endParaRPr>
          </a:p>
          <a:p>
            <a:pPr marL="0" indent="0" algn="just">
              <a:buNone/>
            </a:pPr>
            <a:endParaRPr lang="en-US" sz="2400">
              <a:solidFill>
                <a:srgbClr val="171717"/>
              </a:solidFill>
              <a:latin typeface="+mn-lt"/>
            </a:endParaRPr>
          </a:p>
          <a:p>
            <a:pPr marL="0" indent="0" algn="just">
              <a:buNone/>
            </a:pPr>
            <a:endParaRPr lang="en-US" sz="3200">
              <a:latin typeface="+mn-lt"/>
            </a:endParaRPr>
          </a:p>
          <a:p>
            <a:pPr marL="0" indent="0" algn="just">
              <a:buNone/>
            </a:pPr>
            <a:endParaRPr lang="en-US" sz="3200">
              <a:latin typeface="+mn-lt"/>
            </a:endParaRPr>
          </a:p>
          <a:p>
            <a:pPr marL="0" indent="0" algn="just">
              <a:buNone/>
            </a:pPr>
            <a:endParaRPr lang="en-US" sz="3200">
              <a:solidFill>
                <a:schemeClr val="accent2"/>
              </a:solidFill>
              <a:latin typeface="+mn-lt"/>
            </a:endParaRPr>
          </a:p>
        </p:txBody>
      </p:sp>
    </p:spTree>
    <p:extLst>
      <p:ext uri="{BB962C8B-B14F-4D97-AF65-F5344CB8AC3E}">
        <p14:creationId xmlns:p14="http://schemas.microsoft.com/office/powerpoint/2010/main" val="4320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Assert class</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Unit testing In C#</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spcBef>
                <a:spcPts val="0"/>
              </a:spcBef>
              <a:spcAft>
                <a:spcPts val="0"/>
              </a:spcAft>
              <a:buNone/>
            </a:pPr>
            <a:r>
              <a:rPr lang="en-US" sz="2000" b="0" i="0">
                <a:solidFill>
                  <a:srgbClr val="171717"/>
                </a:solidFill>
                <a:effectLst/>
                <a:latin typeface="Segoe UI" panose="020B0502040204020203" pitchFamily="34" charset="0"/>
              </a:rPr>
              <a:t>A unit test method exercises the code of a method in your application's code, but it reports the correctness of the code's behavior only if you include Assert statements.</a:t>
            </a:r>
          </a:p>
          <a:p>
            <a:pPr marL="0" indent="0" algn="just">
              <a:spcBef>
                <a:spcPts val="0"/>
              </a:spcBef>
              <a:spcAft>
                <a:spcPts val="0"/>
              </a:spcAft>
              <a:buNone/>
            </a:pPr>
            <a:r>
              <a:rPr lang="en-US" sz="2000" b="1">
                <a:solidFill>
                  <a:srgbClr val="171717"/>
                </a:solidFill>
                <a:latin typeface="Segoe UI" panose="020B0502040204020203" pitchFamily="34" charset="0"/>
              </a:rPr>
              <a:t>Methods:</a:t>
            </a:r>
          </a:p>
          <a:p>
            <a:pPr marL="0" indent="0" algn="just">
              <a:spcBef>
                <a:spcPts val="0"/>
              </a:spcBef>
              <a:spcAft>
                <a:spcPts val="0"/>
              </a:spcAft>
              <a:buNone/>
            </a:pPr>
            <a:endParaRPr lang="en-US" sz="2400" b="0" i="0">
              <a:solidFill>
                <a:srgbClr val="212121"/>
              </a:solidFill>
              <a:effectLst/>
              <a:latin typeface="+mn-lt"/>
            </a:endParaRPr>
          </a:p>
          <a:p>
            <a:pPr marL="0" indent="0" algn="just">
              <a:buNone/>
            </a:pPr>
            <a:endParaRPr lang="en-US" sz="2400">
              <a:solidFill>
                <a:srgbClr val="212121"/>
              </a:solidFill>
              <a:latin typeface="+mn-lt"/>
            </a:endParaRPr>
          </a:p>
          <a:p>
            <a:pPr marL="0" indent="0" algn="just">
              <a:buNone/>
            </a:pPr>
            <a:endParaRPr lang="en-US" sz="2400">
              <a:solidFill>
                <a:srgbClr val="212121"/>
              </a:solidFill>
              <a:latin typeface="+mn-lt"/>
            </a:endParaRPr>
          </a:p>
          <a:p>
            <a:pPr algn="l">
              <a:buFont typeface="Arial" panose="020B0604020202020204" pitchFamily="34" charset="0"/>
              <a:buChar char="•"/>
            </a:pPr>
            <a:endParaRPr lang="en-US" sz="2400">
              <a:solidFill>
                <a:srgbClr val="212121"/>
              </a:solidFill>
              <a:latin typeface="+mn-lt"/>
            </a:endParaRPr>
          </a:p>
          <a:p>
            <a:pPr marL="0" indent="0" algn="l">
              <a:buNone/>
            </a:pPr>
            <a:endParaRPr lang="en-US" sz="2400" b="0" i="0">
              <a:solidFill>
                <a:srgbClr val="212121"/>
              </a:solidFill>
              <a:effectLst/>
              <a:latin typeface="+mn-lt"/>
            </a:endParaRPr>
          </a:p>
          <a:p>
            <a:pPr marL="0" indent="0" algn="just">
              <a:buNone/>
            </a:pPr>
            <a:endParaRPr lang="en-US" sz="2400">
              <a:solidFill>
                <a:srgbClr val="171717"/>
              </a:solidFill>
              <a:latin typeface="+mn-lt"/>
            </a:endParaRPr>
          </a:p>
          <a:p>
            <a:pPr marL="0" indent="0" algn="just">
              <a:buNone/>
            </a:pPr>
            <a:endParaRPr lang="en-US" sz="3200">
              <a:latin typeface="+mn-lt"/>
            </a:endParaRPr>
          </a:p>
          <a:p>
            <a:pPr marL="0" indent="0" algn="just">
              <a:buNone/>
            </a:pPr>
            <a:endParaRPr lang="en-US" sz="3200">
              <a:latin typeface="+mn-lt"/>
            </a:endParaRPr>
          </a:p>
          <a:p>
            <a:pPr marL="0" indent="0" algn="just">
              <a:buNone/>
            </a:pPr>
            <a:endParaRPr lang="en-US" sz="3200">
              <a:solidFill>
                <a:schemeClr val="accent2"/>
              </a:solidFill>
              <a:latin typeface="+mn-lt"/>
            </a:endParaRPr>
          </a:p>
        </p:txBody>
      </p:sp>
      <p:grpSp>
        <p:nvGrpSpPr>
          <p:cNvPr id="15" name="Group 14">
            <a:extLst>
              <a:ext uri="{FF2B5EF4-FFF2-40B4-BE49-F238E27FC236}">
                <a16:creationId xmlns:a16="http://schemas.microsoft.com/office/drawing/2014/main" id="{2063D5DF-B573-4E6F-9D9A-8F0500594D5F}"/>
              </a:ext>
            </a:extLst>
          </p:cNvPr>
          <p:cNvGrpSpPr/>
          <p:nvPr/>
        </p:nvGrpSpPr>
        <p:grpSpPr>
          <a:xfrm>
            <a:off x="1469775" y="2724346"/>
            <a:ext cx="8814867" cy="3397845"/>
            <a:chOff x="1432069" y="2849413"/>
            <a:chExt cx="9067800" cy="3423607"/>
          </a:xfrm>
        </p:grpSpPr>
        <p:pic>
          <p:nvPicPr>
            <p:cNvPr id="9" name="Picture 8">
              <a:extLst>
                <a:ext uri="{FF2B5EF4-FFF2-40B4-BE49-F238E27FC236}">
                  <a16:creationId xmlns:a16="http://schemas.microsoft.com/office/drawing/2014/main" id="{04007FFF-A649-406C-BC4D-0A6690A89EBD}"/>
                </a:ext>
              </a:extLst>
            </p:cNvPr>
            <p:cNvPicPr>
              <a:picLocks noChangeAspect="1"/>
            </p:cNvPicPr>
            <p:nvPr/>
          </p:nvPicPr>
          <p:blipFill>
            <a:blip r:embed="rId3"/>
            <a:stretch>
              <a:fillRect/>
            </a:stretch>
          </p:blipFill>
          <p:spPr>
            <a:xfrm>
              <a:off x="1432069" y="3394164"/>
              <a:ext cx="9048750" cy="876300"/>
            </a:xfrm>
            <a:prstGeom prst="rect">
              <a:avLst/>
            </a:prstGeom>
          </p:spPr>
        </p:pic>
        <p:pic>
          <p:nvPicPr>
            <p:cNvPr id="11" name="Picture 10">
              <a:extLst>
                <a:ext uri="{FF2B5EF4-FFF2-40B4-BE49-F238E27FC236}">
                  <a16:creationId xmlns:a16="http://schemas.microsoft.com/office/drawing/2014/main" id="{47F49E7B-B30A-4EEE-99F5-6B01D58BE10A}"/>
                </a:ext>
              </a:extLst>
            </p:cNvPr>
            <p:cNvPicPr>
              <a:picLocks noChangeAspect="1"/>
            </p:cNvPicPr>
            <p:nvPr/>
          </p:nvPicPr>
          <p:blipFill>
            <a:blip r:embed="rId4"/>
            <a:stretch>
              <a:fillRect/>
            </a:stretch>
          </p:blipFill>
          <p:spPr>
            <a:xfrm>
              <a:off x="1432069" y="2849413"/>
              <a:ext cx="9067800" cy="476250"/>
            </a:xfrm>
            <a:prstGeom prst="rect">
              <a:avLst/>
            </a:prstGeom>
          </p:spPr>
        </p:pic>
        <p:pic>
          <p:nvPicPr>
            <p:cNvPr id="13" name="Picture 12">
              <a:extLst>
                <a:ext uri="{FF2B5EF4-FFF2-40B4-BE49-F238E27FC236}">
                  <a16:creationId xmlns:a16="http://schemas.microsoft.com/office/drawing/2014/main" id="{7E79DBEA-9D83-4B96-A70D-284C10F52602}"/>
                </a:ext>
              </a:extLst>
            </p:cNvPr>
            <p:cNvPicPr>
              <a:picLocks noChangeAspect="1"/>
            </p:cNvPicPr>
            <p:nvPr/>
          </p:nvPicPr>
          <p:blipFill>
            <a:blip r:embed="rId5"/>
            <a:stretch>
              <a:fillRect/>
            </a:stretch>
          </p:blipFill>
          <p:spPr>
            <a:xfrm>
              <a:off x="1489219" y="4301345"/>
              <a:ext cx="8934450" cy="1971675"/>
            </a:xfrm>
            <a:prstGeom prst="rect">
              <a:avLst/>
            </a:prstGeom>
          </p:spPr>
        </p:pic>
      </p:grpSp>
    </p:spTree>
    <p:extLst>
      <p:ext uri="{BB962C8B-B14F-4D97-AF65-F5344CB8AC3E}">
        <p14:creationId xmlns:p14="http://schemas.microsoft.com/office/powerpoint/2010/main" val="1627354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SHOULDLY</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Unit testing In C#</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buNone/>
            </a:pPr>
            <a:endParaRPr lang="en-US" sz="2400" dirty="0">
              <a:latin typeface="Source Sans Pro" panose="020B0604020202020204" pitchFamily="34" charset="0"/>
            </a:endParaRPr>
          </a:p>
          <a:p>
            <a:pPr marL="0" indent="0" algn="just">
              <a:buNone/>
            </a:pPr>
            <a:endParaRPr lang="en-US" sz="2400" dirty="0">
              <a:latin typeface="Source Sans Pro" panose="020B0604020202020204" pitchFamily="34" charset="0"/>
            </a:endParaRPr>
          </a:p>
          <a:p>
            <a:pPr marL="0" indent="0" algn="just">
              <a:buNone/>
            </a:pPr>
            <a:r>
              <a:rPr lang="en-US" sz="2400" dirty="0">
                <a:latin typeface="+mn-lt"/>
              </a:rPr>
              <a:t>Shouldly is an assertion framework which focuses on giving great error messages when the assertion fails while being simple and terse.</a:t>
            </a:r>
          </a:p>
          <a:p>
            <a:pPr marL="0" indent="0" algn="just">
              <a:buNone/>
            </a:pPr>
            <a:endParaRPr lang="en-US" sz="2400" dirty="0">
              <a:latin typeface="Source Sans Pro" panose="020B0604020202020204" pitchFamily="34" charset="0"/>
            </a:endParaRPr>
          </a:p>
          <a:p>
            <a:pPr marL="0" indent="0" algn="just">
              <a:buNone/>
            </a:pPr>
            <a:r>
              <a:rPr lang="en-US" sz="2400" dirty="0">
                <a:latin typeface="+mn-lt"/>
                <a:hlinkClick r:id="rId3"/>
              </a:rPr>
              <a:t>Link on GitHub</a:t>
            </a:r>
            <a:endParaRPr lang="en-US" sz="2400" dirty="0">
              <a:latin typeface="+mn-lt"/>
            </a:endParaRPr>
          </a:p>
          <a:p>
            <a:pPr marL="0" indent="0" algn="just">
              <a:buNone/>
            </a:pPr>
            <a:endParaRPr lang="en-US" sz="2400" dirty="0">
              <a:latin typeface="Source Sans Pro" panose="020B0604020202020204" pitchFamily="34" charset="0"/>
            </a:endParaRPr>
          </a:p>
          <a:p>
            <a:pPr marL="0" indent="0" algn="just">
              <a:buNone/>
            </a:pPr>
            <a:endParaRPr lang="en-US" sz="2400" dirty="0">
              <a:latin typeface="Source Sans Pro" panose="020B0604020202020204" pitchFamily="34" charset="0"/>
            </a:endParaRPr>
          </a:p>
          <a:p>
            <a:pPr marL="0" indent="0" algn="just">
              <a:buNone/>
            </a:pPr>
            <a:endParaRPr lang="en-US" sz="2400" dirty="0">
              <a:solidFill>
                <a:schemeClr val="accent2"/>
              </a:solidFill>
              <a:latin typeface="Source Sans Pro" panose="020B0604020202020204" pitchFamily="34" charset="0"/>
            </a:endParaRPr>
          </a:p>
        </p:txBody>
      </p:sp>
      <p:pic>
        <p:nvPicPr>
          <p:cNvPr id="5126" name="Picture 6" descr="Shouldly Logo">
            <a:extLst>
              <a:ext uri="{FF2B5EF4-FFF2-40B4-BE49-F238E27FC236}">
                <a16:creationId xmlns:a16="http://schemas.microsoft.com/office/drawing/2014/main" id="{86885E2F-3490-4EE4-891C-D9907A873D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9125" y="1708891"/>
            <a:ext cx="3333750" cy="80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92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6AB49F-8FD9-421C-9AFB-C68F6CD0C250}"/>
              </a:ext>
            </a:extLst>
          </p:cNvPr>
          <p:cNvSpPr>
            <a:spLocks noGrp="1"/>
          </p:cNvSpPr>
          <p:nvPr>
            <p:ph type="sldNum" sz="quarter" idx="11"/>
          </p:nvPr>
        </p:nvSpPr>
        <p:spPr/>
        <p:txBody>
          <a:bodyPr/>
          <a:lstStyle/>
          <a:p>
            <a:fld id="{E16BA917-7F09-4B8D-AF07-F52890C14046}" type="slidenum">
              <a:rPr lang="da-DK" smtClean="0"/>
              <a:pPr/>
              <a:t>14</a:t>
            </a:fld>
            <a:endParaRPr lang="da-DK"/>
          </a:p>
        </p:txBody>
      </p:sp>
      <p:sp>
        <p:nvSpPr>
          <p:cNvPr id="3" name="Text Placeholder 2">
            <a:extLst>
              <a:ext uri="{FF2B5EF4-FFF2-40B4-BE49-F238E27FC236}">
                <a16:creationId xmlns:a16="http://schemas.microsoft.com/office/drawing/2014/main" id="{D7111993-5CAA-41EC-9295-9E0594CA028A}"/>
              </a:ext>
            </a:extLst>
          </p:cNvPr>
          <p:cNvSpPr>
            <a:spLocks noGrp="1"/>
          </p:cNvSpPr>
          <p:nvPr>
            <p:ph type="body" sz="quarter" idx="17"/>
          </p:nvPr>
        </p:nvSpPr>
        <p:spPr/>
        <p:txBody>
          <a:bodyPr/>
          <a:lstStyle/>
          <a:p>
            <a:r>
              <a:rPr lang="en-US"/>
              <a:t>Improved test code readability</a:t>
            </a:r>
            <a:endParaRPr lang="da-DK"/>
          </a:p>
        </p:txBody>
      </p:sp>
      <p:sp>
        <p:nvSpPr>
          <p:cNvPr id="4" name="Title 3">
            <a:extLst>
              <a:ext uri="{FF2B5EF4-FFF2-40B4-BE49-F238E27FC236}">
                <a16:creationId xmlns:a16="http://schemas.microsoft.com/office/drawing/2014/main" id="{858F651A-7671-4F29-94AB-15A5B8934596}"/>
              </a:ext>
            </a:extLst>
          </p:cNvPr>
          <p:cNvSpPr>
            <a:spLocks noGrp="1"/>
          </p:cNvSpPr>
          <p:nvPr>
            <p:ph type="title"/>
          </p:nvPr>
        </p:nvSpPr>
        <p:spPr/>
        <p:txBody>
          <a:bodyPr/>
          <a:lstStyle/>
          <a:p>
            <a:r>
              <a:rPr lang="en-US"/>
              <a:t>Shouldly’s </a:t>
            </a:r>
            <a:r>
              <a:rPr lang="da-DK"/>
              <a:t>Benefits</a:t>
            </a:r>
          </a:p>
        </p:txBody>
      </p:sp>
      <p:sp>
        <p:nvSpPr>
          <p:cNvPr id="5" name="Content Placeholder 4">
            <a:extLst>
              <a:ext uri="{FF2B5EF4-FFF2-40B4-BE49-F238E27FC236}">
                <a16:creationId xmlns:a16="http://schemas.microsoft.com/office/drawing/2014/main" id="{4FEB5E94-ADE9-4B5E-886C-DA24EEB553A5}"/>
              </a:ext>
            </a:extLst>
          </p:cNvPr>
          <p:cNvSpPr>
            <a:spLocks noGrp="1"/>
          </p:cNvSpPr>
          <p:nvPr>
            <p:ph sz="quarter" idx="19"/>
          </p:nvPr>
        </p:nvSpPr>
        <p:spPr>
          <a:xfrm>
            <a:off x="672001" y="1620838"/>
            <a:ext cx="4290417" cy="4568825"/>
          </a:xfrm>
        </p:spPr>
        <p:txBody>
          <a:bodyPr/>
          <a:lstStyle/>
          <a:p>
            <a:pPr marL="0" indent="0">
              <a:spcBef>
                <a:spcPts val="0"/>
              </a:spcBef>
              <a:spcAft>
                <a:spcPts val="0"/>
              </a:spcAft>
              <a:buNone/>
            </a:pPr>
            <a:r>
              <a:rPr lang="da-DK" sz="1400">
                <a:solidFill>
                  <a:srgbClr val="000000"/>
                </a:solidFill>
                <a:latin typeface="Consolas" panose="020B0609020204030204" pitchFamily="49" charset="0"/>
              </a:rPr>
              <a:t>[</a:t>
            </a:r>
            <a:r>
              <a:rPr lang="da-DK" sz="1400">
                <a:solidFill>
                  <a:srgbClr val="2B91AF"/>
                </a:solidFill>
                <a:latin typeface="Consolas" panose="020B0609020204030204" pitchFamily="49" charset="0"/>
              </a:rPr>
              <a:t>TestMethod</a:t>
            </a:r>
            <a:r>
              <a:rPr lang="da-DK" sz="1400">
                <a:solidFill>
                  <a:srgbClr val="000000"/>
                </a:solidFill>
                <a:latin typeface="Consolas" panose="020B0609020204030204" pitchFamily="49" charset="0"/>
              </a:rPr>
              <a:t>()]</a:t>
            </a:r>
          </a:p>
          <a:p>
            <a:pPr marL="0" indent="0">
              <a:spcBef>
                <a:spcPts val="0"/>
              </a:spcBef>
              <a:spcAft>
                <a:spcPts val="0"/>
              </a:spcAft>
              <a:buNone/>
            </a:pP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void</a:t>
            </a:r>
            <a:r>
              <a:rPr lang="da-DK" sz="1400">
                <a:solidFill>
                  <a:srgbClr val="000000"/>
                </a:solidFill>
                <a:latin typeface="Consolas" panose="020B0609020204030204" pitchFamily="49" charset="0"/>
              </a:rPr>
              <a:t> AddTest() {</a:t>
            </a:r>
          </a:p>
          <a:p>
            <a:pPr marL="0" indent="0">
              <a:spcBef>
                <a:spcPts val="0"/>
              </a:spcBef>
              <a:spcAft>
                <a:spcPts val="0"/>
              </a:spcAft>
              <a:buNone/>
            </a:pPr>
            <a:r>
              <a:rPr lang="da-DK" sz="1400">
                <a:solidFill>
                  <a:srgbClr val="0000FF"/>
                </a:solidFill>
                <a:latin typeface="Consolas" panose="020B0609020204030204" pitchFamily="49" charset="0"/>
              </a:rPr>
              <a:t>    var</a:t>
            </a:r>
            <a:r>
              <a:rPr lang="da-DK" sz="1400">
                <a:solidFill>
                  <a:srgbClr val="000000"/>
                </a:solidFill>
                <a:latin typeface="Consolas" panose="020B0609020204030204" pitchFamily="49" charset="0"/>
              </a:rPr>
              <a:t> result = calculator.Add(0.5, 0.5);</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double</a:t>
            </a:r>
            <a:r>
              <a:rPr lang="da-DK" sz="1400">
                <a:solidFill>
                  <a:srgbClr val="000000"/>
                </a:solidFill>
                <a:latin typeface="Consolas" panose="020B0609020204030204" pitchFamily="49" charset="0"/>
              </a:rPr>
              <a:t> expected = 1.0;</a:t>
            </a:r>
          </a:p>
          <a:p>
            <a:pPr marL="0" indent="0">
              <a:spcBef>
                <a:spcPts val="0"/>
              </a:spcBef>
              <a:spcAft>
                <a:spcPts val="0"/>
              </a:spcAft>
              <a:buNone/>
            </a:pPr>
            <a:endParaRPr lang="da-DK" sz="1400">
              <a:solidFill>
                <a:srgbClr val="000000"/>
              </a:solidFill>
              <a:latin typeface="Consolas" panose="020B0609020204030204" pitchFamily="49" charset="0"/>
            </a:endParaRPr>
          </a:p>
          <a:p>
            <a:pPr marL="0" indent="0">
              <a:spcBef>
                <a:spcPts val="0"/>
              </a:spcBef>
              <a:spcAft>
                <a:spcPts val="0"/>
              </a:spcAft>
              <a:buNone/>
            </a:pPr>
            <a:r>
              <a:rPr lang="da-DK" sz="1400">
                <a:solidFill>
                  <a:srgbClr val="2B91AF"/>
                </a:solidFill>
                <a:latin typeface="Consolas" panose="020B0609020204030204" pitchFamily="49" charset="0"/>
              </a:rPr>
              <a:t>    Assert</a:t>
            </a:r>
            <a:r>
              <a:rPr lang="da-DK" sz="1400">
                <a:solidFill>
                  <a:srgbClr val="000000"/>
                </a:solidFill>
                <a:latin typeface="Consolas" panose="020B0609020204030204" pitchFamily="49" charset="0"/>
              </a:rPr>
              <a:t>.AreEqual(expected, result);</a:t>
            </a:r>
          </a:p>
          <a:p>
            <a:pPr marL="0" indent="0">
              <a:spcBef>
                <a:spcPts val="0"/>
              </a:spcBef>
              <a:spcAft>
                <a:spcPts val="0"/>
              </a:spcAft>
              <a:buNone/>
            </a:pPr>
            <a:r>
              <a:rPr lang="da-DK" sz="1400">
                <a:solidFill>
                  <a:srgbClr val="000000"/>
                </a:solidFill>
                <a:latin typeface="Consolas" panose="020B0609020204030204" pitchFamily="49" charset="0"/>
              </a:rPr>
              <a:t>}</a:t>
            </a:r>
            <a:endParaRPr lang="da-DK" sz="1400"/>
          </a:p>
        </p:txBody>
      </p:sp>
      <p:sp>
        <p:nvSpPr>
          <p:cNvPr id="6" name="Content Placeholder 4">
            <a:extLst>
              <a:ext uri="{FF2B5EF4-FFF2-40B4-BE49-F238E27FC236}">
                <a16:creationId xmlns:a16="http://schemas.microsoft.com/office/drawing/2014/main" id="{D898A603-9375-462E-9DCF-23DBBC4E653F}"/>
              </a:ext>
            </a:extLst>
          </p:cNvPr>
          <p:cNvSpPr txBox="1">
            <a:spLocks/>
          </p:cNvSpPr>
          <p:nvPr/>
        </p:nvSpPr>
        <p:spPr>
          <a:xfrm>
            <a:off x="6855331" y="1620838"/>
            <a:ext cx="4290417" cy="4568825"/>
          </a:xfrm>
          <a:prstGeom prst="rect">
            <a:avLst/>
          </a:prstGeom>
        </p:spPr>
        <p:txBody>
          <a:bodyPr vert="horz" lIns="0" tIns="0" rIns="0" bIns="0" rtlCol="0">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spcBef>
                <a:spcPts val="0"/>
              </a:spcBef>
              <a:spcAft>
                <a:spcPts val="0"/>
              </a:spcAft>
              <a:buNone/>
            </a:pPr>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TestMethod</a:t>
            </a:r>
            <a:r>
              <a:rPr lang="da-DK" sz="1400">
                <a:solidFill>
                  <a:srgbClr val="000000"/>
                </a:solidFill>
                <a:latin typeface="Consolas" panose="020B0609020204030204" pitchFamily="49" charset="0"/>
              </a:rPr>
              <a:t>()]</a:t>
            </a:r>
          </a:p>
          <a:p>
            <a:pPr marL="0" indent="0">
              <a:spcBef>
                <a:spcPts val="0"/>
              </a:spcBef>
              <a:spcAft>
                <a:spcPts val="0"/>
              </a:spcAft>
              <a:buNone/>
            </a:pP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err="1">
                <a:solidFill>
                  <a:srgbClr val="0000FF"/>
                </a:solidFill>
                <a:latin typeface="Consolas" panose="020B0609020204030204" pitchFamily="49" charset="0"/>
              </a:rPr>
              <a:t>void</a:t>
            </a:r>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AddTest</a:t>
            </a:r>
            <a:r>
              <a:rPr lang="da-DK"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calculator.Add</a:t>
            </a:r>
            <a:r>
              <a:rPr lang="en-US" sz="1400">
                <a:solidFill>
                  <a:srgbClr val="000000"/>
                </a:solidFill>
                <a:latin typeface="Consolas" panose="020B0609020204030204" pitchFamily="49" charset="0"/>
              </a:rPr>
              <a:t>(0.5, 0.5).ShouldBe(1.0);</a:t>
            </a:r>
          </a:p>
          <a:p>
            <a:pPr marL="0" indent="0">
              <a:spcBef>
                <a:spcPts val="0"/>
              </a:spcBef>
              <a:spcAft>
                <a:spcPts val="0"/>
              </a:spcAft>
              <a:buNone/>
            </a:pPr>
            <a:r>
              <a:rPr lang="da-DK" sz="1400">
                <a:solidFill>
                  <a:srgbClr val="000000"/>
                </a:solidFill>
                <a:latin typeface="Consolas" panose="020B0609020204030204" pitchFamily="49" charset="0"/>
              </a:rPr>
              <a:t>}</a:t>
            </a:r>
            <a:endParaRPr lang="en-US" sz="1000"/>
          </a:p>
        </p:txBody>
      </p:sp>
      <p:pic>
        <p:nvPicPr>
          <p:cNvPr id="7" name="Picture 6">
            <a:extLst>
              <a:ext uri="{FF2B5EF4-FFF2-40B4-BE49-F238E27FC236}">
                <a16:creationId xmlns:a16="http://schemas.microsoft.com/office/drawing/2014/main" id="{837FD39A-0325-49F5-8BEE-2B3A8723A2A2}"/>
              </a:ext>
            </a:extLst>
          </p:cNvPr>
          <p:cNvPicPr>
            <a:picLocks noChangeAspect="1"/>
          </p:cNvPicPr>
          <p:nvPr/>
        </p:nvPicPr>
        <p:blipFill>
          <a:blip r:embed="rId3"/>
          <a:stretch>
            <a:fillRect/>
          </a:stretch>
        </p:blipFill>
        <p:spPr>
          <a:xfrm>
            <a:off x="4606678" y="3769833"/>
            <a:ext cx="2604394" cy="2419830"/>
          </a:xfrm>
          <a:prstGeom prst="rect">
            <a:avLst/>
          </a:prstGeom>
        </p:spPr>
      </p:pic>
    </p:spTree>
    <p:extLst>
      <p:ext uri="{BB962C8B-B14F-4D97-AF65-F5344CB8AC3E}">
        <p14:creationId xmlns:p14="http://schemas.microsoft.com/office/powerpoint/2010/main" val="3179567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29A53B-8C0D-4103-8A82-6E00589A148D}"/>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3" name="Text Placeholder 2">
            <a:extLst>
              <a:ext uri="{FF2B5EF4-FFF2-40B4-BE49-F238E27FC236}">
                <a16:creationId xmlns:a16="http://schemas.microsoft.com/office/drawing/2014/main" id="{D7CAC52D-2880-4CE8-8439-1BAB2AE88395}"/>
              </a:ext>
            </a:extLst>
          </p:cNvPr>
          <p:cNvSpPr>
            <a:spLocks noGrp="1"/>
          </p:cNvSpPr>
          <p:nvPr>
            <p:ph type="body" sz="quarter" idx="17"/>
          </p:nvPr>
        </p:nvSpPr>
        <p:spPr/>
        <p:txBody>
          <a:bodyPr/>
          <a:lstStyle/>
          <a:p>
            <a:r>
              <a:rPr lang="en-GB"/>
              <a:t>Better test failure messages</a:t>
            </a:r>
            <a:endParaRPr lang="da-DK"/>
          </a:p>
        </p:txBody>
      </p:sp>
      <p:sp>
        <p:nvSpPr>
          <p:cNvPr id="4" name="Title 3">
            <a:extLst>
              <a:ext uri="{FF2B5EF4-FFF2-40B4-BE49-F238E27FC236}">
                <a16:creationId xmlns:a16="http://schemas.microsoft.com/office/drawing/2014/main" id="{564AA37B-EA3E-4917-A8A3-2EA90722BB18}"/>
              </a:ext>
            </a:extLst>
          </p:cNvPr>
          <p:cNvSpPr>
            <a:spLocks noGrp="1"/>
          </p:cNvSpPr>
          <p:nvPr>
            <p:ph type="title"/>
          </p:nvPr>
        </p:nvSpPr>
        <p:spPr/>
        <p:txBody>
          <a:bodyPr/>
          <a:lstStyle/>
          <a:p>
            <a:r>
              <a:rPr lang="en-US">
                <a:ea typeface="ＭＳ Ｐゴシック"/>
              </a:rPr>
              <a:t>Shouldly’s </a:t>
            </a:r>
            <a:r>
              <a:rPr lang="da-DK">
                <a:ea typeface="ＭＳ Ｐゴシック"/>
              </a:rPr>
              <a:t>Benefits</a:t>
            </a:r>
          </a:p>
        </p:txBody>
      </p:sp>
      <p:pic>
        <p:nvPicPr>
          <p:cNvPr id="6" name="Content Placeholder 5">
            <a:extLst>
              <a:ext uri="{FF2B5EF4-FFF2-40B4-BE49-F238E27FC236}">
                <a16:creationId xmlns:a16="http://schemas.microsoft.com/office/drawing/2014/main" id="{E342BF9C-CD12-42FB-8A97-67C88954F1E6}"/>
              </a:ext>
            </a:extLst>
          </p:cNvPr>
          <p:cNvPicPr>
            <a:picLocks noGrp="1" noChangeAspect="1"/>
          </p:cNvPicPr>
          <p:nvPr>
            <p:ph sz="quarter" idx="19"/>
          </p:nvPr>
        </p:nvPicPr>
        <p:blipFill>
          <a:blip r:embed="rId3"/>
          <a:stretch>
            <a:fillRect/>
          </a:stretch>
        </p:blipFill>
        <p:spPr>
          <a:xfrm>
            <a:off x="649139" y="2192719"/>
            <a:ext cx="5100140" cy="2520893"/>
          </a:xfrm>
          <a:prstGeom prst="rect">
            <a:avLst/>
          </a:prstGeom>
        </p:spPr>
      </p:pic>
      <p:pic>
        <p:nvPicPr>
          <p:cNvPr id="7" name="Picture 6">
            <a:extLst>
              <a:ext uri="{FF2B5EF4-FFF2-40B4-BE49-F238E27FC236}">
                <a16:creationId xmlns:a16="http://schemas.microsoft.com/office/drawing/2014/main" id="{1C79CE8A-91D8-499F-A284-A124C43A0A02}"/>
              </a:ext>
            </a:extLst>
          </p:cNvPr>
          <p:cNvPicPr>
            <a:picLocks noChangeAspect="1"/>
          </p:cNvPicPr>
          <p:nvPr/>
        </p:nvPicPr>
        <p:blipFill>
          <a:blip r:embed="rId4"/>
          <a:stretch>
            <a:fillRect/>
          </a:stretch>
        </p:blipFill>
        <p:spPr>
          <a:xfrm>
            <a:off x="5936227" y="2192720"/>
            <a:ext cx="4536952" cy="2244171"/>
          </a:xfrm>
          <a:prstGeom prst="rect">
            <a:avLst/>
          </a:prstGeom>
        </p:spPr>
      </p:pic>
    </p:spTree>
    <p:extLst>
      <p:ext uri="{BB962C8B-B14F-4D97-AF65-F5344CB8AC3E}">
        <p14:creationId xmlns:p14="http://schemas.microsoft.com/office/powerpoint/2010/main" val="3448584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5F44D5-A5F3-4F58-9EE1-DCF892F5072D}"/>
              </a:ext>
            </a:extLst>
          </p:cNvPr>
          <p:cNvSpPr>
            <a:spLocks noGrp="1"/>
          </p:cNvSpPr>
          <p:nvPr>
            <p:ph type="sldNum" sz="quarter" idx="11"/>
          </p:nvPr>
        </p:nvSpPr>
        <p:spPr/>
        <p:txBody>
          <a:bodyPr/>
          <a:lstStyle/>
          <a:p>
            <a:fld id="{E16BA917-7F09-4B8D-AF07-F52890C14046}" type="slidenum">
              <a:rPr lang="da-DK" smtClean="0"/>
              <a:pPr/>
              <a:t>16</a:t>
            </a:fld>
            <a:endParaRPr lang="da-DK"/>
          </a:p>
        </p:txBody>
      </p:sp>
      <p:sp>
        <p:nvSpPr>
          <p:cNvPr id="3" name="Text Placeholder 2">
            <a:extLst>
              <a:ext uri="{FF2B5EF4-FFF2-40B4-BE49-F238E27FC236}">
                <a16:creationId xmlns:a16="http://schemas.microsoft.com/office/drawing/2014/main" id="{E20CAA8C-6C1F-461E-910B-310C445D4FDF}"/>
              </a:ext>
            </a:extLst>
          </p:cNvPr>
          <p:cNvSpPr>
            <a:spLocks noGrp="1"/>
          </p:cNvSpPr>
          <p:nvPr>
            <p:ph type="body" sz="quarter" idx="17"/>
          </p:nvPr>
        </p:nvSpPr>
        <p:spPr/>
        <p:txBody>
          <a:bodyPr/>
          <a:lstStyle/>
          <a:p>
            <a:r>
              <a:rPr lang="en-GB"/>
              <a:t>Additional features</a:t>
            </a:r>
            <a:endParaRPr lang="da-DK"/>
          </a:p>
        </p:txBody>
      </p:sp>
      <p:sp>
        <p:nvSpPr>
          <p:cNvPr id="4" name="Title 3">
            <a:extLst>
              <a:ext uri="{FF2B5EF4-FFF2-40B4-BE49-F238E27FC236}">
                <a16:creationId xmlns:a16="http://schemas.microsoft.com/office/drawing/2014/main" id="{2418A26E-68B4-452D-B953-8D2C8A9FF62C}"/>
              </a:ext>
            </a:extLst>
          </p:cNvPr>
          <p:cNvSpPr>
            <a:spLocks noGrp="1"/>
          </p:cNvSpPr>
          <p:nvPr>
            <p:ph type="title"/>
          </p:nvPr>
        </p:nvSpPr>
        <p:spPr/>
        <p:txBody>
          <a:bodyPr/>
          <a:lstStyle/>
          <a:p>
            <a:r>
              <a:rPr lang="en-US">
                <a:ea typeface="ＭＳ Ｐゴシック"/>
              </a:rPr>
              <a:t>Shouldly’s </a:t>
            </a:r>
            <a:r>
              <a:rPr lang="da-DK">
                <a:ea typeface="ＭＳ Ｐゴシック"/>
              </a:rPr>
              <a:t>Benefits</a:t>
            </a:r>
            <a:endParaRPr lang="da-DK"/>
          </a:p>
        </p:txBody>
      </p:sp>
      <p:sp>
        <p:nvSpPr>
          <p:cNvPr id="6" name="TextBox 5">
            <a:extLst>
              <a:ext uri="{FF2B5EF4-FFF2-40B4-BE49-F238E27FC236}">
                <a16:creationId xmlns:a16="http://schemas.microsoft.com/office/drawing/2014/main" id="{90004628-5F95-4850-B904-CB4FC19B5E1B}"/>
              </a:ext>
            </a:extLst>
          </p:cNvPr>
          <p:cNvSpPr txBox="1"/>
          <p:nvPr/>
        </p:nvSpPr>
        <p:spPr>
          <a:xfrm>
            <a:off x="5823857" y="2323361"/>
            <a:ext cx="2743200" cy="1363805"/>
          </a:xfrm>
          <a:prstGeom prst="rect">
            <a:avLst/>
          </a:prstGeom>
          <a:solidFill>
            <a:schemeClr val="tx2">
              <a:lumMod val="75000"/>
            </a:schemeClr>
          </a:solidFill>
        </p:spPr>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b="1">
                <a:solidFill>
                  <a:schemeClr val="bg1"/>
                </a:solidFill>
                <a:latin typeface="+mn-lt"/>
              </a:rPr>
              <a:t>Asserting Code Execution Speed</a:t>
            </a:r>
            <a:endParaRPr lang="da-DK" sz="1600" b="1">
              <a:solidFill>
                <a:schemeClr val="bg1"/>
              </a:solidFill>
              <a:latin typeface="+mn-lt"/>
            </a:endParaRPr>
          </a:p>
        </p:txBody>
      </p:sp>
      <p:sp>
        <p:nvSpPr>
          <p:cNvPr id="7" name="TextBox 6">
            <a:extLst>
              <a:ext uri="{FF2B5EF4-FFF2-40B4-BE49-F238E27FC236}">
                <a16:creationId xmlns:a16="http://schemas.microsoft.com/office/drawing/2014/main" id="{590D3DAC-F835-4238-A66E-74539A0460F9}"/>
              </a:ext>
            </a:extLst>
          </p:cNvPr>
          <p:cNvSpPr txBox="1"/>
          <p:nvPr/>
        </p:nvSpPr>
        <p:spPr>
          <a:xfrm>
            <a:off x="2841172" y="2337337"/>
            <a:ext cx="2743200" cy="1349829"/>
          </a:xfrm>
          <a:prstGeom prst="rect">
            <a:avLst/>
          </a:prstGeom>
          <a:solidFill>
            <a:schemeClr val="tx2">
              <a:lumMod val="50000"/>
            </a:schemeClr>
          </a:solidFill>
        </p:spPr>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b="1">
                <a:solidFill>
                  <a:schemeClr val="bg1"/>
                </a:solidFill>
                <a:latin typeface="+mn-lt"/>
              </a:rPr>
              <a:t>Multiple Assert Failure Reporting</a:t>
            </a:r>
            <a:endParaRPr lang="da-DK" sz="1600" b="1">
              <a:solidFill>
                <a:schemeClr val="bg1"/>
              </a:solidFill>
              <a:latin typeface="+mn-lt"/>
            </a:endParaRPr>
          </a:p>
        </p:txBody>
      </p:sp>
      <p:sp>
        <p:nvSpPr>
          <p:cNvPr id="8" name="TextBox 7">
            <a:extLst>
              <a:ext uri="{FF2B5EF4-FFF2-40B4-BE49-F238E27FC236}">
                <a16:creationId xmlns:a16="http://schemas.microsoft.com/office/drawing/2014/main" id="{B9DD4E56-44A0-44BF-B455-CC6C7A1D558B}"/>
              </a:ext>
            </a:extLst>
          </p:cNvPr>
          <p:cNvSpPr txBox="1"/>
          <p:nvPr/>
        </p:nvSpPr>
        <p:spPr>
          <a:xfrm>
            <a:off x="5823857" y="3970193"/>
            <a:ext cx="2743200" cy="1363805"/>
          </a:xfrm>
          <a:prstGeom prst="rect">
            <a:avLst/>
          </a:prstGeom>
          <a:solidFill>
            <a:schemeClr val="accent3">
              <a:lumMod val="75000"/>
            </a:schemeClr>
          </a:solidFill>
        </p:spPr>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b="1">
                <a:solidFill>
                  <a:schemeClr val="bg1"/>
                </a:solidFill>
                <a:latin typeface="+mn-lt"/>
              </a:rPr>
              <a:t>Additional Failure Message Text</a:t>
            </a:r>
            <a:endParaRPr lang="da-DK" sz="1600" b="1">
              <a:solidFill>
                <a:schemeClr val="bg1"/>
              </a:solidFill>
              <a:latin typeface="+mn-lt"/>
            </a:endParaRPr>
          </a:p>
        </p:txBody>
      </p:sp>
      <p:sp>
        <p:nvSpPr>
          <p:cNvPr id="9" name="TextBox 8">
            <a:extLst>
              <a:ext uri="{FF2B5EF4-FFF2-40B4-BE49-F238E27FC236}">
                <a16:creationId xmlns:a16="http://schemas.microsoft.com/office/drawing/2014/main" id="{33279F04-C55B-4FD4-9D42-566CEB9234EA}"/>
              </a:ext>
            </a:extLst>
          </p:cNvPr>
          <p:cNvSpPr txBox="1"/>
          <p:nvPr/>
        </p:nvSpPr>
        <p:spPr>
          <a:xfrm>
            <a:off x="2841172" y="3970193"/>
            <a:ext cx="2743200" cy="1363805"/>
          </a:xfrm>
          <a:prstGeom prst="rect">
            <a:avLst/>
          </a:prstGeom>
          <a:solidFill>
            <a:schemeClr val="accent4"/>
          </a:solidFill>
        </p:spPr>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b="1">
                <a:solidFill>
                  <a:schemeClr val="bg1"/>
                </a:solidFill>
                <a:latin typeface="+mn-lt"/>
              </a:rPr>
              <a:t>Dynamic Property Asserts</a:t>
            </a:r>
            <a:endParaRPr lang="da-DK" sz="1600" b="1">
              <a:solidFill>
                <a:schemeClr val="bg1"/>
              </a:solidFill>
              <a:latin typeface="+mn-lt"/>
            </a:endParaRPr>
          </a:p>
        </p:txBody>
      </p:sp>
    </p:spTree>
    <p:extLst>
      <p:ext uri="{BB962C8B-B14F-4D97-AF65-F5344CB8AC3E}">
        <p14:creationId xmlns:p14="http://schemas.microsoft.com/office/powerpoint/2010/main" val="1293981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0C7103-0B34-48C2-BF84-B77E892260B1}"/>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3" name="Text Placeholder 2">
            <a:extLst>
              <a:ext uri="{FF2B5EF4-FFF2-40B4-BE49-F238E27FC236}">
                <a16:creationId xmlns:a16="http://schemas.microsoft.com/office/drawing/2014/main" id="{66CC8C91-CCD3-45AD-9160-8A3F57E82025}"/>
              </a:ext>
            </a:extLst>
          </p:cNvPr>
          <p:cNvSpPr>
            <a:spLocks noGrp="1"/>
          </p:cNvSpPr>
          <p:nvPr>
            <p:ph type="body" sz="quarter" idx="17"/>
          </p:nvPr>
        </p:nvSpPr>
        <p:spPr/>
        <p:txBody>
          <a:bodyPr/>
          <a:lstStyle/>
          <a:p>
            <a:endParaRPr lang="da-DK"/>
          </a:p>
        </p:txBody>
      </p:sp>
      <p:sp>
        <p:nvSpPr>
          <p:cNvPr id="4" name="Title 3">
            <a:extLst>
              <a:ext uri="{FF2B5EF4-FFF2-40B4-BE49-F238E27FC236}">
                <a16:creationId xmlns:a16="http://schemas.microsoft.com/office/drawing/2014/main" id="{EDE9DF1A-D5D5-4F0A-91B8-FEEA5EE77C89}"/>
              </a:ext>
            </a:extLst>
          </p:cNvPr>
          <p:cNvSpPr>
            <a:spLocks noGrp="1"/>
          </p:cNvSpPr>
          <p:nvPr>
            <p:ph type="title"/>
          </p:nvPr>
        </p:nvSpPr>
        <p:spPr/>
        <p:txBody>
          <a:bodyPr/>
          <a:lstStyle/>
          <a:p>
            <a:r>
              <a:rPr lang="da-DK"/>
              <a:t>Shouldly’s tradeoffs</a:t>
            </a:r>
          </a:p>
        </p:txBody>
      </p:sp>
      <p:sp>
        <p:nvSpPr>
          <p:cNvPr id="5" name="Content Placeholder 4">
            <a:extLst>
              <a:ext uri="{FF2B5EF4-FFF2-40B4-BE49-F238E27FC236}">
                <a16:creationId xmlns:a16="http://schemas.microsoft.com/office/drawing/2014/main" id="{57BA3FC6-8174-4C58-8BCD-18009FE97005}"/>
              </a:ext>
            </a:extLst>
          </p:cNvPr>
          <p:cNvSpPr>
            <a:spLocks noGrp="1"/>
          </p:cNvSpPr>
          <p:nvPr>
            <p:ph sz="quarter" idx="19"/>
          </p:nvPr>
        </p:nvSpPr>
        <p:spPr/>
        <p:txBody>
          <a:bodyPr/>
          <a:lstStyle/>
          <a:p>
            <a:pPr algn="l">
              <a:buFont typeface="+mj-lt"/>
              <a:buAutoNum type="arabicPeriod"/>
            </a:pPr>
            <a:r>
              <a:rPr lang="en-US" sz="2400" b="0" i="0" err="1">
                <a:solidFill>
                  <a:srgbClr val="222635"/>
                </a:solidFill>
                <a:effectLst/>
                <a:latin typeface="+mn-lt"/>
              </a:rPr>
              <a:t>Shouldly</a:t>
            </a:r>
            <a:r>
              <a:rPr lang="en-US" sz="2400" b="0" i="0">
                <a:solidFill>
                  <a:srgbClr val="222635"/>
                </a:solidFill>
                <a:effectLst/>
                <a:latin typeface="+mn-lt"/>
              </a:rPr>
              <a:t> requires a bit of extra consideration on a build machine.  As </a:t>
            </a:r>
            <a:r>
              <a:rPr lang="en-US" sz="2400" b="0" i="0" u="none" strike="noStrike">
                <a:solidFill>
                  <a:srgbClr val="29A8FF"/>
                </a:solidFill>
                <a:effectLst/>
                <a:latin typeface="+mn-lt"/>
                <a:hlinkClick r:id="rId3"/>
              </a:rPr>
              <a:t>explained here</a:t>
            </a:r>
            <a:r>
              <a:rPr lang="en-US" sz="2400" b="0" i="0">
                <a:solidFill>
                  <a:srgbClr val="222635"/>
                </a:solidFill>
                <a:effectLst/>
                <a:latin typeface="+mn-lt"/>
              </a:rPr>
              <a:t>, part of the magic is using PDB files to help with its error messages, so things get weird if you haven’t set those up.</a:t>
            </a:r>
          </a:p>
          <a:p>
            <a:pPr algn="l">
              <a:buFont typeface="+mj-lt"/>
              <a:buAutoNum type="arabicPeriod"/>
            </a:pPr>
            <a:r>
              <a:rPr lang="en-US" sz="2400" b="0" i="0" err="1">
                <a:solidFill>
                  <a:srgbClr val="222635"/>
                </a:solidFill>
                <a:effectLst/>
                <a:latin typeface="+mn-lt"/>
              </a:rPr>
              <a:t>Shouldly</a:t>
            </a:r>
            <a:r>
              <a:rPr lang="en-US" sz="2400" b="0" i="0">
                <a:solidFill>
                  <a:srgbClr val="222635"/>
                </a:solidFill>
                <a:effectLst/>
                <a:latin typeface="+mn-lt"/>
              </a:rPr>
              <a:t>, like anything else, involves taking an extra dependency in your codebase.  As dependencies go, one for non-production code presents relatively little risk, but this is something you should always consider.</a:t>
            </a:r>
          </a:p>
          <a:p>
            <a:endParaRPr lang="da-DK" sz="2400">
              <a:latin typeface="+mn-lt"/>
            </a:endParaRPr>
          </a:p>
        </p:txBody>
      </p:sp>
    </p:spTree>
    <p:extLst>
      <p:ext uri="{BB962C8B-B14F-4D97-AF65-F5344CB8AC3E}">
        <p14:creationId xmlns:p14="http://schemas.microsoft.com/office/powerpoint/2010/main" val="1156584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3B9BB8-ADDE-41B6-830E-DDDAEBCD1920}"/>
              </a:ext>
            </a:extLst>
          </p:cNvPr>
          <p:cNvSpPr>
            <a:spLocks noGrp="1"/>
          </p:cNvSpPr>
          <p:nvPr>
            <p:ph type="title"/>
          </p:nvPr>
        </p:nvSpPr>
        <p:spPr>
          <a:xfrm>
            <a:off x="649139" y="5393"/>
            <a:ext cx="10878759" cy="1052738"/>
          </a:xfrm>
        </p:spPr>
        <p:txBody>
          <a:bodyPr wrap="square" anchor="b">
            <a:normAutofit/>
          </a:bodyPr>
          <a:lstStyle/>
          <a:p>
            <a:r>
              <a:rPr lang="en-US" b="0" i="0" cap="all">
                <a:effectLst/>
              </a:rPr>
              <a:t>Project for hands on tasks</a:t>
            </a:r>
            <a:endParaRPr lang="en-US"/>
          </a:p>
        </p:txBody>
      </p:sp>
      <p:sp>
        <p:nvSpPr>
          <p:cNvPr id="2" name="Slide Number Placeholder 1">
            <a:extLst>
              <a:ext uri="{FF2B5EF4-FFF2-40B4-BE49-F238E27FC236}">
                <a16:creationId xmlns:a16="http://schemas.microsoft.com/office/drawing/2014/main" id="{6F9A7702-B543-4CBE-B44A-13F3C303255B}"/>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18</a:t>
            </a:fld>
            <a:endParaRPr lang="da-DK"/>
          </a:p>
        </p:txBody>
      </p:sp>
      <p:sp>
        <p:nvSpPr>
          <p:cNvPr id="12" name="Text Placeholder 3">
            <a:extLst>
              <a:ext uri="{FF2B5EF4-FFF2-40B4-BE49-F238E27FC236}">
                <a16:creationId xmlns:a16="http://schemas.microsoft.com/office/drawing/2014/main" id="{9676F2AE-85E3-474D-AA23-7C3D425E0531}"/>
              </a:ext>
            </a:extLst>
          </p:cNvPr>
          <p:cNvSpPr>
            <a:spLocks noGrp="1"/>
          </p:cNvSpPr>
          <p:nvPr>
            <p:ph type="body" sz="quarter" idx="17"/>
          </p:nvPr>
        </p:nvSpPr>
        <p:spPr>
          <a:xfrm>
            <a:off x="670985" y="1056000"/>
            <a:ext cx="10850033" cy="402384"/>
          </a:xfrm>
        </p:spPr>
        <p:txBody>
          <a:bodyPr/>
          <a:lstStyle/>
          <a:p>
            <a:r>
              <a:rPr lang="en-US"/>
              <a:t>Preparation before the first practice </a:t>
            </a:r>
          </a:p>
        </p:txBody>
      </p:sp>
      <p:sp>
        <p:nvSpPr>
          <p:cNvPr id="14" name="Content Placeholder 5">
            <a:extLst>
              <a:ext uri="{FF2B5EF4-FFF2-40B4-BE49-F238E27FC236}">
                <a16:creationId xmlns:a16="http://schemas.microsoft.com/office/drawing/2014/main" id="{77E84008-BDAC-469F-8428-2B9B986F2729}"/>
              </a:ext>
            </a:extLst>
          </p:cNvPr>
          <p:cNvSpPr>
            <a:spLocks noGrp="1"/>
          </p:cNvSpPr>
          <p:nvPr>
            <p:ph sz="quarter" idx="19"/>
          </p:nvPr>
        </p:nvSpPr>
        <p:spPr>
          <a:xfrm>
            <a:off x="6096000" y="1620838"/>
            <a:ext cx="5422900" cy="4568825"/>
          </a:xfrm>
        </p:spPr>
        <p:txBody>
          <a:bodyPr vert="horz" lIns="0" tIns="0" rIns="0" bIns="0" rtlCol="0" anchor="t">
            <a:noAutofit/>
          </a:bodyPr>
          <a:lstStyle/>
          <a:p>
            <a:r>
              <a:rPr lang="en-US" dirty="0">
                <a:cs typeface="Calibri"/>
              </a:rPr>
              <a:t>Clone the following GIT repo:</a:t>
            </a:r>
            <a:br>
              <a:rPr lang="en-US" dirty="0"/>
            </a:br>
            <a:r>
              <a:rPr lang="en-US" dirty="0">
                <a:ea typeface="+mj-lt"/>
                <a:cs typeface="+mj-lt"/>
                <a:hlinkClick r:id="rId3"/>
              </a:rPr>
              <a:t>https://github.com/d-okhrimenko/CSharpForTestAutomationMaterials.git</a:t>
            </a:r>
            <a:br>
              <a:rPr lang="en-US" dirty="0"/>
            </a:br>
            <a:r>
              <a:rPr lang="en-US" dirty="0">
                <a:cs typeface="Calibri"/>
              </a:rPr>
              <a:t>Or make fetch/pull if you have a local copy of this repo from the previous day.</a:t>
            </a:r>
          </a:p>
          <a:p>
            <a:r>
              <a:rPr lang="en-US" dirty="0">
                <a:cs typeface="Calibri"/>
              </a:rPr>
              <a:t>Checkout </a:t>
            </a:r>
            <a:r>
              <a:rPr lang="en-US" b="1" i="1" dirty="0">
                <a:cs typeface="Calibri"/>
              </a:rPr>
              <a:t>mod6_initial</a:t>
            </a:r>
            <a:r>
              <a:rPr lang="en-US" dirty="0">
                <a:cs typeface="Calibri"/>
              </a:rPr>
              <a:t> branch.</a:t>
            </a:r>
          </a:p>
        </p:txBody>
      </p:sp>
      <p:pic>
        <p:nvPicPr>
          <p:cNvPr id="6" name="Picture 7" descr="Graphical user interface, text, application, email&#10;&#10;Description automatically generated">
            <a:extLst>
              <a:ext uri="{FF2B5EF4-FFF2-40B4-BE49-F238E27FC236}">
                <a16:creationId xmlns:a16="http://schemas.microsoft.com/office/drawing/2014/main" id="{95F154E1-715C-4914-96D8-603E2A2698F1}"/>
              </a:ext>
            </a:extLst>
          </p:cNvPr>
          <p:cNvPicPr>
            <a:picLocks noGrp="1" noChangeAspect="1"/>
          </p:cNvPicPr>
          <p:nvPr>
            <p:ph sz="quarter" idx="18"/>
          </p:nvPr>
        </p:nvPicPr>
        <p:blipFill>
          <a:blip r:embed="rId4"/>
          <a:stretch>
            <a:fillRect/>
          </a:stretch>
        </p:blipFill>
        <p:spPr>
          <a:xfrm>
            <a:off x="703723" y="1620581"/>
            <a:ext cx="4391025" cy="3028950"/>
          </a:xfrm>
        </p:spPr>
      </p:pic>
    </p:spTree>
    <p:extLst>
      <p:ext uri="{BB962C8B-B14F-4D97-AF65-F5344CB8AC3E}">
        <p14:creationId xmlns:p14="http://schemas.microsoft.com/office/powerpoint/2010/main" val="746354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The FIRST UNIT TEST</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PRACTIcE 1</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l">
              <a:spcBef>
                <a:spcPts val="0"/>
              </a:spcBef>
              <a:spcAft>
                <a:spcPts val="0"/>
              </a:spcAft>
              <a:buNone/>
            </a:pPr>
            <a:r>
              <a:rPr lang="en-US" sz="2000" b="0" i="0">
                <a:solidFill>
                  <a:srgbClr val="222222"/>
                </a:solidFill>
                <a:effectLst/>
                <a:latin typeface="+mn-lt"/>
              </a:rPr>
              <a:t>Let's create a simple Calculator class and tw</a:t>
            </a:r>
            <a:r>
              <a:rPr lang="en-US" sz="2000">
                <a:solidFill>
                  <a:srgbClr val="222222"/>
                </a:solidFill>
                <a:latin typeface="+mn-lt"/>
              </a:rPr>
              <a:t>o methods </a:t>
            </a:r>
            <a:r>
              <a:rPr lang="en-US" sz="2000" b="0" i="0">
                <a:solidFill>
                  <a:srgbClr val="222222"/>
                </a:solidFill>
                <a:effectLst/>
                <a:latin typeface="+mn-lt"/>
              </a:rPr>
              <a:t>- </a:t>
            </a:r>
            <a:r>
              <a:rPr lang="en-US" sz="2000" b="0" i="0">
                <a:solidFill>
                  <a:srgbClr val="222222"/>
                </a:solidFill>
                <a:effectLst/>
                <a:latin typeface="Consolas" panose="020B0609020204030204" pitchFamily="49" charset="0"/>
              </a:rPr>
              <a:t>Add</a:t>
            </a:r>
            <a:r>
              <a:rPr lang="en-US" sz="2000" b="0" i="0">
                <a:solidFill>
                  <a:srgbClr val="222222"/>
                </a:solidFill>
                <a:effectLst/>
                <a:latin typeface="+mn-lt"/>
              </a:rPr>
              <a:t> and </a:t>
            </a:r>
            <a:r>
              <a:rPr lang="en-US" sz="2000">
                <a:solidFill>
                  <a:srgbClr val="222222"/>
                </a:solidFill>
                <a:latin typeface="Consolas" panose="020B0609020204030204" pitchFamily="49" charset="0"/>
              </a:rPr>
              <a:t>Subtract</a:t>
            </a:r>
            <a:r>
              <a:rPr lang="en-US" sz="2000" b="0" i="0">
                <a:solidFill>
                  <a:srgbClr val="222222"/>
                </a:solidFill>
                <a:effectLst/>
                <a:latin typeface="+mn-lt"/>
              </a:rPr>
              <a:t>.</a:t>
            </a:r>
          </a:p>
          <a:p>
            <a:pPr marL="457200" indent="-457200" algn="l">
              <a:spcBef>
                <a:spcPts val="0"/>
              </a:spcBef>
              <a:spcAft>
                <a:spcPts val="0"/>
              </a:spcAft>
              <a:buAutoNum type="arabicPeriod"/>
            </a:pPr>
            <a:r>
              <a:rPr lang="en-US" sz="2000">
                <a:solidFill>
                  <a:srgbClr val="222222"/>
                </a:solidFill>
                <a:latin typeface="+mn-lt"/>
              </a:rPr>
              <a:t>Each method should handle two double variable types as input parameters</a:t>
            </a:r>
          </a:p>
          <a:p>
            <a:pPr marL="457200" indent="-457200" algn="l">
              <a:spcBef>
                <a:spcPts val="0"/>
              </a:spcBef>
              <a:spcAft>
                <a:spcPts val="0"/>
              </a:spcAft>
              <a:buAutoNum type="arabicPeriod"/>
            </a:pPr>
            <a:r>
              <a:rPr lang="en-US" sz="2000" b="0" i="0">
                <a:solidFill>
                  <a:srgbClr val="222222"/>
                </a:solidFill>
                <a:effectLst/>
                <a:latin typeface="+mn-lt"/>
              </a:rPr>
              <a:t>The result of the method should be of type double rounded by two decimal places</a:t>
            </a:r>
          </a:p>
          <a:p>
            <a:pPr marL="457200" indent="-457200" algn="l">
              <a:spcBef>
                <a:spcPts val="0"/>
              </a:spcBef>
              <a:spcAft>
                <a:spcPts val="0"/>
              </a:spcAft>
              <a:buAutoNum type="arabicPeriod"/>
            </a:pPr>
            <a:r>
              <a:rPr lang="en-US" sz="2000">
                <a:solidFill>
                  <a:srgbClr val="222222"/>
                </a:solidFill>
                <a:latin typeface="+mn-lt"/>
              </a:rPr>
              <a:t>Do not provide any method implementation</a:t>
            </a:r>
          </a:p>
          <a:p>
            <a:pPr marL="0" indent="0" algn="l">
              <a:spcBef>
                <a:spcPts val="0"/>
              </a:spcBef>
              <a:spcAft>
                <a:spcPts val="600"/>
              </a:spcAft>
              <a:buNone/>
            </a:pPr>
            <a:endParaRPr lang="en-US" sz="2000" b="0" i="0">
              <a:solidFill>
                <a:srgbClr val="222222"/>
              </a:solidFill>
              <a:effectLst/>
              <a:latin typeface="+mn-lt"/>
            </a:endParaRPr>
          </a:p>
          <a:p>
            <a:pPr marL="0" indent="0" algn="l">
              <a:spcBef>
                <a:spcPts val="0"/>
              </a:spcBef>
              <a:spcAft>
                <a:spcPts val="0"/>
              </a:spcAft>
              <a:buNone/>
            </a:pPr>
            <a:r>
              <a:rPr lang="en-US" sz="2000">
                <a:solidFill>
                  <a:srgbClr val="222222"/>
                </a:solidFill>
                <a:latin typeface="+mn-lt"/>
              </a:rPr>
              <a:t>Create a unit test project and think of possible test scenarios.</a:t>
            </a:r>
          </a:p>
          <a:p>
            <a:pPr marL="457200" indent="-457200">
              <a:spcBef>
                <a:spcPts val="0"/>
              </a:spcBef>
              <a:spcAft>
                <a:spcPts val="600"/>
              </a:spcAft>
              <a:buFont typeface="+mj-lt"/>
              <a:buAutoNum type="arabicPeriod"/>
            </a:pPr>
            <a:r>
              <a:rPr lang="en-US" sz="2000" err="1">
                <a:latin typeface="+mn-lt"/>
              </a:rPr>
              <a:t>MSTest</a:t>
            </a:r>
            <a:r>
              <a:rPr lang="en-US" sz="2000">
                <a:latin typeface="+mn-lt"/>
              </a:rPr>
              <a:t> </a:t>
            </a:r>
            <a:r>
              <a:rPr lang="en-US" sz="2000" b="0" i="0">
                <a:effectLst/>
                <a:latin typeface="+mn-lt"/>
              </a:rPr>
              <a:t>should be considered as projects unit testing framework</a:t>
            </a:r>
          </a:p>
          <a:p>
            <a:pPr marL="457200" indent="-457200">
              <a:spcBef>
                <a:spcPts val="0"/>
              </a:spcBef>
              <a:spcAft>
                <a:spcPts val="600"/>
              </a:spcAft>
              <a:buAutoNum type="arabicPeriod"/>
            </a:pPr>
            <a:r>
              <a:rPr lang="en-US" sz="2000">
                <a:latin typeface="+mn-lt"/>
              </a:rPr>
              <a:t>Your first unit tests should be based on </a:t>
            </a:r>
            <a:r>
              <a:rPr lang="en-US" sz="2000" err="1">
                <a:latin typeface="+mn-lt"/>
              </a:rPr>
              <a:t>MSTest</a:t>
            </a:r>
            <a:r>
              <a:rPr lang="en-US" sz="2000">
                <a:latin typeface="+mn-lt"/>
              </a:rPr>
              <a:t> </a:t>
            </a:r>
            <a:r>
              <a:rPr lang="en-US" sz="2000">
                <a:latin typeface="+mn-lt"/>
                <a:hlinkClick r:id="rId3"/>
              </a:rPr>
              <a:t>Assert class</a:t>
            </a:r>
            <a:endParaRPr lang="en-US" sz="2000">
              <a:latin typeface="+mn-lt"/>
            </a:endParaRPr>
          </a:p>
          <a:p>
            <a:pPr marL="457200" indent="-457200">
              <a:spcBef>
                <a:spcPts val="0"/>
              </a:spcBef>
              <a:spcAft>
                <a:spcPts val="600"/>
              </a:spcAft>
              <a:buAutoNum type="arabicPeriod"/>
            </a:pPr>
            <a:r>
              <a:rPr lang="en-US" sz="2000">
                <a:latin typeface="+mn-lt"/>
              </a:rPr>
              <a:t>Create unit tests to cover not implemented methods – </a:t>
            </a:r>
            <a:r>
              <a:rPr lang="en-US" sz="2000" b="1">
                <a:latin typeface="+mn-lt"/>
              </a:rPr>
              <a:t>Add</a:t>
            </a:r>
            <a:r>
              <a:rPr lang="en-US" sz="2000">
                <a:latin typeface="+mn-lt"/>
              </a:rPr>
              <a:t> and </a:t>
            </a:r>
            <a:r>
              <a:rPr lang="en-US" sz="2000" b="1">
                <a:latin typeface="+mn-lt"/>
              </a:rPr>
              <a:t>Subtract</a:t>
            </a:r>
          </a:p>
          <a:p>
            <a:pPr marL="457200" indent="-457200">
              <a:spcBef>
                <a:spcPts val="0"/>
              </a:spcBef>
              <a:spcAft>
                <a:spcPts val="600"/>
              </a:spcAft>
              <a:buFont typeface="Arial" panose="020B0604020202020204" pitchFamily="34" charset="0"/>
              <a:buAutoNum type="arabicPeriod"/>
            </a:pPr>
            <a:r>
              <a:rPr lang="en-US" sz="2000">
                <a:latin typeface="+mn-lt"/>
              </a:rPr>
              <a:t>Check your unit tests – should fail</a:t>
            </a:r>
          </a:p>
          <a:p>
            <a:pPr marL="457200" indent="-457200">
              <a:spcBef>
                <a:spcPts val="0"/>
              </a:spcBef>
              <a:spcAft>
                <a:spcPts val="600"/>
              </a:spcAft>
              <a:buAutoNum type="arabicPeriod"/>
            </a:pPr>
            <a:r>
              <a:rPr lang="en-US" sz="2000">
                <a:latin typeface="+mn-lt"/>
              </a:rPr>
              <a:t>Provide an implementation</a:t>
            </a:r>
          </a:p>
          <a:p>
            <a:pPr marL="457200" indent="-457200">
              <a:spcBef>
                <a:spcPts val="0"/>
              </a:spcBef>
              <a:spcAft>
                <a:spcPts val="600"/>
              </a:spcAft>
              <a:buAutoNum type="arabicPeriod"/>
            </a:pPr>
            <a:r>
              <a:rPr lang="en-US" sz="2000">
                <a:latin typeface="+mn-lt"/>
              </a:rPr>
              <a:t>Check your unit tests – should pass, otherwise go to step 5</a:t>
            </a:r>
            <a:endParaRPr lang="en-US" sz="2000" b="0" i="0">
              <a:solidFill>
                <a:srgbClr val="222222"/>
              </a:solidFill>
              <a:effectLst/>
              <a:latin typeface="+mn-lt"/>
            </a:endParaRPr>
          </a:p>
          <a:p>
            <a:pPr marL="0" indent="0" algn="just">
              <a:buNone/>
            </a:pPr>
            <a:endParaRPr lang="en-GB" sz="2400">
              <a:solidFill>
                <a:schemeClr val="accent2"/>
              </a:solidFill>
              <a:latin typeface="+mn-lt"/>
            </a:endParaRPr>
          </a:p>
          <a:p>
            <a:pPr marL="0" indent="0" algn="just">
              <a:buNone/>
            </a:pPr>
            <a:endParaRPr lang="en-US" sz="2400">
              <a:solidFill>
                <a:schemeClr val="accent2"/>
              </a:solidFill>
              <a:latin typeface="+mn-lt"/>
            </a:endParaRPr>
          </a:p>
          <a:p>
            <a:pPr marL="0" indent="0" algn="just">
              <a:buNone/>
            </a:pPr>
            <a:endParaRPr lang="en-US" sz="2400">
              <a:solidFill>
                <a:schemeClr val="accent2"/>
              </a:solidFill>
              <a:latin typeface="+mn-lt"/>
            </a:endParaRPr>
          </a:p>
          <a:p>
            <a:pPr marL="0" indent="0" algn="just">
              <a:buNone/>
            </a:pPr>
            <a:endParaRPr lang="en-US" sz="2400">
              <a:solidFill>
                <a:schemeClr val="accent2"/>
              </a:solidFill>
              <a:latin typeface="+mn-lt"/>
            </a:endParaRPr>
          </a:p>
          <a:p>
            <a:pPr marL="0" indent="0" algn="just">
              <a:buNone/>
            </a:pPr>
            <a:endParaRPr lang="en-US" sz="2400">
              <a:solidFill>
                <a:schemeClr val="accent2"/>
              </a:solidFill>
              <a:latin typeface="+mn-lt"/>
            </a:endParaRPr>
          </a:p>
          <a:p>
            <a:pPr marL="0" indent="0" algn="just">
              <a:buNone/>
            </a:pPr>
            <a:endParaRPr lang="en-US" sz="2400">
              <a:solidFill>
                <a:schemeClr val="accent2"/>
              </a:solidFill>
              <a:latin typeface="+mn-lt"/>
            </a:endParaRPr>
          </a:p>
        </p:txBody>
      </p:sp>
      <p:pic>
        <p:nvPicPr>
          <p:cNvPr id="6" name="Graphic 5" descr="Flask">
            <a:extLst>
              <a:ext uri="{FF2B5EF4-FFF2-40B4-BE49-F238E27FC236}">
                <a16:creationId xmlns:a16="http://schemas.microsoft.com/office/drawing/2014/main" id="{38AEDD3A-F26B-42AD-8EB9-44D7399621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37281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The FIRST UNIT TEST</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PRACTIcE 1</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l">
              <a:spcBef>
                <a:spcPts val="0"/>
              </a:spcBef>
              <a:spcAft>
                <a:spcPts val="0"/>
              </a:spcAft>
              <a:buNone/>
            </a:pPr>
            <a:r>
              <a:rPr lang="en-US" sz="2000" b="0" i="0">
                <a:solidFill>
                  <a:srgbClr val="222222"/>
                </a:solidFill>
                <a:effectLst/>
                <a:latin typeface="+mn-lt"/>
              </a:rPr>
              <a:t>Let’s migrate from Assert Class to Shouldly - please provide a refactoring for all the unit tests in your project.</a:t>
            </a:r>
          </a:p>
          <a:p>
            <a:pPr marL="457200" indent="-457200">
              <a:spcBef>
                <a:spcPts val="0"/>
              </a:spcBef>
              <a:spcAft>
                <a:spcPts val="600"/>
              </a:spcAft>
              <a:buFont typeface="+mj-lt"/>
              <a:buAutoNum type="arabicPeriod" startAt="7"/>
            </a:pPr>
            <a:r>
              <a:rPr lang="en-US" sz="2000">
                <a:solidFill>
                  <a:srgbClr val="222222"/>
                </a:solidFill>
                <a:latin typeface="+mn-lt"/>
              </a:rPr>
              <a:t>Install Shouldly NuGet package dependency into your test project </a:t>
            </a:r>
            <a:r>
              <a:rPr lang="ru-UA" sz="2000">
                <a:solidFill>
                  <a:srgbClr val="222222"/>
                </a:solidFill>
                <a:latin typeface="+mn-lt"/>
              </a:rPr>
              <a:t>– </a:t>
            </a:r>
            <a:r>
              <a:rPr lang="en-GB" sz="2000" b="1">
                <a:solidFill>
                  <a:srgbClr val="222222"/>
                </a:solidFill>
                <a:latin typeface="+mn-lt"/>
              </a:rPr>
              <a:t>version 3.0.2</a:t>
            </a:r>
            <a:endParaRPr lang="en-US" sz="2000" b="1">
              <a:solidFill>
                <a:srgbClr val="222222"/>
              </a:solidFill>
              <a:latin typeface="+mn-lt"/>
            </a:endParaRPr>
          </a:p>
          <a:p>
            <a:pPr marL="457200" indent="-457200">
              <a:spcBef>
                <a:spcPts val="0"/>
              </a:spcBef>
              <a:spcAft>
                <a:spcPts val="600"/>
              </a:spcAft>
              <a:buAutoNum type="arabicPeriod" startAt="7"/>
            </a:pPr>
            <a:r>
              <a:rPr lang="en-US" sz="2000">
                <a:solidFill>
                  <a:srgbClr val="222222"/>
                </a:solidFill>
                <a:latin typeface="+mn-lt"/>
              </a:rPr>
              <a:t>Replace Assert invocation with Shouldly syntax.</a:t>
            </a:r>
            <a:endParaRPr lang="ru-UA" sz="2000">
              <a:solidFill>
                <a:srgbClr val="222222"/>
              </a:solidFill>
              <a:latin typeface="+mn-lt"/>
            </a:endParaRPr>
          </a:p>
          <a:p>
            <a:pPr marL="457200" indent="-457200">
              <a:spcBef>
                <a:spcPts val="0"/>
              </a:spcBef>
              <a:spcAft>
                <a:spcPts val="600"/>
              </a:spcAft>
              <a:buAutoNum type="arabicPeriod" startAt="7"/>
            </a:pPr>
            <a:r>
              <a:rPr lang="en-US" sz="2000">
                <a:solidFill>
                  <a:srgbClr val="222222"/>
                </a:solidFill>
                <a:latin typeface="+mn-lt"/>
              </a:rPr>
              <a:t>Make sure that your tests are still working</a:t>
            </a:r>
          </a:p>
          <a:p>
            <a:pPr marL="0" indent="0" algn="just">
              <a:buNone/>
            </a:pPr>
            <a:endParaRPr lang="en-GB" sz="2400">
              <a:solidFill>
                <a:schemeClr val="accent2"/>
              </a:solidFill>
              <a:latin typeface="+mn-lt"/>
            </a:endParaRPr>
          </a:p>
          <a:p>
            <a:pPr marL="0" indent="0" algn="just">
              <a:buNone/>
            </a:pPr>
            <a:endParaRPr lang="en-US" sz="2400">
              <a:solidFill>
                <a:schemeClr val="accent2"/>
              </a:solidFill>
              <a:latin typeface="+mn-lt"/>
            </a:endParaRPr>
          </a:p>
          <a:p>
            <a:pPr marL="0" indent="0" algn="just">
              <a:buNone/>
            </a:pPr>
            <a:endParaRPr lang="en-US" sz="2400">
              <a:solidFill>
                <a:schemeClr val="accent2"/>
              </a:solidFill>
              <a:latin typeface="+mn-lt"/>
            </a:endParaRPr>
          </a:p>
          <a:p>
            <a:pPr marL="0" indent="0" algn="just">
              <a:buNone/>
            </a:pPr>
            <a:endParaRPr lang="en-US" sz="2400">
              <a:solidFill>
                <a:schemeClr val="accent2"/>
              </a:solidFill>
              <a:latin typeface="+mn-lt"/>
            </a:endParaRPr>
          </a:p>
          <a:p>
            <a:pPr marL="0" indent="0" algn="just">
              <a:buNone/>
            </a:pPr>
            <a:endParaRPr lang="en-US" sz="2400">
              <a:solidFill>
                <a:schemeClr val="accent2"/>
              </a:solidFill>
              <a:latin typeface="+mn-lt"/>
            </a:endParaRPr>
          </a:p>
          <a:p>
            <a:pPr marL="0" indent="0" algn="just">
              <a:buNone/>
            </a:pPr>
            <a:endParaRPr lang="en-US" sz="2400">
              <a:solidFill>
                <a:schemeClr val="accent2"/>
              </a:solidFill>
              <a:latin typeface="+mn-lt"/>
            </a:endParaRPr>
          </a:p>
        </p:txBody>
      </p:sp>
      <p:pic>
        <p:nvPicPr>
          <p:cNvPr id="6" name="Graphic 5" descr="Flask">
            <a:extLst>
              <a:ext uri="{FF2B5EF4-FFF2-40B4-BE49-F238E27FC236}">
                <a16:creationId xmlns:a16="http://schemas.microsoft.com/office/drawing/2014/main" id="{38AEDD3A-F26B-42AD-8EB9-44D7399621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623451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The FIRST UNIT TEST</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a:solidFill>
                  <a:srgbClr val="212121"/>
                </a:solidFill>
                <a:ea typeface="ＭＳ Ｐゴシック"/>
              </a:rPr>
              <a:t>PRACTIcE</a:t>
            </a:r>
            <a:r>
              <a:rPr lang="en-US" b="0" i="0">
                <a:solidFill>
                  <a:srgbClr val="212121"/>
                </a:solidFill>
                <a:effectLst/>
                <a:latin typeface="Roboto"/>
                <a:ea typeface="ＭＳ Ｐゴシック"/>
              </a:rPr>
              <a:t> </a:t>
            </a:r>
            <a:r>
              <a:rPr lang="en-US">
                <a:solidFill>
                  <a:srgbClr val="212121"/>
                </a:solidFill>
                <a:ea typeface="ＭＳ Ｐゴシック"/>
              </a:rPr>
              <a:t>1</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321302" y="1780973"/>
            <a:ext cx="13142912" cy="4568825"/>
          </a:xfrm>
        </p:spPr>
        <p:txBody>
          <a:bodyPr vert="horz" lIns="0" tIns="0" rIns="0" bIns="0" rtlCol="0">
            <a:noAutofit/>
          </a:bodyPr>
          <a:lstStyle/>
          <a:p>
            <a:pPr marL="0" indent="0">
              <a:spcBef>
                <a:spcPts val="0"/>
              </a:spcBef>
              <a:spcAft>
                <a:spcPts val="0"/>
              </a:spcAft>
              <a:buNone/>
            </a:pP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Calculator</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private</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const</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_decimalPlaces = 2;</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Add(</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value1,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value2)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return</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Math</a:t>
            </a:r>
            <a:r>
              <a:rPr lang="en-US" sz="1200">
                <a:solidFill>
                  <a:srgbClr val="000000"/>
                </a:solidFill>
                <a:latin typeface="Consolas" panose="020B0609020204030204" pitchFamily="49" charset="0"/>
              </a:rPr>
              <a:t>.Round(value1 + value2, _decimalPlaces);</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Subtract(</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value1,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value2)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return</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Math</a:t>
            </a:r>
            <a:r>
              <a:rPr lang="en-US" sz="1200">
                <a:solidFill>
                  <a:srgbClr val="000000"/>
                </a:solidFill>
                <a:latin typeface="Consolas" panose="020B0609020204030204" pitchFamily="49" charset="0"/>
              </a:rPr>
              <a:t>.Round(value1 - value2, _decimalPlaces);</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a:t>
            </a:r>
          </a:p>
          <a:p>
            <a:pPr marL="0" indent="0">
              <a:spcBef>
                <a:spcPts val="0"/>
              </a:spcBef>
              <a:spcAft>
                <a:spcPts val="0"/>
              </a:spcAft>
              <a:buNone/>
            </a:pPr>
            <a:endParaRPr lang="en-US" sz="1100" b="0" i="0">
              <a:solidFill>
                <a:srgbClr val="000000"/>
              </a:solidFill>
              <a:effectLst/>
              <a:latin typeface="Consolas" panose="020B0609020204030204" pitchFamily="49" charset="0"/>
            </a:endParaRPr>
          </a:p>
          <a:p>
            <a:pPr marL="0" indent="0" algn="just">
              <a:buNone/>
            </a:pPr>
            <a:endParaRPr lang="en-GB"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p:txBody>
      </p:sp>
      <p:sp>
        <p:nvSpPr>
          <p:cNvPr id="6" name="TextBox 5">
            <a:extLst>
              <a:ext uri="{FF2B5EF4-FFF2-40B4-BE49-F238E27FC236}">
                <a16:creationId xmlns:a16="http://schemas.microsoft.com/office/drawing/2014/main" id="{72B89877-5CE0-4C3F-9AA3-9DB72AD9126D}"/>
              </a:ext>
            </a:extLst>
          </p:cNvPr>
          <p:cNvSpPr txBox="1"/>
          <p:nvPr/>
        </p:nvSpPr>
        <p:spPr>
          <a:xfrm>
            <a:off x="5903110" y="1621485"/>
            <a:ext cx="5602941" cy="4568178"/>
          </a:xfrm>
          <a:prstGeom prst="rect">
            <a:avLst/>
          </a:prstGeom>
          <a:noFill/>
        </p:spPr>
        <p:txBody>
          <a:bodyPr wrap="none" lIns="0" tIns="0" rIns="0" bIns="0" rtlCol="0">
            <a:noAutofit/>
          </a:bodyPr>
          <a:lstStyle/>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TestClass</a:t>
            </a:r>
            <a:r>
              <a:rPr lang="en-US" sz="1100" noProof="1">
                <a:solidFill>
                  <a:srgbClr val="000000"/>
                </a:solidFill>
                <a:latin typeface="Consolas" panose="020B0609020204030204" pitchFamily="49" charset="0"/>
              </a:rPr>
              <a:t>]</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public</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class</a:t>
            </a: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CalculatorTest</a:t>
            </a:r>
            <a:r>
              <a:rPr lang="en-US" sz="1100" noProof="1">
                <a:solidFill>
                  <a:srgbClr val="000000"/>
                </a:solidFill>
                <a:latin typeface="Consolas" panose="020B0609020204030204" pitchFamily="49" charset="0"/>
              </a:rPr>
              <a:t> {</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private</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readonly</a:t>
            </a: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Calculator</a:t>
            </a:r>
            <a:r>
              <a:rPr lang="en-US" sz="1100" noProof="1">
                <a:solidFill>
                  <a:srgbClr val="000000"/>
                </a:solidFill>
                <a:latin typeface="Consolas" panose="020B0609020204030204" pitchFamily="49" charset="0"/>
              </a:rPr>
              <a:t> _calculator = </a:t>
            </a:r>
            <a:r>
              <a:rPr lang="en-US" sz="1100" noProof="1">
                <a:solidFill>
                  <a:srgbClr val="0000FF"/>
                </a:solidFill>
                <a:latin typeface="Consolas" panose="020B0609020204030204" pitchFamily="49" charset="0"/>
              </a:rPr>
              <a:t>new</a:t>
            </a: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Calculator</a:t>
            </a:r>
            <a:r>
              <a:rPr lang="en-US" sz="1100" noProof="1">
                <a:solidFill>
                  <a:srgbClr val="000000"/>
                </a:solidFill>
                <a:latin typeface="Consolas" panose="020B0609020204030204" pitchFamily="49" charset="0"/>
              </a:rPr>
              <a:t>();</a:t>
            </a:r>
          </a:p>
          <a:p>
            <a:endParaRPr lang="en-US" sz="1100" noProof="1">
              <a:solidFill>
                <a:srgbClr val="000000"/>
              </a:solidFill>
              <a:latin typeface="Consolas" panose="020B0609020204030204" pitchFamily="49" charset="0"/>
            </a:endParaRPr>
          </a:p>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TestMethod</a:t>
            </a:r>
            <a:r>
              <a:rPr lang="en-US" sz="1100" noProof="1">
                <a:solidFill>
                  <a:srgbClr val="000000"/>
                </a:solidFill>
                <a:latin typeface="Consolas" panose="020B0609020204030204" pitchFamily="49" charset="0"/>
              </a:rPr>
              <a:t>]</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public</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void</a:t>
            </a:r>
            <a:r>
              <a:rPr lang="en-US" sz="1100" noProof="1">
                <a:solidFill>
                  <a:srgbClr val="000000"/>
                </a:solidFill>
                <a:latin typeface="Consolas" panose="020B0609020204030204" pitchFamily="49" charset="0"/>
              </a:rPr>
              <a:t> TestThatAddMethodWorksWithPositiveNumbers() {</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double</a:t>
            </a:r>
            <a:r>
              <a:rPr lang="en-US" sz="1100" noProof="1">
                <a:solidFill>
                  <a:srgbClr val="000000"/>
                </a:solidFill>
                <a:latin typeface="Consolas" panose="020B0609020204030204" pitchFamily="49" charset="0"/>
              </a:rPr>
              <a:t> result = _calculator.Add(2.5689, 6.3896);</a:t>
            </a:r>
          </a:p>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Assert</a:t>
            </a:r>
            <a:r>
              <a:rPr lang="en-US" sz="1100" noProof="1">
                <a:solidFill>
                  <a:srgbClr val="000000"/>
                </a:solidFill>
                <a:latin typeface="Consolas" panose="020B0609020204030204" pitchFamily="49" charset="0"/>
              </a:rPr>
              <a:t>.AreEqual(8.96, result);</a:t>
            </a:r>
          </a:p>
          <a:p>
            <a:r>
              <a:rPr lang="en-US" sz="1100" noProof="1">
                <a:solidFill>
                  <a:srgbClr val="000000"/>
                </a:solidFill>
                <a:latin typeface="Consolas" panose="020B0609020204030204" pitchFamily="49" charset="0"/>
              </a:rPr>
              <a:t>        }</a:t>
            </a:r>
          </a:p>
          <a:p>
            <a:endParaRPr lang="en-US" sz="1100" noProof="1">
              <a:solidFill>
                <a:srgbClr val="000000"/>
              </a:solidFill>
              <a:latin typeface="Consolas" panose="020B0609020204030204" pitchFamily="49" charset="0"/>
            </a:endParaRPr>
          </a:p>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TestMethod</a:t>
            </a:r>
            <a:r>
              <a:rPr lang="en-US" sz="1100" noProof="1">
                <a:solidFill>
                  <a:srgbClr val="000000"/>
                </a:solidFill>
                <a:latin typeface="Consolas" panose="020B0609020204030204" pitchFamily="49" charset="0"/>
              </a:rPr>
              <a:t>]</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public</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void</a:t>
            </a:r>
            <a:r>
              <a:rPr lang="en-US" sz="1100" noProof="1">
                <a:solidFill>
                  <a:srgbClr val="000000"/>
                </a:solidFill>
                <a:latin typeface="Consolas" panose="020B0609020204030204" pitchFamily="49" charset="0"/>
              </a:rPr>
              <a:t> TestThatAddMethodWorksWithNegativeNumbers() {</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double</a:t>
            </a:r>
            <a:r>
              <a:rPr lang="en-US" sz="1100" noProof="1">
                <a:solidFill>
                  <a:srgbClr val="000000"/>
                </a:solidFill>
                <a:latin typeface="Consolas" panose="020B0609020204030204" pitchFamily="49" charset="0"/>
              </a:rPr>
              <a:t> result = _calculator.Add(-2.5689, -6.3896);</a:t>
            </a:r>
          </a:p>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Assert</a:t>
            </a:r>
            <a:r>
              <a:rPr lang="en-US" sz="1100" noProof="1">
                <a:solidFill>
                  <a:srgbClr val="000000"/>
                </a:solidFill>
                <a:latin typeface="Consolas" panose="020B0609020204030204" pitchFamily="49" charset="0"/>
              </a:rPr>
              <a:t>.AreEqual(-8.96, result);</a:t>
            </a:r>
          </a:p>
          <a:p>
            <a:r>
              <a:rPr lang="en-US" sz="1100" noProof="1">
                <a:solidFill>
                  <a:srgbClr val="000000"/>
                </a:solidFill>
                <a:latin typeface="Consolas" panose="020B0609020204030204" pitchFamily="49" charset="0"/>
              </a:rPr>
              <a:t>        }</a:t>
            </a:r>
          </a:p>
          <a:p>
            <a:endParaRPr lang="en-US" sz="1100" noProof="1">
              <a:solidFill>
                <a:srgbClr val="000000"/>
              </a:solidFill>
              <a:latin typeface="Consolas" panose="020B0609020204030204" pitchFamily="49" charset="0"/>
            </a:endParaRPr>
          </a:p>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TestMethod</a:t>
            </a:r>
            <a:r>
              <a:rPr lang="en-US" sz="1100" noProof="1">
                <a:solidFill>
                  <a:srgbClr val="000000"/>
                </a:solidFill>
                <a:latin typeface="Consolas" panose="020B0609020204030204" pitchFamily="49" charset="0"/>
              </a:rPr>
              <a:t>]</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public</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void</a:t>
            </a:r>
            <a:r>
              <a:rPr lang="en-US" sz="1100" noProof="1">
                <a:solidFill>
                  <a:srgbClr val="000000"/>
                </a:solidFill>
                <a:latin typeface="Consolas" panose="020B0609020204030204" pitchFamily="49" charset="0"/>
              </a:rPr>
              <a:t> TestThatSubtractMethodWorksPositiveNumbers() {</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double</a:t>
            </a:r>
            <a:r>
              <a:rPr lang="en-US" sz="1100" noProof="1">
                <a:solidFill>
                  <a:srgbClr val="000000"/>
                </a:solidFill>
                <a:latin typeface="Consolas" panose="020B0609020204030204" pitchFamily="49" charset="0"/>
              </a:rPr>
              <a:t> result = _calculator.Subtract(2.5689, 6.3896);</a:t>
            </a:r>
          </a:p>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Assert</a:t>
            </a:r>
            <a:r>
              <a:rPr lang="en-US" sz="1100" noProof="1">
                <a:solidFill>
                  <a:srgbClr val="000000"/>
                </a:solidFill>
                <a:latin typeface="Consolas" panose="020B0609020204030204" pitchFamily="49" charset="0"/>
              </a:rPr>
              <a:t>.AreEqual(-3.82, result);</a:t>
            </a:r>
          </a:p>
          <a:p>
            <a:r>
              <a:rPr lang="en-US" sz="1100" noProof="1">
                <a:solidFill>
                  <a:srgbClr val="000000"/>
                </a:solidFill>
                <a:latin typeface="Consolas" panose="020B0609020204030204" pitchFamily="49" charset="0"/>
              </a:rPr>
              <a:t>        }</a:t>
            </a:r>
          </a:p>
          <a:p>
            <a:endParaRPr lang="en-US" sz="1100" noProof="1">
              <a:solidFill>
                <a:srgbClr val="000000"/>
              </a:solidFill>
              <a:latin typeface="Consolas" panose="020B0609020204030204" pitchFamily="49" charset="0"/>
            </a:endParaRPr>
          </a:p>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TestMethod</a:t>
            </a:r>
            <a:r>
              <a:rPr lang="en-US" sz="1100" noProof="1">
                <a:solidFill>
                  <a:srgbClr val="000000"/>
                </a:solidFill>
                <a:latin typeface="Consolas" panose="020B0609020204030204" pitchFamily="49" charset="0"/>
              </a:rPr>
              <a:t>]</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public</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void</a:t>
            </a:r>
            <a:r>
              <a:rPr lang="en-US" sz="1100" noProof="1">
                <a:solidFill>
                  <a:srgbClr val="000000"/>
                </a:solidFill>
                <a:latin typeface="Consolas" panose="020B0609020204030204" pitchFamily="49" charset="0"/>
              </a:rPr>
              <a:t> TestThatSubtractMethodWorksNegativeNumbers() {</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double</a:t>
            </a:r>
            <a:r>
              <a:rPr lang="en-US" sz="1100" noProof="1">
                <a:solidFill>
                  <a:srgbClr val="000000"/>
                </a:solidFill>
                <a:latin typeface="Consolas" panose="020B0609020204030204" pitchFamily="49" charset="0"/>
              </a:rPr>
              <a:t> result = _calculator.Subtract(-2.5689, -6.3896);</a:t>
            </a:r>
          </a:p>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Assert</a:t>
            </a:r>
            <a:r>
              <a:rPr lang="en-US" sz="1100" noProof="1">
                <a:solidFill>
                  <a:srgbClr val="000000"/>
                </a:solidFill>
                <a:latin typeface="Consolas" panose="020B0609020204030204" pitchFamily="49" charset="0"/>
              </a:rPr>
              <a:t>.AreEqual(3.82, result);</a:t>
            </a:r>
          </a:p>
          <a:p>
            <a:r>
              <a:rPr lang="en-US" sz="1100" noProof="1">
                <a:solidFill>
                  <a:srgbClr val="000000"/>
                </a:solidFill>
                <a:latin typeface="Consolas" panose="020B0609020204030204" pitchFamily="49" charset="0"/>
              </a:rPr>
              <a:t>        }</a:t>
            </a:r>
          </a:p>
          <a:p>
            <a:r>
              <a:rPr lang="en-US" sz="1100" noProof="1">
                <a:solidFill>
                  <a:srgbClr val="000000"/>
                </a:solidFill>
                <a:latin typeface="Consolas" panose="020B0609020204030204" pitchFamily="49" charset="0"/>
              </a:rPr>
              <a:t>    }</a:t>
            </a:r>
            <a:endParaRPr lang="en-US" sz="200" b="0" i="0" noProof="1">
              <a:solidFill>
                <a:srgbClr val="222222"/>
              </a:solidFill>
              <a:effectLst/>
              <a:latin typeface="Source Sans Pro" panose="020B0503030403020204" pitchFamily="34" charset="0"/>
            </a:endParaRPr>
          </a:p>
        </p:txBody>
      </p:sp>
      <p:pic>
        <p:nvPicPr>
          <p:cNvPr id="7" name="Graphic 6" descr="Flask">
            <a:extLst>
              <a:ext uri="{FF2B5EF4-FFF2-40B4-BE49-F238E27FC236}">
                <a16:creationId xmlns:a16="http://schemas.microsoft.com/office/drawing/2014/main" id="{3A972CA8-45E7-4028-9DD9-3FBC615645B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94303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REFACTOR YOUR FIRST UNIT TEST</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latin typeface="Roboto"/>
              </a:rPr>
              <a:t>PRACTIcE 1</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49139" y="1621485"/>
            <a:ext cx="10856912" cy="4568825"/>
          </a:xfrm>
        </p:spPr>
        <p:txBody>
          <a:bodyPr vert="horz" lIns="0" tIns="0" rIns="0" bIns="0" rtlCol="0">
            <a:noAutofit/>
          </a:bodyPr>
          <a:lstStyle/>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TestClass</a:t>
            </a:r>
            <a:r>
              <a:rPr lang="en-US" sz="1200" noProof="1">
                <a:solidFill>
                  <a:srgbClr val="000000"/>
                </a:solidFill>
                <a:latin typeface="Consolas" panose="020B0609020204030204" pitchFamily="49" charset="0"/>
              </a:rPr>
              <a:t>]</a:t>
            </a: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public</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class</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CalculatorTest</a:t>
            </a:r>
            <a:r>
              <a:rPr lang="en-US" sz="1200" noProof="1">
                <a:solidFill>
                  <a:srgbClr val="000000"/>
                </a:solidFill>
                <a:latin typeface="Consolas" panose="020B0609020204030204" pitchFamily="49" charset="0"/>
              </a:rPr>
              <a:t> {</a:t>
            </a: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private</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readonly</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Calculator</a:t>
            </a:r>
            <a:r>
              <a:rPr lang="en-US" sz="1200" noProof="1">
                <a:solidFill>
                  <a:srgbClr val="000000"/>
                </a:solidFill>
                <a:latin typeface="Consolas" panose="020B0609020204030204" pitchFamily="49" charset="0"/>
              </a:rPr>
              <a:t> _calculator = </a:t>
            </a:r>
            <a:r>
              <a:rPr lang="en-US" sz="1200" noProof="1">
                <a:solidFill>
                  <a:srgbClr val="0000FF"/>
                </a:solidFill>
                <a:latin typeface="Consolas" panose="020B0609020204030204" pitchFamily="49" charset="0"/>
              </a:rPr>
              <a:t>new</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Calculator</a:t>
            </a:r>
            <a:r>
              <a:rPr lang="en-US" sz="1200" noProof="1">
                <a:solidFill>
                  <a:srgbClr val="000000"/>
                </a:solidFill>
                <a:latin typeface="Consolas" panose="020B0609020204030204" pitchFamily="49" charset="0"/>
              </a:rPr>
              <a:t>();</a:t>
            </a:r>
          </a:p>
          <a:p>
            <a:pPr marL="0" indent="0">
              <a:spcBef>
                <a:spcPts val="0"/>
              </a:spcBef>
              <a:spcAft>
                <a:spcPts val="0"/>
              </a:spcAft>
              <a:buNone/>
            </a:pPr>
            <a:endParaRPr lang="en-US" sz="1200" noProof="1">
              <a:solidFill>
                <a:srgbClr val="000000"/>
              </a:solidFill>
              <a:latin typeface="Consolas" panose="020B0609020204030204" pitchFamily="49" charset="0"/>
            </a:endParaRP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TestMethod</a:t>
            </a:r>
            <a:r>
              <a:rPr lang="en-US" sz="1200" noProof="1">
                <a:solidFill>
                  <a:srgbClr val="000000"/>
                </a:solidFill>
                <a:latin typeface="Consolas" panose="020B0609020204030204" pitchFamily="49" charset="0"/>
              </a:rPr>
              <a:t>]</a:t>
            </a: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public</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void</a:t>
            </a:r>
            <a:r>
              <a:rPr lang="en-US" sz="1200" noProof="1">
                <a:solidFill>
                  <a:srgbClr val="000000"/>
                </a:solidFill>
                <a:latin typeface="Consolas" panose="020B0609020204030204" pitchFamily="49" charset="0"/>
              </a:rPr>
              <a:t> TestThatAddMethodWorksWithPositiveNumbers() {</a:t>
            </a:r>
          </a:p>
          <a:p>
            <a:pPr marL="0" indent="0">
              <a:spcBef>
                <a:spcPts val="0"/>
              </a:spcBef>
              <a:spcAft>
                <a:spcPts val="0"/>
              </a:spcAft>
              <a:buNone/>
            </a:pPr>
            <a:r>
              <a:rPr lang="en-US" sz="1200" noProof="1">
                <a:solidFill>
                  <a:srgbClr val="000000"/>
                </a:solidFill>
                <a:latin typeface="Consolas" panose="020B0609020204030204" pitchFamily="49" charset="0"/>
              </a:rPr>
              <a:t>            _calculator.Add(2.5689, 6.3896).ShouldBe(8.96);</a:t>
            </a:r>
          </a:p>
          <a:p>
            <a:pPr marL="0" indent="0">
              <a:spcBef>
                <a:spcPts val="0"/>
              </a:spcBef>
              <a:spcAft>
                <a:spcPts val="0"/>
              </a:spcAft>
              <a:buNone/>
            </a:pPr>
            <a:r>
              <a:rPr lang="en-US" sz="1200" noProof="1">
                <a:solidFill>
                  <a:srgbClr val="000000"/>
                </a:solidFill>
                <a:latin typeface="Consolas" panose="020B0609020204030204" pitchFamily="49" charset="0"/>
              </a:rPr>
              <a:t>        }</a:t>
            </a:r>
          </a:p>
          <a:p>
            <a:pPr marL="0" indent="0">
              <a:spcBef>
                <a:spcPts val="0"/>
              </a:spcBef>
              <a:spcAft>
                <a:spcPts val="0"/>
              </a:spcAft>
              <a:buNone/>
            </a:pPr>
            <a:endParaRPr lang="en-US" sz="1200" noProof="1">
              <a:solidFill>
                <a:srgbClr val="000000"/>
              </a:solidFill>
              <a:latin typeface="Consolas" panose="020B0609020204030204" pitchFamily="49" charset="0"/>
            </a:endParaRP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TestMethod</a:t>
            </a:r>
            <a:r>
              <a:rPr lang="en-US" sz="1200" noProof="1">
                <a:solidFill>
                  <a:srgbClr val="000000"/>
                </a:solidFill>
                <a:latin typeface="Consolas" panose="020B0609020204030204" pitchFamily="49" charset="0"/>
              </a:rPr>
              <a:t>]</a:t>
            </a: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public</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void</a:t>
            </a:r>
            <a:r>
              <a:rPr lang="en-US" sz="1200" noProof="1">
                <a:solidFill>
                  <a:srgbClr val="000000"/>
                </a:solidFill>
                <a:latin typeface="Consolas" panose="020B0609020204030204" pitchFamily="49" charset="0"/>
              </a:rPr>
              <a:t> TestThatAddMethodWorksWithNegativeNumbers() {</a:t>
            </a:r>
          </a:p>
          <a:p>
            <a:pPr marL="0" indent="0">
              <a:spcBef>
                <a:spcPts val="0"/>
              </a:spcBef>
              <a:spcAft>
                <a:spcPts val="0"/>
              </a:spcAft>
              <a:buNone/>
            </a:pPr>
            <a:r>
              <a:rPr lang="en-US" sz="1200" noProof="1">
                <a:solidFill>
                  <a:srgbClr val="000000"/>
                </a:solidFill>
                <a:latin typeface="Consolas" panose="020B0609020204030204" pitchFamily="49" charset="0"/>
              </a:rPr>
              <a:t>            _calculator.Add(-2.5689, -6.3896).ShouldBe(-8.96);</a:t>
            </a:r>
          </a:p>
          <a:p>
            <a:pPr marL="0" indent="0">
              <a:spcBef>
                <a:spcPts val="0"/>
              </a:spcBef>
              <a:spcAft>
                <a:spcPts val="0"/>
              </a:spcAft>
              <a:buNone/>
            </a:pPr>
            <a:r>
              <a:rPr lang="en-US" sz="1200" noProof="1">
                <a:solidFill>
                  <a:srgbClr val="000000"/>
                </a:solidFill>
                <a:latin typeface="Consolas" panose="020B0609020204030204" pitchFamily="49" charset="0"/>
              </a:rPr>
              <a:t>        }</a:t>
            </a:r>
          </a:p>
          <a:p>
            <a:pPr marL="0" indent="0">
              <a:spcBef>
                <a:spcPts val="0"/>
              </a:spcBef>
              <a:spcAft>
                <a:spcPts val="0"/>
              </a:spcAft>
              <a:buNone/>
            </a:pPr>
            <a:endParaRPr lang="en-US" sz="1200" noProof="1">
              <a:solidFill>
                <a:srgbClr val="000000"/>
              </a:solidFill>
              <a:latin typeface="Consolas" panose="020B0609020204030204" pitchFamily="49" charset="0"/>
            </a:endParaRP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TestMethod</a:t>
            </a:r>
            <a:r>
              <a:rPr lang="en-US" sz="1200" noProof="1">
                <a:solidFill>
                  <a:srgbClr val="000000"/>
                </a:solidFill>
                <a:latin typeface="Consolas" panose="020B0609020204030204" pitchFamily="49" charset="0"/>
              </a:rPr>
              <a:t>]</a:t>
            </a: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public</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void</a:t>
            </a:r>
            <a:r>
              <a:rPr lang="en-US" sz="1200" noProof="1">
                <a:solidFill>
                  <a:srgbClr val="000000"/>
                </a:solidFill>
                <a:latin typeface="Consolas" panose="020B0609020204030204" pitchFamily="49" charset="0"/>
              </a:rPr>
              <a:t> TestThatSubtractMethodWorksPositiveNumbers() {</a:t>
            </a:r>
          </a:p>
          <a:p>
            <a:pPr marL="0" indent="0">
              <a:spcBef>
                <a:spcPts val="0"/>
              </a:spcBef>
              <a:spcAft>
                <a:spcPts val="0"/>
              </a:spcAft>
              <a:buNone/>
            </a:pPr>
            <a:r>
              <a:rPr lang="en-US" sz="1200" noProof="1">
                <a:solidFill>
                  <a:srgbClr val="000000"/>
                </a:solidFill>
                <a:latin typeface="Consolas" panose="020B0609020204030204" pitchFamily="49" charset="0"/>
              </a:rPr>
              <a:t>            _calculator.Subtract(2.5689, 6.3896).ShouldBe(-3.82);</a:t>
            </a:r>
          </a:p>
          <a:p>
            <a:pPr marL="0" indent="0">
              <a:spcBef>
                <a:spcPts val="0"/>
              </a:spcBef>
              <a:spcAft>
                <a:spcPts val="0"/>
              </a:spcAft>
              <a:buNone/>
            </a:pPr>
            <a:r>
              <a:rPr lang="en-US" sz="1200" noProof="1">
                <a:solidFill>
                  <a:srgbClr val="000000"/>
                </a:solidFill>
                <a:latin typeface="Consolas" panose="020B0609020204030204" pitchFamily="49" charset="0"/>
              </a:rPr>
              <a:t>        }</a:t>
            </a:r>
          </a:p>
          <a:p>
            <a:pPr marL="0" indent="0">
              <a:spcBef>
                <a:spcPts val="0"/>
              </a:spcBef>
              <a:spcAft>
                <a:spcPts val="0"/>
              </a:spcAft>
              <a:buNone/>
            </a:pPr>
            <a:endParaRPr lang="en-US" sz="1200" noProof="1">
              <a:solidFill>
                <a:srgbClr val="000000"/>
              </a:solidFill>
              <a:latin typeface="Consolas" panose="020B0609020204030204" pitchFamily="49" charset="0"/>
            </a:endParaRP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TestMethod</a:t>
            </a:r>
            <a:r>
              <a:rPr lang="en-US" sz="1200" noProof="1">
                <a:solidFill>
                  <a:srgbClr val="000000"/>
                </a:solidFill>
                <a:latin typeface="Consolas" panose="020B0609020204030204" pitchFamily="49" charset="0"/>
              </a:rPr>
              <a:t>]</a:t>
            </a: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public</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void</a:t>
            </a:r>
            <a:r>
              <a:rPr lang="en-US" sz="1200" noProof="1">
                <a:solidFill>
                  <a:srgbClr val="000000"/>
                </a:solidFill>
                <a:latin typeface="Consolas" panose="020B0609020204030204" pitchFamily="49" charset="0"/>
              </a:rPr>
              <a:t> TestThatSubtractMethodWorksNegativeNumbers() {</a:t>
            </a:r>
          </a:p>
          <a:p>
            <a:pPr marL="0" indent="0">
              <a:spcBef>
                <a:spcPts val="0"/>
              </a:spcBef>
              <a:spcAft>
                <a:spcPts val="0"/>
              </a:spcAft>
              <a:buNone/>
            </a:pPr>
            <a:r>
              <a:rPr lang="en-US" sz="1200" noProof="1">
                <a:solidFill>
                  <a:srgbClr val="000000"/>
                </a:solidFill>
                <a:latin typeface="Consolas" panose="020B0609020204030204" pitchFamily="49" charset="0"/>
              </a:rPr>
              <a:t>            _calculator.Subtract(-2.5689, -6.3896).ShouldBe(3.82);</a:t>
            </a:r>
          </a:p>
          <a:p>
            <a:pPr marL="0" indent="0">
              <a:spcBef>
                <a:spcPts val="0"/>
              </a:spcBef>
              <a:spcAft>
                <a:spcPts val="0"/>
              </a:spcAft>
              <a:buNone/>
            </a:pPr>
            <a:r>
              <a:rPr lang="en-US" sz="1200" noProof="1">
                <a:solidFill>
                  <a:srgbClr val="000000"/>
                </a:solidFill>
                <a:latin typeface="Consolas" panose="020B0609020204030204" pitchFamily="49" charset="0"/>
              </a:rPr>
              <a:t>        }</a:t>
            </a:r>
          </a:p>
          <a:p>
            <a:pPr marL="0" indent="0">
              <a:spcBef>
                <a:spcPts val="0"/>
              </a:spcBef>
              <a:spcAft>
                <a:spcPts val="0"/>
              </a:spcAft>
              <a:buNone/>
            </a:pPr>
            <a:r>
              <a:rPr lang="en-US" sz="1200" noProof="1">
                <a:solidFill>
                  <a:srgbClr val="000000"/>
                </a:solidFill>
                <a:latin typeface="Consolas" panose="020B0609020204030204" pitchFamily="49" charset="0"/>
              </a:rPr>
              <a:t>    }</a:t>
            </a:r>
            <a:endParaRPr lang="en-US" sz="1100" b="0" i="0">
              <a:solidFill>
                <a:srgbClr val="000000"/>
              </a:solidFill>
              <a:effectLst/>
              <a:latin typeface="Consolas" panose="020B0609020204030204" pitchFamily="49" charset="0"/>
            </a:endParaRPr>
          </a:p>
          <a:p>
            <a:pPr marL="0" indent="0" algn="just">
              <a:buNone/>
            </a:pPr>
            <a:endParaRPr lang="en-GB"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p:txBody>
      </p:sp>
      <p:pic>
        <p:nvPicPr>
          <p:cNvPr id="6" name="Graphic 5" descr="Flask">
            <a:extLst>
              <a:ext uri="{FF2B5EF4-FFF2-40B4-BE49-F238E27FC236}">
                <a16:creationId xmlns:a16="http://schemas.microsoft.com/office/drawing/2014/main" id="{7A2CF9E2-3E58-4B50-BBF3-7EB7D30BC3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198182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latin typeface="Roboto"/>
              </a:rPr>
              <a:t>Coffee time</a:t>
            </a:r>
          </a:p>
        </p:txBody>
      </p:sp>
      <p:pic>
        <p:nvPicPr>
          <p:cNvPr id="4098" name="Picture 2" descr="Premium Photo | White coffee cup and roasted coffee beans around">
            <a:extLst>
              <a:ext uri="{FF2B5EF4-FFF2-40B4-BE49-F238E27FC236}">
                <a16:creationId xmlns:a16="http://schemas.microsoft.com/office/drawing/2014/main" id="{A3E451E8-870E-4569-9864-8B5DF64FB4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4675" y="1830075"/>
            <a:ext cx="59626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1118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code coverage</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Unit testing TOOLS</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buNone/>
            </a:pPr>
            <a:r>
              <a:rPr lang="en-US" sz="2000" b="0" i="0">
                <a:solidFill>
                  <a:srgbClr val="171717"/>
                </a:solidFill>
                <a:effectLst/>
                <a:latin typeface="+mn-lt"/>
              </a:rPr>
              <a:t>To determine what proportion of your project's code is being tested by coded tests such as unit tests, you can use the code coverage feature of Visual Studio. </a:t>
            </a:r>
            <a:endParaRPr lang="en-US" sz="2000">
              <a:solidFill>
                <a:srgbClr val="171717"/>
              </a:solidFill>
              <a:latin typeface="+mn-lt"/>
            </a:endParaRPr>
          </a:p>
          <a:p>
            <a:pPr marL="0" indent="0" algn="just">
              <a:buNone/>
            </a:pPr>
            <a:r>
              <a:rPr lang="en-US" sz="2000" b="1">
                <a:solidFill>
                  <a:srgbClr val="171717"/>
                </a:solidFill>
                <a:latin typeface="+mn-lt"/>
              </a:rPr>
              <a:t>Built in Visual studio tool                         ReSharper</a:t>
            </a:r>
          </a:p>
          <a:p>
            <a:pPr marL="0" indent="0" algn="just">
              <a:buNone/>
            </a:pPr>
            <a:endParaRPr lang="en-US" sz="2800">
              <a:latin typeface="+mn-lt"/>
            </a:endParaRPr>
          </a:p>
          <a:p>
            <a:pPr marL="0" indent="0" algn="just">
              <a:buNone/>
            </a:pPr>
            <a:endParaRPr lang="en-US" sz="2800">
              <a:latin typeface="+mn-lt"/>
            </a:endParaRPr>
          </a:p>
          <a:p>
            <a:pPr marL="0" indent="0" algn="just">
              <a:buNone/>
            </a:pPr>
            <a:endParaRPr lang="en-US" sz="2800">
              <a:solidFill>
                <a:schemeClr val="accent2"/>
              </a:solidFill>
              <a:latin typeface="+mn-lt"/>
            </a:endParaRPr>
          </a:p>
        </p:txBody>
      </p:sp>
      <p:pic>
        <p:nvPicPr>
          <p:cNvPr id="6149" name="Picture 5" descr="Analyze code coverage menu in VS 2019">
            <a:extLst>
              <a:ext uri="{FF2B5EF4-FFF2-40B4-BE49-F238E27FC236}">
                <a16:creationId xmlns:a16="http://schemas.microsoft.com/office/drawing/2014/main" id="{9DCAF287-D5DD-4D86-AB2B-2B16B2794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001" y="2732134"/>
            <a:ext cx="3529853" cy="234623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37C3B1A-ED54-400E-9D96-37E72B6E01E6}"/>
              </a:ext>
            </a:extLst>
          </p:cNvPr>
          <p:cNvPicPr>
            <a:picLocks noChangeAspect="1"/>
          </p:cNvPicPr>
          <p:nvPr/>
        </p:nvPicPr>
        <p:blipFill>
          <a:blip r:embed="rId4"/>
          <a:stretch>
            <a:fillRect/>
          </a:stretch>
        </p:blipFill>
        <p:spPr>
          <a:xfrm>
            <a:off x="5459698" y="2732134"/>
            <a:ext cx="4158207" cy="3560109"/>
          </a:xfrm>
          <a:prstGeom prst="rect">
            <a:avLst/>
          </a:prstGeom>
        </p:spPr>
      </p:pic>
    </p:spTree>
    <p:extLst>
      <p:ext uri="{BB962C8B-B14F-4D97-AF65-F5344CB8AC3E}">
        <p14:creationId xmlns:p14="http://schemas.microsoft.com/office/powerpoint/2010/main" val="2162662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code coverage</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Unit testing TOOLS</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2001" y="1620838"/>
            <a:ext cx="1570456" cy="402385"/>
          </a:xfrm>
        </p:spPr>
        <p:txBody>
          <a:bodyPr vert="horz" lIns="0" tIns="0" rIns="0" bIns="0" rtlCol="0">
            <a:noAutofit/>
          </a:bodyPr>
          <a:lstStyle/>
          <a:p>
            <a:pPr marL="0" indent="0" algn="just">
              <a:buNone/>
            </a:pPr>
            <a:r>
              <a:rPr lang="en-US" sz="2000" b="1">
                <a:solidFill>
                  <a:srgbClr val="171717"/>
                </a:solidFill>
                <a:latin typeface="+mn-lt"/>
              </a:rPr>
              <a:t>ReSharper</a:t>
            </a:r>
            <a:endParaRPr lang="en-US" sz="2000">
              <a:solidFill>
                <a:srgbClr val="171717"/>
              </a:solidFill>
              <a:latin typeface="+mn-lt"/>
            </a:endParaRPr>
          </a:p>
          <a:p>
            <a:pPr marL="0" indent="0" algn="just">
              <a:buNone/>
            </a:pPr>
            <a:endParaRPr lang="en-US" sz="2800">
              <a:latin typeface="+mn-lt"/>
            </a:endParaRPr>
          </a:p>
          <a:p>
            <a:pPr marL="0" indent="0" algn="just">
              <a:buNone/>
            </a:pPr>
            <a:endParaRPr lang="en-US" sz="2800">
              <a:latin typeface="+mn-lt"/>
            </a:endParaRPr>
          </a:p>
          <a:p>
            <a:pPr marL="0" indent="0" algn="just">
              <a:buNone/>
            </a:pPr>
            <a:endParaRPr lang="en-US" sz="2800">
              <a:solidFill>
                <a:schemeClr val="accent2"/>
              </a:solidFill>
              <a:latin typeface="+mn-lt"/>
            </a:endParaRPr>
          </a:p>
        </p:txBody>
      </p:sp>
      <p:pic>
        <p:nvPicPr>
          <p:cNvPr id="6" name="Picture 5">
            <a:extLst>
              <a:ext uri="{FF2B5EF4-FFF2-40B4-BE49-F238E27FC236}">
                <a16:creationId xmlns:a16="http://schemas.microsoft.com/office/drawing/2014/main" id="{19168385-5EFC-4308-82E6-53FC05DE0BEA}"/>
              </a:ext>
            </a:extLst>
          </p:cNvPr>
          <p:cNvPicPr>
            <a:picLocks noChangeAspect="1"/>
          </p:cNvPicPr>
          <p:nvPr/>
        </p:nvPicPr>
        <p:blipFill>
          <a:blip r:embed="rId3"/>
          <a:stretch>
            <a:fillRect/>
          </a:stretch>
        </p:blipFill>
        <p:spPr>
          <a:xfrm>
            <a:off x="649139" y="2185677"/>
            <a:ext cx="5219700" cy="2781300"/>
          </a:xfrm>
          <a:prstGeom prst="rect">
            <a:avLst/>
          </a:prstGeom>
        </p:spPr>
      </p:pic>
      <p:pic>
        <p:nvPicPr>
          <p:cNvPr id="8" name="Picture 7">
            <a:extLst>
              <a:ext uri="{FF2B5EF4-FFF2-40B4-BE49-F238E27FC236}">
                <a16:creationId xmlns:a16="http://schemas.microsoft.com/office/drawing/2014/main" id="{C614F85B-623D-4882-B871-AACF6E4DFF44}"/>
              </a:ext>
            </a:extLst>
          </p:cNvPr>
          <p:cNvPicPr>
            <a:picLocks noChangeAspect="1"/>
          </p:cNvPicPr>
          <p:nvPr/>
        </p:nvPicPr>
        <p:blipFill>
          <a:blip r:embed="rId4"/>
          <a:stretch>
            <a:fillRect/>
          </a:stretch>
        </p:blipFill>
        <p:spPr>
          <a:xfrm>
            <a:off x="6096000" y="2291667"/>
            <a:ext cx="5490481" cy="2265589"/>
          </a:xfrm>
          <a:prstGeom prst="rect">
            <a:avLst/>
          </a:prstGeom>
        </p:spPr>
      </p:pic>
    </p:spTree>
    <p:extLst>
      <p:ext uri="{BB962C8B-B14F-4D97-AF65-F5344CB8AC3E}">
        <p14:creationId xmlns:p14="http://schemas.microsoft.com/office/powerpoint/2010/main" val="916155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26</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CURRENCY CONVERTER</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latin typeface="Roboto"/>
              </a:rPr>
              <a:t>PRACTIcE 2</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2001" y="1620838"/>
            <a:ext cx="10849018" cy="4568825"/>
          </a:xfrm>
        </p:spPr>
        <p:txBody>
          <a:bodyPr vert="horz" lIns="0" tIns="0" rIns="0" bIns="0" rtlCol="0">
            <a:noAutofit/>
          </a:bodyPr>
          <a:lstStyle/>
          <a:p>
            <a:pPr marL="0" indent="0">
              <a:spcBef>
                <a:spcPts val="0"/>
              </a:spcBef>
              <a:spcAft>
                <a:spcPts val="600"/>
              </a:spcAft>
              <a:buNone/>
            </a:pPr>
            <a:r>
              <a:rPr lang="en-US" sz="2000">
                <a:solidFill>
                  <a:srgbClr val="222222"/>
                </a:solidFill>
                <a:latin typeface="+mn-lt"/>
              </a:rPr>
              <a:t>Let’s implement the new method in calculator class:</a:t>
            </a:r>
          </a:p>
          <a:p>
            <a:pPr marL="0" indent="0">
              <a:spcBef>
                <a:spcPts val="0"/>
              </a:spcBef>
              <a:spcAft>
                <a:spcPts val="600"/>
              </a:spcAft>
              <a:buNone/>
            </a:pP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ConvertToCurrency</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amount, </a:t>
            </a:r>
            <a:r>
              <a:rPr lang="en-US" sz="1600" err="1">
                <a:solidFill>
                  <a:srgbClr val="2B91AF"/>
                </a:solidFill>
                <a:latin typeface="Consolas" panose="020B0609020204030204" pitchFamily="49" charset="0"/>
              </a:rPr>
              <a:t>DateTime</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exchangeDate</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Currencies</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targetCurrency</a:t>
            </a:r>
            <a:r>
              <a:rPr lang="en-US" sz="1600">
                <a:solidFill>
                  <a:srgbClr val="000000"/>
                </a:solidFill>
                <a:latin typeface="Consolas" panose="020B0609020204030204" pitchFamily="49" charset="0"/>
              </a:rPr>
              <a:t>)</a:t>
            </a:r>
          </a:p>
          <a:p>
            <a:pPr marL="0" indent="0">
              <a:spcBef>
                <a:spcPts val="0"/>
              </a:spcBef>
              <a:spcAft>
                <a:spcPts val="600"/>
              </a:spcAft>
              <a:buNone/>
            </a:pPr>
            <a:endParaRPr lang="en-US" sz="1600">
              <a:solidFill>
                <a:srgbClr val="222222"/>
              </a:solidFill>
              <a:latin typeface="+mn-lt"/>
            </a:endParaRPr>
          </a:p>
          <a:p>
            <a:pPr marL="457200" indent="-457200">
              <a:spcBef>
                <a:spcPts val="0"/>
              </a:spcBef>
              <a:spcAft>
                <a:spcPts val="600"/>
              </a:spcAft>
              <a:buFont typeface="+mj-lt"/>
              <a:buAutoNum type="arabicPeriod"/>
            </a:pPr>
            <a:r>
              <a:rPr lang="en-US" sz="2000">
                <a:solidFill>
                  <a:srgbClr val="222222"/>
                </a:solidFill>
                <a:latin typeface="+mn-lt"/>
              </a:rPr>
              <a:t>New method should convert USD currency to another one at specific date. </a:t>
            </a:r>
            <a:r>
              <a:rPr lang="en-US" sz="2000" b="0" i="0">
                <a:solidFill>
                  <a:srgbClr val="222222"/>
                </a:solidFill>
                <a:effectLst/>
                <a:latin typeface="+mn-lt"/>
              </a:rPr>
              <a:t>The result should be rounded by two decimal places.</a:t>
            </a:r>
            <a:endParaRPr lang="en-US" sz="2000">
              <a:solidFill>
                <a:srgbClr val="222222"/>
              </a:solidFill>
              <a:latin typeface="+mn-lt"/>
            </a:endParaRPr>
          </a:p>
          <a:p>
            <a:pPr marL="457200" indent="-457200">
              <a:spcBef>
                <a:spcPts val="0"/>
              </a:spcBef>
              <a:spcAft>
                <a:spcPts val="600"/>
              </a:spcAft>
              <a:buFont typeface="+mj-lt"/>
              <a:buAutoNum type="arabicPeriod"/>
            </a:pPr>
            <a:r>
              <a:rPr lang="en-US" sz="2000">
                <a:solidFill>
                  <a:srgbClr val="222222"/>
                </a:solidFill>
                <a:latin typeface="+mn-lt"/>
              </a:rPr>
              <a:t>You should be able to handle only - USD-USD and USD-EUR conversions (</a:t>
            </a:r>
            <a:r>
              <a:rPr lang="en-US" sz="2000" err="1">
                <a:solidFill>
                  <a:srgbClr val="222222"/>
                </a:solidFill>
                <a:latin typeface="+mn-lt"/>
              </a:rPr>
              <a:t>enum</a:t>
            </a:r>
            <a:r>
              <a:rPr lang="en-US" sz="2000">
                <a:solidFill>
                  <a:srgbClr val="222222"/>
                </a:solidFill>
                <a:latin typeface="+mn-lt"/>
              </a:rPr>
              <a:t> type – </a:t>
            </a:r>
            <a:r>
              <a:rPr lang="da-DK" sz="2000" err="1">
                <a:solidFill>
                  <a:srgbClr val="2B91AF"/>
                </a:solidFill>
                <a:latin typeface="Consolas" panose="020B0609020204030204" pitchFamily="49" charset="0"/>
              </a:rPr>
              <a:t>Currencies</a:t>
            </a:r>
            <a:r>
              <a:rPr lang="da-DK" sz="2000">
                <a:solidFill>
                  <a:srgbClr val="222222"/>
                </a:solidFill>
                <a:latin typeface="+mn-lt"/>
              </a:rPr>
              <a:t>)</a:t>
            </a:r>
          </a:p>
          <a:p>
            <a:pPr marL="457200" indent="-457200">
              <a:spcBef>
                <a:spcPts val="0"/>
              </a:spcBef>
              <a:spcAft>
                <a:spcPts val="600"/>
              </a:spcAft>
              <a:buFont typeface="+mj-lt"/>
              <a:buAutoNum type="arabicPeriod"/>
            </a:pPr>
            <a:r>
              <a:rPr lang="en-US" sz="2000">
                <a:solidFill>
                  <a:srgbClr val="222222"/>
                </a:solidFill>
                <a:latin typeface="+mn-lt"/>
              </a:rPr>
              <a:t>Please use </a:t>
            </a:r>
            <a:r>
              <a:rPr lang="da-DK" sz="2000" err="1">
                <a:solidFill>
                  <a:srgbClr val="2B91AF"/>
                </a:solidFill>
                <a:latin typeface="Consolas" panose="020B0609020204030204" pitchFamily="49" charset="0"/>
              </a:rPr>
              <a:t>ExchangeRatesProvider</a:t>
            </a:r>
            <a:r>
              <a:rPr lang="en-US" sz="2400">
                <a:solidFill>
                  <a:srgbClr val="222222"/>
                </a:solidFill>
                <a:latin typeface="+mn-lt"/>
              </a:rPr>
              <a:t> </a:t>
            </a:r>
            <a:r>
              <a:rPr lang="en-US" sz="2000">
                <a:solidFill>
                  <a:srgbClr val="222222"/>
                </a:solidFill>
                <a:latin typeface="+mn-lt"/>
              </a:rPr>
              <a:t>to retrieve the rates. </a:t>
            </a:r>
          </a:p>
          <a:p>
            <a:pPr marL="0" indent="0">
              <a:spcBef>
                <a:spcPts val="0"/>
              </a:spcBef>
              <a:spcAft>
                <a:spcPts val="600"/>
              </a:spcAft>
              <a:buNone/>
            </a:pPr>
            <a:r>
              <a:rPr lang="en-US" sz="2000">
                <a:solidFill>
                  <a:srgbClr val="222222"/>
                </a:solidFill>
                <a:latin typeface="+mn-lt"/>
              </a:rPr>
              <a:t>(fetched internally from comma-separated file: </a:t>
            </a:r>
            <a:r>
              <a:rPr lang="en-US" sz="2000" b="1" i="1">
                <a:solidFill>
                  <a:srgbClr val="222222"/>
                </a:solidFill>
                <a:latin typeface="+mn-lt"/>
              </a:rPr>
              <a:t>\Module5Practice.CalculatorApplication\Resources\ExchangeRates.csv</a:t>
            </a:r>
            <a:r>
              <a:rPr lang="en-US" sz="2000" i="1">
                <a:solidFill>
                  <a:srgbClr val="222222"/>
                </a:solidFill>
                <a:latin typeface="+mn-lt"/>
              </a:rPr>
              <a:t>)</a:t>
            </a:r>
            <a:endParaRPr lang="en-US" sz="2000">
              <a:solidFill>
                <a:srgbClr val="222222"/>
              </a:solidFill>
              <a:latin typeface="+mn-lt"/>
            </a:endParaRPr>
          </a:p>
          <a:p>
            <a:pPr marL="0" indent="0">
              <a:spcBef>
                <a:spcPts val="0"/>
              </a:spcBef>
              <a:spcAft>
                <a:spcPts val="600"/>
              </a:spcAft>
              <a:buNone/>
            </a:pPr>
            <a:endParaRPr lang="en-US" sz="2400">
              <a:solidFill>
                <a:schemeClr val="accent2"/>
              </a:solidFill>
              <a:latin typeface="+mn-lt"/>
            </a:endParaRPr>
          </a:p>
          <a:p>
            <a:pPr marL="0" indent="0">
              <a:spcBef>
                <a:spcPts val="0"/>
              </a:spcBef>
              <a:spcAft>
                <a:spcPts val="600"/>
              </a:spcAft>
              <a:buNone/>
            </a:pPr>
            <a:endParaRPr lang="en-US" sz="2400">
              <a:solidFill>
                <a:schemeClr val="accent2"/>
              </a:solidFill>
              <a:latin typeface="+mn-lt"/>
            </a:endParaRPr>
          </a:p>
          <a:p>
            <a:pPr marL="0" indent="0">
              <a:spcBef>
                <a:spcPts val="0"/>
              </a:spcBef>
              <a:spcAft>
                <a:spcPts val="600"/>
              </a:spcAft>
              <a:buNone/>
            </a:pPr>
            <a:endParaRPr lang="en-US" sz="2400">
              <a:solidFill>
                <a:schemeClr val="accent2"/>
              </a:solidFill>
              <a:latin typeface="+mn-lt"/>
            </a:endParaRPr>
          </a:p>
          <a:p>
            <a:pPr marL="0" indent="0">
              <a:spcBef>
                <a:spcPts val="0"/>
              </a:spcBef>
              <a:spcAft>
                <a:spcPts val="600"/>
              </a:spcAft>
              <a:buNone/>
            </a:pPr>
            <a:endParaRPr lang="en-US" sz="2400">
              <a:solidFill>
                <a:schemeClr val="accent2"/>
              </a:solidFill>
              <a:latin typeface="+mn-lt"/>
            </a:endParaRPr>
          </a:p>
        </p:txBody>
      </p:sp>
      <p:pic>
        <p:nvPicPr>
          <p:cNvPr id="6" name="Graphic 5" descr="Flask">
            <a:extLst>
              <a:ext uri="{FF2B5EF4-FFF2-40B4-BE49-F238E27FC236}">
                <a16:creationId xmlns:a16="http://schemas.microsoft.com/office/drawing/2014/main" id="{E57D38DA-83BB-4BC7-AF1F-E990493334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355721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437427-FDAE-4662-B205-2A2523BD776E}"/>
              </a:ext>
            </a:extLst>
          </p:cNvPr>
          <p:cNvSpPr>
            <a:spLocks noGrp="1"/>
          </p:cNvSpPr>
          <p:nvPr>
            <p:ph type="sldNum" sz="quarter" idx="11"/>
          </p:nvPr>
        </p:nvSpPr>
        <p:spPr/>
        <p:txBody>
          <a:bodyPr/>
          <a:lstStyle/>
          <a:p>
            <a:fld id="{E16BA917-7F09-4B8D-AF07-F52890C14046}" type="slidenum">
              <a:rPr lang="da-DK" smtClean="0"/>
              <a:pPr/>
              <a:t>27</a:t>
            </a:fld>
            <a:endParaRPr lang="da-DK"/>
          </a:p>
        </p:txBody>
      </p:sp>
      <p:sp>
        <p:nvSpPr>
          <p:cNvPr id="3" name="Text Placeholder 2">
            <a:extLst>
              <a:ext uri="{FF2B5EF4-FFF2-40B4-BE49-F238E27FC236}">
                <a16:creationId xmlns:a16="http://schemas.microsoft.com/office/drawing/2014/main" id="{545C7AF7-3860-4631-BADC-403A12866403}"/>
              </a:ext>
            </a:extLst>
          </p:cNvPr>
          <p:cNvSpPr>
            <a:spLocks noGrp="1"/>
          </p:cNvSpPr>
          <p:nvPr>
            <p:ph type="body" sz="quarter" idx="17"/>
          </p:nvPr>
        </p:nvSpPr>
        <p:spPr/>
        <p:txBody>
          <a:bodyPr/>
          <a:lstStyle/>
          <a:p>
            <a:r>
              <a:rPr lang="en-GB"/>
              <a:t>CURRENCY CONVERTER</a:t>
            </a:r>
            <a:endParaRPr lang="en-US"/>
          </a:p>
          <a:p>
            <a:endParaRPr lang="da-DK"/>
          </a:p>
        </p:txBody>
      </p:sp>
      <p:sp>
        <p:nvSpPr>
          <p:cNvPr id="4" name="Title 3">
            <a:extLst>
              <a:ext uri="{FF2B5EF4-FFF2-40B4-BE49-F238E27FC236}">
                <a16:creationId xmlns:a16="http://schemas.microsoft.com/office/drawing/2014/main" id="{F44D9D75-0C9F-48FC-B2AD-2C0E15FEF779}"/>
              </a:ext>
            </a:extLst>
          </p:cNvPr>
          <p:cNvSpPr>
            <a:spLocks noGrp="1"/>
          </p:cNvSpPr>
          <p:nvPr>
            <p:ph type="title"/>
          </p:nvPr>
        </p:nvSpPr>
        <p:spPr/>
        <p:txBody>
          <a:bodyPr/>
          <a:lstStyle/>
          <a:p>
            <a:r>
              <a:rPr lang="en-US" b="0" i="0">
                <a:solidFill>
                  <a:srgbClr val="212121"/>
                </a:solidFill>
                <a:effectLst/>
                <a:latin typeface="Roboto"/>
              </a:rPr>
              <a:t>PRACTIcE 2</a:t>
            </a:r>
            <a:endParaRPr lang="da-DK"/>
          </a:p>
        </p:txBody>
      </p:sp>
      <p:sp>
        <p:nvSpPr>
          <p:cNvPr id="5" name="Content Placeholder 4">
            <a:extLst>
              <a:ext uri="{FF2B5EF4-FFF2-40B4-BE49-F238E27FC236}">
                <a16:creationId xmlns:a16="http://schemas.microsoft.com/office/drawing/2014/main" id="{6D094B45-4F61-4E52-83A9-F33989959C02}"/>
              </a:ext>
            </a:extLst>
          </p:cNvPr>
          <p:cNvSpPr>
            <a:spLocks noGrp="1"/>
          </p:cNvSpPr>
          <p:nvPr>
            <p:ph sz="quarter" idx="19"/>
          </p:nvPr>
        </p:nvSpPr>
        <p:spPr/>
        <p:txBody>
          <a:bodyPr vert="horz" lIns="0" tIns="0" rIns="0" bIns="0" rtlCol="0" anchor="t">
            <a:noAutofit/>
          </a:bodyPr>
          <a:lstStyle/>
          <a:p>
            <a:pPr marL="342900" indent="-342900">
              <a:buFont typeface="+mj-lt"/>
              <a:buAutoNum type="arabicPeriod" startAt="4"/>
            </a:pPr>
            <a:r>
              <a:rPr lang="en-GB">
                <a:latin typeface="+mn-lt"/>
                <a:cs typeface="Calibri"/>
              </a:rPr>
              <a:t>Check the code coverage for your solution. </a:t>
            </a:r>
            <a:r>
              <a:rPr lang="en-GB" sz="1800" err="1">
                <a:solidFill>
                  <a:srgbClr val="000000"/>
                </a:solidFill>
                <a:latin typeface="Consolas"/>
                <a:cs typeface="Calibri"/>
              </a:rPr>
              <a:t>ConvertToCurrency</a:t>
            </a:r>
            <a:r>
              <a:rPr lang="da-DK" sz="1800">
                <a:solidFill>
                  <a:srgbClr val="000000"/>
                </a:solidFill>
                <a:latin typeface="Consolas"/>
                <a:cs typeface="Calibri"/>
              </a:rPr>
              <a:t>()</a:t>
            </a:r>
            <a:r>
              <a:rPr lang="da-DK" sz="1800">
                <a:solidFill>
                  <a:srgbClr val="000000"/>
                </a:solidFill>
                <a:latin typeface="+mn-lt"/>
                <a:cs typeface="Calibri"/>
              </a:rPr>
              <a:t> </a:t>
            </a:r>
            <a:r>
              <a:rPr lang="en-GB" sz="1800">
                <a:solidFill>
                  <a:srgbClr val="000000"/>
                </a:solidFill>
                <a:latin typeface="+mn-lt"/>
                <a:cs typeface="Calibri"/>
              </a:rPr>
              <a:t>should</a:t>
            </a:r>
            <a:r>
              <a:rPr lang="da-DK" sz="1800">
                <a:solidFill>
                  <a:srgbClr val="000000"/>
                </a:solidFill>
                <a:latin typeface="+mn-lt"/>
                <a:cs typeface="Calibri"/>
              </a:rPr>
              <a:t> not </a:t>
            </a:r>
            <a:r>
              <a:rPr lang="da-DK" sz="1800" err="1">
                <a:solidFill>
                  <a:srgbClr val="000000"/>
                </a:solidFill>
                <a:latin typeface="+mn-lt"/>
                <a:cs typeface="Calibri"/>
              </a:rPr>
              <a:t>be</a:t>
            </a:r>
            <a:r>
              <a:rPr lang="da-DK" sz="1800">
                <a:solidFill>
                  <a:srgbClr val="000000"/>
                </a:solidFill>
                <a:latin typeface="+mn-lt"/>
                <a:cs typeface="Calibri"/>
              </a:rPr>
              <a:t> </a:t>
            </a:r>
            <a:r>
              <a:rPr lang="en-GB" sz="1800">
                <a:solidFill>
                  <a:srgbClr val="000000"/>
                </a:solidFill>
                <a:latin typeface="+mn-lt"/>
                <a:cs typeface="Calibri"/>
              </a:rPr>
              <a:t>covered</a:t>
            </a:r>
            <a:r>
              <a:rPr lang="da-DK" sz="1800">
                <a:solidFill>
                  <a:srgbClr val="000000"/>
                </a:solidFill>
                <a:latin typeface="+mn-lt"/>
                <a:cs typeface="Calibri"/>
              </a:rPr>
              <a:t> with tests </a:t>
            </a:r>
            <a:r>
              <a:rPr lang="da-DK" sz="1800" err="1">
                <a:solidFill>
                  <a:srgbClr val="000000"/>
                </a:solidFill>
                <a:latin typeface="+mn-lt"/>
                <a:cs typeface="Calibri"/>
              </a:rPr>
              <a:t>now</a:t>
            </a:r>
            <a:r>
              <a:rPr lang="da-DK" sz="1800">
                <a:solidFill>
                  <a:srgbClr val="000000"/>
                </a:solidFill>
                <a:latin typeface="+mn-lt"/>
                <a:cs typeface="Calibri"/>
              </a:rPr>
              <a:t>.</a:t>
            </a:r>
          </a:p>
          <a:p>
            <a:pPr marL="342900" indent="-342900">
              <a:buFont typeface="+mj-lt"/>
              <a:buAutoNum type="arabicPeriod" startAt="4"/>
            </a:pPr>
            <a:r>
              <a:rPr lang="en-GB">
                <a:solidFill>
                  <a:srgbClr val="000000"/>
                </a:solidFill>
                <a:latin typeface="+mn-lt"/>
                <a:cs typeface="Calibri"/>
              </a:rPr>
              <a:t>Cover the method with tests. Check the code coverage again. Explore content of the csv file to pick up a date and rate combination.</a:t>
            </a:r>
          </a:p>
          <a:p>
            <a:pPr marL="342900" indent="-342900">
              <a:buFont typeface="+mj-lt"/>
              <a:buAutoNum type="arabicPeriod" startAt="4"/>
            </a:pPr>
            <a:r>
              <a:rPr lang="en-GB">
                <a:solidFill>
                  <a:srgbClr val="000000"/>
                </a:solidFill>
                <a:latin typeface="+mn-lt"/>
                <a:cs typeface="Calibri"/>
              </a:rPr>
              <a:t>Mark your new tests </a:t>
            </a:r>
            <a:r>
              <a:rPr lang="en-US">
                <a:solidFill>
                  <a:srgbClr val="000000"/>
                </a:solidFill>
                <a:latin typeface="+mn-lt"/>
                <a:cs typeface="Calibri"/>
              </a:rPr>
              <a:t>with a category </a:t>
            </a:r>
            <a:r>
              <a:rPr lang="en-US" sz="1800">
                <a:solidFill>
                  <a:srgbClr val="000000"/>
                </a:solidFill>
                <a:latin typeface="Consolas"/>
                <a:cs typeface="Calibri"/>
              </a:rPr>
              <a:t>- </a:t>
            </a:r>
            <a:r>
              <a:rPr lang="en-US" sz="1800">
                <a:solidFill>
                  <a:srgbClr val="A31515"/>
                </a:solidFill>
                <a:latin typeface="Consolas"/>
                <a:cs typeface="Calibri"/>
              </a:rPr>
              <a:t>"CurrencyExchange"</a:t>
            </a:r>
            <a:r>
              <a:rPr lang="en-US">
                <a:solidFill>
                  <a:srgbClr val="000000"/>
                </a:solidFill>
                <a:latin typeface="+mn-lt"/>
                <a:cs typeface="Calibri"/>
              </a:rPr>
              <a:t>. Open ReSharper’s test explorer and group by your tests by category.</a:t>
            </a:r>
          </a:p>
          <a:p>
            <a:pPr marL="342900" indent="-342900">
              <a:buFont typeface="+mj-lt"/>
              <a:buAutoNum type="arabicPeriod" startAt="4"/>
            </a:pPr>
            <a:r>
              <a:rPr lang="en-US">
                <a:solidFill>
                  <a:srgbClr val="000000"/>
                </a:solidFill>
                <a:latin typeface="+mn-lt"/>
                <a:cs typeface="Calibri"/>
              </a:rPr>
              <a:t>Create two separate sessions – one for old tests (</a:t>
            </a:r>
            <a:r>
              <a:rPr lang="en-US" b="1">
                <a:solidFill>
                  <a:srgbClr val="000000"/>
                </a:solidFill>
                <a:latin typeface="+mn-lt"/>
                <a:cs typeface="Calibri"/>
              </a:rPr>
              <a:t>Add</a:t>
            </a:r>
            <a:r>
              <a:rPr lang="en-US">
                <a:solidFill>
                  <a:srgbClr val="000000"/>
                </a:solidFill>
                <a:latin typeface="+mn-lt"/>
                <a:cs typeface="Calibri"/>
              </a:rPr>
              <a:t> and </a:t>
            </a:r>
            <a:r>
              <a:rPr lang="en-US" b="1">
                <a:solidFill>
                  <a:srgbClr val="000000"/>
                </a:solidFill>
                <a:latin typeface="+mn-lt"/>
                <a:cs typeface="Calibri"/>
              </a:rPr>
              <a:t>Subtract</a:t>
            </a:r>
            <a:r>
              <a:rPr lang="en-US">
                <a:solidFill>
                  <a:srgbClr val="000000"/>
                </a:solidFill>
                <a:latin typeface="+mn-lt"/>
                <a:cs typeface="Calibri"/>
              </a:rPr>
              <a:t> methods) and another one for </a:t>
            </a:r>
            <a:r>
              <a:rPr lang="en-US" b="1" err="1">
                <a:solidFill>
                  <a:srgbClr val="000000"/>
                </a:solidFill>
                <a:latin typeface="+mn-lt"/>
                <a:cs typeface="Calibri"/>
              </a:rPr>
              <a:t>ConvertCurrency</a:t>
            </a:r>
            <a:r>
              <a:rPr lang="en-US">
                <a:solidFill>
                  <a:srgbClr val="000000"/>
                </a:solidFill>
                <a:latin typeface="+mn-lt"/>
                <a:cs typeface="Calibri"/>
              </a:rPr>
              <a:t> method</a:t>
            </a:r>
            <a:endParaRPr lang="en-US">
              <a:solidFill>
                <a:srgbClr val="000000"/>
              </a:solidFill>
              <a:latin typeface="+mn-lt"/>
            </a:endParaRPr>
          </a:p>
          <a:p>
            <a:pPr marL="342900" indent="-342900">
              <a:buAutoNum type="arabicPeriod" startAt="4"/>
            </a:pPr>
            <a:r>
              <a:rPr lang="en-US">
                <a:solidFill>
                  <a:srgbClr val="000000"/>
                </a:solidFill>
                <a:latin typeface="+mn-lt"/>
                <a:cs typeface="Calibri"/>
              </a:rPr>
              <a:t>Configure the first unit test session (</a:t>
            </a:r>
            <a:r>
              <a:rPr lang="en-US" b="1">
                <a:solidFill>
                  <a:srgbClr val="000000"/>
                </a:solidFill>
                <a:latin typeface="+mn-lt"/>
                <a:cs typeface="Arial"/>
              </a:rPr>
              <a:t>Add</a:t>
            </a:r>
            <a:r>
              <a:rPr lang="en-US">
                <a:solidFill>
                  <a:srgbClr val="000000"/>
                </a:solidFill>
                <a:latin typeface="+mn-lt"/>
                <a:cs typeface="Arial"/>
              </a:rPr>
              <a:t> and </a:t>
            </a:r>
            <a:r>
              <a:rPr lang="en-US" b="1">
                <a:solidFill>
                  <a:srgbClr val="000000"/>
                </a:solidFill>
                <a:latin typeface="+mn-lt"/>
                <a:cs typeface="Arial"/>
              </a:rPr>
              <a:t>Subtract</a:t>
            </a:r>
            <a:r>
              <a:rPr lang="en-US">
                <a:solidFill>
                  <a:srgbClr val="000000"/>
                </a:solidFill>
                <a:latin typeface="+mn-lt"/>
                <a:cs typeface="Arial"/>
              </a:rPr>
              <a:t> methods) to run at build, try to break </a:t>
            </a:r>
            <a:r>
              <a:rPr lang="en-US" b="1">
                <a:solidFill>
                  <a:srgbClr val="000000"/>
                </a:solidFill>
                <a:latin typeface="+mn-lt"/>
                <a:cs typeface="Arial"/>
              </a:rPr>
              <a:t>Add</a:t>
            </a:r>
            <a:r>
              <a:rPr lang="en-US">
                <a:solidFill>
                  <a:srgbClr val="000000"/>
                </a:solidFill>
                <a:latin typeface="+mn-lt"/>
                <a:cs typeface="Arial"/>
              </a:rPr>
              <a:t> or </a:t>
            </a:r>
            <a:r>
              <a:rPr lang="en-US" b="1">
                <a:solidFill>
                  <a:srgbClr val="000000"/>
                </a:solidFill>
                <a:latin typeface="+mn-lt"/>
                <a:cs typeface="Arial"/>
              </a:rPr>
              <a:t>Subtract </a:t>
            </a:r>
            <a:r>
              <a:rPr lang="en-US">
                <a:solidFill>
                  <a:srgbClr val="000000"/>
                </a:solidFill>
                <a:latin typeface="+mn-lt"/>
                <a:cs typeface="Arial"/>
              </a:rPr>
              <a:t>method</a:t>
            </a:r>
            <a:r>
              <a:rPr lang="en-US" b="1">
                <a:solidFill>
                  <a:srgbClr val="000000"/>
                </a:solidFill>
                <a:latin typeface="+mn-lt"/>
                <a:cs typeface="Arial"/>
              </a:rPr>
              <a:t> </a:t>
            </a:r>
            <a:r>
              <a:rPr lang="en-US">
                <a:solidFill>
                  <a:srgbClr val="000000"/>
                </a:solidFill>
                <a:latin typeface="+mn-lt"/>
                <a:cs typeface="Arial"/>
              </a:rPr>
              <a:t>and rebuild the project, do you see the failed tests?</a:t>
            </a:r>
            <a:endParaRPr lang="en-US">
              <a:solidFill>
                <a:srgbClr val="000000"/>
              </a:solidFill>
              <a:latin typeface="+mn-lt"/>
            </a:endParaRPr>
          </a:p>
        </p:txBody>
      </p:sp>
      <p:pic>
        <p:nvPicPr>
          <p:cNvPr id="6" name="Graphic 5" descr="Flask">
            <a:extLst>
              <a:ext uri="{FF2B5EF4-FFF2-40B4-BE49-F238E27FC236}">
                <a16:creationId xmlns:a16="http://schemas.microsoft.com/office/drawing/2014/main" id="{03FC3E33-98D8-46B8-BD27-FED6BAB1DF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466394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5471B5-0E5C-4DB5-BE85-E0A8200E9E9F}"/>
              </a:ext>
            </a:extLst>
          </p:cNvPr>
          <p:cNvSpPr>
            <a:spLocks noGrp="1"/>
          </p:cNvSpPr>
          <p:nvPr>
            <p:ph type="sldNum" sz="quarter" idx="11"/>
          </p:nvPr>
        </p:nvSpPr>
        <p:spPr/>
        <p:txBody>
          <a:bodyPr/>
          <a:lstStyle/>
          <a:p>
            <a:fld id="{E16BA917-7F09-4B8D-AF07-F52890C14046}" type="slidenum">
              <a:rPr lang="da-DK" smtClean="0"/>
              <a:pPr/>
              <a:t>28</a:t>
            </a:fld>
            <a:endParaRPr lang="da-DK"/>
          </a:p>
        </p:txBody>
      </p:sp>
      <p:sp>
        <p:nvSpPr>
          <p:cNvPr id="3" name="Text Placeholder 2">
            <a:extLst>
              <a:ext uri="{FF2B5EF4-FFF2-40B4-BE49-F238E27FC236}">
                <a16:creationId xmlns:a16="http://schemas.microsoft.com/office/drawing/2014/main" id="{86C92334-627D-45E6-A3EF-CE29C07AF9BD}"/>
              </a:ext>
            </a:extLst>
          </p:cNvPr>
          <p:cNvSpPr>
            <a:spLocks noGrp="1"/>
          </p:cNvSpPr>
          <p:nvPr>
            <p:ph type="body" sz="quarter" idx="17"/>
          </p:nvPr>
        </p:nvSpPr>
        <p:spPr/>
        <p:txBody>
          <a:bodyPr/>
          <a:lstStyle/>
          <a:p>
            <a:r>
              <a:rPr lang="en-GB"/>
              <a:t>External dependency</a:t>
            </a:r>
            <a:endParaRPr lang="da-DK"/>
          </a:p>
        </p:txBody>
      </p:sp>
      <p:sp>
        <p:nvSpPr>
          <p:cNvPr id="4" name="Title 3">
            <a:extLst>
              <a:ext uri="{FF2B5EF4-FFF2-40B4-BE49-F238E27FC236}">
                <a16:creationId xmlns:a16="http://schemas.microsoft.com/office/drawing/2014/main" id="{DA7BE4CA-3911-465E-93B3-A50CC0E47CE4}"/>
              </a:ext>
            </a:extLst>
          </p:cNvPr>
          <p:cNvSpPr>
            <a:spLocks noGrp="1"/>
          </p:cNvSpPr>
          <p:nvPr>
            <p:ph type="title"/>
          </p:nvPr>
        </p:nvSpPr>
        <p:spPr/>
        <p:txBody>
          <a:bodyPr/>
          <a:lstStyle/>
          <a:p>
            <a:r>
              <a:rPr lang="en-GB"/>
              <a:t>Practice 2</a:t>
            </a:r>
            <a:endParaRPr lang="da-DK"/>
          </a:p>
        </p:txBody>
      </p:sp>
      <p:sp>
        <p:nvSpPr>
          <p:cNvPr id="5" name="Content Placeholder 4">
            <a:extLst>
              <a:ext uri="{FF2B5EF4-FFF2-40B4-BE49-F238E27FC236}">
                <a16:creationId xmlns:a16="http://schemas.microsoft.com/office/drawing/2014/main" id="{A8352737-044C-4E23-A3AC-7E8D092445F5}"/>
              </a:ext>
            </a:extLst>
          </p:cNvPr>
          <p:cNvSpPr>
            <a:spLocks noGrp="1"/>
          </p:cNvSpPr>
          <p:nvPr>
            <p:ph sz="quarter" idx="19"/>
          </p:nvPr>
        </p:nvSpPr>
        <p:spPr/>
        <p:txBody>
          <a:bodyPr/>
          <a:lstStyle/>
          <a:p>
            <a:pPr marL="342900" indent="-342900">
              <a:buFont typeface="+mj-lt"/>
              <a:buAutoNum type="arabicPeriod" startAt="8"/>
            </a:pPr>
            <a:r>
              <a:rPr lang="en-GB"/>
              <a:t>Some of your tests are using ExchangeRates.csv to retrieve FX rates. </a:t>
            </a:r>
            <a:r>
              <a:rPr lang="en-US"/>
              <a:t>Simulate unavailability of exchange rates provider by deleting the file.</a:t>
            </a:r>
          </a:p>
          <a:p>
            <a:pPr marL="342900" indent="-342900">
              <a:buFont typeface="+mj-lt"/>
              <a:buAutoNum type="arabicPeriod" startAt="8"/>
            </a:pPr>
            <a:r>
              <a:rPr lang="en-US"/>
              <a:t>Run your tests. Your tests should be failing now. </a:t>
            </a:r>
            <a:endParaRPr lang="da-DK"/>
          </a:p>
        </p:txBody>
      </p:sp>
      <p:pic>
        <p:nvPicPr>
          <p:cNvPr id="7" name="Picture 6">
            <a:extLst>
              <a:ext uri="{FF2B5EF4-FFF2-40B4-BE49-F238E27FC236}">
                <a16:creationId xmlns:a16="http://schemas.microsoft.com/office/drawing/2014/main" id="{15BEF936-3033-40A0-8E96-76116BCE1BDD}"/>
              </a:ext>
            </a:extLst>
          </p:cNvPr>
          <p:cNvPicPr>
            <a:picLocks noChangeAspect="1"/>
          </p:cNvPicPr>
          <p:nvPr/>
        </p:nvPicPr>
        <p:blipFill>
          <a:blip r:embed="rId3"/>
          <a:stretch>
            <a:fillRect/>
          </a:stretch>
        </p:blipFill>
        <p:spPr>
          <a:xfrm>
            <a:off x="5139249" y="2872804"/>
            <a:ext cx="5269852" cy="2266811"/>
          </a:xfrm>
          <a:prstGeom prst="rect">
            <a:avLst/>
          </a:prstGeom>
        </p:spPr>
      </p:pic>
      <p:pic>
        <p:nvPicPr>
          <p:cNvPr id="6" name="Graphic 5" descr="Flask">
            <a:extLst>
              <a:ext uri="{FF2B5EF4-FFF2-40B4-BE49-F238E27FC236}">
                <a16:creationId xmlns:a16="http://schemas.microsoft.com/office/drawing/2014/main" id="{9EB1733B-7495-4AF8-AC7D-ECC5E600FD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43128" y="73497"/>
            <a:ext cx="914400" cy="914400"/>
          </a:xfrm>
          <a:prstGeom prst="rect">
            <a:avLst/>
          </a:prstGeom>
        </p:spPr>
      </p:pic>
      <p:pic>
        <p:nvPicPr>
          <p:cNvPr id="10" name="Picture 9">
            <a:extLst>
              <a:ext uri="{FF2B5EF4-FFF2-40B4-BE49-F238E27FC236}">
                <a16:creationId xmlns:a16="http://schemas.microsoft.com/office/drawing/2014/main" id="{3FBBD311-5C31-4767-9CF3-E73C9FF2C347}"/>
              </a:ext>
            </a:extLst>
          </p:cNvPr>
          <p:cNvPicPr>
            <a:picLocks noChangeAspect="1"/>
          </p:cNvPicPr>
          <p:nvPr/>
        </p:nvPicPr>
        <p:blipFill>
          <a:blip r:embed="rId6"/>
          <a:stretch>
            <a:fillRect/>
          </a:stretch>
        </p:blipFill>
        <p:spPr>
          <a:xfrm>
            <a:off x="649139" y="2872804"/>
            <a:ext cx="3000375" cy="1895475"/>
          </a:xfrm>
          <a:prstGeom prst="rect">
            <a:avLst/>
          </a:prstGeom>
        </p:spPr>
      </p:pic>
      <p:cxnSp>
        <p:nvCxnSpPr>
          <p:cNvPr id="12" name="Straight Arrow Connector 11">
            <a:extLst>
              <a:ext uri="{FF2B5EF4-FFF2-40B4-BE49-F238E27FC236}">
                <a16:creationId xmlns:a16="http://schemas.microsoft.com/office/drawing/2014/main" id="{D6E9A301-7DDE-499A-A242-84DC049E81CF}"/>
              </a:ext>
            </a:extLst>
          </p:cNvPr>
          <p:cNvCxnSpPr/>
          <p:nvPr/>
        </p:nvCxnSpPr>
        <p:spPr>
          <a:xfrm flipH="1">
            <a:off x="2394408" y="4364610"/>
            <a:ext cx="961534" cy="29223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655645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CURRENCY CONVERTER</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PRACTIcE 2</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en-US" sz="1050">
                <a:solidFill>
                  <a:srgbClr val="0000FF"/>
                </a:solidFill>
                <a:latin typeface="Consolas"/>
                <a:cs typeface="Calibri"/>
              </a:rPr>
              <a:t>public</a:t>
            </a:r>
            <a:r>
              <a:rPr lang="en-US" sz="1050">
                <a:solidFill>
                  <a:srgbClr val="000000"/>
                </a:solidFill>
                <a:latin typeface="Consolas"/>
                <a:cs typeface="Calibri"/>
              </a:rPr>
              <a:t> </a:t>
            </a:r>
            <a:r>
              <a:rPr lang="en-US" sz="1050">
                <a:solidFill>
                  <a:srgbClr val="0000FF"/>
                </a:solidFill>
                <a:latin typeface="Consolas"/>
                <a:cs typeface="Calibri"/>
              </a:rPr>
              <a:t>class</a:t>
            </a:r>
            <a:r>
              <a:rPr lang="en-US" sz="1050">
                <a:solidFill>
                  <a:srgbClr val="000000"/>
                </a:solidFill>
                <a:latin typeface="Consolas"/>
                <a:cs typeface="Calibri"/>
              </a:rPr>
              <a:t> </a:t>
            </a:r>
            <a:r>
              <a:rPr lang="en-US" sz="1050">
                <a:solidFill>
                  <a:srgbClr val="2B91AF"/>
                </a:solidFill>
                <a:latin typeface="Consolas"/>
                <a:cs typeface="Calibri"/>
              </a:rPr>
              <a:t>Calculator</a:t>
            </a:r>
            <a:r>
              <a:rPr lang="en-US" sz="1050">
                <a:solidFill>
                  <a:srgbClr val="000000"/>
                </a:solidFill>
                <a:latin typeface="Consolas"/>
                <a:cs typeface="Calibri"/>
              </a:rPr>
              <a:t> {</a:t>
            </a:r>
          </a:p>
          <a:p>
            <a:pPr marL="0" indent="0">
              <a:spcBef>
                <a:spcPts val="0"/>
              </a:spcBef>
              <a:spcAft>
                <a:spcPts val="0"/>
              </a:spcAft>
              <a:buNone/>
            </a:pPr>
            <a:r>
              <a:rPr lang="en-US" sz="1050">
                <a:solidFill>
                  <a:srgbClr val="000000"/>
                </a:solidFill>
                <a:latin typeface="Consolas"/>
                <a:cs typeface="Calibri"/>
              </a:rPr>
              <a:t>        </a:t>
            </a:r>
            <a:r>
              <a:rPr lang="en-US" sz="1050">
                <a:solidFill>
                  <a:srgbClr val="0000FF"/>
                </a:solidFill>
                <a:latin typeface="Consolas"/>
                <a:cs typeface="Calibri"/>
              </a:rPr>
              <a:t>private</a:t>
            </a:r>
            <a:r>
              <a:rPr lang="en-US" sz="1050">
                <a:solidFill>
                  <a:srgbClr val="000000"/>
                </a:solidFill>
                <a:latin typeface="Consolas"/>
                <a:cs typeface="Calibri"/>
              </a:rPr>
              <a:t> </a:t>
            </a:r>
            <a:r>
              <a:rPr lang="en-US" sz="1050">
                <a:solidFill>
                  <a:srgbClr val="0000FF"/>
                </a:solidFill>
                <a:latin typeface="Consolas"/>
                <a:cs typeface="Calibri"/>
              </a:rPr>
              <a:t>const</a:t>
            </a:r>
            <a:r>
              <a:rPr lang="en-US" sz="1050">
                <a:solidFill>
                  <a:srgbClr val="000000"/>
                </a:solidFill>
                <a:latin typeface="Consolas"/>
                <a:cs typeface="Calibri"/>
              </a:rPr>
              <a:t> </a:t>
            </a:r>
            <a:r>
              <a:rPr lang="en-US" sz="1050">
                <a:solidFill>
                  <a:srgbClr val="0000FF"/>
                </a:solidFill>
                <a:latin typeface="Consolas"/>
                <a:cs typeface="Calibri"/>
              </a:rPr>
              <a:t>int</a:t>
            </a:r>
            <a:r>
              <a:rPr lang="en-US" sz="1050">
                <a:solidFill>
                  <a:srgbClr val="000000"/>
                </a:solidFill>
                <a:latin typeface="Consolas"/>
                <a:cs typeface="Calibri"/>
              </a:rPr>
              <a:t> _</a:t>
            </a:r>
            <a:r>
              <a:rPr lang="en-US" sz="1050" err="1">
                <a:solidFill>
                  <a:srgbClr val="000000"/>
                </a:solidFill>
                <a:latin typeface="Consolas"/>
                <a:cs typeface="Calibri"/>
              </a:rPr>
              <a:t>decimalPlaces</a:t>
            </a:r>
            <a:r>
              <a:rPr lang="en-US" sz="1050">
                <a:solidFill>
                  <a:srgbClr val="000000"/>
                </a:solidFill>
                <a:latin typeface="Consolas"/>
                <a:cs typeface="Calibri"/>
              </a:rPr>
              <a:t> = 2;</a:t>
            </a:r>
          </a:p>
          <a:p>
            <a:pPr marL="0" indent="0">
              <a:spcBef>
                <a:spcPts val="0"/>
              </a:spcBef>
              <a:spcAft>
                <a:spcPts val="0"/>
              </a:spcAft>
              <a:buNone/>
            </a:pPr>
            <a:r>
              <a:rPr lang="en-US" sz="1050">
                <a:solidFill>
                  <a:srgbClr val="000000"/>
                </a:solidFill>
                <a:latin typeface="Consolas"/>
                <a:cs typeface="Calibri"/>
              </a:rPr>
              <a:t>        </a:t>
            </a:r>
            <a:r>
              <a:rPr lang="en-US" sz="1050">
                <a:solidFill>
                  <a:srgbClr val="0000FF"/>
                </a:solidFill>
                <a:highlight>
                  <a:srgbClr val="FFFF00"/>
                </a:highlight>
                <a:latin typeface="Consolas"/>
                <a:cs typeface="Calibri"/>
              </a:rPr>
              <a:t>private </a:t>
            </a:r>
            <a:r>
              <a:rPr lang="en-US" sz="1050" err="1">
                <a:solidFill>
                  <a:srgbClr val="0000FF"/>
                </a:solidFill>
                <a:highlight>
                  <a:srgbClr val="FFFF00"/>
                </a:highlight>
                <a:latin typeface="Consolas"/>
                <a:cs typeface="Calibri"/>
              </a:rPr>
              <a:t>readonly</a:t>
            </a:r>
            <a:r>
              <a:rPr lang="en-US" sz="1050">
                <a:solidFill>
                  <a:srgbClr val="0000FF"/>
                </a:solidFill>
                <a:highlight>
                  <a:srgbClr val="FFFF00"/>
                </a:highlight>
                <a:latin typeface="Consolas"/>
                <a:cs typeface="Calibri"/>
              </a:rPr>
              <a:t> </a:t>
            </a:r>
            <a:r>
              <a:rPr lang="en-US" sz="1050" err="1">
                <a:solidFill>
                  <a:srgbClr val="0000FF"/>
                </a:solidFill>
                <a:highlight>
                  <a:srgbClr val="FFFF00"/>
                </a:highlight>
                <a:latin typeface="Consolas"/>
                <a:cs typeface="Calibri"/>
              </a:rPr>
              <a:t>ExchangeRatesProvider</a:t>
            </a:r>
            <a:r>
              <a:rPr lang="en-US" sz="1050">
                <a:solidFill>
                  <a:srgbClr val="0000FF"/>
                </a:solidFill>
                <a:highlight>
                  <a:srgbClr val="FFFF00"/>
                </a:highlight>
                <a:latin typeface="Consolas"/>
                <a:cs typeface="Calibri"/>
              </a:rPr>
              <a:t> _</a:t>
            </a:r>
            <a:r>
              <a:rPr lang="en-US" sz="1050" err="1">
                <a:solidFill>
                  <a:srgbClr val="0000FF"/>
                </a:solidFill>
                <a:highlight>
                  <a:srgbClr val="FFFF00"/>
                </a:highlight>
                <a:latin typeface="Consolas"/>
                <a:cs typeface="Calibri"/>
              </a:rPr>
              <a:t>exchangeRatesProvider</a:t>
            </a:r>
            <a:r>
              <a:rPr lang="en-US" sz="1050">
                <a:solidFill>
                  <a:srgbClr val="0000FF"/>
                </a:solidFill>
                <a:highlight>
                  <a:srgbClr val="FFFF00"/>
                </a:highlight>
                <a:latin typeface="Consolas"/>
                <a:cs typeface="Calibri"/>
              </a:rPr>
              <a:t> = new </a:t>
            </a:r>
            <a:r>
              <a:rPr lang="en-US" sz="1050" err="1">
                <a:solidFill>
                  <a:srgbClr val="0000FF"/>
                </a:solidFill>
                <a:highlight>
                  <a:srgbClr val="FFFF00"/>
                </a:highlight>
                <a:latin typeface="Consolas"/>
                <a:cs typeface="Calibri"/>
              </a:rPr>
              <a:t>ExchangeRatesProvider</a:t>
            </a:r>
            <a:r>
              <a:rPr lang="en-US" sz="1050">
                <a:solidFill>
                  <a:srgbClr val="0000FF"/>
                </a:solidFill>
                <a:highlight>
                  <a:srgbClr val="FFFF00"/>
                </a:highlight>
                <a:latin typeface="Consolas"/>
                <a:cs typeface="Calibri"/>
              </a:rPr>
              <a:t>();</a:t>
            </a:r>
          </a:p>
          <a:p>
            <a:pPr marL="0" indent="0">
              <a:spcBef>
                <a:spcPts val="0"/>
              </a:spcBef>
              <a:spcAft>
                <a:spcPts val="0"/>
              </a:spcAft>
              <a:buNone/>
            </a:pPr>
            <a:endParaRPr lang="en-US" sz="1050">
              <a:solidFill>
                <a:srgbClr val="000000"/>
              </a:solidFill>
              <a:latin typeface="Consolas" panose="020B0609020204030204" pitchFamily="49" charset="0"/>
            </a:endParaRPr>
          </a:p>
          <a:p>
            <a:pPr marL="0" indent="0">
              <a:spcBef>
                <a:spcPts val="0"/>
              </a:spcBef>
              <a:spcAft>
                <a:spcPts val="0"/>
              </a:spcAft>
              <a:buNone/>
            </a:pPr>
            <a:r>
              <a:rPr lang="en-US" sz="1050">
                <a:solidFill>
                  <a:srgbClr val="000000"/>
                </a:solidFill>
                <a:latin typeface="Consolas"/>
                <a:cs typeface="Calibri"/>
              </a:rPr>
              <a:t>        </a:t>
            </a:r>
            <a:r>
              <a:rPr lang="en-US" sz="1050">
                <a:solidFill>
                  <a:srgbClr val="0000FF"/>
                </a:solidFill>
                <a:latin typeface="Consolas"/>
                <a:cs typeface="Calibri"/>
              </a:rPr>
              <a:t>public</a:t>
            </a:r>
            <a:r>
              <a:rPr lang="en-US" sz="1050">
                <a:solidFill>
                  <a:srgbClr val="000000"/>
                </a:solidFill>
                <a:latin typeface="Consolas"/>
                <a:cs typeface="Calibri"/>
              </a:rPr>
              <a:t> </a:t>
            </a:r>
            <a:r>
              <a:rPr lang="en-US" sz="1050">
                <a:solidFill>
                  <a:srgbClr val="0000FF"/>
                </a:solidFill>
                <a:latin typeface="Consolas"/>
                <a:cs typeface="Calibri"/>
              </a:rPr>
              <a:t>double</a:t>
            </a:r>
            <a:r>
              <a:rPr lang="en-US" sz="1050">
                <a:solidFill>
                  <a:srgbClr val="000000"/>
                </a:solidFill>
                <a:latin typeface="Consolas"/>
                <a:cs typeface="Calibri"/>
              </a:rPr>
              <a:t> Add(</a:t>
            </a:r>
            <a:r>
              <a:rPr lang="en-US" sz="1050">
                <a:solidFill>
                  <a:srgbClr val="0000FF"/>
                </a:solidFill>
                <a:latin typeface="Consolas"/>
                <a:cs typeface="Calibri"/>
              </a:rPr>
              <a:t>double</a:t>
            </a:r>
            <a:r>
              <a:rPr lang="en-US" sz="1050">
                <a:solidFill>
                  <a:srgbClr val="000000"/>
                </a:solidFill>
                <a:latin typeface="Consolas"/>
                <a:cs typeface="Calibri"/>
              </a:rPr>
              <a:t> value1, </a:t>
            </a:r>
            <a:r>
              <a:rPr lang="en-US" sz="1050">
                <a:solidFill>
                  <a:srgbClr val="0000FF"/>
                </a:solidFill>
                <a:latin typeface="Consolas"/>
                <a:cs typeface="Calibri"/>
              </a:rPr>
              <a:t>double</a:t>
            </a:r>
            <a:r>
              <a:rPr lang="en-US" sz="1050">
                <a:solidFill>
                  <a:srgbClr val="000000"/>
                </a:solidFill>
                <a:latin typeface="Consolas"/>
                <a:cs typeface="Calibri"/>
              </a:rPr>
              <a:t> value2) {</a:t>
            </a:r>
          </a:p>
          <a:p>
            <a:pPr marL="0" indent="0">
              <a:spcBef>
                <a:spcPts val="0"/>
              </a:spcBef>
              <a:spcAft>
                <a:spcPts val="0"/>
              </a:spcAft>
              <a:buNone/>
            </a:pPr>
            <a:r>
              <a:rPr lang="en-US" sz="1050">
                <a:solidFill>
                  <a:srgbClr val="000000"/>
                </a:solidFill>
                <a:latin typeface="Consolas"/>
                <a:cs typeface="Calibri"/>
              </a:rPr>
              <a:t>            </a:t>
            </a:r>
            <a:r>
              <a:rPr lang="en-US" sz="1050">
                <a:solidFill>
                  <a:srgbClr val="0000FF"/>
                </a:solidFill>
                <a:latin typeface="Consolas"/>
                <a:cs typeface="Calibri"/>
              </a:rPr>
              <a:t>return</a:t>
            </a:r>
            <a:r>
              <a:rPr lang="en-US" sz="1050">
                <a:solidFill>
                  <a:srgbClr val="000000"/>
                </a:solidFill>
                <a:latin typeface="Consolas"/>
                <a:cs typeface="Calibri"/>
              </a:rPr>
              <a:t> </a:t>
            </a:r>
            <a:r>
              <a:rPr lang="en-US" sz="1050" err="1">
                <a:solidFill>
                  <a:srgbClr val="2B91AF"/>
                </a:solidFill>
                <a:latin typeface="Consolas"/>
                <a:cs typeface="Calibri"/>
              </a:rPr>
              <a:t>Math</a:t>
            </a:r>
            <a:r>
              <a:rPr lang="en-US" sz="1050" err="1">
                <a:solidFill>
                  <a:srgbClr val="000000"/>
                </a:solidFill>
                <a:latin typeface="Consolas"/>
                <a:cs typeface="Calibri"/>
              </a:rPr>
              <a:t>.Round</a:t>
            </a:r>
            <a:r>
              <a:rPr lang="en-US" sz="1050">
                <a:solidFill>
                  <a:srgbClr val="000000"/>
                </a:solidFill>
                <a:latin typeface="Consolas"/>
                <a:cs typeface="Calibri"/>
              </a:rPr>
              <a:t>(value1 + value2, _</a:t>
            </a:r>
            <a:r>
              <a:rPr lang="en-US" sz="1050" err="1">
                <a:solidFill>
                  <a:srgbClr val="000000"/>
                </a:solidFill>
                <a:latin typeface="Consolas"/>
                <a:cs typeface="Calibri"/>
              </a:rPr>
              <a:t>decimalPlaces</a:t>
            </a:r>
            <a:r>
              <a:rPr lang="en-US" sz="1050">
                <a:solidFill>
                  <a:srgbClr val="000000"/>
                </a:solidFill>
                <a:latin typeface="Consolas"/>
                <a:cs typeface="Calibri"/>
              </a:rPr>
              <a:t>);</a:t>
            </a:r>
          </a:p>
          <a:p>
            <a:pPr marL="0" indent="0">
              <a:spcBef>
                <a:spcPts val="0"/>
              </a:spcBef>
              <a:spcAft>
                <a:spcPts val="0"/>
              </a:spcAft>
              <a:buNone/>
            </a:pPr>
            <a:r>
              <a:rPr lang="en-US" sz="1050">
                <a:solidFill>
                  <a:srgbClr val="000000"/>
                </a:solidFill>
                <a:latin typeface="Consolas"/>
                <a:cs typeface="Calibri"/>
              </a:rPr>
              <a:t>        }</a:t>
            </a:r>
          </a:p>
          <a:p>
            <a:pPr marL="0" indent="0">
              <a:spcBef>
                <a:spcPts val="0"/>
              </a:spcBef>
              <a:spcAft>
                <a:spcPts val="0"/>
              </a:spcAft>
              <a:buNone/>
            </a:pPr>
            <a:endParaRPr lang="en-US" sz="1050">
              <a:solidFill>
                <a:srgbClr val="000000"/>
              </a:solidFill>
              <a:latin typeface="Consolas" panose="020B0609020204030204" pitchFamily="49" charset="0"/>
            </a:endParaRPr>
          </a:p>
          <a:p>
            <a:pPr marL="0" indent="0">
              <a:spcBef>
                <a:spcPts val="0"/>
              </a:spcBef>
              <a:spcAft>
                <a:spcPts val="0"/>
              </a:spcAft>
              <a:buNone/>
            </a:pPr>
            <a:r>
              <a:rPr lang="en-US" sz="1050">
                <a:solidFill>
                  <a:srgbClr val="000000"/>
                </a:solidFill>
                <a:latin typeface="Consolas"/>
                <a:cs typeface="Calibri"/>
              </a:rPr>
              <a:t>        </a:t>
            </a:r>
            <a:r>
              <a:rPr lang="en-US" sz="1050">
                <a:solidFill>
                  <a:srgbClr val="0000FF"/>
                </a:solidFill>
                <a:latin typeface="Consolas"/>
                <a:cs typeface="Calibri"/>
              </a:rPr>
              <a:t>public</a:t>
            </a:r>
            <a:r>
              <a:rPr lang="en-US" sz="1050">
                <a:solidFill>
                  <a:srgbClr val="000000"/>
                </a:solidFill>
                <a:latin typeface="Consolas"/>
                <a:cs typeface="Calibri"/>
              </a:rPr>
              <a:t> </a:t>
            </a:r>
            <a:r>
              <a:rPr lang="en-US" sz="1050">
                <a:solidFill>
                  <a:srgbClr val="0000FF"/>
                </a:solidFill>
                <a:latin typeface="Consolas"/>
                <a:cs typeface="Calibri"/>
              </a:rPr>
              <a:t>double</a:t>
            </a:r>
            <a:r>
              <a:rPr lang="en-US" sz="1050">
                <a:solidFill>
                  <a:srgbClr val="000000"/>
                </a:solidFill>
                <a:latin typeface="Consolas"/>
                <a:cs typeface="Calibri"/>
              </a:rPr>
              <a:t> Subtract(</a:t>
            </a:r>
            <a:r>
              <a:rPr lang="en-US" sz="1050">
                <a:solidFill>
                  <a:srgbClr val="0000FF"/>
                </a:solidFill>
                <a:latin typeface="Consolas"/>
                <a:cs typeface="Calibri"/>
              </a:rPr>
              <a:t>double</a:t>
            </a:r>
            <a:r>
              <a:rPr lang="en-US" sz="1050">
                <a:solidFill>
                  <a:srgbClr val="000000"/>
                </a:solidFill>
                <a:latin typeface="Consolas"/>
                <a:cs typeface="Calibri"/>
              </a:rPr>
              <a:t> value1, </a:t>
            </a:r>
            <a:r>
              <a:rPr lang="en-US" sz="1050">
                <a:solidFill>
                  <a:srgbClr val="0000FF"/>
                </a:solidFill>
                <a:latin typeface="Consolas"/>
                <a:cs typeface="Calibri"/>
              </a:rPr>
              <a:t>double</a:t>
            </a:r>
            <a:r>
              <a:rPr lang="en-US" sz="1050">
                <a:solidFill>
                  <a:srgbClr val="000000"/>
                </a:solidFill>
                <a:latin typeface="Consolas"/>
                <a:cs typeface="Calibri"/>
              </a:rPr>
              <a:t> value2) {</a:t>
            </a:r>
          </a:p>
          <a:p>
            <a:pPr marL="0" indent="0">
              <a:spcBef>
                <a:spcPts val="0"/>
              </a:spcBef>
              <a:spcAft>
                <a:spcPts val="0"/>
              </a:spcAft>
              <a:buNone/>
            </a:pPr>
            <a:r>
              <a:rPr lang="en-US" sz="1050">
                <a:solidFill>
                  <a:srgbClr val="000000"/>
                </a:solidFill>
                <a:latin typeface="Consolas"/>
                <a:cs typeface="Calibri"/>
              </a:rPr>
              <a:t>            </a:t>
            </a:r>
            <a:r>
              <a:rPr lang="en-US" sz="1050">
                <a:solidFill>
                  <a:srgbClr val="0000FF"/>
                </a:solidFill>
                <a:latin typeface="Consolas"/>
                <a:cs typeface="Calibri"/>
              </a:rPr>
              <a:t>return</a:t>
            </a:r>
            <a:r>
              <a:rPr lang="en-US" sz="1050">
                <a:solidFill>
                  <a:srgbClr val="000000"/>
                </a:solidFill>
                <a:latin typeface="Consolas"/>
                <a:cs typeface="Calibri"/>
              </a:rPr>
              <a:t> </a:t>
            </a:r>
            <a:r>
              <a:rPr lang="en-US" sz="1050" err="1">
                <a:solidFill>
                  <a:srgbClr val="2B91AF"/>
                </a:solidFill>
                <a:latin typeface="Consolas"/>
                <a:cs typeface="Calibri"/>
              </a:rPr>
              <a:t>Math</a:t>
            </a:r>
            <a:r>
              <a:rPr lang="en-US" sz="1050" err="1">
                <a:solidFill>
                  <a:srgbClr val="000000"/>
                </a:solidFill>
                <a:latin typeface="Consolas"/>
                <a:cs typeface="Calibri"/>
              </a:rPr>
              <a:t>.Round</a:t>
            </a:r>
            <a:r>
              <a:rPr lang="en-US" sz="1050">
                <a:solidFill>
                  <a:srgbClr val="000000"/>
                </a:solidFill>
                <a:latin typeface="Consolas"/>
                <a:cs typeface="Calibri"/>
              </a:rPr>
              <a:t>(value1 - value2, _</a:t>
            </a:r>
            <a:r>
              <a:rPr lang="en-US" sz="1050" err="1">
                <a:solidFill>
                  <a:srgbClr val="000000"/>
                </a:solidFill>
                <a:latin typeface="Consolas"/>
                <a:cs typeface="Calibri"/>
              </a:rPr>
              <a:t>decimalPlaces</a:t>
            </a:r>
            <a:r>
              <a:rPr lang="en-US" sz="1050">
                <a:solidFill>
                  <a:srgbClr val="000000"/>
                </a:solidFill>
                <a:latin typeface="Consolas"/>
                <a:cs typeface="Calibri"/>
              </a:rPr>
              <a:t>);</a:t>
            </a:r>
          </a:p>
          <a:p>
            <a:pPr marL="0" indent="0">
              <a:spcBef>
                <a:spcPts val="0"/>
              </a:spcBef>
              <a:spcAft>
                <a:spcPts val="0"/>
              </a:spcAft>
              <a:buNone/>
            </a:pPr>
            <a:r>
              <a:rPr lang="en-US" sz="1050">
                <a:solidFill>
                  <a:srgbClr val="000000"/>
                </a:solidFill>
                <a:latin typeface="Consolas"/>
                <a:cs typeface="Calibri"/>
              </a:rPr>
              <a:t>        }</a:t>
            </a:r>
          </a:p>
          <a:p>
            <a:pPr marL="0" indent="0">
              <a:spcBef>
                <a:spcPts val="0"/>
              </a:spcBef>
              <a:spcAft>
                <a:spcPts val="0"/>
              </a:spcAft>
              <a:buNone/>
            </a:pPr>
            <a:endParaRPr lang="en-US" sz="1050">
              <a:solidFill>
                <a:srgbClr val="000000"/>
              </a:solidFill>
              <a:latin typeface="Consolas" panose="020B0609020204030204" pitchFamily="49" charset="0"/>
            </a:endParaRPr>
          </a:p>
          <a:p>
            <a:pPr marL="0" indent="0">
              <a:spcBef>
                <a:spcPts val="0"/>
              </a:spcBef>
              <a:spcAft>
                <a:spcPts val="0"/>
              </a:spcAft>
              <a:buNone/>
            </a:pPr>
            <a:r>
              <a:rPr lang="da-DK" sz="1050">
                <a:solidFill>
                  <a:srgbClr val="0000FF"/>
                </a:solidFill>
                <a:highlight>
                  <a:srgbClr val="FFFF00"/>
                </a:highlight>
                <a:latin typeface="Consolas"/>
                <a:cs typeface="Calibri"/>
              </a:rPr>
              <a:t> 	public double </a:t>
            </a:r>
            <a:r>
              <a:rPr lang="da-DK" sz="1050" err="1">
                <a:solidFill>
                  <a:srgbClr val="000000"/>
                </a:solidFill>
                <a:highlight>
                  <a:srgbClr val="FFFF00"/>
                </a:highlight>
                <a:latin typeface="Consolas"/>
                <a:cs typeface="Calibri"/>
              </a:rPr>
              <a:t>ConvertToCurrency</a:t>
            </a:r>
            <a:r>
              <a:rPr lang="da-DK" sz="1050">
                <a:solidFill>
                  <a:srgbClr val="000000"/>
                </a:solidFill>
                <a:highlight>
                  <a:srgbClr val="FFFF00"/>
                </a:highlight>
                <a:latin typeface="Consolas"/>
                <a:cs typeface="Calibri"/>
              </a:rPr>
              <a:t>(</a:t>
            </a:r>
            <a:r>
              <a:rPr lang="da-DK" sz="1050">
                <a:solidFill>
                  <a:srgbClr val="0000FF"/>
                </a:solidFill>
                <a:highlight>
                  <a:srgbClr val="FFFF00"/>
                </a:highlight>
                <a:latin typeface="Consolas"/>
                <a:cs typeface="Calibri"/>
              </a:rPr>
              <a:t>double</a:t>
            </a:r>
            <a:r>
              <a:rPr lang="da-DK" sz="1050">
                <a:solidFill>
                  <a:srgbClr val="000000"/>
                </a:solidFill>
                <a:highlight>
                  <a:srgbClr val="FFFF00"/>
                </a:highlight>
                <a:latin typeface="Consolas"/>
                <a:cs typeface="Calibri"/>
              </a:rPr>
              <a:t> </a:t>
            </a:r>
            <a:r>
              <a:rPr lang="da-DK" sz="1050" err="1">
                <a:solidFill>
                  <a:srgbClr val="000000"/>
                </a:solidFill>
                <a:highlight>
                  <a:srgbClr val="FFFF00"/>
                </a:highlight>
                <a:latin typeface="Consolas"/>
                <a:cs typeface="Calibri"/>
              </a:rPr>
              <a:t>amount</a:t>
            </a:r>
            <a:r>
              <a:rPr lang="da-DK" sz="1050">
                <a:solidFill>
                  <a:srgbClr val="000000"/>
                </a:solidFill>
                <a:highlight>
                  <a:srgbClr val="FFFF00"/>
                </a:highlight>
                <a:latin typeface="Consolas"/>
                <a:cs typeface="Calibri"/>
              </a:rPr>
              <a:t>, </a:t>
            </a:r>
            <a:r>
              <a:rPr lang="da-DK" sz="1050" err="1">
                <a:solidFill>
                  <a:srgbClr val="0000FF"/>
                </a:solidFill>
                <a:highlight>
                  <a:srgbClr val="FFFF00"/>
                </a:highlight>
                <a:latin typeface="Consolas"/>
                <a:cs typeface="Calibri"/>
              </a:rPr>
              <a:t>DateTime</a:t>
            </a:r>
            <a:r>
              <a:rPr lang="da-DK" sz="1050">
                <a:solidFill>
                  <a:srgbClr val="000000"/>
                </a:solidFill>
                <a:highlight>
                  <a:srgbClr val="FFFF00"/>
                </a:highlight>
                <a:latin typeface="Consolas"/>
                <a:cs typeface="Calibri"/>
              </a:rPr>
              <a:t> </a:t>
            </a:r>
            <a:r>
              <a:rPr lang="da-DK" sz="1050" err="1">
                <a:solidFill>
                  <a:srgbClr val="000000"/>
                </a:solidFill>
                <a:highlight>
                  <a:srgbClr val="FFFF00"/>
                </a:highlight>
                <a:latin typeface="Consolas"/>
                <a:cs typeface="Calibri"/>
              </a:rPr>
              <a:t>exchDateTime</a:t>
            </a:r>
            <a:r>
              <a:rPr lang="da-DK" sz="1050">
                <a:solidFill>
                  <a:srgbClr val="000000"/>
                </a:solidFill>
                <a:highlight>
                  <a:srgbClr val="FFFF00"/>
                </a:highlight>
                <a:latin typeface="Consolas"/>
                <a:cs typeface="Calibri"/>
              </a:rPr>
              <a:t>, </a:t>
            </a:r>
            <a:r>
              <a:rPr lang="da-DK" sz="1050" err="1">
                <a:solidFill>
                  <a:srgbClr val="0000FF"/>
                </a:solidFill>
                <a:highlight>
                  <a:srgbClr val="FFFF00"/>
                </a:highlight>
                <a:latin typeface="Consolas"/>
                <a:cs typeface="Calibri"/>
              </a:rPr>
              <a:t>Currencies</a:t>
            </a:r>
            <a:r>
              <a:rPr lang="da-DK" sz="1050">
                <a:solidFill>
                  <a:srgbClr val="000000"/>
                </a:solidFill>
                <a:highlight>
                  <a:srgbClr val="FFFF00"/>
                </a:highlight>
                <a:latin typeface="Consolas"/>
                <a:cs typeface="Calibri"/>
              </a:rPr>
              <a:t> </a:t>
            </a:r>
            <a:r>
              <a:rPr lang="da-DK" sz="1050" err="1">
                <a:solidFill>
                  <a:srgbClr val="000000"/>
                </a:solidFill>
                <a:highlight>
                  <a:srgbClr val="FFFF00"/>
                </a:highlight>
                <a:latin typeface="Consolas"/>
                <a:cs typeface="Calibri"/>
              </a:rPr>
              <a:t>targetCurrencies</a:t>
            </a:r>
            <a:r>
              <a:rPr lang="da-DK" sz="1050">
                <a:solidFill>
                  <a:srgbClr val="000000"/>
                </a:solidFill>
                <a:highlight>
                  <a:srgbClr val="FFFF00"/>
                </a:highlight>
                <a:latin typeface="Consolas"/>
                <a:cs typeface="Calibri"/>
              </a:rPr>
              <a:t>) {</a:t>
            </a:r>
          </a:p>
          <a:p>
            <a:pPr marL="0" indent="0">
              <a:spcBef>
                <a:spcPts val="0"/>
              </a:spcBef>
              <a:spcAft>
                <a:spcPts val="0"/>
              </a:spcAft>
              <a:buNone/>
            </a:pPr>
            <a:r>
              <a:rPr lang="da-DK" sz="1050">
                <a:solidFill>
                  <a:srgbClr val="000000"/>
                </a:solidFill>
                <a:highlight>
                  <a:srgbClr val="FFFF00"/>
                </a:highlight>
                <a:latin typeface="Consolas"/>
                <a:cs typeface="Calibri"/>
              </a:rPr>
              <a:t>            if (targetCurrencies == </a:t>
            </a:r>
            <a:r>
              <a:rPr lang="da-DK" sz="1050">
                <a:solidFill>
                  <a:srgbClr val="0000FF"/>
                </a:solidFill>
                <a:highlight>
                  <a:srgbClr val="FFFF00"/>
                </a:highlight>
                <a:latin typeface="Consolas"/>
                <a:cs typeface="Calibri"/>
              </a:rPr>
              <a:t>Currencies</a:t>
            </a:r>
            <a:r>
              <a:rPr lang="da-DK" sz="1050" err="1">
                <a:solidFill>
                  <a:srgbClr val="000000"/>
                </a:solidFill>
                <a:highlight>
                  <a:srgbClr val="FFFF00"/>
                </a:highlight>
                <a:latin typeface="Consolas"/>
                <a:cs typeface="Calibri"/>
              </a:rPr>
              <a:t>.USD</a:t>
            </a:r>
            <a:r>
              <a:rPr lang="da-DK" sz="1050">
                <a:solidFill>
                  <a:srgbClr val="000000"/>
                </a:solidFill>
                <a:highlight>
                  <a:srgbClr val="FFFF00"/>
                </a:highlight>
                <a:latin typeface="Consolas"/>
                <a:cs typeface="Calibri"/>
              </a:rPr>
              <a:t>) {</a:t>
            </a:r>
          </a:p>
          <a:p>
            <a:pPr marL="0" indent="0">
              <a:spcBef>
                <a:spcPts val="0"/>
              </a:spcBef>
              <a:spcAft>
                <a:spcPts val="0"/>
              </a:spcAft>
              <a:buNone/>
            </a:pPr>
            <a:r>
              <a:rPr lang="da-DK" sz="1050">
                <a:solidFill>
                  <a:srgbClr val="000000"/>
                </a:solidFill>
                <a:highlight>
                  <a:srgbClr val="FFFF00"/>
                </a:highlight>
                <a:latin typeface="Consolas"/>
                <a:cs typeface="Calibri"/>
              </a:rPr>
              <a:t>               </a:t>
            </a:r>
            <a:r>
              <a:rPr lang="en-US" sz="1050">
                <a:solidFill>
                  <a:srgbClr val="0000FF"/>
                </a:solidFill>
                <a:highlight>
                  <a:srgbClr val="FFFF00"/>
                </a:highlight>
                <a:latin typeface="Consolas"/>
                <a:cs typeface="Calibri"/>
              </a:rPr>
              <a:t>return</a:t>
            </a:r>
            <a:r>
              <a:rPr lang="da-DK" sz="1050">
                <a:solidFill>
                  <a:srgbClr val="000000"/>
                </a:solidFill>
                <a:highlight>
                  <a:srgbClr val="FFFF00"/>
                </a:highlight>
                <a:latin typeface="Consolas"/>
                <a:cs typeface="Calibri"/>
              </a:rPr>
              <a:t> </a:t>
            </a:r>
            <a:r>
              <a:rPr lang="da-DK" sz="1050" err="1">
                <a:solidFill>
                  <a:srgbClr val="000000"/>
                </a:solidFill>
                <a:highlight>
                  <a:srgbClr val="FFFF00"/>
                </a:highlight>
                <a:latin typeface="Consolas"/>
                <a:cs typeface="Calibri"/>
              </a:rPr>
              <a:t>amount</a:t>
            </a:r>
            <a:r>
              <a:rPr lang="da-DK" sz="1050">
                <a:solidFill>
                  <a:srgbClr val="000000"/>
                </a:solidFill>
                <a:highlight>
                  <a:srgbClr val="FFFF00"/>
                </a:highlight>
                <a:latin typeface="Consolas"/>
                <a:cs typeface="Calibri"/>
              </a:rPr>
              <a:t>;</a:t>
            </a:r>
          </a:p>
          <a:p>
            <a:pPr marL="0" indent="0">
              <a:spcBef>
                <a:spcPts val="0"/>
              </a:spcBef>
              <a:spcAft>
                <a:spcPts val="0"/>
              </a:spcAft>
              <a:buNone/>
            </a:pPr>
            <a:r>
              <a:rPr lang="da-DK" sz="1050">
                <a:solidFill>
                  <a:srgbClr val="000000"/>
                </a:solidFill>
                <a:highlight>
                  <a:srgbClr val="FFFF00"/>
                </a:highlight>
                <a:latin typeface="Consolas"/>
                <a:cs typeface="Calibri"/>
              </a:rPr>
              <a:t>            }</a:t>
            </a:r>
          </a:p>
          <a:p>
            <a:pPr marL="0" indent="0">
              <a:spcBef>
                <a:spcPts val="0"/>
              </a:spcBef>
              <a:spcAft>
                <a:spcPts val="0"/>
              </a:spcAft>
              <a:buNone/>
            </a:pPr>
            <a:endParaRPr lang="da-DK" sz="1050">
              <a:solidFill>
                <a:srgbClr val="000000"/>
              </a:solidFill>
              <a:highlight>
                <a:srgbClr val="FFFF00"/>
              </a:highlight>
              <a:latin typeface="Consolas" panose="020B0609020204030204" pitchFamily="49" charset="0"/>
            </a:endParaRPr>
          </a:p>
          <a:p>
            <a:pPr marL="0" indent="0">
              <a:spcBef>
                <a:spcPts val="0"/>
              </a:spcBef>
              <a:spcAft>
                <a:spcPts val="0"/>
              </a:spcAft>
              <a:buNone/>
            </a:pPr>
            <a:r>
              <a:rPr lang="en-US" sz="1050">
                <a:solidFill>
                  <a:srgbClr val="000000"/>
                </a:solidFill>
                <a:highlight>
                  <a:srgbClr val="FFFF00"/>
                </a:highlight>
                <a:latin typeface="Consolas"/>
                <a:cs typeface="Calibri"/>
              </a:rPr>
              <a:t>            double rate = _</a:t>
            </a:r>
            <a:r>
              <a:rPr lang="en-US" sz="1050" err="1">
                <a:solidFill>
                  <a:srgbClr val="000000"/>
                </a:solidFill>
                <a:highlight>
                  <a:srgbClr val="FFFF00"/>
                </a:highlight>
                <a:latin typeface="Consolas"/>
                <a:cs typeface="Calibri"/>
              </a:rPr>
              <a:t>exchangeRatesProvider.GetExchangeRate</a:t>
            </a:r>
            <a:r>
              <a:rPr lang="en-US" sz="1050">
                <a:solidFill>
                  <a:srgbClr val="000000"/>
                </a:solidFill>
                <a:highlight>
                  <a:srgbClr val="FFFF00"/>
                </a:highlight>
                <a:latin typeface="Consolas"/>
                <a:cs typeface="Calibri"/>
              </a:rPr>
              <a:t>(</a:t>
            </a:r>
            <a:r>
              <a:rPr lang="en-US" sz="1050" err="1">
                <a:solidFill>
                  <a:srgbClr val="000000"/>
                </a:solidFill>
                <a:highlight>
                  <a:srgbClr val="FFFF00"/>
                </a:highlight>
                <a:latin typeface="Consolas"/>
                <a:cs typeface="Calibri"/>
              </a:rPr>
              <a:t>targetCurrencies</a:t>
            </a:r>
            <a:r>
              <a:rPr lang="en-US" sz="1050">
                <a:solidFill>
                  <a:srgbClr val="000000"/>
                </a:solidFill>
                <a:highlight>
                  <a:srgbClr val="FFFF00"/>
                </a:highlight>
                <a:latin typeface="Consolas"/>
                <a:cs typeface="Calibri"/>
              </a:rPr>
              <a:t>, </a:t>
            </a:r>
            <a:r>
              <a:rPr lang="en-US" sz="1050" err="1">
                <a:solidFill>
                  <a:srgbClr val="000000"/>
                </a:solidFill>
                <a:highlight>
                  <a:srgbClr val="FFFF00"/>
                </a:highlight>
                <a:latin typeface="Consolas"/>
                <a:cs typeface="Calibri"/>
              </a:rPr>
              <a:t>exchDateTime</a:t>
            </a:r>
            <a:r>
              <a:rPr lang="en-US" sz="1050">
                <a:solidFill>
                  <a:srgbClr val="000000"/>
                </a:solidFill>
                <a:highlight>
                  <a:srgbClr val="FFFF00"/>
                </a:highlight>
                <a:latin typeface="Consolas"/>
                <a:cs typeface="Calibri"/>
              </a:rPr>
              <a:t>);</a:t>
            </a:r>
          </a:p>
          <a:p>
            <a:pPr marL="0" indent="0">
              <a:spcBef>
                <a:spcPts val="0"/>
              </a:spcBef>
              <a:spcAft>
                <a:spcPts val="0"/>
              </a:spcAft>
              <a:buNone/>
            </a:pPr>
            <a:r>
              <a:rPr lang="en-US" sz="1050">
                <a:solidFill>
                  <a:srgbClr val="000000"/>
                </a:solidFill>
                <a:highlight>
                  <a:srgbClr val="FFFF00"/>
                </a:highlight>
                <a:latin typeface="Consolas"/>
                <a:cs typeface="Calibri"/>
              </a:rPr>
              <a:t>            </a:t>
            </a:r>
            <a:r>
              <a:rPr lang="en-US" sz="1050">
                <a:solidFill>
                  <a:srgbClr val="0000FF"/>
                </a:solidFill>
                <a:highlight>
                  <a:srgbClr val="FFFF00"/>
                </a:highlight>
                <a:latin typeface="Consolas"/>
                <a:cs typeface="Calibri"/>
              </a:rPr>
              <a:t>return</a:t>
            </a:r>
            <a:r>
              <a:rPr lang="en-US" sz="1050">
                <a:solidFill>
                  <a:srgbClr val="000000"/>
                </a:solidFill>
                <a:highlight>
                  <a:srgbClr val="FFFF00"/>
                </a:highlight>
                <a:latin typeface="Consolas"/>
                <a:cs typeface="Calibri"/>
              </a:rPr>
              <a:t> </a:t>
            </a:r>
            <a:r>
              <a:rPr lang="en-US" sz="1050" err="1">
                <a:solidFill>
                  <a:srgbClr val="2B91AF"/>
                </a:solidFill>
                <a:highlight>
                  <a:srgbClr val="FFFF00"/>
                </a:highlight>
                <a:latin typeface="Consolas"/>
                <a:cs typeface="Calibri"/>
              </a:rPr>
              <a:t>Math</a:t>
            </a:r>
            <a:r>
              <a:rPr lang="en-US" sz="1050" err="1">
                <a:solidFill>
                  <a:srgbClr val="000000"/>
                </a:solidFill>
                <a:highlight>
                  <a:srgbClr val="FFFF00"/>
                </a:highlight>
                <a:latin typeface="Consolas"/>
                <a:cs typeface="Calibri"/>
              </a:rPr>
              <a:t>.Round</a:t>
            </a:r>
            <a:r>
              <a:rPr lang="en-US" sz="1050">
                <a:solidFill>
                  <a:srgbClr val="000000"/>
                </a:solidFill>
                <a:highlight>
                  <a:srgbClr val="FFFF00"/>
                </a:highlight>
                <a:latin typeface="Consolas"/>
                <a:cs typeface="Calibri"/>
              </a:rPr>
              <a:t>(rate * amount, _</a:t>
            </a:r>
            <a:r>
              <a:rPr lang="en-US" sz="1050" err="1">
                <a:solidFill>
                  <a:srgbClr val="000000"/>
                </a:solidFill>
                <a:highlight>
                  <a:srgbClr val="FFFF00"/>
                </a:highlight>
                <a:latin typeface="Consolas"/>
                <a:cs typeface="Calibri"/>
              </a:rPr>
              <a:t>decimalPlaces</a:t>
            </a:r>
            <a:r>
              <a:rPr lang="en-US" sz="1050">
                <a:solidFill>
                  <a:srgbClr val="000000"/>
                </a:solidFill>
                <a:highlight>
                  <a:srgbClr val="FFFF00"/>
                </a:highlight>
                <a:latin typeface="Consolas"/>
                <a:cs typeface="Calibri"/>
              </a:rPr>
              <a:t>);</a:t>
            </a:r>
          </a:p>
          <a:p>
            <a:pPr marL="0" indent="0">
              <a:spcBef>
                <a:spcPts val="0"/>
              </a:spcBef>
              <a:spcAft>
                <a:spcPts val="0"/>
              </a:spcAft>
              <a:buNone/>
            </a:pPr>
            <a:r>
              <a:rPr lang="da-DK" sz="1050">
                <a:solidFill>
                  <a:srgbClr val="000000"/>
                </a:solidFill>
                <a:highlight>
                  <a:srgbClr val="FFFF00"/>
                </a:highlight>
                <a:latin typeface="Consolas"/>
                <a:cs typeface="Calibri"/>
              </a:rPr>
              <a:t>        }</a:t>
            </a:r>
            <a:r>
              <a:rPr lang="en-US" sz="1050">
                <a:solidFill>
                  <a:srgbClr val="000000"/>
                </a:solidFill>
                <a:highlight>
                  <a:srgbClr val="FFFF00"/>
                </a:highlight>
                <a:latin typeface="Consolas"/>
                <a:cs typeface="Calibri"/>
              </a:rPr>
              <a:t>   </a:t>
            </a:r>
            <a:endParaRPr lang="en-US" sz="1050">
              <a:solidFill>
                <a:srgbClr val="000000"/>
              </a:solidFill>
              <a:highlight>
                <a:srgbClr val="FFFF00"/>
              </a:highlight>
              <a:latin typeface="Consolas" panose="020B0609020204030204" pitchFamily="49" charset="0"/>
            </a:endParaRPr>
          </a:p>
          <a:p>
            <a:pPr marL="0" indent="0">
              <a:spcBef>
                <a:spcPts val="0"/>
              </a:spcBef>
              <a:spcAft>
                <a:spcPts val="0"/>
              </a:spcAft>
              <a:buNone/>
            </a:pPr>
            <a:r>
              <a:rPr lang="en-US" sz="1050">
                <a:solidFill>
                  <a:srgbClr val="000000"/>
                </a:solidFill>
                <a:latin typeface="Consolas"/>
                <a:cs typeface="Calibri"/>
              </a:rPr>
              <a:t> }</a:t>
            </a: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a:p>
            <a:pPr marL="0" indent="0" algn="just">
              <a:buNone/>
            </a:pPr>
            <a:endParaRPr lang="en-US" sz="2400">
              <a:solidFill>
                <a:schemeClr val="accent2"/>
              </a:solidFill>
              <a:latin typeface="Source Sans Pro" panose="020B0604020202020204" pitchFamily="34" charset="0"/>
            </a:endParaRPr>
          </a:p>
        </p:txBody>
      </p:sp>
      <p:pic>
        <p:nvPicPr>
          <p:cNvPr id="6" name="Graphic 5" descr="Flask">
            <a:extLst>
              <a:ext uri="{FF2B5EF4-FFF2-40B4-BE49-F238E27FC236}">
                <a16:creationId xmlns:a16="http://schemas.microsoft.com/office/drawing/2014/main" id="{7EA0EEF6-5FF1-42BF-9BF9-2FB05C31A8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4211921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546D9-EC5B-4CD6-B2D8-BF258BEB6ADF}"/>
              </a:ext>
            </a:extLst>
          </p:cNvPr>
          <p:cNvSpPr>
            <a:spLocks noGrp="1"/>
          </p:cNvSpPr>
          <p:nvPr>
            <p:ph type="sldNum" sz="quarter" idx="11"/>
          </p:nvPr>
        </p:nvSpPr>
        <p:spPr/>
        <p:txBody>
          <a:bodyPr/>
          <a:lstStyle/>
          <a:p>
            <a:fld id="{E16BA917-7F09-4B8D-AF07-F52890C14046}" type="slidenum">
              <a:rPr lang="da-DK" smtClean="0"/>
              <a:pPr/>
              <a:t>30</a:t>
            </a:fld>
            <a:endParaRPr lang="da-DK"/>
          </a:p>
        </p:txBody>
      </p:sp>
      <p:sp>
        <p:nvSpPr>
          <p:cNvPr id="3" name="Text Placeholder 2">
            <a:extLst>
              <a:ext uri="{FF2B5EF4-FFF2-40B4-BE49-F238E27FC236}">
                <a16:creationId xmlns:a16="http://schemas.microsoft.com/office/drawing/2014/main" id="{20F30ED1-42B5-4038-AF42-6DD8365AABF2}"/>
              </a:ext>
            </a:extLst>
          </p:cNvPr>
          <p:cNvSpPr>
            <a:spLocks noGrp="1"/>
          </p:cNvSpPr>
          <p:nvPr>
            <p:ph type="body" sz="quarter" idx="17"/>
          </p:nvPr>
        </p:nvSpPr>
        <p:spPr/>
        <p:txBody>
          <a:bodyPr/>
          <a:lstStyle/>
          <a:p>
            <a:r>
              <a:rPr lang="en-GB"/>
              <a:t>CURRENCY CONVERTER</a:t>
            </a:r>
            <a:endParaRPr lang="en-US"/>
          </a:p>
          <a:p>
            <a:endParaRPr lang="da-DK"/>
          </a:p>
        </p:txBody>
      </p:sp>
      <p:sp>
        <p:nvSpPr>
          <p:cNvPr id="4" name="Title 3">
            <a:extLst>
              <a:ext uri="{FF2B5EF4-FFF2-40B4-BE49-F238E27FC236}">
                <a16:creationId xmlns:a16="http://schemas.microsoft.com/office/drawing/2014/main" id="{EA024EB1-FEAF-4EB1-BC45-19FC519AED5B}"/>
              </a:ext>
            </a:extLst>
          </p:cNvPr>
          <p:cNvSpPr>
            <a:spLocks noGrp="1"/>
          </p:cNvSpPr>
          <p:nvPr>
            <p:ph type="title"/>
          </p:nvPr>
        </p:nvSpPr>
        <p:spPr/>
        <p:txBody>
          <a:bodyPr/>
          <a:lstStyle/>
          <a:p>
            <a:r>
              <a:rPr lang="en-GB"/>
              <a:t>Practice 2</a:t>
            </a:r>
            <a:endParaRPr lang="da-DK"/>
          </a:p>
        </p:txBody>
      </p:sp>
      <p:sp>
        <p:nvSpPr>
          <p:cNvPr id="5" name="Content Placeholder 4">
            <a:extLst>
              <a:ext uri="{FF2B5EF4-FFF2-40B4-BE49-F238E27FC236}">
                <a16:creationId xmlns:a16="http://schemas.microsoft.com/office/drawing/2014/main" id="{8104854D-6A98-4A39-B73B-3828F0CAB8FD}"/>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da-DK" sz="1050">
                <a:solidFill>
                  <a:srgbClr val="000000"/>
                </a:solidFill>
                <a:latin typeface="Consolas"/>
                <a:cs typeface="Calibri"/>
              </a:rPr>
              <a:t> [</a:t>
            </a:r>
            <a:r>
              <a:rPr lang="da-DK" sz="1050" err="1">
                <a:solidFill>
                  <a:srgbClr val="2B91AF"/>
                </a:solidFill>
                <a:latin typeface="Consolas"/>
                <a:cs typeface="Calibri"/>
              </a:rPr>
              <a:t>TestClass</a:t>
            </a:r>
            <a:r>
              <a:rPr lang="da-DK" sz="1050">
                <a:solidFill>
                  <a:srgbClr val="000000"/>
                </a:solidFill>
                <a:latin typeface="Consolas"/>
                <a:cs typeface="Calibri"/>
              </a:rPr>
              <a:t>]</a:t>
            </a:r>
          </a:p>
          <a:p>
            <a:pPr marL="0" indent="0">
              <a:spcBef>
                <a:spcPts val="0"/>
              </a:spcBef>
              <a:spcAft>
                <a:spcPts val="0"/>
              </a:spcAft>
              <a:buNone/>
            </a:pPr>
            <a:r>
              <a:rPr lang="da-DK" sz="1050">
                <a:solidFill>
                  <a:srgbClr val="000000"/>
                </a:solidFill>
                <a:latin typeface="Consolas"/>
                <a:cs typeface="Calibri"/>
              </a:rPr>
              <a:t>    </a:t>
            </a:r>
            <a:r>
              <a:rPr lang="da-DK" sz="1050">
                <a:solidFill>
                  <a:srgbClr val="0000FF"/>
                </a:solidFill>
                <a:latin typeface="Consolas"/>
                <a:cs typeface="Calibri"/>
              </a:rPr>
              <a:t>public</a:t>
            </a:r>
            <a:r>
              <a:rPr lang="da-DK" sz="1050">
                <a:solidFill>
                  <a:srgbClr val="000000"/>
                </a:solidFill>
                <a:latin typeface="Consolas"/>
                <a:cs typeface="Calibri"/>
              </a:rPr>
              <a:t> </a:t>
            </a:r>
            <a:r>
              <a:rPr lang="da-DK" sz="1050" err="1">
                <a:solidFill>
                  <a:srgbClr val="0000FF"/>
                </a:solidFill>
                <a:latin typeface="Consolas"/>
                <a:cs typeface="Calibri"/>
              </a:rPr>
              <a:t>class</a:t>
            </a:r>
            <a:r>
              <a:rPr lang="da-DK" sz="1050">
                <a:solidFill>
                  <a:srgbClr val="000000"/>
                </a:solidFill>
                <a:latin typeface="Consolas"/>
                <a:cs typeface="Calibri"/>
              </a:rPr>
              <a:t> </a:t>
            </a:r>
            <a:r>
              <a:rPr lang="da-DK" sz="1050" err="1">
                <a:solidFill>
                  <a:srgbClr val="2B91AF"/>
                </a:solidFill>
                <a:latin typeface="Consolas"/>
                <a:cs typeface="Calibri"/>
              </a:rPr>
              <a:t>CalculatorTests</a:t>
            </a:r>
            <a:r>
              <a:rPr lang="da-DK" sz="1050">
                <a:solidFill>
                  <a:srgbClr val="000000"/>
                </a:solidFill>
                <a:latin typeface="Consolas"/>
                <a:cs typeface="Calibri"/>
              </a:rPr>
              <a:t> {</a:t>
            </a:r>
          </a:p>
          <a:p>
            <a:pPr marL="0" indent="0">
              <a:spcBef>
                <a:spcPts val="0"/>
              </a:spcBef>
              <a:spcAft>
                <a:spcPts val="0"/>
              </a:spcAft>
              <a:buNone/>
            </a:pPr>
            <a:r>
              <a:rPr lang="da-DK" sz="1050">
                <a:solidFill>
                  <a:srgbClr val="000000"/>
                </a:solidFill>
                <a:latin typeface="Consolas"/>
                <a:cs typeface="Calibri"/>
              </a:rPr>
              <a:t>        </a:t>
            </a:r>
            <a:r>
              <a:rPr lang="da-DK" sz="1050">
                <a:solidFill>
                  <a:schemeClr val="bg1">
                    <a:lumMod val="75000"/>
                  </a:schemeClr>
                </a:solidFill>
                <a:latin typeface="Consolas"/>
                <a:cs typeface="Calibri"/>
              </a:rPr>
              <a:t>// … </a:t>
            </a:r>
            <a:r>
              <a:rPr lang="da-DK" sz="1050" err="1">
                <a:solidFill>
                  <a:schemeClr val="bg1">
                    <a:lumMod val="75000"/>
                  </a:schemeClr>
                </a:solidFill>
                <a:latin typeface="Consolas"/>
                <a:cs typeface="Calibri"/>
              </a:rPr>
              <a:t>other</a:t>
            </a:r>
            <a:r>
              <a:rPr lang="da-DK" sz="1050">
                <a:solidFill>
                  <a:schemeClr val="bg1">
                    <a:lumMod val="75000"/>
                  </a:schemeClr>
                </a:solidFill>
                <a:latin typeface="Consolas"/>
                <a:cs typeface="Calibri"/>
              </a:rPr>
              <a:t> </a:t>
            </a:r>
            <a:r>
              <a:rPr lang="da-DK" sz="1050" err="1">
                <a:solidFill>
                  <a:schemeClr val="bg1">
                    <a:lumMod val="75000"/>
                  </a:schemeClr>
                </a:solidFill>
                <a:latin typeface="Consolas"/>
                <a:cs typeface="Calibri"/>
              </a:rPr>
              <a:t>calculator</a:t>
            </a:r>
            <a:r>
              <a:rPr lang="da-DK" sz="1050">
                <a:solidFill>
                  <a:schemeClr val="bg1">
                    <a:lumMod val="75000"/>
                  </a:schemeClr>
                </a:solidFill>
                <a:latin typeface="Consolas"/>
                <a:cs typeface="Calibri"/>
              </a:rPr>
              <a:t> tests</a:t>
            </a:r>
          </a:p>
          <a:p>
            <a:pPr marL="0" indent="0">
              <a:spcBef>
                <a:spcPts val="0"/>
              </a:spcBef>
              <a:spcAft>
                <a:spcPts val="0"/>
              </a:spcAft>
              <a:buNone/>
            </a:pPr>
            <a:endParaRPr lang="da-DK" sz="1050">
              <a:solidFill>
                <a:schemeClr val="bg1">
                  <a:lumMod val="75000"/>
                </a:schemeClr>
              </a:solidFill>
              <a:latin typeface="Consolas"/>
              <a:cs typeface="Calibri"/>
            </a:endParaRPr>
          </a:p>
          <a:p>
            <a:pPr marL="0" indent="0">
              <a:spcBef>
                <a:spcPts val="0"/>
              </a:spcBef>
              <a:spcAft>
                <a:spcPts val="0"/>
              </a:spcAft>
              <a:buNone/>
            </a:pPr>
            <a:r>
              <a:rPr lang="da-DK" sz="1050">
                <a:solidFill>
                  <a:srgbClr val="000000"/>
                </a:solidFill>
                <a:latin typeface="Consolas"/>
                <a:cs typeface="Calibri"/>
              </a:rPr>
              <a:t>        </a:t>
            </a:r>
            <a:r>
              <a:rPr lang="da-DK" sz="1050">
                <a:latin typeface="Arial"/>
                <a:cs typeface="Arial"/>
              </a:rPr>
              <a:t>[</a:t>
            </a:r>
            <a:r>
              <a:rPr lang="da-DK" sz="1050" err="1">
                <a:solidFill>
                  <a:srgbClr val="2B91AF"/>
                </a:solidFill>
                <a:latin typeface="Consolas"/>
                <a:cs typeface="Calibri"/>
              </a:rPr>
              <a:t>TestCategory</a:t>
            </a:r>
            <a:r>
              <a:rPr lang="da-DK" sz="1050">
                <a:latin typeface="Arial"/>
                <a:cs typeface="Arial"/>
              </a:rPr>
              <a:t>("</a:t>
            </a:r>
            <a:r>
              <a:rPr lang="da-DK" sz="1050" err="1">
                <a:latin typeface="Arial"/>
                <a:cs typeface="Arial"/>
              </a:rPr>
              <a:t>CurrencyExchange</a:t>
            </a:r>
            <a:r>
              <a:rPr lang="da-DK" sz="1050">
                <a:latin typeface="Arial"/>
                <a:cs typeface="Arial"/>
              </a:rPr>
              <a:t>")]</a:t>
            </a:r>
            <a:endParaRPr lang="da-DK" sz="1050">
              <a:ea typeface="+mj-lt"/>
              <a:cs typeface="+mj-lt"/>
            </a:endParaRPr>
          </a:p>
          <a:p>
            <a:pPr marL="0" indent="0">
              <a:spcBef>
                <a:spcPts val="0"/>
              </a:spcBef>
              <a:spcAft>
                <a:spcPts val="0"/>
              </a:spcAft>
              <a:buNone/>
            </a:pPr>
            <a:r>
              <a:rPr lang="da-DK" sz="1050">
                <a:solidFill>
                  <a:srgbClr val="000000"/>
                </a:solidFill>
                <a:latin typeface="Consolas"/>
                <a:cs typeface="Calibri"/>
              </a:rPr>
              <a:t>        [</a:t>
            </a:r>
            <a:r>
              <a:rPr lang="da-DK" sz="1050" err="1">
                <a:solidFill>
                  <a:srgbClr val="2B91AF"/>
                </a:solidFill>
                <a:latin typeface="Consolas"/>
                <a:cs typeface="Calibri"/>
              </a:rPr>
              <a:t>TestMethod</a:t>
            </a:r>
            <a:r>
              <a:rPr lang="da-DK" sz="1050">
                <a:solidFill>
                  <a:srgbClr val="000000"/>
                </a:solidFill>
                <a:latin typeface="Consolas"/>
                <a:cs typeface="Calibri"/>
              </a:rPr>
              <a:t>]</a:t>
            </a:r>
          </a:p>
          <a:p>
            <a:pPr marL="0" indent="0">
              <a:spcBef>
                <a:spcPts val="0"/>
              </a:spcBef>
              <a:spcAft>
                <a:spcPts val="0"/>
              </a:spcAft>
              <a:buNone/>
            </a:pPr>
            <a:r>
              <a:rPr lang="da-DK" sz="1050">
                <a:solidFill>
                  <a:srgbClr val="000000"/>
                </a:solidFill>
                <a:latin typeface="Consolas"/>
                <a:cs typeface="Calibri"/>
              </a:rPr>
              <a:t>        </a:t>
            </a:r>
            <a:r>
              <a:rPr lang="da-DK" sz="1050">
                <a:solidFill>
                  <a:srgbClr val="0000FF"/>
                </a:solidFill>
                <a:latin typeface="Consolas"/>
                <a:cs typeface="Calibri"/>
              </a:rPr>
              <a:t>public</a:t>
            </a:r>
            <a:r>
              <a:rPr lang="da-DK" sz="1050">
                <a:solidFill>
                  <a:srgbClr val="000000"/>
                </a:solidFill>
                <a:latin typeface="Consolas"/>
                <a:cs typeface="Calibri"/>
              </a:rPr>
              <a:t> </a:t>
            </a:r>
            <a:r>
              <a:rPr lang="da-DK" sz="1050" err="1">
                <a:solidFill>
                  <a:srgbClr val="0000FF"/>
                </a:solidFill>
                <a:latin typeface="Consolas"/>
                <a:cs typeface="Calibri"/>
              </a:rPr>
              <a:t>void</a:t>
            </a:r>
            <a:r>
              <a:rPr lang="da-DK" sz="1050">
                <a:solidFill>
                  <a:srgbClr val="000000"/>
                </a:solidFill>
                <a:latin typeface="Consolas"/>
                <a:cs typeface="Calibri"/>
              </a:rPr>
              <a:t> </a:t>
            </a:r>
            <a:r>
              <a:rPr lang="da-DK" sz="1050" err="1">
                <a:solidFill>
                  <a:srgbClr val="000000"/>
                </a:solidFill>
                <a:latin typeface="Consolas"/>
                <a:cs typeface="Calibri"/>
              </a:rPr>
              <a:t>TestThatConvertToCurrencyMethodCanConvertToEur</a:t>
            </a:r>
            <a:r>
              <a:rPr lang="da-DK" sz="1050">
                <a:solidFill>
                  <a:srgbClr val="000000"/>
                </a:solidFill>
                <a:latin typeface="Consolas"/>
                <a:cs typeface="Calibri"/>
              </a:rPr>
              <a:t>() {</a:t>
            </a:r>
          </a:p>
          <a:p>
            <a:pPr marL="0" indent="0">
              <a:spcBef>
                <a:spcPts val="0"/>
              </a:spcBef>
              <a:spcAft>
                <a:spcPts val="0"/>
              </a:spcAft>
              <a:buNone/>
            </a:pPr>
            <a:r>
              <a:rPr lang="en-US" sz="1050">
                <a:solidFill>
                  <a:srgbClr val="000000"/>
                </a:solidFill>
                <a:latin typeface="Consolas"/>
                <a:cs typeface="Calibri"/>
              </a:rPr>
              <a:t>            _calculator.ConvertToCurrency(1000, </a:t>
            </a:r>
            <a:r>
              <a:rPr lang="en-US" sz="1050">
                <a:solidFill>
                  <a:srgbClr val="0000FF"/>
                </a:solidFill>
                <a:latin typeface="Consolas"/>
                <a:cs typeface="Calibri"/>
              </a:rPr>
              <a:t>new</a:t>
            </a:r>
            <a:r>
              <a:rPr lang="en-US" sz="1050">
                <a:solidFill>
                  <a:srgbClr val="000000"/>
                </a:solidFill>
                <a:latin typeface="Consolas"/>
                <a:cs typeface="Calibri"/>
              </a:rPr>
              <a:t> </a:t>
            </a:r>
            <a:r>
              <a:rPr lang="en-US" sz="1050">
                <a:solidFill>
                  <a:srgbClr val="2B91AF"/>
                </a:solidFill>
                <a:latin typeface="Consolas"/>
                <a:cs typeface="Calibri"/>
              </a:rPr>
              <a:t>DateTime</a:t>
            </a:r>
            <a:r>
              <a:rPr lang="en-US" sz="1050">
                <a:solidFill>
                  <a:srgbClr val="000000"/>
                </a:solidFill>
                <a:latin typeface="Consolas"/>
                <a:cs typeface="Calibri"/>
              </a:rPr>
              <a:t>(2018, 01, 10), </a:t>
            </a:r>
            <a:r>
              <a:rPr lang="en-US" sz="1050">
                <a:solidFill>
                  <a:srgbClr val="2B91AF"/>
                </a:solidFill>
                <a:latin typeface="Consolas"/>
                <a:cs typeface="Calibri"/>
              </a:rPr>
              <a:t>Currencies</a:t>
            </a:r>
            <a:r>
              <a:rPr lang="en-US" sz="1050">
                <a:solidFill>
                  <a:srgbClr val="000000"/>
                </a:solidFill>
                <a:latin typeface="Consolas"/>
                <a:cs typeface="Calibri"/>
              </a:rPr>
              <a:t>.EUR)</a:t>
            </a:r>
          </a:p>
          <a:p>
            <a:pPr marL="0" indent="0">
              <a:spcBef>
                <a:spcPts val="0"/>
              </a:spcBef>
              <a:spcAft>
                <a:spcPts val="0"/>
              </a:spcAft>
              <a:buNone/>
            </a:pPr>
            <a:r>
              <a:rPr lang="da-DK" sz="1050">
                <a:solidFill>
                  <a:srgbClr val="000000"/>
                </a:solidFill>
                <a:latin typeface="Consolas"/>
                <a:cs typeface="Calibri"/>
              </a:rPr>
              <a:t>                .</a:t>
            </a:r>
            <a:r>
              <a:rPr lang="da-DK" sz="1050" err="1">
                <a:solidFill>
                  <a:srgbClr val="000000"/>
                </a:solidFill>
                <a:latin typeface="Consolas"/>
                <a:cs typeface="Calibri"/>
              </a:rPr>
              <a:t>ShouldBe</a:t>
            </a:r>
            <a:r>
              <a:rPr lang="da-DK" sz="1050">
                <a:solidFill>
                  <a:srgbClr val="000000"/>
                </a:solidFill>
                <a:latin typeface="Consolas"/>
                <a:cs typeface="Calibri"/>
              </a:rPr>
              <a:t>(1358.34);</a:t>
            </a:r>
          </a:p>
          <a:p>
            <a:pPr marL="0" indent="0">
              <a:spcBef>
                <a:spcPts val="0"/>
              </a:spcBef>
              <a:spcAft>
                <a:spcPts val="0"/>
              </a:spcAft>
              <a:buNone/>
            </a:pPr>
            <a:r>
              <a:rPr lang="da-DK" sz="1050">
                <a:solidFill>
                  <a:srgbClr val="000000"/>
                </a:solidFill>
                <a:latin typeface="Consolas" panose="020B0609020204030204" pitchFamily="49" charset="0"/>
              </a:rPr>
              <a:t>        }</a:t>
            </a:r>
          </a:p>
          <a:p>
            <a:pPr marL="0" indent="0">
              <a:spcBef>
                <a:spcPts val="0"/>
              </a:spcBef>
              <a:spcAft>
                <a:spcPts val="0"/>
              </a:spcAft>
              <a:buNone/>
            </a:pPr>
            <a:endParaRPr lang="da-DK" sz="1050">
              <a:solidFill>
                <a:srgbClr val="000000"/>
              </a:solidFill>
              <a:latin typeface="Consolas" panose="020B0609020204030204" pitchFamily="49" charset="0"/>
            </a:endParaRPr>
          </a:p>
          <a:p>
            <a:pPr marL="0" indent="0">
              <a:spcBef>
                <a:spcPts val="0"/>
              </a:spcBef>
              <a:spcAft>
                <a:spcPts val="0"/>
              </a:spcAft>
              <a:buNone/>
            </a:pPr>
            <a:r>
              <a:rPr lang="da-DK" sz="1050">
                <a:ea typeface="+mj-lt"/>
                <a:cs typeface="+mj-lt"/>
              </a:rPr>
              <a:t>                [</a:t>
            </a:r>
            <a:r>
              <a:rPr lang="da-DK" sz="1050" err="1">
                <a:solidFill>
                  <a:srgbClr val="2B91AF"/>
                </a:solidFill>
                <a:latin typeface="Consolas"/>
                <a:cs typeface="Calibri"/>
              </a:rPr>
              <a:t>TestCategory</a:t>
            </a:r>
            <a:r>
              <a:rPr lang="da-DK" sz="1050">
                <a:ea typeface="+mj-lt"/>
                <a:cs typeface="+mj-lt"/>
              </a:rPr>
              <a:t>("</a:t>
            </a:r>
            <a:r>
              <a:rPr lang="da-DK" sz="1050" err="1">
                <a:ea typeface="+mj-lt"/>
                <a:cs typeface="+mj-lt"/>
              </a:rPr>
              <a:t>CurrencyExchange</a:t>
            </a:r>
            <a:r>
              <a:rPr lang="da-DK" sz="1050">
                <a:ea typeface="+mj-lt"/>
                <a:cs typeface="+mj-lt"/>
              </a:rPr>
              <a:t>")]</a:t>
            </a:r>
            <a:endParaRPr lang="da-DK"/>
          </a:p>
          <a:p>
            <a:pPr marL="0" indent="0">
              <a:spcBef>
                <a:spcPts val="0"/>
              </a:spcBef>
              <a:spcAft>
                <a:spcPts val="0"/>
              </a:spcAft>
              <a:buNone/>
            </a:pPr>
            <a:r>
              <a:rPr lang="da-DK" sz="1050">
                <a:solidFill>
                  <a:srgbClr val="000000"/>
                </a:solidFill>
                <a:latin typeface="Consolas"/>
                <a:cs typeface="Calibri"/>
              </a:rPr>
              <a:t>        [</a:t>
            </a:r>
            <a:r>
              <a:rPr lang="da-DK" sz="1050" err="1">
                <a:solidFill>
                  <a:srgbClr val="2B91AF"/>
                </a:solidFill>
                <a:latin typeface="Consolas"/>
                <a:cs typeface="Calibri"/>
              </a:rPr>
              <a:t>TestMethod</a:t>
            </a:r>
            <a:r>
              <a:rPr lang="da-DK" sz="1050">
                <a:solidFill>
                  <a:srgbClr val="000000"/>
                </a:solidFill>
                <a:latin typeface="Consolas"/>
                <a:cs typeface="Calibri"/>
              </a:rPr>
              <a:t>]</a:t>
            </a:r>
          </a:p>
          <a:p>
            <a:pPr marL="0" indent="0">
              <a:spcBef>
                <a:spcPts val="0"/>
              </a:spcBef>
              <a:spcAft>
                <a:spcPts val="0"/>
              </a:spcAft>
              <a:buNone/>
            </a:pPr>
            <a:r>
              <a:rPr lang="da-DK" sz="1050">
                <a:solidFill>
                  <a:srgbClr val="000000"/>
                </a:solidFill>
                <a:latin typeface="Consolas"/>
                <a:cs typeface="Calibri"/>
              </a:rPr>
              <a:t>        </a:t>
            </a:r>
            <a:r>
              <a:rPr lang="da-DK" sz="1050">
                <a:solidFill>
                  <a:srgbClr val="0000FF"/>
                </a:solidFill>
                <a:latin typeface="Consolas"/>
                <a:cs typeface="Calibri"/>
              </a:rPr>
              <a:t>public</a:t>
            </a:r>
            <a:r>
              <a:rPr lang="da-DK" sz="1050">
                <a:solidFill>
                  <a:srgbClr val="000000"/>
                </a:solidFill>
                <a:latin typeface="Consolas"/>
                <a:cs typeface="Calibri"/>
              </a:rPr>
              <a:t> </a:t>
            </a:r>
            <a:r>
              <a:rPr lang="da-DK" sz="1050" err="1">
                <a:solidFill>
                  <a:srgbClr val="0000FF"/>
                </a:solidFill>
                <a:latin typeface="Consolas"/>
                <a:cs typeface="Calibri"/>
              </a:rPr>
              <a:t>void</a:t>
            </a:r>
            <a:r>
              <a:rPr lang="da-DK" sz="1050">
                <a:solidFill>
                  <a:srgbClr val="000000"/>
                </a:solidFill>
                <a:latin typeface="Consolas"/>
                <a:cs typeface="Calibri"/>
              </a:rPr>
              <a:t> </a:t>
            </a:r>
            <a:r>
              <a:rPr lang="da-DK" sz="1050" err="1">
                <a:solidFill>
                  <a:srgbClr val="000000"/>
                </a:solidFill>
                <a:latin typeface="Consolas"/>
                <a:cs typeface="Calibri"/>
              </a:rPr>
              <a:t>TestThatConvertToCurrencyMethodCanConvertToUsd</a:t>
            </a:r>
            <a:r>
              <a:rPr lang="da-DK" sz="1050">
                <a:solidFill>
                  <a:srgbClr val="000000"/>
                </a:solidFill>
                <a:latin typeface="Consolas"/>
                <a:cs typeface="Calibri"/>
              </a:rPr>
              <a:t>() {</a:t>
            </a:r>
          </a:p>
          <a:p>
            <a:pPr marL="0" indent="0">
              <a:spcBef>
                <a:spcPts val="0"/>
              </a:spcBef>
              <a:spcAft>
                <a:spcPts val="0"/>
              </a:spcAft>
              <a:buNone/>
            </a:pPr>
            <a:r>
              <a:rPr lang="en-US" sz="1050">
                <a:solidFill>
                  <a:srgbClr val="000000"/>
                </a:solidFill>
                <a:latin typeface="Consolas"/>
                <a:cs typeface="Calibri"/>
              </a:rPr>
              <a:t>            _calculator.ConvertToCurrency(1000, </a:t>
            </a:r>
            <a:r>
              <a:rPr lang="en-US" sz="1050">
                <a:solidFill>
                  <a:srgbClr val="0000FF"/>
                </a:solidFill>
                <a:latin typeface="Consolas"/>
                <a:cs typeface="Calibri"/>
              </a:rPr>
              <a:t>new</a:t>
            </a:r>
            <a:r>
              <a:rPr lang="en-US" sz="1050">
                <a:solidFill>
                  <a:srgbClr val="000000"/>
                </a:solidFill>
                <a:latin typeface="Consolas"/>
                <a:cs typeface="Calibri"/>
              </a:rPr>
              <a:t> </a:t>
            </a:r>
            <a:r>
              <a:rPr lang="en-US" sz="1050">
                <a:solidFill>
                  <a:srgbClr val="2B91AF"/>
                </a:solidFill>
                <a:latin typeface="Consolas"/>
                <a:cs typeface="Calibri"/>
              </a:rPr>
              <a:t>DateTime</a:t>
            </a:r>
            <a:r>
              <a:rPr lang="en-US" sz="1050">
                <a:solidFill>
                  <a:srgbClr val="000000"/>
                </a:solidFill>
                <a:latin typeface="Consolas"/>
                <a:cs typeface="Calibri"/>
              </a:rPr>
              <a:t>(2018, 01, 10), </a:t>
            </a:r>
            <a:r>
              <a:rPr lang="en-US" sz="1050" err="1">
                <a:solidFill>
                  <a:srgbClr val="2B91AF"/>
                </a:solidFill>
                <a:latin typeface="Consolas"/>
                <a:cs typeface="Calibri"/>
              </a:rPr>
              <a:t>Currencies</a:t>
            </a:r>
            <a:r>
              <a:rPr lang="en-US" sz="1050" err="1">
                <a:solidFill>
                  <a:srgbClr val="000000"/>
                </a:solidFill>
                <a:latin typeface="Consolas"/>
                <a:cs typeface="Calibri"/>
              </a:rPr>
              <a:t>.USD</a:t>
            </a:r>
            <a:r>
              <a:rPr lang="en-US" sz="1050">
                <a:solidFill>
                  <a:srgbClr val="000000"/>
                </a:solidFill>
                <a:latin typeface="Consolas"/>
                <a:cs typeface="Calibri"/>
              </a:rPr>
              <a:t>)</a:t>
            </a:r>
          </a:p>
          <a:p>
            <a:pPr marL="0" indent="0">
              <a:spcBef>
                <a:spcPts val="0"/>
              </a:spcBef>
              <a:spcAft>
                <a:spcPts val="0"/>
              </a:spcAft>
              <a:buNone/>
            </a:pPr>
            <a:r>
              <a:rPr lang="da-DK" sz="1050">
                <a:solidFill>
                  <a:srgbClr val="000000"/>
                </a:solidFill>
                <a:latin typeface="Consolas"/>
                <a:cs typeface="Calibri"/>
              </a:rPr>
              <a:t>                .</a:t>
            </a:r>
            <a:r>
              <a:rPr lang="da-DK" sz="1050" err="1">
                <a:solidFill>
                  <a:srgbClr val="000000"/>
                </a:solidFill>
                <a:latin typeface="Consolas"/>
                <a:cs typeface="Calibri"/>
              </a:rPr>
              <a:t>ShouldBe</a:t>
            </a:r>
            <a:r>
              <a:rPr lang="da-DK" sz="1050">
                <a:solidFill>
                  <a:srgbClr val="000000"/>
                </a:solidFill>
                <a:latin typeface="Consolas"/>
                <a:cs typeface="Calibri"/>
              </a:rPr>
              <a:t>(1000);</a:t>
            </a:r>
          </a:p>
          <a:p>
            <a:pPr marL="0" indent="0">
              <a:spcBef>
                <a:spcPts val="0"/>
              </a:spcBef>
              <a:spcAft>
                <a:spcPts val="0"/>
              </a:spcAft>
              <a:buNone/>
            </a:pPr>
            <a:r>
              <a:rPr lang="da-DK" sz="1050">
                <a:solidFill>
                  <a:srgbClr val="000000"/>
                </a:solidFill>
                <a:latin typeface="Consolas" panose="020B0609020204030204" pitchFamily="49" charset="0"/>
              </a:rPr>
              <a:t>        }</a:t>
            </a:r>
          </a:p>
          <a:p>
            <a:pPr marL="0" indent="0">
              <a:spcBef>
                <a:spcPts val="0"/>
              </a:spcBef>
              <a:spcAft>
                <a:spcPts val="0"/>
              </a:spcAft>
              <a:buNone/>
            </a:pPr>
            <a:r>
              <a:rPr lang="da-DK" sz="1050">
                <a:solidFill>
                  <a:srgbClr val="000000"/>
                </a:solidFill>
                <a:latin typeface="Consolas" panose="020B0609020204030204" pitchFamily="49" charset="0"/>
              </a:rPr>
              <a:t>    }</a:t>
            </a:r>
            <a:endParaRPr lang="da-DK" sz="1050"/>
          </a:p>
        </p:txBody>
      </p:sp>
      <p:pic>
        <p:nvPicPr>
          <p:cNvPr id="7" name="Graphic 6" descr="Flask">
            <a:extLst>
              <a:ext uri="{FF2B5EF4-FFF2-40B4-BE49-F238E27FC236}">
                <a16:creationId xmlns:a16="http://schemas.microsoft.com/office/drawing/2014/main" id="{2EBDD0D8-5534-4851-AB3B-BE53B56DDB8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8293286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9FAEB3-360F-4F5C-97EA-D7507C5EB436}"/>
              </a:ext>
            </a:extLst>
          </p:cNvPr>
          <p:cNvSpPr>
            <a:spLocks noGrp="1"/>
          </p:cNvSpPr>
          <p:nvPr>
            <p:ph type="sldNum" sz="quarter" idx="11"/>
          </p:nvPr>
        </p:nvSpPr>
        <p:spPr/>
        <p:txBody>
          <a:bodyPr/>
          <a:lstStyle/>
          <a:p>
            <a:fld id="{E16BA917-7F09-4B8D-AF07-F52890C14046}" type="slidenum">
              <a:rPr lang="da-DK" smtClean="0"/>
              <a:pPr/>
              <a:t>31</a:t>
            </a:fld>
            <a:endParaRPr lang="da-DK"/>
          </a:p>
        </p:txBody>
      </p:sp>
      <p:sp>
        <p:nvSpPr>
          <p:cNvPr id="3" name="Text Placeholder 2">
            <a:extLst>
              <a:ext uri="{FF2B5EF4-FFF2-40B4-BE49-F238E27FC236}">
                <a16:creationId xmlns:a16="http://schemas.microsoft.com/office/drawing/2014/main" id="{5EC390F0-D45E-4DF5-B415-75F4A4D33EDA}"/>
              </a:ext>
            </a:extLst>
          </p:cNvPr>
          <p:cNvSpPr>
            <a:spLocks noGrp="1"/>
          </p:cNvSpPr>
          <p:nvPr>
            <p:ph type="body" sz="quarter" idx="17"/>
          </p:nvPr>
        </p:nvSpPr>
        <p:spPr/>
        <p:txBody>
          <a:bodyPr/>
          <a:lstStyle/>
          <a:p>
            <a:r>
              <a:rPr lang="en-GB"/>
              <a:t>Code coverage</a:t>
            </a:r>
            <a:endParaRPr lang="da-DK"/>
          </a:p>
        </p:txBody>
      </p:sp>
      <p:sp>
        <p:nvSpPr>
          <p:cNvPr id="4" name="Title 3">
            <a:extLst>
              <a:ext uri="{FF2B5EF4-FFF2-40B4-BE49-F238E27FC236}">
                <a16:creationId xmlns:a16="http://schemas.microsoft.com/office/drawing/2014/main" id="{AE52886C-C9E0-4F32-B6DD-65743F3CF4B6}"/>
              </a:ext>
            </a:extLst>
          </p:cNvPr>
          <p:cNvSpPr>
            <a:spLocks noGrp="1"/>
          </p:cNvSpPr>
          <p:nvPr>
            <p:ph type="title"/>
          </p:nvPr>
        </p:nvSpPr>
        <p:spPr/>
        <p:txBody>
          <a:bodyPr/>
          <a:lstStyle/>
          <a:p>
            <a:r>
              <a:rPr lang="en-GB"/>
              <a:t>Practice 2</a:t>
            </a:r>
            <a:endParaRPr lang="da-DK"/>
          </a:p>
        </p:txBody>
      </p:sp>
      <p:pic>
        <p:nvPicPr>
          <p:cNvPr id="6" name="Content Placeholder 5">
            <a:extLst>
              <a:ext uri="{FF2B5EF4-FFF2-40B4-BE49-F238E27FC236}">
                <a16:creationId xmlns:a16="http://schemas.microsoft.com/office/drawing/2014/main" id="{30E734CB-3544-4147-AD20-032638AD0E3C}"/>
              </a:ext>
            </a:extLst>
          </p:cNvPr>
          <p:cNvPicPr>
            <a:picLocks noGrp="1" noChangeAspect="1"/>
          </p:cNvPicPr>
          <p:nvPr>
            <p:ph sz="quarter" idx="19"/>
          </p:nvPr>
        </p:nvPicPr>
        <p:blipFill>
          <a:blip r:embed="rId2"/>
          <a:stretch>
            <a:fillRect/>
          </a:stretch>
        </p:blipFill>
        <p:spPr>
          <a:xfrm>
            <a:off x="649139" y="2009953"/>
            <a:ext cx="5039036" cy="2519518"/>
          </a:xfrm>
          <a:prstGeom prst="rect">
            <a:avLst/>
          </a:prstGeom>
        </p:spPr>
      </p:pic>
      <p:pic>
        <p:nvPicPr>
          <p:cNvPr id="7" name="Picture 6">
            <a:extLst>
              <a:ext uri="{FF2B5EF4-FFF2-40B4-BE49-F238E27FC236}">
                <a16:creationId xmlns:a16="http://schemas.microsoft.com/office/drawing/2014/main" id="{89DFBC17-5449-4054-BE76-137B822E1BAB}"/>
              </a:ext>
            </a:extLst>
          </p:cNvPr>
          <p:cNvPicPr>
            <a:picLocks noChangeAspect="1"/>
          </p:cNvPicPr>
          <p:nvPr/>
        </p:nvPicPr>
        <p:blipFill>
          <a:blip r:embed="rId3"/>
          <a:stretch>
            <a:fillRect/>
          </a:stretch>
        </p:blipFill>
        <p:spPr>
          <a:xfrm>
            <a:off x="6096000" y="2009953"/>
            <a:ext cx="5069498" cy="2774699"/>
          </a:xfrm>
          <a:prstGeom prst="rect">
            <a:avLst/>
          </a:prstGeom>
        </p:spPr>
      </p:pic>
      <p:pic>
        <p:nvPicPr>
          <p:cNvPr id="8" name="Graphic 7" descr="Flask">
            <a:extLst>
              <a:ext uri="{FF2B5EF4-FFF2-40B4-BE49-F238E27FC236}">
                <a16:creationId xmlns:a16="http://schemas.microsoft.com/office/drawing/2014/main" id="{4CCDF34D-B81F-4B4B-BC24-C7CD21D593B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8353412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latin typeface="Roboto"/>
              </a:rPr>
              <a:t>Coffee time</a:t>
            </a:r>
          </a:p>
        </p:txBody>
      </p:sp>
      <p:pic>
        <p:nvPicPr>
          <p:cNvPr id="4098" name="Picture 2" descr="Premium Photo | White coffee cup and roasted coffee beans around">
            <a:extLst>
              <a:ext uri="{FF2B5EF4-FFF2-40B4-BE49-F238E27FC236}">
                <a16:creationId xmlns:a16="http://schemas.microsoft.com/office/drawing/2014/main" id="{A3E451E8-870E-4569-9864-8B5DF64FB4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4675" y="1830075"/>
            <a:ext cx="59626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761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7F3CCD-D8B4-482E-94D7-93F003F24582}"/>
              </a:ext>
            </a:extLst>
          </p:cNvPr>
          <p:cNvSpPr>
            <a:spLocks noGrp="1"/>
          </p:cNvSpPr>
          <p:nvPr>
            <p:ph type="sldNum" sz="quarter" idx="11"/>
          </p:nvPr>
        </p:nvSpPr>
        <p:spPr/>
        <p:txBody>
          <a:bodyPr/>
          <a:lstStyle/>
          <a:p>
            <a:fld id="{E16BA917-7F09-4B8D-AF07-F52890C14046}" type="slidenum">
              <a:rPr lang="da-DK" smtClean="0"/>
              <a:pPr/>
              <a:t>33</a:t>
            </a:fld>
            <a:endParaRPr lang="da-DK"/>
          </a:p>
        </p:txBody>
      </p:sp>
      <p:sp>
        <p:nvSpPr>
          <p:cNvPr id="3" name="Text Placeholder 2">
            <a:extLst>
              <a:ext uri="{FF2B5EF4-FFF2-40B4-BE49-F238E27FC236}">
                <a16:creationId xmlns:a16="http://schemas.microsoft.com/office/drawing/2014/main" id="{EE464903-129C-4127-B1D3-F8CF4F6A06C7}"/>
              </a:ext>
            </a:extLst>
          </p:cNvPr>
          <p:cNvSpPr>
            <a:spLocks noGrp="1"/>
          </p:cNvSpPr>
          <p:nvPr>
            <p:ph type="body" sz="quarter" idx="17"/>
          </p:nvPr>
        </p:nvSpPr>
        <p:spPr/>
        <p:txBody>
          <a:bodyPr/>
          <a:lstStyle/>
          <a:p>
            <a:r>
              <a:rPr lang="en-GB"/>
              <a:t>External dependency</a:t>
            </a:r>
            <a:endParaRPr lang="da-DK"/>
          </a:p>
        </p:txBody>
      </p:sp>
      <p:sp>
        <p:nvSpPr>
          <p:cNvPr id="4" name="Title 3">
            <a:extLst>
              <a:ext uri="{FF2B5EF4-FFF2-40B4-BE49-F238E27FC236}">
                <a16:creationId xmlns:a16="http://schemas.microsoft.com/office/drawing/2014/main" id="{AAD1F823-7167-44F2-95E1-ED80B51B2EE1}"/>
              </a:ext>
            </a:extLst>
          </p:cNvPr>
          <p:cNvSpPr>
            <a:spLocks noGrp="1"/>
          </p:cNvSpPr>
          <p:nvPr>
            <p:ph type="title"/>
          </p:nvPr>
        </p:nvSpPr>
        <p:spPr/>
        <p:txBody>
          <a:bodyPr/>
          <a:lstStyle/>
          <a:p>
            <a:r>
              <a:rPr lang="en-GB"/>
              <a:t>Dependency injection</a:t>
            </a:r>
            <a:endParaRPr lang="da-DK"/>
          </a:p>
        </p:txBody>
      </p:sp>
      <p:sp>
        <p:nvSpPr>
          <p:cNvPr id="5" name="Content Placeholder 4">
            <a:extLst>
              <a:ext uri="{FF2B5EF4-FFF2-40B4-BE49-F238E27FC236}">
                <a16:creationId xmlns:a16="http://schemas.microsoft.com/office/drawing/2014/main" id="{C59EA2D8-A84C-49D9-92DF-2CBB992DDD9A}"/>
              </a:ext>
            </a:extLst>
          </p:cNvPr>
          <p:cNvSpPr>
            <a:spLocks noGrp="1"/>
          </p:cNvSpPr>
          <p:nvPr>
            <p:ph sz="quarter" idx="19"/>
          </p:nvPr>
        </p:nvSpPr>
        <p:spPr/>
        <p:txBody>
          <a:bodyPr vert="horz" lIns="0" tIns="0" rIns="0" bIns="0" rtlCol="0" anchor="t">
            <a:noAutofit/>
          </a:bodyPr>
          <a:lstStyle/>
          <a:p>
            <a:pPr marL="0" indent="0" algn="l">
              <a:buNone/>
            </a:pPr>
            <a:r>
              <a:rPr lang="en-US" sz="2000" b="0" i="0" u="none" strike="noStrike" baseline="0">
                <a:latin typeface="+mn-lt"/>
              </a:rPr>
              <a:t>An </a:t>
            </a:r>
            <a:r>
              <a:rPr lang="en-US" sz="2000" u="none" strike="noStrike" baseline="0">
                <a:solidFill>
                  <a:schemeClr val="accent2"/>
                </a:solidFill>
                <a:latin typeface="+mn-lt"/>
              </a:rPr>
              <a:t>external dependency </a:t>
            </a:r>
            <a:r>
              <a:rPr lang="en-US" sz="2000" b="0" i="0" u="none" strike="noStrike" baseline="0">
                <a:latin typeface="+mn-lt"/>
              </a:rPr>
              <a:t>is an object in your system that your code under test interacts with and over which you have no control. (Common examples are filesystems, threads, memory, time, and so on.)</a:t>
            </a:r>
            <a:endParaRPr lang="en-US" sz="2000">
              <a:latin typeface="+mn-lt"/>
            </a:endParaRPr>
          </a:p>
          <a:p>
            <a:pPr marL="0" indent="0">
              <a:spcBef>
                <a:spcPts val="0"/>
              </a:spcBef>
              <a:spcAft>
                <a:spcPts val="0"/>
              </a:spcAft>
              <a:buNone/>
            </a:pPr>
            <a:r>
              <a:rPr lang="da-DK" sz="1050" err="1">
                <a:solidFill>
                  <a:srgbClr val="0000FF"/>
                </a:solidFill>
                <a:latin typeface="Consolas"/>
                <a:cs typeface="Calibri"/>
              </a:rPr>
              <a:t>namespace</a:t>
            </a:r>
            <a:r>
              <a:rPr lang="da-DK" sz="1050">
                <a:solidFill>
                  <a:srgbClr val="000000"/>
                </a:solidFill>
                <a:latin typeface="Consolas"/>
                <a:cs typeface="Calibri"/>
              </a:rPr>
              <a:t> </a:t>
            </a:r>
            <a:r>
              <a:rPr lang="da-DK" sz="1050" err="1">
                <a:solidFill>
                  <a:srgbClr val="000000"/>
                </a:solidFill>
                <a:latin typeface="Consolas"/>
                <a:cs typeface="Calibri"/>
              </a:rPr>
              <a:t>CalculatorApplication</a:t>
            </a:r>
            <a:r>
              <a:rPr lang="da-DK" sz="1050">
                <a:solidFill>
                  <a:srgbClr val="000000"/>
                </a:solidFill>
                <a:latin typeface="Consolas"/>
                <a:cs typeface="Calibri"/>
              </a:rPr>
              <a:t> {</a:t>
            </a:r>
          </a:p>
          <a:p>
            <a:pPr marL="0" indent="0">
              <a:spcBef>
                <a:spcPts val="0"/>
              </a:spcBef>
              <a:spcAft>
                <a:spcPts val="0"/>
              </a:spcAft>
              <a:buNone/>
            </a:pPr>
            <a:r>
              <a:rPr lang="da-DK" sz="1050">
                <a:solidFill>
                  <a:srgbClr val="000000"/>
                </a:solidFill>
                <a:latin typeface="Consolas"/>
                <a:cs typeface="Calibri"/>
              </a:rPr>
              <a:t>    </a:t>
            </a:r>
            <a:r>
              <a:rPr lang="da-DK" sz="1050">
                <a:solidFill>
                  <a:srgbClr val="0000FF"/>
                </a:solidFill>
                <a:latin typeface="Consolas"/>
                <a:cs typeface="Calibri"/>
              </a:rPr>
              <a:t>public</a:t>
            </a:r>
            <a:r>
              <a:rPr lang="da-DK" sz="1050">
                <a:solidFill>
                  <a:srgbClr val="000000"/>
                </a:solidFill>
                <a:latin typeface="Consolas"/>
                <a:cs typeface="Calibri"/>
              </a:rPr>
              <a:t> </a:t>
            </a:r>
            <a:r>
              <a:rPr lang="da-DK" sz="1050" err="1">
                <a:solidFill>
                  <a:srgbClr val="0000FF"/>
                </a:solidFill>
                <a:latin typeface="Consolas"/>
                <a:cs typeface="Calibri"/>
              </a:rPr>
              <a:t>class</a:t>
            </a:r>
            <a:r>
              <a:rPr lang="da-DK" sz="1050">
                <a:solidFill>
                  <a:srgbClr val="000000"/>
                </a:solidFill>
                <a:latin typeface="Consolas"/>
                <a:cs typeface="Calibri"/>
              </a:rPr>
              <a:t> </a:t>
            </a:r>
            <a:r>
              <a:rPr lang="da-DK" sz="1050" err="1">
                <a:solidFill>
                  <a:srgbClr val="2B91AF"/>
                </a:solidFill>
                <a:latin typeface="Consolas"/>
                <a:cs typeface="Calibri"/>
              </a:rPr>
              <a:t>Calculator</a:t>
            </a:r>
            <a:r>
              <a:rPr lang="da-DK" sz="1050">
                <a:solidFill>
                  <a:srgbClr val="000000"/>
                </a:solidFill>
                <a:latin typeface="Consolas"/>
                <a:cs typeface="Calibri"/>
              </a:rPr>
              <a:t> {</a:t>
            </a:r>
          </a:p>
          <a:p>
            <a:pPr marL="0" indent="0">
              <a:spcBef>
                <a:spcPts val="0"/>
              </a:spcBef>
              <a:spcAft>
                <a:spcPts val="0"/>
              </a:spcAft>
              <a:buNone/>
            </a:pPr>
            <a:r>
              <a:rPr lang="da-DK" sz="1050">
                <a:solidFill>
                  <a:srgbClr val="000000"/>
                </a:solidFill>
                <a:latin typeface="Consolas"/>
                <a:cs typeface="Calibri"/>
              </a:rPr>
              <a:t>        </a:t>
            </a:r>
            <a:r>
              <a:rPr lang="da-DK" sz="1050">
                <a:solidFill>
                  <a:srgbClr val="0000FF"/>
                </a:solidFill>
                <a:latin typeface="Consolas"/>
                <a:cs typeface="Calibri"/>
              </a:rPr>
              <a:t>private</a:t>
            </a:r>
            <a:r>
              <a:rPr lang="da-DK" sz="1050">
                <a:solidFill>
                  <a:srgbClr val="000000"/>
                </a:solidFill>
                <a:latin typeface="Consolas"/>
                <a:cs typeface="Calibri"/>
              </a:rPr>
              <a:t> </a:t>
            </a:r>
            <a:r>
              <a:rPr lang="da-DK" sz="1050">
                <a:solidFill>
                  <a:srgbClr val="0000FF"/>
                </a:solidFill>
                <a:latin typeface="Consolas"/>
                <a:cs typeface="Calibri"/>
              </a:rPr>
              <a:t>const int</a:t>
            </a:r>
            <a:r>
              <a:rPr lang="da-DK" sz="1050">
                <a:solidFill>
                  <a:srgbClr val="000000"/>
                </a:solidFill>
                <a:latin typeface="Consolas"/>
                <a:cs typeface="Calibri"/>
              </a:rPr>
              <a:t> _decimals = 2;</a:t>
            </a:r>
          </a:p>
          <a:p>
            <a:pPr marL="0" indent="0">
              <a:spcBef>
                <a:spcPts val="0"/>
              </a:spcBef>
              <a:spcAft>
                <a:spcPts val="0"/>
              </a:spcAft>
              <a:buNone/>
            </a:pPr>
            <a:r>
              <a:rPr lang="en-US" sz="1050">
                <a:solidFill>
                  <a:srgbClr val="000000"/>
                </a:solidFill>
                <a:latin typeface="Consolas"/>
                <a:cs typeface="Calibri"/>
              </a:rPr>
              <a:t>        </a:t>
            </a:r>
            <a:r>
              <a:rPr lang="en-US" sz="1050">
                <a:solidFill>
                  <a:srgbClr val="0000FF"/>
                </a:solidFill>
                <a:highlight>
                  <a:srgbClr val="FFFF00"/>
                </a:highlight>
                <a:latin typeface="Consolas"/>
                <a:cs typeface="Calibri"/>
              </a:rPr>
              <a:t>private</a:t>
            </a:r>
            <a:r>
              <a:rPr lang="en-US" sz="1050">
                <a:solidFill>
                  <a:srgbClr val="000000"/>
                </a:solidFill>
                <a:highlight>
                  <a:srgbClr val="FFFF00"/>
                </a:highlight>
                <a:latin typeface="Consolas"/>
                <a:cs typeface="Calibri"/>
              </a:rPr>
              <a:t> r</a:t>
            </a:r>
            <a:r>
              <a:rPr lang="en-US" sz="1050">
                <a:solidFill>
                  <a:srgbClr val="0000FF"/>
                </a:solidFill>
                <a:highlight>
                  <a:srgbClr val="FFFF00"/>
                </a:highlight>
                <a:latin typeface="Consolas"/>
                <a:cs typeface="Calibri"/>
              </a:rPr>
              <a:t>eadonly</a:t>
            </a:r>
            <a:r>
              <a:rPr lang="en-US" sz="1050">
                <a:solidFill>
                  <a:srgbClr val="000000"/>
                </a:solidFill>
                <a:highlight>
                  <a:srgbClr val="FFFF00"/>
                </a:highlight>
                <a:latin typeface="Consolas"/>
                <a:cs typeface="Calibri"/>
              </a:rPr>
              <a:t> </a:t>
            </a:r>
            <a:r>
              <a:rPr lang="en-US" sz="1050" err="1">
                <a:solidFill>
                  <a:srgbClr val="2B91AF"/>
                </a:solidFill>
                <a:highlight>
                  <a:srgbClr val="FFFF00"/>
                </a:highlight>
                <a:latin typeface="Consolas"/>
                <a:cs typeface="Calibri"/>
              </a:rPr>
              <a:t>ExchangeRatesProvider</a:t>
            </a:r>
            <a:r>
              <a:rPr lang="en-US" sz="1050">
                <a:solidFill>
                  <a:srgbClr val="000000"/>
                </a:solidFill>
                <a:highlight>
                  <a:srgbClr val="FFFF00"/>
                </a:highlight>
                <a:latin typeface="Consolas"/>
                <a:cs typeface="Calibri"/>
              </a:rPr>
              <a:t> _</a:t>
            </a:r>
            <a:r>
              <a:rPr lang="en-US" sz="1050" err="1">
                <a:solidFill>
                  <a:srgbClr val="000000"/>
                </a:solidFill>
                <a:highlight>
                  <a:srgbClr val="FFFF00"/>
                </a:highlight>
                <a:latin typeface="Consolas"/>
                <a:cs typeface="Calibri"/>
              </a:rPr>
              <a:t>exchangeRatesProvider</a:t>
            </a:r>
            <a:r>
              <a:rPr lang="en-US" sz="1050">
                <a:solidFill>
                  <a:srgbClr val="000000"/>
                </a:solidFill>
                <a:highlight>
                  <a:srgbClr val="FFFF00"/>
                </a:highlight>
                <a:latin typeface="Consolas"/>
                <a:cs typeface="Calibri"/>
              </a:rPr>
              <a:t> = </a:t>
            </a:r>
            <a:r>
              <a:rPr lang="en-US" sz="1050">
                <a:solidFill>
                  <a:srgbClr val="0000FF"/>
                </a:solidFill>
                <a:highlight>
                  <a:srgbClr val="FFFF00"/>
                </a:highlight>
                <a:latin typeface="Consolas"/>
                <a:cs typeface="Calibri"/>
              </a:rPr>
              <a:t>new</a:t>
            </a:r>
            <a:r>
              <a:rPr lang="en-US" sz="1050">
                <a:solidFill>
                  <a:srgbClr val="000000"/>
                </a:solidFill>
                <a:highlight>
                  <a:srgbClr val="FFFF00"/>
                </a:highlight>
                <a:latin typeface="Consolas"/>
                <a:cs typeface="Calibri"/>
              </a:rPr>
              <a:t> </a:t>
            </a:r>
            <a:r>
              <a:rPr lang="en-US" sz="1050" err="1">
                <a:solidFill>
                  <a:srgbClr val="2B91AF"/>
                </a:solidFill>
                <a:highlight>
                  <a:srgbClr val="FFFF00"/>
                </a:highlight>
                <a:latin typeface="Consolas"/>
                <a:cs typeface="Calibri"/>
              </a:rPr>
              <a:t>ExchangeRatesProvider</a:t>
            </a:r>
            <a:r>
              <a:rPr lang="en-US" sz="1050">
                <a:solidFill>
                  <a:srgbClr val="000000"/>
                </a:solidFill>
                <a:highlight>
                  <a:srgbClr val="FFFF00"/>
                </a:highlight>
                <a:latin typeface="Consolas"/>
                <a:cs typeface="Calibri"/>
              </a:rPr>
              <a:t>();</a:t>
            </a:r>
          </a:p>
          <a:p>
            <a:pPr marL="0" indent="0">
              <a:spcBef>
                <a:spcPts val="0"/>
              </a:spcBef>
              <a:spcAft>
                <a:spcPts val="0"/>
              </a:spcAft>
              <a:buNone/>
            </a:pPr>
            <a:endParaRPr lang="da-DK" sz="1050">
              <a:solidFill>
                <a:srgbClr val="000000"/>
              </a:solidFill>
              <a:latin typeface="Consolas" panose="020B0609020204030204" pitchFamily="49" charset="0"/>
            </a:endParaRPr>
          </a:p>
          <a:p>
            <a:pPr marL="0" indent="0">
              <a:spcBef>
                <a:spcPts val="0"/>
              </a:spcBef>
              <a:spcAft>
                <a:spcPts val="0"/>
              </a:spcAft>
              <a:buNone/>
            </a:pPr>
            <a:r>
              <a:rPr lang="en-US" sz="1050">
                <a:solidFill>
                  <a:srgbClr val="000000"/>
                </a:solidFill>
                <a:latin typeface="Consolas"/>
                <a:cs typeface="Calibri"/>
              </a:rPr>
              <a:t>        </a:t>
            </a:r>
            <a:r>
              <a:rPr lang="en-US" sz="1050">
                <a:solidFill>
                  <a:srgbClr val="0000FF"/>
                </a:solidFill>
                <a:latin typeface="Consolas"/>
                <a:cs typeface="Calibri"/>
              </a:rPr>
              <a:t>public</a:t>
            </a:r>
            <a:r>
              <a:rPr lang="en-US" sz="1050">
                <a:solidFill>
                  <a:srgbClr val="000000"/>
                </a:solidFill>
                <a:latin typeface="Consolas"/>
                <a:cs typeface="Calibri"/>
              </a:rPr>
              <a:t> </a:t>
            </a:r>
            <a:r>
              <a:rPr lang="en-US" sz="1050">
                <a:solidFill>
                  <a:srgbClr val="0000FF"/>
                </a:solidFill>
                <a:latin typeface="Consolas"/>
                <a:cs typeface="Calibri"/>
              </a:rPr>
              <a:t>double</a:t>
            </a:r>
            <a:r>
              <a:rPr lang="en-US" sz="1050">
                <a:solidFill>
                  <a:srgbClr val="000000"/>
                </a:solidFill>
                <a:latin typeface="Consolas"/>
                <a:cs typeface="Calibri"/>
              </a:rPr>
              <a:t> Add(</a:t>
            </a:r>
            <a:r>
              <a:rPr lang="en-US" sz="1050">
                <a:solidFill>
                  <a:srgbClr val="0000FF"/>
                </a:solidFill>
                <a:latin typeface="Consolas"/>
                <a:cs typeface="Calibri"/>
              </a:rPr>
              <a:t>double</a:t>
            </a:r>
            <a:r>
              <a:rPr lang="en-US" sz="1050">
                <a:solidFill>
                  <a:srgbClr val="000000"/>
                </a:solidFill>
                <a:latin typeface="Consolas"/>
                <a:cs typeface="Calibri"/>
              </a:rPr>
              <a:t> value1, </a:t>
            </a:r>
            <a:r>
              <a:rPr lang="en-US" sz="1050">
                <a:solidFill>
                  <a:srgbClr val="0000FF"/>
                </a:solidFill>
                <a:latin typeface="Consolas"/>
                <a:cs typeface="Calibri"/>
              </a:rPr>
              <a:t>double</a:t>
            </a:r>
            <a:r>
              <a:rPr lang="en-US" sz="1050">
                <a:solidFill>
                  <a:srgbClr val="000000"/>
                </a:solidFill>
                <a:latin typeface="Consolas"/>
                <a:cs typeface="Calibri"/>
              </a:rPr>
              <a:t> value2) { … </a:t>
            </a:r>
            <a:r>
              <a:rPr lang="da-DK" sz="1050">
                <a:solidFill>
                  <a:srgbClr val="000000"/>
                </a:solidFill>
                <a:latin typeface="Consolas"/>
                <a:cs typeface="Calibri"/>
              </a:rPr>
              <a:t>}</a:t>
            </a:r>
          </a:p>
          <a:p>
            <a:pPr marL="0" indent="0">
              <a:spcBef>
                <a:spcPts val="0"/>
              </a:spcBef>
              <a:spcAft>
                <a:spcPts val="0"/>
              </a:spcAft>
              <a:buNone/>
            </a:pPr>
            <a:endParaRPr lang="da-DK" sz="1050">
              <a:solidFill>
                <a:srgbClr val="000000"/>
              </a:solidFill>
              <a:latin typeface="Consolas" panose="020B0609020204030204" pitchFamily="49" charset="0"/>
            </a:endParaRPr>
          </a:p>
          <a:p>
            <a:pPr marL="0" indent="0">
              <a:spcBef>
                <a:spcPts val="0"/>
              </a:spcBef>
              <a:spcAft>
                <a:spcPts val="0"/>
              </a:spcAft>
              <a:buNone/>
            </a:pPr>
            <a:r>
              <a:rPr lang="da-DK" sz="1050">
                <a:solidFill>
                  <a:srgbClr val="000000"/>
                </a:solidFill>
                <a:latin typeface="Consolas"/>
                <a:cs typeface="Calibri"/>
              </a:rPr>
              <a:t>        </a:t>
            </a:r>
            <a:r>
              <a:rPr lang="da-DK" sz="1050">
                <a:solidFill>
                  <a:srgbClr val="0000FF"/>
                </a:solidFill>
                <a:latin typeface="Consolas"/>
                <a:cs typeface="Calibri"/>
              </a:rPr>
              <a:t>public</a:t>
            </a:r>
            <a:r>
              <a:rPr lang="da-DK" sz="1050">
                <a:solidFill>
                  <a:srgbClr val="000000"/>
                </a:solidFill>
                <a:latin typeface="Consolas"/>
                <a:cs typeface="Calibri"/>
              </a:rPr>
              <a:t> </a:t>
            </a:r>
            <a:r>
              <a:rPr lang="da-DK" sz="1050">
                <a:solidFill>
                  <a:srgbClr val="0000FF"/>
                </a:solidFill>
                <a:latin typeface="Consolas"/>
                <a:cs typeface="Calibri"/>
              </a:rPr>
              <a:t>double</a:t>
            </a:r>
            <a:r>
              <a:rPr lang="da-DK" sz="1050">
                <a:solidFill>
                  <a:srgbClr val="000000"/>
                </a:solidFill>
                <a:latin typeface="Consolas"/>
                <a:cs typeface="Calibri"/>
              </a:rPr>
              <a:t> </a:t>
            </a:r>
            <a:r>
              <a:rPr lang="da-DK" sz="1050" err="1">
                <a:solidFill>
                  <a:srgbClr val="000000"/>
                </a:solidFill>
                <a:latin typeface="Consolas"/>
                <a:cs typeface="Calibri"/>
              </a:rPr>
              <a:t>Subtract</a:t>
            </a:r>
            <a:r>
              <a:rPr lang="da-DK" sz="1050">
                <a:solidFill>
                  <a:srgbClr val="000000"/>
                </a:solidFill>
                <a:latin typeface="Consolas"/>
                <a:cs typeface="Calibri"/>
              </a:rPr>
              <a:t>(</a:t>
            </a:r>
            <a:r>
              <a:rPr lang="da-DK" sz="1050">
                <a:solidFill>
                  <a:srgbClr val="0000FF"/>
                </a:solidFill>
                <a:latin typeface="Consolas"/>
                <a:cs typeface="Calibri"/>
              </a:rPr>
              <a:t>double</a:t>
            </a:r>
            <a:r>
              <a:rPr lang="da-DK" sz="1050">
                <a:solidFill>
                  <a:srgbClr val="000000"/>
                </a:solidFill>
                <a:latin typeface="Consolas"/>
                <a:cs typeface="Calibri"/>
              </a:rPr>
              <a:t> value1, </a:t>
            </a:r>
            <a:r>
              <a:rPr lang="da-DK" sz="1050">
                <a:solidFill>
                  <a:srgbClr val="0000FF"/>
                </a:solidFill>
                <a:latin typeface="Consolas"/>
                <a:cs typeface="Calibri"/>
              </a:rPr>
              <a:t>double</a:t>
            </a:r>
            <a:r>
              <a:rPr lang="da-DK" sz="1050">
                <a:solidFill>
                  <a:srgbClr val="000000"/>
                </a:solidFill>
                <a:latin typeface="Consolas"/>
                <a:cs typeface="Calibri"/>
              </a:rPr>
              <a:t> value2) { … }</a:t>
            </a:r>
          </a:p>
          <a:p>
            <a:pPr marL="0" indent="0">
              <a:spcBef>
                <a:spcPts val="0"/>
              </a:spcBef>
              <a:spcAft>
                <a:spcPts val="0"/>
              </a:spcAft>
              <a:buNone/>
            </a:pPr>
            <a:endParaRPr lang="da-DK" sz="1050">
              <a:solidFill>
                <a:srgbClr val="000000"/>
              </a:solidFill>
              <a:latin typeface="Consolas" panose="020B0609020204030204" pitchFamily="49" charset="0"/>
            </a:endParaRPr>
          </a:p>
          <a:p>
            <a:pPr marL="0" indent="0">
              <a:spcBef>
                <a:spcPts val="0"/>
              </a:spcBef>
              <a:spcAft>
                <a:spcPts val="0"/>
              </a:spcAft>
              <a:buNone/>
            </a:pPr>
            <a:r>
              <a:rPr lang="da-DK" sz="1050">
                <a:solidFill>
                  <a:srgbClr val="000000"/>
                </a:solidFill>
                <a:latin typeface="Consolas"/>
                <a:cs typeface="Calibri"/>
              </a:rPr>
              <a:t>        </a:t>
            </a:r>
            <a:r>
              <a:rPr lang="da-DK" sz="1050">
                <a:solidFill>
                  <a:srgbClr val="0000FF"/>
                </a:solidFill>
                <a:latin typeface="Consolas"/>
                <a:cs typeface="Calibri"/>
              </a:rPr>
              <a:t>public</a:t>
            </a:r>
            <a:r>
              <a:rPr lang="da-DK" sz="1050">
                <a:solidFill>
                  <a:srgbClr val="000000"/>
                </a:solidFill>
                <a:latin typeface="Consolas"/>
                <a:cs typeface="Calibri"/>
              </a:rPr>
              <a:t> </a:t>
            </a:r>
            <a:r>
              <a:rPr lang="da-DK" sz="1050">
                <a:solidFill>
                  <a:srgbClr val="0000FF"/>
                </a:solidFill>
                <a:latin typeface="Consolas"/>
                <a:cs typeface="Calibri"/>
              </a:rPr>
              <a:t>double</a:t>
            </a:r>
            <a:r>
              <a:rPr lang="da-DK" sz="1050">
                <a:solidFill>
                  <a:srgbClr val="000000"/>
                </a:solidFill>
                <a:latin typeface="Consolas"/>
                <a:cs typeface="Calibri"/>
              </a:rPr>
              <a:t> </a:t>
            </a:r>
            <a:r>
              <a:rPr lang="da-DK" sz="1050" err="1">
                <a:solidFill>
                  <a:srgbClr val="000000"/>
                </a:solidFill>
                <a:latin typeface="Consolas"/>
                <a:cs typeface="Calibri"/>
              </a:rPr>
              <a:t>ConvertToCurrency</a:t>
            </a:r>
            <a:r>
              <a:rPr lang="da-DK" sz="1050">
                <a:solidFill>
                  <a:srgbClr val="000000"/>
                </a:solidFill>
                <a:latin typeface="Consolas"/>
                <a:cs typeface="Calibri"/>
              </a:rPr>
              <a:t>(</a:t>
            </a:r>
            <a:r>
              <a:rPr lang="da-DK" sz="1050">
                <a:solidFill>
                  <a:srgbClr val="0000FF"/>
                </a:solidFill>
                <a:latin typeface="Consolas"/>
                <a:cs typeface="Calibri"/>
              </a:rPr>
              <a:t>double</a:t>
            </a:r>
            <a:r>
              <a:rPr lang="da-DK" sz="1050">
                <a:solidFill>
                  <a:srgbClr val="000000"/>
                </a:solidFill>
                <a:latin typeface="Consolas"/>
                <a:cs typeface="Calibri"/>
              </a:rPr>
              <a:t> </a:t>
            </a:r>
            <a:r>
              <a:rPr lang="da-DK" sz="1050" err="1">
                <a:solidFill>
                  <a:srgbClr val="000000"/>
                </a:solidFill>
                <a:latin typeface="Consolas"/>
                <a:cs typeface="Calibri"/>
              </a:rPr>
              <a:t>amount</a:t>
            </a:r>
            <a:r>
              <a:rPr lang="da-DK" sz="1050">
                <a:solidFill>
                  <a:srgbClr val="000000"/>
                </a:solidFill>
                <a:latin typeface="Consolas"/>
                <a:cs typeface="Calibri"/>
              </a:rPr>
              <a:t>, </a:t>
            </a:r>
            <a:r>
              <a:rPr lang="da-DK" sz="1050" err="1">
                <a:solidFill>
                  <a:srgbClr val="2B91AF"/>
                </a:solidFill>
                <a:latin typeface="Consolas"/>
                <a:cs typeface="Calibri"/>
              </a:rPr>
              <a:t>DateTime</a:t>
            </a:r>
            <a:r>
              <a:rPr lang="da-DK" sz="1050">
                <a:solidFill>
                  <a:srgbClr val="000000"/>
                </a:solidFill>
                <a:latin typeface="Consolas"/>
                <a:cs typeface="Calibri"/>
              </a:rPr>
              <a:t> </a:t>
            </a:r>
            <a:r>
              <a:rPr lang="da-DK" sz="1050" err="1">
                <a:solidFill>
                  <a:srgbClr val="000000"/>
                </a:solidFill>
                <a:latin typeface="Consolas"/>
                <a:cs typeface="Calibri"/>
              </a:rPr>
              <a:t>exchDateTime</a:t>
            </a:r>
            <a:r>
              <a:rPr lang="da-DK" sz="1050">
                <a:solidFill>
                  <a:srgbClr val="000000"/>
                </a:solidFill>
                <a:latin typeface="Consolas"/>
                <a:cs typeface="Calibri"/>
              </a:rPr>
              <a:t>, </a:t>
            </a:r>
            <a:r>
              <a:rPr lang="da-DK" sz="1050" err="1">
                <a:solidFill>
                  <a:srgbClr val="2B91AF"/>
                </a:solidFill>
                <a:latin typeface="Consolas"/>
                <a:cs typeface="Calibri"/>
              </a:rPr>
              <a:t>Currencies</a:t>
            </a:r>
            <a:r>
              <a:rPr lang="da-DK" sz="1050">
                <a:solidFill>
                  <a:srgbClr val="000000"/>
                </a:solidFill>
                <a:latin typeface="Consolas"/>
                <a:cs typeface="Calibri"/>
              </a:rPr>
              <a:t> </a:t>
            </a:r>
            <a:r>
              <a:rPr lang="da-DK" sz="1050" err="1">
                <a:solidFill>
                  <a:srgbClr val="000000"/>
                </a:solidFill>
                <a:latin typeface="Consolas"/>
                <a:cs typeface="Calibri"/>
              </a:rPr>
              <a:t>targetCurrencies</a:t>
            </a:r>
            <a:r>
              <a:rPr lang="da-DK" sz="1050">
                <a:solidFill>
                  <a:srgbClr val="000000"/>
                </a:solidFill>
                <a:latin typeface="Consolas"/>
                <a:cs typeface="Calibri"/>
              </a:rPr>
              <a:t>) { … }</a:t>
            </a:r>
          </a:p>
          <a:p>
            <a:pPr marL="0" indent="0">
              <a:spcBef>
                <a:spcPts val="0"/>
              </a:spcBef>
              <a:spcAft>
                <a:spcPts val="0"/>
              </a:spcAft>
              <a:buNone/>
            </a:pPr>
            <a:r>
              <a:rPr lang="da-DK" sz="1050">
                <a:solidFill>
                  <a:srgbClr val="000000"/>
                </a:solidFill>
                <a:latin typeface="Consolas" panose="020B0609020204030204" pitchFamily="49" charset="0"/>
              </a:rPr>
              <a:t>    }</a:t>
            </a:r>
          </a:p>
          <a:p>
            <a:pPr marL="0" indent="0">
              <a:spcBef>
                <a:spcPts val="0"/>
              </a:spcBef>
              <a:spcAft>
                <a:spcPts val="0"/>
              </a:spcAft>
              <a:buNone/>
            </a:pPr>
            <a:r>
              <a:rPr lang="da-DK" sz="1050">
                <a:solidFill>
                  <a:srgbClr val="000000"/>
                </a:solidFill>
                <a:latin typeface="Consolas" panose="020B0609020204030204" pitchFamily="49" charset="0"/>
              </a:rPr>
              <a:t>}</a:t>
            </a:r>
            <a:endParaRPr lang="ru-RU" sz="1050">
              <a:solidFill>
                <a:srgbClr val="000000"/>
              </a:solidFill>
              <a:latin typeface="Consolas" panose="020B0609020204030204" pitchFamily="49" charset="0"/>
            </a:endParaRPr>
          </a:p>
          <a:p>
            <a:pPr marL="0" indent="0">
              <a:spcBef>
                <a:spcPts val="0"/>
              </a:spcBef>
              <a:spcAft>
                <a:spcPts val="0"/>
              </a:spcAft>
              <a:buNone/>
            </a:pPr>
            <a:endParaRPr lang="da-DK" sz="1050">
              <a:latin typeface="+mn-lt"/>
            </a:endParaRPr>
          </a:p>
        </p:txBody>
      </p:sp>
    </p:spTree>
    <p:extLst>
      <p:ext uri="{BB962C8B-B14F-4D97-AF65-F5344CB8AC3E}">
        <p14:creationId xmlns:p14="http://schemas.microsoft.com/office/powerpoint/2010/main" val="3258520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DA8E18-ECE7-4C74-BDF5-91BA4A195924}"/>
              </a:ext>
            </a:extLst>
          </p:cNvPr>
          <p:cNvSpPr>
            <a:spLocks noGrp="1"/>
          </p:cNvSpPr>
          <p:nvPr>
            <p:ph type="sldNum" sz="quarter" idx="11"/>
          </p:nvPr>
        </p:nvSpPr>
        <p:spPr/>
        <p:txBody>
          <a:bodyPr/>
          <a:lstStyle/>
          <a:p>
            <a:fld id="{E16BA917-7F09-4B8D-AF07-F52890C14046}" type="slidenum">
              <a:rPr lang="da-DK" smtClean="0"/>
              <a:pPr/>
              <a:t>34</a:t>
            </a:fld>
            <a:endParaRPr lang="da-DK"/>
          </a:p>
        </p:txBody>
      </p:sp>
      <p:sp>
        <p:nvSpPr>
          <p:cNvPr id="3" name="Text Placeholder 2">
            <a:extLst>
              <a:ext uri="{FF2B5EF4-FFF2-40B4-BE49-F238E27FC236}">
                <a16:creationId xmlns:a16="http://schemas.microsoft.com/office/drawing/2014/main" id="{B095BD0C-B4B6-4BDA-8A36-590132451C45}"/>
              </a:ext>
            </a:extLst>
          </p:cNvPr>
          <p:cNvSpPr>
            <a:spLocks noGrp="1"/>
          </p:cNvSpPr>
          <p:nvPr>
            <p:ph type="body" sz="quarter" idx="17"/>
          </p:nvPr>
        </p:nvSpPr>
        <p:spPr/>
        <p:txBody>
          <a:bodyPr/>
          <a:lstStyle/>
          <a:p>
            <a:r>
              <a:rPr lang="en-GB"/>
              <a:t>DI implementation</a:t>
            </a:r>
            <a:endParaRPr lang="da-DK"/>
          </a:p>
        </p:txBody>
      </p:sp>
      <p:sp>
        <p:nvSpPr>
          <p:cNvPr id="4" name="Title 3">
            <a:extLst>
              <a:ext uri="{FF2B5EF4-FFF2-40B4-BE49-F238E27FC236}">
                <a16:creationId xmlns:a16="http://schemas.microsoft.com/office/drawing/2014/main" id="{3AE78D60-9E8B-4BEF-A31F-4884F018080E}"/>
              </a:ext>
            </a:extLst>
          </p:cNvPr>
          <p:cNvSpPr>
            <a:spLocks noGrp="1"/>
          </p:cNvSpPr>
          <p:nvPr>
            <p:ph type="title"/>
          </p:nvPr>
        </p:nvSpPr>
        <p:spPr/>
        <p:txBody>
          <a:bodyPr/>
          <a:lstStyle/>
          <a:p>
            <a:r>
              <a:rPr lang="en-GB"/>
              <a:t>Dependency injection</a:t>
            </a:r>
            <a:endParaRPr lang="da-DK"/>
          </a:p>
        </p:txBody>
      </p:sp>
      <p:sp>
        <p:nvSpPr>
          <p:cNvPr id="5" name="Content Placeholder 4">
            <a:extLst>
              <a:ext uri="{FF2B5EF4-FFF2-40B4-BE49-F238E27FC236}">
                <a16:creationId xmlns:a16="http://schemas.microsoft.com/office/drawing/2014/main" id="{798D3D6C-44DB-406C-BB77-DED9D2F421C1}"/>
              </a:ext>
            </a:extLst>
          </p:cNvPr>
          <p:cNvSpPr>
            <a:spLocks noGrp="1"/>
          </p:cNvSpPr>
          <p:nvPr>
            <p:ph sz="quarter" idx="19"/>
          </p:nvPr>
        </p:nvSpPr>
        <p:spPr>
          <a:xfrm>
            <a:off x="672001" y="1620838"/>
            <a:ext cx="10856912" cy="888153"/>
          </a:xfrm>
        </p:spPr>
        <p:txBody>
          <a:bodyPr/>
          <a:lstStyle/>
          <a:p>
            <a:pPr marL="342900" indent="-342900">
              <a:buFont typeface="+mj-lt"/>
              <a:buAutoNum type="arabicPeriod"/>
            </a:pPr>
            <a:r>
              <a:rPr lang="en-GB" sz="2000"/>
              <a:t>Extract an interface for a known dependency (</a:t>
            </a:r>
            <a:r>
              <a:rPr lang="da-DK" sz="2000">
                <a:solidFill>
                  <a:srgbClr val="2B91AF"/>
                </a:solidFill>
                <a:latin typeface="Consolas" panose="020B0609020204030204" pitchFamily="49" charset="0"/>
              </a:rPr>
              <a:t>ExchangeRatesProvider </a:t>
            </a:r>
            <a:r>
              <a:rPr lang="da-DK" sz="2000"/>
              <a:t>and</a:t>
            </a:r>
            <a:r>
              <a:rPr lang="da-DK" sz="2000">
                <a:solidFill>
                  <a:srgbClr val="2B91AF"/>
                </a:solidFill>
                <a:latin typeface="Consolas" panose="020B0609020204030204" pitchFamily="49" charset="0"/>
              </a:rPr>
              <a:t> IExchangeRatesProvider</a:t>
            </a:r>
            <a:endParaRPr lang="da-DK" sz="2000"/>
          </a:p>
        </p:txBody>
      </p:sp>
      <p:sp>
        <p:nvSpPr>
          <p:cNvPr id="6" name="TextBox 5">
            <a:extLst>
              <a:ext uri="{FF2B5EF4-FFF2-40B4-BE49-F238E27FC236}">
                <a16:creationId xmlns:a16="http://schemas.microsoft.com/office/drawing/2014/main" id="{0FD39EF0-489A-486E-A6FB-432B36686DC6}"/>
              </a:ext>
            </a:extLst>
          </p:cNvPr>
          <p:cNvSpPr txBox="1"/>
          <p:nvPr/>
        </p:nvSpPr>
        <p:spPr>
          <a:xfrm>
            <a:off x="306239" y="2671443"/>
            <a:ext cx="4654382" cy="1052739"/>
          </a:xfrm>
          <a:prstGeom prst="rect">
            <a:avLst/>
          </a:prstGeom>
          <a:noFill/>
        </p:spPr>
        <p:txBody>
          <a:bodyPr wrap="none" lIns="0" tIns="0" rIns="0" bIns="0" rtlCol="0">
            <a:noAutofit/>
          </a:bodyPr>
          <a:lstStyle/>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public</a:t>
            </a:r>
            <a:r>
              <a:rPr lang="da-DK" sz="1100">
                <a:solidFill>
                  <a:srgbClr val="000000"/>
                </a:solidFill>
                <a:latin typeface="Consolas" panose="020B0609020204030204" pitchFamily="49" charset="0"/>
              </a:rPr>
              <a:t> </a:t>
            </a:r>
            <a:r>
              <a:rPr lang="da-DK" sz="1100">
                <a:solidFill>
                  <a:srgbClr val="0000FF"/>
                </a:solidFill>
                <a:highlight>
                  <a:srgbClr val="FFFF00"/>
                </a:highlight>
                <a:latin typeface="Consolas" panose="020B0609020204030204" pitchFamily="49" charset="0"/>
              </a:rPr>
              <a:t>interface</a:t>
            </a:r>
            <a:r>
              <a:rPr lang="da-DK" sz="1100">
                <a:solidFill>
                  <a:srgbClr val="000000"/>
                </a:solidFill>
                <a:latin typeface="Consolas" panose="020B0609020204030204" pitchFamily="49" charset="0"/>
              </a:rPr>
              <a:t> </a:t>
            </a:r>
            <a:r>
              <a:rPr lang="da-DK" sz="1100">
                <a:solidFill>
                  <a:srgbClr val="2B91AF"/>
                </a:solidFill>
                <a:latin typeface="Consolas" panose="020B0609020204030204" pitchFamily="49" charset="0"/>
              </a:rPr>
              <a:t>IExchangeRatesProvider</a:t>
            </a:r>
            <a:r>
              <a:rPr lang="da-DK"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double</a:t>
            </a:r>
            <a:r>
              <a:rPr lang="da-DK" sz="1100">
                <a:solidFill>
                  <a:srgbClr val="000000"/>
                </a:solidFill>
                <a:latin typeface="Consolas" panose="020B0609020204030204" pitchFamily="49" charset="0"/>
              </a:rPr>
              <a:t> </a:t>
            </a:r>
            <a:r>
              <a:rPr lang="en-US" sz="1100">
                <a:solidFill>
                  <a:srgbClr val="000000"/>
                </a:solidFill>
                <a:latin typeface="Consolas" panose="020B0609020204030204" pitchFamily="49" charset="0"/>
              </a:rPr>
              <a:t>GetExchangeRate</a:t>
            </a:r>
            <a:r>
              <a:rPr lang="da-DK" sz="1100">
                <a:solidFill>
                  <a:srgbClr val="000000"/>
                </a:solidFill>
                <a:latin typeface="Consolas" panose="020B0609020204030204" pitchFamily="49" charset="0"/>
              </a:rPr>
              <a:t>(</a:t>
            </a:r>
            <a:r>
              <a:rPr lang="da-DK" sz="1100">
                <a:solidFill>
                  <a:srgbClr val="2B91AF"/>
                </a:solidFill>
                <a:latin typeface="Consolas" panose="020B0609020204030204" pitchFamily="49" charset="0"/>
              </a:rPr>
              <a:t>Currencies</a:t>
            </a:r>
            <a:r>
              <a:rPr lang="da-DK" sz="1100">
                <a:solidFill>
                  <a:srgbClr val="000000"/>
                </a:solidFill>
                <a:latin typeface="Consolas" panose="020B0609020204030204" pitchFamily="49" charset="0"/>
              </a:rPr>
              <a:t> currency, </a:t>
            </a:r>
            <a:r>
              <a:rPr lang="da-DK" sz="1100">
                <a:solidFill>
                  <a:srgbClr val="2B91AF"/>
                </a:solidFill>
                <a:latin typeface="Consolas" panose="020B0609020204030204" pitchFamily="49" charset="0"/>
              </a:rPr>
              <a:t>DateTime</a:t>
            </a:r>
            <a:r>
              <a:rPr lang="da-DK" sz="1100">
                <a:solidFill>
                  <a:srgbClr val="000000"/>
                </a:solidFill>
                <a:latin typeface="Consolas" panose="020B0609020204030204" pitchFamily="49" charset="0"/>
              </a:rPr>
              <a:t> exchangeDate);</a:t>
            </a:r>
          </a:p>
          <a:p>
            <a:r>
              <a:rPr lang="da-DK" sz="1100">
                <a:solidFill>
                  <a:srgbClr val="000000"/>
                </a:solidFill>
                <a:latin typeface="Consolas" panose="020B0609020204030204" pitchFamily="49" charset="0"/>
              </a:rPr>
              <a:t> }</a:t>
            </a:r>
            <a:endParaRPr lang="da-DK" sz="800">
              <a:latin typeface="+mn-lt"/>
            </a:endParaRPr>
          </a:p>
        </p:txBody>
      </p:sp>
      <p:sp>
        <p:nvSpPr>
          <p:cNvPr id="7" name="TextBox 6">
            <a:extLst>
              <a:ext uri="{FF2B5EF4-FFF2-40B4-BE49-F238E27FC236}">
                <a16:creationId xmlns:a16="http://schemas.microsoft.com/office/drawing/2014/main" id="{E4BFB824-772E-463B-BF56-B8908AE7AC2F}"/>
              </a:ext>
            </a:extLst>
          </p:cNvPr>
          <p:cNvSpPr txBox="1"/>
          <p:nvPr/>
        </p:nvSpPr>
        <p:spPr>
          <a:xfrm>
            <a:off x="6096000" y="2671443"/>
            <a:ext cx="5431898" cy="757557"/>
          </a:xfrm>
          <a:prstGeom prst="rect">
            <a:avLst/>
          </a:prstGeom>
          <a:noFill/>
        </p:spPr>
        <p:txBody>
          <a:bodyPr wrap="none" lIns="0" tIns="0" rIns="0" bIns="0" rtlCol="0">
            <a:noAutofit/>
          </a:bodyPr>
          <a:lstStyle/>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internal</a:t>
            </a: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class</a:t>
            </a:r>
            <a:r>
              <a:rPr lang="da-DK" sz="1200">
                <a:solidFill>
                  <a:srgbClr val="000000"/>
                </a:solidFill>
                <a:latin typeface="Consolas" panose="020B0609020204030204" pitchFamily="49" charset="0"/>
              </a:rPr>
              <a:t> </a:t>
            </a:r>
            <a:r>
              <a:rPr lang="da-DK" sz="1200">
                <a:solidFill>
                  <a:srgbClr val="2B91AF"/>
                </a:solidFill>
                <a:highlight>
                  <a:srgbClr val="FFFF00"/>
                </a:highlight>
                <a:latin typeface="Consolas" panose="020B0609020204030204" pitchFamily="49" charset="0"/>
              </a:rPr>
              <a:t>ExchangeRatesProvider</a:t>
            </a:r>
            <a:r>
              <a:rPr lang="da-DK" sz="1200">
                <a:solidFill>
                  <a:srgbClr val="000000"/>
                </a:solidFill>
                <a:highlight>
                  <a:srgbClr val="FFFF00"/>
                </a:highlight>
                <a:latin typeface="Consolas" panose="020B0609020204030204" pitchFamily="49" charset="0"/>
              </a:rPr>
              <a:t> : </a:t>
            </a:r>
            <a:r>
              <a:rPr lang="da-DK" sz="1200">
                <a:solidFill>
                  <a:srgbClr val="2B91AF"/>
                </a:solidFill>
                <a:highlight>
                  <a:srgbClr val="FFFF00"/>
                </a:highlight>
                <a:latin typeface="Consolas" panose="020B0609020204030204" pitchFamily="49" charset="0"/>
              </a:rPr>
              <a:t>IExchangeRatesProvider</a:t>
            </a:r>
            <a:r>
              <a:rPr lang="da-DK" sz="1200">
                <a:solidFill>
                  <a:srgbClr val="000000"/>
                </a:solidFill>
                <a:highlight>
                  <a:srgbClr val="FFFF00"/>
                </a:highlight>
                <a:latin typeface="Consolas" panose="020B0609020204030204" pitchFamily="49" charset="0"/>
              </a:rPr>
              <a:t> </a:t>
            </a:r>
            <a:r>
              <a:rPr lang="da-DK" sz="1200">
                <a:solidFill>
                  <a:srgbClr val="000000"/>
                </a:solidFill>
                <a:latin typeface="Consolas" panose="020B0609020204030204" pitchFamily="49" charset="0"/>
              </a:rPr>
              <a:t>{ … }</a:t>
            </a:r>
            <a:endParaRPr lang="da-DK" sz="1000">
              <a:latin typeface="+mn-lt"/>
            </a:endParaRPr>
          </a:p>
        </p:txBody>
      </p:sp>
      <p:cxnSp>
        <p:nvCxnSpPr>
          <p:cNvPr id="9" name="Straight Connector 8">
            <a:extLst>
              <a:ext uri="{FF2B5EF4-FFF2-40B4-BE49-F238E27FC236}">
                <a16:creationId xmlns:a16="http://schemas.microsoft.com/office/drawing/2014/main" id="{C44018AD-F96C-4D28-86C4-69C348624C1C}"/>
              </a:ext>
            </a:extLst>
          </p:cNvPr>
          <p:cNvCxnSpPr>
            <a:cxnSpLocks/>
          </p:cNvCxnSpPr>
          <p:nvPr/>
        </p:nvCxnSpPr>
        <p:spPr>
          <a:xfrm>
            <a:off x="6096000" y="2508991"/>
            <a:ext cx="0" cy="3108038"/>
          </a:xfrm>
          <a:prstGeom prst="lin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3129901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39BF9-3A3A-4F73-B773-F84BF9546CD2}"/>
              </a:ext>
            </a:extLst>
          </p:cNvPr>
          <p:cNvSpPr>
            <a:spLocks noGrp="1"/>
          </p:cNvSpPr>
          <p:nvPr>
            <p:ph type="sldNum" sz="quarter" idx="11"/>
          </p:nvPr>
        </p:nvSpPr>
        <p:spPr/>
        <p:txBody>
          <a:bodyPr/>
          <a:lstStyle/>
          <a:p>
            <a:fld id="{E16BA917-7F09-4B8D-AF07-F52890C14046}" type="slidenum">
              <a:rPr lang="da-DK" smtClean="0"/>
              <a:pPr/>
              <a:t>35</a:t>
            </a:fld>
            <a:endParaRPr lang="da-DK"/>
          </a:p>
        </p:txBody>
      </p:sp>
      <p:sp>
        <p:nvSpPr>
          <p:cNvPr id="3" name="Text Placeholder 2">
            <a:extLst>
              <a:ext uri="{FF2B5EF4-FFF2-40B4-BE49-F238E27FC236}">
                <a16:creationId xmlns:a16="http://schemas.microsoft.com/office/drawing/2014/main" id="{3C4D7B9E-5FF6-416B-860E-54877D2B47E9}"/>
              </a:ext>
            </a:extLst>
          </p:cNvPr>
          <p:cNvSpPr>
            <a:spLocks noGrp="1"/>
          </p:cNvSpPr>
          <p:nvPr>
            <p:ph type="body" sz="quarter" idx="17"/>
          </p:nvPr>
        </p:nvSpPr>
        <p:spPr/>
        <p:txBody>
          <a:bodyPr/>
          <a:lstStyle/>
          <a:p>
            <a:r>
              <a:rPr lang="en-GB"/>
              <a:t>DI implementation</a:t>
            </a:r>
            <a:endParaRPr lang="da-DK"/>
          </a:p>
        </p:txBody>
      </p:sp>
      <p:sp>
        <p:nvSpPr>
          <p:cNvPr id="4" name="Title 3">
            <a:extLst>
              <a:ext uri="{FF2B5EF4-FFF2-40B4-BE49-F238E27FC236}">
                <a16:creationId xmlns:a16="http://schemas.microsoft.com/office/drawing/2014/main" id="{1BC36FD0-2BD6-4ED4-841E-F113451625AF}"/>
              </a:ext>
            </a:extLst>
          </p:cNvPr>
          <p:cNvSpPr>
            <a:spLocks noGrp="1"/>
          </p:cNvSpPr>
          <p:nvPr>
            <p:ph type="title"/>
          </p:nvPr>
        </p:nvSpPr>
        <p:spPr/>
        <p:txBody>
          <a:bodyPr/>
          <a:lstStyle/>
          <a:p>
            <a:r>
              <a:rPr lang="en-GB"/>
              <a:t>Dependency injection</a:t>
            </a:r>
            <a:endParaRPr lang="da-DK"/>
          </a:p>
        </p:txBody>
      </p:sp>
      <p:sp>
        <p:nvSpPr>
          <p:cNvPr id="6" name="TextBox 5">
            <a:extLst>
              <a:ext uri="{FF2B5EF4-FFF2-40B4-BE49-F238E27FC236}">
                <a16:creationId xmlns:a16="http://schemas.microsoft.com/office/drawing/2014/main" id="{7DE25CD6-6546-451A-A1A4-EEABB9AFF6C9}"/>
              </a:ext>
            </a:extLst>
          </p:cNvPr>
          <p:cNvSpPr txBox="1"/>
          <p:nvPr/>
        </p:nvSpPr>
        <p:spPr>
          <a:xfrm>
            <a:off x="670985" y="1563289"/>
            <a:ext cx="10878759" cy="4238711"/>
          </a:xfrm>
          <a:prstGeom prst="rect">
            <a:avLst/>
          </a:prstGeom>
          <a:noFill/>
        </p:spPr>
        <p:txBody>
          <a:bodyPr wrap="none" lIns="0" tIns="0" rIns="0" bIns="0" rtlCol="0">
            <a:noAutofit/>
          </a:bodyPr>
          <a:lstStyle/>
          <a:p>
            <a:pPr marL="342900" indent="-342900" defTabSz="179388">
              <a:buClr>
                <a:srgbClr val="00DEE6"/>
              </a:buClr>
              <a:buFont typeface="+mj-lt"/>
              <a:buAutoNum type="arabicPeriod" startAt="2"/>
            </a:pPr>
            <a:r>
              <a:rPr lang="en-GB" sz="1600">
                <a:latin typeface="+mn-lt"/>
              </a:rPr>
              <a:t>Refactor your code so it would be possible to inject an implementation of interface</a:t>
            </a:r>
          </a:p>
          <a:p>
            <a:pPr defTabSz="179388">
              <a:buClr>
                <a:srgbClr val="00DEE6"/>
              </a:buClr>
            </a:pPr>
            <a:endParaRPr lang="en-GB" sz="1600">
              <a:latin typeface="+mn-lt"/>
            </a:endParaRPr>
          </a:p>
          <a:p>
            <a:pPr marL="0" indent="0" defTabSz="179388">
              <a:buClr>
                <a:srgbClr val="00DEE6"/>
              </a:buClr>
              <a:buFont typeface="Arial" panose="020B0604020202020204" pitchFamily="34" charset="0"/>
              <a:buNone/>
            </a:pPr>
            <a:r>
              <a:rPr lang="en-GB" sz="1400">
                <a:latin typeface="+mn-lt"/>
              </a:rPr>
              <a:t>Inject interface at the constructor level (association):</a:t>
            </a:r>
          </a:p>
          <a:p>
            <a:pPr marL="0" indent="0" defTabSz="179388">
              <a:buClr>
                <a:srgbClr val="00DEE6"/>
              </a:buClr>
              <a:buFont typeface="Arial" panose="020B0604020202020204" pitchFamily="34" charset="0"/>
              <a:buNone/>
            </a:pPr>
            <a:endParaRPr lang="en-GB" sz="1400">
              <a:latin typeface="Consolas" panose="020B0609020204030204" pitchFamily="49" charset="0"/>
            </a:endParaRPr>
          </a:p>
          <a:p>
            <a:r>
              <a:rPr lang="da-DK" sz="1100">
                <a:solidFill>
                  <a:srgbClr val="0000FF"/>
                </a:solidFill>
                <a:latin typeface="Consolas" panose="020B0609020204030204" pitchFamily="49" charset="0"/>
              </a:rPr>
              <a:t>public</a:t>
            </a:r>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class</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Calculator</a:t>
            </a:r>
            <a:r>
              <a:rPr lang="da-DK" sz="1100">
                <a:solidFill>
                  <a:srgbClr val="000000"/>
                </a:solidFill>
                <a:latin typeface="Consolas" panose="020B0609020204030204" pitchFamily="49" charset="0"/>
              </a:rPr>
              <a:t> {</a:t>
            </a:r>
          </a:p>
          <a:p>
            <a:pPr lvl="1"/>
            <a:r>
              <a:rPr lang="da-DK" sz="1100">
                <a:solidFill>
                  <a:srgbClr val="0000FF"/>
                </a:solidFill>
                <a:latin typeface="Consolas" panose="020B0609020204030204" pitchFamily="49" charset="0"/>
              </a:rPr>
              <a:t>private</a:t>
            </a:r>
            <a:r>
              <a:rPr lang="da-DK" sz="1100">
                <a:solidFill>
                  <a:srgbClr val="000000"/>
                </a:solidFill>
                <a:latin typeface="Consolas" panose="020B0609020204030204" pitchFamily="49" charset="0"/>
              </a:rPr>
              <a:t> </a:t>
            </a:r>
            <a:r>
              <a:rPr lang="da-DK" sz="1100" err="1">
                <a:solidFill>
                  <a:srgbClr val="2B91AF"/>
                </a:solidFill>
                <a:highlight>
                  <a:srgbClr val="FFFF00"/>
                </a:highlight>
                <a:latin typeface="Consolas" panose="020B0609020204030204" pitchFamily="49" charset="0"/>
              </a:rPr>
              <a:t>IExchangeRatesProvider</a:t>
            </a:r>
            <a:r>
              <a:rPr lang="da-DK" sz="1100">
                <a:solidFill>
                  <a:srgbClr val="000000"/>
                </a:solidFill>
                <a:latin typeface="Consolas" panose="020B0609020204030204" pitchFamily="49" charset="0"/>
              </a:rPr>
              <a:t> _</a:t>
            </a:r>
            <a:r>
              <a:rPr lang="da-DK" sz="1100" err="1">
                <a:solidFill>
                  <a:srgbClr val="000000"/>
                </a:solidFill>
                <a:latin typeface="Consolas" panose="020B0609020204030204" pitchFamily="49" charset="0"/>
              </a:rPr>
              <a:t>exchangeRatesProvider</a:t>
            </a:r>
            <a:r>
              <a:rPr lang="da-DK" sz="1100">
                <a:solidFill>
                  <a:srgbClr val="000000"/>
                </a:solidFill>
                <a:latin typeface="Consolas" panose="020B0609020204030204" pitchFamily="49" charset="0"/>
              </a:rPr>
              <a:t>;</a:t>
            </a:r>
          </a:p>
          <a:p>
            <a:pPr lvl="1"/>
            <a:endParaRPr lang="da-DK" sz="1100">
              <a:solidFill>
                <a:srgbClr val="000000"/>
              </a:solidFill>
              <a:latin typeface="Consolas" panose="020B0609020204030204" pitchFamily="49" charset="0"/>
            </a:endParaRPr>
          </a:p>
          <a:p>
            <a:pPr lvl="1"/>
            <a:r>
              <a:rPr lang="da-DK" sz="1100">
                <a:solidFill>
                  <a:srgbClr val="0000FF"/>
                </a:solidFill>
                <a:latin typeface="Consolas" panose="020B0609020204030204" pitchFamily="49" charset="0"/>
              </a:rPr>
              <a:t>public</a:t>
            </a:r>
            <a:r>
              <a:rPr lang="da-DK" sz="1100">
                <a:solidFill>
                  <a:srgbClr val="000000"/>
                </a:solidFill>
                <a:latin typeface="Consolas" panose="020B0609020204030204" pitchFamily="49" charset="0"/>
              </a:rPr>
              <a:t> </a:t>
            </a:r>
            <a:r>
              <a:rPr lang="da-DK" sz="1100" err="1">
                <a:solidFill>
                  <a:srgbClr val="000000"/>
                </a:solidFill>
                <a:latin typeface="Consolas" panose="020B0609020204030204" pitchFamily="49" charset="0"/>
              </a:rPr>
              <a:t>Calculator</a:t>
            </a:r>
            <a:r>
              <a:rPr lang="da-DK" sz="1100">
                <a:solidFill>
                  <a:srgbClr val="000000"/>
                </a:solidFill>
                <a:latin typeface="Consolas" panose="020B0609020204030204" pitchFamily="49" charset="0"/>
              </a:rPr>
              <a:t>(</a:t>
            </a:r>
            <a:r>
              <a:rPr lang="da-DK" sz="1100" err="1">
                <a:solidFill>
                  <a:srgbClr val="2B91AF"/>
                </a:solidFill>
                <a:highlight>
                  <a:srgbClr val="FFFF00"/>
                </a:highlight>
                <a:latin typeface="Consolas" panose="020B0609020204030204" pitchFamily="49" charset="0"/>
              </a:rPr>
              <a:t>IExchangeRatesProvider</a:t>
            </a:r>
            <a:r>
              <a:rPr lang="da-DK" sz="1100">
                <a:solidFill>
                  <a:srgbClr val="000000"/>
                </a:solidFill>
                <a:highlight>
                  <a:srgbClr val="FFFF00"/>
                </a:highlight>
                <a:latin typeface="Consolas" panose="020B0609020204030204" pitchFamily="49" charset="0"/>
              </a:rPr>
              <a:t> </a:t>
            </a:r>
            <a:r>
              <a:rPr lang="da-DK" sz="1100" err="1">
                <a:solidFill>
                  <a:srgbClr val="000000"/>
                </a:solidFill>
                <a:highlight>
                  <a:srgbClr val="FFFF00"/>
                </a:highlight>
                <a:latin typeface="Consolas" panose="020B0609020204030204" pitchFamily="49" charset="0"/>
              </a:rPr>
              <a:t>exchangeRatesProvider</a:t>
            </a:r>
            <a:r>
              <a:rPr lang="da-DK" sz="1100">
                <a:solidFill>
                  <a:srgbClr val="000000"/>
                </a:solidFill>
                <a:latin typeface="Consolas" panose="020B0609020204030204" pitchFamily="49" charset="0"/>
              </a:rPr>
              <a:t>) {</a:t>
            </a:r>
          </a:p>
          <a:p>
            <a:pPr lvl="2"/>
            <a:r>
              <a:rPr lang="da-DK" sz="1100">
                <a:solidFill>
                  <a:srgbClr val="000000"/>
                </a:solidFill>
                <a:highlight>
                  <a:srgbClr val="FFFF00"/>
                </a:highlight>
                <a:latin typeface="Consolas" panose="020B0609020204030204" pitchFamily="49" charset="0"/>
              </a:rPr>
              <a:t>_</a:t>
            </a:r>
            <a:r>
              <a:rPr lang="da-DK" sz="1100" err="1">
                <a:solidFill>
                  <a:srgbClr val="000000"/>
                </a:solidFill>
                <a:highlight>
                  <a:srgbClr val="FFFF00"/>
                </a:highlight>
                <a:latin typeface="Consolas" panose="020B0609020204030204" pitchFamily="49" charset="0"/>
              </a:rPr>
              <a:t>exchangeRatesProvider</a:t>
            </a:r>
            <a:r>
              <a:rPr lang="da-DK" sz="1100">
                <a:solidFill>
                  <a:srgbClr val="000000"/>
                </a:solidFill>
                <a:highlight>
                  <a:srgbClr val="FFFF00"/>
                </a:highlight>
                <a:latin typeface="Consolas" panose="020B0609020204030204" pitchFamily="49" charset="0"/>
              </a:rPr>
              <a:t> = </a:t>
            </a:r>
            <a:r>
              <a:rPr lang="da-DK" sz="1100" err="1">
                <a:solidFill>
                  <a:srgbClr val="000000"/>
                </a:solidFill>
                <a:highlight>
                  <a:srgbClr val="FFFF00"/>
                </a:highlight>
                <a:latin typeface="Consolas" panose="020B0609020204030204" pitchFamily="49" charset="0"/>
              </a:rPr>
              <a:t>exchangeRatesProvider</a:t>
            </a:r>
            <a:r>
              <a:rPr lang="da-DK" sz="1100">
                <a:solidFill>
                  <a:srgbClr val="000000"/>
                </a:solidFill>
                <a:highlight>
                  <a:srgbClr val="FFFF00"/>
                </a:highlight>
                <a:latin typeface="Consolas" panose="020B0609020204030204" pitchFamily="49" charset="0"/>
              </a:rPr>
              <a:t>;</a:t>
            </a:r>
          </a:p>
          <a:p>
            <a:pPr lvl="1"/>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a:t>
            </a:r>
          </a:p>
          <a:p>
            <a:endParaRPr lang="da-DK" sz="1400">
              <a:solidFill>
                <a:srgbClr val="000000"/>
              </a:solidFill>
              <a:latin typeface="Consolas" panose="020B0609020204030204" pitchFamily="49" charset="0"/>
            </a:endParaRPr>
          </a:p>
          <a:p>
            <a:r>
              <a:rPr lang="en-GB" sz="1400">
                <a:latin typeface="+mn-lt"/>
              </a:rPr>
              <a:t>Or inject interface at the method level (dependency):</a:t>
            </a:r>
          </a:p>
          <a:p>
            <a:endParaRPr lang="da-DK" sz="1400">
              <a:latin typeface="Consolas" panose="020B0609020204030204" pitchFamily="49" charset="0"/>
            </a:endParaRPr>
          </a:p>
          <a:p>
            <a:r>
              <a:rPr lang="da-DK" sz="1100">
                <a:solidFill>
                  <a:srgbClr val="0000FF"/>
                </a:solidFill>
                <a:latin typeface="Consolas" panose="020B0609020204030204" pitchFamily="49" charset="0"/>
              </a:rPr>
              <a:t>public</a:t>
            </a:r>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double</a:t>
            </a:r>
            <a:r>
              <a:rPr lang="da-DK" sz="1100">
                <a:solidFill>
                  <a:srgbClr val="000000"/>
                </a:solidFill>
                <a:latin typeface="Consolas" panose="020B0609020204030204" pitchFamily="49" charset="0"/>
              </a:rPr>
              <a:t> </a:t>
            </a:r>
            <a:r>
              <a:rPr lang="da-DK" sz="1100" err="1">
                <a:solidFill>
                  <a:srgbClr val="000000"/>
                </a:solidFill>
                <a:latin typeface="Consolas" panose="020B0609020204030204" pitchFamily="49" charset="0"/>
              </a:rPr>
              <a:t>ConvertToCurrency</a:t>
            </a:r>
            <a:r>
              <a:rPr lang="da-DK" sz="1100">
                <a:solidFill>
                  <a:srgbClr val="000000"/>
                </a:solidFill>
                <a:latin typeface="Consolas" panose="020B0609020204030204" pitchFamily="49" charset="0"/>
              </a:rPr>
              <a:t>(</a:t>
            </a:r>
            <a:r>
              <a:rPr lang="da-DK" sz="1100" err="1">
                <a:solidFill>
                  <a:srgbClr val="2B91AF"/>
                </a:solidFill>
                <a:highlight>
                  <a:srgbClr val="FFFF00"/>
                </a:highlight>
                <a:latin typeface="Consolas" panose="020B0609020204030204" pitchFamily="49" charset="0"/>
              </a:rPr>
              <a:t>IExchangeRatesProvider</a:t>
            </a:r>
            <a:r>
              <a:rPr lang="da-DK" sz="1100">
                <a:solidFill>
                  <a:srgbClr val="000000"/>
                </a:solidFill>
                <a:highlight>
                  <a:srgbClr val="FFFF00"/>
                </a:highlight>
                <a:latin typeface="Consolas" panose="020B0609020204030204" pitchFamily="49" charset="0"/>
              </a:rPr>
              <a:t> </a:t>
            </a:r>
            <a:r>
              <a:rPr lang="da-DK" sz="1100" err="1">
                <a:solidFill>
                  <a:srgbClr val="000000"/>
                </a:solidFill>
                <a:highlight>
                  <a:srgbClr val="FFFF00"/>
                </a:highlight>
                <a:latin typeface="Consolas" panose="020B0609020204030204" pitchFamily="49" charset="0"/>
              </a:rPr>
              <a:t>exchangeRatesProvider</a:t>
            </a:r>
            <a:r>
              <a:rPr lang="da-DK" sz="1100">
                <a:solidFill>
                  <a:srgbClr val="000000"/>
                </a:solidFill>
                <a:latin typeface="Consolas" panose="020B0609020204030204" pitchFamily="49" charset="0"/>
              </a:rPr>
              <a:t>,</a:t>
            </a:r>
          </a:p>
          <a:p>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amount, </a:t>
            </a:r>
            <a:r>
              <a:rPr lang="en-US" sz="1100" err="1">
                <a:solidFill>
                  <a:srgbClr val="2B91AF"/>
                </a:solidFill>
                <a:latin typeface="Consolas" panose="020B0609020204030204" pitchFamily="49" charset="0"/>
              </a:rPr>
              <a:t>DateTime</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exchDateTime</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Currencies</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targetCurrencies</a:t>
            </a:r>
            <a:r>
              <a:rPr lang="en-US" sz="1100">
                <a:solidFill>
                  <a:srgbClr val="000000"/>
                </a:solidFill>
                <a:latin typeface="Consolas" panose="020B0609020204030204" pitchFamily="49" charset="0"/>
              </a:rPr>
              <a:t>) { … }</a:t>
            </a:r>
            <a:endParaRPr lang="da-DK" sz="1050">
              <a:latin typeface="+mn-lt"/>
            </a:endParaRPr>
          </a:p>
        </p:txBody>
      </p:sp>
    </p:spTree>
    <p:extLst>
      <p:ext uri="{BB962C8B-B14F-4D97-AF65-F5344CB8AC3E}">
        <p14:creationId xmlns:p14="http://schemas.microsoft.com/office/powerpoint/2010/main" val="2459319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36</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DEFINITION</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GB"/>
              <a:t>Test Doubles</a:t>
            </a:r>
            <a:endParaRPr lang="en-US"/>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spcBef>
                <a:spcPts val="0"/>
              </a:spcBef>
              <a:spcAft>
                <a:spcPts val="600"/>
              </a:spcAft>
              <a:buNone/>
            </a:pPr>
            <a:r>
              <a:rPr lang="en-US" sz="2000" b="0">
                <a:solidFill>
                  <a:srgbClr val="292929"/>
                </a:solidFill>
                <a:effectLst/>
                <a:latin typeface="+mn-lt"/>
              </a:rPr>
              <a:t>A </a:t>
            </a:r>
            <a:r>
              <a:rPr lang="en-US" sz="2000" b="1">
                <a:solidFill>
                  <a:schemeClr val="accent2"/>
                </a:solidFill>
                <a:effectLst/>
                <a:latin typeface="+mn-lt"/>
              </a:rPr>
              <a:t>test double</a:t>
            </a:r>
            <a:r>
              <a:rPr lang="en-US" sz="2000" b="0">
                <a:solidFill>
                  <a:srgbClr val="292929"/>
                </a:solidFill>
                <a:effectLst/>
                <a:latin typeface="+mn-lt"/>
              </a:rPr>
              <a:t> is an object that can stand in for a real object in a </a:t>
            </a:r>
            <a:r>
              <a:rPr lang="en-US" sz="2000" b="1">
                <a:solidFill>
                  <a:schemeClr val="accent2"/>
                </a:solidFill>
                <a:effectLst/>
                <a:latin typeface="+mn-lt"/>
              </a:rPr>
              <a:t>test</a:t>
            </a:r>
            <a:r>
              <a:rPr lang="en-US" sz="2000" b="0">
                <a:solidFill>
                  <a:srgbClr val="292929"/>
                </a:solidFill>
                <a:effectLst/>
                <a:latin typeface="+mn-lt"/>
              </a:rPr>
              <a:t>, like how a stunt </a:t>
            </a:r>
            <a:r>
              <a:rPr lang="en-US" sz="2000" b="1">
                <a:solidFill>
                  <a:schemeClr val="accent2"/>
                </a:solidFill>
                <a:effectLst/>
                <a:latin typeface="+mn-lt"/>
              </a:rPr>
              <a:t>double</a:t>
            </a:r>
            <a:r>
              <a:rPr lang="en-US" sz="2000" b="0">
                <a:solidFill>
                  <a:srgbClr val="292929"/>
                </a:solidFill>
                <a:effectLst/>
                <a:latin typeface="+mn-lt"/>
              </a:rPr>
              <a:t> stands in for an actor in a movie.</a:t>
            </a:r>
          </a:p>
          <a:p>
            <a:pPr marL="0" indent="0" algn="just">
              <a:spcBef>
                <a:spcPts val="0"/>
              </a:spcBef>
              <a:spcAft>
                <a:spcPts val="600"/>
              </a:spcAft>
              <a:buNone/>
            </a:pPr>
            <a:endParaRPr lang="en-US" sz="2800">
              <a:solidFill>
                <a:schemeClr val="accent2"/>
              </a:solidFill>
              <a:latin typeface="+mn-lt"/>
            </a:endParaRPr>
          </a:p>
        </p:txBody>
      </p:sp>
      <p:pic>
        <p:nvPicPr>
          <p:cNvPr id="2050" name="Picture 2" descr="ABAP Test Double Framework – An Introduction | SAP Blogs">
            <a:extLst>
              <a:ext uri="{FF2B5EF4-FFF2-40B4-BE49-F238E27FC236}">
                <a16:creationId xmlns:a16="http://schemas.microsoft.com/office/drawing/2014/main" id="{5D30CC50-2AB4-4492-8C8A-C8B30B369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001" y="2573735"/>
            <a:ext cx="7656945" cy="3379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09579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37</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TYPES</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GB"/>
              <a:t>Test Doubles</a:t>
            </a:r>
            <a:endParaRPr lang="en-US"/>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93848" y="1620838"/>
            <a:ext cx="10856912" cy="4568825"/>
          </a:xfrm>
        </p:spPr>
        <p:txBody>
          <a:bodyPr vert="horz" lIns="0" tIns="0" rIns="0" bIns="0" rtlCol="0">
            <a:noAutofit/>
          </a:bodyPr>
          <a:lstStyle/>
          <a:p>
            <a:pPr marL="0" indent="0" algn="just">
              <a:spcBef>
                <a:spcPts val="0"/>
              </a:spcBef>
              <a:spcAft>
                <a:spcPts val="600"/>
              </a:spcAft>
              <a:buNone/>
            </a:pPr>
            <a:r>
              <a:rPr lang="en-US" sz="2000" b="0" i="0">
                <a:solidFill>
                  <a:srgbClr val="292929"/>
                </a:solidFill>
                <a:effectLst/>
                <a:latin typeface="+mn-lt"/>
              </a:rPr>
              <a:t>We might use an object to stand in place of a real object in various cases, and here we wil</a:t>
            </a:r>
            <a:r>
              <a:rPr lang="en-US" sz="2000">
                <a:solidFill>
                  <a:srgbClr val="292929"/>
                </a:solidFill>
                <a:latin typeface="+mn-lt"/>
              </a:rPr>
              <a:t>l </a:t>
            </a:r>
            <a:r>
              <a:rPr lang="en-US" sz="2000" b="0" i="0">
                <a:solidFill>
                  <a:srgbClr val="292929"/>
                </a:solidFill>
                <a:effectLst/>
                <a:latin typeface="+mn-lt"/>
              </a:rPr>
              <a:t>cover the 4 most used cases:</a:t>
            </a:r>
          </a:p>
          <a:p>
            <a:pPr marL="0" indent="0" algn="just">
              <a:spcBef>
                <a:spcPts val="0"/>
              </a:spcBef>
              <a:spcAft>
                <a:spcPts val="600"/>
              </a:spcAft>
              <a:buNone/>
            </a:pPr>
            <a:endParaRPr lang="en-US" sz="2000">
              <a:solidFill>
                <a:srgbClr val="292929"/>
              </a:solidFill>
              <a:latin typeface="+mn-lt"/>
            </a:endParaRPr>
          </a:p>
          <a:p>
            <a:pPr marL="0" indent="0" algn="just">
              <a:spcBef>
                <a:spcPts val="0"/>
              </a:spcBef>
              <a:spcAft>
                <a:spcPts val="600"/>
              </a:spcAft>
              <a:buNone/>
            </a:pPr>
            <a:endParaRPr lang="en-US" sz="2000">
              <a:solidFill>
                <a:srgbClr val="292929"/>
              </a:solidFill>
              <a:latin typeface="+mn-lt"/>
            </a:endParaRPr>
          </a:p>
          <a:p>
            <a:pPr marL="0" indent="0" algn="just">
              <a:spcBef>
                <a:spcPts val="0"/>
              </a:spcBef>
              <a:spcAft>
                <a:spcPts val="600"/>
              </a:spcAft>
              <a:buNone/>
            </a:pPr>
            <a:endParaRPr lang="en-US" sz="2000">
              <a:solidFill>
                <a:srgbClr val="292929"/>
              </a:solidFill>
              <a:latin typeface="+mn-lt"/>
            </a:endParaRPr>
          </a:p>
          <a:p>
            <a:pPr marL="0" indent="0" algn="just">
              <a:spcBef>
                <a:spcPts val="0"/>
              </a:spcBef>
              <a:spcAft>
                <a:spcPts val="600"/>
              </a:spcAft>
              <a:buNone/>
            </a:pPr>
            <a:endParaRPr lang="en-US" sz="2000">
              <a:solidFill>
                <a:srgbClr val="292929"/>
              </a:solidFill>
              <a:latin typeface="+mn-lt"/>
            </a:endParaRPr>
          </a:p>
          <a:p>
            <a:pPr marL="0" indent="0" algn="just">
              <a:spcBef>
                <a:spcPts val="0"/>
              </a:spcBef>
              <a:spcAft>
                <a:spcPts val="600"/>
              </a:spcAft>
              <a:buNone/>
            </a:pPr>
            <a:endParaRPr lang="en-US" sz="2000">
              <a:solidFill>
                <a:srgbClr val="292929"/>
              </a:solidFill>
              <a:latin typeface="+mn-lt"/>
            </a:endParaRPr>
          </a:p>
          <a:p>
            <a:pPr marL="0" indent="0" algn="just">
              <a:spcBef>
                <a:spcPts val="0"/>
              </a:spcBef>
              <a:spcAft>
                <a:spcPts val="600"/>
              </a:spcAft>
              <a:buNone/>
            </a:pPr>
            <a:endParaRPr lang="en-US" sz="2000">
              <a:solidFill>
                <a:srgbClr val="292929"/>
              </a:solidFill>
              <a:latin typeface="+mn-lt"/>
            </a:endParaRPr>
          </a:p>
          <a:p>
            <a:pPr marL="0" indent="0" algn="just">
              <a:spcBef>
                <a:spcPts val="0"/>
              </a:spcBef>
              <a:spcAft>
                <a:spcPts val="600"/>
              </a:spcAft>
              <a:buNone/>
            </a:pPr>
            <a:endParaRPr lang="en-US" sz="2000">
              <a:solidFill>
                <a:srgbClr val="292929"/>
              </a:solidFill>
              <a:latin typeface="+mn-lt"/>
            </a:endParaRPr>
          </a:p>
          <a:p>
            <a:pPr marL="0" indent="0" algn="just">
              <a:spcBef>
                <a:spcPts val="0"/>
              </a:spcBef>
              <a:spcAft>
                <a:spcPts val="600"/>
              </a:spcAft>
              <a:buNone/>
            </a:pPr>
            <a:endParaRPr lang="en-US" sz="2000">
              <a:solidFill>
                <a:srgbClr val="292929"/>
              </a:solidFill>
              <a:latin typeface="+mn-lt"/>
            </a:endParaRPr>
          </a:p>
          <a:p>
            <a:pPr marL="0" indent="0" algn="just">
              <a:spcBef>
                <a:spcPts val="0"/>
              </a:spcBef>
              <a:spcAft>
                <a:spcPts val="600"/>
              </a:spcAft>
              <a:buNone/>
            </a:pPr>
            <a:endParaRPr lang="en-US" sz="2000">
              <a:solidFill>
                <a:srgbClr val="292929"/>
              </a:solidFill>
              <a:latin typeface="+mn-lt"/>
            </a:endParaRPr>
          </a:p>
          <a:p>
            <a:pPr marL="0" indent="0" algn="just">
              <a:spcBef>
                <a:spcPts val="0"/>
              </a:spcBef>
              <a:spcAft>
                <a:spcPts val="600"/>
              </a:spcAft>
              <a:buNone/>
            </a:pPr>
            <a:endParaRPr lang="en-US" sz="2000">
              <a:solidFill>
                <a:srgbClr val="292929"/>
              </a:solidFill>
              <a:latin typeface="+mn-lt"/>
            </a:endParaRPr>
          </a:p>
        </p:txBody>
      </p:sp>
      <p:sp>
        <p:nvSpPr>
          <p:cNvPr id="6" name="Oval 5">
            <a:extLst>
              <a:ext uri="{FF2B5EF4-FFF2-40B4-BE49-F238E27FC236}">
                <a16:creationId xmlns:a16="http://schemas.microsoft.com/office/drawing/2014/main" id="{272E6CE2-848E-41F5-9C1E-45BE89CE32AB}"/>
              </a:ext>
            </a:extLst>
          </p:cNvPr>
          <p:cNvSpPr/>
          <p:nvPr/>
        </p:nvSpPr>
        <p:spPr>
          <a:xfrm>
            <a:off x="5888668" y="2091221"/>
            <a:ext cx="2620108" cy="1046285"/>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Test Doubles</a:t>
            </a:r>
            <a:endParaRPr lang="en-US" sz="1600">
              <a:solidFill>
                <a:schemeClr val="tx1"/>
              </a:solidFill>
            </a:endParaRPr>
          </a:p>
        </p:txBody>
      </p:sp>
      <p:sp>
        <p:nvSpPr>
          <p:cNvPr id="7" name="Rectangle: Rounded Corners 6">
            <a:extLst>
              <a:ext uri="{FF2B5EF4-FFF2-40B4-BE49-F238E27FC236}">
                <a16:creationId xmlns:a16="http://schemas.microsoft.com/office/drawing/2014/main" id="{AA98EB52-38FC-4BFD-91B8-7F650D740854}"/>
              </a:ext>
            </a:extLst>
          </p:cNvPr>
          <p:cNvSpPr/>
          <p:nvPr/>
        </p:nvSpPr>
        <p:spPr>
          <a:xfrm>
            <a:off x="923140" y="4315169"/>
            <a:ext cx="983913" cy="406845"/>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a:solidFill>
                  <a:schemeClr val="tx1"/>
                </a:solidFill>
              </a:rPr>
              <a:t>Stub</a:t>
            </a:r>
            <a:endParaRPr lang="en-US" sz="1100">
              <a:solidFill>
                <a:schemeClr val="tx1"/>
              </a:solidFill>
            </a:endParaRPr>
          </a:p>
        </p:txBody>
      </p:sp>
      <p:sp>
        <p:nvSpPr>
          <p:cNvPr id="9" name="Rectangle: Rounded Corners 8">
            <a:extLst>
              <a:ext uri="{FF2B5EF4-FFF2-40B4-BE49-F238E27FC236}">
                <a16:creationId xmlns:a16="http://schemas.microsoft.com/office/drawing/2014/main" id="{D23A2442-DDE1-45E6-BD25-48B6331A5EDF}"/>
              </a:ext>
            </a:extLst>
          </p:cNvPr>
          <p:cNvSpPr/>
          <p:nvPr/>
        </p:nvSpPr>
        <p:spPr>
          <a:xfrm>
            <a:off x="4149969" y="4144789"/>
            <a:ext cx="1617785" cy="668215"/>
          </a:xfrm>
          <a:prstGeom prst="roundRect">
            <a:avLst/>
          </a:prstGeom>
          <a:solidFill>
            <a:schemeClr val="accent2">
              <a:lumMod val="60000"/>
              <a:lumOff val="4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Stub</a:t>
            </a:r>
            <a:endParaRPr lang="en-US" sz="1600">
              <a:solidFill>
                <a:schemeClr val="tx1"/>
              </a:solidFill>
            </a:endParaRPr>
          </a:p>
        </p:txBody>
      </p:sp>
      <p:sp>
        <p:nvSpPr>
          <p:cNvPr id="11" name="Rectangle: Rounded Corners 10">
            <a:extLst>
              <a:ext uri="{FF2B5EF4-FFF2-40B4-BE49-F238E27FC236}">
                <a16:creationId xmlns:a16="http://schemas.microsoft.com/office/drawing/2014/main" id="{327F145D-A704-4CCB-8C8A-C0E8C62DC133}"/>
              </a:ext>
            </a:extLst>
          </p:cNvPr>
          <p:cNvSpPr/>
          <p:nvPr/>
        </p:nvSpPr>
        <p:spPr>
          <a:xfrm>
            <a:off x="8491791" y="4144789"/>
            <a:ext cx="1617785" cy="668215"/>
          </a:xfrm>
          <a:prstGeom prst="roundRect">
            <a:avLst/>
          </a:prstGeom>
          <a:solidFill>
            <a:schemeClr val="accent2">
              <a:lumMod val="60000"/>
              <a:lumOff val="4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Mock</a:t>
            </a:r>
            <a:endParaRPr lang="en-US" sz="1600">
              <a:solidFill>
                <a:schemeClr val="tx1"/>
              </a:solidFill>
            </a:endParaRPr>
          </a:p>
        </p:txBody>
      </p:sp>
      <p:sp>
        <p:nvSpPr>
          <p:cNvPr id="15" name="TextBox 14">
            <a:extLst>
              <a:ext uri="{FF2B5EF4-FFF2-40B4-BE49-F238E27FC236}">
                <a16:creationId xmlns:a16="http://schemas.microsoft.com/office/drawing/2014/main" id="{1A35218E-F372-408D-98AD-6ED117CF0497}"/>
              </a:ext>
            </a:extLst>
          </p:cNvPr>
          <p:cNvSpPr txBox="1"/>
          <p:nvPr/>
        </p:nvSpPr>
        <p:spPr>
          <a:xfrm>
            <a:off x="4146607" y="4925437"/>
            <a:ext cx="4154155" cy="1151793"/>
          </a:xfrm>
          <a:prstGeom prst="rect">
            <a:avLst/>
          </a:prstGeom>
          <a:noFill/>
        </p:spPr>
        <p:txBody>
          <a:bodyPr wrap="square" lIns="0" tIns="0" rIns="0" bIns="0" rtlCol="0">
            <a:noAutofit/>
          </a:bodyPr>
          <a:lstStyle/>
          <a:p>
            <a:pPr marL="285750" indent="-285750" defTabSz="179388">
              <a:buClr>
                <a:srgbClr val="00DEE6"/>
              </a:buClr>
              <a:buFont typeface="Arial" panose="020B0604020202020204" pitchFamily="34" charset="0"/>
              <a:buChar char="•"/>
            </a:pPr>
            <a:r>
              <a:rPr lang="en-US" sz="1400" b="0" i="0">
                <a:solidFill>
                  <a:srgbClr val="292929"/>
                </a:solidFill>
                <a:effectLst/>
                <a:latin typeface="charter"/>
              </a:rPr>
              <a:t>controllable replacement for an existing dependency</a:t>
            </a:r>
          </a:p>
          <a:p>
            <a:pPr marL="285750" indent="-285750" defTabSz="179388">
              <a:buClr>
                <a:srgbClr val="00DEE6"/>
              </a:buClr>
              <a:buFont typeface="Arial" panose="020B0604020202020204" pitchFamily="34" charset="0"/>
              <a:buChar char="•"/>
            </a:pPr>
            <a:r>
              <a:rPr lang="en-US" sz="1400" b="0" i="0">
                <a:solidFill>
                  <a:srgbClr val="292929"/>
                </a:solidFill>
                <a:effectLst/>
                <a:latin typeface="charter"/>
              </a:rPr>
              <a:t>just to keep your test working</a:t>
            </a:r>
          </a:p>
          <a:p>
            <a:pPr marL="285750" indent="-285750" defTabSz="179388">
              <a:buClr>
                <a:srgbClr val="00DEE6"/>
              </a:buClr>
              <a:buFont typeface="Arial" panose="020B0604020202020204" pitchFamily="34" charset="0"/>
              <a:buChar char="•"/>
            </a:pPr>
            <a:r>
              <a:rPr lang="en-US" sz="1400">
                <a:solidFill>
                  <a:srgbClr val="292929"/>
                </a:solidFill>
                <a:latin typeface="charter"/>
              </a:rPr>
              <a:t>can't make test to fail</a:t>
            </a:r>
            <a:endParaRPr lang="en-US" sz="2000">
              <a:latin typeface="+mn-lt"/>
            </a:endParaRPr>
          </a:p>
        </p:txBody>
      </p:sp>
      <p:sp>
        <p:nvSpPr>
          <p:cNvPr id="17" name="TextBox 16">
            <a:extLst>
              <a:ext uri="{FF2B5EF4-FFF2-40B4-BE49-F238E27FC236}">
                <a16:creationId xmlns:a16="http://schemas.microsoft.com/office/drawing/2014/main" id="{77F69902-65C9-4B1B-9141-08A5F6F38669}"/>
              </a:ext>
            </a:extLst>
          </p:cNvPr>
          <p:cNvSpPr txBox="1"/>
          <p:nvPr/>
        </p:nvSpPr>
        <p:spPr>
          <a:xfrm>
            <a:off x="8485840" y="4894231"/>
            <a:ext cx="3414348" cy="1151793"/>
          </a:xfrm>
          <a:prstGeom prst="rect">
            <a:avLst/>
          </a:prstGeom>
          <a:noFill/>
        </p:spPr>
        <p:txBody>
          <a:bodyPr wrap="square" lIns="0" tIns="0" rIns="0" bIns="0" rtlCol="0" anchor="t">
            <a:noAutofit/>
          </a:bodyPr>
          <a:lstStyle/>
          <a:p>
            <a:pPr marL="285750" indent="-285750" defTabSz="179388">
              <a:buClr>
                <a:srgbClr val="00DEE6"/>
              </a:buClr>
              <a:buFont typeface="Arial" panose="020B0604020202020204" pitchFamily="34" charset="0"/>
              <a:buChar char="•"/>
            </a:pPr>
            <a:r>
              <a:rPr lang="en-US" sz="1400">
                <a:solidFill>
                  <a:srgbClr val="3E4852"/>
                </a:solidFill>
                <a:latin typeface="Nunito Sans"/>
                <a:ea typeface="ＭＳ Ｐゴシック"/>
              </a:rPr>
              <a:t>Can</a:t>
            </a:r>
            <a:r>
              <a:rPr lang="en-US" sz="1400" b="0" i="0">
                <a:solidFill>
                  <a:srgbClr val="3E4852"/>
                </a:solidFill>
                <a:effectLst/>
                <a:latin typeface="Nunito Sans"/>
                <a:ea typeface="ＭＳ Ｐゴシック"/>
              </a:rPr>
              <a:t> be pre-programmed with expectations</a:t>
            </a:r>
            <a:r>
              <a:rPr lang="en-US" sz="1400">
                <a:solidFill>
                  <a:srgbClr val="3E4852"/>
                </a:solidFill>
                <a:latin typeface="Nunito Sans"/>
                <a:ea typeface="ＭＳ Ｐゴシック"/>
              </a:rPr>
              <a:t> </a:t>
            </a:r>
            <a:endParaRPr lang="en-US" sz="1400" b="0" i="0">
              <a:solidFill>
                <a:srgbClr val="3E4852"/>
              </a:solidFill>
              <a:effectLst/>
              <a:latin typeface="Nunito Sans"/>
            </a:endParaRPr>
          </a:p>
          <a:p>
            <a:pPr marL="285750" indent="-285750" defTabSz="179388">
              <a:buClr>
                <a:srgbClr val="00DEE6"/>
              </a:buClr>
              <a:buFont typeface="Arial" panose="020B0604020202020204" pitchFamily="34" charset="0"/>
              <a:buChar char="•"/>
            </a:pPr>
            <a:r>
              <a:rPr lang="en-US" sz="1400">
                <a:solidFill>
                  <a:srgbClr val="3E4852"/>
                </a:solidFill>
                <a:latin typeface="Nunito Sans"/>
                <a:ea typeface="ＭＳ Ｐゴシック"/>
              </a:rPr>
              <a:t>verifiable</a:t>
            </a:r>
          </a:p>
          <a:p>
            <a:pPr marL="285750" indent="-285750" defTabSz="179388">
              <a:buClr>
                <a:srgbClr val="00DEE6"/>
              </a:buClr>
              <a:buFont typeface="Arial" panose="020B0604020202020204" pitchFamily="34" charset="0"/>
              <a:buChar char="•"/>
            </a:pPr>
            <a:r>
              <a:rPr lang="en-US" sz="1400">
                <a:solidFill>
                  <a:srgbClr val="3E4852"/>
                </a:solidFill>
                <a:latin typeface="Nunito Sans"/>
                <a:ea typeface="ＭＳ Ｐゴシック"/>
              </a:rPr>
              <a:t>can make test to fail (</a:t>
            </a:r>
            <a:r>
              <a:rPr lang="en-US" sz="1400" b="0" i="0" u="none" strike="noStrike" baseline="0">
                <a:latin typeface="NewBaskerville-Roman"/>
                <a:ea typeface="ＭＳ Ｐゴシック"/>
              </a:rPr>
              <a:t>asserted against)</a:t>
            </a:r>
            <a:endParaRPr lang="en-US" sz="1400">
              <a:solidFill>
                <a:srgbClr val="3E4852"/>
              </a:solidFill>
              <a:latin typeface="Nunito Sans"/>
              <a:ea typeface="ＭＳ Ｐゴシック"/>
            </a:endParaRPr>
          </a:p>
          <a:p>
            <a:pPr marL="285750" indent="-285750" defTabSz="179388">
              <a:buClr>
                <a:srgbClr val="00DEE6"/>
              </a:buClr>
              <a:buFont typeface="Arial" panose="020B0604020202020204" pitchFamily="34" charset="0"/>
              <a:buChar char="•"/>
            </a:pPr>
            <a:endParaRPr lang="en-US" sz="2400">
              <a:latin typeface="+mn-lt"/>
            </a:endParaRPr>
          </a:p>
        </p:txBody>
      </p:sp>
      <p:sp>
        <p:nvSpPr>
          <p:cNvPr id="21" name="Rectangle: Rounded Corners 20">
            <a:extLst>
              <a:ext uri="{FF2B5EF4-FFF2-40B4-BE49-F238E27FC236}">
                <a16:creationId xmlns:a16="http://schemas.microsoft.com/office/drawing/2014/main" id="{F56E20F1-A06C-4322-9BB8-5C6B881D847E}"/>
              </a:ext>
            </a:extLst>
          </p:cNvPr>
          <p:cNvSpPr/>
          <p:nvPr/>
        </p:nvSpPr>
        <p:spPr>
          <a:xfrm>
            <a:off x="6389830" y="3265574"/>
            <a:ext cx="1617785" cy="668215"/>
          </a:xfrm>
          <a:custGeom>
            <a:avLst/>
            <a:gdLst>
              <a:gd name="connsiteX0" fmla="*/ 0 w 1617785"/>
              <a:gd name="connsiteY0" fmla="*/ 111371 h 668215"/>
              <a:gd name="connsiteX1" fmla="*/ 111371 w 1617785"/>
              <a:gd name="connsiteY1" fmla="*/ 0 h 668215"/>
              <a:gd name="connsiteX2" fmla="*/ 548484 w 1617785"/>
              <a:gd name="connsiteY2" fmla="*/ 0 h 668215"/>
              <a:gd name="connsiteX3" fmla="*/ 971648 w 1617785"/>
              <a:gd name="connsiteY3" fmla="*/ 0 h 668215"/>
              <a:gd name="connsiteX4" fmla="*/ 1506414 w 1617785"/>
              <a:gd name="connsiteY4" fmla="*/ 0 h 668215"/>
              <a:gd name="connsiteX5" fmla="*/ 1617785 w 1617785"/>
              <a:gd name="connsiteY5" fmla="*/ 111371 h 668215"/>
              <a:gd name="connsiteX6" fmla="*/ 1617785 w 1617785"/>
              <a:gd name="connsiteY6" fmla="*/ 556844 h 668215"/>
              <a:gd name="connsiteX7" fmla="*/ 1506414 w 1617785"/>
              <a:gd name="connsiteY7" fmla="*/ 668215 h 668215"/>
              <a:gd name="connsiteX8" fmla="*/ 1041400 w 1617785"/>
              <a:gd name="connsiteY8" fmla="*/ 668215 h 668215"/>
              <a:gd name="connsiteX9" fmla="*/ 562435 w 1617785"/>
              <a:gd name="connsiteY9" fmla="*/ 668215 h 668215"/>
              <a:gd name="connsiteX10" fmla="*/ 111371 w 1617785"/>
              <a:gd name="connsiteY10" fmla="*/ 668215 h 668215"/>
              <a:gd name="connsiteX11" fmla="*/ 0 w 1617785"/>
              <a:gd name="connsiteY11" fmla="*/ 556844 h 668215"/>
              <a:gd name="connsiteX12" fmla="*/ 0 w 1617785"/>
              <a:gd name="connsiteY12" fmla="*/ 111371 h 66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7785" h="668215" fill="none" extrusionOk="0">
                <a:moveTo>
                  <a:pt x="0" y="111371"/>
                </a:moveTo>
                <a:cubicBezTo>
                  <a:pt x="-1510" y="44159"/>
                  <a:pt x="50191" y="-2382"/>
                  <a:pt x="111371" y="0"/>
                </a:cubicBezTo>
                <a:cubicBezTo>
                  <a:pt x="209681" y="-37336"/>
                  <a:pt x="438928" y="38974"/>
                  <a:pt x="548484" y="0"/>
                </a:cubicBezTo>
                <a:cubicBezTo>
                  <a:pt x="658040" y="-38974"/>
                  <a:pt x="832077" y="50577"/>
                  <a:pt x="971648" y="0"/>
                </a:cubicBezTo>
                <a:cubicBezTo>
                  <a:pt x="1111219" y="-50577"/>
                  <a:pt x="1301872" y="46397"/>
                  <a:pt x="1506414" y="0"/>
                </a:cubicBezTo>
                <a:cubicBezTo>
                  <a:pt x="1563702" y="3771"/>
                  <a:pt x="1605210" y="61563"/>
                  <a:pt x="1617785" y="111371"/>
                </a:cubicBezTo>
                <a:cubicBezTo>
                  <a:pt x="1641475" y="259874"/>
                  <a:pt x="1615771" y="423776"/>
                  <a:pt x="1617785" y="556844"/>
                </a:cubicBezTo>
                <a:cubicBezTo>
                  <a:pt x="1618969" y="629315"/>
                  <a:pt x="1555774" y="659450"/>
                  <a:pt x="1506414" y="668215"/>
                </a:cubicBezTo>
                <a:cubicBezTo>
                  <a:pt x="1324346" y="673391"/>
                  <a:pt x="1173418" y="623424"/>
                  <a:pt x="1041400" y="668215"/>
                </a:cubicBezTo>
                <a:cubicBezTo>
                  <a:pt x="909382" y="713006"/>
                  <a:pt x="767477" y="658713"/>
                  <a:pt x="562435" y="668215"/>
                </a:cubicBezTo>
                <a:cubicBezTo>
                  <a:pt x="357394" y="677717"/>
                  <a:pt x="277698" y="639244"/>
                  <a:pt x="111371" y="668215"/>
                </a:cubicBezTo>
                <a:cubicBezTo>
                  <a:pt x="51551" y="667260"/>
                  <a:pt x="-6209" y="630408"/>
                  <a:pt x="0" y="556844"/>
                </a:cubicBezTo>
                <a:cubicBezTo>
                  <a:pt x="-14362" y="407177"/>
                  <a:pt x="28256" y="205173"/>
                  <a:pt x="0" y="111371"/>
                </a:cubicBezTo>
                <a:close/>
              </a:path>
              <a:path w="1617785" h="668215" stroke="0" extrusionOk="0">
                <a:moveTo>
                  <a:pt x="0" y="111371"/>
                </a:moveTo>
                <a:cubicBezTo>
                  <a:pt x="-2545" y="39215"/>
                  <a:pt x="52137" y="17806"/>
                  <a:pt x="111371" y="0"/>
                </a:cubicBezTo>
                <a:cubicBezTo>
                  <a:pt x="291761" y="-29522"/>
                  <a:pt x="351450" y="573"/>
                  <a:pt x="534534" y="0"/>
                </a:cubicBezTo>
                <a:cubicBezTo>
                  <a:pt x="717618" y="-573"/>
                  <a:pt x="824580" y="51999"/>
                  <a:pt x="971648" y="0"/>
                </a:cubicBezTo>
                <a:cubicBezTo>
                  <a:pt x="1118716" y="-51999"/>
                  <a:pt x="1243711" y="17751"/>
                  <a:pt x="1506414" y="0"/>
                </a:cubicBezTo>
                <a:cubicBezTo>
                  <a:pt x="1560909" y="-16123"/>
                  <a:pt x="1610391" y="52044"/>
                  <a:pt x="1617785" y="111371"/>
                </a:cubicBezTo>
                <a:cubicBezTo>
                  <a:pt x="1655475" y="209170"/>
                  <a:pt x="1616866" y="444951"/>
                  <a:pt x="1617785" y="556844"/>
                </a:cubicBezTo>
                <a:cubicBezTo>
                  <a:pt x="1619715" y="616858"/>
                  <a:pt x="1566949" y="669155"/>
                  <a:pt x="1506414" y="668215"/>
                </a:cubicBezTo>
                <a:cubicBezTo>
                  <a:pt x="1340194" y="709761"/>
                  <a:pt x="1147080" y="618504"/>
                  <a:pt x="1027449" y="668215"/>
                </a:cubicBezTo>
                <a:cubicBezTo>
                  <a:pt x="907818" y="717926"/>
                  <a:pt x="693991" y="623665"/>
                  <a:pt x="534534" y="668215"/>
                </a:cubicBezTo>
                <a:cubicBezTo>
                  <a:pt x="375078" y="712765"/>
                  <a:pt x="258393" y="658659"/>
                  <a:pt x="111371" y="668215"/>
                </a:cubicBezTo>
                <a:cubicBezTo>
                  <a:pt x="44339" y="660883"/>
                  <a:pt x="-12327" y="612752"/>
                  <a:pt x="0" y="556844"/>
                </a:cubicBezTo>
                <a:cubicBezTo>
                  <a:pt x="-925" y="359544"/>
                  <a:pt x="25939" y="310717"/>
                  <a:pt x="0" y="111371"/>
                </a:cubicBezTo>
                <a:close/>
              </a:path>
            </a:pathLst>
          </a:custGeom>
          <a:solidFill>
            <a:schemeClr val="bg1"/>
          </a:solidFill>
          <a:ln>
            <a:solidFill>
              <a:schemeClr val="accent6"/>
            </a:solidFill>
            <a:extLst>
              <a:ext uri="{C807C97D-BFC1-408E-A445-0C87EB9F89A2}">
                <ask:lineSketchStyleProps xmlns:ask="http://schemas.microsoft.com/office/drawing/2018/sketchyshapes" sd="4272903059">
                  <a:prstGeom prst="roundRect">
                    <a:avLst/>
                  </a:prstGeom>
                  <ask:type>
                    <ask:lineSketchScribbl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Fake Object</a:t>
            </a:r>
            <a:endParaRPr lang="en-US" sz="1600">
              <a:solidFill>
                <a:schemeClr val="tx1"/>
              </a:solidFill>
            </a:endParaRPr>
          </a:p>
        </p:txBody>
      </p:sp>
      <p:sp>
        <p:nvSpPr>
          <p:cNvPr id="20" name="Arrow: Right 19">
            <a:extLst>
              <a:ext uri="{FF2B5EF4-FFF2-40B4-BE49-F238E27FC236}">
                <a16:creationId xmlns:a16="http://schemas.microsoft.com/office/drawing/2014/main" id="{134782EE-BF3E-4059-B658-6E95BDF5F0EB}"/>
              </a:ext>
            </a:extLst>
          </p:cNvPr>
          <p:cNvSpPr/>
          <p:nvPr/>
        </p:nvSpPr>
        <p:spPr>
          <a:xfrm rot="2030369">
            <a:off x="8130545" y="3694298"/>
            <a:ext cx="715075" cy="301553"/>
          </a:xfrm>
          <a:prstGeom prst="right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4" name="Arrow: Right 23">
            <a:extLst>
              <a:ext uri="{FF2B5EF4-FFF2-40B4-BE49-F238E27FC236}">
                <a16:creationId xmlns:a16="http://schemas.microsoft.com/office/drawing/2014/main" id="{78108776-6F90-4D1E-B5E2-3EB5256558ED}"/>
              </a:ext>
            </a:extLst>
          </p:cNvPr>
          <p:cNvSpPr/>
          <p:nvPr/>
        </p:nvSpPr>
        <p:spPr>
          <a:xfrm rot="8911651">
            <a:off x="5519811" y="3707784"/>
            <a:ext cx="750874" cy="286703"/>
          </a:xfrm>
          <a:prstGeom prst="right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13" name="TextBox 12">
            <a:extLst>
              <a:ext uri="{FF2B5EF4-FFF2-40B4-BE49-F238E27FC236}">
                <a16:creationId xmlns:a16="http://schemas.microsoft.com/office/drawing/2014/main" id="{8D1B5713-E16A-4FD5-8A3C-3ED5A687CBFA}"/>
              </a:ext>
            </a:extLst>
          </p:cNvPr>
          <p:cNvSpPr txBox="1"/>
          <p:nvPr/>
        </p:nvSpPr>
        <p:spPr>
          <a:xfrm>
            <a:off x="5895441" y="4153130"/>
            <a:ext cx="1689356" cy="474097"/>
          </a:xfrm>
          <a:prstGeom prst="rect">
            <a:avLst/>
          </a:prstGeom>
          <a:noFill/>
        </p:spPr>
        <p:txBody>
          <a:bodyPr wrap="square" lIns="0" tIns="0" rIns="0" bIns="0" rtlCol="0">
            <a:noAutofit/>
          </a:bodyPr>
          <a:lstStyle/>
          <a:p>
            <a:pPr marL="285750" indent="-285750" defTabSz="179388">
              <a:buClr>
                <a:srgbClr val="00DEE6"/>
              </a:buClr>
              <a:buFont typeface="Arial" panose="020B0604020202020204" pitchFamily="34" charset="0"/>
              <a:buChar char="•"/>
            </a:pPr>
            <a:r>
              <a:rPr lang="en-GB" sz="1200">
                <a:solidFill>
                  <a:schemeClr val="bg1">
                    <a:lumMod val="65000"/>
                  </a:schemeClr>
                </a:solidFill>
                <a:latin typeface="+mn-lt"/>
              </a:rPr>
              <a:t>Value-based testing</a:t>
            </a:r>
          </a:p>
          <a:p>
            <a:pPr marL="285750" indent="-285750" defTabSz="179388">
              <a:buClr>
                <a:srgbClr val="00DEE6"/>
              </a:buClr>
              <a:buFont typeface="Arial" panose="020B0604020202020204" pitchFamily="34" charset="0"/>
              <a:buChar char="•"/>
            </a:pPr>
            <a:r>
              <a:rPr lang="en-GB" sz="1200">
                <a:solidFill>
                  <a:schemeClr val="bg1">
                    <a:lumMod val="65000"/>
                  </a:schemeClr>
                </a:solidFill>
                <a:latin typeface="+mn-lt"/>
              </a:rPr>
              <a:t>State-based testing</a:t>
            </a:r>
            <a:endParaRPr lang="en-US" sz="1200">
              <a:solidFill>
                <a:schemeClr val="bg1">
                  <a:lumMod val="65000"/>
                </a:schemeClr>
              </a:solidFill>
              <a:latin typeface="+mn-lt"/>
            </a:endParaRPr>
          </a:p>
        </p:txBody>
      </p:sp>
      <p:sp>
        <p:nvSpPr>
          <p:cNvPr id="25" name="TextBox 24">
            <a:extLst>
              <a:ext uri="{FF2B5EF4-FFF2-40B4-BE49-F238E27FC236}">
                <a16:creationId xmlns:a16="http://schemas.microsoft.com/office/drawing/2014/main" id="{0DCA363F-C90D-4D5D-BC45-750820A1971A}"/>
              </a:ext>
            </a:extLst>
          </p:cNvPr>
          <p:cNvSpPr txBox="1"/>
          <p:nvPr/>
        </p:nvSpPr>
        <p:spPr>
          <a:xfrm>
            <a:off x="10224200" y="4138780"/>
            <a:ext cx="1689356" cy="474097"/>
          </a:xfrm>
          <a:prstGeom prst="rect">
            <a:avLst/>
          </a:prstGeom>
          <a:noFill/>
        </p:spPr>
        <p:txBody>
          <a:bodyPr wrap="square" lIns="0" tIns="0" rIns="0" bIns="0" rtlCol="0">
            <a:noAutofit/>
          </a:bodyPr>
          <a:lstStyle/>
          <a:p>
            <a:pPr marL="285750" indent="-285750" defTabSz="179388">
              <a:buClr>
                <a:srgbClr val="00DEE6"/>
              </a:buClr>
              <a:buFont typeface="Arial" panose="020B0604020202020204" pitchFamily="34" charset="0"/>
              <a:buChar char="•"/>
            </a:pPr>
            <a:r>
              <a:rPr lang="en-GB" sz="1200">
                <a:solidFill>
                  <a:schemeClr val="bg1">
                    <a:lumMod val="65000"/>
                  </a:schemeClr>
                </a:solidFill>
                <a:latin typeface="+mn-lt"/>
              </a:rPr>
              <a:t>Interaction testing</a:t>
            </a:r>
          </a:p>
        </p:txBody>
      </p:sp>
      <p:sp>
        <p:nvSpPr>
          <p:cNvPr id="19" name="Oval 18">
            <a:extLst>
              <a:ext uri="{FF2B5EF4-FFF2-40B4-BE49-F238E27FC236}">
                <a16:creationId xmlns:a16="http://schemas.microsoft.com/office/drawing/2014/main" id="{4DA6A31F-7B98-411F-95E0-EC0BE55B63DF}"/>
              </a:ext>
            </a:extLst>
          </p:cNvPr>
          <p:cNvSpPr/>
          <p:nvPr/>
        </p:nvSpPr>
        <p:spPr>
          <a:xfrm>
            <a:off x="613924" y="2832494"/>
            <a:ext cx="3169887" cy="2612572"/>
          </a:xfrm>
          <a:prstGeom prst="ellipse">
            <a:avLst/>
          </a:prstGeom>
          <a:noFill/>
          <a:ln>
            <a:solidFill>
              <a:schemeClr val="accent6"/>
            </a:solidFill>
            <a:prstDash val="dashDo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6" name="TextBox 25">
            <a:extLst>
              <a:ext uri="{FF2B5EF4-FFF2-40B4-BE49-F238E27FC236}">
                <a16:creationId xmlns:a16="http://schemas.microsoft.com/office/drawing/2014/main" id="{AE7B5819-39D9-4F2A-A26F-7C31C92E9B3D}"/>
              </a:ext>
            </a:extLst>
          </p:cNvPr>
          <p:cNvSpPr txBox="1"/>
          <p:nvPr/>
        </p:nvSpPr>
        <p:spPr>
          <a:xfrm>
            <a:off x="4146607" y="5878741"/>
            <a:ext cx="4509713" cy="351535"/>
          </a:xfrm>
          <a:prstGeom prst="rect">
            <a:avLst/>
          </a:prstGeom>
          <a:noFill/>
        </p:spPr>
        <p:txBody>
          <a:bodyPr wrap="square" lIns="0" tIns="0" rIns="0" bIns="0" rtlCol="0">
            <a:noAutofit/>
          </a:bodyPr>
          <a:lstStyle/>
          <a:p>
            <a:pPr defTabSz="179388">
              <a:buClr>
                <a:srgbClr val="00DEE6"/>
              </a:buClr>
            </a:pPr>
            <a:r>
              <a:rPr lang="en-GB" sz="1200">
                <a:latin typeface="+mn-lt"/>
              </a:rPr>
              <a:t>Source: </a:t>
            </a:r>
            <a:r>
              <a:rPr lang="en-US" sz="1200">
                <a:solidFill>
                  <a:srgbClr val="292929"/>
                </a:solidFill>
                <a:latin typeface="+mn-lt"/>
              </a:rPr>
              <a:t>The Art of Unit Testing, Roy </a:t>
            </a:r>
            <a:r>
              <a:rPr lang="en-US" sz="1200" err="1">
                <a:solidFill>
                  <a:srgbClr val="292929"/>
                </a:solidFill>
                <a:latin typeface="+mn-lt"/>
              </a:rPr>
              <a:t>Osherove</a:t>
            </a:r>
            <a:endParaRPr lang="en-US" sz="1600">
              <a:solidFill>
                <a:schemeClr val="accent2"/>
              </a:solidFill>
              <a:latin typeface="+mn-lt"/>
            </a:endParaRPr>
          </a:p>
          <a:p>
            <a:pPr marL="0" indent="0" defTabSz="179388">
              <a:buClr>
                <a:srgbClr val="00DEE6"/>
              </a:buClr>
              <a:buFont typeface="Arial" panose="020B0604020202020204" pitchFamily="34" charset="0"/>
              <a:buNone/>
            </a:pPr>
            <a:endParaRPr lang="en-US" sz="1600">
              <a:latin typeface="+mn-lt"/>
            </a:endParaRPr>
          </a:p>
        </p:txBody>
      </p:sp>
      <p:sp>
        <p:nvSpPr>
          <p:cNvPr id="27" name="Rectangle: Rounded Corners 26">
            <a:extLst>
              <a:ext uri="{FF2B5EF4-FFF2-40B4-BE49-F238E27FC236}">
                <a16:creationId xmlns:a16="http://schemas.microsoft.com/office/drawing/2014/main" id="{B099AD55-9B6F-4219-99B3-86B61C89D9FC}"/>
              </a:ext>
            </a:extLst>
          </p:cNvPr>
          <p:cNvSpPr/>
          <p:nvPr/>
        </p:nvSpPr>
        <p:spPr>
          <a:xfrm>
            <a:off x="1706910" y="3003651"/>
            <a:ext cx="983913" cy="416309"/>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a:solidFill>
                  <a:schemeClr val="tx1"/>
                </a:solidFill>
              </a:rPr>
              <a:t>Dummy Object</a:t>
            </a:r>
            <a:endParaRPr lang="en-US" sz="1100">
              <a:solidFill>
                <a:schemeClr val="tx1"/>
              </a:solidFill>
            </a:endParaRPr>
          </a:p>
        </p:txBody>
      </p:sp>
      <p:sp>
        <p:nvSpPr>
          <p:cNvPr id="28" name="Rectangle: Rounded Corners 27">
            <a:extLst>
              <a:ext uri="{FF2B5EF4-FFF2-40B4-BE49-F238E27FC236}">
                <a16:creationId xmlns:a16="http://schemas.microsoft.com/office/drawing/2014/main" id="{2401E23E-7BDD-438A-AE61-9B6A3318CBA9}"/>
              </a:ext>
            </a:extLst>
          </p:cNvPr>
          <p:cNvSpPr/>
          <p:nvPr/>
        </p:nvSpPr>
        <p:spPr>
          <a:xfrm>
            <a:off x="2467526" y="3570399"/>
            <a:ext cx="983913" cy="406845"/>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a:solidFill>
                  <a:schemeClr val="tx1"/>
                </a:solidFill>
              </a:rPr>
              <a:t>Fake</a:t>
            </a:r>
            <a:endParaRPr lang="en-US" sz="1100">
              <a:solidFill>
                <a:schemeClr val="tx1"/>
              </a:solidFill>
            </a:endParaRPr>
          </a:p>
        </p:txBody>
      </p:sp>
      <p:sp>
        <p:nvSpPr>
          <p:cNvPr id="29" name="Rectangle: Rounded Corners 28">
            <a:extLst>
              <a:ext uri="{FF2B5EF4-FFF2-40B4-BE49-F238E27FC236}">
                <a16:creationId xmlns:a16="http://schemas.microsoft.com/office/drawing/2014/main" id="{40DE97D8-E715-4DB2-8592-DB093FA1B3FD}"/>
              </a:ext>
            </a:extLst>
          </p:cNvPr>
          <p:cNvSpPr/>
          <p:nvPr/>
        </p:nvSpPr>
        <p:spPr>
          <a:xfrm>
            <a:off x="2481778" y="4316227"/>
            <a:ext cx="983913" cy="406845"/>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a:solidFill>
                  <a:schemeClr val="tx1"/>
                </a:solidFill>
              </a:rPr>
              <a:t>Mock</a:t>
            </a:r>
            <a:endParaRPr lang="en-US" sz="1100">
              <a:solidFill>
                <a:schemeClr val="tx1"/>
              </a:solidFill>
            </a:endParaRPr>
          </a:p>
        </p:txBody>
      </p:sp>
      <p:sp>
        <p:nvSpPr>
          <p:cNvPr id="30" name="Rectangle: Rounded Corners 29">
            <a:extLst>
              <a:ext uri="{FF2B5EF4-FFF2-40B4-BE49-F238E27FC236}">
                <a16:creationId xmlns:a16="http://schemas.microsoft.com/office/drawing/2014/main" id="{DF1B0DD7-BEFE-429E-9273-EC6FA5C6806E}"/>
              </a:ext>
            </a:extLst>
          </p:cNvPr>
          <p:cNvSpPr/>
          <p:nvPr/>
        </p:nvSpPr>
        <p:spPr>
          <a:xfrm>
            <a:off x="923141" y="3570400"/>
            <a:ext cx="983913" cy="406845"/>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a:solidFill>
                  <a:schemeClr val="tx1"/>
                </a:solidFill>
              </a:rPr>
              <a:t>Spying Stub</a:t>
            </a:r>
            <a:endParaRPr lang="en-US" sz="1100">
              <a:solidFill>
                <a:schemeClr val="tx1"/>
              </a:solidFill>
            </a:endParaRPr>
          </a:p>
        </p:txBody>
      </p:sp>
      <p:sp>
        <p:nvSpPr>
          <p:cNvPr id="32" name="TextBox 31">
            <a:extLst>
              <a:ext uri="{FF2B5EF4-FFF2-40B4-BE49-F238E27FC236}">
                <a16:creationId xmlns:a16="http://schemas.microsoft.com/office/drawing/2014/main" id="{2A029532-3771-4E34-8E7A-DFA0CE096063}"/>
              </a:ext>
            </a:extLst>
          </p:cNvPr>
          <p:cNvSpPr txBox="1"/>
          <p:nvPr/>
        </p:nvSpPr>
        <p:spPr>
          <a:xfrm>
            <a:off x="1388342" y="4060716"/>
            <a:ext cx="1825356" cy="352685"/>
          </a:xfrm>
          <a:prstGeom prst="rect">
            <a:avLst/>
          </a:prstGeom>
          <a:noFill/>
        </p:spPr>
        <p:txBody>
          <a:bodyPr wrap="square" lIns="0" tIns="0" rIns="0" bIns="0" rtlCol="0">
            <a:noAutofit/>
          </a:bodyPr>
          <a:lstStyle/>
          <a:p>
            <a:pPr defTabSz="179388">
              <a:buClr>
                <a:srgbClr val="00DEE6"/>
              </a:buClr>
            </a:pPr>
            <a:r>
              <a:rPr lang="en-GB" sz="1200">
                <a:latin typeface="+mn-lt"/>
              </a:rPr>
              <a:t>Different classifications</a:t>
            </a:r>
            <a:endParaRPr lang="en-US" sz="1600">
              <a:latin typeface="+mn-lt"/>
            </a:endParaRPr>
          </a:p>
          <a:p>
            <a:pPr marL="0" indent="0" defTabSz="179388">
              <a:buClr>
                <a:srgbClr val="00DEE6"/>
              </a:buClr>
              <a:buFont typeface="Arial" panose="020B0604020202020204" pitchFamily="34" charset="0"/>
              <a:buNone/>
            </a:pPr>
            <a:endParaRPr lang="en-US" sz="1600">
              <a:solidFill>
                <a:schemeClr val="accent2"/>
              </a:solidFill>
              <a:latin typeface="+mn-lt"/>
            </a:endParaRPr>
          </a:p>
        </p:txBody>
      </p:sp>
    </p:spTree>
    <p:extLst>
      <p:ext uri="{BB962C8B-B14F-4D97-AF65-F5344CB8AC3E}">
        <p14:creationId xmlns:p14="http://schemas.microsoft.com/office/powerpoint/2010/main" val="29995227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38</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STUBS</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GB">
                <a:ea typeface="+mj-lt"/>
                <a:cs typeface="+mj-lt"/>
              </a:rPr>
              <a:t>TEST DOUBLES</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0" indent="0">
              <a:spcBef>
                <a:spcPts val="0"/>
              </a:spcBef>
              <a:spcAft>
                <a:spcPts val="600"/>
              </a:spcAft>
              <a:buNone/>
            </a:pPr>
            <a:r>
              <a:rPr lang="en-US" sz="2000">
                <a:latin typeface="+mn-lt"/>
                <a:cs typeface="Calibri"/>
              </a:rPr>
              <a:t>Stub</a:t>
            </a:r>
            <a:r>
              <a:rPr lang="en-US" sz="2000">
                <a:solidFill>
                  <a:srgbClr val="212121"/>
                </a:solidFill>
                <a:latin typeface="+mn-lt"/>
                <a:cs typeface="Calibri"/>
              </a:rPr>
              <a:t> is a Fake object that holds predefined data and uses it to answer calls during tests. </a:t>
            </a:r>
            <a:endParaRPr lang="en-US"/>
          </a:p>
          <a:p>
            <a:pPr algn="l">
              <a:spcBef>
                <a:spcPts val="0"/>
              </a:spcBef>
              <a:spcAft>
                <a:spcPts val="600"/>
              </a:spcAft>
              <a:buFont typeface="Arial" panose="020B0604020202020204" pitchFamily="34" charset="0"/>
              <a:buChar char="•"/>
            </a:pPr>
            <a:endParaRPr lang="en-US" sz="2000">
              <a:solidFill>
                <a:srgbClr val="212121"/>
              </a:solidFill>
              <a:latin typeface="+mn-lt"/>
            </a:endParaRPr>
          </a:p>
          <a:p>
            <a:pPr lvl="2">
              <a:buNone/>
            </a:pPr>
            <a:r>
              <a:rPr lang="en-US" sz="1800" i="1">
                <a:solidFill>
                  <a:schemeClr val="bg1">
                    <a:lumMod val="65000"/>
                  </a:schemeClr>
                </a:solidFill>
                <a:ea typeface="+mj-lt"/>
                <a:cs typeface="+mj-lt"/>
              </a:rPr>
              <a:t>A stub is a controllable replacement for an existing dependency</a:t>
            </a:r>
            <a:r>
              <a:rPr lang="en-US" sz="1800" i="1">
                <a:solidFill>
                  <a:schemeClr val="bg1">
                    <a:lumMod val="65000"/>
                  </a:schemeClr>
                </a:solidFill>
                <a:ea typeface="+mj-lt"/>
              </a:rPr>
              <a:t> </a:t>
            </a:r>
            <a:r>
              <a:rPr lang="en-US" sz="1800" i="1">
                <a:solidFill>
                  <a:schemeClr val="bg1">
                    <a:lumMod val="65000"/>
                  </a:schemeClr>
                </a:solidFill>
                <a:ea typeface="+mj-lt"/>
                <a:cs typeface="+mj-lt"/>
              </a:rPr>
              <a:t>(or collaborator) in the system. </a:t>
            </a:r>
          </a:p>
          <a:p>
            <a:pPr lvl="2">
              <a:buNone/>
            </a:pPr>
            <a:r>
              <a:rPr lang="en-US" sz="1800" i="1">
                <a:solidFill>
                  <a:schemeClr val="bg1">
                    <a:lumMod val="65000"/>
                  </a:schemeClr>
                </a:solidFill>
                <a:ea typeface="+mj-lt"/>
                <a:cs typeface="+mj-lt"/>
              </a:rPr>
              <a:t>By using a stub, you can test your code without dealing with the dependency directly.</a:t>
            </a:r>
          </a:p>
          <a:p>
            <a:pPr lvl="2">
              <a:buNone/>
            </a:pPr>
            <a:endParaRPr lang="en-US" sz="1800" i="1">
              <a:solidFill>
                <a:schemeClr val="bg1">
                  <a:lumMod val="65000"/>
                </a:schemeClr>
              </a:solidFill>
              <a:ea typeface="+mj-lt"/>
              <a:cs typeface="+mj-lt"/>
            </a:endParaRPr>
          </a:p>
          <a:p>
            <a:pPr lvl="2">
              <a:buNone/>
            </a:pPr>
            <a:endParaRPr lang="en-US" sz="1800" i="1">
              <a:solidFill>
                <a:schemeClr val="bg1">
                  <a:lumMod val="65000"/>
                </a:schemeClr>
              </a:solidFill>
              <a:ea typeface="+mj-lt"/>
              <a:cs typeface="+mj-lt"/>
            </a:endParaRPr>
          </a:p>
          <a:p>
            <a:pPr lvl="2">
              <a:buNone/>
            </a:pPr>
            <a:endParaRPr lang="en-US" sz="1800" i="1">
              <a:solidFill>
                <a:schemeClr val="bg1">
                  <a:lumMod val="65000"/>
                </a:schemeClr>
              </a:solidFill>
              <a:ea typeface="+mj-lt"/>
              <a:cs typeface="+mj-lt"/>
            </a:endParaRPr>
          </a:p>
          <a:p>
            <a:pPr lvl="2">
              <a:buNone/>
            </a:pPr>
            <a:endParaRPr lang="en-US" sz="1800" i="1">
              <a:solidFill>
                <a:schemeClr val="bg1">
                  <a:lumMod val="65000"/>
                </a:schemeClr>
              </a:solidFill>
              <a:ea typeface="+mj-lt"/>
              <a:cs typeface="+mj-lt"/>
            </a:endParaRPr>
          </a:p>
          <a:p>
            <a:pPr lvl="2">
              <a:buNone/>
            </a:pPr>
            <a:endParaRPr lang="en-US" sz="1800" i="1">
              <a:solidFill>
                <a:schemeClr val="bg1">
                  <a:lumMod val="65000"/>
                </a:schemeClr>
              </a:solidFill>
              <a:ea typeface="+mj-lt"/>
              <a:cs typeface="+mj-lt"/>
            </a:endParaRPr>
          </a:p>
          <a:p>
            <a:pPr lvl="2">
              <a:buNone/>
            </a:pPr>
            <a:endParaRPr lang="en-US" sz="1800" i="1">
              <a:solidFill>
                <a:schemeClr val="bg1">
                  <a:lumMod val="65000"/>
                </a:schemeClr>
              </a:solidFill>
              <a:ea typeface="+mj-lt"/>
              <a:cs typeface="+mj-lt"/>
            </a:endParaRPr>
          </a:p>
          <a:p>
            <a:pPr marL="0" indent="0" algn="l">
              <a:spcBef>
                <a:spcPts val="0"/>
              </a:spcBef>
              <a:spcAft>
                <a:spcPts val="600"/>
              </a:spcAft>
              <a:buNone/>
            </a:pPr>
            <a:endParaRPr lang="en-US" sz="2000" b="0" i="0">
              <a:solidFill>
                <a:srgbClr val="212121"/>
              </a:solidFill>
              <a:effectLst/>
              <a:latin typeface="+mn-lt"/>
            </a:endParaRPr>
          </a:p>
          <a:p>
            <a:pPr marL="0" indent="0" algn="just">
              <a:spcBef>
                <a:spcPts val="0"/>
              </a:spcBef>
              <a:spcAft>
                <a:spcPts val="600"/>
              </a:spcAft>
              <a:buNone/>
            </a:pPr>
            <a:endParaRPr lang="en-US" sz="2000">
              <a:solidFill>
                <a:srgbClr val="171717"/>
              </a:solidFill>
              <a:latin typeface="+mn-lt"/>
            </a:endParaRPr>
          </a:p>
          <a:p>
            <a:pPr marL="0" indent="0" algn="just">
              <a:spcBef>
                <a:spcPts val="0"/>
              </a:spcBef>
              <a:spcAft>
                <a:spcPts val="600"/>
              </a:spcAft>
              <a:buNone/>
            </a:pPr>
            <a:endParaRPr lang="en-US" sz="2800">
              <a:latin typeface="+mn-lt"/>
            </a:endParaRPr>
          </a:p>
          <a:p>
            <a:pPr marL="0" indent="0" algn="just">
              <a:spcBef>
                <a:spcPts val="0"/>
              </a:spcBef>
              <a:spcAft>
                <a:spcPts val="600"/>
              </a:spcAft>
              <a:buNone/>
            </a:pPr>
            <a:endParaRPr lang="en-US" sz="2800">
              <a:latin typeface="+mn-lt"/>
            </a:endParaRPr>
          </a:p>
          <a:p>
            <a:pPr marL="0" indent="0" algn="just">
              <a:spcBef>
                <a:spcPts val="0"/>
              </a:spcBef>
              <a:spcAft>
                <a:spcPts val="600"/>
              </a:spcAft>
              <a:buNone/>
            </a:pPr>
            <a:endParaRPr lang="en-US" sz="2800">
              <a:solidFill>
                <a:schemeClr val="accent2"/>
              </a:solidFill>
              <a:latin typeface="+mn-lt"/>
            </a:endParaRPr>
          </a:p>
        </p:txBody>
      </p:sp>
      <p:pic>
        <p:nvPicPr>
          <p:cNvPr id="8" name="Picture 7">
            <a:extLst>
              <a:ext uri="{FF2B5EF4-FFF2-40B4-BE49-F238E27FC236}">
                <a16:creationId xmlns:a16="http://schemas.microsoft.com/office/drawing/2014/main" id="{7C3A1030-553A-4890-AEF0-D7264A1923C0}"/>
              </a:ext>
            </a:extLst>
          </p:cNvPr>
          <p:cNvPicPr>
            <a:picLocks noChangeAspect="1"/>
          </p:cNvPicPr>
          <p:nvPr/>
        </p:nvPicPr>
        <p:blipFill>
          <a:blip r:embed="rId3"/>
          <a:stretch>
            <a:fillRect/>
          </a:stretch>
        </p:blipFill>
        <p:spPr>
          <a:xfrm>
            <a:off x="1151198" y="3441268"/>
            <a:ext cx="8375979" cy="2360732"/>
          </a:xfrm>
          <a:prstGeom prst="rect">
            <a:avLst/>
          </a:prstGeom>
        </p:spPr>
      </p:pic>
      <p:pic>
        <p:nvPicPr>
          <p:cNvPr id="9" name="Picture 8">
            <a:extLst>
              <a:ext uri="{FF2B5EF4-FFF2-40B4-BE49-F238E27FC236}">
                <a16:creationId xmlns:a16="http://schemas.microsoft.com/office/drawing/2014/main" id="{52C681D7-38B5-4AC0-B692-CE7C35E9D011}"/>
              </a:ext>
            </a:extLst>
          </p:cNvPr>
          <p:cNvPicPr>
            <a:picLocks noChangeAspect="1"/>
          </p:cNvPicPr>
          <p:nvPr/>
        </p:nvPicPr>
        <p:blipFill>
          <a:blip r:embed="rId4"/>
          <a:stretch>
            <a:fillRect/>
          </a:stretch>
        </p:blipFill>
        <p:spPr>
          <a:xfrm rot="10800000">
            <a:off x="6487884" y="3863089"/>
            <a:ext cx="982027" cy="209077"/>
          </a:xfrm>
          <a:prstGeom prst="rect">
            <a:avLst/>
          </a:prstGeom>
        </p:spPr>
      </p:pic>
      <p:pic>
        <p:nvPicPr>
          <p:cNvPr id="10" name="Picture 9">
            <a:extLst>
              <a:ext uri="{FF2B5EF4-FFF2-40B4-BE49-F238E27FC236}">
                <a16:creationId xmlns:a16="http://schemas.microsoft.com/office/drawing/2014/main" id="{A8596652-45AD-4CA2-B4DC-D9CC2F65BD70}"/>
              </a:ext>
            </a:extLst>
          </p:cNvPr>
          <p:cNvPicPr>
            <a:picLocks noChangeAspect="1"/>
          </p:cNvPicPr>
          <p:nvPr/>
        </p:nvPicPr>
        <p:blipFill rotWithShape="1">
          <a:blip r:embed="rId5"/>
          <a:srcRect l="30947" t="12282"/>
          <a:stretch/>
        </p:blipFill>
        <p:spPr>
          <a:xfrm rot="16200000">
            <a:off x="5467760" y="4555809"/>
            <a:ext cx="687978" cy="180425"/>
          </a:xfrm>
          <a:prstGeom prst="rect">
            <a:avLst/>
          </a:prstGeom>
        </p:spPr>
      </p:pic>
      <p:pic>
        <p:nvPicPr>
          <p:cNvPr id="12" name="Picture 11">
            <a:extLst>
              <a:ext uri="{FF2B5EF4-FFF2-40B4-BE49-F238E27FC236}">
                <a16:creationId xmlns:a16="http://schemas.microsoft.com/office/drawing/2014/main" id="{C2C81E56-1152-4560-9C69-274A366830DD}"/>
              </a:ext>
            </a:extLst>
          </p:cNvPr>
          <p:cNvPicPr>
            <a:picLocks noChangeAspect="1"/>
          </p:cNvPicPr>
          <p:nvPr/>
        </p:nvPicPr>
        <p:blipFill rotWithShape="1">
          <a:blip r:embed="rId5"/>
          <a:srcRect l="30947" t="12282"/>
          <a:stretch/>
        </p:blipFill>
        <p:spPr>
          <a:xfrm rot="16200000">
            <a:off x="3285599" y="4555809"/>
            <a:ext cx="687978" cy="180425"/>
          </a:xfrm>
          <a:prstGeom prst="rect">
            <a:avLst/>
          </a:prstGeom>
        </p:spPr>
      </p:pic>
      <p:pic>
        <p:nvPicPr>
          <p:cNvPr id="13" name="Picture 12">
            <a:extLst>
              <a:ext uri="{FF2B5EF4-FFF2-40B4-BE49-F238E27FC236}">
                <a16:creationId xmlns:a16="http://schemas.microsoft.com/office/drawing/2014/main" id="{FDEF2D76-A03C-4706-A076-2543F1EDF750}"/>
              </a:ext>
            </a:extLst>
          </p:cNvPr>
          <p:cNvPicPr>
            <a:picLocks noChangeAspect="1"/>
          </p:cNvPicPr>
          <p:nvPr/>
        </p:nvPicPr>
        <p:blipFill>
          <a:blip r:embed="rId4"/>
          <a:stretch>
            <a:fillRect/>
          </a:stretch>
        </p:blipFill>
        <p:spPr>
          <a:xfrm rot="10800000">
            <a:off x="6487883" y="3863088"/>
            <a:ext cx="982027" cy="209077"/>
          </a:xfrm>
          <a:prstGeom prst="rect">
            <a:avLst/>
          </a:prstGeom>
        </p:spPr>
      </p:pic>
      <p:pic>
        <p:nvPicPr>
          <p:cNvPr id="14" name="Picture 13">
            <a:extLst>
              <a:ext uri="{FF2B5EF4-FFF2-40B4-BE49-F238E27FC236}">
                <a16:creationId xmlns:a16="http://schemas.microsoft.com/office/drawing/2014/main" id="{6E351755-80AF-4E06-85F7-111A857AB000}"/>
              </a:ext>
            </a:extLst>
          </p:cNvPr>
          <p:cNvPicPr>
            <a:picLocks noChangeAspect="1"/>
          </p:cNvPicPr>
          <p:nvPr/>
        </p:nvPicPr>
        <p:blipFill>
          <a:blip r:embed="rId6"/>
          <a:stretch>
            <a:fillRect/>
          </a:stretch>
        </p:blipFill>
        <p:spPr>
          <a:xfrm>
            <a:off x="10237043" y="4302032"/>
            <a:ext cx="1730794" cy="1302748"/>
          </a:xfrm>
          <a:prstGeom prst="rect">
            <a:avLst/>
          </a:prstGeom>
        </p:spPr>
      </p:pic>
      <p:sp>
        <p:nvSpPr>
          <p:cNvPr id="15" name="TextBox 14">
            <a:extLst>
              <a:ext uri="{FF2B5EF4-FFF2-40B4-BE49-F238E27FC236}">
                <a16:creationId xmlns:a16="http://schemas.microsoft.com/office/drawing/2014/main" id="{29283477-DBE4-4498-B0FD-EEA0BB342DE7}"/>
              </a:ext>
            </a:extLst>
          </p:cNvPr>
          <p:cNvSpPr txBox="1"/>
          <p:nvPr/>
        </p:nvSpPr>
        <p:spPr>
          <a:xfrm>
            <a:off x="1245326" y="5802000"/>
            <a:ext cx="7776754" cy="550117"/>
          </a:xfrm>
          <a:prstGeom prst="rect">
            <a:avLst/>
          </a:prstGeom>
          <a:noFill/>
        </p:spPr>
        <p:txBody>
          <a:bodyPr wrap="square" lIns="0" tIns="0" rIns="0" bIns="0" rtlCol="0">
            <a:noAutofit/>
          </a:bodyPr>
          <a:lstStyle/>
          <a:p>
            <a:pPr defTabSz="179388">
              <a:buClr>
                <a:srgbClr val="00DEE6"/>
              </a:buClr>
            </a:pPr>
            <a:r>
              <a:rPr lang="en-US" sz="1600">
                <a:solidFill>
                  <a:srgbClr val="212121"/>
                </a:solidFill>
                <a:latin typeface="+mn-lt"/>
                <a:cs typeface="Calibri"/>
              </a:rPr>
              <a:t>In this example, Calculator class has external dependency on ExchangeRatesProvider which is a great candidate to be replaced with Fake object.</a:t>
            </a:r>
          </a:p>
          <a:p>
            <a:pPr marL="0" indent="0" defTabSz="179388">
              <a:buClr>
                <a:srgbClr val="00DEE6"/>
              </a:buClr>
              <a:buFont typeface="Arial" panose="020B0604020202020204" pitchFamily="34" charset="0"/>
              <a:buNone/>
            </a:pPr>
            <a:endParaRPr lang="en-US" sz="1600">
              <a:latin typeface="+mn-lt"/>
            </a:endParaRPr>
          </a:p>
        </p:txBody>
      </p:sp>
    </p:spTree>
    <p:extLst>
      <p:ext uri="{BB962C8B-B14F-4D97-AF65-F5344CB8AC3E}">
        <p14:creationId xmlns:p14="http://schemas.microsoft.com/office/powerpoint/2010/main" val="26438999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CURRENCY CONVERTER TEST – STUB IMPLEMENTATION</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ea typeface="ＭＳ Ｐゴシック"/>
              </a:rPr>
              <a:t>PRACTIcE </a:t>
            </a:r>
            <a:r>
              <a:rPr lang="en-US">
                <a:solidFill>
                  <a:srgbClr val="212121"/>
                </a:solidFill>
                <a:ea typeface="ＭＳ Ｐゴシック"/>
              </a:rPr>
              <a:t>3</a:t>
            </a:r>
            <a:endParaRPr lang="en-US" b="0" i="0">
              <a:solidFill>
                <a:srgbClr val="212121"/>
              </a:solidFill>
              <a:effectLst/>
              <a:ea typeface="ＭＳ Ｐゴシック"/>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49139" y="1620838"/>
            <a:ext cx="10879774" cy="4735540"/>
          </a:xfrm>
        </p:spPr>
        <p:txBody>
          <a:bodyPr vert="horz" lIns="0" tIns="0" rIns="0" bIns="0" rtlCol="0" anchor="t">
            <a:noAutofit/>
          </a:bodyPr>
          <a:lstStyle/>
          <a:p>
            <a:pPr marL="0" indent="0">
              <a:spcBef>
                <a:spcPts val="0"/>
              </a:spcBef>
              <a:spcAft>
                <a:spcPts val="600"/>
              </a:spcAft>
              <a:buNone/>
            </a:pPr>
            <a:r>
              <a:rPr lang="en-US" sz="2000">
                <a:solidFill>
                  <a:srgbClr val="222222"/>
                </a:solidFill>
                <a:latin typeface="+mn-lt"/>
                <a:cs typeface="Calibri"/>
              </a:rPr>
              <a:t>Let’s implement the new test for </a:t>
            </a:r>
            <a:r>
              <a:rPr lang="en-US" sz="2000" err="1">
                <a:solidFill>
                  <a:srgbClr val="2B91AF"/>
                </a:solidFill>
                <a:latin typeface="Consolas"/>
                <a:cs typeface="Calibri"/>
              </a:rPr>
              <a:t>ConvertToCurrency</a:t>
            </a:r>
            <a:r>
              <a:rPr lang="en-US" sz="2000">
                <a:solidFill>
                  <a:srgbClr val="222222"/>
                </a:solidFill>
                <a:latin typeface="+mn-lt"/>
                <a:cs typeface="Calibri"/>
              </a:rPr>
              <a:t> method in </a:t>
            </a:r>
            <a:r>
              <a:rPr lang="en-US" sz="2000">
                <a:solidFill>
                  <a:srgbClr val="2B91AF"/>
                </a:solidFill>
                <a:latin typeface="Consolas"/>
                <a:cs typeface="Calibri"/>
              </a:rPr>
              <a:t>Calculator</a:t>
            </a:r>
            <a:r>
              <a:rPr lang="en-US" sz="2000">
                <a:solidFill>
                  <a:srgbClr val="222222"/>
                </a:solidFill>
                <a:latin typeface="+mn-lt"/>
                <a:cs typeface="Calibri"/>
              </a:rPr>
              <a:t> class which will check that result is always rounded to 2 decimal places.</a:t>
            </a:r>
          </a:p>
          <a:p>
            <a:pPr marL="0" indent="0">
              <a:spcBef>
                <a:spcPts val="0"/>
              </a:spcBef>
              <a:spcAft>
                <a:spcPts val="600"/>
              </a:spcAft>
              <a:buNone/>
            </a:pPr>
            <a:r>
              <a:rPr lang="en-US" sz="2000">
                <a:solidFill>
                  <a:srgbClr val="222222"/>
                </a:solidFill>
                <a:latin typeface="+mn-lt"/>
                <a:cs typeface="Calibri"/>
              </a:rPr>
              <a:t>Consider </a:t>
            </a:r>
            <a:r>
              <a:rPr lang="en-US" sz="2000" err="1">
                <a:solidFill>
                  <a:srgbClr val="2B91AF"/>
                </a:solidFill>
                <a:latin typeface="Consolas"/>
                <a:cs typeface="Calibri"/>
              </a:rPr>
              <a:t>FakeExchangeRatesProvider</a:t>
            </a:r>
            <a:r>
              <a:rPr lang="en-GB" sz="2000">
                <a:solidFill>
                  <a:srgbClr val="222222"/>
                </a:solidFill>
                <a:latin typeface="+mn-lt"/>
                <a:cs typeface="Calibri"/>
              </a:rPr>
              <a:t> to remove external dependency.</a:t>
            </a:r>
            <a:endParaRPr lang="en-US" sz="2000">
              <a:solidFill>
                <a:srgbClr val="222222"/>
              </a:solidFill>
              <a:latin typeface="+mn-lt"/>
              <a:cs typeface="Calibri"/>
            </a:endParaRPr>
          </a:p>
          <a:p>
            <a:pPr marL="457200" indent="-457200">
              <a:spcBef>
                <a:spcPts val="0"/>
              </a:spcBef>
              <a:spcAft>
                <a:spcPts val="600"/>
              </a:spcAft>
              <a:buAutoNum type="arabicPeriod"/>
            </a:pPr>
            <a:r>
              <a:rPr lang="en-US" sz="2000">
                <a:solidFill>
                  <a:srgbClr val="222222"/>
                </a:solidFill>
                <a:latin typeface="+mn-lt"/>
                <a:cs typeface="Calibri"/>
              </a:rPr>
              <a:t>Make a refactoring of Calculator class for </a:t>
            </a:r>
            <a:r>
              <a:rPr lang="en-GB" sz="2000">
                <a:solidFill>
                  <a:srgbClr val="2B91AF"/>
                </a:solidFill>
                <a:latin typeface="Consolas"/>
                <a:cs typeface="Calibri"/>
              </a:rPr>
              <a:t>I</a:t>
            </a:r>
            <a:r>
              <a:rPr lang="en-US" sz="2000" err="1">
                <a:solidFill>
                  <a:srgbClr val="2B91AF"/>
                </a:solidFill>
                <a:latin typeface="Consolas"/>
                <a:cs typeface="Calibri"/>
              </a:rPr>
              <a:t>ExchangeRatesProvider</a:t>
            </a:r>
            <a:r>
              <a:rPr lang="en-US" sz="2000">
                <a:solidFill>
                  <a:srgbClr val="2B91AF"/>
                </a:solidFill>
                <a:latin typeface="Consolas"/>
                <a:cs typeface="Calibri"/>
              </a:rPr>
              <a:t> </a:t>
            </a:r>
            <a:r>
              <a:rPr lang="en-US" sz="2000">
                <a:solidFill>
                  <a:srgbClr val="222222"/>
                </a:solidFill>
                <a:latin typeface="+mn-lt"/>
                <a:cs typeface="Calibri"/>
              </a:rPr>
              <a:t>dependency injection through constructor</a:t>
            </a:r>
          </a:p>
          <a:p>
            <a:pPr marL="457200" indent="-457200">
              <a:spcBef>
                <a:spcPts val="0"/>
              </a:spcBef>
              <a:spcAft>
                <a:spcPts val="600"/>
              </a:spcAft>
              <a:buAutoNum type="arabicPeriod"/>
            </a:pPr>
            <a:r>
              <a:rPr lang="en-US" sz="2000" err="1">
                <a:solidFill>
                  <a:srgbClr val="2B91AF"/>
                </a:solidFill>
                <a:latin typeface="Consolas"/>
                <a:cs typeface="Calibri"/>
              </a:rPr>
              <a:t>FakeExchangeRatesProvider</a:t>
            </a:r>
            <a:r>
              <a:rPr lang="en-US" sz="2000">
                <a:solidFill>
                  <a:srgbClr val="2B91AF"/>
                </a:solidFill>
                <a:latin typeface="Consolas"/>
                <a:cs typeface="Calibri"/>
              </a:rPr>
              <a:t> </a:t>
            </a:r>
            <a:r>
              <a:rPr lang="en-GB" sz="2000">
                <a:solidFill>
                  <a:srgbClr val="222222"/>
                </a:solidFill>
                <a:latin typeface="+mn-lt"/>
                <a:cs typeface="Calibri"/>
              </a:rPr>
              <a:t>should implement </a:t>
            </a:r>
            <a:r>
              <a:rPr lang="en-GB" sz="2000">
                <a:solidFill>
                  <a:srgbClr val="2B91AF"/>
                </a:solidFill>
                <a:latin typeface="Consolas"/>
                <a:cs typeface="Calibri"/>
              </a:rPr>
              <a:t>I</a:t>
            </a:r>
            <a:r>
              <a:rPr lang="en-US" sz="2000" err="1">
                <a:solidFill>
                  <a:srgbClr val="2B91AF"/>
                </a:solidFill>
                <a:latin typeface="Consolas"/>
                <a:cs typeface="Calibri"/>
              </a:rPr>
              <a:t>ExchangeRatesProvider</a:t>
            </a:r>
            <a:endParaRPr lang="en-GB" sz="2000">
              <a:solidFill>
                <a:srgbClr val="222222"/>
              </a:solidFill>
              <a:latin typeface="Consolas"/>
              <a:cs typeface="Calibri"/>
            </a:endParaRPr>
          </a:p>
          <a:p>
            <a:pPr marL="457200" indent="-457200">
              <a:spcBef>
                <a:spcPts val="0"/>
              </a:spcBef>
              <a:spcAft>
                <a:spcPts val="600"/>
              </a:spcAft>
              <a:buAutoNum type="arabicPeriod"/>
            </a:pPr>
            <a:r>
              <a:rPr lang="en-US" sz="2000" err="1">
                <a:solidFill>
                  <a:srgbClr val="2B91AF"/>
                </a:solidFill>
                <a:latin typeface="Consolas"/>
                <a:cs typeface="Calibri"/>
              </a:rPr>
              <a:t>FakeExchangeRatesProvider</a:t>
            </a:r>
            <a:r>
              <a:rPr lang="en-US" sz="2000">
                <a:solidFill>
                  <a:srgbClr val="2B91AF"/>
                </a:solidFill>
                <a:latin typeface="Consolas"/>
                <a:cs typeface="Calibri"/>
              </a:rPr>
              <a:t> </a:t>
            </a:r>
            <a:r>
              <a:rPr lang="en-US" sz="2000">
                <a:solidFill>
                  <a:srgbClr val="222222"/>
                </a:solidFill>
                <a:latin typeface="+mn-lt"/>
                <a:cs typeface="Calibri"/>
              </a:rPr>
              <a:t>results</a:t>
            </a:r>
            <a:r>
              <a:rPr lang="en-US" sz="2000">
                <a:solidFill>
                  <a:srgbClr val="2B91AF"/>
                </a:solidFill>
                <a:latin typeface="Consolas"/>
                <a:cs typeface="Calibri"/>
              </a:rPr>
              <a:t> </a:t>
            </a:r>
            <a:r>
              <a:rPr lang="en-GB" sz="2000">
                <a:solidFill>
                  <a:srgbClr val="222222"/>
                </a:solidFill>
                <a:latin typeface="+mn-lt"/>
                <a:cs typeface="Calibri"/>
              </a:rPr>
              <a:t>should follow requirements:</a:t>
            </a:r>
          </a:p>
          <a:p>
            <a:pPr marL="645795" lvl="1" indent="-457200">
              <a:spcAft>
                <a:spcPts val="600"/>
              </a:spcAft>
            </a:pPr>
            <a:r>
              <a:rPr lang="en-GB" sz="2000">
                <a:solidFill>
                  <a:srgbClr val="222222"/>
                </a:solidFill>
                <a:latin typeface="+mn-lt"/>
              </a:rPr>
              <a:t>If currency is USD, then 1.0 should be returned as output in regardless of input date</a:t>
            </a:r>
          </a:p>
          <a:p>
            <a:pPr marL="645795" lvl="1" indent="-457200">
              <a:spcAft>
                <a:spcPts val="600"/>
              </a:spcAft>
            </a:pPr>
            <a:r>
              <a:rPr lang="en-GB" sz="2000">
                <a:solidFill>
                  <a:srgbClr val="222222"/>
                </a:solidFill>
                <a:latin typeface="+mn-lt"/>
                <a:cs typeface="Calibri"/>
              </a:rPr>
              <a:t>If currency is not USD, then the hardcoded value 1.5 should be returned. </a:t>
            </a:r>
            <a:endParaRPr lang="en-GB" sz="2000">
              <a:solidFill>
                <a:srgbClr val="222222"/>
              </a:solidFill>
              <a:latin typeface="+mn-lt"/>
            </a:endParaRPr>
          </a:p>
          <a:p>
            <a:pPr marL="457200" indent="-457200">
              <a:spcBef>
                <a:spcPts val="0"/>
              </a:spcBef>
              <a:spcAft>
                <a:spcPts val="600"/>
              </a:spcAft>
              <a:buAutoNum type="arabicPeriod"/>
            </a:pPr>
            <a:r>
              <a:rPr lang="en-GB" sz="2000">
                <a:solidFill>
                  <a:srgbClr val="222222"/>
                </a:solidFill>
                <a:latin typeface="+mn-lt"/>
              </a:rPr>
              <a:t>Update existing test methods and add new ones to verify the following:</a:t>
            </a:r>
          </a:p>
          <a:p>
            <a:pPr>
              <a:spcBef>
                <a:spcPts val="0"/>
              </a:spcBef>
              <a:spcAft>
                <a:spcPts val="600"/>
              </a:spcAft>
            </a:pPr>
            <a:r>
              <a:rPr lang="en-GB" sz="2000">
                <a:solidFill>
                  <a:srgbClr val="222222"/>
                </a:solidFill>
                <a:latin typeface="+mn-lt"/>
                <a:cs typeface="Calibri"/>
              </a:rPr>
              <a:t>Currency conversion is correct and corresponds to the </a:t>
            </a:r>
            <a:r>
              <a:rPr lang="en-GB" sz="2000" err="1">
                <a:solidFill>
                  <a:srgbClr val="222222"/>
                </a:solidFill>
                <a:latin typeface="+mn-lt"/>
                <a:cs typeface="Calibri"/>
              </a:rPr>
              <a:t>fx</a:t>
            </a:r>
            <a:r>
              <a:rPr lang="en-GB" sz="2000">
                <a:solidFill>
                  <a:srgbClr val="222222"/>
                </a:solidFill>
                <a:latin typeface="+mn-lt"/>
                <a:cs typeface="Calibri"/>
              </a:rPr>
              <a:t>-rates hardcoded in the stub; </a:t>
            </a:r>
            <a:endParaRPr lang="en-GB" sz="2000">
              <a:solidFill>
                <a:srgbClr val="222222"/>
              </a:solidFill>
              <a:latin typeface="+mn-lt"/>
            </a:endParaRPr>
          </a:p>
          <a:p>
            <a:pPr>
              <a:spcBef>
                <a:spcPts val="0"/>
              </a:spcBef>
              <a:spcAft>
                <a:spcPts val="600"/>
              </a:spcAft>
            </a:pPr>
            <a:r>
              <a:rPr lang="en-GB" sz="2000">
                <a:solidFill>
                  <a:srgbClr val="222222"/>
                </a:solidFill>
                <a:latin typeface="+mn-lt"/>
                <a:cs typeface="Calibri"/>
              </a:rPr>
              <a:t>The result is always rounded to two decimals (check cases with different currencies).</a:t>
            </a:r>
          </a:p>
          <a:p>
            <a:pPr marL="457200" indent="-457200">
              <a:spcBef>
                <a:spcPts val="0"/>
              </a:spcBef>
              <a:spcAft>
                <a:spcPts val="600"/>
              </a:spcAft>
              <a:buFont typeface="+mj-lt"/>
              <a:buAutoNum type="arabicPeriod" startAt="5"/>
            </a:pPr>
            <a:r>
              <a:rPr lang="en-GB" sz="2000">
                <a:solidFill>
                  <a:srgbClr val="222222"/>
                </a:solidFill>
                <a:latin typeface="+mn-lt"/>
              </a:rPr>
              <a:t>Update the </a:t>
            </a:r>
            <a:r>
              <a:rPr lang="en-US" sz="2000">
                <a:solidFill>
                  <a:srgbClr val="2B91AF"/>
                </a:solidFill>
                <a:latin typeface="Consolas" panose="020B0609020204030204" pitchFamily="49" charset="0"/>
              </a:rPr>
              <a:t>Calculator</a:t>
            </a:r>
            <a:r>
              <a:rPr lang="en-GB" sz="2000">
                <a:solidFill>
                  <a:srgbClr val="222222"/>
                </a:solidFill>
                <a:latin typeface="+mn-lt"/>
              </a:rPr>
              <a:t> class itself if some scenario from pervious step are failed. </a:t>
            </a:r>
            <a:endParaRPr lang="en-US" sz="2000" b="0" i="0">
              <a:solidFill>
                <a:srgbClr val="222222"/>
              </a:solidFill>
              <a:effectLst/>
              <a:latin typeface="+mn-lt"/>
            </a:endParaRPr>
          </a:p>
          <a:p>
            <a:pPr marL="0" indent="0">
              <a:spcBef>
                <a:spcPts val="0"/>
              </a:spcBef>
              <a:spcAft>
                <a:spcPts val="600"/>
              </a:spcAft>
              <a:buNone/>
            </a:pPr>
            <a:endParaRPr lang="en-GB" sz="2000">
              <a:solidFill>
                <a:schemeClr val="accent2"/>
              </a:solidFill>
              <a:latin typeface="+mn-lt"/>
            </a:endParaRPr>
          </a:p>
          <a:p>
            <a:pPr marL="0" indent="0">
              <a:spcBef>
                <a:spcPts val="0"/>
              </a:spcBef>
              <a:spcAft>
                <a:spcPts val="600"/>
              </a:spcAft>
              <a:buNone/>
            </a:pPr>
            <a:endParaRPr lang="en-US" sz="2000">
              <a:solidFill>
                <a:schemeClr val="accent2"/>
              </a:solidFill>
              <a:latin typeface="+mn-lt"/>
            </a:endParaRPr>
          </a:p>
          <a:p>
            <a:pPr marL="0" indent="0">
              <a:spcBef>
                <a:spcPts val="0"/>
              </a:spcBef>
              <a:spcAft>
                <a:spcPts val="600"/>
              </a:spcAft>
              <a:buNone/>
            </a:pPr>
            <a:endParaRPr lang="en-US" sz="2000">
              <a:solidFill>
                <a:schemeClr val="accent2"/>
              </a:solidFill>
              <a:latin typeface="+mn-lt"/>
            </a:endParaRPr>
          </a:p>
          <a:p>
            <a:pPr marL="0" indent="0">
              <a:spcBef>
                <a:spcPts val="0"/>
              </a:spcBef>
              <a:spcAft>
                <a:spcPts val="600"/>
              </a:spcAft>
              <a:buNone/>
            </a:pPr>
            <a:endParaRPr lang="en-US" sz="2000">
              <a:solidFill>
                <a:schemeClr val="accent2"/>
              </a:solidFill>
              <a:latin typeface="+mn-lt"/>
            </a:endParaRPr>
          </a:p>
          <a:p>
            <a:pPr marL="0" indent="0">
              <a:spcBef>
                <a:spcPts val="0"/>
              </a:spcBef>
              <a:spcAft>
                <a:spcPts val="600"/>
              </a:spcAft>
              <a:buNone/>
            </a:pPr>
            <a:endParaRPr lang="en-US" sz="2000">
              <a:solidFill>
                <a:schemeClr val="accent2"/>
              </a:solidFill>
              <a:latin typeface="+mn-lt"/>
            </a:endParaRPr>
          </a:p>
          <a:p>
            <a:pPr marL="0" indent="0">
              <a:spcBef>
                <a:spcPts val="0"/>
              </a:spcBef>
              <a:spcAft>
                <a:spcPts val="600"/>
              </a:spcAft>
              <a:buNone/>
            </a:pPr>
            <a:endParaRPr lang="en-US" sz="2000">
              <a:solidFill>
                <a:schemeClr val="accent2"/>
              </a:solidFill>
              <a:latin typeface="+mn-lt"/>
            </a:endParaRPr>
          </a:p>
        </p:txBody>
      </p:sp>
      <p:pic>
        <p:nvPicPr>
          <p:cNvPr id="6" name="Graphic 5" descr="Flask">
            <a:extLst>
              <a:ext uri="{FF2B5EF4-FFF2-40B4-BE49-F238E27FC236}">
                <a16:creationId xmlns:a16="http://schemas.microsoft.com/office/drawing/2014/main" id="{4AF2AD8A-661E-4CCD-8C16-57C2FAC23B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004217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latin typeface="Arial"/>
                <a:cs typeface="Arial"/>
              </a:rPr>
              <a:t>CURRENCY CONVERTER TEST – STUB IMPLEMENTATION</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latin typeface="Roboto"/>
              </a:rPr>
              <a:t>PRACTIcE 3</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internal</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FakeExchangeRatesProvider</a:t>
            </a:r>
            <a:r>
              <a:rPr lang="en-US" sz="1000">
                <a:solidFill>
                  <a:srgbClr val="000000"/>
                </a:solidFill>
                <a:latin typeface="Consolas" panose="020B0609020204030204" pitchFamily="49" charset="0"/>
              </a:rPr>
              <a:t> : </a:t>
            </a:r>
            <a:r>
              <a:rPr lang="en-US" sz="1000" err="1">
                <a:solidFill>
                  <a:srgbClr val="2B91AF"/>
                </a:solidFill>
                <a:latin typeface="Consolas" panose="020B0609020204030204" pitchFamily="49" charset="0"/>
              </a:rPr>
              <a:t>IExchangeRatesProvider</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StubFxRate</a:t>
            </a:r>
            <a:r>
              <a:rPr lang="en-US" sz="1000">
                <a:solidFill>
                  <a:srgbClr val="000000"/>
                </a:solidFill>
                <a:latin typeface="Consolas" panose="020B0609020204030204" pitchFamily="49" charset="0"/>
              </a:rPr>
              <a:t> { </a:t>
            </a:r>
            <a:r>
              <a:rPr lang="en-US" sz="1000">
                <a:solidFill>
                  <a:srgbClr val="0000FF"/>
                </a:solidFill>
                <a:latin typeface="Consolas" panose="020B0609020204030204" pitchFamily="49" charset="0"/>
              </a:rPr>
              <a:t>get</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set</a:t>
            </a:r>
            <a:r>
              <a:rPr lang="en-US" sz="1000">
                <a:solidFill>
                  <a:srgbClr val="000000"/>
                </a:solidFill>
                <a:latin typeface="Consolas" panose="020B0609020204030204" pitchFamily="49" charset="0"/>
              </a:rPr>
              <a:t>; } = 1.5;</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GetExchangeRate</a:t>
            </a:r>
            <a:r>
              <a:rPr lang="en-US" sz="1000">
                <a:solidFill>
                  <a:srgbClr val="000000"/>
                </a:solidFill>
                <a:latin typeface="Consolas" panose="020B0609020204030204" pitchFamily="49" charset="0"/>
              </a:rPr>
              <a:t>(</a:t>
            </a:r>
            <a:r>
              <a:rPr lang="en-US" sz="1000">
                <a:solidFill>
                  <a:srgbClr val="2B91AF"/>
                </a:solidFill>
                <a:latin typeface="Consolas" panose="020B0609020204030204" pitchFamily="49" charset="0"/>
              </a:rPr>
              <a:t>Currencies</a:t>
            </a:r>
            <a:r>
              <a:rPr lang="en-US" sz="1000">
                <a:solidFill>
                  <a:srgbClr val="000000"/>
                </a:solidFill>
                <a:latin typeface="Consolas" panose="020B0609020204030204" pitchFamily="49" charset="0"/>
              </a:rPr>
              <a:t> currency, </a:t>
            </a:r>
            <a:r>
              <a:rPr lang="en-US" sz="1000">
                <a:solidFill>
                  <a:srgbClr val="2B91AF"/>
                </a:solidFill>
                <a:latin typeface="Consolas" panose="020B0609020204030204" pitchFamily="49" charset="0"/>
              </a:rPr>
              <a:t>DateTime</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exchangeDate</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return</a:t>
            </a:r>
            <a:r>
              <a:rPr lang="en-US" sz="1000">
                <a:solidFill>
                  <a:srgbClr val="000000"/>
                </a:solidFill>
                <a:latin typeface="Consolas" panose="020B0609020204030204" pitchFamily="49" charset="0"/>
              </a:rPr>
              <a:t> currency == </a:t>
            </a:r>
            <a:r>
              <a:rPr lang="en-US" sz="1000" err="1">
                <a:solidFill>
                  <a:srgbClr val="2B91AF"/>
                </a:solidFill>
                <a:latin typeface="Consolas" panose="020B0609020204030204" pitchFamily="49" charset="0"/>
              </a:rPr>
              <a:t>Currencies</a:t>
            </a:r>
            <a:r>
              <a:rPr lang="en-US" sz="1000" err="1">
                <a:solidFill>
                  <a:srgbClr val="000000"/>
                </a:solidFill>
                <a:latin typeface="Consolas" panose="020B0609020204030204" pitchFamily="49" charset="0"/>
              </a:rPr>
              <a:t>.USD</a:t>
            </a:r>
            <a:r>
              <a:rPr lang="en-US" sz="1000">
                <a:solidFill>
                  <a:srgbClr val="000000"/>
                </a:solidFill>
                <a:latin typeface="Consolas" panose="020B0609020204030204" pitchFamily="49" charset="0"/>
              </a:rPr>
              <a:t> ? 1 : </a:t>
            </a:r>
            <a:r>
              <a:rPr lang="en-US" sz="1000" err="1">
                <a:solidFill>
                  <a:srgbClr val="000000"/>
                </a:solidFill>
                <a:latin typeface="Consolas" panose="020B0609020204030204" pitchFamily="49" charset="0"/>
              </a:rPr>
              <a:t>StubFxRate</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endParaRPr lang="en-US" sz="1000">
              <a:solidFill>
                <a:srgbClr val="000000"/>
              </a:solidFill>
              <a:latin typeface="Consolas" panose="020B0609020204030204" pitchFamily="49" charset="0"/>
            </a:endParaRP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ConvertToCurrency</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amount, </a:t>
            </a:r>
            <a:r>
              <a:rPr lang="en-US" sz="1000">
                <a:solidFill>
                  <a:srgbClr val="2B91AF"/>
                </a:solidFill>
                <a:latin typeface="Consolas" panose="020B0609020204030204" pitchFamily="49" charset="0"/>
              </a:rPr>
              <a:t>DateTime</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exchDateTime</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Currencies</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targetCurrencies</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rate = </a:t>
            </a:r>
            <a:r>
              <a:rPr lang="en-US" sz="1000" err="1">
                <a:solidFill>
                  <a:srgbClr val="000000"/>
                </a:solidFill>
                <a:latin typeface="Consolas" panose="020B0609020204030204" pitchFamily="49" charset="0"/>
              </a:rPr>
              <a:t>targetCurrencies</a:t>
            </a:r>
            <a:r>
              <a:rPr lang="en-US" sz="1000">
                <a:solidFill>
                  <a:srgbClr val="000000"/>
                </a:solidFill>
                <a:latin typeface="Consolas" panose="020B0609020204030204" pitchFamily="49" charset="0"/>
              </a:rPr>
              <a:t> == </a:t>
            </a:r>
            <a:r>
              <a:rPr lang="en-US" sz="1000" err="1">
                <a:solidFill>
                  <a:srgbClr val="2B91AF"/>
                </a:solidFill>
                <a:latin typeface="Consolas" panose="020B0609020204030204" pitchFamily="49" charset="0"/>
              </a:rPr>
              <a:t>Currencies</a:t>
            </a:r>
            <a:r>
              <a:rPr lang="en-US" sz="1000" err="1">
                <a:solidFill>
                  <a:srgbClr val="000000"/>
                </a:solidFill>
                <a:latin typeface="Consolas" panose="020B0609020204030204" pitchFamily="49" charset="0"/>
              </a:rPr>
              <a:t>.USD</a:t>
            </a:r>
            <a:r>
              <a:rPr lang="en-US" sz="1000">
                <a:solidFill>
                  <a:srgbClr val="000000"/>
                </a:solidFill>
                <a:latin typeface="Consolas" panose="020B0609020204030204" pitchFamily="49" charset="0"/>
              </a:rPr>
              <a:t> ? 1 : _</a:t>
            </a:r>
            <a:r>
              <a:rPr lang="en-US" sz="1000" err="1">
                <a:solidFill>
                  <a:srgbClr val="000000"/>
                </a:solidFill>
                <a:latin typeface="Consolas" panose="020B0609020204030204" pitchFamily="49" charset="0"/>
              </a:rPr>
              <a:t>exchangeRatesProvider.GetExchangeRate</a:t>
            </a:r>
            <a:r>
              <a:rPr lang="en-US" sz="1000">
                <a:solidFill>
                  <a:srgbClr val="000000"/>
                </a:solidFill>
                <a:latin typeface="Consolas" panose="020B0609020204030204" pitchFamily="49" charset="0"/>
              </a:rPr>
              <a:t>(</a:t>
            </a:r>
            <a:r>
              <a:rPr lang="en-US" sz="1000" err="1">
                <a:solidFill>
                  <a:srgbClr val="000000"/>
                </a:solidFill>
                <a:latin typeface="Consolas" panose="020B0609020204030204" pitchFamily="49" charset="0"/>
              </a:rPr>
              <a:t>targetCurrencies</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exchDateTime</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return</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Math</a:t>
            </a:r>
            <a:r>
              <a:rPr lang="en-US" sz="1000" err="1">
                <a:solidFill>
                  <a:srgbClr val="000000"/>
                </a:solidFill>
                <a:latin typeface="Consolas" panose="020B0609020204030204" pitchFamily="49" charset="0"/>
              </a:rPr>
              <a:t>.Round</a:t>
            </a:r>
            <a:r>
              <a:rPr lang="en-US" sz="1000">
                <a:solidFill>
                  <a:srgbClr val="000000"/>
                </a:solidFill>
                <a:latin typeface="Consolas" panose="020B0609020204030204" pitchFamily="49" charset="0"/>
              </a:rPr>
              <a:t>(rate * amount, _</a:t>
            </a:r>
            <a:r>
              <a:rPr lang="en-US" sz="1000" err="1">
                <a:solidFill>
                  <a:srgbClr val="000000"/>
                </a:solidFill>
                <a:latin typeface="Consolas" panose="020B0609020204030204" pitchFamily="49" charset="0"/>
              </a:rPr>
              <a:t>decimalPlaces</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TestCategory</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"CurrencyExchange"</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TestMethod</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TestThatConvertToCurrencyMethodCanConvertToEur</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_calculator.ConvertToCurrency(1000.001, </a:t>
            </a:r>
            <a:r>
              <a:rPr lang="en-US" sz="1000">
                <a:solidFill>
                  <a:srgbClr val="0000FF"/>
                </a:solidFill>
                <a:latin typeface="Consolas" panose="020B0609020204030204" pitchFamily="49" charset="0"/>
              </a:rPr>
              <a:t>new</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DateTime</a:t>
            </a:r>
            <a:r>
              <a:rPr lang="en-US" sz="1000">
                <a:solidFill>
                  <a:srgbClr val="000000"/>
                </a:solidFill>
                <a:latin typeface="Consolas" panose="020B0609020204030204" pitchFamily="49" charset="0"/>
              </a:rPr>
              <a:t>(2018, 01, 10), </a:t>
            </a:r>
            <a:r>
              <a:rPr lang="en-US" sz="1000">
                <a:solidFill>
                  <a:srgbClr val="2B91AF"/>
                </a:solidFill>
                <a:latin typeface="Consolas" panose="020B0609020204030204" pitchFamily="49" charset="0"/>
              </a:rPr>
              <a:t>Currencies</a:t>
            </a:r>
            <a:r>
              <a:rPr lang="en-US" sz="1000">
                <a:solidFill>
                  <a:srgbClr val="000000"/>
                </a:solidFill>
                <a:latin typeface="Consolas" panose="020B0609020204030204" pitchFamily="49" charset="0"/>
              </a:rPr>
              <a:t>.EUR)</a:t>
            </a:r>
          </a:p>
          <a:p>
            <a:pPr marL="0" indent="0">
              <a:spcBef>
                <a:spcPts val="0"/>
              </a:spcBef>
              <a:spcAft>
                <a:spcPts val="0"/>
              </a:spcAft>
              <a:buNone/>
            </a:pPr>
            <a:r>
              <a:rPr lang="en-US" sz="1000">
                <a:solidFill>
                  <a:srgbClr val="000000"/>
                </a:solidFill>
                <a:latin typeface="Consolas" panose="020B0609020204030204" pitchFamily="49" charset="0"/>
              </a:rPr>
              <a:t>                       .ShouldBe(1500);</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endParaRPr lang="en-US" sz="1000">
              <a:solidFill>
                <a:srgbClr val="000000"/>
              </a:solidFill>
              <a:latin typeface="Consolas" panose="020B0609020204030204" pitchFamily="49" charset="0"/>
            </a:endParaRP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TestCategory</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"CurrencyExchange"</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TestMethod</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TestThatConvertToCurrencyMethodCanRoundResultForUsd</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_calculator.ConvertToCurrency(1000.001, </a:t>
            </a:r>
            <a:r>
              <a:rPr lang="en-US" sz="1000">
                <a:solidFill>
                  <a:srgbClr val="0000FF"/>
                </a:solidFill>
                <a:latin typeface="Consolas" panose="020B0609020204030204" pitchFamily="49" charset="0"/>
              </a:rPr>
              <a:t>new</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DateTime</a:t>
            </a:r>
            <a:r>
              <a:rPr lang="en-US" sz="1000">
                <a:solidFill>
                  <a:srgbClr val="000000"/>
                </a:solidFill>
                <a:latin typeface="Consolas" panose="020B0609020204030204" pitchFamily="49" charset="0"/>
              </a:rPr>
              <a:t>(2018, 01, 10), </a:t>
            </a:r>
            <a:r>
              <a:rPr lang="en-US" sz="1000" err="1">
                <a:solidFill>
                  <a:srgbClr val="2B91AF"/>
                </a:solidFill>
                <a:latin typeface="Consolas" panose="020B0609020204030204" pitchFamily="49" charset="0"/>
              </a:rPr>
              <a:t>Currencies</a:t>
            </a:r>
            <a:r>
              <a:rPr lang="en-US" sz="1000" err="1">
                <a:solidFill>
                  <a:srgbClr val="000000"/>
                </a:solidFill>
                <a:latin typeface="Consolas" panose="020B0609020204030204" pitchFamily="49" charset="0"/>
              </a:rPr>
              <a:t>.USD</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.ShouldBe(1000);</a:t>
            </a:r>
          </a:p>
          <a:p>
            <a:pPr marL="0" indent="0">
              <a:spcBef>
                <a:spcPts val="0"/>
              </a:spcBef>
              <a:spcAft>
                <a:spcPts val="0"/>
              </a:spcAft>
              <a:buNone/>
            </a:pPr>
            <a:r>
              <a:rPr lang="en-US" sz="1000">
                <a:solidFill>
                  <a:srgbClr val="000000"/>
                </a:solidFill>
                <a:latin typeface="Consolas" panose="020B0609020204030204" pitchFamily="49" charset="0"/>
              </a:rPr>
              <a:t>        }</a:t>
            </a:r>
            <a:endParaRPr lang="en-GB" sz="1000">
              <a:solidFill>
                <a:schemeClr val="accent2"/>
              </a:solidFill>
              <a:latin typeface="Source Sans Pro" panose="020B0604020202020204" pitchFamily="34" charset="0"/>
            </a:endParaRPr>
          </a:p>
          <a:p>
            <a:pPr marL="0" indent="0">
              <a:spcBef>
                <a:spcPts val="0"/>
              </a:spcBef>
              <a:spcAft>
                <a:spcPts val="0"/>
              </a:spcAft>
              <a:buNone/>
            </a:pPr>
            <a:endParaRPr lang="en-US" sz="1000">
              <a:solidFill>
                <a:schemeClr val="accent2"/>
              </a:solidFill>
              <a:latin typeface="Source Sans Pro" panose="020B0604020202020204" pitchFamily="34" charset="0"/>
            </a:endParaRPr>
          </a:p>
        </p:txBody>
      </p:sp>
      <p:pic>
        <p:nvPicPr>
          <p:cNvPr id="6" name="Graphic 5" descr="Flask">
            <a:extLst>
              <a:ext uri="{FF2B5EF4-FFF2-40B4-BE49-F238E27FC236}">
                <a16:creationId xmlns:a16="http://schemas.microsoft.com/office/drawing/2014/main" id="{F5A7B8B9-4BDA-43C8-998E-5AB5CCA68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961391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a:solidFill>
                  <a:srgbClr val="212121"/>
                </a:solidFill>
                <a:latin typeface="Roboto"/>
                <a:ea typeface="ＭＳ Ｐゴシック"/>
              </a:rPr>
              <a:t>LUNCH</a:t>
            </a:r>
            <a:endParaRPr lang="en-US" b="0" i="0">
              <a:solidFill>
                <a:srgbClr val="212121"/>
              </a:solidFill>
              <a:effectLst/>
              <a:latin typeface="Roboto"/>
            </a:endParaRPr>
          </a:p>
        </p:txBody>
      </p:sp>
      <p:pic>
        <p:nvPicPr>
          <p:cNvPr id="6" name="Picture 6" descr="Text, whiteboard&#10;&#10;Description automatically generated">
            <a:extLst>
              <a:ext uri="{FF2B5EF4-FFF2-40B4-BE49-F238E27FC236}">
                <a16:creationId xmlns:a16="http://schemas.microsoft.com/office/drawing/2014/main" id="{C12E88FF-1E81-4648-8A6B-0C7FED2E30C0}"/>
              </a:ext>
            </a:extLst>
          </p:cNvPr>
          <p:cNvPicPr>
            <a:picLocks noChangeAspect="1"/>
          </p:cNvPicPr>
          <p:nvPr/>
        </p:nvPicPr>
        <p:blipFill>
          <a:blip r:embed="rId3"/>
          <a:stretch>
            <a:fillRect/>
          </a:stretch>
        </p:blipFill>
        <p:spPr>
          <a:xfrm>
            <a:off x="2595770" y="1373601"/>
            <a:ext cx="6992178" cy="4259883"/>
          </a:xfrm>
          <a:prstGeom prst="rect">
            <a:avLst/>
          </a:prstGeom>
        </p:spPr>
      </p:pic>
    </p:spTree>
    <p:extLst>
      <p:ext uri="{BB962C8B-B14F-4D97-AF65-F5344CB8AC3E}">
        <p14:creationId xmlns:p14="http://schemas.microsoft.com/office/powerpoint/2010/main" val="25691798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latin typeface="Arial"/>
                <a:cs typeface="Arial"/>
              </a:rPr>
              <a:t>interaction based testing. MOCKS</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Test Doubles</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0" indent="0">
              <a:spcBef>
                <a:spcPts val="0"/>
              </a:spcBef>
              <a:spcAft>
                <a:spcPts val="600"/>
              </a:spcAft>
              <a:buNone/>
            </a:pPr>
            <a:r>
              <a:rPr lang="en-US" sz="2000" i="0">
                <a:solidFill>
                  <a:schemeClr val="accent2"/>
                </a:solidFill>
                <a:effectLst/>
                <a:latin typeface="+mn-lt"/>
                <a:cs typeface="Calibri"/>
              </a:rPr>
              <a:t>Mocks</a:t>
            </a:r>
            <a:r>
              <a:rPr lang="en-US" sz="2000" i="0">
                <a:effectLst/>
                <a:latin typeface="+mn-lt"/>
                <a:cs typeface="Calibri"/>
              </a:rPr>
              <a:t> are</a:t>
            </a:r>
            <a:r>
              <a:rPr lang="en-US" sz="2000">
                <a:latin typeface="+mn-lt"/>
                <a:cs typeface="Calibri"/>
              </a:rPr>
              <a:t> fake</a:t>
            </a:r>
            <a:r>
              <a:rPr lang="en-US" sz="2000" i="0">
                <a:effectLst/>
                <a:latin typeface="+mn-lt"/>
                <a:cs typeface="Calibri"/>
              </a:rPr>
              <a:t> objects that register calls they receive</a:t>
            </a:r>
            <a:r>
              <a:rPr lang="en-US" sz="2000">
                <a:latin typeface="+mn-lt"/>
                <a:cs typeface="Calibri"/>
              </a:rPr>
              <a:t> and based on this info decide whether the test has passed or failed</a:t>
            </a:r>
            <a:r>
              <a:rPr lang="en-US" sz="2000" i="0">
                <a:effectLst/>
                <a:latin typeface="+mn-lt"/>
                <a:cs typeface="Calibri"/>
              </a:rPr>
              <a:t>.</a:t>
            </a:r>
            <a:r>
              <a:rPr lang="en-US" sz="2000">
                <a:latin typeface="+mn-lt"/>
                <a:cs typeface="Calibri"/>
              </a:rPr>
              <a:t> </a:t>
            </a:r>
            <a:endParaRPr lang="en-US"/>
          </a:p>
          <a:p>
            <a:pPr marL="0" indent="0">
              <a:spcBef>
                <a:spcPts val="0"/>
              </a:spcBef>
              <a:spcAft>
                <a:spcPts val="600"/>
              </a:spcAft>
              <a:buNone/>
            </a:pPr>
            <a:endParaRPr lang="en-US" sz="2000" b="0" i="0">
              <a:effectLst/>
              <a:latin typeface="+mn-lt"/>
              <a:cs typeface="Calibri"/>
            </a:endParaRPr>
          </a:p>
          <a:p>
            <a:pPr marL="0" indent="0">
              <a:spcBef>
                <a:spcPts val="0"/>
              </a:spcBef>
              <a:spcAft>
                <a:spcPts val="600"/>
              </a:spcAft>
              <a:buNone/>
            </a:pPr>
            <a:r>
              <a:rPr lang="en-US" sz="2000">
                <a:solidFill>
                  <a:srgbClr val="212121"/>
                </a:solidFill>
                <a:latin typeface="+mn-lt"/>
                <a:cs typeface="Calibri"/>
              </a:rPr>
              <a:t>Key characteristics of the mocks</a:t>
            </a:r>
            <a:endParaRPr lang="en-US" sz="2000">
              <a:ea typeface="+mj-lt"/>
              <a:cs typeface="+mj-lt"/>
            </a:endParaRPr>
          </a:p>
          <a:p>
            <a:pPr>
              <a:spcBef>
                <a:spcPts val="0"/>
              </a:spcBef>
              <a:spcAft>
                <a:spcPts val="600"/>
              </a:spcAft>
            </a:pPr>
            <a:r>
              <a:rPr lang="en-US" sz="2000">
                <a:solidFill>
                  <a:srgbClr val="212121"/>
                </a:solidFill>
                <a:latin typeface="+mn-lt"/>
                <a:cs typeface="Calibri"/>
              </a:rPr>
              <a:t>A mock object can make a test fail</a:t>
            </a:r>
            <a:endParaRPr lang="en-US" sz="2000">
              <a:solidFill>
                <a:srgbClr val="212121"/>
              </a:solidFill>
              <a:latin typeface="+mn-lt"/>
            </a:endParaRPr>
          </a:p>
          <a:p>
            <a:pPr>
              <a:spcBef>
                <a:spcPts val="0"/>
              </a:spcBef>
              <a:spcAft>
                <a:spcPts val="600"/>
              </a:spcAft>
            </a:pPr>
            <a:r>
              <a:rPr lang="en-US" sz="2000">
                <a:solidFill>
                  <a:srgbClr val="212121"/>
                </a:solidFill>
                <a:latin typeface="+mn-lt"/>
                <a:cs typeface="Calibri"/>
              </a:rPr>
              <a:t>Can be used in cases where other types of test doubles aren't applicable</a:t>
            </a:r>
            <a:endParaRPr lang="en-US" sz="2000">
              <a:solidFill>
                <a:srgbClr val="212121"/>
              </a:solidFill>
            </a:endParaRPr>
          </a:p>
          <a:p>
            <a:pPr>
              <a:spcBef>
                <a:spcPts val="0"/>
              </a:spcBef>
              <a:spcAft>
                <a:spcPts val="600"/>
              </a:spcAft>
            </a:pPr>
            <a:r>
              <a:rPr lang="en-US" sz="2000">
                <a:solidFill>
                  <a:srgbClr val="212121"/>
                </a:solidFill>
                <a:latin typeface="+mn-lt"/>
                <a:cs typeface="Calibri"/>
              </a:rPr>
              <a:t>One mock object per test</a:t>
            </a:r>
            <a:endParaRPr lang="en-US" sz="2000">
              <a:solidFill>
                <a:srgbClr val="212121"/>
              </a:solidFill>
              <a:latin typeface="+mn-lt"/>
            </a:endParaRPr>
          </a:p>
          <a:p>
            <a:pPr>
              <a:spcBef>
                <a:spcPts val="0"/>
              </a:spcBef>
              <a:spcAft>
                <a:spcPts val="600"/>
              </a:spcAft>
            </a:pPr>
            <a:endParaRPr lang="en-US" sz="2000" b="0" i="0">
              <a:solidFill>
                <a:srgbClr val="212121"/>
              </a:solidFill>
              <a:effectLst/>
              <a:latin typeface="+mn-lt"/>
            </a:endParaRPr>
          </a:p>
          <a:p>
            <a:pPr marL="0" indent="0">
              <a:spcBef>
                <a:spcPts val="0"/>
              </a:spcBef>
              <a:spcAft>
                <a:spcPts val="600"/>
              </a:spcAft>
              <a:buNone/>
            </a:pPr>
            <a:endParaRPr lang="en-US" sz="2000">
              <a:solidFill>
                <a:srgbClr val="212121"/>
              </a:solidFill>
              <a:latin typeface="+mn-lt"/>
            </a:endParaRPr>
          </a:p>
          <a:p>
            <a:pPr marL="0" indent="0" algn="just">
              <a:spcBef>
                <a:spcPts val="0"/>
              </a:spcBef>
              <a:spcAft>
                <a:spcPts val="600"/>
              </a:spcAft>
              <a:buNone/>
            </a:pPr>
            <a:endParaRPr lang="en-US" sz="2000" b="0" i="0">
              <a:solidFill>
                <a:srgbClr val="171717"/>
              </a:solidFill>
              <a:effectLst/>
              <a:latin typeface="+mn-lt"/>
            </a:endParaRPr>
          </a:p>
          <a:p>
            <a:pPr marL="0" indent="0" algn="just">
              <a:spcBef>
                <a:spcPts val="0"/>
              </a:spcBef>
              <a:spcAft>
                <a:spcPts val="600"/>
              </a:spcAft>
              <a:buNone/>
            </a:pPr>
            <a:endParaRPr lang="en-US" sz="2800">
              <a:solidFill>
                <a:srgbClr val="000000"/>
              </a:solidFill>
              <a:latin typeface="+mn-lt"/>
            </a:endParaRPr>
          </a:p>
          <a:p>
            <a:pPr marL="0" indent="0" algn="just">
              <a:spcBef>
                <a:spcPts val="0"/>
              </a:spcBef>
              <a:spcAft>
                <a:spcPts val="600"/>
              </a:spcAft>
              <a:buNone/>
            </a:pPr>
            <a:endParaRPr lang="en-US" sz="2800">
              <a:solidFill>
                <a:srgbClr val="000000"/>
              </a:solidFill>
              <a:latin typeface="+mn-lt"/>
            </a:endParaRPr>
          </a:p>
          <a:p>
            <a:pPr marL="0" indent="0" algn="just">
              <a:spcBef>
                <a:spcPts val="0"/>
              </a:spcBef>
              <a:spcAft>
                <a:spcPts val="600"/>
              </a:spcAft>
              <a:buNone/>
            </a:pPr>
            <a:endParaRPr lang="en-US" sz="2800">
              <a:solidFill>
                <a:srgbClr val="00C8FF"/>
              </a:solidFill>
              <a:latin typeface="+mn-lt"/>
            </a:endParaRPr>
          </a:p>
        </p:txBody>
      </p:sp>
    </p:spTree>
    <p:extLst>
      <p:ext uri="{BB962C8B-B14F-4D97-AF65-F5344CB8AC3E}">
        <p14:creationId xmlns:p14="http://schemas.microsoft.com/office/powerpoint/2010/main" val="1435283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MOCKS VS STUBS</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Test Doubles</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0" indent="0" algn="l">
              <a:buNone/>
            </a:pPr>
            <a:r>
              <a:rPr lang="en-US" sz="1800" b="0" i="0">
                <a:solidFill>
                  <a:srgbClr val="212121"/>
                </a:solidFill>
                <a:effectLst/>
                <a:latin typeface="Roboto"/>
                <a:cs typeface="Calibri"/>
              </a:rPr>
              <a:t>The basic difference is that stubs can’t fail tests, but Mocks - can.</a:t>
            </a:r>
          </a:p>
          <a:p>
            <a:pPr marL="0" indent="0">
              <a:spcBef>
                <a:spcPts val="0"/>
              </a:spcBef>
              <a:spcAft>
                <a:spcPts val="600"/>
              </a:spcAft>
              <a:buNone/>
            </a:pPr>
            <a:endParaRPr lang="en-US" sz="2000">
              <a:solidFill>
                <a:srgbClr val="212121"/>
              </a:solidFill>
              <a:latin typeface="Arial" panose="020B0604020202020204"/>
            </a:endParaRPr>
          </a:p>
          <a:p>
            <a:pPr marL="0" indent="0" algn="l">
              <a:spcBef>
                <a:spcPts val="0"/>
              </a:spcBef>
              <a:spcAft>
                <a:spcPts val="600"/>
              </a:spcAft>
              <a:buNone/>
            </a:pPr>
            <a:endParaRPr lang="en-US" sz="2000">
              <a:solidFill>
                <a:srgbClr val="212121"/>
              </a:solidFill>
              <a:latin typeface="+mn-lt"/>
            </a:endParaRPr>
          </a:p>
          <a:p>
            <a:pPr marL="0" indent="0" algn="l">
              <a:spcBef>
                <a:spcPts val="0"/>
              </a:spcBef>
              <a:spcAft>
                <a:spcPts val="600"/>
              </a:spcAft>
              <a:buNone/>
            </a:pPr>
            <a:endParaRPr lang="en-US" sz="2000">
              <a:solidFill>
                <a:srgbClr val="212121"/>
              </a:solidFill>
              <a:latin typeface="+mn-lt"/>
            </a:endParaRPr>
          </a:p>
          <a:p>
            <a:pPr marL="0" indent="0" algn="just">
              <a:spcBef>
                <a:spcPts val="0"/>
              </a:spcBef>
              <a:spcAft>
                <a:spcPts val="600"/>
              </a:spcAft>
              <a:buNone/>
            </a:pPr>
            <a:endParaRPr lang="en-US" sz="2000" b="0" i="0">
              <a:solidFill>
                <a:srgbClr val="171717"/>
              </a:solidFill>
              <a:effectLst/>
              <a:latin typeface="+mn-lt"/>
            </a:endParaRPr>
          </a:p>
          <a:p>
            <a:pPr marL="0" indent="0" algn="just">
              <a:spcBef>
                <a:spcPts val="0"/>
              </a:spcBef>
              <a:spcAft>
                <a:spcPts val="600"/>
              </a:spcAft>
              <a:buNone/>
            </a:pPr>
            <a:endParaRPr lang="en-US" sz="2800">
              <a:solidFill>
                <a:srgbClr val="000000"/>
              </a:solidFill>
              <a:latin typeface="+mn-lt"/>
            </a:endParaRPr>
          </a:p>
          <a:p>
            <a:pPr marL="0" indent="0" algn="just">
              <a:spcBef>
                <a:spcPts val="0"/>
              </a:spcBef>
              <a:spcAft>
                <a:spcPts val="600"/>
              </a:spcAft>
              <a:buNone/>
            </a:pPr>
            <a:endParaRPr lang="en-US" sz="2800">
              <a:solidFill>
                <a:srgbClr val="000000"/>
              </a:solidFill>
              <a:latin typeface="+mn-lt"/>
            </a:endParaRPr>
          </a:p>
          <a:p>
            <a:pPr marL="0" indent="0" algn="just">
              <a:spcBef>
                <a:spcPts val="0"/>
              </a:spcBef>
              <a:spcAft>
                <a:spcPts val="600"/>
              </a:spcAft>
              <a:buNone/>
            </a:pPr>
            <a:endParaRPr lang="en-US" sz="2800">
              <a:solidFill>
                <a:srgbClr val="00C8FF"/>
              </a:solidFill>
              <a:latin typeface="+mn-lt"/>
            </a:endParaRPr>
          </a:p>
        </p:txBody>
      </p:sp>
      <p:pic>
        <p:nvPicPr>
          <p:cNvPr id="7" name="Picture 6">
            <a:extLst>
              <a:ext uri="{FF2B5EF4-FFF2-40B4-BE49-F238E27FC236}">
                <a16:creationId xmlns:a16="http://schemas.microsoft.com/office/drawing/2014/main" id="{2BB82AD6-4B34-4661-9039-94247A6FB423}"/>
              </a:ext>
            </a:extLst>
          </p:cNvPr>
          <p:cNvPicPr>
            <a:picLocks noChangeAspect="1"/>
          </p:cNvPicPr>
          <p:nvPr/>
        </p:nvPicPr>
        <p:blipFill>
          <a:blip r:embed="rId3"/>
          <a:stretch>
            <a:fillRect/>
          </a:stretch>
        </p:blipFill>
        <p:spPr>
          <a:xfrm>
            <a:off x="922826" y="2508991"/>
            <a:ext cx="4071205" cy="3025595"/>
          </a:xfrm>
          <a:prstGeom prst="rect">
            <a:avLst/>
          </a:prstGeom>
        </p:spPr>
      </p:pic>
      <p:pic>
        <p:nvPicPr>
          <p:cNvPr id="9" name="Picture 8">
            <a:extLst>
              <a:ext uri="{FF2B5EF4-FFF2-40B4-BE49-F238E27FC236}">
                <a16:creationId xmlns:a16="http://schemas.microsoft.com/office/drawing/2014/main" id="{404DC437-E89E-4B0E-9CBA-D054C683C34B}"/>
              </a:ext>
            </a:extLst>
          </p:cNvPr>
          <p:cNvPicPr>
            <a:picLocks noChangeAspect="1"/>
          </p:cNvPicPr>
          <p:nvPr/>
        </p:nvPicPr>
        <p:blipFill>
          <a:blip r:embed="rId4"/>
          <a:stretch>
            <a:fillRect/>
          </a:stretch>
        </p:blipFill>
        <p:spPr>
          <a:xfrm>
            <a:off x="5597796" y="2499763"/>
            <a:ext cx="3809973" cy="2810974"/>
          </a:xfrm>
          <a:prstGeom prst="rect">
            <a:avLst/>
          </a:prstGeom>
        </p:spPr>
      </p:pic>
    </p:spTree>
    <p:extLst>
      <p:ext uri="{BB962C8B-B14F-4D97-AF65-F5344CB8AC3E}">
        <p14:creationId xmlns:p14="http://schemas.microsoft.com/office/powerpoint/2010/main" val="2130788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70F384-13EA-44B3-95F4-20BBF15E9AAB}"/>
              </a:ext>
            </a:extLst>
          </p:cNvPr>
          <p:cNvSpPr>
            <a:spLocks noGrp="1"/>
          </p:cNvSpPr>
          <p:nvPr>
            <p:ph type="sldNum" sz="quarter" idx="11"/>
          </p:nvPr>
        </p:nvSpPr>
        <p:spPr/>
        <p:txBody>
          <a:bodyPr/>
          <a:lstStyle/>
          <a:p>
            <a:fld id="{E16BA917-7F09-4B8D-AF07-F52890C14046}" type="slidenum">
              <a:rPr lang="da-DK" smtClean="0"/>
              <a:pPr/>
              <a:t>44</a:t>
            </a:fld>
            <a:endParaRPr lang="da-DK"/>
          </a:p>
        </p:txBody>
      </p:sp>
      <p:sp>
        <p:nvSpPr>
          <p:cNvPr id="3" name="Text Placeholder 2">
            <a:extLst>
              <a:ext uri="{FF2B5EF4-FFF2-40B4-BE49-F238E27FC236}">
                <a16:creationId xmlns:a16="http://schemas.microsoft.com/office/drawing/2014/main" id="{80AFEB97-D209-4E2A-9426-DC8A74EAFA2E}"/>
              </a:ext>
            </a:extLst>
          </p:cNvPr>
          <p:cNvSpPr>
            <a:spLocks noGrp="1"/>
          </p:cNvSpPr>
          <p:nvPr>
            <p:ph type="body" sz="quarter" idx="17"/>
          </p:nvPr>
        </p:nvSpPr>
        <p:spPr/>
        <p:txBody>
          <a:bodyPr/>
          <a:lstStyle/>
          <a:p>
            <a:r>
              <a:rPr lang="en-US">
                <a:latin typeface="Arial"/>
                <a:cs typeface="Arial"/>
              </a:rPr>
              <a:t>SIMPLE Mock example. </a:t>
            </a:r>
            <a:r>
              <a:rPr lang="en-US" err="1">
                <a:latin typeface="Arial"/>
                <a:cs typeface="Arial"/>
              </a:rPr>
              <a:t>DEmo</a:t>
            </a:r>
            <a:endParaRPr lang="en-US"/>
          </a:p>
        </p:txBody>
      </p:sp>
      <p:sp>
        <p:nvSpPr>
          <p:cNvPr id="4" name="Title 3">
            <a:extLst>
              <a:ext uri="{FF2B5EF4-FFF2-40B4-BE49-F238E27FC236}">
                <a16:creationId xmlns:a16="http://schemas.microsoft.com/office/drawing/2014/main" id="{EDCD15EF-361F-48F0-9AB8-CD2DB81CAECC}"/>
              </a:ext>
            </a:extLst>
          </p:cNvPr>
          <p:cNvSpPr>
            <a:spLocks noGrp="1"/>
          </p:cNvSpPr>
          <p:nvPr>
            <p:ph type="title"/>
          </p:nvPr>
        </p:nvSpPr>
        <p:spPr/>
        <p:txBody>
          <a:bodyPr/>
          <a:lstStyle/>
          <a:p>
            <a:r>
              <a:rPr lang="en-GB">
                <a:ea typeface="+mj-lt"/>
                <a:cs typeface="+mj-lt"/>
              </a:rPr>
              <a:t>Test Doubles</a:t>
            </a:r>
            <a:endParaRPr lang="en-US"/>
          </a:p>
        </p:txBody>
      </p:sp>
      <p:sp>
        <p:nvSpPr>
          <p:cNvPr id="5" name="Content Placeholder 4">
            <a:extLst>
              <a:ext uri="{FF2B5EF4-FFF2-40B4-BE49-F238E27FC236}">
                <a16:creationId xmlns:a16="http://schemas.microsoft.com/office/drawing/2014/main" id="{40C3227A-0FDE-42F8-A427-D55C1D087E21}"/>
              </a:ext>
            </a:extLst>
          </p:cNvPr>
          <p:cNvSpPr>
            <a:spLocks noGrp="1"/>
          </p:cNvSpPr>
          <p:nvPr>
            <p:ph sz="quarter" idx="19"/>
          </p:nvPr>
        </p:nvSpPr>
        <p:spPr>
          <a:xfrm>
            <a:off x="6387150" y="1787553"/>
            <a:ext cx="5424000" cy="4568825"/>
          </a:xfrm>
        </p:spPr>
        <p:txBody>
          <a:bodyPr/>
          <a:lstStyle/>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class</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ExchangeProviderCustomMock</a:t>
            </a:r>
            <a:r>
              <a:rPr lang="en-US" sz="800">
                <a:solidFill>
                  <a:srgbClr val="000000"/>
                </a:solidFill>
                <a:latin typeface="Consolas" panose="020B0609020204030204" pitchFamily="49" charset="0"/>
              </a:rPr>
              <a:t> : </a:t>
            </a:r>
            <a:r>
              <a:rPr lang="en-US" sz="800" err="1">
                <a:solidFill>
                  <a:srgbClr val="2B91AF"/>
                </a:solidFill>
                <a:latin typeface="Consolas" panose="020B0609020204030204" pitchFamily="49" charset="0"/>
              </a:rPr>
              <a:t>IExchangeRatesProvider</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private</a:t>
            </a:r>
            <a:r>
              <a:rPr lang="en-US" sz="800">
                <a:solidFill>
                  <a:srgbClr val="000000"/>
                </a:solidFill>
                <a:latin typeface="Consolas" panose="020B0609020204030204" pitchFamily="49" charset="0"/>
              </a:rPr>
              <a:t> </a:t>
            </a:r>
            <a:r>
              <a:rPr lang="en-US" sz="800" err="1">
                <a:solidFill>
                  <a:srgbClr val="0000FF"/>
                </a:solidFill>
                <a:latin typeface="Consolas" panose="020B0609020204030204" pitchFamily="49" charset="0"/>
              </a:rPr>
              <a:t>readonly</a:t>
            </a:r>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List</a:t>
            </a:r>
            <a:r>
              <a:rPr lang="en-US" sz="800">
                <a:solidFill>
                  <a:srgbClr val="000000"/>
                </a:solidFill>
                <a:latin typeface="Consolas" panose="020B0609020204030204" pitchFamily="49" charset="0"/>
              </a:rPr>
              <a:t>&lt;</a:t>
            </a:r>
            <a:r>
              <a:rPr lang="en-US" sz="800" err="1">
                <a:solidFill>
                  <a:srgbClr val="2B91AF"/>
                </a:solidFill>
                <a:latin typeface="Consolas" panose="020B0609020204030204" pitchFamily="49" charset="0"/>
              </a:rPr>
              <a:t>ExhangeRateArgument</a:t>
            </a:r>
            <a:r>
              <a:rPr lang="en-US" sz="800">
                <a:solidFill>
                  <a:srgbClr val="000000"/>
                </a:solidFill>
                <a:latin typeface="Consolas" panose="020B0609020204030204" pitchFamily="49" charset="0"/>
              </a:rPr>
              <a:t>&gt; _</a:t>
            </a:r>
            <a:r>
              <a:rPr lang="en-US" sz="800" err="1">
                <a:solidFill>
                  <a:srgbClr val="000000"/>
                </a:solidFill>
                <a:latin typeface="Consolas" panose="020B0609020204030204" pitchFamily="49" charset="0"/>
              </a:rPr>
              <a:t>callData</a:t>
            </a:r>
            <a:r>
              <a:rPr lang="en-US" sz="800">
                <a:solidFill>
                  <a:srgbClr val="000000"/>
                </a:solidFill>
                <a:latin typeface="Consolas" panose="020B0609020204030204" pitchFamily="49" charset="0"/>
              </a:rPr>
              <a:t> =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List</a:t>
            </a:r>
            <a:r>
              <a:rPr lang="en-US" sz="800">
                <a:solidFill>
                  <a:srgbClr val="000000"/>
                </a:solidFill>
                <a:latin typeface="Consolas" panose="020B0609020204030204" pitchFamily="49" charset="0"/>
              </a:rPr>
              <a:t>&lt;</a:t>
            </a:r>
            <a:r>
              <a:rPr lang="en-US" sz="800" err="1">
                <a:solidFill>
                  <a:srgbClr val="2B91AF"/>
                </a:solidFill>
                <a:latin typeface="Consolas" panose="020B0609020204030204" pitchFamily="49" charset="0"/>
              </a:rPr>
              <a:t>ExhangeRateArgument</a:t>
            </a:r>
            <a:r>
              <a:rPr lang="en-US" sz="800">
                <a:solidFill>
                  <a:srgbClr val="000000"/>
                </a:solidFill>
                <a:latin typeface="Consolas" panose="020B0609020204030204" pitchFamily="49" charset="0"/>
              </a:rPr>
              <a:t>&gt;();</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GetExchangeRate</a:t>
            </a:r>
            <a:r>
              <a:rPr lang="en-US" sz="800">
                <a:solidFill>
                  <a:srgbClr val="000000"/>
                </a:solidFill>
                <a:latin typeface="Consolas" panose="020B0609020204030204" pitchFamily="49" charset="0"/>
              </a:rPr>
              <a:t>(</a:t>
            </a:r>
            <a:r>
              <a:rPr lang="en-US" sz="800">
                <a:solidFill>
                  <a:srgbClr val="2B91AF"/>
                </a:solidFill>
                <a:latin typeface="Consolas" panose="020B0609020204030204" pitchFamily="49" charset="0"/>
              </a:rPr>
              <a:t>Currencies</a:t>
            </a:r>
            <a:r>
              <a:rPr lang="en-US" sz="800">
                <a:solidFill>
                  <a:srgbClr val="000000"/>
                </a:solidFill>
                <a:latin typeface="Consolas" panose="020B0609020204030204" pitchFamily="49" charset="0"/>
              </a:rPr>
              <a:t> currency,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exchangeDate</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_</a:t>
            </a:r>
            <a:r>
              <a:rPr lang="en-US" sz="800" err="1">
                <a:solidFill>
                  <a:srgbClr val="000000"/>
                </a:solidFill>
                <a:latin typeface="Consolas" panose="020B0609020204030204" pitchFamily="49" charset="0"/>
              </a:rPr>
              <a:t>callData.Add</a:t>
            </a:r>
            <a:r>
              <a:rPr lang="en-US" sz="800">
                <a:solidFill>
                  <a:srgbClr val="000000"/>
                </a:solidFill>
                <a:latin typeface="Consolas" panose="020B0609020204030204" pitchFamily="49" charset="0"/>
              </a:rPr>
              <a:t>(</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ExhangeRateArgument</a:t>
            </a:r>
            <a:r>
              <a:rPr lang="en-US" sz="800">
                <a:solidFill>
                  <a:srgbClr val="000000"/>
                </a:solidFill>
                <a:latin typeface="Consolas" panose="020B0609020204030204" pitchFamily="49" charset="0"/>
              </a:rPr>
              <a:t>(currency, </a:t>
            </a:r>
            <a:r>
              <a:rPr lang="en-US" sz="800" err="1">
                <a:solidFill>
                  <a:srgbClr val="000000"/>
                </a:solidFill>
                <a:latin typeface="Consolas" panose="020B0609020204030204" pitchFamily="49" charset="0"/>
              </a:rPr>
              <a:t>exchangeDate</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return</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Double</a:t>
            </a:r>
            <a:r>
              <a:rPr lang="en-US" sz="800" err="1">
                <a:solidFill>
                  <a:srgbClr val="000000"/>
                </a:solidFill>
                <a:latin typeface="Consolas" panose="020B0609020204030204" pitchFamily="49" charset="0"/>
              </a:rPr>
              <a:t>.MinValue</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void</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VerifyCalls</a:t>
            </a:r>
            <a:r>
              <a:rPr lang="en-US" sz="800">
                <a:solidFill>
                  <a:srgbClr val="000000"/>
                </a:solidFill>
                <a:latin typeface="Consolas" panose="020B0609020204030204" pitchFamily="49" charset="0"/>
              </a:rPr>
              <a:t>(</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 date, </a:t>
            </a:r>
            <a:r>
              <a:rPr lang="en-US" sz="800">
                <a:solidFill>
                  <a:srgbClr val="2B91AF"/>
                </a:solidFill>
                <a:latin typeface="Consolas" panose="020B0609020204030204" pitchFamily="49" charset="0"/>
              </a:rPr>
              <a:t>Currencies</a:t>
            </a:r>
            <a:r>
              <a:rPr lang="en-US" sz="800">
                <a:solidFill>
                  <a:srgbClr val="000000"/>
                </a:solidFill>
                <a:latin typeface="Consolas" panose="020B0609020204030204" pitchFamily="49" charset="0"/>
              </a:rPr>
              <a:t> currency, </a:t>
            </a:r>
            <a:r>
              <a:rPr lang="en-US" sz="800">
                <a:solidFill>
                  <a:srgbClr val="0000FF"/>
                </a:solidFill>
                <a:latin typeface="Consolas" panose="020B0609020204030204" pitchFamily="49" charset="0"/>
              </a:rPr>
              <a:t>int</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expectedNumberOfCalls</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actualNumberOfCalls</a:t>
            </a:r>
            <a:r>
              <a:rPr lang="en-US" sz="800">
                <a:solidFill>
                  <a:srgbClr val="000000"/>
                </a:solidFill>
                <a:latin typeface="Consolas" panose="020B0609020204030204" pitchFamily="49" charset="0"/>
              </a:rPr>
              <a:t> = _</a:t>
            </a:r>
            <a:r>
              <a:rPr lang="en-US" sz="800" err="1">
                <a:solidFill>
                  <a:srgbClr val="000000"/>
                </a:solidFill>
                <a:latin typeface="Consolas" panose="020B0609020204030204" pitchFamily="49" charset="0"/>
              </a:rPr>
              <a:t>callData.FindAll</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arg</a:t>
            </a:r>
            <a:r>
              <a:rPr lang="en-US" sz="800">
                <a:solidFill>
                  <a:srgbClr val="000000"/>
                </a:solidFill>
                <a:latin typeface="Consolas" panose="020B0609020204030204" pitchFamily="49" charset="0"/>
              </a:rPr>
              <a:t> =&gt; </a:t>
            </a:r>
            <a:r>
              <a:rPr lang="en-US" sz="800" err="1">
                <a:solidFill>
                  <a:srgbClr val="000000"/>
                </a:solidFill>
                <a:latin typeface="Consolas" panose="020B0609020204030204" pitchFamily="49" charset="0"/>
              </a:rPr>
              <a:t>arg.ExchnageDate</a:t>
            </a:r>
            <a:r>
              <a:rPr lang="en-US" sz="800">
                <a:solidFill>
                  <a:srgbClr val="000000"/>
                </a:solidFill>
                <a:latin typeface="Consolas" panose="020B0609020204030204" pitchFamily="49" charset="0"/>
              </a:rPr>
              <a:t> == date &amp;&amp; </a:t>
            </a:r>
            <a:r>
              <a:rPr lang="en-US" sz="800" err="1">
                <a:solidFill>
                  <a:srgbClr val="000000"/>
                </a:solidFill>
                <a:latin typeface="Consolas" panose="020B0609020204030204" pitchFamily="49" charset="0"/>
              </a:rPr>
              <a:t>arg.Currency</a:t>
            </a:r>
            <a:r>
              <a:rPr lang="en-US" sz="800">
                <a:solidFill>
                  <a:srgbClr val="000000"/>
                </a:solidFill>
                <a:latin typeface="Consolas" panose="020B0609020204030204" pitchFamily="49" charset="0"/>
              </a:rPr>
              <a:t> == currency).Count;</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Assert</a:t>
            </a:r>
            <a:r>
              <a:rPr lang="en-US" sz="800" err="1">
                <a:solidFill>
                  <a:srgbClr val="000000"/>
                </a:solidFill>
                <a:latin typeface="Consolas" panose="020B0609020204030204" pitchFamily="49" charset="0"/>
              </a:rPr>
              <a:t>.AreEqual</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expectedNumberOfCalls</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actualNumberOfCalls</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void</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VerifyCalls</a:t>
            </a:r>
            <a:r>
              <a:rPr lang="en-US" sz="800">
                <a:solidFill>
                  <a:srgbClr val="000000"/>
                </a:solidFill>
                <a:latin typeface="Consolas" panose="020B0609020204030204" pitchFamily="49" charset="0"/>
              </a:rPr>
              <a:t>(</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 date, </a:t>
            </a:r>
            <a:r>
              <a:rPr lang="en-US" sz="800">
                <a:solidFill>
                  <a:srgbClr val="0000FF"/>
                </a:solidFill>
                <a:latin typeface="Consolas" panose="020B0609020204030204" pitchFamily="49" charset="0"/>
              </a:rPr>
              <a:t>int</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expectedNumberOfCalls</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actualNumberOfCalls</a:t>
            </a:r>
            <a:r>
              <a:rPr lang="en-US" sz="800">
                <a:solidFill>
                  <a:srgbClr val="000000"/>
                </a:solidFill>
                <a:latin typeface="Consolas" panose="020B0609020204030204" pitchFamily="49" charset="0"/>
              </a:rPr>
              <a:t> = _</a:t>
            </a:r>
            <a:r>
              <a:rPr lang="en-US" sz="800" err="1">
                <a:solidFill>
                  <a:srgbClr val="000000"/>
                </a:solidFill>
                <a:latin typeface="Consolas" panose="020B0609020204030204" pitchFamily="49" charset="0"/>
              </a:rPr>
              <a:t>callData.FindAll</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arg</a:t>
            </a:r>
            <a:r>
              <a:rPr lang="en-US" sz="800">
                <a:solidFill>
                  <a:srgbClr val="000000"/>
                </a:solidFill>
                <a:latin typeface="Consolas" panose="020B0609020204030204" pitchFamily="49" charset="0"/>
              </a:rPr>
              <a:t> =&gt; </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arg.ExchnageDate</a:t>
            </a:r>
            <a:r>
              <a:rPr lang="en-US" sz="800">
                <a:solidFill>
                  <a:srgbClr val="000000"/>
                </a:solidFill>
                <a:latin typeface="Consolas" panose="020B0609020204030204" pitchFamily="49" charset="0"/>
              </a:rPr>
              <a:t> == date).Count;</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Assert</a:t>
            </a:r>
            <a:r>
              <a:rPr lang="en-US" sz="800" err="1">
                <a:solidFill>
                  <a:srgbClr val="000000"/>
                </a:solidFill>
                <a:latin typeface="Consolas" panose="020B0609020204030204" pitchFamily="49" charset="0"/>
              </a:rPr>
              <a:t>.AreEqual</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expectedNumberOfCalls</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actualNumberOfCalls</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void</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VerifyCalls</a:t>
            </a:r>
            <a:r>
              <a:rPr lang="en-US" sz="800">
                <a:solidFill>
                  <a:srgbClr val="000000"/>
                </a:solidFill>
                <a:latin typeface="Consolas" panose="020B0609020204030204" pitchFamily="49" charset="0"/>
              </a:rPr>
              <a:t>(</a:t>
            </a:r>
            <a:r>
              <a:rPr lang="en-US" sz="800">
                <a:solidFill>
                  <a:srgbClr val="2B91AF"/>
                </a:solidFill>
                <a:latin typeface="Consolas" panose="020B0609020204030204" pitchFamily="49" charset="0"/>
              </a:rPr>
              <a:t>Currencies</a:t>
            </a:r>
            <a:r>
              <a:rPr lang="en-US" sz="800">
                <a:solidFill>
                  <a:srgbClr val="000000"/>
                </a:solidFill>
                <a:latin typeface="Consolas" panose="020B0609020204030204" pitchFamily="49" charset="0"/>
              </a:rPr>
              <a:t> currency, </a:t>
            </a:r>
            <a:r>
              <a:rPr lang="en-US" sz="800">
                <a:solidFill>
                  <a:srgbClr val="0000FF"/>
                </a:solidFill>
                <a:latin typeface="Consolas" panose="020B0609020204030204" pitchFamily="49" charset="0"/>
              </a:rPr>
              <a:t>int</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expectedNumberOfCalls</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actualNumberOfCalls</a:t>
            </a:r>
            <a:r>
              <a:rPr lang="en-US" sz="800">
                <a:solidFill>
                  <a:srgbClr val="000000"/>
                </a:solidFill>
                <a:latin typeface="Consolas" panose="020B0609020204030204" pitchFamily="49" charset="0"/>
              </a:rPr>
              <a:t> = _</a:t>
            </a:r>
            <a:r>
              <a:rPr lang="en-US" sz="800" err="1">
                <a:solidFill>
                  <a:srgbClr val="000000"/>
                </a:solidFill>
                <a:latin typeface="Consolas" panose="020B0609020204030204" pitchFamily="49" charset="0"/>
              </a:rPr>
              <a:t>callData.FindAll</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arg</a:t>
            </a:r>
            <a:r>
              <a:rPr lang="en-US" sz="800">
                <a:solidFill>
                  <a:srgbClr val="000000"/>
                </a:solidFill>
                <a:latin typeface="Consolas" panose="020B0609020204030204" pitchFamily="49" charset="0"/>
              </a:rPr>
              <a:t> =&gt; </a:t>
            </a:r>
            <a:r>
              <a:rPr lang="en-US" sz="800" err="1">
                <a:solidFill>
                  <a:srgbClr val="000000"/>
                </a:solidFill>
                <a:latin typeface="Consolas" panose="020B0609020204030204" pitchFamily="49" charset="0"/>
              </a:rPr>
              <a:t>arg.Currency</a:t>
            </a:r>
            <a:r>
              <a:rPr lang="en-US" sz="800">
                <a:solidFill>
                  <a:srgbClr val="000000"/>
                </a:solidFill>
                <a:latin typeface="Consolas" panose="020B0609020204030204" pitchFamily="49" charset="0"/>
              </a:rPr>
              <a:t> == currency).Count;</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Assert</a:t>
            </a:r>
            <a:r>
              <a:rPr lang="en-US" sz="800" err="1">
                <a:solidFill>
                  <a:srgbClr val="000000"/>
                </a:solidFill>
                <a:latin typeface="Consolas" panose="020B0609020204030204" pitchFamily="49" charset="0"/>
              </a:rPr>
              <a:t>.AreEqual</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expectedNumberOfCalls</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actualNumberOfCalls</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p>
          <a:p>
            <a:pPr marL="0" indent="0">
              <a:spcBef>
                <a:spcPts val="0"/>
              </a:spcBef>
              <a:spcAft>
                <a:spcPts val="0"/>
              </a:spcAft>
              <a:buNone/>
            </a:pPr>
            <a:endParaRPr lang="en-US" sz="800">
              <a:solidFill>
                <a:srgbClr val="000000"/>
              </a:solidFill>
              <a:latin typeface="Consolas" panose="020B0609020204030204" pitchFamily="49" charset="0"/>
            </a:endParaRP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internal</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class</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ExhangeRateArgument</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ExhangeRateArgument</a:t>
            </a:r>
            <a:r>
              <a:rPr lang="en-US" sz="800">
                <a:solidFill>
                  <a:srgbClr val="000000"/>
                </a:solidFill>
                <a:latin typeface="Consolas" panose="020B0609020204030204" pitchFamily="49" charset="0"/>
              </a:rPr>
              <a:t>(</a:t>
            </a:r>
            <a:r>
              <a:rPr lang="en-US" sz="800">
                <a:solidFill>
                  <a:srgbClr val="2B91AF"/>
                </a:solidFill>
                <a:latin typeface="Consolas" panose="020B0609020204030204" pitchFamily="49" charset="0"/>
              </a:rPr>
              <a:t>Currencies</a:t>
            </a:r>
            <a:r>
              <a:rPr lang="en-US" sz="800">
                <a:solidFill>
                  <a:srgbClr val="000000"/>
                </a:solidFill>
                <a:latin typeface="Consolas" panose="020B0609020204030204" pitchFamily="49" charset="0"/>
              </a:rPr>
              <a:t> currency,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exchnageDate</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Currency = currency;</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ExchnageDate</a:t>
            </a:r>
            <a:r>
              <a:rPr lang="en-US" sz="800">
                <a:solidFill>
                  <a:srgbClr val="000000"/>
                </a:solidFill>
                <a:latin typeface="Consolas" panose="020B0609020204030204" pitchFamily="49" charset="0"/>
              </a:rPr>
              <a:t> = </a:t>
            </a:r>
            <a:r>
              <a:rPr lang="en-US" sz="800" err="1">
                <a:solidFill>
                  <a:srgbClr val="000000"/>
                </a:solidFill>
                <a:latin typeface="Consolas" panose="020B0609020204030204" pitchFamily="49" charset="0"/>
              </a:rPr>
              <a:t>exchnageDate</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Currencies</a:t>
            </a:r>
            <a:r>
              <a:rPr lang="en-US" sz="800">
                <a:solidFill>
                  <a:srgbClr val="000000"/>
                </a:solidFill>
                <a:latin typeface="Consolas" panose="020B0609020204030204" pitchFamily="49" charset="0"/>
              </a:rPr>
              <a:t> Currency { </a:t>
            </a:r>
            <a:r>
              <a:rPr lang="en-US" sz="800">
                <a:solidFill>
                  <a:srgbClr val="0000FF"/>
                </a:solidFill>
                <a:latin typeface="Consolas" panose="020B0609020204030204" pitchFamily="49" charset="0"/>
              </a:rPr>
              <a:t>get</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ExchnageDate</a:t>
            </a:r>
            <a:r>
              <a:rPr lang="en-US" sz="800">
                <a:solidFill>
                  <a:srgbClr val="000000"/>
                </a:solidFill>
                <a:latin typeface="Consolas" panose="020B0609020204030204" pitchFamily="49" charset="0"/>
              </a:rPr>
              <a:t> { </a:t>
            </a:r>
            <a:r>
              <a:rPr lang="en-US" sz="800">
                <a:solidFill>
                  <a:srgbClr val="0000FF"/>
                </a:solidFill>
                <a:latin typeface="Consolas" panose="020B0609020204030204" pitchFamily="49" charset="0"/>
              </a:rPr>
              <a:t>get</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endParaRPr lang="en-US" sz="800"/>
          </a:p>
        </p:txBody>
      </p:sp>
      <p:sp>
        <p:nvSpPr>
          <p:cNvPr id="6" name="TextBox 5">
            <a:extLst>
              <a:ext uri="{FF2B5EF4-FFF2-40B4-BE49-F238E27FC236}">
                <a16:creationId xmlns:a16="http://schemas.microsoft.com/office/drawing/2014/main" id="{0F492199-25CF-4299-AF16-1E33C600AD3E}"/>
              </a:ext>
            </a:extLst>
          </p:cNvPr>
          <p:cNvSpPr txBox="1"/>
          <p:nvPr/>
        </p:nvSpPr>
        <p:spPr>
          <a:xfrm>
            <a:off x="458212" y="1710833"/>
            <a:ext cx="5856580" cy="3607678"/>
          </a:xfrm>
          <a:prstGeom prst="rect">
            <a:avLst/>
          </a:prstGeom>
          <a:noFill/>
        </p:spPr>
        <p:txBody>
          <a:bodyPr wrap="none" lIns="0" tIns="0" rIns="0" bIns="0" rtlCol="0">
            <a:noAutofit/>
          </a:bodyPr>
          <a:lstStyle/>
          <a:p>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ConvertToCurrency</a:t>
            </a:r>
            <a:r>
              <a:rPr lang="en-US" sz="800">
                <a:solidFill>
                  <a:srgbClr val="000000"/>
                </a:solidFill>
                <a:latin typeface="Consolas" panose="020B0609020204030204" pitchFamily="49" charset="0"/>
              </a:rPr>
              <a:t>(</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amount,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exchangeDate</a:t>
            </a:r>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Currencies</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targetCurrency</a:t>
            </a:r>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if</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.USD</a:t>
            </a:r>
            <a:r>
              <a:rPr lang="en-US" sz="800">
                <a:solidFill>
                  <a:srgbClr val="000000"/>
                </a:solidFill>
                <a:latin typeface="Consolas" panose="020B0609020204030204" pitchFamily="49" charset="0"/>
              </a:rPr>
              <a:t> == </a:t>
            </a:r>
            <a:r>
              <a:rPr lang="en-US" sz="800" err="1">
                <a:solidFill>
                  <a:srgbClr val="000000"/>
                </a:solidFill>
                <a:latin typeface="Consolas" panose="020B0609020204030204" pitchFamily="49" charset="0"/>
              </a:rPr>
              <a:t>targetCurrency</a:t>
            </a:r>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return</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Math</a:t>
            </a:r>
            <a:r>
              <a:rPr lang="en-US" sz="800" err="1">
                <a:solidFill>
                  <a:srgbClr val="000000"/>
                </a:solidFill>
                <a:latin typeface="Consolas" panose="020B0609020204030204" pitchFamily="49" charset="0"/>
              </a:rPr>
              <a:t>.Round</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amount,DECIMALS_NUMBER</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rate = _</a:t>
            </a:r>
            <a:r>
              <a:rPr lang="en-US" sz="800" err="1">
                <a:solidFill>
                  <a:srgbClr val="000000"/>
                </a:solidFill>
                <a:latin typeface="Consolas" panose="020B0609020204030204" pitchFamily="49" charset="0"/>
              </a:rPr>
              <a:t>exchangeRatesProvider.GetExchangeRate</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targetCurrency</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exchangeDate</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return</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Math</a:t>
            </a:r>
            <a:r>
              <a:rPr lang="en-US" sz="800" err="1">
                <a:solidFill>
                  <a:srgbClr val="000000"/>
                </a:solidFill>
                <a:latin typeface="Consolas" panose="020B0609020204030204" pitchFamily="49" charset="0"/>
              </a:rPr>
              <a:t>.Round</a:t>
            </a:r>
            <a:r>
              <a:rPr lang="en-US" sz="800">
                <a:solidFill>
                  <a:srgbClr val="000000"/>
                </a:solidFill>
                <a:latin typeface="Consolas" panose="020B0609020204030204" pitchFamily="49" charset="0"/>
              </a:rPr>
              <a:t>(amount*rate, DECIMALS_NUMBER);</a:t>
            </a:r>
          </a:p>
          <a:p>
            <a:r>
              <a:rPr lang="en-US" sz="800">
                <a:solidFill>
                  <a:srgbClr val="000000"/>
                </a:solidFill>
                <a:latin typeface="Consolas" panose="020B0609020204030204" pitchFamily="49" charset="0"/>
              </a:rPr>
              <a:t>        }</a:t>
            </a:r>
          </a:p>
          <a:p>
            <a:endParaRPr lang="en-US" sz="800">
              <a:solidFill>
                <a:srgbClr val="000000"/>
              </a:solidFill>
              <a:latin typeface="Consolas" panose="020B0609020204030204" pitchFamily="49" charset="0"/>
            </a:endParaRPr>
          </a:p>
          <a:p>
            <a:endParaRPr lang="en-US" sz="800">
              <a:solidFill>
                <a:srgbClr val="000000"/>
              </a:solidFill>
              <a:latin typeface="Consolas" panose="020B0609020204030204" pitchFamily="49" charset="0"/>
            </a:endParaRPr>
          </a:p>
          <a:p>
            <a:endParaRPr lang="en-US" sz="800">
              <a:solidFill>
                <a:srgbClr val="000000"/>
              </a:solidFill>
              <a:latin typeface="Consolas" panose="020B0609020204030204" pitchFamily="49" charset="0"/>
            </a:endParaRPr>
          </a:p>
          <a:p>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TestMethod</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void</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TestThatExchangeProviderShouldNotCalledForUsd</a:t>
            </a:r>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exchangeMock</a:t>
            </a:r>
            <a:r>
              <a:rPr lang="en-US" sz="800">
                <a:solidFill>
                  <a:srgbClr val="000000"/>
                </a:solidFill>
                <a:latin typeface="Consolas" panose="020B0609020204030204" pitchFamily="49" charset="0"/>
              </a:rPr>
              <a:t> =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ExchangeProviderCustomMock</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Calculator</a:t>
            </a:r>
            <a:r>
              <a:rPr lang="en-US" sz="800">
                <a:solidFill>
                  <a:srgbClr val="000000"/>
                </a:solidFill>
                <a:latin typeface="Consolas" panose="020B0609020204030204" pitchFamily="49" charset="0"/>
              </a:rPr>
              <a:t> calculator=</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Calculator</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exchangeMock</a:t>
            </a:r>
            <a:r>
              <a:rPr lang="en-US" sz="800">
                <a:solidFill>
                  <a:srgbClr val="000000"/>
                </a:solidFill>
                <a:latin typeface="Consolas" panose="020B0609020204030204" pitchFamily="49" charset="0"/>
              </a:rPr>
              <a:t>);</a:t>
            </a:r>
          </a:p>
          <a:p>
            <a:endParaRPr lang="en-US" sz="800">
              <a:solidFill>
                <a:srgbClr val="000000"/>
              </a:solidFill>
              <a:latin typeface="Consolas" panose="020B0609020204030204" pitchFamily="49" charset="0"/>
            </a:endParaRPr>
          </a:p>
          <a:p>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calculator.ConvertToCurrency</a:t>
            </a:r>
            <a:r>
              <a:rPr lang="en-US" sz="800">
                <a:solidFill>
                  <a:srgbClr val="000000"/>
                </a:solidFill>
                <a:latin typeface="Consolas" panose="020B0609020204030204" pitchFamily="49" charset="0"/>
              </a:rPr>
              <a:t>(100.123,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(2020, 1, 1),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.USD</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calculator.ConvertToCurrency</a:t>
            </a:r>
            <a:r>
              <a:rPr lang="en-US" sz="800">
                <a:solidFill>
                  <a:srgbClr val="000000"/>
                </a:solidFill>
                <a:latin typeface="Consolas" panose="020B0609020204030204" pitchFamily="49" charset="0"/>
              </a:rPr>
              <a:t>(110.123,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(2020, 2, 1),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.USD</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exchangeMock.VerifyCalls</a:t>
            </a:r>
            <a:r>
              <a:rPr lang="en-US" sz="800">
                <a:solidFill>
                  <a:srgbClr val="000000"/>
                </a:solidFill>
                <a:latin typeface="Consolas" panose="020B0609020204030204" pitchFamily="49" charset="0"/>
              </a:rPr>
              <a:t>(</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.USD</a:t>
            </a:r>
            <a:r>
              <a:rPr lang="en-US" sz="800">
                <a:solidFill>
                  <a:srgbClr val="000000"/>
                </a:solidFill>
                <a:latin typeface="Consolas" panose="020B0609020204030204" pitchFamily="49" charset="0"/>
              </a:rPr>
              <a:t>, 0);</a:t>
            </a:r>
          </a:p>
          <a:p>
            <a:endParaRPr lang="en-US" sz="800">
              <a:solidFill>
                <a:srgbClr val="000000"/>
              </a:solidFill>
              <a:latin typeface="Consolas" panose="020B0609020204030204" pitchFamily="49" charset="0"/>
            </a:endParaRPr>
          </a:p>
          <a:p>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calculator.ConvertToCurrency</a:t>
            </a:r>
            <a:r>
              <a:rPr lang="en-US" sz="800">
                <a:solidFill>
                  <a:srgbClr val="000000"/>
                </a:solidFill>
                <a:latin typeface="Consolas" panose="020B0609020204030204" pitchFamily="49" charset="0"/>
              </a:rPr>
              <a:t>(100,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(2020, 1, 1),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.EUR</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exchangeMock.VerifyCalls</a:t>
            </a:r>
            <a:r>
              <a:rPr lang="en-US" sz="800">
                <a:solidFill>
                  <a:srgbClr val="000000"/>
                </a:solidFill>
                <a:latin typeface="Consolas" panose="020B0609020204030204" pitchFamily="49" charset="0"/>
              </a:rPr>
              <a:t>(</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(2020, 1, 1),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.EUR</a:t>
            </a:r>
            <a:r>
              <a:rPr lang="en-US" sz="800">
                <a:solidFill>
                  <a:srgbClr val="000000"/>
                </a:solidFill>
                <a:latin typeface="Consolas" panose="020B0609020204030204" pitchFamily="49" charset="0"/>
              </a:rPr>
              <a:t>, 1);</a:t>
            </a:r>
          </a:p>
          <a:p>
            <a:r>
              <a:rPr lang="en-US" sz="800">
                <a:solidFill>
                  <a:srgbClr val="000000"/>
                </a:solidFill>
                <a:latin typeface="Consolas" panose="020B0609020204030204" pitchFamily="49" charset="0"/>
              </a:rPr>
              <a:t>        }</a:t>
            </a:r>
            <a:endParaRPr lang="en-US" sz="800">
              <a:latin typeface="+mn-lt"/>
            </a:endParaRPr>
          </a:p>
        </p:txBody>
      </p:sp>
    </p:spTree>
    <p:extLst>
      <p:ext uri="{BB962C8B-B14F-4D97-AF65-F5344CB8AC3E}">
        <p14:creationId xmlns:p14="http://schemas.microsoft.com/office/powerpoint/2010/main" val="24732413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latin typeface="Arial"/>
                <a:cs typeface="Arial"/>
              </a:rPr>
              <a:t>isolation frameworks. MOQ</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Test Doubles</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a:buNone/>
            </a:pPr>
            <a:r>
              <a:rPr lang="en-US" sz="2000" dirty="0">
                <a:ea typeface="+mj-lt"/>
                <a:cs typeface="+mj-lt"/>
              </a:rPr>
              <a:t>An isolation framework is a set of programmable APIs that makes creating of fake objects much simpler</a:t>
            </a:r>
            <a:r>
              <a:rPr lang="en-US" sz="2000" dirty="0">
                <a:solidFill>
                  <a:srgbClr val="000000"/>
                </a:solidFill>
                <a:latin typeface="+mn-lt"/>
                <a:cs typeface="Arial"/>
              </a:rPr>
              <a:t>, faster, and shorter than hand-coding them.</a:t>
            </a:r>
            <a:endParaRPr lang="en-US" dirty="0">
              <a:solidFill>
                <a:srgbClr val="000000"/>
              </a:solidFill>
              <a:latin typeface="+mn-lt"/>
              <a:cs typeface="Calibri"/>
            </a:endParaRPr>
          </a:p>
          <a:p>
            <a:pPr marL="0" indent="0">
              <a:spcBef>
                <a:spcPts val="0"/>
              </a:spcBef>
              <a:spcAft>
                <a:spcPts val="600"/>
              </a:spcAft>
              <a:buNone/>
            </a:pPr>
            <a:r>
              <a:rPr lang="en-US" sz="2000" dirty="0" err="1">
                <a:solidFill>
                  <a:srgbClr val="212121"/>
                </a:solidFill>
                <a:latin typeface="+mn-lt"/>
                <a:cs typeface="Calibri"/>
              </a:rPr>
              <a:t>Moq</a:t>
            </a:r>
            <a:r>
              <a:rPr lang="en-US" sz="2000" dirty="0">
                <a:solidFill>
                  <a:srgbClr val="212121"/>
                </a:solidFill>
                <a:latin typeface="+mn-lt"/>
                <a:cs typeface="Calibri"/>
              </a:rPr>
              <a:t> is </a:t>
            </a:r>
            <a:r>
              <a:rPr lang="en-US" sz="2000" dirty="0">
                <a:solidFill>
                  <a:srgbClr val="212121"/>
                </a:solidFill>
                <a:ea typeface="+mj-lt"/>
                <a:cs typeface="Calibri"/>
              </a:rPr>
              <a:t>t</a:t>
            </a:r>
            <a:r>
              <a:rPr lang="en-US" sz="2000" dirty="0">
                <a:ea typeface="+mj-lt"/>
                <a:cs typeface="+mj-lt"/>
              </a:rPr>
              <a:t>he most popular and friendly mocking library for .NET</a:t>
            </a:r>
            <a:endParaRPr lang="en-US" sz="2000" b="0" i="0" dirty="0">
              <a:solidFill>
                <a:srgbClr val="212121"/>
              </a:solidFill>
              <a:effectLst/>
              <a:latin typeface="+mn-lt"/>
            </a:endParaRPr>
          </a:p>
          <a:p>
            <a:pPr>
              <a:spcBef>
                <a:spcPts val="0"/>
              </a:spcBef>
              <a:spcAft>
                <a:spcPts val="600"/>
              </a:spcAft>
            </a:pPr>
            <a:endParaRPr lang="en-US" sz="2000" dirty="0">
              <a:solidFill>
                <a:srgbClr val="212121"/>
              </a:solidFill>
              <a:latin typeface="+mn-lt"/>
            </a:endParaRPr>
          </a:p>
          <a:p>
            <a:pPr marL="0" indent="0" algn="l">
              <a:spcBef>
                <a:spcPts val="0"/>
              </a:spcBef>
              <a:spcAft>
                <a:spcPts val="600"/>
              </a:spcAft>
              <a:buNone/>
            </a:pPr>
            <a:r>
              <a:rPr lang="en-US" sz="2000" b="0" i="0" dirty="0">
                <a:solidFill>
                  <a:srgbClr val="212121"/>
                </a:solidFill>
                <a:effectLst/>
                <a:latin typeface="+mn-lt"/>
                <a:cs typeface="Calibri"/>
                <a:hlinkClick r:id="rId3"/>
              </a:rPr>
              <a:t>Link on GitHub</a:t>
            </a:r>
            <a:endParaRPr lang="en-US" sz="2000" b="0" i="0" dirty="0">
              <a:solidFill>
                <a:srgbClr val="212121"/>
              </a:solidFill>
              <a:effectLst/>
              <a:latin typeface="+mn-lt"/>
              <a:cs typeface="Calibri"/>
            </a:endParaRPr>
          </a:p>
          <a:p>
            <a:pPr algn="l">
              <a:spcBef>
                <a:spcPts val="0"/>
              </a:spcBef>
              <a:spcAft>
                <a:spcPts val="600"/>
              </a:spcAft>
              <a:buFont typeface="Arial" panose="020B0604020202020204" pitchFamily="34" charset="0"/>
              <a:buChar char="•"/>
            </a:pPr>
            <a:endParaRPr lang="en-US" sz="2000" dirty="0">
              <a:solidFill>
                <a:srgbClr val="212121"/>
              </a:solidFill>
              <a:latin typeface="+mn-lt"/>
            </a:endParaRPr>
          </a:p>
          <a:p>
            <a:pPr marL="0" indent="0" algn="l">
              <a:spcBef>
                <a:spcPts val="0"/>
              </a:spcBef>
              <a:spcAft>
                <a:spcPts val="600"/>
              </a:spcAft>
              <a:buNone/>
            </a:pPr>
            <a:endParaRPr lang="en-US" sz="2000" b="0" i="0" dirty="0">
              <a:solidFill>
                <a:srgbClr val="212121"/>
              </a:solidFill>
              <a:effectLst/>
              <a:latin typeface="+mn-lt"/>
            </a:endParaRPr>
          </a:p>
          <a:p>
            <a:pPr marL="0" indent="0" algn="just">
              <a:spcBef>
                <a:spcPts val="0"/>
              </a:spcBef>
              <a:spcAft>
                <a:spcPts val="600"/>
              </a:spcAft>
              <a:buNone/>
            </a:pPr>
            <a:endParaRPr lang="en-US" sz="2000" dirty="0">
              <a:solidFill>
                <a:srgbClr val="171717"/>
              </a:solidFill>
              <a:latin typeface="+mn-lt"/>
            </a:endParaRPr>
          </a:p>
          <a:p>
            <a:pPr marL="0" indent="0" algn="just">
              <a:spcBef>
                <a:spcPts val="0"/>
              </a:spcBef>
              <a:spcAft>
                <a:spcPts val="600"/>
              </a:spcAft>
              <a:buNone/>
            </a:pPr>
            <a:endParaRPr lang="en-US" sz="2800" dirty="0">
              <a:latin typeface="+mn-lt"/>
            </a:endParaRPr>
          </a:p>
          <a:p>
            <a:pPr marL="0" indent="0" algn="just">
              <a:spcBef>
                <a:spcPts val="0"/>
              </a:spcBef>
              <a:spcAft>
                <a:spcPts val="600"/>
              </a:spcAft>
              <a:buNone/>
            </a:pPr>
            <a:endParaRPr lang="en-US" sz="2800" dirty="0">
              <a:latin typeface="+mn-lt"/>
            </a:endParaRPr>
          </a:p>
          <a:p>
            <a:pPr marL="0" indent="0" algn="just">
              <a:spcBef>
                <a:spcPts val="0"/>
              </a:spcBef>
              <a:spcAft>
                <a:spcPts val="600"/>
              </a:spcAft>
              <a:buNone/>
            </a:pPr>
            <a:endParaRPr lang="en-US" sz="2800" dirty="0">
              <a:solidFill>
                <a:schemeClr val="accent2"/>
              </a:solidFill>
              <a:latin typeface="+mn-lt"/>
            </a:endParaRPr>
          </a:p>
        </p:txBody>
      </p:sp>
      <p:pic>
        <p:nvPicPr>
          <p:cNvPr id="7170" name="Picture 2" descr="Moq · GitHub">
            <a:extLst>
              <a:ext uri="{FF2B5EF4-FFF2-40B4-BE49-F238E27FC236}">
                <a16:creationId xmlns:a16="http://schemas.microsoft.com/office/drawing/2014/main" id="{6BCD7620-F331-44E6-815B-94EB276BE5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4076" y="4484128"/>
            <a:ext cx="1705535" cy="1705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2853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46</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CURRENCY CONVERTER TEST – MOCK IMPLEMENTATION</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PRACTIcE 4</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49139" y="1509911"/>
            <a:ext cx="10856912" cy="4732627"/>
          </a:xfrm>
        </p:spPr>
        <p:txBody>
          <a:bodyPr vert="horz" lIns="0" tIns="0" rIns="0" bIns="0" rtlCol="0">
            <a:noAutofit/>
          </a:bodyPr>
          <a:lstStyle/>
          <a:p>
            <a:pPr marL="0" indent="0" algn="l">
              <a:spcBef>
                <a:spcPts val="0"/>
              </a:spcBef>
              <a:spcAft>
                <a:spcPts val="600"/>
              </a:spcAft>
              <a:buNone/>
            </a:pPr>
            <a:r>
              <a:rPr lang="en-US" sz="1600">
                <a:solidFill>
                  <a:srgbClr val="222222"/>
                </a:solidFill>
                <a:latin typeface="+mn-lt"/>
              </a:rPr>
              <a:t>Let’s implement new test for </a:t>
            </a:r>
            <a:r>
              <a:rPr lang="en-US" sz="1600" err="1">
                <a:solidFill>
                  <a:srgbClr val="222222"/>
                </a:solidFill>
                <a:latin typeface="+mn-lt"/>
              </a:rPr>
              <a:t>ConvertToCurrency</a:t>
            </a:r>
            <a:r>
              <a:rPr lang="en-US" sz="1600">
                <a:solidFill>
                  <a:srgbClr val="222222"/>
                </a:solidFill>
                <a:latin typeface="+mn-lt"/>
              </a:rPr>
              <a:t> method based on </a:t>
            </a:r>
            <a:r>
              <a:rPr lang="en-US" sz="1600" err="1">
                <a:solidFill>
                  <a:srgbClr val="2B91AF"/>
                </a:solidFill>
                <a:latin typeface="Consolas" panose="020B0609020204030204" pitchFamily="49" charset="0"/>
              </a:rPr>
              <a:t>ExchangeRatesProvider</a:t>
            </a:r>
            <a:r>
              <a:rPr lang="en-US" sz="1600">
                <a:solidFill>
                  <a:srgbClr val="2B91AF"/>
                </a:solidFill>
                <a:latin typeface="Consolas" panose="020B0609020204030204" pitchFamily="49" charset="0"/>
              </a:rPr>
              <a:t> </a:t>
            </a:r>
            <a:r>
              <a:rPr lang="en-GB" sz="1600">
                <a:solidFill>
                  <a:srgbClr val="222222"/>
                </a:solidFill>
                <a:latin typeface="+mn-lt"/>
              </a:rPr>
              <a:t>mock. </a:t>
            </a:r>
            <a:endParaRPr lang="en-US" sz="1600">
              <a:solidFill>
                <a:srgbClr val="222222"/>
              </a:solidFill>
              <a:latin typeface="+mn-lt"/>
            </a:endParaRPr>
          </a:p>
          <a:p>
            <a:pPr marL="457200" indent="-457200">
              <a:spcBef>
                <a:spcPts val="0"/>
              </a:spcBef>
              <a:spcAft>
                <a:spcPts val="600"/>
              </a:spcAft>
              <a:buAutoNum type="arabicPeriod"/>
            </a:pPr>
            <a:r>
              <a:rPr lang="en-US" sz="1600" err="1">
                <a:solidFill>
                  <a:srgbClr val="2B91AF"/>
                </a:solidFill>
                <a:latin typeface="Consolas" panose="020B0609020204030204" pitchFamily="49" charset="0"/>
              </a:rPr>
              <a:t>ExchangeRatesProviderMock</a:t>
            </a:r>
            <a:r>
              <a:rPr lang="en-US" sz="1600">
                <a:solidFill>
                  <a:srgbClr val="2B91AF"/>
                </a:solidFill>
                <a:latin typeface="Consolas" panose="020B0609020204030204" pitchFamily="49" charset="0"/>
              </a:rPr>
              <a:t> </a:t>
            </a:r>
            <a:r>
              <a:rPr lang="en-GB" sz="1600">
                <a:solidFill>
                  <a:srgbClr val="222222"/>
                </a:solidFill>
                <a:latin typeface="+mn-lt"/>
              </a:rPr>
              <a:t>should be implemented by using NuGet dependency - </a:t>
            </a:r>
            <a:r>
              <a:rPr lang="en-GB" sz="1600" err="1">
                <a:solidFill>
                  <a:srgbClr val="222222"/>
                </a:solidFill>
                <a:latin typeface="+mn-lt"/>
              </a:rPr>
              <a:t>Moq</a:t>
            </a:r>
            <a:endParaRPr lang="en-GB" sz="1600">
              <a:solidFill>
                <a:srgbClr val="222222"/>
              </a:solidFill>
              <a:latin typeface="+mn-lt"/>
            </a:endParaRPr>
          </a:p>
          <a:p>
            <a:pPr marL="457200" indent="-457200">
              <a:spcBef>
                <a:spcPts val="0"/>
              </a:spcBef>
              <a:spcAft>
                <a:spcPts val="600"/>
              </a:spcAft>
              <a:buAutoNum type="arabicPeriod"/>
            </a:pPr>
            <a:r>
              <a:rPr lang="en-US" sz="1600" err="1">
                <a:solidFill>
                  <a:srgbClr val="2B91AF"/>
                </a:solidFill>
                <a:latin typeface="Consolas" panose="020B0609020204030204" pitchFamily="49" charset="0"/>
              </a:rPr>
              <a:t>ExchangeRatesProviderMock</a:t>
            </a:r>
            <a:r>
              <a:rPr lang="en-US" sz="1600">
                <a:solidFill>
                  <a:srgbClr val="2B91AF"/>
                </a:solidFill>
                <a:latin typeface="Consolas" panose="020B0609020204030204" pitchFamily="49" charset="0"/>
              </a:rPr>
              <a:t> </a:t>
            </a:r>
            <a:r>
              <a:rPr lang="en-GB" sz="1600">
                <a:solidFill>
                  <a:srgbClr val="222222"/>
                </a:solidFill>
                <a:latin typeface="+mn-lt"/>
              </a:rPr>
              <a:t>should be trained once before all test's execution, to return the specific set of data:</a:t>
            </a:r>
          </a:p>
          <a:p>
            <a:pPr marL="188913" lvl="1" indent="0">
              <a:spcAft>
                <a:spcPts val="0"/>
              </a:spcAft>
              <a:buNone/>
            </a:pPr>
            <a:r>
              <a:rPr lang="en-GB">
                <a:solidFill>
                  <a:srgbClr val="222222"/>
                </a:solidFill>
                <a:latin typeface="+mn-lt"/>
              </a:rPr>
              <a:t>2000/1/1 – 0.75 (EUR)</a:t>
            </a:r>
          </a:p>
          <a:p>
            <a:pPr marL="188913" lvl="1" indent="0">
              <a:spcAft>
                <a:spcPts val="0"/>
              </a:spcAft>
              <a:buNone/>
            </a:pPr>
            <a:r>
              <a:rPr lang="en-GB">
                <a:solidFill>
                  <a:srgbClr val="222222"/>
                </a:solidFill>
                <a:latin typeface="+mn-lt"/>
              </a:rPr>
              <a:t>2000/1/2 – 0.81 (EUR)</a:t>
            </a:r>
          </a:p>
          <a:p>
            <a:pPr marL="188913" lvl="1" indent="0">
              <a:spcAft>
                <a:spcPts val="0"/>
              </a:spcAft>
              <a:buNone/>
            </a:pPr>
            <a:r>
              <a:rPr lang="en-GB">
                <a:solidFill>
                  <a:srgbClr val="222222"/>
                </a:solidFill>
                <a:latin typeface="+mn-lt"/>
              </a:rPr>
              <a:t>2000/1/3 – 0.79 (EUR)</a:t>
            </a:r>
          </a:p>
          <a:p>
            <a:pPr marL="188913" lvl="1" indent="0">
              <a:spcAft>
                <a:spcPts val="0"/>
              </a:spcAft>
              <a:buNone/>
            </a:pPr>
            <a:r>
              <a:rPr lang="en-GB">
                <a:solidFill>
                  <a:srgbClr val="222222"/>
                </a:solidFill>
                <a:latin typeface="+mn-lt"/>
              </a:rPr>
              <a:t>2000/1/4 – 0.82 (EUR)</a:t>
            </a:r>
          </a:p>
          <a:p>
            <a:pPr marL="188913" lvl="1" indent="0">
              <a:spcAft>
                <a:spcPts val="0"/>
              </a:spcAft>
              <a:buNone/>
            </a:pPr>
            <a:r>
              <a:rPr lang="en-GB">
                <a:solidFill>
                  <a:srgbClr val="222222"/>
                </a:solidFill>
                <a:latin typeface="+mn-lt"/>
              </a:rPr>
              <a:t>2000/1/5 – 0.89 (EUR)</a:t>
            </a:r>
          </a:p>
          <a:p>
            <a:pPr marL="188913" lvl="1" indent="0">
              <a:spcAft>
                <a:spcPts val="600"/>
              </a:spcAft>
              <a:buNone/>
            </a:pPr>
            <a:r>
              <a:rPr lang="en-GB">
                <a:solidFill>
                  <a:srgbClr val="222222"/>
                </a:solidFill>
                <a:latin typeface="+mn-lt"/>
              </a:rPr>
              <a:t>Any date – 1 (USD)</a:t>
            </a:r>
          </a:p>
          <a:p>
            <a:pPr marL="188913" lvl="1" indent="0">
              <a:spcAft>
                <a:spcPts val="600"/>
              </a:spcAft>
              <a:buNone/>
            </a:pPr>
            <a:r>
              <a:rPr lang="en-GB">
                <a:solidFill>
                  <a:srgbClr val="222222"/>
                </a:solidFill>
                <a:latin typeface="+mn-lt"/>
              </a:rPr>
              <a:t>This should be done in </a:t>
            </a:r>
            <a:r>
              <a:rPr lang="da-DK" err="1">
                <a:solidFill>
                  <a:srgbClr val="2B91AF"/>
                </a:solidFill>
                <a:latin typeface="Consolas" panose="020B0609020204030204" pitchFamily="49" charset="0"/>
              </a:rPr>
              <a:t>ClassInitialize</a:t>
            </a:r>
            <a:r>
              <a:rPr lang="en-US">
                <a:effectLst/>
                <a:latin typeface="+mn-lt"/>
              </a:rPr>
              <a:t>.</a:t>
            </a:r>
            <a:endParaRPr lang="en-GB">
              <a:solidFill>
                <a:srgbClr val="222222"/>
              </a:solidFill>
              <a:latin typeface="+mn-lt"/>
            </a:endParaRPr>
          </a:p>
          <a:p>
            <a:pPr marL="457200" indent="-457200">
              <a:spcBef>
                <a:spcPts val="0"/>
              </a:spcBef>
              <a:spcAft>
                <a:spcPts val="600"/>
              </a:spcAft>
              <a:buAutoNum type="arabicPeriod"/>
            </a:pPr>
            <a:r>
              <a:rPr lang="en-US" sz="1600">
                <a:latin typeface="+mn-lt"/>
              </a:rPr>
              <a:t>Test the result for USD currency at 2000/1/1 and 2000/1/2</a:t>
            </a:r>
          </a:p>
          <a:p>
            <a:pPr marL="457200" indent="-457200">
              <a:spcBef>
                <a:spcPts val="0"/>
              </a:spcBef>
              <a:spcAft>
                <a:spcPts val="600"/>
              </a:spcAft>
              <a:buAutoNum type="arabicPeriod"/>
            </a:pPr>
            <a:r>
              <a:rPr lang="en-US" sz="1600">
                <a:effectLst/>
                <a:latin typeface="+mn-lt"/>
              </a:rPr>
              <a:t>Test the result for EUR currency at </a:t>
            </a:r>
            <a:r>
              <a:rPr lang="en-US" sz="1600">
                <a:latin typeface="+mn-lt"/>
              </a:rPr>
              <a:t>2000/1/1, 2000/1/2 and 2000/1/3</a:t>
            </a:r>
          </a:p>
          <a:p>
            <a:pPr marL="457200" indent="-457200">
              <a:spcBef>
                <a:spcPts val="0"/>
              </a:spcBef>
              <a:spcAft>
                <a:spcPts val="600"/>
              </a:spcAft>
              <a:buAutoNum type="arabicPeriod"/>
            </a:pPr>
            <a:r>
              <a:rPr lang="en-US" sz="1600">
                <a:solidFill>
                  <a:srgbClr val="222222"/>
                </a:solidFill>
                <a:latin typeface="+mn-lt"/>
              </a:rPr>
              <a:t>Using Moq functionality verify that method </a:t>
            </a:r>
            <a:r>
              <a:rPr lang="en-US" sz="1600" err="1">
                <a:solidFill>
                  <a:srgbClr val="000000"/>
                </a:solidFill>
                <a:latin typeface="+mn-lt"/>
              </a:rPr>
              <a:t>GetExchangeRate</a:t>
            </a:r>
            <a:r>
              <a:rPr lang="en-US" sz="1600">
                <a:solidFill>
                  <a:srgbClr val="000000"/>
                </a:solidFill>
                <a:latin typeface="+mn-lt"/>
              </a:rPr>
              <a:t> is called 2 times for USD currency, 3 times for EUR currency and 1 time for any currency at 2000/1/3</a:t>
            </a:r>
          </a:p>
          <a:p>
            <a:pPr marL="457200" indent="-457200">
              <a:spcBef>
                <a:spcPts val="0"/>
              </a:spcBef>
              <a:spcAft>
                <a:spcPts val="600"/>
              </a:spcAft>
              <a:buAutoNum type="arabicPeriod"/>
            </a:pPr>
            <a:r>
              <a:rPr lang="en-US" sz="1600">
                <a:solidFill>
                  <a:srgbClr val="000000"/>
                </a:solidFill>
                <a:latin typeface="+mn-lt"/>
              </a:rPr>
              <a:t>Check the final test coverage of your solution.</a:t>
            </a:r>
          </a:p>
          <a:p>
            <a:pPr marL="457200" indent="-457200">
              <a:spcBef>
                <a:spcPts val="0"/>
              </a:spcBef>
              <a:spcAft>
                <a:spcPts val="600"/>
              </a:spcAft>
              <a:buAutoNum type="arabicPeriod"/>
            </a:pPr>
            <a:r>
              <a:rPr lang="en-US" sz="1600" b="0" i="0">
                <a:solidFill>
                  <a:srgbClr val="000000"/>
                </a:solidFill>
                <a:effectLst/>
                <a:latin typeface="+mn-lt"/>
              </a:rPr>
              <a:t>Update your test with </a:t>
            </a:r>
            <a:r>
              <a:rPr lang="en-US" sz="1600">
                <a:solidFill>
                  <a:srgbClr val="2B91AF"/>
                </a:solidFill>
                <a:latin typeface="Consolas" panose="020B0609020204030204" pitchFamily="49" charset="0"/>
              </a:rPr>
              <a:t>TestCleanup</a:t>
            </a:r>
            <a:r>
              <a:rPr lang="en-US" sz="1600" b="0" i="0">
                <a:solidFill>
                  <a:srgbClr val="000000"/>
                </a:solidFill>
                <a:effectLst/>
                <a:latin typeface="+mn-lt"/>
              </a:rPr>
              <a:t> method to reset invocations history for mock object after each test execution</a:t>
            </a:r>
            <a:endParaRPr lang="en-US" sz="1600" b="0" i="0">
              <a:solidFill>
                <a:srgbClr val="222222"/>
              </a:solidFill>
              <a:effectLst/>
              <a:latin typeface="+mn-lt"/>
            </a:endParaRPr>
          </a:p>
          <a:p>
            <a:pPr marL="0" indent="0" algn="just">
              <a:spcBef>
                <a:spcPts val="0"/>
              </a:spcBef>
              <a:spcAft>
                <a:spcPts val="600"/>
              </a:spcAft>
              <a:buNone/>
            </a:pPr>
            <a:endParaRPr lang="en-GB">
              <a:solidFill>
                <a:schemeClr val="accent2"/>
              </a:solidFill>
              <a:latin typeface="+mn-lt"/>
            </a:endParaRPr>
          </a:p>
          <a:p>
            <a:pPr marL="0" indent="0" algn="just">
              <a:spcBef>
                <a:spcPts val="0"/>
              </a:spcBef>
              <a:spcAft>
                <a:spcPts val="600"/>
              </a:spcAft>
              <a:buNone/>
            </a:pPr>
            <a:endParaRPr lang="en-US">
              <a:solidFill>
                <a:schemeClr val="accent2"/>
              </a:solidFill>
              <a:latin typeface="+mn-lt"/>
            </a:endParaRPr>
          </a:p>
          <a:p>
            <a:pPr marL="0" indent="0" algn="just">
              <a:spcBef>
                <a:spcPts val="0"/>
              </a:spcBef>
              <a:spcAft>
                <a:spcPts val="600"/>
              </a:spcAft>
              <a:buNone/>
            </a:pPr>
            <a:endParaRPr lang="en-US">
              <a:solidFill>
                <a:schemeClr val="accent2"/>
              </a:solidFill>
              <a:latin typeface="+mn-lt"/>
            </a:endParaRPr>
          </a:p>
          <a:p>
            <a:pPr marL="0" indent="0" algn="just">
              <a:spcBef>
                <a:spcPts val="0"/>
              </a:spcBef>
              <a:spcAft>
                <a:spcPts val="600"/>
              </a:spcAft>
              <a:buNone/>
            </a:pPr>
            <a:endParaRPr lang="en-US">
              <a:solidFill>
                <a:schemeClr val="accent2"/>
              </a:solidFill>
              <a:latin typeface="+mn-lt"/>
            </a:endParaRPr>
          </a:p>
          <a:p>
            <a:pPr marL="0" indent="0" algn="just">
              <a:spcBef>
                <a:spcPts val="0"/>
              </a:spcBef>
              <a:spcAft>
                <a:spcPts val="600"/>
              </a:spcAft>
              <a:buNone/>
            </a:pPr>
            <a:endParaRPr lang="en-US">
              <a:solidFill>
                <a:schemeClr val="accent2"/>
              </a:solidFill>
              <a:latin typeface="+mn-lt"/>
            </a:endParaRPr>
          </a:p>
          <a:p>
            <a:pPr marL="0" indent="0" algn="just">
              <a:spcBef>
                <a:spcPts val="0"/>
              </a:spcBef>
              <a:spcAft>
                <a:spcPts val="600"/>
              </a:spcAft>
              <a:buNone/>
            </a:pPr>
            <a:endParaRPr lang="en-US">
              <a:solidFill>
                <a:schemeClr val="accent2"/>
              </a:solidFill>
              <a:latin typeface="+mn-lt"/>
            </a:endParaRPr>
          </a:p>
        </p:txBody>
      </p:sp>
      <p:pic>
        <p:nvPicPr>
          <p:cNvPr id="6" name="Graphic 5" descr="Flask">
            <a:extLst>
              <a:ext uri="{FF2B5EF4-FFF2-40B4-BE49-F238E27FC236}">
                <a16:creationId xmlns:a16="http://schemas.microsoft.com/office/drawing/2014/main" id="{8D9403F3-A43A-42A4-BB86-E8668CF602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7097164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47</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CURRENCY CONVERTER TEST – mock IMPLEMENTATION</a:t>
            </a:r>
            <a:endParaRPr lang="en-US"/>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latin typeface="Roboto"/>
              </a:rPr>
              <a:t>PRACTIcE 4</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49139" y="1445152"/>
            <a:ext cx="11248452" cy="4911226"/>
          </a:xfrm>
        </p:spPr>
        <p:txBody>
          <a:bodyPr vert="horz" lIns="0" tIns="0" rIns="0" bIns="0" rtlCol="0">
            <a:noAutofit/>
          </a:bodyPr>
          <a:lstStyle/>
          <a:p>
            <a:pPr marL="0" indent="0">
              <a:spcBef>
                <a:spcPts val="0"/>
              </a:spcBef>
              <a:spcAft>
                <a:spcPts val="0"/>
              </a:spcAft>
              <a:buNone/>
            </a:pPr>
            <a:r>
              <a:rPr lang="en-US" sz="800" noProof="1">
                <a:solidFill>
                  <a:srgbClr val="0000FF"/>
                </a:solidFill>
                <a:latin typeface="Consolas" panose="020B0609020204030204" pitchFamily="49" charset="0"/>
              </a:rPr>
              <a:t>       private</a:t>
            </a:r>
            <a:r>
              <a:rPr lang="en-US" sz="800" noProof="1">
                <a:solidFill>
                  <a:srgbClr val="000000"/>
                </a:solidFill>
                <a:latin typeface="Consolas" panose="020B0609020204030204" pitchFamily="49" charset="0"/>
              </a:rPr>
              <a:t> </a:t>
            </a:r>
            <a:r>
              <a:rPr lang="en-US" sz="800" noProof="1">
                <a:solidFill>
                  <a:srgbClr val="0000FF"/>
                </a:solidFill>
                <a:latin typeface="Consolas" panose="020B0609020204030204" pitchFamily="49" charset="0"/>
              </a:rPr>
              <a:t>static</a:t>
            </a:r>
            <a:r>
              <a:rPr lang="en-US" sz="800" noProof="1">
                <a:solidFill>
                  <a:srgbClr val="000000"/>
                </a:solidFill>
                <a:latin typeface="Consolas" panose="020B0609020204030204" pitchFamily="49" charset="0"/>
              </a:rPr>
              <a:t> </a:t>
            </a:r>
            <a:r>
              <a:rPr lang="en-US" sz="800" noProof="1">
                <a:solidFill>
                  <a:srgbClr val="0000FF"/>
                </a:solidFill>
                <a:latin typeface="Consolas" panose="020B0609020204030204" pitchFamily="49" charset="0"/>
              </a:rPr>
              <a:t>readonly</a:t>
            </a:r>
            <a:r>
              <a:rPr lang="en-US" sz="800" noProof="1">
                <a:solidFill>
                  <a:srgbClr val="000000"/>
                </a:solidFill>
                <a:latin typeface="Consolas" panose="020B0609020204030204" pitchFamily="49" charset="0"/>
              </a:rPr>
              <a:t> </a:t>
            </a:r>
            <a:r>
              <a:rPr lang="en-US" sz="800" noProof="1">
                <a:solidFill>
                  <a:srgbClr val="2B91AF"/>
                </a:solidFill>
                <a:latin typeface="Consolas" panose="020B0609020204030204" pitchFamily="49" charset="0"/>
              </a:rPr>
              <a:t>Mock</a:t>
            </a:r>
            <a:r>
              <a:rPr lang="en-US" sz="800" noProof="1">
                <a:solidFill>
                  <a:srgbClr val="000000"/>
                </a:solidFill>
                <a:latin typeface="Consolas" panose="020B0609020204030204" pitchFamily="49" charset="0"/>
              </a:rPr>
              <a:t>&lt;</a:t>
            </a:r>
            <a:r>
              <a:rPr lang="en-US" sz="800" noProof="1">
                <a:solidFill>
                  <a:srgbClr val="2B91AF"/>
                </a:solidFill>
                <a:latin typeface="Consolas" panose="020B0609020204030204" pitchFamily="49" charset="0"/>
              </a:rPr>
              <a:t>IExchangeRatesProvider</a:t>
            </a:r>
            <a:r>
              <a:rPr lang="en-US" sz="800" noProof="1">
                <a:solidFill>
                  <a:srgbClr val="000000"/>
                </a:solidFill>
                <a:latin typeface="Consolas" panose="020B0609020204030204" pitchFamily="49" charset="0"/>
              </a:rPr>
              <a:t>&gt; _exchangeRatesProviderMock = </a:t>
            </a:r>
            <a:r>
              <a:rPr lang="en-US" sz="800" noProof="1">
                <a:solidFill>
                  <a:srgbClr val="0000FF"/>
                </a:solidFill>
                <a:latin typeface="Consolas" panose="020B0609020204030204" pitchFamily="49" charset="0"/>
              </a:rPr>
              <a:t>new</a:t>
            </a:r>
            <a:r>
              <a:rPr lang="en-US" sz="800" noProof="1">
                <a:solidFill>
                  <a:srgbClr val="000000"/>
                </a:solidFill>
                <a:latin typeface="Consolas" panose="020B0609020204030204" pitchFamily="49" charset="0"/>
              </a:rPr>
              <a:t> </a:t>
            </a:r>
            <a:r>
              <a:rPr lang="en-US" sz="800" noProof="1">
                <a:solidFill>
                  <a:srgbClr val="2B91AF"/>
                </a:solidFill>
                <a:latin typeface="Consolas" panose="020B0609020204030204" pitchFamily="49" charset="0"/>
              </a:rPr>
              <a:t>Mock</a:t>
            </a:r>
            <a:r>
              <a:rPr lang="en-US" sz="800" noProof="1">
                <a:solidFill>
                  <a:srgbClr val="000000"/>
                </a:solidFill>
                <a:latin typeface="Consolas" panose="020B0609020204030204" pitchFamily="49" charset="0"/>
              </a:rPr>
              <a:t>&lt;</a:t>
            </a:r>
            <a:r>
              <a:rPr lang="en-US" sz="800" noProof="1">
                <a:solidFill>
                  <a:srgbClr val="2B91AF"/>
                </a:solidFill>
                <a:latin typeface="Consolas" panose="020B0609020204030204" pitchFamily="49" charset="0"/>
              </a:rPr>
              <a:t>IExchangeRatesProvider</a:t>
            </a:r>
            <a:r>
              <a:rPr lang="en-US" sz="800" noProof="1">
                <a:solidFill>
                  <a:srgbClr val="000000"/>
                </a:solidFill>
                <a:latin typeface="Consolas" panose="020B0609020204030204" pitchFamily="49" charset="0"/>
              </a:rPr>
              <a:t>&gt;();</a:t>
            </a:r>
          </a:p>
          <a:p>
            <a:pPr marL="0" indent="0">
              <a:spcBef>
                <a:spcPts val="0"/>
              </a:spcBef>
              <a:spcAft>
                <a:spcPts val="0"/>
              </a:spcAft>
              <a:buNone/>
            </a:pPr>
            <a:endParaRPr lang="en-US" sz="800" noProof="1">
              <a:solidFill>
                <a:srgbClr val="000000"/>
              </a:solidFill>
              <a:latin typeface="Consolas" panose="020B0609020204030204" pitchFamily="49" charset="0"/>
            </a:endParaRPr>
          </a:p>
          <a:p>
            <a:pPr marL="0" indent="0">
              <a:spcBef>
                <a:spcPts val="0"/>
              </a:spcBef>
              <a:spcAft>
                <a:spcPts val="0"/>
              </a:spcAft>
              <a:buNone/>
            </a:pPr>
            <a:r>
              <a:rPr lang="en-US" sz="800" noProof="1">
                <a:solidFill>
                  <a:srgbClr val="000000"/>
                </a:solidFill>
                <a:latin typeface="Consolas" panose="020B0609020204030204" pitchFamily="49" charset="0"/>
              </a:rPr>
              <a:t>       [</a:t>
            </a:r>
            <a:r>
              <a:rPr lang="en-US" sz="800" noProof="1">
                <a:solidFill>
                  <a:srgbClr val="2B91AF"/>
                </a:solidFill>
                <a:latin typeface="Consolas" panose="020B0609020204030204" pitchFamily="49" charset="0"/>
              </a:rPr>
              <a:t>ClassInitialize</a:t>
            </a:r>
            <a:r>
              <a:rPr lang="en-US" sz="800" noProof="1">
                <a:solidFill>
                  <a:srgbClr val="000000"/>
                </a:solidFill>
                <a:latin typeface="Consolas" panose="020B0609020204030204" pitchFamily="49" charset="0"/>
              </a:rPr>
              <a:t>]</a:t>
            </a:r>
          </a:p>
          <a:p>
            <a:pPr marL="0" indent="0">
              <a:spcBef>
                <a:spcPts val="0"/>
              </a:spcBef>
              <a:spcAft>
                <a:spcPts val="0"/>
              </a:spcAft>
              <a:buNone/>
            </a:pPr>
            <a:r>
              <a:rPr lang="en-US" sz="800" noProof="1">
                <a:solidFill>
                  <a:srgbClr val="0000FF"/>
                </a:solidFill>
                <a:latin typeface="Consolas" panose="020B0609020204030204" pitchFamily="49" charset="0"/>
              </a:rPr>
              <a:t>       public</a:t>
            </a:r>
            <a:r>
              <a:rPr lang="en-US" sz="800" noProof="1">
                <a:solidFill>
                  <a:srgbClr val="000000"/>
                </a:solidFill>
                <a:latin typeface="Consolas" panose="020B0609020204030204" pitchFamily="49" charset="0"/>
              </a:rPr>
              <a:t> </a:t>
            </a:r>
            <a:r>
              <a:rPr lang="en-US" sz="800" noProof="1">
                <a:solidFill>
                  <a:srgbClr val="0000FF"/>
                </a:solidFill>
                <a:latin typeface="Consolas" panose="020B0609020204030204" pitchFamily="49" charset="0"/>
              </a:rPr>
              <a:t>static</a:t>
            </a:r>
            <a:r>
              <a:rPr lang="en-US" sz="800" noProof="1">
                <a:solidFill>
                  <a:srgbClr val="000000"/>
                </a:solidFill>
                <a:latin typeface="Consolas" panose="020B0609020204030204" pitchFamily="49" charset="0"/>
              </a:rPr>
              <a:t> </a:t>
            </a:r>
            <a:r>
              <a:rPr lang="en-US" sz="800" noProof="1">
                <a:solidFill>
                  <a:srgbClr val="0000FF"/>
                </a:solidFill>
                <a:latin typeface="Consolas" panose="020B0609020204030204" pitchFamily="49" charset="0"/>
              </a:rPr>
              <a:t>void</a:t>
            </a:r>
            <a:r>
              <a:rPr lang="en-US" sz="800" noProof="1">
                <a:solidFill>
                  <a:srgbClr val="000000"/>
                </a:solidFill>
                <a:latin typeface="Consolas" panose="020B0609020204030204" pitchFamily="49" charset="0"/>
              </a:rPr>
              <a:t> ClassInitializer(</a:t>
            </a:r>
            <a:r>
              <a:rPr lang="en-US" sz="800" noProof="1">
                <a:solidFill>
                  <a:srgbClr val="2B91AF"/>
                </a:solidFill>
                <a:latin typeface="Consolas" panose="020B0609020204030204" pitchFamily="49" charset="0"/>
              </a:rPr>
              <a:t>TestContext</a:t>
            </a:r>
            <a:r>
              <a:rPr lang="en-US" sz="800" noProof="1">
                <a:solidFill>
                  <a:srgbClr val="000000"/>
                </a:solidFill>
                <a:latin typeface="Consolas" panose="020B0609020204030204" pitchFamily="49" charset="0"/>
              </a:rPr>
              <a:t> context) {</a:t>
            </a:r>
          </a:p>
          <a:p>
            <a:pPr marL="0" indent="0">
              <a:spcBef>
                <a:spcPts val="0"/>
              </a:spcBef>
              <a:spcAft>
                <a:spcPts val="0"/>
              </a:spcAft>
              <a:buNone/>
            </a:pPr>
            <a:r>
              <a:rPr lang="en-US" sz="800" noProof="1">
                <a:solidFill>
                  <a:srgbClr val="000000"/>
                </a:solidFill>
                <a:latin typeface="Consolas" panose="020B0609020204030204" pitchFamily="49" charset="0"/>
              </a:rPr>
              <a:t>            _exchangeRatesProviderMock.Setup(provider =&gt; provider.GetExchangeRate(</a:t>
            </a:r>
            <a:r>
              <a:rPr lang="en-US" sz="800" noProof="1">
                <a:solidFill>
                  <a:srgbClr val="2B91AF"/>
                </a:solidFill>
                <a:latin typeface="Consolas" panose="020B0609020204030204" pitchFamily="49" charset="0"/>
              </a:rPr>
              <a:t>Currencies</a:t>
            </a:r>
            <a:r>
              <a:rPr lang="en-US" sz="800" noProof="1">
                <a:solidFill>
                  <a:srgbClr val="000000"/>
                </a:solidFill>
                <a:latin typeface="Consolas" panose="020B0609020204030204" pitchFamily="49" charset="0"/>
              </a:rPr>
              <a:t>.EUR, </a:t>
            </a:r>
            <a:r>
              <a:rPr lang="en-US" sz="800" noProof="1">
                <a:solidFill>
                  <a:srgbClr val="0000FF"/>
                </a:solidFill>
                <a:latin typeface="Consolas" panose="020B0609020204030204" pitchFamily="49" charset="0"/>
              </a:rPr>
              <a:t>new</a:t>
            </a:r>
            <a:r>
              <a:rPr lang="en-US" sz="800" noProof="1">
                <a:solidFill>
                  <a:srgbClr val="000000"/>
                </a:solidFill>
                <a:latin typeface="Consolas" panose="020B0609020204030204" pitchFamily="49" charset="0"/>
              </a:rPr>
              <a:t> </a:t>
            </a:r>
            <a:r>
              <a:rPr lang="en-US" sz="800" noProof="1">
                <a:solidFill>
                  <a:srgbClr val="2B91AF"/>
                </a:solidFill>
                <a:latin typeface="Consolas" panose="020B0609020204030204" pitchFamily="49" charset="0"/>
              </a:rPr>
              <a:t>DateTime</a:t>
            </a:r>
            <a:r>
              <a:rPr lang="en-US" sz="800" noProof="1">
                <a:solidFill>
                  <a:srgbClr val="000000"/>
                </a:solidFill>
                <a:latin typeface="Consolas" panose="020B0609020204030204" pitchFamily="49" charset="0"/>
              </a:rPr>
              <a:t>(2000, 1, 1)))</a:t>
            </a:r>
          </a:p>
          <a:p>
            <a:pPr marL="0" indent="0">
              <a:spcBef>
                <a:spcPts val="0"/>
              </a:spcBef>
              <a:spcAft>
                <a:spcPts val="0"/>
              </a:spcAft>
              <a:buNone/>
            </a:pPr>
            <a:r>
              <a:rPr lang="en-US" sz="800" noProof="1">
                <a:solidFill>
                  <a:srgbClr val="000000"/>
                </a:solidFill>
                <a:latin typeface="Consolas" panose="020B0609020204030204" pitchFamily="49" charset="0"/>
              </a:rPr>
              <a:t>                                .Returns(0.75);</a:t>
            </a:r>
          </a:p>
          <a:p>
            <a:pPr marL="0" indent="0">
              <a:spcBef>
                <a:spcPts val="0"/>
              </a:spcBef>
              <a:spcAft>
                <a:spcPts val="0"/>
              </a:spcAft>
              <a:buNone/>
            </a:pPr>
            <a:r>
              <a:rPr lang="en-US" sz="800" noProof="1">
                <a:solidFill>
                  <a:srgbClr val="000000"/>
                </a:solidFill>
                <a:latin typeface="Consolas" panose="020B0609020204030204" pitchFamily="49" charset="0"/>
              </a:rPr>
              <a:t>            _exchangeRatesProviderMock.Setup(provider =&gt; provider.GetExchangeRate(</a:t>
            </a:r>
            <a:r>
              <a:rPr lang="en-US" sz="800" noProof="1">
                <a:solidFill>
                  <a:srgbClr val="2B91AF"/>
                </a:solidFill>
                <a:latin typeface="Consolas" panose="020B0609020204030204" pitchFamily="49" charset="0"/>
              </a:rPr>
              <a:t>Currencies</a:t>
            </a:r>
            <a:r>
              <a:rPr lang="en-US" sz="800" noProof="1">
                <a:solidFill>
                  <a:srgbClr val="000000"/>
                </a:solidFill>
                <a:latin typeface="Consolas" panose="020B0609020204030204" pitchFamily="49" charset="0"/>
              </a:rPr>
              <a:t>.EUR, </a:t>
            </a:r>
            <a:r>
              <a:rPr lang="en-US" sz="800" noProof="1">
                <a:solidFill>
                  <a:srgbClr val="0000FF"/>
                </a:solidFill>
                <a:latin typeface="Consolas" panose="020B0609020204030204" pitchFamily="49" charset="0"/>
              </a:rPr>
              <a:t>new</a:t>
            </a:r>
            <a:r>
              <a:rPr lang="en-US" sz="800" noProof="1">
                <a:solidFill>
                  <a:srgbClr val="000000"/>
                </a:solidFill>
                <a:latin typeface="Consolas" panose="020B0609020204030204" pitchFamily="49" charset="0"/>
              </a:rPr>
              <a:t> </a:t>
            </a:r>
            <a:r>
              <a:rPr lang="en-US" sz="800" noProof="1">
                <a:solidFill>
                  <a:srgbClr val="2B91AF"/>
                </a:solidFill>
                <a:latin typeface="Consolas" panose="020B0609020204030204" pitchFamily="49" charset="0"/>
              </a:rPr>
              <a:t>DateTime</a:t>
            </a:r>
            <a:r>
              <a:rPr lang="en-US" sz="800" noProof="1">
                <a:solidFill>
                  <a:srgbClr val="000000"/>
                </a:solidFill>
                <a:latin typeface="Consolas" panose="020B0609020204030204" pitchFamily="49" charset="0"/>
              </a:rPr>
              <a:t>(2000, 1, 2)))</a:t>
            </a:r>
          </a:p>
          <a:p>
            <a:pPr marL="0" indent="0">
              <a:spcBef>
                <a:spcPts val="0"/>
              </a:spcBef>
              <a:spcAft>
                <a:spcPts val="0"/>
              </a:spcAft>
              <a:buNone/>
            </a:pPr>
            <a:r>
              <a:rPr lang="en-US" sz="800" noProof="1">
                <a:solidFill>
                  <a:srgbClr val="000000"/>
                </a:solidFill>
                <a:latin typeface="Consolas" panose="020B0609020204030204" pitchFamily="49" charset="0"/>
              </a:rPr>
              <a:t>                                .Returns(0.81);</a:t>
            </a:r>
          </a:p>
          <a:p>
            <a:pPr marL="0" indent="0">
              <a:spcBef>
                <a:spcPts val="0"/>
              </a:spcBef>
              <a:spcAft>
                <a:spcPts val="0"/>
              </a:spcAft>
              <a:buNone/>
            </a:pPr>
            <a:r>
              <a:rPr lang="en-US" sz="800" noProof="1">
                <a:solidFill>
                  <a:srgbClr val="000000"/>
                </a:solidFill>
                <a:latin typeface="Consolas" panose="020B0609020204030204" pitchFamily="49" charset="0"/>
              </a:rPr>
              <a:t>            _exchangeRatesProviderMock.Setup(provider =&gt; provider.GetExchangeRate(</a:t>
            </a:r>
            <a:r>
              <a:rPr lang="en-US" sz="800" noProof="1">
                <a:solidFill>
                  <a:srgbClr val="2B91AF"/>
                </a:solidFill>
                <a:latin typeface="Consolas" panose="020B0609020204030204" pitchFamily="49" charset="0"/>
              </a:rPr>
              <a:t>Currencies</a:t>
            </a:r>
            <a:r>
              <a:rPr lang="en-US" sz="800" noProof="1">
                <a:solidFill>
                  <a:srgbClr val="000000"/>
                </a:solidFill>
                <a:latin typeface="Consolas" panose="020B0609020204030204" pitchFamily="49" charset="0"/>
              </a:rPr>
              <a:t>.EUR, </a:t>
            </a:r>
            <a:r>
              <a:rPr lang="en-US" sz="800" noProof="1">
                <a:solidFill>
                  <a:srgbClr val="0000FF"/>
                </a:solidFill>
                <a:latin typeface="Consolas" panose="020B0609020204030204" pitchFamily="49" charset="0"/>
              </a:rPr>
              <a:t>new</a:t>
            </a:r>
            <a:r>
              <a:rPr lang="en-US" sz="800" noProof="1">
                <a:solidFill>
                  <a:srgbClr val="000000"/>
                </a:solidFill>
                <a:latin typeface="Consolas" panose="020B0609020204030204" pitchFamily="49" charset="0"/>
              </a:rPr>
              <a:t> </a:t>
            </a:r>
            <a:r>
              <a:rPr lang="en-US" sz="800" noProof="1">
                <a:solidFill>
                  <a:srgbClr val="2B91AF"/>
                </a:solidFill>
                <a:latin typeface="Consolas" panose="020B0609020204030204" pitchFamily="49" charset="0"/>
              </a:rPr>
              <a:t>DateTime</a:t>
            </a:r>
            <a:r>
              <a:rPr lang="en-US" sz="800" noProof="1">
                <a:solidFill>
                  <a:srgbClr val="000000"/>
                </a:solidFill>
                <a:latin typeface="Consolas" panose="020B0609020204030204" pitchFamily="49" charset="0"/>
              </a:rPr>
              <a:t>(2000, 1, 3)))</a:t>
            </a:r>
          </a:p>
          <a:p>
            <a:pPr marL="0" indent="0">
              <a:spcBef>
                <a:spcPts val="0"/>
              </a:spcBef>
              <a:spcAft>
                <a:spcPts val="0"/>
              </a:spcAft>
              <a:buNone/>
            </a:pPr>
            <a:r>
              <a:rPr lang="en-US" sz="800" noProof="1">
                <a:solidFill>
                  <a:srgbClr val="000000"/>
                </a:solidFill>
                <a:latin typeface="Consolas" panose="020B0609020204030204" pitchFamily="49" charset="0"/>
              </a:rPr>
              <a:t>                                .Returns(0.79);</a:t>
            </a:r>
          </a:p>
          <a:p>
            <a:pPr marL="0" indent="0">
              <a:spcBef>
                <a:spcPts val="0"/>
              </a:spcBef>
              <a:spcAft>
                <a:spcPts val="0"/>
              </a:spcAft>
              <a:buNone/>
            </a:pPr>
            <a:r>
              <a:rPr lang="en-US" sz="800" noProof="1">
                <a:solidFill>
                  <a:srgbClr val="000000"/>
                </a:solidFill>
                <a:latin typeface="Consolas" panose="020B0609020204030204" pitchFamily="49" charset="0"/>
              </a:rPr>
              <a:t>            _exchangeRatesProviderMock.Setup(provider =&gt; provider.GetExchangeRate(</a:t>
            </a:r>
            <a:r>
              <a:rPr lang="en-US" sz="800" noProof="1">
                <a:solidFill>
                  <a:srgbClr val="2B91AF"/>
                </a:solidFill>
                <a:latin typeface="Consolas" panose="020B0609020204030204" pitchFamily="49" charset="0"/>
              </a:rPr>
              <a:t>Currencies</a:t>
            </a:r>
            <a:r>
              <a:rPr lang="en-US" sz="800" noProof="1">
                <a:solidFill>
                  <a:srgbClr val="000000"/>
                </a:solidFill>
                <a:latin typeface="Consolas" panose="020B0609020204030204" pitchFamily="49" charset="0"/>
              </a:rPr>
              <a:t>.EUR, </a:t>
            </a:r>
            <a:r>
              <a:rPr lang="en-US" sz="800" noProof="1">
                <a:solidFill>
                  <a:srgbClr val="0000FF"/>
                </a:solidFill>
                <a:latin typeface="Consolas" panose="020B0609020204030204" pitchFamily="49" charset="0"/>
              </a:rPr>
              <a:t>new</a:t>
            </a:r>
            <a:r>
              <a:rPr lang="en-US" sz="800" noProof="1">
                <a:solidFill>
                  <a:srgbClr val="000000"/>
                </a:solidFill>
                <a:latin typeface="Consolas" panose="020B0609020204030204" pitchFamily="49" charset="0"/>
              </a:rPr>
              <a:t> </a:t>
            </a:r>
            <a:r>
              <a:rPr lang="en-US" sz="800" noProof="1">
                <a:solidFill>
                  <a:srgbClr val="2B91AF"/>
                </a:solidFill>
                <a:latin typeface="Consolas" panose="020B0609020204030204" pitchFamily="49" charset="0"/>
              </a:rPr>
              <a:t>DateTime</a:t>
            </a:r>
            <a:r>
              <a:rPr lang="en-US" sz="800" noProof="1">
                <a:solidFill>
                  <a:srgbClr val="000000"/>
                </a:solidFill>
                <a:latin typeface="Consolas" panose="020B0609020204030204" pitchFamily="49" charset="0"/>
              </a:rPr>
              <a:t>(2000, 1, 4)))</a:t>
            </a:r>
          </a:p>
          <a:p>
            <a:pPr marL="0" indent="0">
              <a:spcBef>
                <a:spcPts val="0"/>
              </a:spcBef>
              <a:spcAft>
                <a:spcPts val="0"/>
              </a:spcAft>
              <a:buNone/>
            </a:pPr>
            <a:r>
              <a:rPr lang="en-US" sz="800" noProof="1">
                <a:solidFill>
                  <a:srgbClr val="000000"/>
                </a:solidFill>
                <a:latin typeface="Consolas" panose="020B0609020204030204" pitchFamily="49" charset="0"/>
              </a:rPr>
              <a:t>                                .Returns(0.82);</a:t>
            </a:r>
          </a:p>
          <a:p>
            <a:pPr marL="0" indent="0">
              <a:spcBef>
                <a:spcPts val="0"/>
              </a:spcBef>
              <a:spcAft>
                <a:spcPts val="0"/>
              </a:spcAft>
              <a:buNone/>
            </a:pPr>
            <a:r>
              <a:rPr lang="en-US" sz="800" noProof="1">
                <a:solidFill>
                  <a:srgbClr val="000000"/>
                </a:solidFill>
                <a:latin typeface="Consolas" panose="020B0609020204030204" pitchFamily="49" charset="0"/>
              </a:rPr>
              <a:t>            _exchangeRatesProviderMock.Setup(provider =&gt; provider.GetExchangeRate(</a:t>
            </a:r>
            <a:r>
              <a:rPr lang="en-US" sz="800" noProof="1">
                <a:solidFill>
                  <a:srgbClr val="2B91AF"/>
                </a:solidFill>
                <a:latin typeface="Consolas" panose="020B0609020204030204" pitchFamily="49" charset="0"/>
              </a:rPr>
              <a:t>Currencies</a:t>
            </a:r>
            <a:r>
              <a:rPr lang="en-US" sz="800" noProof="1">
                <a:solidFill>
                  <a:srgbClr val="000000"/>
                </a:solidFill>
                <a:latin typeface="Consolas" panose="020B0609020204030204" pitchFamily="49" charset="0"/>
              </a:rPr>
              <a:t>.EUR, </a:t>
            </a:r>
            <a:r>
              <a:rPr lang="en-US" sz="800" noProof="1">
                <a:solidFill>
                  <a:srgbClr val="0000FF"/>
                </a:solidFill>
                <a:latin typeface="Consolas" panose="020B0609020204030204" pitchFamily="49" charset="0"/>
              </a:rPr>
              <a:t>new</a:t>
            </a:r>
            <a:r>
              <a:rPr lang="en-US" sz="800" noProof="1">
                <a:solidFill>
                  <a:srgbClr val="000000"/>
                </a:solidFill>
                <a:latin typeface="Consolas" panose="020B0609020204030204" pitchFamily="49" charset="0"/>
              </a:rPr>
              <a:t> </a:t>
            </a:r>
            <a:r>
              <a:rPr lang="en-US" sz="800" noProof="1">
                <a:solidFill>
                  <a:srgbClr val="2B91AF"/>
                </a:solidFill>
                <a:latin typeface="Consolas" panose="020B0609020204030204" pitchFamily="49" charset="0"/>
              </a:rPr>
              <a:t>DateTime</a:t>
            </a:r>
            <a:r>
              <a:rPr lang="en-US" sz="800" noProof="1">
                <a:solidFill>
                  <a:srgbClr val="000000"/>
                </a:solidFill>
                <a:latin typeface="Consolas" panose="020B0609020204030204" pitchFamily="49" charset="0"/>
              </a:rPr>
              <a:t>(2000, 1, 5)))</a:t>
            </a:r>
          </a:p>
          <a:p>
            <a:pPr marL="0" indent="0">
              <a:spcBef>
                <a:spcPts val="0"/>
              </a:spcBef>
              <a:spcAft>
                <a:spcPts val="0"/>
              </a:spcAft>
              <a:buNone/>
            </a:pPr>
            <a:r>
              <a:rPr lang="en-US" sz="800" noProof="1">
                <a:solidFill>
                  <a:srgbClr val="000000"/>
                </a:solidFill>
                <a:latin typeface="Consolas" panose="020B0609020204030204" pitchFamily="49" charset="0"/>
              </a:rPr>
              <a:t>                                .Returns(0.89);</a:t>
            </a:r>
          </a:p>
          <a:p>
            <a:pPr marL="0" indent="0">
              <a:spcBef>
                <a:spcPts val="0"/>
              </a:spcBef>
              <a:spcAft>
                <a:spcPts val="0"/>
              </a:spcAft>
              <a:buNone/>
            </a:pPr>
            <a:r>
              <a:rPr lang="en-US" sz="800" noProof="1">
                <a:solidFill>
                  <a:srgbClr val="000000"/>
                </a:solidFill>
                <a:latin typeface="Consolas" panose="020B0609020204030204" pitchFamily="49" charset="0"/>
              </a:rPr>
              <a:t>            _exchangeRatesProviderMock.Setup(provider =&gt; provider.GetExchangeRate(</a:t>
            </a:r>
            <a:r>
              <a:rPr lang="en-US" sz="800" noProof="1">
                <a:solidFill>
                  <a:srgbClr val="2B91AF"/>
                </a:solidFill>
                <a:latin typeface="Consolas" panose="020B0609020204030204" pitchFamily="49" charset="0"/>
              </a:rPr>
              <a:t>Currencies</a:t>
            </a:r>
            <a:r>
              <a:rPr lang="en-US" sz="800" noProof="1">
                <a:solidFill>
                  <a:srgbClr val="000000"/>
                </a:solidFill>
                <a:latin typeface="Consolas" panose="020B0609020204030204" pitchFamily="49" charset="0"/>
              </a:rPr>
              <a:t>.USD, </a:t>
            </a:r>
            <a:r>
              <a:rPr lang="en-US" sz="800" noProof="1">
                <a:solidFill>
                  <a:srgbClr val="2B91AF"/>
                </a:solidFill>
                <a:latin typeface="Consolas" panose="020B0609020204030204" pitchFamily="49" charset="0"/>
              </a:rPr>
              <a:t>It</a:t>
            </a:r>
            <a:r>
              <a:rPr lang="en-US" sz="800" noProof="1">
                <a:solidFill>
                  <a:srgbClr val="000000"/>
                </a:solidFill>
                <a:latin typeface="Consolas" panose="020B0609020204030204" pitchFamily="49" charset="0"/>
              </a:rPr>
              <a:t>.IsAny&lt;</a:t>
            </a:r>
            <a:r>
              <a:rPr lang="en-US" sz="800" noProof="1">
                <a:solidFill>
                  <a:srgbClr val="2B91AF"/>
                </a:solidFill>
                <a:latin typeface="Consolas" panose="020B0609020204030204" pitchFamily="49" charset="0"/>
              </a:rPr>
              <a:t>DateTime</a:t>
            </a:r>
            <a:r>
              <a:rPr lang="en-US" sz="800" noProof="1">
                <a:solidFill>
                  <a:srgbClr val="000000"/>
                </a:solidFill>
                <a:latin typeface="Consolas" panose="020B0609020204030204" pitchFamily="49" charset="0"/>
              </a:rPr>
              <a:t>&gt;()))</a:t>
            </a:r>
          </a:p>
          <a:p>
            <a:pPr marL="0" indent="0">
              <a:spcBef>
                <a:spcPts val="0"/>
              </a:spcBef>
              <a:spcAft>
                <a:spcPts val="0"/>
              </a:spcAft>
              <a:buNone/>
            </a:pPr>
            <a:r>
              <a:rPr lang="en-US" sz="800" noProof="1">
                <a:solidFill>
                  <a:srgbClr val="000000"/>
                </a:solidFill>
                <a:latin typeface="Consolas" panose="020B0609020204030204" pitchFamily="49" charset="0"/>
              </a:rPr>
              <a:t>                                .Returns(1);</a:t>
            </a:r>
          </a:p>
          <a:p>
            <a:pPr marL="0" indent="0">
              <a:spcBef>
                <a:spcPts val="0"/>
              </a:spcBef>
              <a:spcAft>
                <a:spcPts val="0"/>
              </a:spcAft>
              <a:buNone/>
            </a:pPr>
            <a:r>
              <a:rPr lang="en-US" sz="800" noProof="1">
                <a:solidFill>
                  <a:srgbClr val="000000"/>
                </a:solidFill>
                <a:latin typeface="Consolas" panose="020B0609020204030204" pitchFamily="49" charset="0"/>
              </a:rPr>
              <a:t>        }</a:t>
            </a:r>
          </a:p>
          <a:p>
            <a:pPr marL="0" indent="0">
              <a:spcBef>
                <a:spcPts val="0"/>
              </a:spcBef>
              <a:spcAft>
                <a:spcPts val="0"/>
              </a:spcAft>
              <a:buNone/>
            </a:pPr>
            <a:endParaRPr lang="en-US" sz="800" noProof="1">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800">
                <a:solidFill>
                  <a:srgbClr val="000000"/>
                </a:solidFill>
                <a:latin typeface="Consolas" panose="020B0609020204030204" pitchFamily="49" charset="0"/>
              </a:rPr>
              <a:t>[</a:t>
            </a:r>
            <a:r>
              <a:rPr lang="en-US" sz="800" err="1">
                <a:solidFill>
                  <a:srgbClr val="2B91AF"/>
                </a:solidFill>
                <a:latin typeface="Consolas" panose="020B0609020204030204" pitchFamily="49" charset="0"/>
              </a:rPr>
              <a:t>TestCleanup</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void</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TestCleanup</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_</a:t>
            </a:r>
            <a:r>
              <a:rPr lang="en-US" sz="800" err="1">
                <a:solidFill>
                  <a:srgbClr val="000000"/>
                </a:solidFill>
                <a:latin typeface="Consolas" panose="020B0609020204030204" pitchFamily="49" charset="0"/>
              </a:rPr>
              <a:t>exchangeRatesProviderMock.Invocations.Clear</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endParaRPr lang="en-US" sz="800" noProof="1">
              <a:solidFill>
                <a:srgbClr val="000000"/>
              </a:solidFill>
              <a:latin typeface="Consolas" panose="020B0609020204030204" pitchFamily="49" charset="0"/>
            </a:endParaRPr>
          </a:p>
          <a:p>
            <a:pPr marL="0" indent="0">
              <a:spcBef>
                <a:spcPts val="0"/>
              </a:spcBef>
              <a:spcAft>
                <a:spcPts val="0"/>
              </a:spcAft>
              <a:buNone/>
            </a:pPr>
            <a:endParaRPr lang="en-US" sz="800" noProof="1">
              <a:solidFill>
                <a:srgbClr val="000000"/>
              </a:solidFill>
              <a:latin typeface="Consolas" panose="020B0609020204030204" pitchFamily="49" charset="0"/>
            </a:endParaRP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TestCategory</a:t>
            </a:r>
            <a:r>
              <a:rPr lang="en-US" sz="800">
                <a:solidFill>
                  <a:srgbClr val="000000"/>
                </a:solidFill>
                <a:latin typeface="Consolas" panose="020B0609020204030204" pitchFamily="49" charset="0"/>
              </a:rPr>
              <a:t>(</a:t>
            </a:r>
            <a:r>
              <a:rPr lang="en-US" sz="800">
                <a:solidFill>
                  <a:srgbClr val="A31515"/>
                </a:solidFill>
                <a:latin typeface="Consolas" panose="020B0609020204030204" pitchFamily="49" charset="0"/>
              </a:rPr>
              <a:t>"</a:t>
            </a:r>
            <a:r>
              <a:rPr lang="en-US" sz="800" err="1">
                <a:solidFill>
                  <a:srgbClr val="A31515"/>
                </a:solidFill>
                <a:latin typeface="Consolas" panose="020B0609020204030204" pitchFamily="49" charset="0"/>
              </a:rPr>
              <a:t>CurrencyExchange</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TestMethod</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void</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TestThatCurrencyExchangeWorksMock</a:t>
            </a:r>
            <a:r>
              <a:rPr lang="en-US" sz="800">
                <a:solidFill>
                  <a:srgbClr val="000000"/>
                </a:solidFill>
                <a:latin typeface="Consolas" panose="020B0609020204030204" pitchFamily="49" charset="0"/>
              </a:rPr>
              <a:t>() {</a:t>
            </a:r>
          </a:p>
          <a:p>
            <a:pPr marL="0" indent="0">
              <a:spcBef>
                <a:spcPts val="0"/>
              </a:spcBef>
              <a:spcAft>
                <a:spcPts val="0"/>
              </a:spcAft>
              <a:buNone/>
            </a:pP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calculator =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Calculator</a:t>
            </a:r>
            <a:r>
              <a:rPr lang="en-US" sz="800">
                <a:solidFill>
                  <a:srgbClr val="000000"/>
                </a:solidFill>
                <a:latin typeface="Consolas" panose="020B0609020204030204" pitchFamily="49" charset="0"/>
              </a:rPr>
              <a:t>(_</a:t>
            </a:r>
            <a:r>
              <a:rPr lang="en-US" sz="800" err="1">
                <a:solidFill>
                  <a:srgbClr val="000000"/>
                </a:solidFill>
                <a:latin typeface="Consolas" panose="020B0609020204030204" pitchFamily="49" charset="0"/>
              </a:rPr>
              <a:t>exchangeRatesProviderMock.Object</a:t>
            </a:r>
            <a:r>
              <a:rPr lang="en-US" sz="800">
                <a:solidFill>
                  <a:srgbClr val="000000"/>
                </a:solidFill>
                <a:latin typeface="Consolas" panose="020B0609020204030204" pitchFamily="49" charset="0"/>
              </a:rPr>
              <a:t>);</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calculator.ConvertToCurrency</a:t>
            </a:r>
            <a:r>
              <a:rPr lang="en-US" sz="800">
                <a:solidFill>
                  <a:srgbClr val="000000"/>
                </a:solidFill>
                <a:latin typeface="Consolas" panose="020B0609020204030204" pitchFamily="49" charset="0"/>
              </a:rPr>
              <a:t>(1000,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(2000, 1, 1),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.EUR</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ShouldBe</a:t>
            </a:r>
            <a:r>
              <a:rPr lang="en-US" sz="800">
                <a:solidFill>
                  <a:srgbClr val="000000"/>
                </a:solidFill>
                <a:latin typeface="Consolas" panose="020B0609020204030204" pitchFamily="49" charset="0"/>
              </a:rPr>
              <a:t>(750);</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calculator.ConvertToCurrency</a:t>
            </a:r>
            <a:r>
              <a:rPr lang="en-US" sz="800">
                <a:solidFill>
                  <a:srgbClr val="000000"/>
                </a:solidFill>
                <a:latin typeface="Consolas" panose="020B0609020204030204" pitchFamily="49" charset="0"/>
              </a:rPr>
              <a:t>(1000,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(2000, 1, 2),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.EUR</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ShouldBe</a:t>
            </a:r>
            <a:r>
              <a:rPr lang="en-US" sz="800">
                <a:solidFill>
                  <a:srgbClr val="000000"/>
                </a:solidFill>
                <a:latin typeface="Consolas" panose="020B0609020204030204" pitchFamily="49" charset="0"/>
              </a:rPr>
              <a:t>(810);</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calculator.ConvertToCurrency</a:t>
            </a:r>
            <a:r>
              <a:rPr lang="en-US" sz="800">
                <a:solidFill>
                  <a:srgbClr val="000000"/>
                </a:solidFill>
                <a:latin typeface="Consolas" panose="020B0609020204030204" pitchFamily="49" charset="0"/>
              </a:rPr>
              <a:t>(1000,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(2000, 1, 3),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.EUR</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ShouldBe</a:t>
            </a:r>
            <a:r>
              <a:rPr lang="en-US" sz="800">
                <a:solidFill>
                  <a:srgbClr val="000000"/>
                </a:solidFill>
                <a:latin typeface="Consolas" panose="020B0609020204030204" pitchFamily="49" charset="0"/>
              </a:rPr>
              <a:t>(790);</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calculator.ConvertToCurrency</a:t>
            </a:r>
            <a:r>
              <a:rPr lang="en-US" sz="800">
                <a:solidFill>
                  <a:srgbClr val="000000"/>
                </a:solidFill>
                <a:latin typeface="Consolas" panose="020B0609020204030204" pitchFamily="49" charset="0"/>
              </a:rPr>
              <a:t>(1000,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(2000, 1, 1),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.USD</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ShouldBe</a:t>
            </a:r>
            <a:r>
              <a:rPr lang="en-US" sz="800">
                <a:solidFill>
                  <a:srgbClr val="000000"/>
                </a:solidFill>
                <a:latin typeface="Consolas" panose="020B0609020204030204" pitchFamily="49" charset="0"/>
              </a:rPr>
              <a:t>(1000);</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calculator.ConvertToCurrency</a:t>
            </a:r>
            <a:r>
              <a:rPr lang="en-US" sz="800">
                <a:solidFill>
                  <a:srgbClr val="000000"/>
                </a:solidFill>
                <a:latin typeface="Consolas" panose="020B0609020204030204" pitchFamily="49" charset="0"/>
              </a:rPr>
              <a:t>(1000,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(2000, 1, 2), </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.USD</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ShouldBe</a:t>
            </a:r>
            <a:r>
              <a:rPr lang="en-US" sz="800">
                <a:solidFill>
                  <a:srgbClr val="000000"/>
                </a:solidFill>
                <a:latin typeface="Consolas" panose="020B0609020204030204" pitchFamily="49" charset="0"/>
              </a:rPr>
              <a:t>(1000);</a:t>
            </a:r>
          </a:p>
          <a:p>
            <a:pPr marL="0" indent="0">
              <a:spcBef>
                <a:spcPts val="0"/>
              </a:spcBef>
              <a:spcAft>
                <a:spcPts val="0"/>
              </a:spcAft>
              <a:buNone/>
            </a:pPr>
            <a:endParaRPr lang="en-US" sz="800">
              <a:solidFill>
                <a:srgbClr val="000000"/>
              </a:solidFill>
              <a:latin typeface="Consolas" panose="020B0609020204030204" pitchFamily="49" charset="0"/>
            </a:endParaRPr>
          </a:p>
          <a:p>
            <a:pPr marL="0" indent="0">
              <a:spcBef>
                <a:spcPts val="0"/>
              </a:spcBef>
              <a:spcAft>
                <a:spcPts val="0"/>
              </a:spcAft>
              <a:buNone/>
            </a:pPr>
            <a:r>
              <a:rPr lang="en-US" sz="800">
                <a:solidFill>
                  <a:srgbClr val="000000"/>
                </a:solidFill>
                <a:latin typeface="Consolas" panose="020B0609020204030204" pitchFamily="49" charset="0"/>
              </a:rPr>
              <a:t>            _</a:t>
            </a:r>
            <a:r>
              <a:rPr lang="en-US" sz="800" err="1">
                <a:solidFill>
                  <a:srgbClr val="000000"/>
                </a:solidFill>
                <a:latin typeface="Consolas" panose="020B0609020204030204" pitchFamily="49" charset="0"/>
              </a:rPr>
              <a:t>exchangeRatesProviderMock.Verify</a:t>
            </a:r>
            <a:r>
              <a:rPr lang="en-US" sz="800">
                <a:solidFill>
                  <a:srgbClr val="000000"/>
                </a:solidFill>
                <a:latin typeface="Consolas" panose="020B0609020204030204" pitchFamily="49" charset="0"/>
              </a:rPr>
              <a:t>(provider =&gt; </a:t>
            </a:r>
            <a:r>
              <a:rPr lang="en-US" sz="800" err="1">
                <a:solidFill>
                  <a:srgbClr val="000000"/>
                </a:solidFill>
                <a:latin typeface="Consolas" panose="020B0609020204030204" pitchFamily="49" charset="0"/>
              </a:rPr>
              <a:t>provider.GetExchangeRate</a:t>
            </a:r>
            <a:r>
              <a:rPr lang="en-US" sz="800">
                <a:solidFill>
                  <a:srgbClr val="000000"/>
                </a:solidFill>
                <a:latin typeface="Consolas" panose="020B0609020204030204" pitchFamily="49" charset="0"/>
              </a:rPr>
              <a:t>(</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.USD</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It</a:t>
            </a:r>
            <a:r>
              <a:rPr lang="en-US" sz="800" err="1">
                <a:solidFill>
                  <a:srgbClr val="000000"/>
                </a:solidFill>
                <a:latin typeface="Consolas" panose="020B0609020204030204" pitchFamily="49" charset="0"/>
              </a:rPr>
              <a:t>.IsAny</a:t>
            </a:r>
            <a:r>
              <a:rPr lang="en-US" sz="800">
                <a:solidFill>
                  <a:srgbClr val="000000"/>
                </a:solidFill>
                <a:latin typeface="Consolas" panose="020B0609020204030204" pitchFamily="49" charset="0"/>
              </a:rPr>
              <a:t>&lt;</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&gt;()),</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Times</a:t>
            </a:r>
            <a:r>
              <a:rPr lang="en-US" sz="800" err="1">
                <a:solidFill>
                  <a:srgbClr val="000000"/>
                </a:solidFill>
                <a:latin typeface="Consolas" panose="020B0609020204030204" pitchFamily="49" charset="0"/>
              </a:rPr>
              <a:t>.Exactly</a:t>
            </a:r>
            <a:r>
              <a:rPr lang="en-US" sz="800">
                <a:solidFill>
                  <a:srgbClr val="000000"/>
                </a:solidFill>
                <a:latin typeface="Consolas" panose="020B0609020204030204" pitchFamily="49" charset="0"/>
              </a:rPr>
              <a:t>(0));</a:t>
            </a:r>
          </a:p>
          <a:p>
            <a:pPr marL="0" indent="0">
              <a:spcBef>
                <a:spcPts val="0"/>
              </a:spcBef>
              <a:spcAft>
                <a:spcPts val="0"/>
              </a:spcAft>
              <a:buNone/>
            </a:pPr>
            <a:r>
              <a:rPr lang="en-US" sz="800">
                <a:solidFill>
                  <a:srgbClr val="000000"/>
                </a:solidFill>
                <a:latin typeface="Consolas" panose="020B0609020204030204" pitchFamily="49" charset="0"/>
              </a:rPr>
              <a:t>            _</a:t>
            </a:r>
            <a:r>
              <a:rPr lang="en-US" sz="800" err="1">
                <a:solidFill>
                  <a:srgbClr val="000000"/>
                </a:solidFill>
                <a:latin typeface="Consolas" panose="020B0609020204030204" pitchFamily="49" charset="0"/>
              </a:rPr>
              <a:t>exchangeRatesProviderMock.Verify</a:t>
            </a:r>
            <a:r>
              <a:rPr lang="en-US" sz="800">
                <a:solidFill>
                  <a:srgbClr val="000000"/>
                </a:solidFill>
                <a:latin typeface="Consolas" panose="020B0609020204030204" pitchFamily="49" charset="0"/>
              </a:rPr>
              <a:t>(provider =&gt; </a:t>
            </a:r>
            <a:r>
              <a:rPr lang="en-US" sz="800" err="1">
                <a:solidFill>
                  <a:srgbClr val="000000"/>
                </a:solidFill>
                <a:latin typeface="Consolas" panose="020B0609020204030204" pitchFamily="49" charset="0"/>
              </a:rPr>
              <a:t>provider.GetExchangeRate</a:t>
            </a:r>
            <a:r>
              <a:rPr lang="en-US" sz="800">
                <a:solidFill>
                  <a:srgbClr val="000000"/>
                </a:solidFill>
                <a:latin typeface="Consolas" panose="020B0609020204030204" pitchFamily="49" charset="0"/>
              </a:rPr>
              <a:t>(</a:t>
            </a:r>
            <a:r>
              <a:rPr lang="en-US" sz="800" err="1">
                <a:solidFill>
                  <a:srgbClr val="2B91AF"/>
                </a:solidFill>
                <a:latin typeface="Consolas" panose="020B0609020204030204" pitchFamily="49" charset="0"/>
              </a:rPr>
              <a:t>Currencies</a:t>
            </a:r>
            <a:r>
              <a:rPr lang="en-US" sz="800" err="1">
                <a:solidFill>
                  <a:srgbClr val="000000"/>
                </a:solidFill>
                <a:latin typeface="Consolas" panose="020B0609020204030204" pitchFamily="49" charset="0"/>
              </a:rPr>
              <a:t>.EUR</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It</a:t>
            </a:r>
            <a:r>
              <a:rPr lang="en-US" sz="800" err="1">
                <a:solidFill>
                  <a:srgbClr val="000000"/>
                </a:solidFill>
                <a:latin typeface="Consolas" panose="020B0609020204030204" pitchFamily="49" charset="0"/>
              </a:rPr>
              <a:t>.IsAny</a:t>
            </a:r>
            <a:r>
              <a:rPr lang="en-US" sz="800">
                <a:solidFill>
                  <a:srgbClr val="000000"/>
                </a:solidFill>
                <a:latin typeface="Consolas" panose="020B0609020204030204" pitchFamily="49" charset="0"/>
              </a:rPr>
              <a:t>&lt;</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&gt;()),</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Times</a:t>
            </a:r>
            <a:r>
              <a:rPr lang="en-US" sz="800" err="1">
                <a:solidFill>
                  <a:srgbClr val="000000"/>
                </a:solidFill>
                <a:latin typeface="Consolas" panose="020B0609020204030204" pitchFamily="49" charset="0"/>
              </a:rPr>
              <a:t>.Exactly</a:t>
            </a:r>
            <a:r>
              <a:rPr lang="en-US" sz="800">
                <a:solidFill>
                  <a:srgbClr val="000000"/>
                </a:solidFill>
                <a:latin typeface="Consolas" panose="020B0609020204030204" pitchFamily="49" charset="0"/>
              </a:rPr>
              <a:t>(3));</a:t>
            </a:r>
          </a:p>
          <a:p>
            <a:pPr marL="0" indent="0">
              <a:spcBef>
                <a:spcPts val="0"/>
              </a:spcBef>
              <a:spcAft>
                <a:spcPts val="0"/>
              </a:spcAft>
              <a:buNone/>
            </a:pPr>
            <a:r>
              <a:rPr lang="en-US" sz="800">
                <a:solidFill>
                  <a:srgbClr val="000000"/>
                </a:solidFill>
                <a:latin typeface="Consolas" panose="020B0609020204030204" pitchFamily="49" charset="0"/>
              </a:rPr>
              <a:t>            _</a:t>
            </a:r>
            <a:r>
              <a:rPr lang="en-US" sz="800" err="1">
                <a:solidFill>
                  <a:srgbClr val="000000"/>
                </a:solidFill>
                <a:latin typeface="Consolas" panose="020B0609020204030204" pitchFamily="49" charset="0"/>
              </a:rPr>
              <a:t>exchangeRatesProviderMock.Verify</a:t>
            </a:r>
            <a:r>
              <a:rPr lang="en-US" sz="800">
                <a:solidFill>
                  <a:srgbClr val="000000"/>
                </a:solidFill>
                <a:latin typeface="Consolas" panose="020B0609020204030204" pitchFamily="49" charset="0"/>
              </a:rPr>
              <a:t>(provider =&gt; </a:t>
            </a:r>
            <a:r>
              <a:rPr lang="en-US" sz="800" err="1">
                <a:solidFill>
                  <a:srgbClr val="000000"/>
                </a:solidFill>
                <a:latin typeface="Consolas" panose="020B0609020204030204" pitchFamily="49" charset="0"/>
              </a:rPr>
              <a:t>provider.GetExchangeRate</a:t>
            </a:r>
            <a:r>
              <a:rPr lang="en-US" sz="800">
                <a:solidFill>
                  <a:srgbClr val="000000"/>
                </a:solidFill>
                <a:latin typeface="Consolas" panose="020B0609020204030204" pitchFamily="49" charset="0"/>
              </a:rPr>
              <a:t>(</a:t>
            </a:r>
            <a:r>
              <a:rPr lang="en-US" sz="800" err="1">
                <a:solidFill>
                  <a:srgbClr val="2B91AF"/>
                </a:solidFill>
                <a:latin typeface="Consolas" panose="020B0609020204030204" pitchFamily="49" charset="0"/>
              </a:rPr>
              <a:t>It</a:t>
            </a:r>
            <a:r>
              <a:rPr lang="en-US" sz="800" err="1">
                <a:solidFill>
                  <a:srgbClr val="000000"/>
                </a:solidFill>
                <a:latin typeface="Consolas" panose="020B0609020204030204" pitchFamily="49" charset="0"/>
              </a:rPr>
              <a:t>.IsAny</a:t>
            </a:r>
            <a:r>
              <a:rPr lang="en-US" sz="800">
                <a:solidFill>
                  <a:srgbClr val="000000"/>
                </a:solidFill>
                <a:latin typeface="Consolas" panose="020B0609020204030204" pitchFamily="49" charset="0"/>
              </a:rPr>
              <a:t>&lt;</a:t>
            </a:r>
            <a:r>
              <a:rPr lang="en-US" sz="800">
                <a:solidFill>
                  <a:srgbClr val="2B91AF"/>
                </a:solidFill>
                <a:latin typeface="Consolas" panose="020B0609020204030204" pitchFamily="49" charset="0"/>
              </a:rPr>
              <a:t>Currencies</a:t>
            </a:r>
            <a:r>
              <a:rPr lang="en-US" sz="800">
                <a:solidFill>
                  <a:srgbClr val="000000"/>
                </a:solidFill>
                <a:latin typeface="Consolas" panose="020B0609020204030204" pitchFamily="49" charset="0"/>
              </a:rPr>
              <a:t>&gt;(),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DateTime</a:t>
            </a:r>
            <a:r>
              <a:rPr lang="en-US" sz="800">
                <a:solidFill>
                  <a:srgbClr val="000000"/>
                </a:solidFill>
                <a:latin typeface="Consolas" panose="020B0609020204030204" pitchFamily="49" charset="0"/>
              </a:rPr>
              <a:t>(2000, 1, 3)),</a:t>
            </a:r>
          </a:p>
          <a:p>
            <a:pPr marL="0" indent="0">
              <a:spcBef>
                <a:spcPts val="0"/>
              </a:spcBef>
              <a:spcAft>
                <a:spcPts val="0"/>
              </a:spcAft>
              <a:buNone/>
            </a:pP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Times</a:t>
            </a:r>
            <a:r>
              <a:rPr lang="en-US" sz="800" err="1">
                <a:solidFill>
                  <a:srgbClr val="000000"/>
                </a:solidFill>
                <a:latin typeface="Consolas" panose="020B0609020204030204" pitchFamily="49" charset="0"/>
              </a:rPr>
              <a:t>.Exactly</a:t>
            </a:r>
            <a:r>
              <a:rPr lang="en-US" sz="800">
                <a:solidFill>
                  <a:srgbClr val="000000"/>
                </a:solidFill>
                <a:latin typeface="Consolas" panose="020B0609020204030204" pitchFamily="49" charset="0"/>
              </a:rPr>
              <a:t>(1));</a:t>
            </a:r>
          </a:p>
          <a:p>
            <a:pPr marL="0" indent="0">
              <a:spcBef>
                <a:spcPts val="0"/>
              </a:spcBef>
              <a:spcAft>
                <a:spcPts val="0"/>
              </a:spcAft>
              <a:buNone/>
            </a:pPr>
            <a:r>
              <a:rPr lang="en-US" sz="800">
                <a:solidFill>
                  <a:srgbClr val="000000"/>
                </a:solidFill>
                <a:latin typeface="Consolas" panose="020B0609020204030204" pitchFamily="49" charset="0"/>
              </a:rPr>
              <a:t>        }</a:t>
            </a:r>
            <a:endParaRPr lang="en-GB" sz="800">
              <a:solidFill>
                <a:schemeClr val="accent2"/>
              </a:solidFill>
              <a:latin typeface="Consolas" panose="020B0609020204030204" pitchFamily="49" charset="0"/>
            </a:endParaRPr>
          </a:p>
          <a:p>
            <a:pPr marL="0" indent="0" algn="just">
              <a:spcBef>
                <a:spcPts val="0"/>
              </a:spcBef>
              <a:spcAft>
                <a:spcPts val="0"/>
              </a:spcAft>
              <a:buNone/>
            </a:pPr>
            <a:endParaRPr lang="en-US" sz="900">
              <a:solidFill>
                <a:schemeClr val="accent2"/>
              </a:solidFill>
              <a:latin typeface="Consolas" panose="020B0609020204030204" pitchFamily="49" charset="0"/>
            </a:endParaRPr>
          </a:p>
          <a:p>
            <a:pPr marL="0" indent="0" algn="just">
              <a:spcBef>
                <a:spcPts val="0"/>
              </a:spcBef>
              <a:spcAft>
                <a:spcPts val="0"/>
              </a:spcAft>
              <a:buNone/>
            </a:pPr>
            <a:endParaRPr lang="en-US" sz="900">
              <a:solidFill>
                <a:schemeClr val="accent2"/>
              </a:solidFill>
              <a:latin typeface="Consolas" panose="020B0609020204030204" pitchFamily="49" charset="0"/>
            </a:endParaRPr>
          </a:p>
          <a:p>
            <a:pPr marL="0" indent="0" algn="just">
              <a:spcBef>
                <a:spcPts val="0"/>
              </a:spcBef>
              <a:spcAft>
                <a:spcPts val="0"/>
              </a:spcAft>
              <a:buNone/>
            </a:pPr>
            <a:endParaRPr lang="en-US" sz="900">
              <a:solidFill>
                <a:schemeClr val="accent2"/>
              </a:solidFill>
              <a:latin typeface="Consolas" panose="020B0609020204030204" pitchFamily="49" charset="0"/>
            </a:endParaRPr>
          </a:p>
          <a:p>
            <a:pPr marL="0" indent="0" algn="just">
              <a:spcBef>
                <a:spcPts val="0"/>
              </a:spcBef>
              <a:spcAft>
                <a:spcPts val="0"/>
              </a:spcAft>
              <a:buNone/>
            </a:pPr>
            <a:endParaRPr lang="en-US" sz="900">
              <a:solidFill>
                <a:schemeClr val="accent2"/>
              </a:solidFill>
              <a:latin typeface="Consolas" panose="020B0609020204030204" pitchFamily="49" charset="0"/>
            </a:endParaRPr>
          </a:p>
          <a:p>
            <a:pPr marL="0" indent="0" algn="just">
              <a:spcBef>
                <a:spcPts val="0"/>
              </a:spcBef>
              <a:spcAft>
                <a:spcPts val="0"/>
              </a:spcAft>
              <a:buNone/>
            </a:pPr>
            <a:endParaRPr lang="en-US" sz="900">
              <a:solidFill>
                <a:schemeClr val="accent2"/>
              </a:solidFill>
              <a:latin typeface="Consolas" panose="020B0609020204030204" pitchFamily="49" charset="0"/>
            </a:endParaRPr>
          </a:p>
        </p:txBody>
      </p:sp>
      <p:pic>
        <p:nvPicPr>
          <p:cNvPr id="6" name="Graphic 5" descr="Flask">
            <a:extLst>
              <a:ext uri="{FF2B5EF4-FFF2-40B4-BE49-F238E27FC236}">
                <a16:creationId xmlns:a16="http://schemas.microsoft.com/office/drawing/2014/main" id="{6811193B-5907-4E96-8F5D-9D340F804D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5936869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56B6-FB05-48D8-BFD6-EDC6AA822BA3}"/>
              </a:ext>
            </a:extLst>
          </p:cNvPr>
          <p:cNvSpPr>
            <a:spLocks noGrp="1"/>
          </p:cNvSpPr>
          <p:nvPr>
            <p:ph type="title"/>
          </p:nvPr>
        </p:nvSpPr>
        <p:spPr/>
        <p:txBody>
          <a:bodyPr/>
          <a:lstStyle/>
          <a:p>
            <a:r>
              <a:rPr lang="en-GB"/>
              <a:t>Homework</a:t>
            </a:r>
            <a:endParaRPr lang="da-DK"/>
          </a:p>
        </p:txBody>
      </p:sp>
      <p:sp>
        <p:nvSpPr>
          <p:cNvPr id="3" name="Slide Number Placeholder 2">
            <a:extLst>
              <a:ext uri="{FF2B5EF4-FFF2-40B4-BE49-F238E27FC236}">
                <a16:creationId xmlns:a16="http://schemas.microsoft.com/office/drawing/2014/main" id="{D08B2B7A-3FC1-46B8-8056-146C34FC66DF}"/>
              </a:ext>
            </a:extLst>
          </p:cNvPr>
          <p:cNvSpPr>
            <a:spLocks noGrp="1"/>
          </p:cNvSpPr>
          <p:nvPr>
            <p:ph type="sldNum" sz="quarter" idx="11"/>
          </p:nvPr>
        </p:nvSpPr>
        <p:spPr/>
        <p:txBody>
          <a:bodyPr/>
          <a:lstStyle/>
          <a:p>
            <a:fld id="{E16BA917-7F09-4B8D-AF07-F52890C14046}" type="slidenum">
              <a:rPr lang="da-DK" smtClean="0"/>
              <a:pPr/>
              <a:t>48</a:t>
            </a:fld>
            <a:endParaRPr lang="da-DK"/>
          </a:p>
        </p:txBody>
      </p:sp>
      <p:sp>
        <p:nvSpPr>
          <p:cNvPr id="4" name="Text Placeholder 3">
            <a:extLst>
              <a:ext uri="{FF2B5EF4-FFF2-40B4-BE49-F238E27FC236}">
                <a16:creationId xmlns:a16="http://schemas.microsoft.com/office/drawing/2014/main" id="{9159DD43-F7EA-4C6A-AF15-791632C0120D}"/>
              </a:ext>
            </a:extLst>
          </p:cNvPr>
          <p:cNvSpPr>
            <a:spLocks noGrp="1"/>
          </p:cNvSpPr>
          <p:nvPr>
            <p:ph type="body" sz="quarter" idx="17"/>
          </p:nvPr>
        </p:nvSpPr>
        <p:spPr/>
        <p:txBody>
          <a:bodyPr/>
          <a:lstStyle/>
          <a:p>
            <a:endParaRPr lang="da-DK"/>
          </a:p>
        </p:txBody>
      </p:sp>
    </p:spTree>
    <p:extLst>
      <p:ext uri="{BB962C8B-B14F-4D97-AF65-F5344CB8AC3E}">
        <p14:creationId xmlns:p14="http://schemas.microsoft.com/office/powerpoint/2010/main" val="2416452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square" lIns="0" tIns="0" rIns="0" bIns="0" rtlCol="0">
        <a:noAutofit/>
      </a:bodyPr>
      <a:lstStyle>
        <a:defPPr marL="0" indent="0" defTabSz="179388">
          <a:buClr>
            <a:srgbClr val="00DEE6"/>
          </a:buClr>
          <a:buFont typeface="Arial" panose="020B0604020202020204" pitchFamily="34" charset="0"/>
          <a:buNone/>
          <a:defRPr sz="1600" dirty="0" err="1" smtClean="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DFDFAC85D82FB4083582974A37F8301" ma:contentTypeVersion="0" ma:contentTypeDescription="Create a new document." ma:contentTypeScope="" ma:versionID="debe7fb8998e20d7e1b89ba93ebbd013">
  <xsd:schema xmlns:xsd="http://www.w3.org/2001/XMLSchema" xmlns:xs="http://www.w3.org/2001/XMLSchema" xmlns:p="http://schemas.microsoft.com/office/2006/metadata/properties" targetNamespace="http://schemas.microsoft.com/office/2006/metadata/properties" ma:root="true" ma:fieldsID="2939e06c25933291f3e5ef817cd6c5c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557DA0-4402-4D05-84BC-08963EA8A819}">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7F4D99E-48A7-48DB-A691-398FC9FE4E61}">
  <ds:schemaRefs>
    <ds:schemaRef ds:uri="http://schemas.microsoft.com/sharepoint/v3/contenttype/forms"/>
  </ds:schemaRefs>
</ds:datastoreItem>
</file>

<file path=customXml/itemProps3.xml><?xml version="1.0" encoding="utf-8"?>
<ds:datastoreItem xmlns:ds="http://schemas.openxmlformats.org/officeDocument/2006/customXml" ds:itemID="{F486F14C-B38A-4C9C-83C7-6E45BA6BC6CF}">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TotalTime>
  <Words>8084</Words>
  <Application>Microsoft Office PowerPoint</Application>
  <PresentationFormat>Widescreen</PresentationFormat>
  <Paragraphs>903</Paragraphs>
  <Slides>48</Slides>
  <Notes>41</Notes>
  <HiddenSlides>1</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48</vt:i4>
      </vt:variant>
    </vt:vector>
  </HeadingPairs>
  <TitlesOfParts>
    <vt:vector size="65" baseType="lpstr">
      <vt:lpstr>-apple-system</vt:lpstr>
      <vt:lpstr>Arial</vt:lpstr>
      <vt:lpstr>Calibri</vt:lpstr>
      <vt:lpstr>charter</vt:lpstr>
      <vt:lpstr>Consolas</vt:lpstr>
      <vt:lpstr>ForoSans-Light</vt:lpstr>
      <vt:lpstr>Georgia</vt:lpstr>
      <vt:lpstr>Gotham SSm A</vt:lpstr>
      <vt:lpstr>Lora</vt:lpstr>
      <vt:lpstr>Myriad Pro</vt:lpstr>
      <vt:lpstr>NewBaskerville-Italic</vt:lpstr>
      <vt:lpstr>NewBaskerville-Roman</vt:lpstr>
      <vt:lpstr>Nunito Sans</vt:lpstr>
      <vt:lpstr>Roboto</vt:lpstr>
      <vt:lpstr>Segoe UI</vt:lpstr>
      <vt:lpstr>Source Sans Pro</vt:lpstr>
      <vt:lpstr>SIMCORP</vt:lpstr>
      <vt:lpstr>PowerPoint Presentation</vt:lpstr>
      <vt:lpstr>Agenda</vt:lpstr>
      <vt:lpstr>Unit testing In C#</vt:lpstr>
      <vt:lpstr>Unit testing In C#</vt:lpstr>
      <vt:lpstr>Unit testing In C#</vt:lpstr>
      <vt:lpstr>Test Driven Development</vt:lpstr>
      <vt:lpstr>Test Driven Development</vt:lpstr>
      <vt:lpstr>Unit testing In C#</vt:lpstr>
      <vt:lpstr>Unit testing TOOLS</vt:lpstr>
      <vt:lpstr>Unit testing TOOLS</vt:lpstr>
      <vt:lpstr>Unit testing In C#</vt:lpstr>
      <vt:lpstr>Unit testing In C#</vt:lpstr>
      <vt:lpstr>Unit testing In C#</vt:lpstr>
      <vt:lpstr>Shouldly’s Benefits</vt:lpstr>
      <vt:lpstr>Shouldly’s Benefits</vt:lpstr>
      <vt:lpstr>Shouldly’s Benefits</vt:lpstr>
      <vt:lpstr>Shouldly’s tradeoffs</vt:lpstr>
      <vt:lpstr>Project for hands on tasks</vt:lpstr>
      <vt:lpstr>PRACTIcE 1</vt:lpstr>
      <vt:lpstr>PRACTIcE 1</vt:lpstr>
      <vt:lpstr>PRACTIcE 1</vt:lpstr>
      <vt:lpstr>PRACTIcE 1</vt:lpstr>
      <vt:lpstr>Coffee time</vt:lpstr>
      <vt:lpstr>Unit testing TOOLS</vt:lpstr>
      <vt:lpstr>Unit testing TOOLS</vt:lpstr>
      <vt:lpstr>PRACTIcE 2</vt:lpstr>
      <vt:lpstr>PRACTIcE 2</vt:lpstr>
      <vt:lpstr>Practice 2</vt:lpstr>
      <vt:lpstr>PRACTIcE 2</vt:lpstr>
      <vt:lpstr>Practice 2</vt:lpstr>
      <vt:lpstr>Practice 2</vt:lpstr>
      <vt:lpstr>Coffee time</vt:lpstr>
      <vt:lpstr>Dependency injection</vt:lpstr>
      <vt:lpstr>Dependency injection</vt:lpstr>
      <vt:lpstr>Dependency injection</vt:lpstr>
      <vt:lpstr>Test Doubles</vt:lpstr>
      <vt:lpstr>Test Doubles</vt:lpstr>
      <vt:lpstr>TEST DOUBLES</vt:lpstr>
      <vt:lpstr>PRACTIcE 3</vt:lpstr>
      <vt:lpstr>PRACTIcE 3</vt:lpstr>
      <vt:lpstr>LUNCH</vt:lpstr>
      <vt:lpstr>Test Doubles</vt:lpstr>
      <vt:lpstr>Test Doubles</vt:lpstr>
      <vt:lpstr>Test Doubles</vt:lpstr>
      <vt:lpstr>Test Doubles</vt:lpstr>
      <vt:lpstr>PRACTIcE 4</vt:lpstr>
      <vt:lpstr>PRACTIcE 4</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Serhii Harmash</dc:creator>
  <cp:lastModifiedBy>Serhii Harmash</cp:lastModifiedBy>
  <cp:revision>14</cp:revision>
  <dcterms:created xsi:type="dcterms:W3CDTF">2020-09-07T14:23:12Z</dcterms:created>
  <dcterms:modified xsi:type="dcterms:W3CDTF">2022-05-27T16:00:33Z</dcterms:modified>
</cp:coreProperties>
</file>