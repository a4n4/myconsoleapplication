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3"/>
  </p:notesMasterIdLst>
  <p:handoutMasterIdLst>
    <p:handoutMasterId r:id="rId24"/>
  </p:handoutMasterIdLst>
  <p:sldIdLst>
    <p:sldId id="256" r:id="rId5"/>
    <p:sldId id="286" r:id="rId6"/>
    <p:sldId id="257" r:id="rId7"/>
    <p:sldId id="429" r:id="rId8"/>
    <p:sldId id="442" r:id="rId9"/>
    <p:sldId id="437" r:id="rId10"/>
    <p:sldId id="432" r:id="rId11"/>
    <p:sldId id="295" r:id="rId12"/>
    <p:sldId id="404" r:id="rId13"/>
    <p:sldId id="424" r:id="rId14"/>
    <p:sldId id="425" r:id="rId15"/>
    <p:sldId id="405" r:id="rId16"/>
    <p:sldId id="427" r:id="rId17"/>
    <p:sldId id="428" r:id="rId18"/>
    <p:sldId id="443" r:id="rId19"/>
    <p:sldId id="449" r:id="rId20"/>
    <p:sldId id="451" r:id="rId21"/>
    <p:sldId id="452" r:id="rId22"/>
  </p:sldIdLst>
  <p:sldSz cx="12192000" cy="6858000"/>
  <p:notesSz cx="6858000" cy="9144000"/>
  <p:custDataLst>
    <p:tags r:id="rId25"/>
  </p:custDataLst>
  <p:defaultTextStyle>
    <a:defPPr>
      <a:defRPr lang="en-US"/>
    </a:defPPr>
    <a:lvl1pPr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B8D6"/>
    <a:srgbClr val="15AAA6"/>
    <a:srgbClr val="A8A9AE"/>
    <a:srgbClr val="00DEE6"/>
    <a:srgbClr val="A5C8CF"/>
    <a:srgbClr val="547A8B"/>
    <a:srgbClr val="010B19"/>
    <a:srgbClr val="CCCCCC"/>
    <a:srgbClr val="DADADA"/>
    <a:srgbClr val="082A41"/>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EB29A1-D440-6D18-C2D8-381CEC35F4C8}" v="2" dt="2022-06-20T12:56:23.036"/>
    <p1510:client id="{444F8552-09B3-C7CA-7F9E-FA3A0BBDF834}" v="3" dt="2021-11-05T11:41:03.302"/>
    <p1510:client id="{536B744E-DFAF-4F56-A173-43B1204D070E}" v="2" dt="2022-06-24T14:56:52.645"/>
    <p1510:client id="{7490A095-2D20-4C32-95EC-4E1E908FAE49}" v="4" dt="2022-09-16T09:54:06.501"/>
    <p1510:client id="{88324FFC-DD10-4AE0-99E0-5881F33DB491}" v="12" dt="2021-09-21T10:55:46.690"/>
    <p1510:client id="{A8175211-ED42-C598-0F50-9E122A5829C0}" v="8" dt="2021-12-23T11:28:47.080"/>
    <p1510:client id="{DCEE3072-F7CB-912F-BEF7-FC54A14DB0A2}" v="31" dt="2021-12-16T13:00:43.302"/>
    <p1510:client id="{EC778CFD-537C-9ADE-7CEF-F1E8062F16A1}" v="10" dt="2021-09-21T10:53:27.97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0" d="100"/>
          <a:sy n="110" d="100"/>
        </p:scale>
        <p:origin x="2443" y="82"/>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C3146DE-12E6-419C-A574-B0D04350C97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a-DK"/>
          </a:p>
        </p:txBody>
      </p:sp>
      <p:sp>
        <p:nvSpPr>
          <p:cNvPr id="3" name="Date Placeholder 2">
            <a:extLst>
              <a:ext uri="{FF2B5EF4-FFF2-40B4-BE49-F238E27FC236}">
                <a16:creationId xmlns:a16="http://schemas.microsoft.com/office/drawing/2014/main" id="{E6AA870F-E94B-4917-AB43-62026CB4E57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F758475-46F8-48DB-8603-B040CBA163BF}" type="datetimeFigureOut">
              <a:rPr lang="da-DK" smtClean="0"/>
              <a:t>18-09-2022</a:t>
            </a:fld>
            <a:endParaRPr lang="da-DK"/>
          </a:p>
        </p:txBody>
      </p:sp>
      <p:sp>
        <p:nvSpPr>
          <p:cNvPr id="4" name="Footer Placeholder 3">
            <a:extLst>
              <a:ext uri="{FF2B5EF4-FFF2-40B4-BE49-F238E27FC236}">
                <a16:creationId xmlns:a16="http://schemas.microsoft.com/office/drawing/2014/main" id="{0964345F-0920-4A40-B371-0A9B1BF950A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a-DK"/>
          </a:p>
        </p:txBody>
      </p:sp>
      <p:sp>
        <p:nvSpPr>
          <p:cNvPr id="5" name="Slide Number Placeholder 4">
            <a:extLst>
              <a:ext uri="{FF2B5EF4-FFF2-40B4-BE49-F238E27FC236}">
                <a16:creationId xmlns:a16="http://schemas.microsoft.com/office/drawing/2014/main" id="{FF4E779D-739B-4B24-90DD-E0F826AE07F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403F6F2-2003-4799-8FCB-3431554F2B47}" type="slidenum">
              <a:rPr lang="da-DK" smtClean="0"/>
              <a:t>‹#›</a:t>
            </a:fld>
            <a:endParaRPr lang="da-DK"/>
          </a:p>
        </p:txBody>
      </p:sp>
    </p:spTree>
    <p:extLst>
      <p:ext uri="{BB962C8B-B14F-4D97-AF65-F5344CB8AC3E}">
        <p14:creationId xmlns:p14="http://schemas.microsoft.com/office/powerpoint/2010/main" val="13897257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ea typeface="+mn-ea"/>
                <a:cs typeface="+mn-cs"/>
              </a:defRPr>
            </a:lvl1pPr>
          </a:lstStyle>
          <a:p>
            <a:pPr>
              <a:defRPr/>
            </a:pPr>
            <a:fld id="{2ADF95A9-781B-A947-952E-AF5DB3EED6BF}" type="datetimeFigureOut">
              <a:rPr lang="en-US"/>
              <a:pPr>
                <a:defRPr/>
              </a:pPr>
              <a:t>18-09-2022</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da-DK" noProof="0"/>
              <a:t>Click to edit Master text styles</a:t>
            </a:r>
          </a:p>
          <a:p>
            <a:pPr lvl="1"/>
            <a:r>
              <a:rPr lang="da-DK" noProof="0"/>
              <a:t>Second level</a:t>
            </a:r>
          </a:p>
          <a:p>
            <a:pPr lvl="2"/>
            <a:r>
              <a:rPr lang="da-DK" noProof="0"/>
              <a:t>Third level</a:t>
            </a:r>
          </a:p>
          <a:p>
            <a:pPr lvl="3"/>
            <a:r>
              <a:rPr lang="da-DK" noProof="0"/>
              <a:t>Fourth level</a:t>
            </a:r>
          </a:p>
          <a:p>
            <a:pPr lvl="4"/>
            <a:r>
              <a:rPr lang="da-DK" noProof="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ea typeface="+mn-ea"/>
                <a:cs typeface="+mn-cs"/>
              </a:defRPr>
            </a:lvl1pPr>
          </a:lstStyle>
          <a:p>
            <a:pPr>
              <a:defRPr/>
            </a:pPr>
            <a:fld id="{7B4E6626-DD92-5440-975E-5D33BC737A1F}" type="slidenum">
              <a:rPr lang="en-US"/>
              <a:pPr>
                <a:defRPr/>
              </a:pPr>
              <a:t>‹#›</a:t>
            </a:fld>
            <a:endParaRPr lang="en-US"/>
          </a:p>
        </p:txBody>
      </p:sp>
    </p:spTree>
    <p:extLst>
      <p:ext uri="{BB962C8B-B14F-4D97-AF65-F5344CB8AC3E}">
        <p14:creationId xmlns:p14="http://schemas.microsoft.com/office/powerpoint/2010/main" val="2473425591"/>
      </p:ext>
    </p:extLst>
  </p:cSld>
  <p:clrMap bg1="lt1" tx1="dk1" bg2="lt2" tx2="dk2" accent1="accent1" accent2="accent2" accent3="accent3" accent4="accent4" accent5="accent5" accent6="accent6" hlink="hlink" folHlink="folHlink"/>
  <p:hf hdr="0" ftr="0" dt="0"/>
  <p:notesStyle>
    <a:lvl1pPr algn="l" defTabSz="609585" rtl="0" fontAlgn="base">
      <a:spcBef>
        <a:spcPct val="30000"/>
      </a:spcBef>
      <a:spcAft>
        <a:spcPct val="0"/>
      </a:spcAft>
      <a:defRPr sz="1600" kern="1200">
        <a:solidFill>
          <a:schemeClr val="tx1"/>
        </a:solidFill>
        <a:latin typeface="+mn-lt"/>
        <a:ea typeface="ＭＳ Ｐゴシック" charset="0"/>
        <a:cs typeface="ＭＳ Ｐゴシック" charset="0"/>
      </a:defRPr>
    </a:lvl1pPr>
    <a:lvl2pPr marL="609585" algn="l" defTabSz="609585" rtl="0" fontAlgn="base">
      <a:spcBef>
        <a:spcPct val="30000"/>
      </a:spcBef>
      <a:spcAft>
        <a:spcPct val="0"/>
      </a:spcAft>
      <a:defRPr sz="1600" kern="1200">
        <a:solidFill>
          <a:schemeClr val="tx1"/>
        </a:solidFill>
        <a:latin typeface="+mn-lt"/>
        <a:ea typeface="ＭＳ Ｐゴシック" charset="0"/>
        <a:cs typeface="+mn-cs"/>
      </a:defRPr>
    </a:lvl2pPr>
    <a:lvl3pPr marL="1219170" algn="l" defTabSz="609585" rtl="0" fontAlgn="base">
      <a:spcBef>
        <a:spcPct val="30000"/>
      </a:spcBef>
      <a:spcAft>
        <a:spcPct val="0"/>
      </a:spcAft>
      <a:defRPr sz="1600" kern="1200">
        <a:solidFill>
          <a:schemeClr val="tx1"/>
        </a:solidFill>
        <a:latin typeface="+mn-lt"/>
        <a:ea typeface="ＭＳ Ｐゴシック" charset="0"/>
        <a:cs typeface="+mn-cs"/>
      </a:defRPr>
    </a:lvl3pPr>
    <a:lvl4pPr marL="1828754" algn="l" defTabSz="609585" rtl="0" fontAlgn="base">
      <a:spcBef>
        <a:spcPct val="30000"/>
      </a:spcBef>
      <a:spcAft>
        <a:spcPct val="0"/>
      </a:spcAft>
      <a:defRPr sz="1600" kern="1200">
        <a:solidFill>
          <a:schemeClr val="tx1"/>
        </a:solidFill>
        <a:latin typeface="+mn-lt"/>
        <a:ea typeface="ＭＳ Ｐゴシック" charset="0"/>
        <a:cs typeface="+mn-cs"/>
      </a:defRPr>
    </a:lvl4pPr>
    <a:lvl5pPr marL="2438339" algn="l" defTabSz="609585" rtl="0" fontAlgn="base">
      <a:spcBef>
        <a:spcPct val="30000"/>
      </a:spcBef>
      <a:spcAft>
        <a:spcPct val="0"/>
      </a:spcAft>
      <a:defRPr sz="1600" kern="1200">
        <a:solidFill>
          <a:schemeClr val="tx1"/>
        </a:solidFill>
        <a:latin typeface="+mn-lt"/>
        <a:ea typeface="ＭＳ Ｐゴシック" charset="0"/>
        <a:cs typeface="+mn-cs"/>
      </a:defRPr>
    </a:lvl5pPr>
    <a:lvl6pPr marL="3047924" algn="l" defTabSz="609585" rtl="0" eaLnBrk="1" latinLnBrk="0" hangingPunct="1">
      <a:defRPr sz="1600" kern="1200">
        <a:solidFill>
          <a:schemeClr val="tx1"/>
        </a:solidFill>
        <a:latin typeface="+mn-lt"/>
        <a:ea typeface="+mn-ea"/>
        <a:cs typeface="+mn-cs"/>
      </a:defRPr>
    </a:lvl6pPr>
    <a:lvl7pPr marL="3657509" algn="l" defTabSz="609585" rtl="0" eaLnBrk="1" latinLnBrk="0" hangingPunct="1">
      <a:defRPr sz="1600" kern="1200">
        <a:solidFill>
          <a:schemeClr val="tx1"/>
        </a:solidFill>
        <a:latin typeface="+mn-lt"/>
        <a:ea typeface="+mn-ea"/>
        <a:cs typeface="+mn-cs"/>
      </a:defRPr>
    </a:lvl7pPr>
    <a:lvl8pPr marL="4267093" algn="l" defTabSz="609585" rtl="0" eaLnBrk="1" latinLnBrk="0" hangingPunct="1">
      <a:defRPr sz="1600" kern="1200">
        <a:solidFill>
          <a:schemeClr val="tx1"/>
        </a:solidFill>
        <a:latin typeface="+mn-lt"/>
        <a:ea typeface="+mn-ea"/>
        <a:cs typeface="+mn-cs"/>
      </a:defRPr>
    </a:lvl8pPr>
    <a:lvl9pPr marL="4876678" algn="l" defTabSz="609585"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a:t>
            </a:fld>
            <a:endParaRPr lang="en-US"/>
          </a:p>
        </p:txBody>
      </p:sp>
    </p:spTree>
    <p:extLst>
      <p:ext uri="{BB962C8B-B14F-4D97-AF65-F5344CB8AC3E}">
        <p14:creationId xmlns:p14="http://schemas.microsoft.com/office/powerpoint/2010/main" val="24828445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3</a:t>
            </a:fld>
            <a:endParaRPr lang="en-US"/>
          </a:p>
        </p:txBody>
      </p:sp>
    </p:spTree>
    <p:extLst>
      <p:ext uri="{BB962C8B-B14F-4D97-AF65-F5344CB8AC3E}">
        <p14:creationId xmlns:p14="http://schemas.microsoft.com/office/powerpoint/2010/main" val="36054179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4</a:t>
            </a:fld>
            <a:endParaRPr lang="en-US"/>
          </a:p>
        </p:txBody>
      </p:sp>
    </p:spTree>
    <p:extLst>
      <p:ext uri="{BB962C8B-B14F-4D97-AF65-F5344CB8AC3E}">
        <p14:creationId xmlns:p14="http://schemas.microsoft.com/office/powerpoint/2010/main" val="556329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5</a:t>
            </a:fld>
            <a:endParaRPr lang="en-US"/>
          </a:p>
        </p:txBody>
      </p:sp>
    </p:spTree>
    <p:extLst>
      <p:ext uri="{BB962C8B-B14F-4D97-AF65-F5344CB8AC3E}">
        <p14:creationId xmlns:p14="http://schemas.microsoft.com/office/powerpoint/2010/main" val="31007573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6</a:t>
            </a:fld>
            <a:endParaRPr lang="en-US"/>
          </a:p>
        </p:txBody>
      </p:sp>
    </p:spTree>
    <p:extLst>
      <p:ext uri="{BB962C8B-B14F-4D97-AF65-F5344CB8AC3E}">
        <p14:creationId xmlns:p14="http://schemas.microsoft.com/office/powerpoint/2010/main" val="1057637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a:solidFill>
                  <a:srgbClr val="292929"/>
                </a:solidFill>
                <a:effectLst/>
                <a:latin typeface="medium-content-serif-font"/>
              </a:rPr>
              <a:t>Procedural Programming</a:t>
            </a:r>
            <a:r>
              <a:rPr lang="en-US" b="0" i="0">
                <a:solidFill>
                  <a:srgbClr val="292929"/>
                </a:solidFill>
                <a:effectLst/>
                <a:latin typeface="medium-content-serif-font"/>
              </a:rPr>
              <a:t> based upon the concept of the procedure call</a:t>
            </a:r>
            <a:r>
              <a:rPr lang="en-US" b="0" i="1">
                <a:solidFill>
                  <a:srgbClr val="292929"/>
                </a:solidFill>
                <a:effectLst/>
                <a:latin typeface="medium-content-serif-font"/>
              </a:rPr>
              <a:t>, s</a:t>
            </a:r>
            <a:r>
              <a:rPr lang="en-US" b="0" i="0">
                <a:solidFill>
                  <a:srgbClr val="292929"/>
                </a:solidFill>
                <a:effectLst/>
                <a:latin typeface="medium-content-serif-font"/>
              </a:rPr>
              <a:t>imply contain a series of computational steps to be carried out. Any given procedure might be called at any point during a program’s execution, including by other procedures or itself. Major procedural programming languages are COBOL, BASIC, C, ADA and GO</a:t>
            </a:r>
          </a:p>
          <a:p>
            <a:pPr algn="l"/>
            <a:r>
              <a:rPr lang="en-US" b="1" i="0">
                <a:solidFill>
                  <a:srgbClr val="292929"/>
                </a:solidFill>
                <a:effectLst/>
                <a:latin typeface="medium-content-serif-font"/>
              </a:rPr>
              <a:t>Object Oriented Programming</a:t>
            </a:r>
            <a:r>
              <a:rPr lang="en-US" b="0" i="0">
                <a:solidFill>
                  <a:srgbClr val="292929"/>
                </a:solidFill>
                <a:effectLst/>
                <a:latin typeface="medium-content-serif-font"/>
              </a:rPr>
              <a:t> based on the concept of objects, which contains data(attributes) and procedures(methods). This pattern is more closer to Functional Programming. Significant object-oriented languages include C++, Java, PHP, C#, Python, Ruby, Swift etc.</a:t>
            </a:r>
          </a:p>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7</a:t>
            </a:fld>
            <a:endParaRPr lang="en-US"/>
          </a:p>
        </p:txBody>
      </p:sp>
    </p:spTree>
    <p:extLst>
      <p:ext uri="{BB962C8B-B14F-4D97-AF65-F5344CB8AC3E}">
        <p14:creationId xmlns:p14="http://schemas.microsoft.com/office/powerpoint/2010/main" val="4057332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Strat with “Feature” keyword, followed by Name and optional free text description (to provide information regarding the test content)</a:t>
            </a:r>
            <a:endParaRPr lang="da-DK"/>
          </a:p>
        </p:txBody>
      </p:sp>
      <p:sp>
        <p:nvSpPr>
          <p:cNvPr id="4" name="Slide Number Placeholder 3"/>
          <p:cNvSpPr>
            <a:spLocks noGrp="1"/>
          </p:cNvSpPr>
          <p:nvPr>
            <p:ph type="sldNum" sz="quarter" idx="10"/>
          </p:nvPr>
        </p:nvSpPr>
        <p:spPr/>
        <p:txBody>
          <a:bodyPr/>
          <a:lstStyle/>
          <a:p>
            <a:pPr>
              <a:defRPr/>
            </a:pPr>
            <a:fld id="{7B4E6626-DD92-5440-975E-5D33BC737A1F}" type="slidenum">
              <a:rPr lang="en-US" smtClean="0"/>
              <a:pPr>
                <a:defRPr/>
              </a:pPr>
              <a:t>9</a:t>
            </a:fld>
            <a:endParaRPr lang="en-US"/>
          </a:p>
        </p:txBody>
      </p:sp>
    </p:spTree>
    <p:extLst>
      <p:ext uri="{BB962C8B-B14F-4D97-AF65-F5344CB8AC3E}">
        <p14:creationId xmlns:p14="http://schemas.microsoft.com/office/powerpoint/2010/main" val="26027958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Strat with “Feature” keyword, followed by Name and optional free text description (to provide information regarding the test content)</a:t>
            </a:r>
            <a:endParaRPr lang="da-DK"/>
          </a:p>
        </p:txBody>
      </p:sp>
      <p:sp>
        <p:nvSpPr>
          <p:cNvPr id="4" name="Slide Number Placeholder 3"/>
          <p:cNvSpPr>
            <a:spLocks noGrp="1"/>
          </p:cNvSpPr>
          <p:nvPr>
            <p:ph type="sldNum" sz="quarter" idx="10"/>
          </p:nvPr>
        </p:nvSpPr>
        <p:spPr/>
        <p:txBody>
          <a:bodyPr/>
          <a:lstStyle/>
          <a:p>
            <a:pPr>
              <a:defRPr/>
            </a:pPr>
            <a:fld id="{7B4E6626-DD92-5440-975E-5D33BC737A1F}" type="slidenum">
              <a:rPr lang="en-US" smtClean="0"/>
              <a:pPr>
                <a:defRPr/>
              </a:pPr>
              <a:t>12</a:t>
            </a:fld>
            <a:endParaRPr lang="en-US"/>
          </a:p>
        </p:txBody>
      </p:sp>
    </p:spTree>
    <p:extLst>
      <p:ext uri="{BB962C8B-B14F-4D97-AF65-F5344CB8AC3E}">
        <p14:creationId xmlns:p14="http://schemas.microsoft.com/office/powerpoint/2010/main" val="28967788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a:solidFill>
                  <a:srgbClr val="292929"/>
                </a:solidFill>
                <a:effectLst/>
                <a:latin typeface="medium-content-serif-font"/>
              </a:rPr>
              <a:t>Procedural Programming</a:t>
            </a:r>
            <a:r>
              <a:rPr lang="en-US" b="0" i="0">
                <a:solidFill>
                  <a:srgbClr val="292929"/>
                </a:solidFill>
                <a:effectLst/>
                <a:latin typeface="medium-content-serif-font"/>
              </a:rPr>
              <a:t> based upon the concept of the procedure call</a:t>
            </a:r>
            <a:r>
              <a:rPr lang="en-US" b="0" i="1">
                <a:solidFill>
                  <a:srgbClr val="292929"/>
                </a:solidFill>
                <a:effectLst/>
                <a:latin typeface="medium-content-serif-font"/>
              </a:rPr>
              <a:t>, s</a:t>
            </a:r>
            <a:r>
              <a:rPr lang="en-US" b="0" i="0">
                <a:solidFill>
                  <a:srgbClr val="292929"/>
                </a:solidFill>
                <a:effectLst/>
                <a:latin typeface="medium-content-serif-font"/>
              </a:rPr>
              <a:t>imply contain a series of computational steps to be carried out. Any given procedure might be called at any point during a program’s execution, including by other procedures or itself. Major procedural programming languages are COBOL, BASIC, C, ADA and GO</a:t>
            </a:r>
          </a:p>
          <a:p>
            <a:pPr algn="l"/>
            <a:r>
              <a:rPr lang="en-US" b="1" i="0">
                <a:solidFill>
                  <a:srgbClr val="292929"/>
                </a:solidFill>
                <a:effectLst/>
                <a:latin typeface="medium-content-serif-font"/>
              </a:rPr>
              <a:t>Object Oriented Programming</a:t>
            </a:r>
            <a:r>
              <a:rPr lang="en-US" b="0" i="0">
                <a:solidFill>
                  <a:srgbClr val="292929"/>
                </a:solidFill>
                <a:effectLst/>
                <a:latin typeface="medium-content-serif-font"/>
              </a:rPr>
              <a:t> based on the concept of objects, which contains data(attributes) and procedures(methods). This pattern is more closer to Functional Programming. Significant object-oriented languages include C++, Java, PHP, C#, Python, Ruby, Swift etc.</a:t>
            </a:r>
          </a:p>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15</a:t>
            </a:fld>
            <a:endParaRPr lang="en-US"/>
          </a:p>
        </p:txBody>
      </p:sp>
    </p:spTree>
    <p:extLst>
      <p:ext uri="{BB962C8B-B14F-4D97-AF65-F5344CB8AC3E}">
        <p14:creationId xmlns:p14="http://schemas.microsoft.com/office/powerpoint/2010/main" val="32237824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a:solidFill>
                  <a:srgbClr val="292929"/>
                </a:solidFill>
                <a:effectLst/>
                <a:latin typeface="medium-content-serif-font"/>
              </a:rPr>
              <a:t>Procedural Programming</a:t>
            </a:r>
            <a:r>
              <a:rPr lang="en-US" b="0" i="0">
                <a:solidFill>
                  <a:srgbClr val="292929"/>
                </a:solidFill>
                <a:effectLst/>
                <a:latin typeface="medium-content-serif-font"/>
              </a:rPr>
              <a:t> based upon the concept of the procedure call</a:t>
            </a:r>
            <a:r>
              <a:rPr lang="en-US" b="0" i="1">
                <a:solidFill>
                  <a:srgbClr val="292929"/>
                </a:solidFill>
                <a:effectLst/>
                <a:latin typeface="medium-content-serif-font"/>
              </a:rPr>
              <a:t>, s</a:t>
            </a:r>
            <a:r>
              <a:rPr lang="en-US" b="0" i="0">
                <a:solidFill>
                  <a:srgbClr val="292929"/>
                </a:solidFill>
                <a:effectLst/>
                <a:latin typeface="medium-content-serif-font"/>
              </a:rPr>
              <a:t>imply contain a series of computational steps to be carried out. Any given procedure might be called at any point during a program’s execution, including by other procedures or itself. Major procedural programming languages are COBOL, BASIC, C, ADA and GO</a:t>
            </a:r>
          </a:p>
          <a:p>
            <a:pPr algn="l"/>
            <a:r>
              <a:rPr lang="en-US" b="1" i="0">
                <a:solidFill>
                  <a:srgbClr val="292929"/>
                </a:solidFill>
                <a:effectLst/>
                <a:latin typeface="medium-content-serif-font"/>
              </a:rPr>
              <a:t>Object Oriented Programming</a:t>
            </a:r>
            <a:r>
              <a:rPr lang="en-US" b="0" i="0">
                <a:solidFill>
                  <a:srgbClr val="292929"/>
                </a:solidFill>
                <a:effectLst/>
                <a:latin typeface="medium-content-serif-font"/>
              </a:rPr>
              <a:t> based on the concept of objects, which contains data(attributes) and procedures(methods). This pattern is more closer to Functional Programming. Significant object-oriented languages include C++, Java, PHP, C#, Python, Ruby, Swift etc.</a:t>
            </a:r>
          </a:p>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16</a:t>
            </a:fld>
            <a:endParaRPr lang="en-US"/>
          </a:p>
        </p:txBody>
      </p:sp>
    </p:spTree>
    <p:extLst>
      <p:ext uri="{BB962C8B-B14F-4D97-AF65-F5344CB8AC3E}">
        <p14:creationId xmlns:p14="http://schemas.microsoft.com/office/powerpoint/2010/main" val="15328724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a:solidFill>
                  <a:srgbClr val="292929"/>
                </a:solidFill>
                <a:effectLst/>
                <a:latin typeface="medium-content-serif-font"/>
              </a:rPr>
              <a:t>Procedural Programming</a:t>
            </a:r>
            <a:r>
              <a:rPr lang="en-US" b="0" i="0">
                <a:solidFill>
                  <a:srgbClr val="292929"/>
                </a:solidFill>
                <a:effectLst/>
                <a:latin typeface="medium-content-serif-font"/>
              </a:rPr>
              <a:t> based upon the concept of the procedure call</a:t>
            </a:r>
            <a:r>
              <a:rPr lang="en-US" b="0" i="1">
                <a:solidFill>
                  <a:srgbClr val="292929"/>
                </a:solidFill>
                <a:effectLst/>
                <a:latin typeface="medium-content-serif-font"/>
              </a:rPr>
              <a:t>, s</a:t>
            </a:r>
            <a:r>
              <a:rPr lang="en-US" b="0" i="0">
                <a:solidFill>
                  <a:srgbClr val="292929"/>
                </a:solidFill>
                <a:effectLst/>
                <a:latin typeface="medium-content-serif-font"/>
              </a:rPr>
              <a:t>imply contain a series of computational steps to be carried out. Any given procedure might be called at any point during a program’s execution, including by other procedures or itself. Major procedural programming languages are COBOL, BASIC, C, ADA and GO</a:t>
            </a:r>
          </a:p>
          <a:p>
            <a:pPr algn="l"/>
            <a:r>
              <a:rPr lang="en-US" b="1" i="0">
                <a:solidFill>
                  <a:srgbClr val="292929"/>
                </a:solidFill>
                <a:effectLst/>
                <a:latin typeface="medium-content-serif-font"/>
              </a:rPr>
              <a:t>Object Oriented Programming</a:t>
            </a:r>
            <a:r>
              <a:rPr lang="en-US" b="0" i="0">
                <a:solidFill>
                  <a:srgbClr val="292929"/>
                </a:solidFill>
                <a:effectLst/>
                <a:latin typeface="medium-content-serif-font"/>
              </a:rPr>
              <a:t> based on the concept of objects, which contains data(attributes) and procedures(methods). This pattern is more closer to Functional Programming. Significant object-oriented languages include C++, Java, PHP, C#, Python, Ruby, Swift etc.</a:t>
            </a:r>
          </a:p>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17</a:t>
            </a:fld>
            <a:endParaRPr lang="en-US"/>
          </a:p>
        </p:txBody>
      </p:sp>
    </p:spTree>
    <p:extLst>
      <p:ext uri="{BB962C8B-B14F-4D97-AF65-F5344CB8AC3E}">
        <p14:creationId xmlns:p14="http://schemas.microsoft.com/office/powerpoint/2010/main" val="35581676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a:solidFill>
                  <a:srgbClr val="292929"/>
                </a:solidFill>
                <a:effectLst/>
                <a:latin typeface="medium-content-serif-font"/>
              </a:rPr>
              <a:t>Procedural Programming</a:t>
            </a:r>
            <a:r>
              <a:rPr lang="en-US" b="0" i="0">
                <a:solidFill>
                  <a:srgbClr val="292929"/>
                </a:solidFill>
                <a:effectLst/>
                <a:latin typeface="medium-content-serif-font"/>
              </a:rPr>
              <a:t> based upon the concept of the procedure call</a:t>
            </a:r>
            <a:r>
              <a:rPr lang="en-US" b="0" i="1">
                <a:solidFill>
                  <a:srgbClr val="292929"/>
                </a:solidFill>
                <a:effectLst/>
                <a:latin typeface="medium-content-serif-font"/>
              </a:rPr>
              <a:t>, s</a:t>
            </a:r>
            <a:r>
              <a:rPr lang="en-US" b="0" i="0">
                <a:solidFill>
                  <a:srgbClr val="292929"/>
                </a:solidFill>
                <a:effectLst/>
                <a:latin typeface="medium-content-serif-font"/>
              </a:rPr>
              <a:t>imply contain a series of computational steps to be carried out. Any given procedure might be called at any point during a program’s execution, including by other procedures or itself. Major procedural programming languages are COBOL, BASIC, C, ADA and GO</a:t>
            </a:r>
          </a:p>
          <a:p>
            <a:pPr algn="l"/>
            <a:r>
              <a:rPr lang="en-US" b="1" i="0">
                <a:solidFill>
                  <a:srgbClr val="292929"/>
                </a:solidFill>
                <a:effectLst/>
                <a:latin typeface="medium-content-serif-font"/>
              </a:rPr>
              <a:t>Object Oriented Programming</a:t>
            </a:r>
            <a:r>
              <a:rPr lang="en-US" b="0" i="0">
                <a:solidFill>
                  <a:srgbClr val="292929"/>
                </a:solidFill>
                <a:effectLst/>
                <a:latin typeface="medium-content-serif-font"/>
              </a:rPr>
              <a:t> based on the concept of objects, which contains data(attributes) and procedures(methods). This pattern is more closer to Functional Programming. Significant object-oriented languages include C++, Java, PHP, C#, Python, Ruby, Swift etc.</a:t>
            </a:r>
          </a:p>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18</a:t>
            </a:fld>
            <a:endParaRPr lang="en-US"/>
          </a:p>
        </p:txBody>
      </p:sp>
    </p:spTree>
    <p:extLst>
      <p:ext uri="{BB962C8B-B14F-4D97-AF65-F5344CB8AC3E}">
        <p14:creationId xmlns:p14="http://schemas.microsoft.com/office/powerpoint/2010/main" val="354670611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4_Titelslide">
    <p:spTree>
      <p:nvGrpSpPr>
        <p:cNvPr id="1" name=""/>
        <p:cNvGrpSpPr/>
        <p:nvPr/>
      </p:nvGrpSpPr>
      <p:grpSpPr>
        <a:xfrm>
          <a:off x="0" y="0"/>
          <a:ext cx="0" cy="0"/>
          <a:chOff x="0" y="0"/>
          <a:chExt cx="0" cy="0"/>
        </a:xfrm>
      </p:grpSpPr>
      <p:pic>
        <p:nvPicPr>
          <p:cNvPr id="2" name="Billede 1"/>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1606" y="0"/>
            <a:ext cx="12193605" cy="6858000"/>
          </a:xfrm>
          <a:prstGeom prst="rect">
            <a:avLst/>
          </a:prstGeom>
        </p:spPr>
      </p:pic>
      <p:sp>
        <p:nvSpPr>
          <p:cNvPr id="15" name="Rektangel 14"/>
          <p:cNvSpPr/>
          <p:nvPr userDrawn="1"/>
        </p:nvSpPr>
        <p:spPr>
          <a:xfrm>
            <a:off x="0" y="0"/>
            <a:ext cx="12192000" cy="4610100"/>
          </a:xfrm>
          <a:prstGeom prst="rect">
            <a:avLst/>
          </a:prstGeom>
          <a:gradFill flip="none" rotWithShape="1">
            <a:gsLst>
              <a:gs pos="8000">
                <a:srgbClr val="010B19">
                  <a:alpha val="80000"/>
                </a:srgbClr>
              </a:gs>
              <a:gs pos="47000">
                <a:srgbClr val="5D757F">
                  <a:alpha val="40000"/>
                </a:srgbClr>
              </a:gs>
              <a:gs pos="73000">
                <a:srgbClr val="A5C8CF">
                  <a:alpha val="0"/>
                </a:srgbClr>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tx1"/>
              </a:solidFill>
            </a:endParaRPr>
          </a:p>
        </p:txBody>
      </p:sp>
      <p:sp>
        <p:nvSpPr>
          <p:cNvPr id="4" name="Pladsholder til dato 3"/>
          <p:cNvSpPr>
            <a:spLocks noGrp="1"/>
          </p:cNvSpPr>
          <p:nvPr>
            <p:ph type="dt" sz="half" idx="10"/>
          </p:nvPr>
        </p:nvSpPr>
        <p:spPr>
          <a:xfrm>
            <a:off x="666750" y="6354361"/>
            <a:ext cx="2590801" cy="364067"/>
          </a:xfrm>
          <a:prstGeom prst="rect">
            <a:avLst/>
          </a:prstGeom>
        </p:spPr>
        <p:txBody>
          <a:bodyPr lIns="0" tIns="0" rIns="0" bIns="0" anchor="ctr" anchorCtr="0"/>
          <a:lstStyle>
            <a:lvl1pPr algn="l">
              <a:defRPr lang="da-DK" sz="1067" b="1" kern="1200" dirty="0">
                <a:solidFill>
                  <a:schemeClr val="bg1"/>
                </a:solidFill>
                <a:latin typeface="+mj-lt"/>
                <a:ea typeface="ＭＳ Ｐゴシック" charset="0"/>
                <a:cs typeface="ＭＳ Ｐゴシック" charset="0"/>
              </a:defRPr>
            </a:lvl1pPr>
          </a:lstStyle>
          <a:p>
            <a:endParaRPr lang="da-DK"/>
          </a:p>
        </p:txBody>
      </p:sp>
      <p:sp>
        <p:nvSpPr>
          <p:cNvPr id="6" name="Pladsholder til tekst 5"/>
          <p:cNvSpPr>
            <a:spLocks noGrp="1"/>
          </p:cNvSpPr>
          <p:nvPr>
            <p:ph type="body" sz="quarter" idx="14" hasCustomPrompt="1"/>
          </p:nvPr>
        </p:nvSpPr>
        <p:spPr>
          <a:xfrm>
            <a:off x="650889" y="947355"/>
            <a:ext cx="10860646" cy="1254669"/>
          </a:xfrm>
        </p:spPr>
        <p:txBody>
          <a:bodyPr anchor="b"/>
          <a:lstStyle>
            <a:lvl1pPr marL="0" indent="0">
              <a:lnSpc>
                <a:spcPts val="4800"/>
              </a:lnSpc>
              <a:spcAft>
                <a:spcPts val="0"/>
              </a:spcAft>
              <a:buNone/>
              <a:defRPr sz="4800" cap="all" baseline="0">
                <a:solidFill>
                  <a:schemeClr val="bg1"/>
                </a:solidFill>
              </a:defRPr>
            </a:lvl1pPr>
          </a:lstStyle>
          <a:p>
            <a:pPr lvl="0"/>
            <a:r>
              <a:rPr lang="en-US"/>
              <a:t>Insert</a:t>
            </a:r>
            <a:br>
              <a:rPr lang="en-US"/>
            </a:br>
            <a:r>
              <a:rPr lang="en-US"/>
              <a:t>Header</a:t>
            </a:r>
          </a:p>
        </p:txBody>
      </p:sp>
      <p:grpSp>
        <p:nvGrpSpPr>
          <p:cNvPr id="5" name="Gruppe 4"/>
          <p:cNvGrpSpPr/>
          <p:nvPr userDrawn="1"/>
        </p:nvGrpSpPr>
        <p:grpSpPr>
          <a:xfrm>
            <a:off x="8683837" y="5431288"/>
            <a:ext cx="3508163" cy="1426712"/>
            <a:chOff x="8683837" y="5431288"/>
            <a:chExt cx="3508163" cy="1426712"/>
          </a:xfrm>
        </p:grpSpPr>
        <p:sp>
          <p:nvSpPr>
            <p:cNvPr id="23" name="Freeform 6"/>
            <p:cNvSpPr>
              <a:spLocks/>
            </p:cNvSpPr>
            <p:nvPr userDrawn="1"/>
          </p:nvSpPr>
          <p:spPr bwMode="auto">
            <a:xfrm>
              <a:off x="8683837" y="5431288"/>
              <a:ext cx="3508163" cy="1426712"/>
            </a:xfrm>
            <a:custGeom>
              <a:avLst/>
              <a:gdLst>
                <a:gd name="T0" fmla="*/ 0 w 1945"/>
                <a:gd name="T1" fmla="*/ 791 h 791"/>
                <a:gd name="T2" fmla="*/ 1945 w 1945"/>
                <a:gd name="T3" fmla="*/ 791 h 791"/>
                <a:gd name="T4" fmla="*/ 1945 w 1945"/>
                <a:gd name="T5" fmla="*/ 332 h 791"/>
                <a:gd name="T6" fmla="*/ 1370 w 1945"/>
                <a:gd name="T7" fmla="*/ 0 h 791"/>
                <a:gd name="T8" fmla="*/ 0 w 1945"/>
                <a:gd name="T9" fmla="*/ 791 h 791"/>
              </a:gdLst>
              <a:ahLst/>
              <a:cxnLst>
                <a:cxn ang="0">
                  <a:pos x="T0" y="T1"/>
                </a:cxn>
                <a:cxn ang="0">
                  <a:pos x="T2" y="T3"/>
                </a:cxn>
                <a:cxn ang="0">
                  <a:pos x="T4" y="T5"/>
                </a:cxn>
                <a:cxn ang="0">
                  <a:pos x="T6" y="T7"/>
                </a:cxn>
                <a:cxn ang="0">
                  <a:pos x="T8" y="T9"/>
                </a:cxn>
              </a:cxnLst>
              <a:rect l="0" t="0" r="r" b="b"/>
              <a:pathLst>
                <a:path w="1945" h="791">
                  <a:moveTo>
                    <a:pt x="0" y="791"/>
                  </a:moveTo>
                  <a:lnTo>
                    <a:pt x="1945" y="791"/>
                  </a:lnTo>
                  <a:lnTo>
                    <a:pt x="1945" y="332"/>
                  </a:lnTo>
                  <a:lnTo>
                    <a:pt x="1370" y="0"/>
                  </a:lnTo>
                  <a:lnTo>
                    <a:pt x="0" y="79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7"/>
            <p:cNvSpPr>
              <a:spLocks noEditPoints="1"/>
            </p:cNvSpPr>
            <p:nvPr userDrawn="1"/>
          </p:nvSpPr>
          <p:spPr bwMode="auto">
            <a:xfrm>
              <a:off x="10368784" y="638785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8"/>
            <p:cNvSpPr>
              <a:spLocks noEditPoints="1"/>
            </p:cNvSpPr>
            <p:nvPr userDrawn="1"/>
          </p:nvSpPr>
          <p:spPr bwMode="auto">
            <a:xfrm>
              <a:off x="10142048" y="646948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40599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8423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3864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1" name="Pladsholder til tekst 10"/>
          <p:cNvSpPr>
            <a:spLocks noGrp="1"/>
          </p:cNvSpPr>
          <p:nvPr>
            <p:ph type="body" sz="quarter" idx="15" hasCustomPrompt="1"/>
          </p:nvPr>
        </p:nvSpPr>
        <p:spPr>
          <a:xfrm>
            <a:off x="659073" y="2156701"/>
            <a:ext cx="10861415" cy="253022"/>
          </a:xfrm>
        </p:spPr>
        <p:txBody>
          <a:bodyPr/>
          <a:lstStyle>
            <a:lvl1pPr>
              <a:buNone/>
              <a:defRPr lang="en-US" sz="2100" b="0" kern="1200" cap="all" spc="107" baseline="0" dirty="0">
                <a:solidFill>
                  <a:schemeClr val="bg1"/>
                </a:solidFill>
                <a:latin typeface="Arial"/>
                <a:ea typeface="Calibri" panose="020F0502020204030204" pitchFamily="34" charset="0"/>
                <a:cs typeface="Arial"/>
              </a:defRPr>
            </a:lvl1pPr>
          </a:lstStyle>
          <a:p>
            <a:pPr lvl="0"/>
            <a:r>
              <a:rPr lang="da-DK"/>
              <a:t>subheader</a:t>
            </a:r>
            <a:endParaRPr lang="en-US"/>
          </a:p>
        </p:txBody>
      </p:sp>
      <p:sp>
        <p:nvSpPr>
          <p:cNvPr id="10" name="Pladsholder til tekst 9"/>
          <p:cNvSpPr>
            <a:spLocks noGrp="1"/>
          </p:cNvSpPr>
          <p:nvPr>
            <p:ph type="body" sz="quarter" idx="16" hasCustomPrompt="1"/>
          </p:nvPr>
        </p:nvSpPr>
        <p:spPr>
          <a:xfrm>
            <a:off x="671513" y="2413000"/>
            <a:ext cx="4422775" cy="660504"/>
          </a:xfrm>
          <a:noFill/>
          <a:ln>
            <a:noFill/>
          </a:ln>
        </p:spPr>
        <p:txBody>
          <a:bodyPr anchor="b"/>
          <a:lstStyle>
            <a:lvl1pPr marL="0" indent="0">
              <a:buNone/>
              <a:defRPr lang="da-DK" sz="1400" b="0" kern="1200" cap="all" baseline="0" dirty="0" smtClean="0">
                <a:solidFill>
                  <a:schemeClr val="accent2"/>
                </a:solidFill>
                <a:latin typeface="+mn-lt"/>
                <a:ea typeface="ＭＳ Ｐゴシック" charset="0"/>
                <a:cs typeface="ＭＳ Ｐゴシック"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a-DK" err="1"/>
              <a:t>Name</a:t>
            </a:r>
            <a:r>
              <a:rPr lang="da-DK"/>
              <a:t>, </a:t>
            </a:r>
            <a:r>
              <a:rPr lang="da-DK" err="1"/>
              <a:t>TiTLE</a:t>
            </a:r>
            <a:r>
              <a:rPr lang="da-DK"/>
              <a:t>, SIMCORP</a:t>
            </a:r>
          </a:p>
        </p:txBody>
      </p:sp>
      <p:sp>
        <p:nvSpPr>
          <p:cNvPr id="13" name="Pladsholder til tekst 12"/>
          <p:cNvSpPr>
            <a:spLocks noGrp="1"/>
          </p:cNvSpPr>
          <p:nvPr>
            <p:ph type="body" sz="quarter" idx="17" hasCustomPrompt="1"/>
          </p:nvPr>
        </p:nvSpPr>
        <p:spPr>
          <a:xfrm>
            <a:off x="671513" y="3156860"/>
            <a:ext cx="4422775" cy="215444"/>
          </a:xfrm>
        </p:spPr>
        <p:txBody>
          <a:bodyPr>
            <a:noAutofit/>
          </a:bodyPr>
          <a:lstStyle>
            <a:lvl1pPr marL="0" indent="0">
              <a:buNone/>
              <a:defRPr lang="da-DK" sz="1400" b="0" kern="1200" cap="all" baseline="0" dirty="0" smtClean="0">
                <a:solidFill>
                  <a:schemeClr val="bg1"/>
                </a:solidFill>
                <a:latin typeface="+mn-lt"/>
                <a:ea typeface="ＭＳ Ｐゴシック" charset="0"/>
                <a:cs typeface="ＭＳ Ｐゴシック" charset="0"/>
              </a:defRPr>
            </a:lvl1pPr>
          </a:lstStyle>
          <a:p>
            <a:pPr lvl="0"/>
            <a:r>
              <a:rPr lang="da-DK" err="1"/>
              <a:t>Additional</a:t>
            </a:r>
            <a:r>
              <a:rPr lang="da-DK"/>
              <a:t> info</a:t>
            </a:r>
          </a:p>
        </p:txBody>
      </p:sp>
    </p:spTree>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Header slid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US"/>
              <a:t>Enter slide header</a:t>
            </a:r>
            <a:endParaRPr lang="da-DK"/>
          </a:p>
        </p:txBody>
      </p:sp>
      <p:sp>
        <p:nvSpPr>
          <p:cNvPr id="4" name="Pladsholder til slidenummer 3"/>
          <p:cNvSpPr>
            <a:spLocks noGrp="1"/>
          </p:cNvSpPr>
          <p:nvPr>
            <p:ph type="sldNum" sz="quarter" idx="11"/>
          </p:nvPr>
        </p:nvSpPr>
        <p:spPr/>
        <p:txBody>
          <a:bodyPr/>
          <a:lstStyle/>
          <a:p>
            <a:fld id="{E16BA917-7F09-4B8D-AF07-F52890C14046}" type="slidenum">
              <a:rPr lang="da-DK" smtClean="0"/>
              <a:pPr/>
              <a:t>‹#›</a:t>
            </a:fld>
            <a:endParaRPr lang="da-DK"/>
          </a:p>
        </p:txBody>
      </p:sp>
      <p:sp>
        <p:nvSpPr>
          <p:cNvPr id="9"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genda slide">
    <p:spTree>
      <p:nvGrpSpPr>
        <p:cNvPr id="1" name=""/>
        <p:cNvGrpSpPr/>
        <p:nvPr/>
      </p:nvGrpSpPr>
      <p:grpSpPr>
        <a:xfrm>
          <a:off x="0" y="0"/>
          <a:ext cx="0" cy="0"/>
          <a:chOff x="0" y="0"/>
          <a:chExt cx="0" cy="0"/>
        </a:xfrm>
      </p:grpSpPr>
      <p:pic>
        <p:nvPicPr>
          <p:cNvPr id="5" name="Billed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8437"/>
            <a:ext cx="12191999" cy="6866437"/>
          </a:xfrm>
          <a:prstGeom prst="rect">
            <a:avLst/>
          </a:prstGeom>
        </p:spPr>
      </p:pic>
      <p:sp>
        <p:nvSpPr>
          <p:cNvPr id="2" name="Titel 1"/>
          <p:cNvSpPr>
            <a:spLocks noGrp="1"/>
          </p:cNvSpPr>
          <p:nvPr>
            <p:ph type="title" hasCustomPrompt="1"/>
          </p:nvPr>
        </p:nvSpPr>
        <p:spPr/>
        <p:txBody>
          <a:bodyPr/>
          <a:lstStyle>
            <a:lvl1pPr>
              <a:defRPr/>
            </a:lvl1pPr>
          </a:lstStyle>
          <a:p>
            <a:r>
              <a:rPr lang="da-DK"/>
              <a:t>AGENDA</a:t>
            </a:r>
          </a:p>
        </p:txBody>
      </p:sp>
      <p:sp>
        <p:nvSpPr>
          <p:cNvPr id="4" name="Pladsholder til slidenummer 3"/>
          <p:cNvSpPr>
            <a:spLocks noGrp="1"/>
          </p:cNvSpPr>
          <p:nvPr>
            <p:ph type="sldNum" sz="quarter" idx="11"/>
          </p:nvPr>
        </p:nvSpPr>
        <p:spPr/>
        <p:txBody>
          <a:bodyPr/>
          <a:lstStyle>
            <a:lvl1pPr>
              <a:defRPr lang="da-DK" sz="1000" kern="1200" smtClean="0">
                <a:solidFill>
                  <a:schemeClr val="accent6"/>
                </a:solidFill>
                <a:latin typeface="+mj-lt"/>
                <a:ea typeface="ＭＳ Ｐゴシック" charset="0"/>
                <a:cs typeface="ＭＳ Ｐゴシック" charset="0"/>
              </a:defRPr>
            </a:lvl1pPr>
          </a:lstStyle>
          <a:p>
            <a:fld id="{E16BA917-7F09-4B8D-AF07-F52890C14046}" type="slidenum">
              <a:rPr lang="en-US" smtClean="0"/>
              <a:pPr/>
              <a:t>‹#›</a:t>
            </a:fld>
            <a:endParaRPr lang="en-US"/>
          </a:p>
        </p:txBody>
      </p:sp>
      <p:sp>
        <p:nvSpPr>
          <p:cNvPr id="13" name="Pladsholder til tekst 12"/>
          <p:cNvSpPr>
            <a:spLocks noGrp="1"/>
          </p:cNvSpPr>
          <p:nvPr>
            <p:ph type="body" sz="quarter" idx="14" hasCustomPrompt="1"/>
          </p:nvPr>
        </p:nvSpPr>
        <p:spPr>
          <a:xfrm>
            <a:off x="670985" y="1620839"/>
            <a:ext cx="10850033" cy="4566180"/>
          </a:xfrm>
        </p:spPr>
        <p:txBody>
          <a:bodyPr/>
          <a:lstStyle>
            <a:lvl5pPr>
              <a:defRPr>
                <a:solidFill>
                  <a:schemeClr val="accent2"/>
                </a:solidFill>
              </a:defRPr>
            </a:lvl5p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11"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grpSp>
        <p:nvGrpSpPr>
          <p:cNvPr id="23" name="Gruppe 22"/>
          <p:cNvGrpSpPr>
            <a:grpSpLocks noChangeAspect="1"/>
          </p:cNvGrpSpPr>
          <p:nvPr userDrawn="1"/>
        </p:nvGrpSpPr>
        <p:grpSpPr>
          <a:xfrm>
            <a:off x="10343104" y="6422579"/>
            <a:ext cx="1176854" cy="202504"/>
            <a:chOff x="10056795" y="6368350"/>
            <a:chExt cx="1454739" cy="250316"/>
          </a:xfrm>
          <a:solidFill>
            <a:schemeClr val="tx1"/>
          </a:solidFill>
        </p:grpSpPr>
        <p:sp>
          <p:nvSpPr>
            <p:cNvPr id="24"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5"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accent6"/>
                </a:solidFill>
                <a:latin typeface="+mj-lt"/>
                <a:ea typeface="ＭＳ Ｐゴシック" charset="0"/>
                <a:cs typeface="ＭＳ Ｐゴシック" charset="0"/>
              </a:rPr>
              <a:t>© 2020</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4" name="Pladsholder til slidenummer 3"/>
          <p:cNvSpPr>
            <a:spLocks noGrp="1"/>
          </p:cNvSpPr>
          <p:nvPr>
            <p:ph type="sldNum" sz="quarter" idx="11"/>
          </p:nvPr>
        </p:nvSpPr>
        <p:spPr/>
        <p:txBody>
          <a:bodyPr/>
          <a:lstStyle/>
          <a:p>
            <a:fld id="{E16BA917-7F09-4B8D-AF07-F52890C14046}" type="slidenum">
              <a:rPr lang="da-DK" smtClean="0"/>
              <a:pPr/>
              <a:t>‹#›</a:t>
            </a:fld>
            <a:endParaRPr lang="da-DK"/>
          </a:p>
        </p:txBody>
      </p:sp>
      <p:sp>
        <p:nvSpPr>
          <p:cNvPr id="8"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sp>
        <p:nvSpPr>
          <p:cNvPr id="3" name="Tekstfelt 2"/>
          <p:cNvSpPr txBox="1"/>
          <p:nvPr userDrawn="1"/>
        </p:nvSpPr>
        <p:spPr>
          <a:xfrm>
            <a:off x="2868460" y="-638827"/>
            <a:ext cx="1615858" cy="638827"/>
          </a:xfrm>
          <a:prstGeom prst="rect">
            <a:avLst/>
          </a:prstGeom>
          <a:noFill/>
        </p:spPr>
        <p:txBody>
          <a:bodyPr wrap="square" lIns="0" tIns="0" rIns="0" bIns="0" rtlCol="0">
            <a:noAutofit/>
          </a:bodyPr>
          <a:lstStyle/>
          <a:p>
            <a:endParaRPr lang="da-DK"/>
          </a:p>
        </p:txBody>
      </p:sp>
      <p:sp>
        <p:nvSpPr>
          <p:cNvPr id="10" name="Titel 9"/>
          <p:cNvSpPr>
            <a:spLocks noGrp="1"/>
          </p:cNvSpPr>
          <p:nvPr>
            <p:ph type="title" hasCustomPrompt="1"/>
          </p:nvPr>
        </p:nvSpPr>
        <p:spPr/>
        <p:txBody>
          <a:bodyPr/>
          <a:lstStyle/>
          <a:p>
            <a:r>
              <a:rPr lang="en-US"/>
              <a:t>Enter slide header</a:t>
            </a:r>
            <a:endParaRPr lang="da-DK"/>
          </a:p>
        </p:txBody>
      </p:sp>
      <p:sp>
        <p:nvSpPr>
          <p:cNvPr id="12" name="Pladsholder til indhold 11"/>
          <p:cNvSpPr>
            <a:spLocks noGrp="1"/>
          </p:cNvSpPr>
          <p:nvPr>
            <p:ph sz="quarter" idx="19" hasCustomPrompt="1"/>
          </p:nvPr>
        </p:nvSpPr>
        <p:spPr>
          <a:xfrm>
            <a:off x="672001" y="1620838"/>
            <a:ext cx="10856912" cy="4568825"/>
          </a:xfrm>
        </p:spPr>
        <p:txBody>
          <a:bodyPr/>
          <a:lstStyle>
            <a:lvl4pPr>
              <a:spcBef>
                <a:spcPts val="0"/>
              </a:spcBef>
              <a:defRPr/>
            </a:lvl4p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2" name="Rectangle 1"/>
          <p:cNvSpPr/>
          <p:nvPr userDrawn="1"/>
        </p:nvSpPr>
        <p:spPr>
          <a:xfrm>
            <a:off x="12573000" y="-9525"/>
            <a:ext cx="1339850" cy="68675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column slid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US"/>
              <a:t>Enter slide header</a:t>
            </a:r>
            <a:endParaRPr lang="da-DK"/>
          </a:p>
        </p:txBody>
      </p:sp>
      <p:sp>
        <p:nvSpPr>
          <p:cNvPr id="4" name="Pladsholder til slidenummer 3"/>
          <p:cNvSpPr>
            <a:spLocks noGrp="1"/>
          </p:cNvSpPr>
          <p:nvPr>
            <p:ph type="sldNum" sz="quarter" idx="11"/>
          </p:nvPr>
        </p:nvSpPr>
        <p:spPr/>
        <p:txBody>
          <a:bodyPr/>
          <a:lstStyle/>
          <a:p>
            <a:fld id="{E16BA917-7F09-4B8D-AF07-F52890C14046}" type="slidenum">
              <a:rPr lang="da-DK" smtClean="0"/>
              <a:pPr/>
              <a:t>‹#›</a:t>
            </a:fld>
            <a:endParaRPr lang="da-DK"/>
          </a:p>
        </p:txBody>
      </p:sp>
      <p:sp>
        <p:nvSpPr>
          <p:cNvPr id="9"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sp>
        <p:nvSpPr>
          <p:cNvPr id="5" name="Pladsholder til indhold 4"/>
          <p:cNvSpPr>
            <a:spLocks noGrp="1"/>
          </p:cNvSpPr>
          <p:nvPr>
            <p:ph sz="quarter" idx="18" hasCustomPrompt="1"/>
          </p:nvPr>
        </p:nvSpPr>
        <p:spPr>
          <a:xfrm>
            <a:off x="671513" y="1620838"/>
            <a:ext cx="534035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10" name="Pladsholder til indhold 4"/>
          <p:cNvSpPr>
            <a:spLocks noGrp="1"/>
          </p:cNvSpPr>
          <p:nvPr>
            <p:ph sz="quarter" idx="19" hasCustomPrompt="1"/>
          </p:nvPr>
        </p:nvSpPr>
        <p:spPr>
          <a:xfrm>
            <a:off x="6178550" y="1620838"/>
            <a:ext cx="534035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column slid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US"/>
              <a:t>Enter slide header</a:t>
            </a:r>
            <a:endParaRPr lang="da-DK"/>
          </a:p>
        </p:txBody>
      </p:sp>
      <p:sp>
        <p:nvSpPr>
          <p:cNvPr id="4" name="Pladsholder til slidenummer 3"/>
          <p:cNvSpPr>
            <a:spLocks noGrp="1"/>
          </p:cNvSpPr>
          <p:nvPr>
            <p:ph type="sldNum" sz="quarter" idx="11"/>
          </p:nvPr>
        </p:nvSpPr>
        <p:spPr/>
        <p:txBody>
          <a:bodyPr/>
          <a:lstStyle/>
          <a:p>
            <a:fld id="{E16BA917-7F09-4B8D-AF07-F52890C14046}" type="slidenum">
              <a:rPr lang="da-DK" smtClean="0"/>
              <a:pPr/>
              <a:t>‹#›</a:t>
            </a:fld>
            <a:endParaRPr lang="da-DK"/>
          </a:p>
        </p:txBody>
      </p:sp>
      <p:sp>
        <p:nvSpPr>
          <p:cNvPr id="9"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sp>
        <p:nvSpPr>
          <p:cNvPr id="5" name="Pladsholder til indhold 4"/>
          <p:cNvSpPr>
            <a:spLocks noGrp="1"/>
          </p:cNvSpPr>
          <p:nvPr>
            <p:ph sz="quarter" idx="18" hasCustomPrompt="1"/>
          </p:nvPr>
        </p:nvSpPr>
        <p:spPr>
          <a:xfrm>
            <a:off x="671513" y="1620838"/>
            <a:ext cx="350520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11" name="Pladsholder til indhold 4"/>
          <p:cNvSpPr>
            <a:spLocks noGrp="1"/>
          </p:cNvSpPr>
          <p:nvPr>
            <p:ph sz="quarter" idx="19" hasCustomPrompt="1"/>
          </p:nvPr>
        </p:nvSpPr>
        <p:spPr>
          <a:xfrm>
            <a:off x="4343400" y="1620838"/>
            <a:ext cx="350520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12" name="Pladsholder til indhold 4"/>
          <p:cNvSpPr>
            <a:spLocks noGrp="1"/>
          </p:cNvSpPr>
          <p:nvPr>
            <p:ph sz="quarter" idx="20" hasCustomPrompt="1"/>
          </p:nvPr>
        </p:nvSpPr>
        <p:spPr>
          <a:xfrm>
            <a:off x="8013700" y="1620838"/>
            <a:ext cx="350520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reaker slide - light gray">
    <p:spTree>
      <p:nvGrpSpPr>
        <p:cNvPr id="1" name=""/>
        <p:cNvGrpSpPr/>
        <p:nvPr/>
      </p:nvGrpSpPr>
      <p:grpSpPr>
        <a:xfrm>
          <a:off x="0" y="0"/>
          <a:ext cx="0" cy="0"/>
          <a:chOff x="0" y="0"/>
          <a:chExt cx="0" cy="0"/>
        </a:xfrm>
      </p:grpSpPr>
      <p:pic>
        <p:nvPicPr>
          <p:cNvPr id="5" name="Billed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8437"/>
            <a:ext cx="12191999" cy="6866437"/>
          </a:xfrm>
          <a:prstGeom prst="rect">
            <a:avLst/>
          </a:prstGeom>
        </p:spPr>
      </p:pic>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rgbClr val="263542"/>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p>
            <a:fld id="{E16BA917-7F09-4B8D-AF07-F52890C14046}" type="slidenum">
              <a:rPr lang="da-DK" smtClean="0"/>
              <a:pPr/>
              <a:t>‹#›</a:t>
            </a:fld>
            <a:endParaRPr lang="da-DK"/>
          </a:p>
        </p:txBody>
      </p:sp>
      <p:grpSp>
        <p:nvGrpSpPr>
          <p:cNvPr id="18" name="Gruppe 17"/>
          <p:cNvGrpSpPr>
            <a:grpSpLocks noChangeAspect="1"/>
          </p:cNvGrpSpPr>
          <p:nvPr userDrawn="1"/>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accent6"/>
                </a:solidFill>
                <a:latin typeface="+mj-lt"/>
                <a:ea typeface="ＭＳ Ｐゴシック" charset="0"/>
                <a:cs typeface="ＭＳ Ｐゴシック" charset="0"/>
              </a:rPr>
              <a:t>© 2020</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7_Breaker slide - light gray">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2413968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8_Breaker slide - light gray">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094781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9_Breaker slide - light gray">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9123419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10_Breaker slide - light gray">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5772872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11_Breaker slide - light gray">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7787729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12_Breaker slide - light gray">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2940276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2_Title and Content">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tx1"/>
              </a:solidFill>
            </a:endParaRPr>
          </a:p>
        </p:txBody>
      </p:sp>
      <p:grpSp>
        <p:nvGrpSpPr>
          <p:cNvPr id="47" name="Group 46">
            <a:extLst>
              <a:ext uri="{FF2B5EF4-FFF2-40B4-BE49-F238E27FC236}">
                <a16:creationId xmlns:a16="http://schemas.microsoft.com/office/drawing/2014/main" id="{DA75BCBD-7D17-4BD2-AEA8-D97FB017E08D}"/>
              </a:ext>
            </a:extLst>
          </p:cNvPr>
          <p:cNvGrpSpPr/>
          <p:nvPr userDrawn="1"/>
        </p:nvGrpSpPr>
        <p:grpSpPr>
          <a:xfrm>
            <a:off x="-9183" y="3278"/>
            <a:ext cx="12192001" cy="6864350"/>
            <a:chOff x="0" y="-6350"/>
            <a:chExt cx="12192001" cy="6864350"/>
          </a:xfrm>
        </p:grpSpPr>
        <p:sp>
          <p:nvSpPr>
            <p:cNvPr id="48" name="Freeform 5">
              <a:extLst>
                <a:ext uri="{FF2B5EF4-FFF2-40B4-BE49-F238E27FC236}">
                  <a16:creationId xmlns:a16="http://schemas.microsoft.com/office/drawing/2014/main" id="{3D627E1E-B34A-492B-80ED-77128B92E5C3}"/>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49" name="Freeform 7">
              <a:extLst>
                <a:ext uri="{FF2B5EF4-FFF2-40B4-BE49-F238E27FC236}">
                  <a16:creationId xmlns:a16="http://schemas.microsoft.com/office/drawing/2014/main" id="{5D562DC0-9BDC-48EB-BF8E-826C5C0602EB}"/>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9">
              <a:extLst>
                <a:ext uri="{FF2B5EF4-FFF2-40B4-BE49-F238E27FC236}">
                  <a16:creationId xmlns:a16="http://schemas.microsoft.com/office/drawing/2014/main" id="{A71844E5-536F-41F8-9C28-C501A7E4E7D4}"/>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1" name="Freeform 11">
              <a:extLst>
                <a:ext uri="{FF2B5EF4-FFF2-40B4-BE49-F238E27FC236}">
                  <a16:creationId xmlns:a16="http://schemas.microsoft.com/office/drawing/2014/main" id="{06E6719F-F62C-4A6B-926F-BDCDCD58016B}"/>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2" name="Freeform 19">
              <a:extLst>
                <a:ext uri="{FF2B5EF4-FFF2-40B4-BE49-F238E27FC236}">
                  <a16:creationId xmlns:a16="http://schemas.microsoft.com/office/drawing/2014/main" id="{84C281A5-4D91-447A-A2DB-DF7D0496D558}"/>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3" name="Freeform 20">
              <a:extLst>
                <a:ext uri="{FF2B5EF4-FFF2-40B4-BE49-F238E27FC236}">
                  <a16:creationId xmlns:a16="http://schemas.microsoft.com/office/drawing/2014/main" id="{7EF50F1D-D87F-438D-AF95-12F71A08A164}"/>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 name="Text Placeholder 2">
            <a:extLst>
              <a:ext uri="{FF2B5EF4-FFF2-40B4-BE49-F238E27FC236}">
                <a16:creationId xmlns:a16="http://schemas.microsoft.com/office/drawing/2014/main" id="{952BB072-6F3C-43AC-9D3D-F256F475E371}"/>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2101214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3_Title and Content">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6F025B07-7F8A-4F4F-9593-F6E248332637}"/>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25730782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4_Title and Content">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0FB763B2-CF4C-4EC9-B293-FAB74D4B560A}"/>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27286996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5_Title and Content">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CF44D5B9-8877-4CF2-B90C-0149177CE5B3}"/>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3291661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6_Title and Content">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AF8B5868-72A8-4A02-828A-4D136D616179}"/>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2239463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7_Title and Content">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21978FD8-90AC-46C7-B29C-560EA24F1F83}"/>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40849659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pic>
        <p:nvPicPr>
          <p:cNvPr id="6" name="Billed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8437"/>
            <a:ext cx="12191999" cy="6866437"/>
          </a:xfrm>
          <a:prstGeom prst="rect">
            <a:avLst/>
          </a:prstGeom>
        </p:spPr>
      </p:pic>
      <p:pic>
        <p:nvPicPr>
          <p:cNvPr id="4" name="Picture 3" descr="SimCorp logo_rentegnet_.eps"/>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3625214" y="2977346"/>
            <a:ext cx="4945927" cy="855057"/>
          </a:xfrm>
          <a:prstGeom prst="rect">
            <a:avLst/>
          </a:prstGeom>
        </p:spPr>
      </p:pic>
      <p:sp>
        <p:nvSpPr>
          <p:cNvPr id="5" name="Text Placeholder 2">
            <a:extLst>
              <a:ext uri="{FF2B5EF4-FFF2-40B4-BE49-F238E27FC236}">
                <a16:creationId xmlns:a16="http://schemas.microsoft.com/office/drawing/2014/main" id="{1997C1C8-2DB9-4256-8136-6A4E413E57BA}"/>
              </a:ext>
            </a:extLst>
          </p:cNvPr>
          <p:cNvSpPr txBox="1">
            <a:spLocks/>
          </p:cNvSpPr>
          <p:nvPr userDrawn="1"/>
        </p:nvSpPr>
        <p:spPr>
          <a:xfrm>
            <a:off x="97971" y="5894809"/>
            <a:ext cx="11952515" cy="864000"/>
          </a:xfrm>
          <a:prstGeom prst="rect">
            <a:avLst/>
          </a:prstGeom>
        </p:spPr>
        <p:txBody>
          <a:bodyPr numCol="1"/>
          <a:lstStyle>
            <a:lvl1pPr marL="0" indent="0" algn="l" defTabSz="609585" rtl="0" eaLnBrk="1" fontAlgn="base" hangingPunct="1">
              <a:lnSpc>
                <a:spcPct val="100000"/>
              </a:lnSpc>
              <a:spcBef>
                <a:spcPts val="0"/>
              </a:spcBef>
              <a:spcAft>
                <a:spcPts val="300"/>
              </a:spcAft>
              <a:buClr>
                <a:srgbClr val="00DEE6"/>
              </a:buClr>
              <a:buSzPct val="100000"/>
              <a:buFontTx/>
              <a:buChar char="​"/>
              <a:tabLst/>
              <a:defRPr lang="da-DK" sz="1800" kern="1200" baseline="0" dirty="0" smtClean="0">
                <a:solidFill>
                  <a:schemeClr val="tx1"/>
                </a:solidFill>
                <a:latin typeface="+mj-lt"/>
                <a:ea typeface="Calibri" panose="020F0502020204030204" pitchFamily="34" charset="0"/>
                <a:cs typeface="Calibri" panose="020F0502020204030204" pitchFamily="34" charset="0"/>
              </a:defRPr>
            </a:lvl1pPr>
            <a:lvl2pPr marL="180975" indent="-180975" algn="l" defTabSz="609585" rtl="0" eaLnBrk="1" fontAlgn="base" hangingPunct="1">
              <a:lnSpc>
                <a:spcPct val="100000"/>
              </a:lnSpc>
              <a:spcBef>
                <a:spcPts val="300"/>
              </a:spcBef>
              <a:spcAft>
                <a:spcPts val="300"/>
              </a:spcAft>
              <a:buClr>
                <a:srgbClr val="15AAA6"/>
              </a:buClr>
              <a:buFont typeface="Arial" panose="020B0604020202020204" pitchFamily="34" charset="0"/>
              <a:buChar char="•"/>
              <a:defRPr lang="da-DK" sz="1800" i="0" kern="1200" baseline="0" dirty="0" smtClean="0">
                <a:solidFill>
                  <a:schemeClr val="tx1"/>
                </a:solidFill>
                <a:latin typeface="+mj-lt"/>
                <a:ea typeface="Calibri" panose="020F0502020204030204" pitchFamily="34" charset="0"/>
                <a:cs typeface="Calibri" panose="020F0502020204030204" pitchFamily="34" charset="0"/>
              </a:defRPr>
            </a:lvl2pPr>
            <a:lvl3pPr marL="534988" indent="-174625" algn="l" defTabSz="609585" rtl="0" eaLnBrk="1" fontAlgn="base" hangingPunct="1">
              <a:lnSpc>
                <a:spcPct val="100000"/>
              </a:lnSpc>
              <a:spcBef>
                <a:spcPts val="300"/>
              </a:spcBef>
              <a:spcAft>
                <a:spcPts val="0"/>
              </a:spcAft>
              <a:buClr>
                <a:srgbClr val="15AAA6"/>
              </a:buClr>
              <a:buSzPct val="100000"/>
              <a:buFont typeface="Arial" panose="020B0604020202020204" pitchFamily="34" charset="0"/>
              <a:buChar char="-"/>
              <a:tabLst/>
              <a:defRPr lang="da-DK" sz="1800" b="0" i="0" kern="1200" baseline="0" dirty="0" smtClean="0">
                <a:solidFill>
                  <a:schemeClr val="tx1"/>
                </a:solidFill>
                <a:latin typeface="+mj-lt"/>
                <a:ea typeface="Calibri" panose="020F0502020204030204" pitchFamily="34" charset="0"/>
                <a:cs typeface="Calibri" panose="020F0502020204030204" pitchFamily="34" charset="0"/>
              </a:defRPr>
            </a:lvl3pPr>
            <a:lvl4pPr marL="554038" indent="0" algn="l" defTabSz="609585" rtl="0" eaLnBrk="1" fontAlgn="base" hangingPunct="1">
              <a:lnSpc>
                <a:spcPct val="100000"/>
              </a:lnSpc>
              <a:spcBef>
                <a:spcPts val="300"/>
              </a:spcBef>
              <a:spcAft>
                <a:spcPts val="0"/>
              </a:spcAft>
              <a:buClr>
                <a:srgbClr val="15AAA6"/>
              </a:buClr>
              <a:buSzPct val="80000"/>
              <a:buFont typeface="Arial" panose="020B0604020202020204" pitchFamily="34" charset="0"/>
              <a:buChar char="​"/>
              <a:tabLst/>
              <a:defRPr lang="da-DK" sz="1500" kern="1200" baseline="0" dirty="0" smtClean="0">
                <a:solidFill>
                  <a:schemeClr val="tx1"/>
                </a:solidFill>
                <a:latin typeface="+mj-lt"/>
                <a:ea typeface="Calibri" panose="020F0502020204030204" pitchFamily="34" charset="0"/>
                <a:cs typeface="Calibri" panose="020F0502020204030204" pitchFamily="34" charset="0"/>
              </a:defRPr>
            </a:lvl4pPr>
            <a:lvl5pPr marL="747713" indent="-174625" algn="l" defTabSz="609585" rtl="0" eaLnBrk="1" fontAlgn="base" hangingPunct="1">
              <a:lnSpc>
                <a:spcPct val="100000"/>
              </a:lnSpc>
              <a:spcBef>
                <a:spcPts val="300"/>
              </a:spcBef>
              <a:spcAft>
                <a:spcPts val="0"/>
              </a:spcAft>
              <a:buClr>
                <a:srgbClr val="15AAA6"/>
              </a:buClr>
              <a:buSzPct val="100000"/>
              <a:buFont typeface="Arial" panose="020B0604020202020204" pitchFamily="34" charset="0"/>
              <a:buChar char="•"/>
              <a:tabLst/>
              <a:defRPr lang="da-DK" sz="1500" b="0" i="0" kern="1200" baseline="0" dirty="0">
                <a:solidFill>
                  <a:schemeClr val="tx1"/>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r>
              <a:rPr lang="da-DK" sz="800" b="1">
                <a:solidFill>
                  <a:schemeClr val="accent6">
                    <a:lumMod val="75000"/>
                  </a:schemeClr>
                </a:solidFill>
                <a:latin typeface="+mn-lt"/>
              </a:rPr>
              <a:t>LEGAL NOTICE</a:t>
            </a:r>
          </a:p>
          <a:p>
            <a:r>
              <a:rPr lang="da-DK" sz="800">
                <a:solidFill>
                  <a:schemeClr val="accent6">
                    <a:lumMod val="75000"/>
                  </a:schemeClr>
                </a:solidFill>
                <a:latin typeface="+mn-lt"/>
              </a:rPr>
              <a:t>The contents of this publication are for general information and illustrative purposes only and are used at the reader’s own risk. SimCorp uses all reasonable endeavors to ensure the accuracy of the information. However, SimCorp does not guarantee or warrant the accuracy, completeness, factual correctness, or reliability of any information in this publication and does not accept liability for errors, omissions, inaccuracies, or typographical errors. The views and opinions expressed in this publication are not necessarily those of SimCorp. © 2020 SimCorp A/S. All rights reserved. Without limiting rights under copyright, no part of this document may be reproduced, stored in, or introduced into a retrieval system, or transmitted in any form, by any means (electronic, mechanical, photocopying, recording, or otherwise), or for any purpose without the express written permission of SimCorp A/S. SimCorp, the SimCorp logo, SimCorp</a:t>
            </a:r>
            <a:r>
              <a:rPr lang="da-DK" sz="800" baseline="30000">
                <a:solidFill>
                  <a:schemeClr val="accent6">
                    <a:lumMod val="75000"/>
                  </a:schemeClr>
                </a:solidFill>
                <a:latin typeface="+mn-lt"/>
              </a:rPr>
              <a:t> ®, </a:t>
            </a:r>
            <a:r>
              <a:rPr lang="da-DK" sz="800">
                <a:solidFill>
                  <a:schemeClr val="accent6">
                    <a:lumMod val="75000"/>
                  </a:schemeClr>
                </a:solidFill>
                <a:latin typeface="+mn-lt"/>
              </a:rPr>
              <a:t>and SimCorp Services are either registered trademarks or trademarks of SimCorp A/S in Denmark and/or other countries. Refer to www.simcorp.com/trademarks for a full list of SimCorp A/S trademarks. Other trademarks referred to in this document are the property of their respective owners.</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4" name="Pladsholder til titel 3"/>
          <p:cNvSpPr>
            <a:spLocks noGrp="1"/>
          </p:cNvSpPr>
          <p:nvPr>
            <p:ph type="title"/>
          </p:nvPr>
        </p:nvSpPr>
        <p:spPr>
          <a:xfrm>
            <a:off x="649139" y="5393"/>
            <a:ext cx="10878759" cy="1052738"/>
          </a:xfrm>
          <a:prstGeom prst="rect">
            <a:avLst/>
          </a:prstGeom>
        </p:spPr>
        <p:txBody>
          <a:bodyPr vert="horz" wrap="square" lIns="0" tIns="0" rIns="0" bIns="0" rtlCol="0" anchor="b">
            <a:normAutofit/>
          </a:bodyPr>
          <a:lstStyle/>
          <a:p>
            <a:r>
              <a:rPr lang="en-US"/>
              <a:t>Enter slide header</a:t>
            </a:r>
          </a:p>
        </p:txBody>
      </p:sp>
      <p:sp>
        <p:nvSpPr>
          <p:cNvPr id="7" name="Pladsholder til slidenummer 6"/>
          <p:cNvSpPr>
            <a:spLocks noGrp="1"/>
          </p:cNvSpPr>
          <p:nvPr>
            <p:ph type="sldNum" sz="quarter" idx="4"/>
          </p:nvPr>
        </p:nvSpPr>
        <p:spPr>
          <a:xfrm>
            <a:off x="672001" y="6356378"/>
            <a:ext cx="679721" cy="366183"/>
          </a:xfrm>
          <a:prstGeom prst="rect">
            <a:avLst/>
          </a:prstGeom>
        </p:spPr>
        <p:txBody>
          <a:bodyPr vert="horz" lIns="0" tIns="0" rIns="0" bIns="0" rtlCol="0" anchor="ctr"/>
          <a:lstStyle>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accent6"/>
                </a:solidFill>
                <a:latin typeface="+mj-lt"/>
                <a:ea typeface="ＭＳ Ｐゴシック" charset="0"/>
                <a:cs typeface="ＭＳ Ｐゴシック" charset="0"/>
              </a:defRPr>
            </a:lvl1pPr>
          </a:lstStyle>
          <a:p>
            <a:pPr>
              <a:defRPr/>
            </a:pPr>
            <a:fld id="{E16BA917-7F09-4B8D-AF07-F52890C14046}" type="slidenum">
              <a:rPr lang="en-US" smtClean="0"/>
              <a:pPr>
                <a:defRPr/>
              </a:pPr>
              <a:t>‹#›</a:t>
            </a:fld>
            <a:endParaRPr lang="en-US"/>
          </a:p>
        </p:txBody>
      </p:sp>
      <p:sp>
        <p:nvSpPr>
          <p:cNvPr id="23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accent6"/>
                </a:solidFill>
                <a:latin typeface="+mj-lt"/>
                <a:ea typeface="ＭＳ Ｐゴシック" charset="0"/>
                <a:cs typeface="ＭＳ Ｐゴシック" charset="0"/>
              </a:rPr>
              <a:t>© 2020</a:t>
            </a:r>
          </a:p>
        </p:txBody>
      </p:sp>
      <p:sp>
        <p:nvSpPr>
          <p:cNvPr id="2" name="Pladsholder til tekst 1"/>
          <p:cNvSpPr>
            <a:spLocks noGrp="1"/>
          </p:cNvSpPr>
          <p:nvPr>
            <p:ph type="body" idx="1"/>
          </p:nvPr>
        </p:nvSpPr>
        <p:spPr>
          <a:xfrm>
            <a:off x="672003" y="1623484"/>
            <a:ext cx="10848486" cy="4565691"/>
          </a:xfrm>
          <a:prstGeom prst="rect">
            <a:avLst/>
          </a:prstGeom>
        </p:spPr>
        <p:txBody>
          <a:bodyPr vert="horz" lIns="0" tIns="0" rIns="0" bIns="0" rtlCol="0">
            <a:noAutofit/>
          </a:bodyPr>
          <a:lstStyle/>
          <a:p>
            <a:pPr lvl="0"/>
            <a:r>
              <a:rPr lang="en-US"/>
              <a:t>Level 1 bullet</a:t>
            </a:r>
          </a:p>
          <a:p>
            <a:pPr lvl="1"/>
            <a:r>
              <a:rPr lang="en-US"/>
              <a:t>Level 2 bullet</a:t>
            </a:r>
          </a:p>
          <a:p>
            <a:pPr lvl="2"/>
            <a:r>
              <a:rPr lang="en-US"/>
              <a:t>Level 3 bullet</a:t>
            </a:r>
          </a:p>
          <a:p>
            <a:pPr lvl="3"/>
            <a:r>
              <a:rPr lang="en-US"/>
              <a:t>Level 4 bullet</a:t>
            </a:r>
          </a:p>
          <a:p>
            <a:pPr lvl="4"/>
            <a:r>
              <a:rPr lang="en-US"/>
              <a:t>Note</a:t>
            </a:r>
          </a:p>
        </p:txBody>
      </p:sp>
      <p:sp>
        <p:nvSpPr>
          <p:cNvPr id="28" name="Rektangel 27"/>
          <p:cNvSpPr/>
          <p:nvPr userDrawn="1"/>
        </p:nvSpPr>
        <p:spPr>
          <a:xfrm rot="5400000">
            <a:off x="-154907" y="2259607"/>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Rektangel 28"/>
          <p:cNvSpPr/>
          <p:nvPr userDrawn="1"/>
        </p:nvSpPr>
        <p:spPr>
          <a:xfrm>
            <a:off x="-141815" y="958849"/>
            <a:ext cx="141816" cy="6646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Rektangel 29"/>
          <p:cNvSpPr/>
          <p:nvPr userDrawn="1"/>
        </p:nvSpPr>
        <p:spPr>
          <a:xfrm rot="5400000">
            <a:off x="-154907" y="3047504"/>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Rektangel 30"/>
          <p:cNvSpPr/>
          <p:nvPr userDrawn="1"/>
        </p:nvSpPr>
        <p:spPr>
          <a:xfrm rot="5400000">
            <a:off x="-154907" y="3835402"/>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Rektangel 32"/>
          <p:cNvSpPr/>
          <p:nvPr userDrawn="1"/>
        </p:nvSpPr>
        <p:spPr>
          <a:xfrm rot="5400000">
            <a:off x="-154907" y="4623299"/>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Rektangel 33"/>
          <p:cNvSpPr/>
          <p:nvPr userDrawn="1"/>
        </p:nvSpPr>
        <p:spPr>
          <a:xfrm rot="5400000">
            <a:off x="-154907" y="5411196"/>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Rektangel 34"/>
          <p:cNvSpPr/>
          <p:nvPr userDrawn="1"/>
        </p:nvSpPr>
        <p:spPr>
          <a:xfrm>
            <a:off x="-141815" y="0"/>
            <a:ext cx="141816" cy="67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8" name="Rektangel 237"/>
          <p:cNvSpPr/>
          <p:nvPr userDrawn="1"/>
        </p:nvSpPr>
        <p:spPr>
          <a:xfrm>
            <a:off x="-141815" y="6189175"/>
            <a:ext cx="141816" cy="67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ktangel 15"/>
          <p:cNvSpPr/>
          <p:nvPr userDrawn="1"/>
        </p:nvSpPr>
        <p:spPr>
          <a:xfrm>
            <a:off x="1" y="-165101"/>
            <a:ext cx="672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ktangel 16"/>
          <p:cNvSpPr/>
          <p:nvPr userDrawn="1"/>
        </p:nvSpPr>
        <p:spPr>
          <a:xfrm>
            <a:off x="2340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ktangel 17"/>
          <p:cNvSpPr/>
          <p:nvPr userDrawn="1"/>
        </p:nvSpPr>
        <p:spPr>
          <a:xfrm>
            <a:off x="3258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ktangel 18"/>
          <p:cNvSpPr/>
          <p:nvPr userDrawn="1"/>
        </p:nvSpPr>
        <p:spPr>
          <a:xfrm>
            <a:off x="4176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ktangel 19"/>
          <p:cNvSpPr/>
          <p:nvPr userDrawn="1"/>
        </p:nvSpPr>
        <p:spPr>
          <a:xfrm>
            <a:off x="6930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ktangel 20"/>
          <p:cNvSpPr/>
          <p:nvPr userDrawn="1"/>
        </p:nvSpPr>
        <p:spPr>
          <a:xfrm>
            <a:off x="8766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ktangel 21"/>
          <p:cNvSpPr/>
          <p:nvPr userDrawn="1"/>
        </p:nvSpPr>
        <p:spPr>
          <a:xfrm>
            <a:off x="9684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ktangel 22"/>
          <p:cNvSpPr/>
          <p:nvPr userDrawn="1"/>
        </p:nvSpPr>
        <p:spPr>
          <a:xfrm>
            <a:off x="1422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ektangel 23"/>
          <p:cNvSpPr/>
          <p:nvPr userDrawn="1"/>
        </p:nvSpPr>
        <p:spPr>
          <a:xfrm>
            <a:off x="7848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ktangel 24"/>
          <p:cNvSpPr/>
          <p:nvPr userDrawn="1"/>
        </p:nvSpPr>
        <p:spPr>
          <a:xfrm>
            <a:off x="5094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ktangel 25"/>
          <p:cNvSpPr/>
          <p:nvPr userDrawn="1"/>
        </p:nvSpPr>
        <p:spPr>
          <a:xfrm>
            <a:off x="10602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ektangel 26"/>
          <p:cNvSpPr/>
          <p:nvPr userDrawn="1"/>
        </p:nvSpPr>
        <p:spPr>
          <a:xfrm>
            <a:off x="6012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5" name="Rektangel 234"/>
          <p:cNvSpPr/>
          <p:nvPr userDrawn="1"/>
        </p:nvSpPr>
        <p:spPr>
          <a:xfrm>
            <a:off x="11521018" y="-165101"/>
            <a:ext cx="672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Rektangel 31"/>
          <p:cNvSpPr/>
          <p:nvPr userDrawn="1"/>
        </p:nvSpPr>
        <p:spPr>
          <a:xfrm rot="5400000">
            <a:off x="12179926" y="2259607"/>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Rektangel 35"/>
          <p:cNvSpPr/>
          <p:nvPr userDrawn="1"/>
        </p:nvSpPr>
        <p:spPr>
          <a:xfrm>
            <a:off x="12193018" y="958849"/>
            <a:ext cx="141816" cy="6646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Rektangel 36"/>
          <p:cNvSpPr/>
          <p:nvPr userDrawn="1"/>
        </p:nvSpPr>
        <p:spPr>
          <a:xfrm rot="5400000">
            <a:off x="12179926" y="3047504"/>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Rektangel 37"/>
          <p:cNvSpPr/>
          <p:nvPr userDrawn="1"/>
        </p:nvSpPr>
        <p:spPr>
          <a:xfrm rot="5400000">
            <a:off x="12179926" y="3835402"/>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 name="Rektangel 38"/>
          <p:cNvSpPr/>
          <p:nvPr userDrawn="1"/>
        </p:nvSpPr>
        <p:spPr>
          <a:xfrm rot="5400000">
            <a:off x="12179926" y="4623299"/>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 name="Rektangel 39"/>
          <p:cNvSpPr/>
          <p:nvPr userDrawn="1"/>
        </p:nvSpPr>
        <p:spPr>
          <a:xfrm rot="5400000">
            <a:off x="12179926" y="5411196"/>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 name="Rektangel 40"/>
          <p:cNvSpPr/>
          <p:nvPr userDrawn="1"/>
        </p:nvSpPr>
        <p:spPr>
          <a:xfrm>
            <a:off x="12193018" y="0"/>
            <a:ext cx="141816" cy="67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Rektangel 41"/>
          <p:cNvSpPr/>
          <p:nvPr userDrawn="1"/>
        </p:nvSpPr>
        <p:spPr>
          <a:xfrm>
            <a:off x="12193018" y="6189175"/>
            <a:ext cx="141816" cy="67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 name="Rektangel 42"/>
          <p:cNvSpPr/>
          <p:nvPr userDrawn="1"/>
        </p:nvSpPr>
        <p:spPr>
          <a:xfrm>
            <a:off x="1" y="6858000"/>
            <a:ext cx="672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Rektangel 43"/>
          <p:cNvSpPr/>
          <p:nvPr userDrawn="1"/>
        </p:nvSpPr>
        <p:spPr>
          <a:xfrm>
            <a:off x="2340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 name="Rektangel 44"/>
          <p:cNvSpPr/>
          <p:nvPr userDrawn="1"/>
        </p:nvSpPr>
        <p:spPr>
          <a:xfrm>
            <a:off x="3258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 name="Rektangel 45"/>
          <p:cNvSpPr/>
          <p:nvPr userDrawn="1"/>
        </p:nvSpPr>
        <p:spPr>
          <a:xfrm>
            <a:off x="4176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 name="Rektangel 46"/>
          <p:cNvSpPr/>
          <p:nvPr userDrawn="1"/>
        </p:nvSpPr>
        <p:spPr>
          <a:xfrm>
            <a:off x="6930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 name="Rektangel 47"/>
          <p:cNvSpPr/>
          <p:nvPr userDrawn="1"/>
        </p:nvSpPr>
        <p:spPr>
          <a:xfrm>
            <a:off x="8766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 name="Rektangel 48"/>
          <p:cNvSpPr/>
          <p:nvPr userDrawn="1"/>
        </p:nvSpPr>
        <p:spPr>
          <a:xfrm>
            <a:off x="9684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 name="Rektangel 49"/>
          <p:cNvSpPr/>
          <p:nvPr userDrawn="1"/>
        </p:nvSpPr>
        <p:spPr>
          <a:xfrm>
            <a:off x="1422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 name="Rektangel 50"/>
          <p:cNvSpPr/>
          <p:nvPr userDrawn="1"/>
        </p:nvSpPr>
        <p:spPr>
          <a:xfrm>
            <a:off x="7848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 name="Rektangel 51"/>
          <p:cNvSpPr/>
          <p:nvPr userDrawn="1"/>
        </p:nvSpPr>
        <p:spPr>
          <a:xfrm>
            <a:off x="5094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 name="Rektangel 52"/>
          <p:cNvSpPr/>
          <p:nvPr userDrawn="1"/>
        </p:nvSpPr>
        <p:spPr>
          <a:xfrm>
            <a:off x="10602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 name="Rektangel 53"/>
          <p:cNvSpPr/>
          <p:nvPr userDrawn="1"/>
        </p:nvSpPr>
        <p:spPr>
          <a:xfrm>
            <a:off x="6012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Rektangel 54"/>
          <p:cNvSpPr/>
          <p:nvPr userDrawn="1"/>
        </p:nvSpPr>
        <p:spPr>
          <a:xfrm>
            <a:off x="11521018" y="6858000"/>
            <a:ext cx="672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6" name="Rectangle 105"/>
          <p:cNvSpPr/>
          <p:nvPr userDrawn="1"/>
        </p:nvSpPr>
        <p:spPr>
          <a:xfrm>
            <a:off x="-1852522" y="1623484"/>
            <a:ext cx="159657" cy="159657"/>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10" name="Rectangle 109"/>
          <p:cNvSpPr/>
          <p:nvPr userDrawn="1"/>
        </p:nvSpPr>
        <p:spPr>
          <a:xfrm>
            <a:off x="-1662933" y="1623484"/>
            <a:ext cx="159657" cy="159657"/>
          </a:xfrm>
          <a:prstGeom prst="rect">
            <a:avLst/>
          </a:prstGeom>
          <a:solidFill>
            <a:srgbClr val="00A0A7"/>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11" name="Rectangle 110"/>
          <p:cNvSpPr/>
          <p:nvPr userDrawn="1"/>
        </p:nvSpPr>
        <p:spPr>
          <a:xfrm>
            <a:off x="-1470611" y="1623484"/>
            <a:ext cx="159657" cy="159657"/>
          </a:xfrm>
          <a:prstGeom prst="rect">
            <a:avLst/>
          </a:prstGeom>
          <a:solidFill>
            <a:srgbClr val="83CDDD"/>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12" name="Rectangle 111"/>
          <p:cNvSpPr/>
          <p:nvPr userDrawn="1"/>
        </p:nvSpPr>
        <p:spPr>
          <a:xfrm>
            <a:off x="-1278289" y="1623484"/>
            <a:ext cx="159657" cy="159657"/>
          </a:xfrm>
          <a:prstGeom prst="rect">
            <a:avLst/>
          </a:prstGeom>
          <a:solidFill>
            <a:srgbClr val="3B69A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13" name="Rectangle 112"/>
          <p:cNvSpPr/>
          <p:nvPr userDrawn="1"/>
        </p:nvSpPr>
        <p:spPr>
          <a:xfrm>
            <a:off x="-1085967" y="1623484"/>
            <a:ext cx="159657" cy="159657"/>
          </a:xfrm>
          <a:prstGeom prst="rect">
            <a:avLst/>
          </a:prstGeom>
          <a:solidFill>
            <a:srgbClr val="006D8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14" name="Rectangle 113"/>
          <p:cNvSpPr/>
          <p:nvPr userDrawn="1"/>
        </p:nvSpPr>
        <p:spPr>
          <a:xfrm>
            <a:off x="-893645" y="1623484"/>
            <a:ext cx="159657" cy="159657"/>
          </a:xfrm>
          <a:prstGeom prst="rect">
            <a:avLst/>
          </a:prstGeom>
          <a:solidFill>
            <a:srgbClr val="008A7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15" name="Rectangle 114"/>
          <p:cNvSpPr/>
          <p:nvPr userDrawn="1"/>
        </p:nvSpPr>
        <p:spPr>
          <a:xfrm>
            <a:off x="-704962" y="1623484"/>
            <a:ext cx="159657" cy="159657"/>
          </a:xfrm>
          <a:prstGeom prst="rect">
            <a:avLst/>
          </a:prstGeom>
          <a:solidFill>
            <a:srgbClr val="D8D8DB"/>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16" name="Rectangle 115"/>
          <p:cNvSpPr/>
          <p:nvPr userDrawn="1"/>
        </p:nvSpPr>
        <p:spPr>
          <a:xfrm>
            <a:off x="-512640" y="1623484"/>
            <a:ext cx="159657" cy="159657"/>
          </a:xfrm>
          <a:prstGeom prst="rect">
            <a:avLst/>
          </a:prstGeom>
          <a:solidFill>
            <a:srgbClr val="44B8D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17" name="Rectangle 116"/>
          <p:cNvSpPr/>
          <p:nvPr userDrawn="1"/>
        </p:nvSpPr>
        <p:spPr>
          <a:xfrm>
            <a:off x="-320318" y="1623484"/>
            <a:ext cx="159657" cy="159657"/>
          </a:xfrm>
          <a:prstGeom prst="rect">
            <a:avLst/>
          </a:prstGeom>
          <a:solidFill>
            <a:srgbClr val="96989E"/>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18" name="Rectangle 117"/>
          <p:cNvSpPr/>
          <p:nvPr userDrawn="1"/>
        </p:nvSpPr>
        <p:spPr>
          <a:xfrm>
            <a:off x="-1278289" y="2415873"/>
            <a:ext cx="159657" cy="159657"/>
          </a:xfrm>
          <a:prstGeom prst="rect">
            <a:avLst/>
          </a:prstGeom>
          <a:solidFill>
            <a:srgbClr val="26354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19" name="Rectangle 118"/>
          <p:cNvSpPr/>
          <p:nvPr userDrawn="1"/>
        </p:nvSpPr>
        <p:spPr>
          <a:xfrm>
            <a:off x="-1085967" y="2415873"/>
            <a:ext cx="159657" cy="159657"/>
          </a:xfrm>
          <a:prstGeom prst="rect">
            <a:avLst/>
          </a:prstGeom>
          <a:solidFill>
            <a:srgbClr val="424D5D"/>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20" name="Rectangle 119"/>
          <p:cNvSpPr/>
          <p:nvPr userDrawn="1"/>
        </p:nvSpPr>
        <p:spPr>
          <a:xfrm>
            <a:off x="-893645" y="2415873"/>
            <a:ext cx="159657" cy="159657"/>
          </a:xfrm>
          <a:prstGeom prst="rect">
            <a:avLst/>
          </a:prstGeom>
          <a:solidFill>
            <a:srgbClr val="848A9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21" name="Rectangle 120"/>
          <p:cNvSpPr/>
          <p:nvPr userDrawn="1"/>
        </p:nvSpPr>
        <p:spPr>
          <a:xfrm>
            <a:off x="-704962" y="2415873"/>
            <a:ext cx="159657" cy="159657"/>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22" name="Rectangle 121"/>
          <p:cNvSpPr/>
          <p:nvPr userDrawn="1"/>
        </p:nvSpPr>
        <p:spPr>
          <a:xfrm>
            <a:off x="-512640" y="2415873"/>
            <a:ext cx="159657" cy="159657"/>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23" name="Rectangle 122"/>
          <p:cNvSpPr/>
          <p:nvPr userDrawn="1"/>
        </p:nvSpPr>
        <p:spPr>
          <a:xfrm>
            <a:off x="-320318" y="2415873"/>
            <a:ext cx="159657" cy="159657"/>
          </a:xfrm>
          <a:prstGeom prst="rect">
            <a:avLst/>
          </a:prstGeom>
          <a:solidFill>
            <a:srgbClr val="F3F3F3"/>
          </a:solidFill>
          <a:ln w="3175">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27" name="Rectangle 126"/>
          <p:cNvSpPr/>
          <p:nvPr userDrawn="1"/>
        </p:nvSpPr>
        <p:spPr>
          <a:xfrm>
            <a:off x="-704962" y="3203339"/>
            <a:ext cx="159657" cy="159657"/>
          </a:xfrm>
          <a:prstGeom prst="rect">
            <a:avLst/>
          </a:prstGeom>
          <a:solidFill>
            <a:srgbClr val="00DEE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28" name="Rectangle 127"/>
          <p:cNvSpPr/>
          <p:nvPr userDrawn="1"/>
        </p:nvSpPr>
        <p:spPr>
          <a:xfrm>
            <a:off x="-512640" y="3203339"/>
            <a:ext cx="159657" cy="159657"/>
          </a:xfrm>
          <a:prstGeom prst="rect">
            <a:avLst/>
          </a:prstGeom>
          <a:solidFill>
            <a:srgbClr val="15AAA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29" name="Rectangle 128"/>
          <p:cNvSpPr/>
          <p:nvPr userDrawn="1"/>
        </p:nvSpPr>
        <p:spPr>
          <a:xfrm>
            <a:off x="-320318" y="3203339"/>
            <a:ext cx="159657" cy="159657"/>
          </a:xfrm>
          <a:prstGeom prst="rect">
            <a:avLst/>
          </a:prstGeom>
          <a:solidFill>
            <a:srgbClr val="94F4EF"/>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30" name="Rectangle 129"/>
          <p:cNvSpPr/>
          <p:nvPr userDrawn="1"/>
        </p:nvSpPr>
        <p:spPr>
          <a:xfrm>
            <a:off x="-704962" y="3422392"/>
            <a:ext cx="159657" cy="159657"/>
          </a:xfrm>
          <a:prstGeom prst="rect">
            <a:avLst/>
          </a:prstGeom>
          <a:solidFill>
            <a:srgbClr val="1C33D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31" name="Rectangle 130"/>
          <p:cNvSpPr/>
          <p:nvPr userDrawn="1"/>
        </p:nvSpPr>
        <p:spPr>
          <a:xfrm>
            <a:off x="-512640" y="3422392"/>
            <a:ext cx="159657" cy="159657"/>
          </a:xfrm>
          <a:prstGeom prst="rect">
            <a:avLst/>
          </a:prstGeom>
          <a:solidFill>
            <a:srgbClr val="161AB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32" name="Rectangle 131"/>
          <p:cNvSpPr/>
          <p:nvPr userDrawn="1"/>
        </p:nvSpPr>
        <p:spPr>
          <a:xfrm>
            <a:off x="-320318" y="3422392"/>
            <a:ext cx="159657" cy="159657"/>
          </a:xfrm>
          <a:prstGeom prst="rect">
            <a:avLst/>
          </a:prstGeom>
          <a:solidFill>
            <a:srgbClr val="2155CC"/>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36" name="Pladsholder til tekst 5"/>
          <p:cNvSpPr txBox="1">
            <a:spLocks/>
          </p:cNvSpPr>
          <p:nvPr userDrawn="1"/>
        </p:nvSpPr>
        <p:spPr>
          <a:xfrm>
            <a:off x="-1599663" y="2937870"/>
            <a:ext cx="1509707" cy="246221"/>
          </a:xfrm>
          <a:prstGeom prst="rect">
            <a:avLst/>
          </a:prstGeom>
        </p:spPr>
        <p:txBody>
          <a:bodyPr wrap="square" anchor="ctr">
            <a:spAutoFit/>
          </a:bodyPr>
          <a:lstStyle>
            <a:lvl1pPr marL="0" indent="0" algn="l" defTabSz="609585" rtl="0" eaLnBrk="1" fontAlgn="base" hangingPunct="1">
              <a:lnSpc>
                <a:spcPct val="100000"/>
              </a:lnSpc>
              <a:spcBef>
                <a:spcPts val="0"/>
              </a:spcBef>
              <a:spcAft>
                <a:spcPts val="300"/>
              </a:spcAft>
              <a:buClr>
                <a:srgbClr val="00DEE6"/>
              </a:buClr>
              <a:buSzPct val="100000"/>
              <a:buFontTx/>
              <a:buChar char="​"/>
              <a:tabLst/>
              <a:defRPr lang="da-DK" sz="1800" kern="1200" baseline="0" dirty="0" smtClean="0">
                <a:solidFill>
                  <a:schemeClr val="tx1"/>
                </a:solidFill>
                <a:latin typeface="+mj-lt"/>
                <a:ea typeface="Calibri" panose="020F0502020204030204" pitchFamily="34" charset="0"/>
                <a:cs typeface="Calibri" panose="020F0502020204030204" pitchFamily="34" charset="0"/>
              </a:defRPr>
            </a:lvl1pPr>
            <a:lvl2pPr marL="180975" indent="-180975" algn="l" defTabSz="609585" rtl="0" eaLnBrk="1" fontAlgn="base" hangingPunct="1">
              <a:lnSpc>
                <a:spcPct val="100000"/>
              </a:lnSpc>
              <a:spcBef>
                <a:spcPts val="300"/>
              </a:spcBef>
              <a:spcAft>
                <a:spcPts val="300"/>
              </a:spcAft>
              <a:buClr>
                <a:srgbClr val="00DEE6"/>
              </a:buClr>
              <a:buFont typeface="Arial" panose="020B0604020202020204" pitchFamily="34" charset="0"/>
              <a:buChar char="•"/>
              <a:defRPr lang="da-DK" sz="1800" i="0" kern="1200" baseline="0" dirty="0" smtClean="0">
                <a:solidFill>
                  <a:schemeClr val="tx1"/>
                </a:solidFill>
                <a:latin typeface="+mj-lt"/>
                <a:ea typeface="Calibri" panose="020F0502020204030204" pitchFamily="34" charset="0"/>
                <a:cs typeface="Calibri" panose="020F0502020204030204" pitchFamily="34" charset="0"/>
              </a:defRPr>
            </a:lvl2pPr>
            <a:lvl3pPr marL="534988"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800" b="0" i="0" kern="1200" baseline="0" dirty="0" smtClean="0">
                <a:solidFill>
                  <a:schemeClr val="tx1"/>
                </a:solidFill>
                <a:latin typeface="+mj-lt"/>
                <a:ea typeface="Calibri" panose="020F0502020204030204" pitchFamily="34" charset="0"/>
                <a:cs typeface="Calibri" panose="020F0502020204030204" pitchFamily="34" charset="0"/>
              </a:defRPr>
            </a:lvl3pPr>
            <a:lvl4pPr marL="554038" indent="0" algn="l" defTabSz="609585" rtl="0" eaLnBrk="1" fontAlgn="base" hangingPunct="1">
              <a:lnSpc>
                <a:spcPct val="100000"/>
              </a:lnSpc>
              <a:spcBef>
                <a:spcPts val="300"/>
              </a:spcBef>
              <a:spcAft>
                <a:spcPts val="0"/>
              </a:spcAft>
              <a:buClr>
                <a:srgbClr val="00DEE6"/>
              </a:buClr>
              <a:buSzPct val="80000"/>
              <a:buFont typeface="Arial" panose="020B0604020202020204" pitchFamily="34" charset="0"/>
              <a:buChar char="​"/>
              <a:tabLst/>
              <a:defRPr lang="da-DK" sz="1500" kern="1200" baseline="0" dirty="0" smtClean="0">
                <a:solidFill>
                  <a:schemeClr val="tx1"/>
                </a:solidFill>
                <a:latin typeface="+mj-lt"/>
                <a:ea typeface="Calibri" panose="020F0502020204030204" pitchFamily="34" charset="0"/>
                <a:cs typeface="Calibri" panose="020F0502020204030204" pitchFamily="34" charset="0"/>
              </a:defRPr>
            </a:lvl4pPr>
            <a:lvl5pPr marL="747713"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500" b="0" i="0" kern="1200" baseline="0" dirty="0">
                <a:solidFill>
                  <a:schemeClr val="tx1"/>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algn="r"/>
            <a:r>
              <a:rPr lang="en-US" sz="1000">
                <a:solidFill>
                  <a:schemeClr val="tx2"/>
                </a:solidFill>
              </a:rPr>
              <a:t>Secondary colors</a:t>
            </a:r>
          </a:p>
        </p:txBody>
      </p:sp>
      <p:sp>
        <p:nvSpPr>
          <p:cNvPr id="137" name="Pladsholder til tekst 5"/>
          <p:cNvSpPr txBox="1">
            <a:spLocks/>
          </p:cNvSpPr>
          <p:nvPr userDrawn="1"/>
        </p:nvSpPr>
        <p:spPr>
          <a:xfrm>
            <a:off x="-1651522" y="2205045"/>
            <a:ext cx="1509707" cy="144000"/>
          </a:xfrm>
          <a:prstGeom prst="rect">
            <a:avLst/>
          </a:prstGeom>
        </p:spPr>
        <p:txBody>
          <a:bodyPr vert="horz" wrap="square" lIns="0" tIns="0" rIns="0" bIns="0" rtlCol="0" anchor="ctr">
            <a:spAutoFit/>
          </a:bodyPr>
          <a:lstStyle>
            <a:lvl1pPr marL="0" indent="0" algn="l" defTabSz="609585" rtl="0" eaLnBrk="1" fontAlgn="base" hangingPunct="1">
              <a:lnSpc>
                <a:spcPct val="100000"/>
              </a:lnSpc>
              <a:spcBef>
                <a:spcPts val="0"/>
              </a:spcBef>
              <a:spcAft>
                <a:spcPts val="300"/>
              </a:spcAft>
              <a:buClr>
                <a:srgbClr val="00DEE6"/>
              </a:buClr>
              <a:buSzPct val="100000"/>
              <a:buFontTx/>
              <a:buNone/>
              <a:tabLst/>
              <a:defRPr lang="da-DK" sz="2100" kern="1200" cap="all" baseline="0">
                <a:solidFill>
                  <a:srgbClr val="00DEE6"/>
                </a:solidFill>
                <a:latin typeface="Arial" panose="020B0604020202020204" pitchFamily="34" charset="0"/>
                <a:ea typeface="Calibri" panose="020F0502020204030204" pitchFamily="34" charset="0"/>
                <a:cs typeface="Arial" panose="020B0604020202020204" pitchFamily="34" charset="0"/>
              </a:defRPr>
            </a:lvl1pPr>
            <a:lvl2pPr marL="180975" indent="-180975" algn="l" defTabSz="609585" rtl="0" eaLnBrk="1" fontAlgn="base" hangingPunct="1">
              <a:lnSpc>
                <a:spcPct val="100000"/>
              </a:lnSpc>
              <a:spcBef>
                <a:spcPts val="300"/>
              </a:spcBef>
              <a:spcAft>
                <a:spcPts val="300"/>
              </a:spcAft>
              <a:buClr>
                <a:srgbClr val="00DEE6"/>
              </a:buClr>
              <a:buFont typeface="Arial" panose="020B0604020202020204" pitchFamily="34" charset="0"/>
              <a:buChar char="•"/>
              <a:defRPr lang="da-DK" sz="1800" i="0" kern="1200" baseline="0" dirty="0" smtClean="0">
                <a:solidFill>
                  <a:schemeClr val="tx1"/>
                </a:solidFill>
                <a:latin typeface="+mj-lt"/>
                <a:ea typeface="Calibri" panose="020F0502020204030204" pitchFamily="34" charset="0"/>
                <a:cs typeface="Calibri" panose="020F0502020204030204" pitchFamily="34" charset="0"/>
              </a:defRPr>
            </a:lvl2pPr>
            <a:lvl3pPr marL="534988"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800" b="0" i="0" kern="1200" baseline="0" dirty="0" smtClean="0">
                <a:solidFill>
                  <a:schemeClr val="tx1"/>
                </a:solidFill>
                <a:latin typeface="+mj-lt"/>
                <a:ea typeface="Calibri" panose="020F0502020204030204" pitchFamily="34" charset="0"/>
                <a:cs typeface="Calibri" panose="020F0502020204030204" pitchFamily="34" charset="0"/>
              </a:defRPr>
            </a:lvl3pPr>
            <a:lvl4pPr marL="554038" indent="0" algn="l" defTabSz="609585" rtl="0" eaLnBrk="1" fontAlgn="base" hangingPunct="1">
              <a:lnSpc>
                <a:spcPct val="100000"/>
              </a:lnSpc>
              <a:spcBef>
                <a:spcPts val="300"/>
              </a:spcBef>
              <a:spcAft>
                <a:spcPts val="0"/>
              </a:spcAft>
              <a:buClr>
                <a:srgbClr val="00DEE6"/>
              </a:buClr>
              <a:buSzPct val="80000"/>
              <a:buFont typeface="Arial" panose="020B0604020202020204" pitchFamily="34" charset="0"/>
              <a:buChar char="​"/>
              <a:tabLst/>
              <a:defRPr lang="da-DK" sz="1500" kern="1200" baseline="0" dirty="0" smtClean="0">
                <a:solidFill>
                  <a:schemeClr val="tx1"/>
                </a:solidFill>
                <a:latin typeface="+mj-lt"/>
                <a:ea typeface="Calibri" panose="020F0502020204030204" pitchFamily="34" charset="0"/>
                <a:cs typeface="Calibri" panose="020F0502020204030204" pitchFamily="34" charset="0"/>
              </a:defRPr>
            </a:lvl4pPr>
            <a:lvl5pPr marL="747713"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500" b="0" i="0" kern="1200" baseline="0" dirty="0">
                <a:solidFill>
                  <a:schemeClr val="tx1"/>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algn="r"/>
            <a:r>
              <a:rPr lang="en-US" sz="1000" cap="none">
                <a:solidFill>
                  <a:schemeClr val="tx2"/>
                </a:solidFill>
              </a:rPr>
              <a:t>Primary colors</a:t>
            </a:r>
          </a:p>
        </p:txBody>
      </p:sp>
      <p:sp>
        <p:nvSpPr>
          <p:cNvPr id="138" name="Pladsholder til tekst 5"/>
          <p:cNvSpPr txBox="1">
            <a:spLocks/>
          </p:cNvSpPr>
          <p:nvPr userDrawn="1"/>
        </p:nvSpPr>
        <p:spPr>
          <a:xfrm>
            <a:off x="-1673295" y="1408508"/>
            <a:ext cx="1509707" cy="153888"/>
          </a:xfrm>
          <a:prstGeom prst="rect">
            <a:avLst/>
          </a:prstGeom>
        </p:spPr>
        <p:txBody>
          <a:bodyPr vert="horz" wrap="square" lIns="0" tIns="0" rIns="0" bIns="0" rtlCol="0" anchor="ctr">
            <a:spAutoFit/>
          </a:bodyPr>
          <a:lstStyle>
            <a:lvl1pPr marL="0" indent="0" algn="l" defTabSz="609585" rtl="0" eaLnBrk="1" fontAlgn="base" hangingPunct="1">
              <a:lnSpc>
                <a:spcPct val="100000"/>
              </a:lnSpc>
              <a:spcBef>
                <a:spcPts val="0"/>
              </a:spcBef>
              <a:spcAft>
                <a:spcPts val="300"/>
              </a:spcAft>
              <a:buClr>
                <a:srgbClr val="00DEE6"/>
              </a:buClr>
              <a:buSzPct val="100000"/>
              <a:buFontTx/>
              <a:buNone/>
              <a:tabLst/>
              <a:defRPr lang="da-DK" sz="2100" kern="1200" cap="all" baseline="0">
                <a:solidFill>
                  <a:srgbClr val="00DEE6"/>
                </a:solidFill>
                <a:latin typeface="Arial" panose="020B0604020202020204" pitchFamily="34" charset="0"/>
                <a:ea typeface="Calibri" panose="020F0502020204030204" pitchFamily="34" charset="0"/>
                <a:cs typeface="Arial" panose="020B0604020202020204" pitchFamily="34" charset="0"/>
              </a:defRPr>
            </a:lvl1pPr>
            <a:lvl2pPr marL="180975" indent="-180975" algn="l" defTabSz="609585" rtl="0" eaLnBrk="1" fontAlgn="base" hangingPunct="1">
              <a:lnSpc>
                <a:spcPct val="100000"/>
              </a:lnSpc>
              <a:spcBef>
                <a:spcPts val="300"/>
              </a:spcBef>
              <a:spcAft>
                <a:spcPts val="300"/>
              </a:spcAft>
              <a:buClr>
                <a:srgbClr val="00DEE6"/>
              </a:buClr>
              <a:buFont typeface="Arial" panose="020B0604020202020204" pitchFamily="34" charset="0"/>
              <a:buChar char="•"/>
              <a:defRPr lang="da-DK" sz="1800" i="0" kern="1200" baseline="0" dirty="0" smtClean="0">
                <a:solidFill>
                  <a:schemeClr val="tx1"/>
                </a:solidFill>
                <a:latin typeface="+mj-lt"/>
                <a:ea typeface="Calibri" panose="020F0502020204030204" pitchFamily="34" charset="0"/>
                <a:cs typeface="Calibri" panose="020F0502020204030204" pitchFamily="34" charset="0"/>
              </a:defRPr>
            </a:lvl2pPr>
            <a:lvl3pPr marL="534988"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800" b="0" i="0" kern="1200" baseline="0" dirty="0" smtClean="0">
                <a:solidFill>
                  <a:schemeClr val="tx1"/>
                </a:solidFill>
                <a:latin typeface="+mj-lt"/>
                <a:ea typeface="Calibri" panose="020F0502020204030204" pitchFamily="34" charset="0"/>
                <a:cs typeface="Calibri" panose="020F0502020204030204" pitchFamily="34" charset="0"/>
              </a:defRPr>
            </a:lvl3pPr>
            <a:lvl4pPr marL="554038" indent="0" algn="l" defTabSz="609585" rtl="0" eaLnBrk="1" fontAlgn="base" hangingPunct="1">
              <a:lnSpc>
                <a:spcPct val="100000"/>
              </a:lnSpc>
              <a:spcBef>
                <a:spcPts val="300"/>
              </a:spcBef>
              <a:spcAft>
                <a:spcPts val="0"/>
              </a:spcAft>
              <a:buClr>
                <a:srgbClr val="00DEE6"/>
              </a:buClr>
              <a:buSzPct val="80000"/>
              <a:buFont typeface="Arial" panose="020B0604020202020204" pitchFamily="34" charset="0"/>
              <a:buChar char="​"/>
              <a:tabLst/>
              <a:defRPr lang="da-DK" sz="1500" kern="1200" baseline="0" dirty="0" smtClean="0">
                <a:solidFill>
                  <a:schemeClr val="tx1"/>
                </a:solidFill>
                <a:latin typeface="+mj-lt"/>
                <a:ea typeface="Calibri" panose="020F0502020204030204" pitchFamily="34" charset="0"/>
                <a:cs typeface="Calibri" panose="020F0502020204030204" pitchFamily="34" charset="0"/>
              </a:defRPr>
            </a:lvl4pPr>
            <a:lvl5pPr marL="747713"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500" b="0" i="0" kern="1200" baseline="0" dirty="0">
                <a:solidFill>
                  <a:schemeClr val="tx1"/>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algn="r"/>
            <a:r>
              <a:rPr lang="en-US" sz="1000" cap="none">
                <a:solidFill>
                  <a:schemeClr val="tx2"/>
                </a:solidFill>
              </a:rPr>
              <a:t>Main PowerPoint colors</a:t>
            </a:r>
          </a:p>
        </p:txBody>
      </p:sp>
      <p:sp>
        <p:nvSpPr>
          <p:cNvPr id="139" name="Rectangle 138"/>
          <p:cNvSpPr/>
          <p:nvPr userDrawn="1"/>
        </p:nvSpPr>
        <p:spPr>
          <a:xfrm>
            <a:off x="12355798"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40" name="Rectangle 139"/>
          <p:cNvSpPr/>
          <p:nvPr userDrawn="1"/>
        </p:nvSpPr>
        <p:spPr>
          <a:xfrm>
            <a:off x="12545387"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41" name="Rectangle 140"/>
          <p:cNvSpPr/>
          <p:nvPr userDrawn="1"/>
        </p:nvSpPr>
        <p:spPr>
          <a:xfrm>
            <a:off x="12737709"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42" name="Rectangle 141"/>
          <p:cNvSpPr/>
          <p:nvPr userDrawn="1"/>
        </p:nvSpPr>
        <p:spPr>
          <a:xfrm>
            <a:off x="12930031"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43" name="Rectangle 142"/>
          <p:cNvSpPr/>
          <p:nvPr userDrawn="1"/>
        </p:nvSpPr>
        <p:spPr>
          <a:xfrm>
            <a:off x="13122353"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44" name="Rectangle 143"/>
          <p:cNvSpPr/>
          <p:nvPr userDrawn="1"/>
        </p:nvSpPr>
        <p:spPr>
          <a:xfrm>
            <a:off x="13314675"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45" name="Rectangle 144"/>
          <p:cNvSpPr/>
          <p:nvPr userDrawn="1"/>
        </p:nvSpPr>
        <p:spPr>
          <a:xfrm>
            <a:off x="13503358"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46" name="Rectangle 145"/>
          <p:cNvSpPr/>
          <p:nvPr userDrawn="1"/>
        </p:nvSpPr>
        <p:spPr>
          <a:xfrm>
            <a:off x="13695680"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47" name="Rectangle 146"/>
          <p:cNvSpPr/>
          <p:nvPr userDrawn="1"/>
        </p:nvSpPr>
        <p:spPr>
          <a:xfrm>
            <a:off x="13888002"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grpSp>
        <p:nvGrpSpPr>
          <p:cNvPr id="88" name="Gruppe 87"/>
          <p:cNvGrpSpPr>
            <a:grpSpLocks noChangeAspect="1"/>
          </p:cNvGrpSpPr>
          <p:nvPr userDrawn="1"/>
        </p:nvGrpSpPr>
        <p:grpSpPr>
          <a:xfrm>
            <a:off x="10343104" y="6422579"/>
            <a:ext cx="1176854" cy="202504"/>
            <a:chOff x="10056795" y="6368350"/>
            <a:chExt cx="1454739" cy="250316"/>
          </a:xfrm>
          <a:solidFill>
            <a:schemeClr val="tx1"/>
          </a:solidFill>
        </p:grpSpPr>
        <p:sp>
          <p:nvSpPr>
            <p:cNvPr id="8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0"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1"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3"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 name="empower - DO NOT DELETE!!!" hidden="1"/>
          <p:cNvSpPr/>
          <p:nvPr userDrawn="1">
            <p:custDataLst>
              <p:tags r:id="rId22"/>
            </p:custDataLst>
          </p:nvPr>
        </p:nvSpPr>
        <p:spPr>
          <a:xfrm>
            <a:off x="0" y="0"/>
            <a:ext cx="0" cy="0"/>
          </a:xfrm>
          <a:prstGeom prst="ellipse">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tx1"/>
              </a:solidFill>
            </a:endParaRPr>
          </a:p>
        </p:txBody>
      </p:sp>
      <p:grpSp>
        <p:nvGrpSpPr>
          <p:cNvPr id="5" name="Gruppe 4"/>
          <p:cNvGrpSpPr/>
          <p:nvPr userDrawn="1"/>
        </p:nvGrpSpPr>
        <p:grpSpPr>
          <a:xfrm>
            <a:off x="12334834" y="1623484"/>
            <a:ext cx="1712825" cy="400391"/>
            <a:chOff x="12334834" y="1623484"/>
            <a:chExt cx="1712825" cy="400391"/>
          </a:xfrm>
        </p:grpSpPr>
        <p:sp>
          <p:nvSpPr>
            <p:cNvPr id="94" name="Rectangle 138"/>
            <p:cNvSpPr/>
            <p:nvPr userDrawn="1"/>
          </p:nvSpPr>
          <p:spPr>
            <a:xfrm>
              <a:off x="12355798"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95" name="Rectangle 139"/>
            <p:cNvSpPr/>
            <p:nvPr userDrawn="1"/>
          </p:nvSpPr>
          <p:spPr>
            <a:xfrm>
              <a:off x="12545387"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96" name="Rectangle 140"/>
            <p:cNvSpPr/>
            <p:nvPr userDrawn="1"/>
          </p:nvSpPr>
          <p:spPr>
            <a:xfrm>
              <a:off x="12737709"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97" name="Rectangle 141"/>
            <p:cNvSpPr/>
            <p:nvPr userDrawn="1"/>
          </p:nvSpPr>
          <p:spPr>
            <a:xfrm>
              <a:off x="12930031"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98" name="Rectangle 142"/>
            <p:cNvSpPr/>
            <p:nvPr userDrawn="1"/>
          </p:nvSpPr>
          <p:spPr>
            <a:xfrm>
              <a:off x="13122353"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99" name="Rectangle 143"/>
            <p:cNvSpPr/>
            <p:nvPr userDrawn="1"/>
          </p:nvSpPr>
          <p:spPr>
            <a:xfrm>
              <a:off x="13314675"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00" name="Rectangle 144"/>
            <p:cNvSpPr/>
            <p:nvPr userDrawn="1"/>
          </p:nvSpPr>
          <p:spPr>
            <a:xfrm>
              <a:off x="13503358"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01" name="Rectangle 145"/>
            <p:cNvSpPr/>
            <p:nvPr userDrawn="1"/>
          </p:nvSpPr>
          <p:spPr>
            <a:xfrm>
              <a:off x="13695680"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02" name="Rectangle 146"/>
            <p:cNvSpPr/>
            <p:nvPr userDrawn="1"/>
          </p:nvSpPr>
          <p:spPr>
            <a:xfrm>
              <a:off x="13888002"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grpSp>
          <p:nvGrpSpPr>
            <p:cNvPr id="103" name="Gruppe 102"/>
            <p:cNvGrpSpPr/>
            <p:nvPr userDrawn="1"/>
          </p:nvGrpSpPr>
          <p:grpSpPr>
            <a:xfrm>
              <a:off x="12334834" y="1864218"/>
              <a:ext cx="1691861" cy="159657"/>
              <a:chOff x="-1700122" y="1775884"/>
              <a:chExt cx="1691861" cy="159657"/>
            </a:xfrm>
            <a:solidFill>
              <a:srgbClr val="E6E6E6"/>
            </a:solidFill>
          </p:grpSpPr>
          <p:sp>
            <p:nvSpPr>
              <p:cNvPr id="104" name="Rectangle 105"/>
              <p:cNvSpPr/>
              <p:nvPr userDrawn="1"/>
            </p:nvSpPr>
            <p:spPr>
              <a:xfrm>
                <a:off x="-1700122"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05" name="Rectangle 109"/>
              <p:cNvSpPr/>
              <p:nvPr userDrawn="1"/>
            </p:nvSpPr>
            <p:spPr>
              <a:xfrm>
                <a:off x="-1510533"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07" name="Rectangle 110"/>
              <p:cNvSpPr/>
              <p:nvPr userDrawn="1"/>
            </p:nvSpPr>
            <p:spPr>
              <a:xfrm>
                <a:off x="-1318211"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08" name="Rectangle 111"/>
              <p:cNvSpPr/>
              <p:nvPr userDrawn="1"/>
            </p:nvSpPr>
            <p:spPr>
              <a:xfrm>
                <a:off x="-1125889"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09" name="Rectangle 112"/>
              <p:cNvSpPr/>
              <p:nvPr userDrawn="1"/>
            </p:nvSpPr>
            <p:spPr>
              <a:xfrm>
                <a:off x="-933567"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24" name="Rectangle 113"/>
              <p:cNvSpPr/>
              <p:nvPr userDrawn="1"/>
            </p:nvSpPr>
            <p:spPr>
              <a:xfrm>
                <a:off x="-741245"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25" name="Rectangle 114"/>
              <p:cNvSpPr/>
              <p:nvPr userDrawn="1"/>
            </p:nvSpPr>
            <p:spPr>
              <a:xfrm>
                <a:off x="-552562"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26" name="Rectangle 115"/>
              <p:cNvSpPr/>
              <p:nvPr userDrawn="1"/>
            </p:nvSpPr>
            <p:spPr>
              <a:xfrm>
                <a:off x="-360240"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33" name="Rectangle 116"/>
              <p:cNvSpPr/>
              <p:nvPr userDrawn="1"/>
            </p:nvSpPr>
            <p:spPr>
              <a:xfrm>
                <a:off x="-167918"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grpSp>
      </p:grpSp>
    </p:spTree>
  </p:cSld>
  <p:clrMap bg1="lt1" tx1="dk1" bg2="lt2" tx2="dk2" accent1="accent1" accent2="accent2" accent3="accent3" accent4="accent4" accent5="accent5" accent6="accent6" hlink="hlink" folHlink="folHlink"/>
  <p:sldLayoutIdLst>
    <p:sldLayoutId id="2147483755" r:id="rId1"/>
    <p:sldLayoutId id="2147483744" r:id="rId2"/>
    <p:sldLayoutId id="2147483727" r:id="rId3"/>
    <p:sldLayoutId id="2147483725" r:id="rId4"/>
    <p:sldLayoutId id="2147483742" r:id="rId5"/>
    <p:sldLayoutId id="2147483747" r:id="rId6"/>
    <p:sldLayoutId id="2147483701" r:id="rId7"/>
    <p:sldLayoutId id="2147483790" r:id="rId8"/>
    <p:sldLayoutId id="2147483791" r:id="rId9"/>
    <p:sldLayoutId id="2147483792" r:id="rId10"/>
    <p:sldLayoutId id="2147483793" r:id="rId11"/>
    <p:sldLayoutId id="2147483794" r:id="rId12"/>
    <p:sldLayoutId id="2147483795" r:id="rId13"/>
    <p:sldLayoutId id="2147483796" r:id="rId14"/>
    <p:sldLayoutId id="2147483797" r:id="rId15"/>
    <p:sldLayoutId id="2147483798" r:id="rId16"/>
    <p:sldLayoutId id="2147483799" r:id="rId17"/>
    <p:sldLayoutId id="2147483800" r:id="rId18"/>
    <p:sldLayoutId id="2147483801" r:id="rId19"/>
    <p:sldLayoutId id="2147483706" r:id="rId20"/>
  </p:sldLayoutIdLst>
  <p:hf hdr="0" ftr="0" dt="0"/>
  <p:txStyles>
    <p:titleStyle>
      <a:lvl1pPr algn="l" defTabSz="609585" rtl="0" eaLnBrk="1" fontAlgn="base" hangingPunct="1">
        <a:lnSpc>
          <a:spcPct val="100000"/>
        </a:lnSpc>
        <a:spcBef>
          <a:spcPct val="0"/>
        </a:spcBef>
        <a:spcAft>
          <a:spcPct val="0"/>
        </a:spcAft>
        <a:defRPr sz="3200" kern="1200" cap="all" baseline="0">
          <a:solidFill>
            <a:schemeClr val="tx1"/>
          </a:solidFill>
          <a:latin typeface="+mj-lt"/>
          <a:ea typeface="ＭＳ Ｐゴシック" charset="0"/>
          <a:cs typeface="Myriad Pro"/>
        </a:defRPr>
      </a:lvl1pPr>
      <a:lvl2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2pPr>
      <a:lvl3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3pPr>
      <a:lvl4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4pPr>
      <a:lvl5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5pPr>
      <a:lvl6pPr marL="609585"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6pPr>
      <a:lvl7pPr marL="1219170"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7pPr>
      <a:lvl8pPr marL="1828754"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8pPr>
      <a:lvl9pPr marL="2438339"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9pPr>
    </p:titleStyle>
    <p:bodyStyle>
      <a:lvl1pPr marL="190500" indent="-190500" algn="l" defTabSz="609585" rtl="0" eaLnBrk="1" fontAlgn="base" hangingPunct="1">
        <a:lnSpc>
          <a:spcPct val="100000"/>
        </a:lnSpc>
        <a:spcBef>
          <a:spcPts val="300"/>
        </a:spcBef>
        <a:spcAft>
          <a:spcPts val="1200"/>
        </a:spcAft>
        <a:buClr>
          <a:schemeClr val="accent2"/>
        </a:buClr>
        <a:buSzPct val="100000"/>
        <a:buFont typeface="Arial" panose="020B0604020202020204" pitchFamily="34" charset="0"/>
        <a:buChar char="•"/>
        <a:tabLst/>
        <a:defRPr lang="da-DK" sz="1800" kern="1200" baseline="0" dirty="0" smtClean="0">
          <a:solidFill>
            <a:schemeClr val="tx1"/>
          </a:solidFill>
          <a:latin typeface="+mj-lt"/>
          <a:ea typeface="Calibri" panose="020F0502020204030204" pitchFamily="34" charset="0"/>
          <a:cs typeface="Calibri" panose="020F0502020204030204" pitchFamily="34" charset="0"/>
        </a:defRPr>
      </a:lvl1pPr>
      <a:lvl2pPr marL="379413" indent="-180975" algn="l" defTabSz="609585" rtl="0" eaLnBrk="1" fontAlgn="base" hangingPunct="1">
        <a:lnSpc>
          <a:spcPct val="100000"/>
        </a:lnSpc>
        <a:spcBef>
          <a:spcPts val="0"/>
        </a:spcBef>
        <a:spcAft>
          <a:spcPts val="1200"/>
        </a:spcAft>
        <a:buClr>
          <a:schemeClr val="accent2"/>
        </a:buClr>
        <a:buFont typeface="Arial" panose="020B0604020202020204" pitchFamily="34" charset="0"/>
        <a:buChar char="•"/>
        <a:defRPr lang="da-DK" sz="1600" i="0" kern="1200" baseline="0" dirty="0" smtClean="0">
          <a:solidFill>
            <a:schemeClr val="tx1"/>
          </a:solidFill>
          <a:latin typeface="+mj-lt"/>
          <a:ea typeface="Calibri" panose="020F0502020204030204" pitchFamily="34" charset="0"/>
          <a:cs typeface="Calibri" panose="020F0502020204030204" pitchFamily="34" charset="0"/>
        </a:defRPr>
      </a:lvl2pPr>
      <a:lvl3pPr marL="555625" indent="-165100" algn="l" defTabSz="609585" rtl="0" eaLnBrk="1" fontAlgn="base" hangingPunct="1">
        <a:lnSpc>
          <a:spcPct val="100000"/>
        </a:lnSpc>
        <a:spcBef>
          <a:spcPts val="0"/>
        </a:spcBef>
        <a:spcAft>
          <a:spcPts val="1200"/>
        </a:spcAft>
        <a:buClr>
          <a:schemeClr val="accent2"/>
        </a:buClr>
        <a:buSzPct val="100000"/>
        <a:buFont typeface="Arial" panose="020B0604020202020204" pitchFamily="34" charset="0"/>
        <a:buChar char="-"/>
        <a:tabLst/>
        <a:defRPr lang="da-DK" sz="1600" b="0" i="0" kern="1200" baseline="0" dirty="0" smtClean="0">
          <a:solidFill>
            <a:schemeClr val="tx1"/>
          </a:solidFill>
          <a:latin typeface="+mj-lt"/>
          <a:ea typeface="Calibri" panose="020F0502020204030204" pitchFamily="34" charset="0"/>
          <a:cs typeface="Calibri" panose="020F0502020204030204" pitchFamily="34" charset="0"/>
        </a:defRPr>
      </a:lvl3pPr>
      <a:lvl4pPr marL="700088" indent="-144463" algn="l" defTabSz="609585" rtl="0" eaLnBrk="1" fontAlgn="base" hangingPunct="1">
        <a:lnSpc>
          <a:spcPct val="100000"/>
        </a:lnSpc>
        <a:spcBef>
          <a:spcPts val="0"/>
        </a:spcBef>
        <a:spcAft>
          <a:spcPts val="1200"/>
        </a:spcAft>
        <a:buClr>
          <a:schemeClr val="accent2"/>
        </a:buClr>
        <a:buSzPct val="80000"/>
        <a:buFont typeface="Arial" panose="020B0604020202020204" pitchFamily="34" charset="0"/>
        <a:buChar char="•"/>
        <a:tabLst/>
        <a:defRPr lang="da-DK" sz="1600" kern="1200" baseline="0" dirty="0" smtClean="0">
          <a:solidFill>
            <a:schemeClr val="tx1"/>
          </a:solidFill>
          <a:latin typeface="+mj-lt"/>
          <a:ea typeface="Calibri" panose="020F0502020204030204" pitchFamily="34" charset="0"/>
          <a:cs typeface="Calibri" panose="020F0502020204030204" pitchFamily="34" charset="0"/>
        </a:defRPr>
      </a:lvl4pPr>
      <a:lvl5pPr marL="706438" indent="0" algn="l" defTabSz="609585" rtl="0" eaLnBrk="1" fontAlgn="base" hangingPunct="1">
        <a:lnSpc>
          <a:spcPct val="100000"/>
        </a:lnSpc>
        <a:spcBef>
          <a:spcPts val="0"/>
        </a:spcBef>
        <a:spcAft>
          <a:spcPts val="1200"/>
        </a:spcAft>
        <a:buClr>
          <a:srgbClr val="15AAA6"/>
        </a:buClr>
        <a:buSzPct val="100000"/>
        <a:buFont typeface="Arial" panose="020B0604020202020204" pitchFamily="34" charset="0"/>
        <a:buNone/>
        <a:tabLst>
          <a:tab pos="711200" algn="l"/>
        </a:tabLst>
        <a:defRPr lang="da-DK" sz="1200" b="1" i="1" kern="1200" baseline="0" dirty="0">
          <a:solidFill>
            <a:schemeClr val="accent2"/>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899" userDrawn="1">
          <p15:clr>
            <a:srgbClr val="F26B43"/>
          </p15:clr>
        </p15:guide>
        <p15:guide id="2" pos="7257" userDrawn="1">
          <p15:clr>
            <a:srgbClr val="F26B43"/>
          </p15:clr>
        </p15:guide>
        <p15:guide id="3" pos="423" userDrawn="1">
          <p15:clr>
            <a:srgbClr val="F26B43"/>
          </p15:clr>
        </p15:guide>
        <p15:guide id="4" pos="896" userDrawn="1">
          <p15:clr>
            <a:srgbClr val="A4A3A4"/>
          </p15:clr>
        </p15:guide>
        <p15:guide id="5" pos="1001" userDrawn="1">
          <p15:clr>
            <a:srgbClr val="A4A3A4"/>
          </p15:clr>
        </p15:guide>
        <p15:guide id="6" pos="1475" userDrawn="1">
          <p15:clr>
            <a:srgbClr val="A4A3A4"/>
          </p15:clr>
        </p15:guide>
        <p15:guide id="7" pos="1579" userDrawn="1">
          <p15:clr>
            <a:srgbClr val="A4A3A4"/>
          </p15:clr>
        </p15:guide>
        <p15:guide id="8" pos="2048" userDrawn="1">
          <p15:clr>
            <a:srgbClr val="A4A3A4"/>
          </p15:clr>
        </p15:guide>
        <p15:guide id="9" pos="2156" userDrawn="1">
          <p15:clr>
            <a:srgbClr val="A4A3A4"/>
          </p15:clr>
        </p15:guide>
        <p15:guide id="10" pos="2631" userDrawn="1">
          <p15:clr>
            <a:srgbClr val="A4A3A4"/>
          </p15:clr>
        </p15:guide>
        <p15:guide id="11" pos="2735" userDrawn="1">
          <p15:clr>
            <a:srgbClr val="A4A3A4"/>
          </p15:clr>
        </p15:guide>
        <p15:guide id="12" pos="3209" userDrawn="1">
          <p15:clr>
            <a:srgbClr val="A4A3A4"/>
          </p15:clr>
        </p15:guide>
        <p15:guide id="13" pos="3314" userDrawn="1">
          <p15:clr>
            <a:srgbClr val="A4A3A4"/>
          </p15:clr>
        </p15:guide>
        <p15:guide id="14" pos="3795" userDrawn="1">
          <p15:clr>
            <a:srgbClr val="A4A3A4"/>
          </p15:clr>
        </p15:guide>
        <p15:guide id="15" pos="3892" userDrawn="1">
          <p15:clr>
            <a:srgbClr val="A4A3A4"/>
          </p15:clr>
        </p15:guide>
        <p15:guide id="16" pos="4365" userDrawn="1">
          <p15:clr>
            <a:srgbClr val="A4A3A4"/>
          </p15:clr>
        </p15:guide>
        <p15:guide id="17" pos="4470" userDrawn="1">
          <p15:clr>
            <a:srgbClr val="A4A3A4"/>
          </p15:clr>
        </p15:guide>
        <p15:guide id="18" pos="4944" userDrawn="1">
          <p15:clr>
            <a:srgbClr val="A4A3A4"/>
          </p15:clr>
        </p15:guide>
        <p15:guide id="19" pos="5048" userDrawn="1">
          <p15:clr>
            <a:srgbClr val="A4A3A4"/>
          </p15:clr>
        </p15:guide>
        <p15:guide id="20" pos="5523" userDrawn="1">
          <p15:clr>
            <a:srgbClr val="A4A3A4"/>
          </p15:clr>
        </p15:guide>
        <p15:guide id="21" pos="5627" userDrawn="1">
          <p15:clr>
            <a:srgbClr val="A4A3A4"/>
          </p15:clr>
        </p15:guide>
        <p15:guide id="22" pos="6100" userDrawn="1">
          <p15:clr>
            <a:srgbClr val="A4A3A4"/>
          </p15:clr>
        </p15:guide>
        <p15:guide id="23" pos="6205" userDrawn="1">
          <p15:clr>
            <a:srgbClr val="A4A3A4"/>
          </p15:clr>
        </p15:guide>
        <p15:guide id="24" pos="6677" userDrawn="1">
          <p15:clr>
            <a:srgbClr val="A4A3A4"/>
          </p15:clr>
        </p15:guide>
        <p15:guide id="25" pos="6783" userDrawn="1">
          <p15:clr>
            <a:srgbClr val="A4A3A4"/>
          </p15:clr>
        </p15:guide>
        <p15:guide id="26" orient="horz" pos="423" userDrawn="1">
          <p15:clr>
            <a:srgbClr val="A4A3A4"/>
          </p15:clr>
        </p15:guide>
        <p15:guide id="27" orient="horz" pos="919" userDrawn="1">
          <p15:clr>
            <a:srgbClr val="A4A3A4"/>
          </p15:clr>
        </p15:guide>
        <p15:guide id="28" orient="horz" pos="1021" userDrawn="1">
          <p15:clr>
            <a:srgbClr val="F26B43"/>
          </p15:clr>
        </p15:guide>
        <p15:guide id="29" orient="horz" pos="604" userDrawn="1">
          <p15:clr>
            <a:srgbClr val="A4A3A4"/>
          </p15:clr>
        </p15:guide>
        <p15:guide id="30" orient="horz" pos="1415" userDrawn="1">
          <p15:clr>
            <a:srgbClr val="A4A3A4"/>
          </p15:clr>
        </p15:guide>
        <p15:guide id="31" orient="horz" pos="1520" userDrawn="1">
          <p15:clr>
            <a:srgbClr val="A4A3A4"/>
          </p15:clr>
        </p15:guide>
        <p15:guide id="32" orient="horz" pos="1911" userDrawn="1">
          <p15:clr>
            <a:srgbClr val="A4A3A4"/>
          </p15:clr>
        </p15:guide>
        <p15:guide id="33" orient="horz" pos="2016" userDrawn="1">
          <p15:clr>
            <a:srgbClr val="A4A3A4"/>
          </p15:clr>
        </p15:guide>
        <p15:guide id="34" orient="horz" pos="2408" userDrawn="1">
          <p15:clr>
            <a:srgbClr val="A4A3A4"/>
          </p15:clr>
        </p15:guide>
        <p15:guide id="35" orient="horz" pos="2513" userDrawn="1">
          <p15:clr>
            <a:srgbClr val="A4A3A4"/>
          </p15:clr>
        </p15:guide>
        <p15:guide id="36" orient="horz" pos="2904" userDrawn="1">
          <p15:clr>
            <a:srgbClr val="A4A3A4"/>
          </p15:clr>
        </p15:guide>
        <p15:guide id="37" orient="horz" pos="3009" userDrawn="1">
          <p15:clr>
            <a:srgbClr val="A4A3A4"/>
          </p15:clr>
        </p15:guide>
        <p15:guide id="38" orient="horz" pos="3400" userDrawn="1">
          <p15:clr>
            <a:srgbClr val="A4A3A4"/>
          </p15:clr>
        </p15:guide>
        <p15:guide id="39" orient="horz" pos="3505" userDrawn="1">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hyperlink" Target="https://app.pluralsight.com/library/courses/automated-acceptance-testing-specflow-gherkin/table-of-contents" TargetMode="Externa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hyperlink" Target="https://automationpanda.com/2017/10/19/in-bdd-what-should-be-a-feature/" TargetMode="External"/><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hyperlink" Target="https://app.pluralsight.com/library/courses/automated-acceptance-testing-specflow-gherkin/table-of-contents" TargetMode="Externa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hyperlink" Target="https://app.pluralsight.com/library/courses/automated-acceptance-testing-specflow-gherkin/table-of-contents" TargetMode="Externa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hyperlink" Target="https://automationpanda.com/2017/10/19/in-bdd-what-should-be-a-feature/" TargetMode="External"/><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hyperlink" Target="https://app.pluralsight.com/library/courses/automated-acceptance-testing-specflow-gherkin/table-of-contents" TargetMode="Externa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sv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9.sv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9.sv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6FD03D9-3736-4F8E-8DD6-53FCA8540A34}"/>
              </a:ext>
            </a:extLst>
          </p:cNvPr>
          <p:cNvSpPr>
            <a:spLocks noGrp="1"/>
          </p:cNvSpPr>
          <p:nvPr>
            <p:ph type="body" sz="quarter" idx="14"/>
          </p:nvPr>
        </p:nvSpPr>
        <p:spPr/>
        <p:txBody>
          <a:bodyPr/>
          <a:lstStyle/>
          <a:p>
            <a:r>
              <a:rPr lang="en-US">
                <a:cs typeface="Calibri"/>
              </a:rPr>
              <a:t>C# for test automation</a:t>
            </a:r>
            <a:endParaRPr lang="en-US"/>
          </a:p>
        </p:txBody>
      </p:sp>
      <p:sp>
        <p:nvSpPr>
          <p:cNvPr id="3" name="Text Placeholder 2">
            <a:extLst>
              <a:ext uri="{FF2B5EF4-FFF2-40B4-BE49-F238E27FC236}">
                <a16:creationId xmlns:a16="http://schemas.microsoft.com/office/drawing/2014/main" id="{EA5CBAAD-7DBF-4465-9940-43EA34DC9B30}"/>
              </a:ext>
            </a:extLst>
          </p:cNvPr>
          <p:cNvSpPr>
            <a:spLocks noGrp="1"/>
          </p:cNvSpPr>
          <p:nvPr>
            <p:ph type="body" sz="quarter" idx="15"/>
          </p:nvPr>
        </p:nvSpPr>
        <p:spPr/>
        <p:txBody>
          <a:bodyPr/>
          <a:lstStyle/>
          <a:p>
            <a:r>
              <a:rPr lang="en-US"/>
              <a:t>Final assignment</a:t>
            </a:r>
          </a:p>
        </p:txBody>
      </p:sp>
      <p:sp>
        <p:nvSpPr>
          <p:cNvPr id="4" name="Text Placeholder 3">
            <a:extLst>
              <a:ext uri="{FF2B5EF4-FFF2-40B4-BE49-F238E27FC236}">
                <a16:creationId xmlns:a16="http://schemas.microsoft.com/office/drawing/2014/main" id="{8E7F5F5C-0999-480D-8350-018919C9436E}"/>
              </a:ext>
            </a:extLst>
          </p:cNvPr>
          <p:cNvSpPr>
            <a:spLocks noGrp="1"/>
          </p:cNvSpPr>
          <p:nvPr>
            <p:ph type="body" sz="quarter" idx="16"/>
          </p:nvPr>
        </p:nvSpPr>
        <p:spPr/>
        <p:txBody>
          <a:bodyPr/>
          <a:lstStyle/>
          <a:p>
            <a:endParaRPr lang="en-US"/>
          </a:p>
        </p:txBody>
      </p:sp>
      <p:sp>
        <p:nvSpPr>
          <p:cNvPr id="5" name="Text Placeholder 4">
            <a:extLst>
              <a:ext uri="{FF2B5EF4-FFF2-40B4-BE49-F238E27FC236}">
                <a16:creationId xmlns:a16="http://schemas.microsoft.com/office/drawing/2014/main" id="{3F26BBC0-55E0-4EA1-B967-6CE1D18774D8}"/>
              </a:ext>
            </a:extLst>
          </p:cNvPr>
          <p:cNvSpPr>
            <a:spLocks noGrp="1"/>
          </p:cNvSpPr>
          <p:nvPr>
            <p:ph type="body" sz="quarter" idx="17"/>
          </p:nvPr>
        </p:nvSpPr>
        <p:spPr/>
        <p:txBody>
          <a:bodyPr vert="horz" lIns="0" tIns="0" rIns="0" bIns="0" rtlCol="0" anchor="t">
            <a:noAutofit/>
          </a:bodyPr>
          <a:lstStyle/>
          <a:p>
            <a:r>
              <a:rPr lang="en-US">
                <a:ea typeface="ＭＳ Ｐゴシック"/>
              </a:rPr>
              <a:t>Module 9</a:t>
            </a:r>
            <a:endParaRPr lang="en-US"/>
          </a:p>
        </p:txBody>
      </p:sp>
    </p:spTree>
    <p:extLst>
      <p:ext uri="{BB962C8B-B14F-4D97-AF65-F5344CB8AC3E}">
        <p14:creationId xmlns:p14="http://schemas.microsoft.com/office/powerpoint/2010/main" val="5252799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492A8-63A1-45F4-8E7D-0E7F88C1FCBA}"/>
              </a:ext>
            </a:extLst>
          </p:cNvPr>
          <p:cNvSpPr>
            <a:spLocks noGrp="1"/>
          </p:cNvSpPr>
          <p:nvPr>
            <p:ph type="title"/>
          </p:nvPr>
        </p:nvSpPr>
        <p:spPr/>
        <p:txBody>
          <a:bodyPr/>
          <a:lstStyle/>
          <a:p>
            <a:r>
              <a:rPr lang="en-US"/>
              <a:t>Agenda</a:t>
            </a:r>
          </a:p>
        </p:txBody>
      </p:sp>
      <p:sp>
        <p:nvSpPr>
          <p:cNvPr id="3" name="Slide Number Placeholder 2">
            <a:extLst>
              <a:ext uri="{FF2B5EF4-FFF2-40B4-BE49-F238E27FC236}">
                <a16:creationId xmlns:a16="http://schemas.microsoft.com/office/drawing/2014/main" id="{0101D0C3-8F4F-4384-8F2C-FB7CB0574D9D}"/>
              </a:ext>
            </a:extLst>
          </p:cNvPr>
          <p:cNvSpPr>
            <a:spLocks noGrp="1"/>
          </p:cNvSpPr>
          <p:nvPr>
            <p:ph type="sldNum" sz="quarter" idx="11"/>
          </p:nvPr>
        </p:nvSpPr>
        <p:spPr/>
        <p:txBody>
          <a:bodyPr/>
          <a:lstStyle/>
          <a:p>
            <a:fld id="{E16BA917-7F09-4B8D-AF07-F52890C14046}" type="slidenum">
              <a:rPr lang="da-DK" smtClean="0"/>
              <a:pPr/>
              <a:t>2</a:t>
            </a:fld>
            <a:endParaRPr lang="da-DK"/>
          </a:p>
        </p:txBody>
      </p:sp>
      <p:sp>
        <p:nvSpPr>
          <p:cNvPr id="4" name="Text Placeholder 3">
            <a:extLst>
              <a:ext uri="{FF2B5EF4-FFF2-40B4-BE49-F238E27FC236}">
                <a16:creationId xmlns:a16="http://schemas.microsoft.com/office/drawing/2014/main" id="{2A69F279-8777-45EE-ADF8-C7A2C9C8293A}"/>
              </a:ext>
            </a:extLst>
          </p:cNvPr>
          <p:cNvSpPr>
            <a:spLocks noGrp="1"/>
          </p:cNvSpPr>
          <p:nvPr>
            <p:ph type="body" sz="quarter" idx="17"/>
          </p:nvPr>
        </p:nvSpPr>
        <p:spPr/>
        <p:txBody>
          <a:bodyPr/>
          <a:lstStyle/>
          <a:p>
            <a:endParaRPr lang="en-US"/>
          </a:p>
        </p:txBody>
      </p:sp>
      <p:sp>
        <p:nvSpPr>
          <p:cNvPr id="5" name="TextBox 4">
            <a:extLst>
              <a:ext uri="{FF2B5EF4-FFF2-40B4-BE49-F238E27FC236}">
                <a16:creationId xmlns:a16="http://schemas.microsoft.com/office/drawing/2014/main" id="{67E8D471-BA5C-4AAC-A2C9-82DB42DEB307}"/>
              </a:ext>
            </a:extLst>
          </p:cNvPr>
          <p:cNvSpPr txBox="1"/>
          <p:nvPr/>
        </p:nvSpPr>
        <p:spPr>
          <a:xfrm>
            <a:off x="649139" y="1686454"/>
            <a:ext cx="9334252" cy="4441853"/>
          </a:xfrm>
          <a:prstGeom prst="rect">
            <a:avLst/>
          </a:prstGeom>
          <a:noFill/>
        </p:spPr>
        <p:txBody>
          <a:bodyPr wrap="none" lIns="0" tIns="0" rIns="0" bIns="0" rtlCol="0" anchor="t">
            <a:noAutofit/>
          </a:bodyPr>
          <a:lstStyle/>
          <a:p>
            <a:pPr marL="342900" indent="-342900" defTabSz="179388">
              <a:buClr>
                <a:srgbClr val="00DEE6"/>
              </a:buClr>
              <a:buFont typeface="Arial" panose="020B0604020202020204" pitchFamily="34" charset="0"/>
              <a:buAutoNum type="arabicPeriod"/>
            </a:pPr>
            <a:r>
              <a:rPr lang="en-GB" sz="1600">
                <a:latin typeface="+mn-lt"/>
              </a:rPr>
              <a:t>Preparation and background information</a:t>
            </a:r>
          </a:p>
          <a:p>
            <a:pPr marL="342900" indent="-342900" defTabSz="179388">
              <a:buClr>
                <a:srgbClr val="00DEE6"/>
              </a:buClr>
              <a:buFont typeface="Arial" panose="020B0604020202020204" pitchFamily="34" charset="0"/>
              <a:buAutoNum type="arabicPeriod"/>
            </a:pPr>
            <a:r>
              <a:rPr lang="en-GB" sz="1600">
                <a:latin typeface="+mn-lt"/>
              </a:rPr>
              <a:t>Unit testing tasks</a:t>
            </a:r>
          </a:p>
          <a:p>
            <a:pPr marL="342900" indent="-342900" defTabSz="179388">
              <a:buClr>
                <a:srgbClr val="00DEE6"/>
              </a:buClr>
              <a:buFont typeface="Arial" panose="020B0604020202020204" pitchFamily="34" charset="0"/>
              <a:buAutoNum type="arabicPeriod"/>
            </a:pPr>
            <a:r>
              <a:rPr lang="en-US" sz="1600">
                <a:latin typeface="+mn-lt"/>
                <a:ea typeface="ＭＳ Ｐゴシック"/>
              </a:rPr>
              <a:t>SpecFlow introduction</a:t>
            </a:r>
          </a:p>
          <a:p>
            <a:pPr marL="342900" indent="-342900" defTabSz="179388">
              <a:buClr>
                <a:srgbClr val="00DEE6"/>
              </a:buClr>
              <a:buFont typeface="Arial" panose="020B0604020202020204" pitchFamily="34" charset="0"/>
              <a:buAutoNum type="arabicPeriod"/>
            </a:pPr>
            <a:r>
              <a:rPr lang="en-GB" sz="1600">
                <a:latin typeface="+mn-lt"/>
              </a:rPr>
              <a:t>SpecFlow tasks</a:t>
            </a:r>
          </a:p>
          <a:p>
            <a:pPr defTabSz="179388">
              <a:buClr>
                <a:srgbClr val="00DEE6"/>
              </a:buClr>
            </a:pPr>
            <a:endParaRPr lang="en-GB" sz="2000"/>
          </a:p>
          <a:p>
            <a:pPr marL="342900" indent="-342900" defTabSz="179388">
              <a:buClr>
                <a:srgbClr val="00DEE6"/>
              </a:buClr>
              <a:buFont typeface="Arial" panose="020B0604020202020204" pitchFamily="34" charset="0"/>
              <a:buAutoNum type="arabicPeriod"/>
            </a:pPr>
            <a:endParaRPr lang="en-US" sz="1600" i="1">
              <a:solidFill>
                <a:schemeClr val="accent1">
                  <a:lumMod val="50000"/>
                </a:schemeClr>
              </a:solidFill>
              <a:latin typeface="+mn-lt"/>
            </a:endParaRPr>
          </a:p>
          <a:p>
            <a:pPr marL="342900" indent="-342900" defTabSz="179388">
              <a:buClr>
                <a:srgbClr val="00DEE6"/>
              </a:buClr>
              <a:buFont typeface="Arial" panose="020B0604020202020204" pitchFamily="34" charset="0"/>
              <a:buAutoNum type="arabicPeriod"/>
            </a:pPr>
            <a:endParaRPr lang="en-US" sz="1600">
              <a:latin typeface="+mn-lt"/>
            </a:endParaRPr>
          </a:p>
          <a:p>
            <a:pPr marL="342900" indent="-342900" defTabSz="179388">
              <a:buClr>
                <a:srgbClr val="00DEE6"/>
              </a:buClr>
              <a:buFont typeface="Arial" panose="020B0604020202020204" pitchFamily="34" charset="0"/>
              <a:buAutoNum type="arabicPeriod"/>
            </a:pPr>
            <a:endParaRPr lang="en-US" sz="1600">
              <a:latin typeface="+mn-lt"/>
            </a:endParaRPr>
          </a:p>
          <a:p>
            <a:pPr marL="342900" indent="-342900" defTabSz="179388">
              <a:buClr>
                <a:srgbClr val="00DEE6"/>
              </a:buClr>
              <a:buFont typeface="Arial" panose="020B0604020202020204" pitchFamily="34" charset="0"/>
              <a:buAutoNum type="arabicPeriod"/>
            </a:pPr>
            <a:endParaRPr lang="en-US" sz="1600">
              <a:latin typeface="+mn-lt"/>
            </a:endParaRPr>
          </a:p>
        </p:txBody>
      </p:sp>
    </p:spTree>
    <p:extLst>
      <p:ext uri="{BB962C8B-B14F-4D97-AF65-F5344CB8AC3E}">
        <p14:creationId xmlns:p14="http://schemas.microsoft.com/office/powerpoint/2010/main" val="7387927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3</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da-DK"/>
              <a:t>OVERVIEW</a:t>
            </a:r>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rPr>
              <a:t>FINAL ASSIGNMENT</a:t>
            </a: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p:txBody>
          <a:bodyPr vert="horz" lIns="0" tIns="0" rIns="0" bIns="0" rtlCol="0">
            <a:noAutofit/>
          </a:bodyPr>
          <a:lstStyle/>
          <a:p>
            <a:pPr marL="0" indent="0" algn="just">
              <a:buNone/>
            </a:pPr>
            <a:r>
              <a:rPr lang="en-US" sz="2000">
                <a:solidFill>
                  <a:srgbClr val="00B0F0"/>
                </a:solidFill>
                <a:latin typeface="+mn-lt"/>
              </a:rPr>
              <a:t>Goal</a:t>
            </a:r>
          </a:p>
          <a:p>
            <a:pPr marL="0" indent="0">
              <a:buNone/>
            </a:pPr>
            <a:r>
              <a:rPr lang="en-US" sz="2000">
                <a:latin typeface="+mn-lt"/>
              </a:rPr>
              <a:t>The main purpose of this module </a:t>
            </a:r>
            <a:r>
              <a:rPr lang="en-GB" sz="2000">
                <a:latin typeface="+mn-lt"/>
              </a:rPr>
              <a:t>is to </a:t>
            </a:r>
            <a:r>
              <a:rPr lang="en-US" sz="2000">
                <a:latin typeface="+mn-lt"/>
              </a:rPr>
              <a:t>review and consolidate</a:t>
            </a:r>
            <a:r>
              <a:rPr lang="ru-RU" sz="2000">
                <a:latin typeface="+mn-lt"/>
              </a:rPr>
              <a:t> </a:t>
            </a:r>
            <a:r>
              <a:rPr lang="en-GB" sz="2000">
                <a:latin typeface="+mn-lt"/>
              </a:rPr>
              <a:t>the knowledge gained throughout the course</a:t>
            </a:r>
          </a:p>
          <a:p>
            <a:pPr marL="0" indent="0" algn="just">
              <a:buNone/>
            </a:pPr>
            <a:r>
              <a:rPr lang="en-GB" sz="2000">
                <a:solidFill>
                  <a:srgbClr val="00B0F0"/>
                </a:solidFill>
                <a:latin typeface="+mn-lt"/>
              </a:rPr>
              <a:t>Tasks</a:t>
            </a:r>
            <a:endParaRPr lang="ru-RU" sz="2000">
              <a:solidFill>
                <a:srgbClr val="00B0F0"/>
              </a:solidFill>
              <a:latin typeface="+mn-lt"/>
            </a:endParaRPr>
          </a:p>
          <a:p>
            <a:pPr algn="just"/>
            <a:r>
              <a:rPr lang="en-US" sz="2000">
                <a:latin typeface="+mn-lt"/>
              </a:rPr>
              <a:t>Unit tests using </a:t>
            </a:r>
            <a:r>
              <a:rPr lang="en-US" sz="2000" b="1">
                <a:latin typeface="+mn-lt"/>
              </a:rPr>
              <a:t>Moq</a:t>
            </a:r>
            <a:r>
              <a:rPr lang="en-US" sz="2000">
                <a:latin typeface="+mn-lt"/>
              </a:rPr>
              <a:t> and </a:t>
            </a:r>
            <a:r>
              <a:rPr lang="en-US" sz="2000" b="1">
                <a:latin typeface="+mn-lt"/>
              </a:rPr>
              <a:t>Shouldly</a:t>
            </a:r>
          </a:p>
          <a:p>
            <a:pPr algn="just"/>
            <a:endParaRPr lang="en-US" sz="2000">
              <a:latin typeface="+mn-lt"/>
            </a:endParaRPr>
          </a:p>
          <a:p>
            <a:pPr marL="0" indent="0" algn="just">
              <a:buNone/>
            </a:pPr>
            <a:r>
              <a:rPr lang="en-US" sz="2000">
                <a:latin typeface="+mn-lt"/>
              </a:rPr>
              <a:t>Consider advanced level task:</a:t>
            </a:r>
          </a:p>
          <a:p>
            <a:pPr algn="just"/>
            <a:r>
              <a:rPr lang="en-US" sz="2000">
                <a:latin typeface="+mn-lt"/>
              </a:rPr>
              <a:t>Integration testing using </a:t>
            </a:r>
            <a:r>
              <a:rPr lang="en-US" sz="2000" b="1">
                <a:latin typeface="+mn-lt"/>
              </a:rPr>
              <a:t>SpecFlow</a:t>
            </a:r>
            <a:r>
              <a:rPr lang="en-US" sz="2000">
                <a:latin typeface="+mn-lt"/>
              </a:rPr>
              <a:t> approach</a:t>
            </a:r>
          </a:p>
          <a:p>
            <a:pPr marL="0" indent="0" algn="just">
              <a:buNone/>
            </a:pPr>
            <a:endParaRPr lang="en-US" sz="2000">
              <a:latin typeface="+mn-lt"/>
            </a:endParaRPr>
          </a:p>
          <a:p>
            <a:pPr marL="0" indent="0" algn="just">
              <a:buNone/>
            </a:pPr>
            <a:endParaRPr lang="en-US" sz="2000">
              <a:latin typeface="+mn-lt"/>
            </a:endParaRPr>
          </a:p>
          <a:p>
            <a:pPr marL="0" indent="0" algn="just">
              <a:buNone/>
            </a:pPr>
            <a:endParaRPr lang="en-GB" sz="2000">
              <a:latin typeface="+mn-lt"/>
            </a:endParaRPr>
          </a:p>
          <a:p>
            <a:pPr marL="0" indent="0" algn="just">
              <a:buNone/>
            </a:pPr>
            <a:endParaRPr lang="en-GB" sz="2000">
              <a:latin typeface="+mn-lt"/>
            </a:endParaRPr>
          </a:p>
          <a:p>
            <a:pPr marL="0" indent="0" algn="just">
              <a:buNone/>
            </a:pPr>
            <a:endParaRPr lang="en-GB" sz="2000">
              <a:latin typeface="+mn-lt"/>
            </a:endParaRPr>
          </a:p>
          <a:p>
            <a:pPr marL="0" indent="0" algn="just">
              <a:buNone/>
            </a:pPr>
            <a:endParaRPr lang="en-GB" sz="2000">
              <a:latin typeface="+mn-lt"/>
            </a:endParaRPr>
          </a:p>
          <a:p>
            <a:pPr marL="0" indent="0" algn="just">
              <a:buNone/>
            </a:pPr>
            <a:endParaRPr lang="en-US" sz="2000">
              <a:latin typeface="+mn-lt"/>
            </a:endParaRPr>
          </a:p>
        </p:txBody>
      </p:sp>
    </p:spTree>
    <p:extLst>
      <p:ext uri="{BB962C8B-B14F-4D97-AF65-F5344CB8AC3E}">
        <p14:creationId xmlns:p14="http://schemas.microsoft.com/office/powerpoint/2010/main" val="4160128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4</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preparation</a:t>
            </a:r>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rPr>
              <a:t>FINAL ASSIGNMENT</a:t>
            </a: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p:txBody>
          <a:bodyPr vert="horz" lIns="0" tIns="0" rIns="0" bIns="0" rtlCol="0" anchor="t">
            <a:noAutofit/>
          </a:bodyPr>
          <a:lstStyle/>
          <a:p>
            <a:pPr marL="457200" indent="-457200" algn="just">
              <a:buFont typeface="+mj-lt"/>
              <a:buAutoNum type="arabicPeriod"/>
            </a:pPr>
            <a:r>
              <a:rPr lang="en-US" sz="2000" dirty="0">
                <a:latin typeface="+mn-lt"/>
                <a:ea typeface="Calibri"/>
                <a:cs typeface="Calibri"/>
              </a:rPr>
              <a:t>Before the start, please </a:t>
            </a:r>
            <a:r>
              <a:rPr lang="en-GB" sz="2000" dirty="0">
                <a:latin typeface="+mn-lt"/>
                <a:ea typeface="Calibri"/>
                <a:cs typeface="Calibri"/>
              </a:rPr>
              <a:t>create </a:t>
            </a:r>
            <a:r>
              <a:rPr lang="en-US" sz="2000" dirty="0">
                <a:latin typeface="+mn-lt"/>
                <a:ea typeface="Calibri"/>
                <a:cs typeface="Calibri"/>
              </a:rPr>
              <a:t>the new workspace in </a:t>
            </a:r>
            <a:r>
              <a:rPr lang="en-US" sz="2000" b="1" dirty="0">
                <a:latin typeface="+mn-lt"/>
                <a:ea typeface="Calibri"/>
                <a:cs typeface="Calibri"/>
              </a:rPr>
              <a:t>TRAIN-CS08 </a:t>
            </a:r>
            <a:r>
              <a:rPr lang="en-US" sz="2000" dirty="0">
                <a:latin typeface="+mn-lt"/>
                <a:ea typeface="Calibri"/>
                <a:cs typeface="Calibri"/>
              </a:rPr>
              <a:t>installation. Your solution should consist of at least seven projects:</a:t>
            </a:r>
          </a:p>
          <a:p>
            <a:pPr marL="699770" lvl="3" indent="-144145" algn="just"/>
            <a:r>
              <a:rPr lang="en-US" sz="2000" dirty="0" err="1">
                <a:latin typeface="+mn-lt"/>
                <a:cs typeface="Calibri"/>
              </a:rPr>
              <a:t>IMS.Course.CurrencyConverter</a:t>
            </a:r>
            <a:endParaRPr lang="en-US" sz="2000" dirty="0">
              <a:latin typeface="+mn-lt"/>
              <a:cs typeface="Calibri"/>
            </a:endParaRPr>
          </a:p>
          <a:p>
            <a:pPr marL="699770" lvl="3" indent="-144145" algn="just"/>
            <a:r>
              <a:rPr lang="en-US" sz="2000" dirty="0" err="1">
                <a:latin typeface="+mn-lt"/>
                <a:cs typeface="Calibri"/>
              </a:rPr>
              <a:t>IMS.Course.CurrencyConverter.Application</a:t>
            </a:r>
            <a:endParaRPr lang="en-US" sz="2000" dirty="0">
              <a:latin typeface="+mn-lt"/>
              <a:cs typeface="Calibri"/>
            </a:endParaRPr>
          </a:p>
          <a:p>
            <a:pPr marL="699770" lvl="3" indent="-144145" algn="just"/>
            <a:r>
              <a:rPr lang="en-US" sz="2000" dirty="0" err="1">
                <a:latin typeface="+mn-lt"/>
                <a:cs typeface="Arial"/>
              </a:rPr>
              <a:t>IMS.Course.CurrencyConverter.Application.Test</a:t>
            </a:r>
            <a:endParaRPr lang="en-US" sz="2000" dirty="0">
              <a:latin typeface="+mn-lt"/>
              <a:cs typeface="Calibri"/>
            </a:endParaRPr>
          </a:p>
          <a:p>
            <a:pPr marL="699770" lvl="3" indent="-144145" algn="just"/>
            <a:r>
              <a:rPr lang="en-US" sz="2000" dirty="0">
                <a:latin typeface="+mn-lt"/>
                <a:cs typeface="Calibri"/>
              </a:rPr>
              <a:t>IMS.Course.CurrencyConverter.GUI</a:t>
            </a:r>
          </a:p>
          <a:p>
            <a:pPr marL="699770" lvl="3" indent="-144145" algn="just"/>
            <a:r>
              <a:rPr lang="en-US" sz="2000" dirty="0" err="1">
                <a:latin typeface="+mn-lt"/>
                <a:cs typeface="Arial"/>
              </a:rPr>
              <a:t>IMS.Course.CurrencyConverter.GUI.IntegrationTest</a:t>
            </a:r>
            <a:endParaRPr lang="en-US" sz="2000" dirty="0">
              <a:latin typeface="+mn-lt"/>
              <a:cs typeface="Calibri"/>
            </a:endParaRPr>
          </a:p>
          <a:p>
            <a:pPr marL="699770" lvl="3" indent="-144145" algn="just"/>
            <a:r>
              <a:rPr lang="en-US" sz="2000" dirty="0" err="1">
                <a:latin typeface="+mn-lt"/>
                <a:cs typeface="Calibri"/>
              </a:rPr>
              <a:t>IMS.Course.CurrencyConverter.Infrastructure</a:t>
            </a:r>
            <a:endParaRPr lang="en-US" sz="2000" dirty="0">
              <a:latin typeface="+mn-lt"/>
              <a:cs typeface="Calibri"/>
            </a:endParaRPr>
          </a:p>
          <a:p>
            <a:pPr marL="699770" lvl="3" indent="-144145" algn="just"/>
            <a:r>
              <a:rPr lang="en-US" sz="2000" dirty="0" err="1">
                <a:latin typeface="+mn-lt"/>
                <a:cs typeface="Calibri"/>
              </a:rPr>
              <a:t>IMS.EntryPoint</a:t>
            </a:r>
            <a:endParaRPr lang="en-US" sz="2000" dirty="0">
              <a:latin typeface="+mn-lt"/>
              <a:cs typeface="Calibri"/>
            </a:endParaRPr>
          </a:p>
          <a:p>
            <a:pPr marL="457200" indent="-457200" algn="just">
              <a:buFont typeface="+mj-lt"/>
              <a:buAutoNum type="arabicPeriod"/>
            </a:pPr>
            <a:r>
              <a:rPr lang="en-US" sz="2000" dirty="0">
                <a:latin typeface="+mn-lt"/>
                <a:cs typeface="Calibri"/>
              </a:rPr>
              <a:t>Please start the installation in marshaller mode</a:t>
            </a:r>
          </a:p>
          <a:p>
            <a:pPr marL="0" indent="0" algn="just">
              <a:buNone/>
            </a:pPr>
            <a:endParaRPr lang="en-US" sz="2000" dirty="0">
              <a:latin typeface="+mn-lt"/>
            </a:endParaRPr>
          </a:p>
          <a:p>
            <a:pPr marL="0" indent="0" algn="just">
              <a:buNone/>
            </a:pPr>
            <a:endParaRPr lang="en-US" sz="2000" dirty="0">
              <a:latin typeface="+mn-lt"/>
            </a:endParaRPr>
          </a:p>
          <a:p>
            <a:pPr marL="457200" indent="-457200" algn="just">
              <a:buFont typeface="Arial" panose="020B0604020202020204"/>
              <a:buAutoNum type="arabicPeriod"/>
            </a:pPr>
            <a:endParaRPr lang="en-US" sz="2000" dirty="0">
              <a:latin typeface="+mn-lt"/>
            </a:endParaRPr>
          </a:p>
          <a:p>
            <a:pPr marL="457200" indent="-457200" algn="just">
              <a:buFont typeface="+mj-lt"/>
              <a:buAutoNum type="arabicPeriod"/>
            </a:pPr>
            <a:endParaRPr lang="en-US" sz="2000" dirty="0">
              <a:latin typeface="+mn-lt"/>
            </a:endParaRPr>
          </a:p>
          <a:p>
            <a:pPr marL="457200" indent="-457200" algn="just">
              <a:buFont typeface="+mj-lt"/>
              <a:buAutoNum type="arabicPeriod"/>
            </a:pPr>
            <a:endParaRPr lang="en-US" sz="2000" dirty="0">
              <a:latin typeface="+mn-lt"/>
            </a:endParaRPr>
          </a:p>
          <a:p>
            <a:pPr marL="457200" indent="-457200" algn="just">
              <a:buFont typeface="+mj-lt"/>
              <a:buAutoNum type="arabicPeriod"/>
            </a:pPr>
            <a:endParaRPr lang="en-US" sz="2000" dirty="0">
              <a:latin typeface="+mn-lt"/>
            </a:endParaRPr>
          </a:p>
          <a:p>
            <a:pPr marL="0" indent="0" algn="just">
              <a:buNone/>
            </a:pPr>
            <a:endParaRPr lang="en-GB" sz="2000" dirty="0">
              <a:latin typeface="+mn-lt"/>
            </a:endParaRPr>
          </a:p>
          <a:p>
            <a:pPr marL="0" indent="0" algn="just">
              <a:buNone/>
            </a:pPr>
            <a:endParaRPr lang="en-GB" sz="2000" dirty="0">
              <a:latin typeface="+mn-lt"/>
            </a:endParaRPr>
          </a:p>
          <a:p>
            <a:pPr marL="0" indent="0" algn="just">
              <a:buNone/>
            </a:pPr>
            <a:endParaRPr lang="en-US" sz="2000" dirty="0">
              <a:latin typeface="+mn-lt"/>
            </a:endParaRPr>
          </a:p>
        </p:txBody>
      </p:sp>
    </p:spTree>
    <p:extLst>
      <p:ext uri="{BB962C8B-B14F-4D97-AF65-F5344CB8AC3E}">
        <p14:creationId xmlns:p14="http://schemas.microsoft.com/office/powerpoint/2010/main" val="10351585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5</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preparation</a:t>
            </a:r>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rPr>
              <a:t>FINAL ASSIGNMENT</a:t>
            </a: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p:txBody>
          <a:bodyPr vert="horz" lIns="0" tIns="0" rIns="0" bIns="0" rtlCol="0">
            <a:noAutofit/>
          </a:bodyPr>
          <a:lstStyle/>
          <a:p>
            <a:pPr marL="457200" indent="-457200" algn="just">
              <a:buFont typeface="+mj-lt"/>
              <a:buAutoNum type="arabicPeriod" startAt="3"/>
            </a:pPr>
            <a:r>
              <a:rPr lang="en-US" sz="2400">
                <a:latin typeface="+mn-lt"/>
              </a:rPr>
              <a:t>Build and start your solution without debugging (Ctrl-F5)</a:t>
            </a:r>
          </a:p>
          <a:p>
            <a:pPr marL="457200" indent="-457200" algn="just">
              <a:buFont typeface="+mj-lt"/>
              <a:buAutoNum type="arabicPeriod" startAt="3"/>
            </a:pPr>
            <a:r>
              <a:rPr lang="en-US" sz="2400">
                <a:latin typeface="+mn-lt"/>
              </a:rPr>
              <a:t>Try to launch the “CurrencyConverter” form from the Developer Portal – Commands → Course → CurrencyConverter</a:t>
            </a:r>
          </a:p>
          <a:p>
            <a:pPr marL="0" indent="0" algn="just">
              <a:buNone/>
            </a:pPr>
            <a:endParaRPr lang="en-US" sz="2200">
              <a:latin typeface="+mn-lt"/>
            </a:endParaRPr>
          </a:p>
          <a:p>
            <a:pPr marL="0" indent="0" algn="just">
              <a:buNone/>
            </a:pPr>
            <a:endParaRPr lang="en-US" sz="2400">
              <a:latin typeface="+mn-lt"/>
            </a:endParaRPr>
          </a:p>
          <a:p>
            <a:pPr marL="457200" indent="-457200" algn="just">
              <a:buFont typeface="+mj-lt"/>
              <a:buAutoNum type="arabicPeriod"/>
            </a:pPr>
            <a:endParaRPr lang="en-US" sz="2400">
              <a:latin typeface="+mn-lt"/>
            </a:endParaRPr>
          </a:p>
          <a:p>
            <a:pPr marL="457200" indent="-457200" algn="just">
              <a:buFont typeface="+mj-lt"/>
              <a:buAutoNum type="arabicPeriod"/>
            </a:pPr>
            <a:endParaRPr lang="en-US" sz="2400">
              <a:latin typeface="+mn-lt"/>
            </a:endParaRPr>
          </a:p>
          <a:p>
            <a:pPr marL="457200" indent="-457200" algn="just">
              <a:buFont typeface="+mj-lt"/>
              <a:buAutoNum type="arabicPeriod"/>
            </a:pPr>
            <a:endParaRPr lang="en-US" sz="2400">
              <a:latin typeface="+mn-lt"/>
            </a:endParaRPr>
          </a:p>
          <a:p>
            <a:pPr marL="457200" indent="-457200" algn="just">
              <a:buFont typeface="+mj-lt"/>
              <a:buAutoNum type="arabicPeriod"/>
            </a:pPr>
            <a:endParaRPr lang="en-US" sz="2400">
              <a:latin typeface="+mn-lt"/>
            </a:endParaRPr>
          </a:p>
          <a:p>
            <a:pPr marL="0" indent="0" algn="just">
              <a:buNone/>
            </a:pPr>
            <a:endParaRPr lang="en-GB" sz="2400">
              <a:latin typeface="+mn-lt"/>
            </a:endParaRPr>
          </a:p>
          <a:p>
            <a:pPr marL="0" indent="0" algn="just">
              <a:buNone/>
            </a:pPr>
            <a:endParaRPr lang="en-GB" sz="2400">
              <a:latin typeface="+mn-lt"/>
            </a:endParaRPr>
          </a:p>
          <a:p>
            <a:pPr marL="0" indent="0" algn="just">
              <a:buNone/>
            </a:pPr>
            <a:endParaRPr lang="en-US" sz="2400">
              <a:latin typeface="+mn-lt"/>
            </a:endParaRPr>
          </a:p>
        </p:txBody>
      </p:sp>
      <p:pic>
        <p:nvPicPr>
          <p:cNvPr id="8" name="Picture 7">
            <a:extLst>
              <a:ext uri="{FF2B5EF4-FFF2-40B4-BE49-F238E27FC236}">
                <a16:creationId xmlns:a16="http://schemas.microsoft.com/office/drawing/2014/main" id="{333EBE6A-D317-4417-AA72-F72804BB122F}"/>
              </a:ext>
            </a:extLst>
          </p:cNvPr>
          <p:cNvPicPr>
            <a:picLocks noChangeAspect="1"/>
          </p:cNvPicPr>
          <p:nvPr/>
        </p:nvPicPr>
        <p:blipFill>
          <a:blip r:embed="rId3"/>
          <a:stretch>
            <a:fillRect/>
          </a:stretch>
        </p:blipFill>
        <p:spPr>
          <a:xfrm>
            <a:off x="6096000" y="3429000"/>
            <a:ext cx="4656094" cy="2755212"/>
          </a:xfrm>
          <a:prstGeom prst="rect">
            <a:avLst/>
          </a:prstGeom>
        </p:spPr>
      </p:pic>
      <p:pic>
        <p:nvPicPr>
          <p:cNvPr id="11" name="Picture 10">
            <a:extLst>
              <a:ext uri="{FF2B5EF4-FFF2-40B4-BE49-F238E27FC236}">
                <a16:creationId xmlns:a16="http://schemas.microsoft.com/office/drawing/2014/main" id="{ED82AE5D-861D-456A-8298-FC8553ABCB26}"/>
              </a:ext>
            </a:extLst>
          </p:cNvPr>
          <p:cNvPicPr>
            <a:picLocks noChangeAspect="1"/>
          </p:cNvPicPr>
          <p:nvPr/>
        </p:nvPicPr>
        <p:blipFill>
          <a:blip r:embed="rId4"/>
          <a:stretch>
            <a:fillRect/>
          </a:stretch>
        </p:blipFill>
        <p:spPr>
          <a:xfrm>
            <a:off x="1929796" y="3429000"/>
            <a:ext cx="3654709" cy="2755213"/>
          </a:xfrm>
          <a:prstGeom prst="rect">
            <a:avLst/>
          </a:prstGeom>
        </p:spPr>
      </p:pic>
    </p:spTree>
    <p:extLst>
      <p:ext uri="{BB962C8B-B14F-4D97-AF65-F5344CB8AC3E}">
        <p14:creationId xmlns:p14="http://schemas.microsoft.com/office/powerpoint/2010/main" val="1728444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1"/>
          </p:nvPr>
        </p:nvSpPr>
        <p:spPr/>
        <p:txBody>
          <a:bodyPr/>
          <a:lstStyle/>
          <a:p>
            <a:fld id="{E16BA917-7F09-4B8D-AF07-F52890C14046}" type="slidenum">
              <a:rPr lang="da-DK" smtClean="0"/>
              <a:pPr/>
              <a:t>6</a:t>
            </a:fld>
            <a:endParaRPr lang="da-DK"/>
          </a:p>
        </p:txBody>
      </p:sp>
      <p:sp>
        <p:nvSpPr>
          <p:cNvPr id="23" name="Text Placeholder 22"/>
          <p:cNvSpPr>
            <a:spLocks noGrp="1"/>
          </p:cNvSpPr>
          <p:nvPr>
            <p:ph type="body" sz="quarter" idx="17"/>
          </p:nvPr>
        </p:nvSpPr>
        <p:spPr/>
        <p:txBody>
          <a:bodyPr/>
          <a:lstStyle/>
          <a:p>
            <a:r>
              <a:rPr lang="en-US"/>
              <a:t>Unit testing task: L0 test</a:t>
            </a:r>
          </a:p>
        </p:txBody>
      </p:sp>
      <p:sp>
        <p:nvSpPr>
          <p:cNvPr id="22" name="Title 21"/>
          <p:cNvSpPr>
            <a:spLocks noGrp="1"/>
          </p:cNvSpPr>
          <p:nvPr>
            <p:ph type="title"/>
          </p:nvPr>
        </p:nvSpPr>
        <p:spPr/>
        <p:txBody>
          <a:bodyPr/>
          <a:lstStyle/>
          <a:p>
            <a:r>
              <a:rPr lang="en-US"/>
              <a:t>FINAL ASSIGNMENT</a:t>
            </a:r>
          </a:p>
        </p:txBody>
      </p:sp>
      <p:sp>
        <p:nvSpPr>
          <p:cNvPr id="4" name="Content Placeholder 3">
            <a:extLst>
              <a:ext uri="{FF2B5EF4-FFF2-40B4-BE49-F238E27FC236}">
                <a16:creationId xmlns:a16="http://schemas.microsoft.com/office/drawing/2014/main" id="{4B634431-2DDE-4095-82C1-47D5D73DC982}"/>
              </a:ext>
            </a:extLst>
          </p:cNvPr>
          <p:cNvSpPr>
            <a:spLocks noGrp="1"/>
          </p:cNvSpPr>
          <p:nvPr>
            <p:ph sz="quarter" idx="19"/>
          </p:nvPr>
        </p:nvSpPr>
        <p:spPr/>
        <p:txBody>
          <a:bodyPr vert="horz" lIns="0" tIns="0" rIns="0" bIns="0" rtlCol="0" anchor="t">
            <a:noAutofit/>
          </a:bodyPr>
          <a:lstStyle/>
          <a:p>
            <a:pPr>
              <a:spcBef>
                <a:spcPts val="0"/>
              </a:spcBef>
              <a:spcAft>
                <a:spcPts val="600"/>
              </a:spcAft>
              <a:buNone/>
            </a:pPr>
            <a:r>
              <a:rPr lang="en-US" sz="1600">
                <a:ea typeface="+mj-lt"/>
                <a:cs typeface="+mj-lt"/>
              </a:rPr>
              <a:t>New unit tests should be added to existing </a:t>
            </a:r>
            <a:r>
              <a:rPr lang="en-US" sz="1600">
                <a:solidFill>
                  <a:srgbClr val="2B91AF"/>
                </a:solidFill>
                <a:latin typeface="Consolas"/>
                <a:cs typeface="Calibri"/>
              </a:rPr>
              <a:t>IMS.Course.CurrencyConverter.Application.Test</a:t>
            </a:r>
            <a:r>
              <a:rPr lang="en-US" sz="1600">
                <a:ea typeface="+mj-lt"/>
                <a:cs typeface="+mj-lt"/>
              </a:rPr>
              <a:t> project.</a:t>
            </a:r>
          </a:p>
          <a:p>
            <a:pPr>
              <a:spcBef>
                <a:spcPts val="0"/>
              </a:spcBef>
              <a:spcAft>
                <a:spcPts val="600"/>
              </a:spcAft>
              <a:buNone/>
            </a:pPr>
            <a:r>
              <a:rPr lang="en-US" sz="1600">
                <a:ea typeface="+mj-lt"/>
                <a:cs typeface="+mj-lt"/>
              </a:rPr>
              <a:t>Place the new unit test class in folder named with your initials.</a:t>
            </a:r>
          </a:p>
          <a:p>
            <a:pPr marL="0" indent="0">
              <a:spcBef>
                <a:spcPts val="0"/>
              </a:spcBef>
              <a:spcAft>
                <a:spcPts val="600"/>
              </a:spcAft>
              <a:buNone/>
            </a:pPr>
            <a:endParaRPr lang="en-US" sz="1600">
              <a:cs typeface="Calibri"/>
            </a:endParaRPr>
          </a:p>
          <a:p>
            <a:pPr marL="0" indent="0">
              <a:spcBef>
                <a:spcPts val="0"/>
              </a:spcBef>
              <a:spcAft>
                <a:spcPts val="600"/>
              </a:spcAft>
              <a:buNone/>
            </a:pPr>
            <a:endParaRPr lang="en-US" sz="1600" i="1">
              <a:solidFill>
                <a:srgbClr val="000000"/>
              </a:solidFill>
              <a:latin typeface="Consolas" panose="020B0609020204030204" pitchFamily="49" charset="0"/>
            </a:endParaRPr>
          </a:p>
          <a:p>
            <a:pPr marL="0" indent="0">
              <a:spcBef>
                <a:spcPts val="0"/>
              </a:spcBef>
              <a:spcAft>
                <a:spcPts val="600"/>
              </a:spcAft>
              <a:buNone/>
            </a:pPr>
            <a:endParaRPr lang="en-US" sz="1600" i="1">
              <a:solidFill>
                <a:srgbClr val="000000"/>
              </a:solidFill>
              <a:latin typeface="Consolas"/>
              <a:cs typeface="Calibri"/>
            </a:endParaRPr>
          </a:p>
          <a:p>
            <a:pPr marL="0" indent="0">
              <a:spcBef>
                <a:spcPts val="0"/>
              </a:spcBef>
              <a:spcAft>
                <a:spcPts val="600"/>
              </a:spcAft>
              <a:buNone/>
            </a:pPr>
            <a:endParaRPr lang="en-US" sz="1600" i="1">
              <a:solidFill>
                <a:srgbClr val="000000"/>
              </a:solidFill>
              <a:latin typeface="Consolas"/>
              <a:cs typeface="Calibri"/>
            </a:endParaRPr>
          </a:p>
          <a:p>
            <a:pPr marL="0" indent="0" algn="just">
              <a:spcBef>
                <a:spcPts val="0"/>
              </a:spcBef>
              <a:spcAft>
                <a:spcPts val="600"/>
              </a:spcAft>
              <a:buNone/>
            </a:pPr>
            <a:r>
              <a:rPr lang="en-US" sz="1600">
                <a:solidFill>
                  <a:srgbClr val="2B91AF"/>
                </a:solidFill>
                <a:latin typeface="Consolas"/>
                <a:cs typeface="Calibri"/>
              </a:rPr>
              <a:t>CurrencyConversionService</a:t>
            </a:r>
            <a:r>
              <a:rPr lang="en-US" sz="1600">
                <a:cs typeface="Calibri"/>
              </a:rPr>
              <a:t> class should be covered with a proper </a:t>
            </a:r>
            <a:r>
              <a:rPr lang="en-US" sz="1600">
                <a:solidFill>
                  <a:srgbClr val="2B91AF"/>
                </a:solidFill>
                <a:cs typeface="Calibri"/>
              </a:rPr>
              <a:t>L0 </a:t>
            </a:r>
            <a:r>
              <a:rPr lang="en-US" sz="1600">
                <a:cs typeface="Calibri"/>
              </a:rPr>
              <a:t>unit tests.</a:t>
            </a:r>
            <a:endParaRPr lang="en-US"/>
          </a:p>
          <a:p>
            <a:pPr marL="342900" indent="-342900" algn="just">
              <a:spcBef>
                <a:spcPts val="0"/>
              </a:spcBef>
              <a:spcAft>
                <a:spcPts val="600"/>
              </a:spcAft>
              <a:buFont typeface="+mj-lt"/>
              <a:buAutoNum type="arabicPeriod"/>
            </a:pPr>
            <a:r>
              <a:rPr lang="en-US" sz="1600">
                <a:cs typeface="Calibri"/>
              </a:rPr>
              <a:t>Test that exceptions is thrown when currency cross does not exist </a:t>
            </a:r>
            <a:endParaRPr lang="en-US" sz="1600"/>
          </a:p>
          <a:p>
            <a:pPr marL="342900" indent="-342900" algn="just">
              <a:spcBef>
                <a:spcPts val="0"/>
              </a:spcBef>
              <a:spcAft>
                <a:spcPts val="600"/>
              </a:spcAft>
              <a:buFont typeface="+mj-lt"/>
              <a:buAutoNum type="arabicPeriod"/>
            </a:pPr>
            <a:r>
              <a:rPr lang="en-US" sz="1600">
                <a:cs typeface="Calibri"/>
              </a:rPr>
              <a:t>Test that exception is thrown when the exchange rate does not exist</a:t>
            </a:r>
          </a:p>
          <a:p>
            <a:pPr marL="342900" indent="-342900" algn="just">
              <a:spcBef>
                <a:spcPts val="0"/>
              </a:spcBef>
              <a:spcAft>
                <a:spcPts val="600"/>
              </a:spcAft>
              <a:buFont typeface="+mj-lt"/>
              <a:buAutoNum type="arabicPeriod"/>
            </a:pPr>
            <a:r>
              <a:rPr lang="en-US" sz="1600">
                <a:cs typeface="Calibri"/>
              </a:rPr>
              <a:t>Test that the result is calculated according to input amount and exchange rate</a:t>
            </a:r>
            <a:endParaRPr lang="ru-RU" sz="1600">
              <a:cs typeface="Calibri"/>
            </a:endParaRPr>
          </a:p>
          <a:p>
            <a:pPr marL="342900" indent="-342900" algn="just">
              <a:spcBef>
                <a:spcPts val="0"/>
              </a:spcBef>
              <a:spcAft>
                <a:spcPts val="600"/>
              </a:spcAft>
              <a:buFont typeface="+mj-lt"/>
              <a:buAutoNum type="arabicPeriod"/>
            </a:pPr>
            <a:r>
              <a:rPr lang="en-US" sz="1600">
                <a:cs typeface="Calibri"/>
              </a:rPr>
              <a:t>Test that the result is rounded by 2 decimal places</a:t>
            </a:r>
            <a:endParaRPr lang="en-US" sz="1600">
              <a:ea typeface="+mj-lt"/>
              <a:cs typeface="+mj-lt"/>
            </a:endParaRPr>
          </a:p>
          <a:p>
            <a:pPr marL="0" indent="0" algn="just">
              <a:spcBef>
                <a:spcPts val="0"/>
              </a:spcBef>
              <a:spcAft>
                <a:spcPts val="600"/>
              </a:spcAft>
              <a:buNone/>
            </a:pPr>
            <a:r>
              <a:rPr lang="en-US" sz="1600">
                <a:ea typeface="+mj-lt"/>
                <a:cs typeface="+mj-lt"/>
              </a:rPr>
              <a:t>Make sure that all data repositories called from </a:t>
            </a:r>
            <a:r>
              <a:rPr lang="en-US" sz="1600">
                <a:solidFill>
                  <a:srgbClr val="2B91AF"/>
                </a:solidFill>
                <a:latin typeface="Consolas"/>
                <a:cs typeface="Calibri"/>
              </a:rPr>
              <a:t>CurrencyConversionService </a:t>
            </a:r>
            <a:r>
              <a:rPr lang="en-US" sz="1600">
                <a:ea typeface="+mj-lt"/>
                <a:cs typeface="+mj-lt"/>
              </a:rPr>
              <a:t>are mocked.</a:t>
            </a:r>
          </a:p>
          <a:p>
            <a:pPr marL="0" indent="0" algn="just">
              <a:spcBef>
                <a:spcPts val="0"/>
              </a:spcBef>
              <a:spcAft>
                <a:spcPts val="600"/>
              </a:spcAft>
              <a:buNone/>
            </a:pPr>
            <a:r>
              <a:rPr lang="en-US" sz="1600">
                <a:ea typeface="+mj-lt"/>
                <a:cs typeface="+mj-lt"/>
              </a:rPr>
              <a:t>Please verify number of method calls for each repository.</a:t>
            </a:r>
          </a:p>
          <a:p>
            <a:pPr marL="0" indent="0" algn="just">
              <a:spcBef>
                <a:spcPts val="0"/>
              </a:spcBef>
              <a:spcAft>
                <a:spcPts val="600"/>
              </a:spcAft>
              <a:buNone/>
            </a:pPr>
            <a:endParaRPr lang="en-US" sz="1600"/>
          </a:p>
          <a:p>
            <a:pPr marL="9525" indent="0" algn="just">
              <a:spcAft>
                <a:spcPts val="600"/>
              </a:spcAft>
              <a:buNone/>
            </a:pPr>
            <a:r>
              <a:rPr lang="en-US" sz="1600">
                <a:cs typeface="Calibri"/>
              </a:rPr>
              <a:t>Check-in your changes and ask your coach for a code review.</a:t>
            </a:r>
            <a:endParaRPr lang="en-US" sz="1600" b="1">
              <a:cs typeface="Calibri"/>
            </a:endParaRPr>
          </a:p>
          <a:p>
            <a:pPr marL="198120" lvl="1" indent="0" algn="just">
              <a:spcAft>
                <a:spcPts val="600"/>
              </a:spcAft>
              <a:buNone/>
            </a:pPr>
            <a:endParaRPr lang="en-GB" sz="1800" i="1"/>
          </a:p>
          <a:p>
            <a:pPr marL="379095" lvl="1" algn="just">
              <a:spcAft>
                <a:spcPts val="600"/>
              </a:spcAft>
            </a:pPr>
            <a:endParaRPr lang="ru-RU" sz="1800" b="1">
              <a:solidFill>
                <a:srgbClr val="2B91AF"/>
              </a:solidFill>
              <a:latin typeface="Consolas" panose="020B0609020204030204" pitchFamily="49" charset="0"/>
            </a:endParaRPr>
          </a:p>
          <a:p>
            <a:pPr marL="0" indent="0">
              <a:buNone/>
            </a:pPr>
            <a:endParaRPr lang="en-US"/>
          </a:p>
          <a:p>
            <a:pPr marL="0" indent="0">
              <a:buNone/>
            </a:pPr>
            <a:endParaRPr lang="en-US"/>
          </a:p>
        </p:txBody>
      </p:sp>
      <p:pic>
        <p:nvPicPr>
          <p:cNvPr id="6" name="Picture 5" descr="Shape, arrow&#10;&#10;Description automatically generated">
            <a:extLst>
              <a:ext uri="{FF2B5EF4-FFF2-40B4-BE49-F238E27FC236}">
                <a16:creationId xmlns:a16="http://schemas.microsoft.com/office/drawing/2014/main" id="{695CE1FE-A1AF-4604-BE70-68FFAAC0DE34}"/>
              </a:ext>
            </a:extLst>
          </p:cNvPr>
          <p:cNvPicPr>
            <a:picLocks noChangeAspect="1"/>
          </p:cNvPicPr>
          <p:nvPr/>
        </p:nvPicPr>
        <p:blipFill>
          <a:blip r:embed="rId3"/>
          <a:stretch>
            <a:fillRect/>
          </a:stretch>
        </p:blipFill>
        <p:spPr>
          <a:xfrm>
            <a:off x="703158" y="2238106"/>
            <a:ext cx="3334465" cy="1269022"/>
          </a:xfrm>
          <a:prstGeom prst="rect">
            <a:avLst/>
          </a:prstGeom>
        </p:spPr>
      </p:pic>
    </p:spTree>
    <p:extLst>
      <p:ext uri="{BB962C8B-B14F-4D97-AF65-F5344CB8AC3E}">
        <p14:creationId xmlns:p14="http://schemas.microsoft.com/office/powerpoint/2010/main" val="1076495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7</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US"/>
              <a:t>Specflow basics</a:t>
            </a:r>
            <a:endParaRPr lang="en-GB"/>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r>
              <a:rPr lang="en-US"/>
              <a:t>FINAL ASSIGNMENT</a:t>
            </a:r>
            <a:endParaRPr lang="en-US" b="0" i="0">
              <a:solidFill>
                <a:srgbClr val="212121"/>
              </a:solidFill>
              <a:effectLst/>
            </a:endParaRP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a:xfrm>
            <a:off x="672001" y="1620839"/>
            <a:ext cx="10856912" cy="1204808"/>
          </a:xfrm>
        </p:spPr>
        <p:txBody>
          <a:bodyPr vert="horz" lIns="0" tIns="0" rIns="0" bIns="0" rtlCol="0">
            <a:noAutofit/>
          </a:bodyPr>
          <a:lstStyle/>
          <a:p>
            <a:pPr marL="0" indent="0" algn="just">
              <a:spcAft>
                <a:spcPts val="0"/>
              </a:spcAft>
              <a:buNone/>
            </a:pPr>
            <a:r>
              <a:rPr lang="en-US" sz="1600" b="1">
                <a:latin typeface="+mn-lt"/>
              </a:rPr>
              <a:t>What is SpecFlow?</a:t>
            </a:r>
          </a:p>
          <a:p>
            <a:pPr algn="just">
              <a:spcAft>
                <a:spcPts val="0"/>
              </a:spcAft>
            </a:pPr>
            <a:r>
              <a:rPr lang="en-US" sz="1600">
                <a:latin typeface="+mn-lt"/>
              </a:rPr>
              <a:t>Opensource tool for “bringing the communication gap between domain experts and developers”</a:t>
            </a:r>
          </a:p>
          <a:p>
            <a:pPr algn="just">
              <a:spcAft>
                <a:spcPts val="0"/>
              </a:spcAft>
            </a:pPr>
            <a:r>
              <a:rPr lang="en-US" sz="1600">
                <a:latin typeface="+mn-lt"/>
              </a:rPr>
              <a:t>Allows non-technical people (POs) to write acceptance tests for a system</a:t>
            </a:r>
          </a:p>
          <a:p>
            <a:pPr algn="just">
              <a:spcAft>
                <a:spcPts val="0"/>
              </a:spcAft>
            </a:pPr>
            <a:r>
              <a:rPr lang="en-US" sz="1600">
                <a:latin typeface="+mn-lt"/>
              </a:rPr>
              <a:t>Enables these acceptance tests to be automated and the acceptance tests “executed” against the system</a:t>
            </a:r>
          </a:p>
        </p:txBody>
      </p:sp>
      <p:sp>
        <p:nvSpPr>
          <p:cNvPr id="6" name="Rectangle 5">
            <a:extLst>
              <a:ext uri="{FF2B5EF4-FFF2-40B4-BE49-F238E27FC236}">
                <a16:creationId xmlns:a16="http://schemas.microsoft.com/office/drawing/2014/main" id="{3FAAF258-CCEF-46D8-9379-15EC479B3C30}"/>
              </a:ext>
            </a:extLst>
          </p:cNvPr>
          <p:cNvSpPr/>
          <p:nvPr/>
        </p:nvSpPr>
        <p:spPr>
          <a:xfrm>
            <a:off x="484681" y="3293547"/>
            <a:ext cx="10330722" cy="338554"/>
          </a:xfrm>
          <a:prstGeom prst="rect">
            <a:avLst/>
          </a:prstGeom>
        </p:spPr>
        <p:txBody>
          <a:bodyPr wrap="square">
            <a:spAutoFit/>
          </a:bodyPr>
          <a:lstStyle/>
          <a:p>
            <a:pPr marL="0" indent="0" algn="just">
              <a:spcBef>
                <a:spcPts val="0"/>
              </a:spcBef>
              <a:spcAft>
                <a:spcPts val="600"/>
              </a:spcAft>
              <a:buNone/>
            </a:pPr>
            <a:r>
              <a:rPr lang="en-US" sz="1600" b="1">
                <a:latin typeface="+mn-lt"/>
              </a:rPr>
              <a:t>Acceptance test:</a:t>
            </a:r>
          </a:p>
        </p:txBody>
      </p:sp>
      <p:graphicFrame>
        <p:nvGraphicFramePr>
          <p:cNvPr id="7" name="Table 7">
            <a:extLst>
              <a:ext uri="{FF2B5EF4-FFF2-40B4-BE49-F238E27FC236}">
                <a16:creationId xmlns:a16="http://schemas.microsoft.com/office/drawing/2014/main" id="{6C38B715-7B64-4963-B4A9-4C2A23CD8A67}"/>
              </a:ext>
            </a:extLst>
          </p:cNvPr>
          <p:cNvGraphicFramePr>
            <a:graphicFrameLocks noGrp="1"/>
          </p:cNvGraphicFramePr>
          <p:nvPr>
            <p:extLst>
              <p:ext uri="{D42A27DB-BD31-4B8C-83A1-F6EECF244321}">
                <p14:modId xmlns:p14="http://schemas.microsoft.com/office/powerpoint/2010/main" val="2831745617"/>
              </p:ext>
            </p:extLst>
          </p:nvPr>
        </p:nvGraphicFramePr>
        <p:xfrm>
          <a:off x="544641" y="3693800"/>
          <a:ext cx="9985949" cy="1899920"/>
        </p:xfrm>
        <a:graphic>
          <a:graphicData uri="http://schemas.openxmlformats.org/drawingml/2006/table">
            <a:tbl>
              <a:tblPr firstRow="1" bandRow="1">
                <a:tableStyleId>{2D5ABB26-0587-4C30-8999-92F81FD0307C}</a:tableStyleId>
              </a:tblPr>
              <a:tblGrid>
                <a:gridCol w="4859313">
                  <a:extLst>
                    <a:ext uri="{9D8B030D-6E8A-4147-A177-3AD203B41FA5}">
                      <a16:colId xmlns:a16="http://schemas.microsoft.com/office/drawing/2014/main" val="2433180624"/>
                    </a:ext>
                  </a:extLst>
                </a:gridCol>
                <a:gridCol w="5126636">
                  <a:extLst>
                    <a:ext uri="{9D8B030D-6E8A-4147-A177-3AD203B41FA5}">
                      <a16:colId xmlns:a16="http://schemas.microsoft.com/office/drawing/2014/main" val="1494518240"/>
                    </a:ext>
                  </a:extLst>
                </a:gridCol>
              </a:tblGrid>
              <a:tr h="370840">
                <a:tc>
                  <a:txBody>
                    <a:bodyPr/>
                    <a:lstStyle/>
                    <a:p>
                      <a:pPr marL="285750" marR="0" lvl="0" indent="-285750" algn="l" defTabSz="609585" rtl="0" eaLnBrk="1" fontAlgn="auto" latinLnBrk="0" hangingPunct="1">
                        <a:lnSpc>
                          <a:spcPct val="100000"/>
                        </a:lnSpc>
                        <a:spcBef>
                          <a:spcPts val="0"/>
                        </a:spcBef>
                        <a:spcAft>
                          <a:spcPts val="0"/>
                        </a:spcAft>
                        <a:buClr>
                          <a:schemeClr val="accent2"/>
                        </a:buClr>
                        <a:buSzTx/>
                        <a:buFont typeface="Arial" panose="020B0604020202020204" pitchFamily="34" charset="0"/>
                        <a:buChar char="•"/>
                        <a:tabLst/>
                        <a:defRPr/>
                      </a:pPr>
                      <a:r>
                        <a:rPr lang="en-US" sz="1600"/>
                        <a:t>Validates that the right system is being built</a:t>
                      </a:r>
                      <a:endParaRPr lang="en-US" sz="1600">
                        <a:latin typeface="+mn-lt"/>
                      </a:endParaRPr>
                    </a:p>
                  </a:txBody>
                  <a:tcPr/>
                </a:tc>
                <a:tc>
                  <a:txBody>
                    <a:bodyPr/>
                    <a:lstStyle/>
                    <a:p>
                      <a:pPr marL="285750" marR="0" lvl="0" indent="-285750" algn="l" defTabSz="609585" rtl="0" eaLnBrk="1" fontAlgn="auto" latinLnBrk="0" hangingPunct="1">
                        <a:lnSpc>
                          <a:spcPct val="100000"/>
                        </a:lnSpc>
                        <a:spcBef>
                          <a:spcPts val="0"/>
                        </a:spcBef>
                        <a:spcAft>
                          <a:spcPts val="0"/>
                        </a:spcAft>
                        <a:buClr>
                          <a:schemeClr val="accent2"/>
                        </a:buClr>
                        <a:buSzTx/>
                        <a:buFont typeface="Arial" panose="020B0604020202020204" pitchFamily="34" charset="0"/>
                        <a:buChar char="•"/>
                        <a:tabLst/>
                        <a:defRPr/>
                      </a:pPr>
                      <a:r>
                        <a:rPr lang="en-US" sz="1600" kern="1200"/>
                        <a:t>Business/user/customer point of view</a:t>
                      </a:r>
                      <a:endParaRPr lang="en-US" sz="1600" kern="1200">
                        <a:solidFill>
                          <a:schemeClr val="tx1"/>
                        </a:solidFill>
                        <a:latin typeface="+mn-lt"/>
                        <a:ea typeface="+mn-ea"/>
                        <a:cs typeface="+mn-cs"/>
                      </a:endParaRPr>
                    </a:p>
                  </a:txBody>
                  <a:tcPr/>
                </a:tc>
                <a:extLst>
                  <a:ext uri="{0D108BD9-81ED-4DB2-BD59-A6C34878D82A}">
                    <a16:rowId xmlns:a16="http://schemas.microsoft.com/office/drawing/2014/main" val="1904507401"/>
                  </a:ext>
                </a:extLst>
              </a:tr>
              <a:tr h="370840">
                <a:tc>
                  <a:txBody>
                    <a:bodyPr/>
                    <a:lstStyle/>
                    <a:p>
                      <a:pPr marL="285750" marR="0" lvl="0" indent="-285750" algn="l" defTabSz="609585" rtl="0" eaLnBrk="1" fontAlgn="auto" latinLnBrk="0" hangingPunct="1">
                        <a:lnSpc>
                          <a:spcPct val="100000"/>
                        </a:lnSpc>
                        <a:spcBef>
                          <a:spcPts val="0"/>
                        </a:spcBef>
                        <a:spcAft>
                          <a:spcPts val="0"/>
                        </a:spcAft>
                        <a:buClr>
                          <a:schemeClr val="accent2"/>
                        </a:buClr>
                        <a:buSzTx/>
                        <a:buFont typeface="Arial" panose="020B0604020202020204" pitchFamily="34" charset="0"/>
                        <a:buChar char="•"/>
                        <a:tabLst/>
                        <a:defRPr/>
                      </a:pPr>
                      <a:r>
                        <a:rPr lang="en-US" sz="1600" kern="1200"/>
                        <a:t>When automated, becomes “living documentation”</a:t>
                      </a:r>
                      <a:endParaRPr lang="en-US" sz="1600" kern="1200">
                        <a:solidFill>
                          <a:schemeClr val="tx1"/>
                        </a:solidFill>
                        <a:latin typeface="+mn-lt"/>
                        <a:ea typeface="+mn-ea"/>
                        <a:cs typeface="+mn-cs"/>
                      </a:endParaRPr>
                    </a:p>
                  </a:txBody>
                  <a:tcPr/>
                </a:tc>
                <a:tc>
                  <a:txBody>
                    <a:bodyPr/>
                    <a:lstStyle/>
                    <a:p>
                      <a:pPr marL="285750" marR="0" lvl="0" indent="-285750" algn="l" defTabSz="609585" rtl="0" eaLnBrk="1" fontAlgn="auto" latinLnBrk="0" hangingPunct="1">
                        <a:lnSpc>
                          <a:spcPct val="100000"/>
                        </a:lnSpc>
                        <a:spcBef>
                          <a:spcPts val="0"/>
                        </a:spcBef>
                        <a:spcAft>
                          <a:spcPts val="0"/>
                        </a:spcAft>
                        <a:buClr>
                          <a:schemeClr val="accent2"/>
                        </a:buClr>
                        <a:buSzTx/>
                        <a:buFont typeface="Arial" panose="020B0604020202020204" pitchFamily="34" charset="0"/>
                        <a:buChar char="•"/>
                        <a:tabLst/>
                        <a:defRPr/>
                      </a:pPr>
                      <a:r>
                        <a:rPr lang="en-US" sz="1600" kern="1200"/>
                        <a:t>Written in non-technical format</a:t>
                      </a:r>
                      <a:endParaRPr lang="en-US" sz="1600" kern="1200">
                        <a:solidFill>
                          <a:schemeClr val="tx1"/>
                        </a:solidFill>
                        <a:latin typeface="+mn-lt"/>
                        <a:ea typeface="+mn-ea"/>
                        <a:cs typeface="+mn-cs"/>
                      </a:endParaRPr>
                    </a:p>
                  </a:txBody>
                  <a:tcPr/>
                </a:tc>
                <a:extLst>
                  <a:ext uri="{0D108BD9-81ED-4DB2-BD59-A6C34878D82A}">
                    <a16:rowId xmlns:a16="http://schemas.microsoft.com/office/drawing/2014/main" val="1560524724"/>
                  </a:ext>
                </a:extLst>
              </a:tr>
              <a:tr h="370450">
                <a:tc>
                  <a:txBody>
                    <a:bodyPr/>
                    <a:lstStyle/>
                    <a:p>
                      <a:pPr marL="285750" marR="0" lvl="0" indent="-285750" algn="l" defTabSz="609585" rtl="0" eaLnBrk="1" fontAlgn="auto" latinLnBrk="0" hangingPunct="1">
                        <a:lnSpc>
                          <a:spcPct val="100000"/>
                        </a:lnSpc>
                        <a:spcBef>
                          <a:spcPts val="0"/>
                        </a:spcBef>
                        <a:spcAft>
                          <a:spcPts val="0"/>
                        </a:spcAft>
                        <a:buClr>
                          <a:schemeClr val="accent2"/>
                        </a:buClr>
                        <a:buSzTx/>
                        <a:buFont typeface="Arial" panose="020B0604020202020204" pitchFamily="34" charset="0"/>
                        <a:buChar char="•"/>
                        <a:tabLst/>
                        <a:defRPr/>
                      </a:pPr>
                      <a:r>
                        <a:rPr lang="en-US" sz="1600" kern="1200"/>
                        <a:t>Usually execute a vertical slice of the system</a:t>
                      </a:r>
                      <a:endParaRPr lang="en-US" sz="1600" kern="1200">
                        <a:solidFill>
                          <a:schemeClr val="tx1"/>
                        </a:solidFill>
                        <a:latin typeface="+mn-lt"/>
                        <a:ea typeface="+mn-ea"/>
                        <a:cs typeface="+mn-cs"/>
                      </a:endParaRPr>
                    </a:p>
                  </a:txBody>
                  <a:tcPr/>
                </a:tc>
                <a:tc>
                  <a:txBody>
                    <a:bodyPr/>
                    <a:lstStyle/>
                    <a:p>
                      <a:pPr marL="285750" marR="0" lvl="0" indent="-285750" algn="l" defTabSz="609585" rtl="0" eaLnBrk="1" fontAlgn="auto" latinLnBrk="0" hangingPunct="1">
                        <a:lnSpc>
                          <a:spcPct val="100000"/>
                        </a:lnSpc>
                        <a:spcBef>
                          <a:spcPts val="0"/>
                        </a:spcBef>
                        <a:spcAft>
                          <a:spcPts val="0"/>
                        </a:spcAft>
                        <a:buClr>
                          <a:schemeClr val="accent2"/>
                        </a:buClr>
                        <a:buSzTx/>
                        <a:buFont typeface="Arial" panose="020B0604020202020204" pitchFamily="34" charset="0"/>
                        <a:buChar char="•"/>
                        <a:tabLst/>
                        <a:defRPr/>
                      </a:pPr>
                      <a:r>
                        <a:rPr lang="en-US" sz="1600" kern="1200"/>
                        <a:t>Helps to define shared understanding what ‘done’ means</a:t>
                      </a:r>
                      <a:endParaRPr lang="en-US" sz="1600" kern="1200">
                        <a:solidFill>
                          <a:schemeClr val="tx1"/>
                        </a:solidFill>
                        <a:latin typeface="+mn-lt"/>
                        <a:ea typeface="+mn-ea"/>
                        <a:cs typeface="+mn-cs"/>
                      </a:endParaRPr>
                    </a:p>
                  </a:txBody>
                  <a:tcPr/>
                </a:tc>
                <a:extLst>
                  <a:ext uri="{0D108BD9-81ED-4DB2-BD59-A6C34878D82A}">
                    <a16:rowId xmlns:a16="http://schemas.microsoft.com/office/drawing/2014/main" val="2187143235"/>
                  </a:ext>
                </a:extLst>
              </a:tr>
              <a:tr h="370840">
                <a:tc>
                  <a:txBody>
                    <a:bodyPr/>
                    <a:lstStyle/>
                    <a:p>
                      <a:pPr marL="285750" marR="0" lvl="0" indent="-285750" algn="l" defTabSz="609585" rtl="0" eaLnBrk="1" fontAlgn="auto" latinLnBrk="0" hangingPunct="1">
                        <a:lnSpc>
                          <a:spcPct val="100000"/>
                        </a:lnSpc>
                        <a:spcBef>
                          <a:spcPts val="0"/>
                        </a:spcBef>
                        <a:spcAft>
                          <a:spcPts val="0"/>
                        </a:spcAft>
                        <a:buClr>
                          <a:schemeClr val="accent2"/>
                        </a:buClr>
                        <a:buSzTx/>
                        <a:buFont typeface="Arial" panose="020B0604020202020204" pitchFamily="34" charset="0"/>
                        <a:buChar char="•"/>
                        <a:tabLst/>
                        <a:defRPr/>
                      </a:pPr>
                      <a:r>
                        <a:rPr lang="en-US" sz="1600" kern="1200"/>
                        <a:t>Pass/fail</a:t>
                      </a:r>
                      <a:endParaRPr lang="en-US" sz="1600" kern="1200">
                        <a:solidFill>
                          <a:schemeClr val="tx1"/>
                        </a:solidFill>
                        <a:latin typeface="+mn-lt"/>
                        <a:ea typeface="+mn-ea"/>
                        <a:cs typeface="+mn-cs"/>
                      </a:endParaRPr>
                    </a:p>
                  </a:txBody>
                  <a:tcPr/>
                </a:tc>
                <a:tc>
                  <a:txBody>
                    <a:bodyPr/>
                    <a:lstStyle/>
                    <a:p>
                      <a:endParaRPr lang="da-DK" sz="1600">
                        <a:latin typeface="+mn-lt"/>
                      </a:endParaRPr>
                    </a:p>
                  </a:txBody>
                  <a:tcPr/>
                </a:tc>
                <a:extLst>
                  <a:ext uri="{0D108BD9-81ED-4DB2-BD59-A6C34878D82A}">
                    <a16:rowId xmlns:a16="http://schemas.microsoft.com/office/drawing/2014/main" val="4022096660"/>
                  </a:ext>
                </a:extLst>
              </a:tr>
            </a:tbl>
          </a:graphicData>
        </a:graphic>
      </p:graphicFrame>
    </p:spTree>
    <p:extLst>
      <p:ext uri="{BB962C8B-B14F-4D97-AF65-F5344CB8AC3E}">
        <p14:creationId xmlns:p14="http://schemas.microsoft.com/office/powerpoint/2010/main" val="38192422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1"/>
          </p:nvPr>
        </p:nvSpPr>
        <p:spPr/>
        <p:txBody>
          <a:bodyPr/>
          <a:lstStyle/>
          <a:p>
            <a:fld id="{E16BA917-7F09-4B8D-AF07-F52890C14046}" type="slidenum">
              <a:rPr lang="da-DK" smtClean="0"/>
              <a:pPr/>
              <a:t>8</a:t>
            </a:fld>
            <a:endParaRPr lang="da-DK"/>
          </a:p>
        </p:txBody>
      </p:sp>
      <p:sp>
        <p:nvSpPr>
          <p:cNvPr id="5" name="Text Placeholder 4">
            <a:extLst>
              <a:ext uri="{FF2B5EF4-FFF2-40B4-BE49-F238E27FC236}">
                <a16:creationId xmlns:a16="http://schemas.microsoft.com/office/drawing/2014/main" id="{6F66819A-69CE-40A6-92D1-FC8F897C70BE}"/>
              </a:ext>
            </a:extLst>
          </p:cNvPr>
          <p:cNvSpPr>
            <a:spLocks noGrp="1"/>
          </p:cNvSpPr>
          <p:nvPr>
            <p:ph type="body" sz="quarter" idx="17"/>
          </p:nvPr>
        </p:nvSpPr>
        <p:spPr/>
        <p:txBody>
          <a:bodyPr/>
          <a:lstStyle/>
          <a:p>
            <a:r>
              <a:rPr lang="en-US"/>
              <a:t>Specflow basics. structure</a:t>
            </a:r>
            <a:endParaRPr lang="en-GB"/>
          </a:p>
          <a:p>
            <a:endParaRPr lang="en-GB"/>
          </a:p>
        </p:txBody>
      </p:sp>
      <p:sp>
        <p:nvSpPr>
          <p:cNvPr id="6" name="Title 5"/>
          <p:cNvSpPr>
            <a:spLocks noGrp="1"/>
          </p:cNvSpPr>
          <p:nvPr>
            <p:ph type="title"/>
          </p:nvPr>
        </p:nvSpPr>
        <p:spPr/>
        <p:txBody>
          <a:bodyPr/>
          <a:lstStyle/>
          <a:p>
            <a:r>
              <a:rPr lang="en-US"/>
              <a:t>FINAL ASSIGNMENT</a:t>
            </a:r>
          </a:p>
        </p:txBody>
      </p:sp>
      <p:sp>
        <p:nvSpPr>
          <p:cNvPr id="17" name="Content Placeholder 16">
            <a:extLst>
              <a:ext uri="{FF2B5EF4-FFF2-40B4-BE49-F238E27FC236}">
                <a16:creationId xmlns:a16="http://schemas.microsoft.com/office/drawing/2014/main" id="{0535C5BB-1698-441F-834D-C9EF9CD8F04B}"/>
              </a:ext>
            </a:extLst>
          </p:cNvPr>
          <p:cNvSpPr txBox="1">
            <a:spLocks noGrp="1"/>
          </p:cNvSpPr>
          <p:nvPr>
            <p:ph sz="quarter" idx="19"/>
          </p:nvPr>
        </p:nvSpPr>
        <p:spPr>
          <a:xfrm>
            <a:off x="1351722" y="2494572"/>
            <a:ext cx="2711778" cy="487900"/>
          </a:xfrm>
          <a:prstGeom prst="rect">
            <a:avLst/>
          </a:prstGeom>
        </p:spPr>
        <p:style>
          <a:lnRef idx="2">
            <a:schemeClr val="accent5"/>
          </a:lnRef>
          <a:fillRef idx="1">
            <a:schemeClr val="lt1"/>
          </a:fillRef>
          <a:effectRef idx="0">
            <a:schemeClr val="accent5"/>
          </a:effectRef>
          <a:fontRef idx="minor">
            <a:schemeClr val="dk1"/>
          </a:fontRef>
        </p:style>
        <p:txBody>
          <a:bodyPr wrap="square" lIns="0" tIns="0" rIns="0" bIns="0" rtlCol="0" anchor="ctr">
            <a:noAutofit/>
          </a:bodyPr>
          <a:lstStyle/>
          <a:p>
            <a:pPr marL="0" indent="0" algn="ctr" defTabSz="179388">
              <a:buClr>
                <a:srgbClr val="00DEE6"/>
              </a:buClr>
              <a:buFont typeface="Arial" panose="020B0604020202020204" pitchFamily="34" charset="0"/>
              <a:buNone/>
            </a:pPr>
            <a:r>
              <a:rPr lang="en-GB" sz="1600">
                <a:latin typeface="+mn-lt"/>
              </a:rPr>
              <a:t>Scenario </a:t>
            </a:r>
          </a:p>
        </p:txBody>
      </p:sp>
      <p:sp>
        <p:nvSpPr>
          <p:cNvPr id="16" name="TextBox 15">
            <a:extLst>
              <a:ext uri="{FF2B5EF4-FFF2-40B4-BE49-F238E27FC236}">
                <a16:creationId xmlns:a16="http://schemas.microsoft.com/office/drawing/2014/main" id="{7549A354-38AC-49A9-B810-BA136E60423B}"/>
              </a:ext>
            </a:extLst>
          </p:cNvPr>
          <p:cNvSpPr txBox="1"/>
          <p:nvPr/>
        </p:nvSpPr>
        <p:spPr>
          <a:xfrm>
            <a:off x="1351722" y="1810632"/>
            <a:ext cx="6287675" cy="443059"/>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chor="ctr">
            <a:noAutofit/>
          </a:bodyPr>
          <a:lstStyle/>
          <a:p>
            <a:pPr marL="0" indent="0" algn="ctr" defTabSz="179388">
              <a:buClr>
                <a:srgbClr val="00DEE6"/>
              </a:buClr>
              <a:buFont typeface="Arial" panose="020B0604020202020204" pitchFamily="34" charset="0"/>
              <a:buNone/>
            </a:pPr>
            <a:r>
              <a:rPr lang="en-GB" sz="1600">
                <a:latin typeface="+mn-lt"/>
              </a:rPr>
              <a:t>Feature file </a:t>
            </a:r>
          </a:p>
        </p:txBody>
      </p:sp>
      <p:sp>
        <p:nvSpPr>
          <p:cNvPr id="18" name="Content Placeholder 16">
            <a:extLst>
              <a:ext uri="{FF2B5EF4-FFF2-40B4-BE49-F238E27FC236}">
                <a16:creationId xmlns:a16="http://schemas.microsoft.com/office/drawing/2014/main" id="{DC628D1A-8F99-4043-918C-8BFC76E52806}"/>
              </a:ext>
            </a:extLst>
          </p:cNvPr>
          <p:cNvSpPr txBox="1">
            <a:spLocks/>
          </p:cNvSpPr>
          <p:nvPr/>
        </p:nvSpPr>
        <p:spPr>
          <a:xfrm>
            <a:off x="4323024" y="2496699"/>
            <a:ext cx="1574277" cy="487900"/>
          </a:xfrm>
          <a:prstGeom prst="rect">
            <a:avLst/>
          </a:prstGeom>
        </p:spPr>
        <p:style>
          <a:lnRef idx="2">
            <a:schemeClr val="accent5"/>
          </a:lnRef>
          <a:fillRef idx="1">
            <a:schemeClr val="lt1"/>
          </a:fillRef>
          <a:effectRef idx="0">
            <a:schemeClr val="accent5"/>
          </a:effectRef>
          <a:fontRef idx="minor">
            <a:schemeClr val="dk1"/>
          </a:fontRef>
        </p:style>
        <p:txBody>
          <a:bodyPr vert="horz" wrap="square" lIns="0" tIns="0" rIns="0" bIns="0" rtlCol="0" anchor="ctr">
            <a:noAutofit/>
          </a:bodyPr>
          <a:lstStyle>
            <a:lvl1pPr marL="190500" indent="-190500" algn="l" defTabSz="609585" rtl="0" eaLnBrk="1" fontAlgn="base" hangingPunct="1">
              <a:lnSpc>
                <a:spcPct val="100000"/>
              </a:lnSpc>
              <a:spcBef>
                <a:spcPts val="300"/>
              </a:spcBef>
              <a:spcAft>
                <a:spcPts val="1200"/>
              </a:spcAft>
              <a:buClr>
                <a:schemeClr val="accent2"/>
              </a:buClr>
              <a:buSzPct val="100000"/>
              <a:buFont typeface="Arial" panose="020B0604020202020204" pitchFamily="34" charset="0"/>
              <a:buChar char="•"/>
              <a:tabLst/>
              <a:defRPr lang="da-DK" sz="1800" kern="1200" baseline="0" dirty="0" smtClean="0">
                <a:solidFill>
                  <a:schemeClr val="dk1"/>
                </a:solidFill>
                <a:latin typeface="+mn-lt"/>
                <a:ea typeface="+mn-ea"/>
                <a:cs typeface="+mn-cs"/>
              </a:defRPr>
            </a:lvl1pPr>
            <a:lvl2pPr marL="379413" indent="-180975" algn="l" defTabSz="609585" rtl="0" eaLnBrk="1" fontAlgn="base" hangingPunct="1">
              <a:lnSpc>
                <a:spcPct val="100000"/>
              </a:lnSpc>
              <a:spcBef>
                <a:spcPts val="0"/>
              </a:spcBef>
              <a:spcAft>
                <a:spcPts val="1200"/>
              </a:spcAft>
              <a:buClr>
                <a:schemeClr val="accent2"/>
              </a:buClr>
              <a:buFont typeface="Arial" panose="020B0604020202020204" pitchFamily="34" charset="0"/>
              <a:buChar char="•"/>
              <a:defRPr lang="da-DK" sz="1600" i="0" kern="1200" baseline="0" dirty="0" smtClean="0">
                <a:solidFill>
                  <a:schemeClr val="dk1"/>
                </a:solidFill>
                <a:latin typeface="+mn-lt"/>
                <a:ea typeface="+mn-ea"/>
                <a:cs typeface="+mn-cs"/>
              </a:defRPr>
            </a:lvl2pPr>
            <a:lvl3pPr marL="555625" indent="-165100" algn="l" defTabSz="609585" rtl="0" eaLnBrk="1" fontAlgn="base" hangingPunct="1">
              <a:lnSpc>
                <a:spcPct val="100000"/>
              </a:lnSpc>
              <a:spcBef>
                <a:spcPts val="0"/>
              </a:spcBef>
              <a:spcAft>
                <a:spcPts val="1200"/>
              </a:spcAft>
              <a:buClr>
                <a:schemeClr val="accent2"/>
              </a:buClr>
              <a:buSzPct val="100000"/>
              <a:buFont typeface="Arial" panose="020B0604020202020204" pitchFamily="34" charset="0"/>
              <a:buChar char="-"/>
              <a:tabLst/>
              <a:defRPr lang="da-DK" sz="1600" b="0" i="0" kern="1200" baseline="0" dirty="0" smtClean="0">
                <a:solidFill>
                  <a:schemeClr val="dk1"/>
                </a:solidFill>
                <a:latin typeface="+mn-lt"/>
                <a:ea typeface="+mn-ea"/>
                <a:cs typeface="+mn-cs"/>
              </a:defRPr>
            </a:lvl3pPr>
            <a:lvl4pPr marL="700088" indent="-144463" algn="l" defTabSz="609585" rtl="0" eaLnBrk="1" fontAlgn="base" hangingPunct="1">
              <a:lnSpc>
                <a:spcPct val="100000"/>
              </a:lnSpc>
              <a:spcBef>
                <a:spcPts val="0"/>
              </a:spcBef>
              <a:spcAft>
                <a:spcPts val="1200"/>
              </a:spcAft>
              <a:buClr>
                <a:schemeClr val="accent2"/>
              </a:buClr>
              <a:buSzPct val="80000"/>
              <a:buFont typeface="Arial" panose="020B0604020202020204" pitchFamily="34" charset="0"/>
              <a:buChar char="•"/>
              <a:tabLst/>
              <a:defRPr lang="da-DK" sz="1600" kern="1200" baseline="0">
                <a:solidFill>
                  <a:schemeClr val="dk1"/>
                </a:solidFill>
                <a:latin typeface="+mn-lt"/>
                <a:ea typeface="+mn-ea"/>
                <a:cs typeface="+mn-cs"/>
              </a:defRPr>
            </a:lvl4pPr>
            <a:lvl5pPr marL="706438" indent="0" algn="l" defTabSz="609585" rtl="0" eaLnBrk="1" fontAlgn="base" hangingPunct="1">
              <a:lnSpc>
                <a:spcPct val="100000"/>
              </a:lnSpc>
              <a:spcBef>
                <a:spcPts val="0"/>
              </a:spcBef>
              <a:spcAft>
                <a:spcPts val="1200"/>
              </a:spcAft>
              <a:buClr>
                <a:srgbClr val="15AAA6"/>
              </a:buClr>
              <a:buSzPct val="100000"/>
              <a:buFont typeface="Arial" panose="020B0604020202020204" pitchFamily="34" charset="0"/>
              <a:buNone/>
              <a:tabLst>
                <a:tab pos="711200" algn="l"/>
              </a:tabLst>
              <a:defRPr lang="da-DK" sz="1200" b="1" i="1" kern="1200" baseline="0" dirty="0">
                <a:solidFill>
                  <a:schemeClr val="dk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dk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dk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dk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dk1"/>
                </a:solidFill>
                <a:latin typeface="+mn-lt"/>
                <a:ea typeface="+mn-ea"/>
                <a:cs typeface="+mn-cs"/>
              </a:defRPr>
            </a:lvl9pPr>
          </a:lstStyle>
          <a:p>
            <a:pPr marL="0" indent="0" algn="ctr" defTabSz="179388">
              <a:buClr>
                <a:srgbClr val="00DEE6"/>
              </a:buClr>
              <a:buFont typeface="Arial" panose="020B0604020202020204" pitchFamily="34" charset="0"/>
              <a:buNone/>
            </a:pPr>
            <a:r>
              <a:rPr lang="en-GB" sz="1600"/>
              <a:t>Scenario </a:t>
            </a:r>
          </a:p>
        </p:txBody>
      </p:sp>
      <p:sp>
        <p:nvSpPr>
          <p:cNvPr id="19" name="Content Placeholder 16">
            <a:extLst>
              <a:ext uri="{FF2B5EF4-FFF2-40B4-BE49-F238E27FC236}">
                <a16:creationId xmlns:a16="http://schemas.microsoft.com/office/drawing/2014/main" id="{6A070BBD-9A75-400E-A517-710A8C658210}"/>
              </a:ext>
            </a:extLst>
          </p:cNvPr>
          <p:cNvSpPr txBox="1">
            <a:spLocks/>
          </p:cNvSpPr>
          <p:nvPr/>
        </p:nvSpPr>
        <p:spPr>
          <a:xfrm>
            <a:off x="6062268" y="2494572"/>
            <a:ext cx="1574277" cy="487900"/>
          </a:xfrm>
          <a:prstGeom prst="rect">
            <a:avLst/>
          </a:prstGeom>
        </p:spPr>
        <p:style>
          <a:lnRef idx="2">
            <a:schemeClr val="accent5"/>
          </a:lnRef>
          <a:fillRef idx="1">
            <a:schemeClr val="lt1"/>
          </a:fillRef>
          <a:effectRef idx="0">
            <a:schemeClr val="accent5"/>
          </a:effectRef>
          <a:fontRef idx="minor">
            <a:schemeClr val="dk1"/>
          </a:fontRef>
        </p:style>
        <p:txBody>
          <a:bodyPr vert="horz" wrap="square" lIns="0" tIns="0" rIns="0" bIns="0" rtlCol="0" anchor="ctr">
            <a:noAutofit/>
          </a:bodyPr>
          <a:lstStyle>
            <a:lvl1pPr marL="190500" indent="-190500" algn="l" defTabSz="609585" rtl="0" eaLnBrk="1" fontAlgn="base" hangingPunct="1">
              <a:lnSpc>
                <a:spcPct val="100000"/>
              </a:lnSpc>
              <a:spcBef>
                <a:spcPts val="300"/>
              </a:spcBef>
              <a:spcAft>
                <a:spcPts val="1200"/>
              </a:spcAft>
              <a:buClr>
                <a:schemeClr val="accent2"/>
              </a:buClr>
              <a:buSzPct val="100000"/>
              <a:buFont typeface="Arial" panose="020B0604020202020204" pitchFamily="34" charset="0"/>
              <a:buChar char="•"/>
              <a:tabLst/>
              <a:defRPr lang="da-DK" sz="1800" kern="1200" baseline="0" dirty="0" smtClean="0">
                <a:solidFill>
                  <a:schemeClr val="dk1"/>
                </a:solidFill>
                <a:latin typeface="+mn-lt"/>
                <a:ea typeface="+mn-ea"/>
                <a:cs typeface="+mn-cs"/>
              </a:defRPr>
            </a:lvl1pPr>
            <a:lvl2pPr marL="379413" indent="-180975" algn="l" defTabSz="609585" rtl="0" eaLnBrk="1" fontAlgn="base" hangingPunct="1">
              <a:lnSpc>
                <a:spcPct val="100000"/>
              </a:lnSpc>
              <a:spcBef>
                <a:spcPts val="0"/>
              </a:spcBef>
              <a:spcAft>
                <a:spcPts val="1200"/>
              </a:spcAft>
              <a:buClr>
                <a:schemeClr val="accent2"/>
              </a:buClr>
              <a:buFont typeface="Arial" panose="020B0604020202020204" pitchFamily="34" charset="0"/>
              <a:buChar char="•"/>
              <a:defRPr lang="da-DK" sz="1600" i="0" kern="1200" baseline="0" dirty="0" smtClean="0">
                <a:solidFill>
                  <a:schemeClr val="dk1"/>
                </a:solidFill>
                <a:latin typeface="+mn-lt"/>
                <a:ea typeface="+mn-ea"/>
                <a:cs typeface="+mn-cs"/>
              </a:defRPr>
            </a:lvl2pPr>
            <a:lvl3pPr marL="555625" indent="-165100" algn="l" defTabSz="609585" rtl="0" eaLnBrk="1" fontAlgn="base" hangingPunct="1">
              <a:lnSpc>
                <a:spcPct val="100000"/>
              </a:lnSpc>
              <a:spcBef>
                <a:spcPts val="0"/>
              </a:spcBef>
              <a:spcAft>
                <a:spcPts val="1200"/>
              </a:spcAft>
              <a:buClr>
                <a:schemeClr val="accent2"/>
              </a:buClr>
              <a:buSzPct val="100000"/>
              <a:buFont typeface="Arial" panose="020B0604020202020204" pitchFamily="34" charset="0"/>
              <a:buChar char="-"/>
              <a:tabLst/>
              <a:defRPr lang="da-DK" sz="1600" b="0" i="0" kern="1200" baseline="0" dirty="0" smtClean="0">
                <a:solidFill>
                  <a:schemeClr val="dk1"/>
                </a:solidFill>
                <a:latin typeface="+mn-lt"/>
                <a:ea typeface="+mn-ea"/>
                <a:cs typeface="+mn-cs"/>
              </a:defRPr>
            </a:lvl3pPr>
            <a:lvl4pPr marL="700088" indent="-144463" algn="l" defTabSz="609585" rtl="0" eaLnBrk="1" fontAlgn="base" hangingPunct="1">
              <a:lnSpc>
                <a:spcPct val="100000"/>
              </a:lnSpc>
              <a:spcBef>
                <a:spcPts val="0"/>
              </a:spcBef>
              <a:spcAft>
                <a:spcPts val="1200"/>
              </a:spcAft>
              <a:buClr>
                <a:schemeClr val="accent2"/>
              </a:buClr>
              <a:buSzPct val="80000"/>
              <a:buFont typeface="Arial" panose="020B0604020202020204" pitchFamily="34" charset="0"/>
              <a:buChar char="•"/>
              <a:tabLst/>
              <a:defRPr lang="da-DK" sz="1600" kern="1200" baseline="0">
                <a:solidFill>
                  <a:schemeClr val="dk1"/>
                </a:solidFill>
                <a:latin typeface="+mn-lt"/>
                <a:ea typeface="+mn-ea"/>
                <a:cs typeface="+mn-cs"/>
              </a:defRPr>
            </a:lvl4pPr>
            <a:lvl5pPr marL="706438" indent="0" algn="l" defTabSz="609585" rtl="0" eaLnBrk="1" fontAlgn="base" hangingPunct="1">
              <a:lnSpc>
                <a:spcPct val="100000"/>
              </a:lnSpc>
              <a:spcBef>
                <a:spcPts val="0"/>
              </a:spcBef>
              <a:spcAft>
                <a:spcPts val="1200"/>
              </a:spcAft>
              <a:buClr>
                <a:srgbClr val="15AAA6"/>
              </a:buClr>
              <a:buSzPct val="100000"/>
              <a:buFont typeface="Arial" panose="020B0604020202020204" pitchFamily="34" charset="0"/>
              <a:buNone/>
              <a:tabLst>
                <a:tab pos="711200" algn="l"/>
              </a:tabLst>
              <a:defRPr lang="da-DK" sz="1200" b="1" i="1" kern="1200" baseline="0" dirty="0">
                <a:solidFill>
                  <a:schemeClr val="dk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dk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dk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dk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dk1"/>
                </a:solidFill>
                <a:latin typeface="+mn-lt"/>
                <a:ea typeface="+mn-ea"/>
                <a:cs typeface="+mn-cs"/>
              </a:defRPr>
            </a:lvl9pPr>
          </a:lstStyle>
          <a:p>
            <a:pPr marL="0" indent="0" algn="ctr" defTabSz="179388">
              <a:buClr>
                <a:srgbClr val="00DEE6"/>
              </a:buClr>
              <a:buFont typeface="Arial" panose="020B0604020202020204" pitchFamily="34" charset="0"/>
              <a:buNone/>
            </a:pPr>
            <a:r>
              <a:rPr lang="en-GB" sz="1600"/>
              <a:t>Scenario </a:t>
            </a:r>
          </a:p>
        </p:txBody>
      </p:sp>
      <p:sp>
        <p:nvSpPr>
          <p:cNvPr id="20" name="Content Placeholder 16">
            <a:extLst>
              <a:ext uri="{FF2B5EF4-FFF2-40B4-BE49-F238E27FC236}">
                <a16:creationId xmlns:a16="http://schemas.microsoft.com/office/drawing/2014/main" id="{C25D9A0A-8E11-49FE-807C-B42EEF755B25}"/>
              </a:ext>
            </a:extLst>
          </p:cNvPr>
          <p:cNvSpPr txBox="1">
            <a:spLocks/>
          </p:cNvSpPr>
          <p:nvPr/>
        </p:nvSpPr>
        <p:spPr>
          <a:xfrm>
            <a:off x="1351722" y="3250441"/>
            <a:ext cx="754146" cy="487900"/>
          </a:xfrm>
          <a:prstGeom prst="rect">
            <a:avLst/>
          </a:prstGeom>
        </p:spPr>
        <p:style>
          <a:lnRef idx="2">
            <a:schemeClr val="accent1"/>
          </a:lnRef>
          <a:fillRef idx="1">
            <a:schemeClr val="lt1"/>
          </a:fillRef>
          <a:effectRef idx="0">
            <a:schemeClr val="accent1"/>
          </a:effectRef>
          <a:fontRef idx="minor">
            <a:schemeClr val="dk1"/>
          </a:fontRef>
        </p:style>
        <p:txBody>
          <a:bodyPr vert="horz" wrap="square" lIns="0" tIns="0" rIns="0" bIns="0" rtlCol="0" anchor="ctr">
            <a:noAutofit/>
          </a:bodyPr>
          <a:lstStyle>
            <a:lvl1pPr marL="190500" indent="-190500" algn="l" defTabSz="609585" rtl="0" eaLnBrk="1" fontAlgn="base" hangingPunct="1">
              <a:lnSpc>
                <a:spcPct val="100000"/>
              </a:lnSpc>
              <a:spcBef>
                <a:spcPts val="300"/>
              </a:spcBef>
              <a:spcAft>
                <a:spcPts val="1200"/>
              </a:spcAft>
              <a:buClr>
                <a:schemeClr val="accent2"/>
              </a:buClr>
              <a:buSzPct val="100000"/>
              <a:buFont typeface="Arial" panose="020B0604020202020204" pitchFamily="34" charset="0"/>
              <a:buChar char="•"/>
              <a:tabLst/>
              <a:defRPr lang="da-DK" sz="1800" kern="1200" baseline="0" dirty="0" smtClean="0">
                <a:solidFill>
                  <a:schemeClr val="dk1"/>
                </a:solidFill>
                <a:latin typeface="+mn-lt"/>
                <a:ea typeface="+mn-ea"/>
                <a:cs typeface="+mn-cs"/>
              </a:defRPr>
            </a:lvl1pPr>
            <a:lvl2pPr marL="379413" indent="-180975" algn="l" defTabSz="609585" rtl="0" eaLnBrk="1" fontAlgn="base" hangingPunct="1">
              <a:lnSpc>
                <a:spcPct val="100000"/>
              </a:lnSpc>
              <a:spcBef>
                <a:spcPts val="0"/>
              </a:spcBef>
              <a:spcAft>
                <a:spcPts val="1200"/>
              </a:spcAft>
              <a:buClr>
                <a:schemeClr val="accent2"/>
              </a:buClr>
              <a:buFont typeface="Arial" panose="020B0604020202020204" pitchFamily="34" charset="0"/>
              <a:buChar char="•"/>
              <a:defRPr lang="da-DK" sz="1600" i="0" kern="1200" baseline="0" dirty="0" smtClean="0">
                <a:solidFill>
                  <a:schemeClr val="dk1"/>
                </a:solidFill>
                <a:latin typeface="+mn-lt"/>
                <a:ea typeface="+mn-ea"/>
                <a:cs typeface="+mn-cs"/>
              </a:defRPr>
            </a:lvl2pPr>
            <a:lvl3pPr marL="555625" indent="-165100" algn="l" defTabSz="609585" rtl="0" eaLnBrk="1" fontAlgn="base" hangingPunct="1">
              <a:lnSpc>
                <a:spcPct val="100000"/>
              </a:lnSpc>
              <a:spcBef>
                <a:spcPts val="0"/>
              </a:spcBef>
              <a:spcAft>
                <a:spcPts val="1200"/>
              </a:spcAft>
              <a:buClr>
                <a:schemeClr val="accent2"/>
              </a:buClr>
              <a:buSzPct val="100000"/>
              <a:buFont typeface="Arial" panose="020B0604020202020204" pitchFamily="34" charset="0"/>
              <a:buChar char="-"/>
              <a:tabLst/>
              <a:defRPr lang="da-DK" sz="1600" b="0" i="0" kern="1200" baseline="0" dirty="0" smtClean="0">
                <a:solidFill>
                  <a:schemeClr val="dk1"/>
                </a:solidFill>
                <a:latin typeface="+mn-lt"/>
                <a:ea typeface="+mn-ea"/>
                <a:cs typeface="+mn-cs"/>
              </a:defRPr>
            </a:lvl3pPr>
            <a:lvl4pPr marL="700088" indent="-144463" algn="l" defTabSz="609585" rtl="0" eaLnBrk="1" fontAlgn="base" hangingPunct="1">
              <a:lnSpc>
                <a:spcPct val="100000"/>
              </a:lnSpc>
              <a:spcBef>
                <a:spcPts val="0"/>
              </a:spcBef>
              <a:spcAft>
                <a:spcPts val="1200"/>
              </a:spcAft>
              <a:buClr>
                <a:schemeClr val="accent2"/>
              </a:buClr>
              <a:buSzPct val="80000"/>
              <a:buFont typeface="Arial" panose="020B0604020202020204" pitchFamily="34" charset="0"/>
              <a:buChar char="•"/>
              <a:tabLst/>
              <a:defRPr lang="da-DK" sz="1600" kern="1200" baseline="0">
                <a:solidFill>
                  <a:schemeClr val="dk1"/>
                </a:solidFill>
                <a:latin typeface="+mn-lt"/>
                <a:ea typeface="+mn-ea"/>
                <a:cs typeface="+mn-cs"/>
              </a:defRPr>
            </a:lvl4pPr>
            <a:lvl5pPr marL="706438" indent="0" algn="l" defTabSz="609585" rtl="0" eaLnBrk="1" fontAlgn="base" hangingPunct="1">
              <a:lnSpc>
                <a:spcPct val="100000"/>
              </a:lnSpc>
              <a:spcBef>
                <a:spcPts val="0"/>
              </a:spcBef>
              <a:spcAft>
                <a:spcPts val="1200"/>
              </a:spcAft>
              <a:buClr>
                <a:srgbClr val="15AAA6"/>
              </a:buClr>
              <a:buSzPct val="100000"/>
              <a:buFont typeface="Arial" panose="020B0604020202020204" pitchFamily="34" charset="0"/>
              <a:buNone/>
              <a:tabLst>
                <a:tab pos="711200" algn="l"/>
              </a:tabLst>
              <a:defRPr lang="da-DK" sz="1200" b="1" i="1" kern="1200" baseline="0" dirty="0">
                <a:solidFill>
                  <a:schemeClr val="dk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dk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dk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dk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dk1"/>
                </a:solidFill>
                <a:latin typeface="+mn-lt"/>
                <a:ea typeface="+mn-ea"/>
                <a:cs typeface="+mn-cs"/>
              </a:defRPr>
            </a:lvl9pPr>
          </a:lstStyle>
          <a:p>
            <a:pPr marL="0" indent="0" algn="ctr" defTabSz="179388">
              <a:buClr>
                <a:srgbClr val="00DEE6"/>
              </a:buClr>
              <a:buFont typeface="Arial" panose="020B0604020202020204" pitchFamily="34" charset="0"/>
              <a:buNone/>
            </a:pPr>
            <a:r>
              <a:rPr lang="en-GB" sz="1600"/>
              <a:t>Step  </a:t>
            </a:r>
          </a:p>
        </p:txBody>
      </p:sp>
      <p:sp>
        <p:nvSpPr>
          <p:cNvPr id="21" name="Content Placeholder 16">
            <a:extLst>
              <a:ext uri="{FF2B5EF4-FFF2-40B4-BE49-F238E27FC236}">
                <a16:creationId xmlns:a16="http://schemas.microsoft.com/office/drawing/2014/main" id="{CAC4CE16-5EE3-48C8-A12C-C6104E1F6FA9}"/>
              </a:ext>
            </a:extLst>
          </p:cNvPr>
          <p:cNvSpPr txBox="1">
            <a:spLocks/>
          </p:cNvSpPr>
          <p:nvPr/>
        </p:nvSpPr>
        <p:spPr>
          <a:xfrm>
            <a:off x="2330538" y="3250441"/>
            <a:ext cx="754146" cy="487900"/>
          </a:xfrm>
          <a:prstGeom prst="rect">
            <a:avLst/>
          </a:prstGeom>
        </p:spPr>
        <p:style>
          <a:lnRef idx="2">
            <a:schemeClr val="accent1"/>
          </a:lnRef>
          <a:fillRef idx="1">
            <a:schemeClr val="lt1"/>
          </a:fillRef>
          <a:effectRef idx="0">
            <a:schemeClr val="accent1"/>
          </a:effectRef>
          <a:fontRef idx="minor">
            <a:schemeClr val="dk1"/>
          </a:fontRef>
        </p:style>
        <p:txBody>
          <a:bodyPr vert="horz" wrap="square" lIns="0" tIns="0" rIns="0" bIns="0" rtlCol="0" anchor="ctr">
            <a:noAutofit/>
          </a:bodyPr>
          <a:lstStyle>
            <a:lvl1pPr marL="190500" indent="-190500" algn="l" defTabSz="609585" rtl="0" eaLnBrk="1" fontAlgn="base" hangingPunct="1">
              <a:lnSpc>
                <a:spcPct val="100000"/>
              </a:lnSpc>
              <a:spcBef>
                <a:spcPts val="300"/>
              </a:spcBef>
              <a:spcAft>
                <a:spcPts val="1200"/>
              </a:spcAft>
              <a:buClr>
                <a:schemeClr val="accent2"/>
              </a:buClr>
              <a:buSzPct val="100000"/>
              <a:buFont typeface="Arial" panose="020B0604020202020204" pitchFamily="34" charset="0"/>
              <a:buChar char="•"/>
              <a:tabLst/>
              <a:defRPr lang="da-DK" sz="1800" kern="1200" baseline="0" dirty="0" smtClean="0">
                <a:solidFill>
                  <a:schemeClr val="dk1"/>
                </a:solidFill>
                <a:latin typeface="+mn-lt"/>
                <a:ea typeface="+mn-ea"/>
                <a:cs typeface="+mn-cs"/>
              </a:defRPr>
            </a:lvl1pPr>
            <a:lvl2pPr marL="379413" indent="-180975" algn="l" defTabSz="609585" rtl="0" eaLnBrk="1" fontAlgn="base" hangingPunct="1">
              <a:lnSpc>
                <a:spcPct val="100000"/>
              </a:lnSpc>
              <a:spcBef>
                <a:spcPts val="0"/>
              </a:spcBef>
              <a:spcAft>
                <a:spcPts val="1200"/>
              </a:spcAft>
              <a:buClr>
                <a:schemeClr val="accent2"/>
              </a:buClr>
              <a:buFont typeface="Arial" panose="020B0604020202020204" pitchFamily="34" charset="0"/>
              <a:buChar char="•"/>
              <a:defRPr lang="da-DK" sz="1600" i="0" kern="1200" baseline="0" dirty="0" smtClean="0">
                <a:solidFill>
                  <a:schemeClr val="dk1"/>
                </a:solidFill>
                <a:latin typeface="+mn-lt"/>
                <a:ea typeface="+mn-ea"/>
                <a:cs typeface="+mn-cs"/>
              </a:defRPr>
            </a:lvl2pPr>
            <a:lvl3pPr marL="555625" indent="-165100" algn="l" defTabSz="609585" rtl="0" eaLnBrk="1" fontAlgn="base" hangingPunct="1">
              <a:lnSpc>
                <a:spcPct val="100000"/>
              </a:lnSpc>
              <a:spcBef>
                <a:spcPts val="0"/>
              </a:spcBef>
              <a:spcAft>
                <a:spcPts val="1200"/>
              </a:spcAft>
              <a:buClr>
                <a:schemeClr val="accent2"/>
              </a:buClr>
              <a:buSzPct val="100000"/>
              <a:buFont typeface="Arial" panose="020B0604020202020204" pitchFamily="34" charset="0"/>
              <a:buChar char="-"/>
              <a:tabLst/>
              <a:defRPr lang="da-DK" sz="1600" b="0" i="0" kern="1200" baseline="0" dirty="0" smtClean="0">
                <a:solidFill>
                  <a:schemeClr val="dk1"/>
                </a:solidFill>
                <a:latin typeface="+mn-lt"/>
                <a:ea typeface="+mn-ea"/>
                <a:cs typeface="+mn-cs"/>
              </a:defRPr>
            </a:lvl3pPr>
            <a:lvl4pPr marL="700088" indent="-144463" algn="l" defTabSz="609585" rtl="0" eaLnBrk="1" fontAlgn="base" hangingPunct="1">
              <a:lnSpc>
                <a:spcPct val="100000"/>
              </a:lnSpc>
              <a:spcBef>
                <a:spcPts val="0"/>
              </a:spcBef>
              <a:spcAft>
                <a:spcPts val="1200"/>
              </a:spcAft>
              <a:buClr>
                <a:schemeClr val="accent2"/>
              </a:buClr>
              <a:buSzPct val="80000"/>
              <a:buFont typeface="Arial" panose="020B0604020202020204" pitchFamily="34" charset="0"/>
              <a:buChar char="•"/>
              <a:tabLst/>
              <a:defRPr lang="da-DK" sz="1600" kern="1200" baseline="0">
                <a:solidFill>
                  <a:schemeClr val="dk1"/>
                </a:solidFill>
                <a:latin typeface="+mn-lt"/>
                <a:ea typeface="+mn-ea"/>
                <a:cs typeface="+mn-cs"/>
              </a:defRPr>
            </a:lvl4pPr>
            <a:lvl5pPr marL="706438" indent="0" algn="l" defTabSz="609585" rtl="0" eaLnBrk="1" fontAlgn="base" hangingPunct="1">
              <a:lnSpc>
                <a:spcPct val="100000"/>
              </a:lnSpc>
              <a:spcBef>
                <a:spcPts val="0"/>
              </a:spcBef>
              <a:spcAft>
                <a:spcPts val="1200"/>
              </a:spcAft>
              <a:buClr>
                <a:srgbClr val="15AAA6"/>
              </a:buClr>
              <a:buSzPct val="100000"/>
              <a:buFont typeface="Arial" panose="020B0604020202020204" pitchFamily="34" charset="0"/>
              <a:buNone/>
              <a:tabLst>
                <a:tab pos="711200" algn="l"/>
              </a:tabLst>
              <a:defRPr lang="da-DK" sz="1200" b="1" i="1" kern="1200" baseline="0" dirty="0">
                <a:solidFill>
                  <a:schemeClr val="dk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dk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dk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dk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dk1"/>
                </a:solidFill>
                <a:latin typeface="+mn-lt"/>
                <a:ea typeface="+mn-ea"/>
                <a:cs typeface="+mn-cs"/>
              </a:defRPr>
            </a:lvl9pPr>
          </a:lstStyle>
          <a:p>
            <a:pPr marL="0" indent="0" algn="ctr" defTabSz="179388">
              <a:buClr>
                <a:srgbClr val="00DEE6"/>
              </a:buClr>
              <a:buFont typeface="Arial" panose="020B0604020202020204" pitchFamily="34" charset="0"/>
              <a:buNone/>
            </a:pPr>
            <a:r>
              <a:rPr lang="en-GB" sz="1600"/>
              <a:t>Step  </a:t>
            </a:r>
          </a:p>
        </p:txBody>
      </p:sp>
      <p:sp>
        <p:nvSpPr>
          <p:cNvPr id="22" name="Content Placeholder 16">
            <a:extLst>
              <a:ext uri="{FF2B5EF4-FFF2-40B4-BE49-F238E27FC236}">
                <a16:creationId xmlns:a16="http://schemas.microsoft.com/office/drawing/2014/main" id="{307D1910-7DF0-4BD1-A43F-7DAEBBB44BD1}"/>
              </a:ext>
            </a:extLst>
          </p:cNvPr>
          <p:cNvSpPr txBox="1">
            <a:spLocks/>
          </p:cNvSpPr>
          <p:nvPr/>
        </p:nvSpPr>
        <p:spPr>
          <a:xfrm>
            <a:off x="3309354" y="3250441"/>
            <a:ext cx="754146" cy="487900"/>
          </a:xfrm>
          <a:prstGeom prst="rect">
            <a:avLst/>
          </a:prstGeom>
        </p:spPr>
        <p:style>
          <a:lnRef idx="2">
            <a:schemeClr val="accent1"/>
          </a:lnRef>
          <a:fillRef idx="1">
            <a:schemeClr val="lt1"/>
          </a:fillRef>
          <a:effectRef idx="0">
            <a:schemeClr val="accent1"/>
          </a:effectRef>
          <a:fontRef idx="minor">
            <a:schemeClr val="dk1"/>
          </a:fontRef>
        </p:style>
        <p:txBody>
          <a:bodyPr vert="horz" wrap="square" lIns="0" tIns="0" rIns="0" bIns="0" rtlCol="0" anchor="ctr">
            <a:noAutofit/>
          </a:bodyPr>
          <a:lstStyle>
            <a:lvl1pPr marL="190500" indent="-190500" algn="l" defTabSz="609585" rtl="0" eaLnBrk="1" fontAlgn="base" hangingPunct="1">
              <a:lnSpc>
                <a:spcPct val="100000"/>
              </a:lnSpc>
              <a:spcBef>
                <a:spcPts val="300"/>
              </a:spcBef>
              <a:spcAft>
                <a:spcPts val="1200"/>
              </a:spcAft>
              <a:buClr>
                <a:schemeClr val="accent2"/>
              </a:buClr>
              <a:buSzPct val="100000"/>
              <a:buFont typeface="Arial" panose="020B0604020202020204" pitchFamily="34" charset="0"/>
              <a:buChar char="•"/>
              <a:tabLst/>
              <a:defRPr lang="da-DK" sz="1800" kern="1200" baseline="0" dirty="0" smtClean="0">
                <a:solidFill>
                  <a:schemeClr val="dk1"/>
                </a:solidFill>
                <a:latin typeface="+mn-lt"/>
                <a:ea typeface="+mn-ea"/>
                <a:cs typeface="+mn-cs"/>
              </a:defRPr>
            </a:lvl1pPr>
            <a:lvl2pPr marL="379413" indent="-180975" algn="l" defTabSz="609585" rtl="0" eaLnBrk="1" fontAlgn="base" hangingPunct="1">
              <a:lnSpc>
                <a:spcPct val="100000"/>
              </a:lnSpc>
              <a:spcBef>
                <a:spcPts val="0"/>
              </a:spcBef>
              <a:spcAft>
                <a:spcPts val="1200"/>
              </a:spcAft>
              <a:buClr>
                <a:schemeClr val="accent2"/>
              </a:buClr>
              <a:buFont typeface="Arial" panose="020B0604020202020204" pitchFamily="34" charset="0"/>
              <a:buChar char="•"/>
              <a:defRPr lang="da-DK" sz="1600" i="0" kern="1200" baseline="0" dirty="0" smtClean="0">
                <a:solidFill>
                  <a:schemeClr val="dk1"/>
                </a:solidFill>
                <a:latin typeface="+mn-lt"/>
                <a:ea typeface="+mn-ea"/>
                <a:cs typeface="+mn-cs"/>
              </a:defRPr>
            </a:lvl2pPr>
            <a:lvl3pPr marL="555625" indent="-165100" algn="l" defTabSz="609585" rtl="0" eaLnBrk="1" fontAlgn="base" hangingPunct="1">
              <a:lnSpc>
                <a:spcPct val="100000"/>
              </a:lnSpc>
              <a:spcBef>
                <a:spcPts val="0"/>
              </a:spcBef>
              <a:spcAft>
                <a:spcPts val="1200"/>
              </a:spcAft>
              <a:buClr>
                <a:schemeClr val="accent2"/>
              </a:buClr>
              <a:buSzPct val="100000"/>
              <a:buFont typeface="Arial" panose="020B0604020202020204" pitchFamily="34" charset="0"/>
              <a:buChar char="-"/>
              <a:tabLst/>
              <a:defRPr lang="da-DK" sz="1600" b="0" i="0" kern="1200" baseline="0" dirty="0" smtClean="0">
                <a:solidFill>
                  <a:schemeClr val="dk1"/>
                </a:solidFill>
                <a:latin typeface="+mn-lt"/>
                <a:ea typeface="+mn-ea"/>
                <a:cs typeface="+mn-cs"/>
              </a:defRPr>
            </a:lvl3pPr>
            <a:lvl4pPr marL="700088" indent="-144463" algn="l" defTabSz="609585" rtl="0" eaLnBrk="1" fontAlgn="base" hangingPunct="1">
              <a:lnSpc>
                <a:spcPct val="100000"/>
              </a:lnSpc>
              <a:spcBef>
                <a:spcPts val="0"/>
              </a:spcBef>
              <a:spcAft>
                <a:spcPts val="1200"/>
              </a:spcAft>
              <a:buClr>
                <a:schemeClr val="accent2"/>
              </a:buClr>
              <a:buSzPct val="80000"/>
              <a:buFont typeface="Arial" panose="020B0604020202020204" pitchFamily="34" charset="0"/>
              <a:buChar char="•"/>
              <a:tabLst/>
              <a:defRPr lang="da-DK" sz="1600" kern="1200" baseline="0">
                <a:solidFill>
                  <a:schemeClr val="dk1"/>
                </a:solidFill>
                <a:latin typeface="+mn-lt"/>
                <a:ea typeface="+mn-ea"/>
                <a:cs typeface="+mn-cs"/>
              </a:defRPr>
            </a:lvl4pPr>
            <a:lvl5pPr marL="706438" indent="0" algn="l" defTabSz="609585" rtl="0" eaLnBrk="1" fontAlgn="base" hangingPunct="1">
              <a:lnSpc>
                <a:spcPct val="100000"/>
              </a:lnSpc>
              <a:spcBef>
                <a:spcPts val="0"/>
              </a:spcBef>
              <a:spcAft>
                <a:spcPts val="1200"/>
              </a:spcAft>
              <a:buClr>
                <a:srgbClr val="15AAA6"/>
              </a:buClr>
              <a:buSzPct val="100000"/>
              <a:buFont typeface="Arial" panose="020B0604020202020204" pitchFamily="34" charset="0"/>
              <a:buNone/>
              <a:tabLst>
                <a:tab pos="711200" algn="l"/>
              </a:tabLst>
              <a:defRPr lang="da-DK" sz="1200" b="1" i="1" kern="1200" baseline="0" dirty="0">
                <a:solidFill>
                  <a:schemeClr val="dk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dk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dk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dk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dk1"/>
                </a:solidFill>
                <a:latin typeface="+mn-lt"/>
                <a:ea typeface="+mn-ea"/>
                <a:cs typeface="+mn-cs"/>
              </a:defRPr>
            </a:lvl9pPr>
          </a:lstStyle>
          <a:p>
            <a:pPr marL="0" indent="0" algn="ctr" defTabSz="179388">
              <a:buClr>
                <a:srgbClr val="00DEE6"/>
              </a:buClr>
              <a:buFont typeface="Arial" panose="020B0604020202020204" pitchFamily="34" charset="0"/>
              <a:buNone/>
            </a:pPr>
            <a:r>
              <a:rPr lang="en-GB" sz="1600"/>
              <a:t>Step  </a:t>
            </a:r>
          </a:p>
        </p:txBody>
      </p:sp>
      <p:sp>
        <p:nvSpPr>
          <p:cNvPr id="23" name="TextBox 22">
            <a:extLst>
              <a:ext uri="{FF2B5EF4-FFF2-40B4-BE49-F238E27FC236}">
                <a16:creationId xmlns:a16="http://schemas.microsoft.com/office/drawing/2014/main" id="{C6E7DA28-2470-4F8D-A307-9A1A7C7DEBC7}"/>
              </a:ext>
            </a:extLst>
          </p:cNvPr>
          <p:cNvSpPr txBox="1"/>
          <p:nvPr/>
        </p:nvSpPr>
        <p:spPr>
          <a:xfrm rot="16200000">
            <a:off x="-1066540" y="3529548"/>
            <a:ext cx="3874417" cy="443059"/>
          </a:xfrm>
          <a:prstGeom prst="rect">
            <a:avLst/>
          </a:prstGeom>
          <a:solidFill>
            <a:schemeClr val="accent1">
              <a:lumMod val="20000"/>
              <a:lumOff val="80000"/>
            </a:schemeClr>
          </a:solidFill>
        </p:spPr>
        <p:style>
          <a:lnRef idx="2">
            <a:schemeClr val="accent4"/>
          </a:lnRef>
          <a:fillRef idx="1">
            <a:schemeClr val="lt1"/>
          </a:fillRef>
          <a:effectRef idx="0">
            <a:schemeClr val="accent4"/>
          </a:effectRef>
          <a:fontRef idx="minor">
            <a:schemeClr val="dk1"/>
          </a:fontRef>
        </p:style>
        <p:txBody>
          <a:bodyPr wrap="square" lIns="0" tIns="0" rIns="0" bIns="0" rtlCol="0" anchor="ctr">
            <a:noAutofit/>
          </a:bodyPr>
          <a:lstStyle/>
          <a:p>
            <a:pPr marL="0" indent="0" algn="ctr" defTabSz="179388">
              <a:buClr>
                <a:srgbClr val="00DEE6"/>
              </a:buClr>
              <a:buFont typeface="Arial" panose="020B0604020202020204" pitchFamily="34" charset="0"/>
              <a:buNone/>
            </a:pPr>
            <a:r>
              <a:rPr lang="en-GB" sz="1600">
                <a:latin typeface="+mn-lt"/>
              </a:rPr>
              <a:t>Visual Studio</a:t>
            </a:r>
          </a:p>
        </p:txBody>
      </p:sp>
      <p:sp>
        <p:nvSpPr>
          <p:cNvPr id="24" name="Content Placeholder 16">
            <a:extLst>
              <a:ext uri="{FF2B5EF4-FFF2-40B4-BE49-F238E27FC236}">
                <a16:creationId xmlns:a16="http://schemas.microsoft.com/office/drawing/2014/main" id="{40B1EC74-88D2-4E42-B331-CA9362FEBD2A}"/>
              </a:ext>
            </a:extLst>
          </p:cNvPr>
          <p:cNvSpPr txBox="1">
            <a:spLocks/>
          </p:cNvSpPr>
          <p:nvPr/>
        </p:nvSpPr>
        <p:spPr>
          <a:xfrm>
            <a:off x="1351722" y="4162483"/>
            <a:ext cx="754146" cy="487900"/>
          </a:xfrm>
          <a:prstGeom prst="rect">
            <a:avLst/>
          </a:prstGeom>
        </p:spPr>
        <p:style>
          <a:lnRef idx="2">
            <a:schemeClr val="accent2"/>
          </a:lnRef>
          <a:fillRef idx="1">
            <a:schemeClr val="lt1"/>
          </a:fillRef>
          <a:effectRef idx="0">
            <a:schemeClr val="accent2"/>
          </a:effectRef>
          <a:fontRef idx="minor">
            <a:schemeClr val="dk1"/>
          </a:fontRef>
        </p:style>
        <p:txBody>
          <a:bodyPr vert="horz" wrap="square" lIns="0" tIns="0" rIns="0" bIns="0" rtlCol="0" anchor="ctr">
            <a:noAutofit/>
          </a:bodyPr>
          <a:lstStyle>
            <a:lvl1pPr marL="190500" indent="-190500" algn="l" defTabSz="609585" rtl="0" eaLnBrk="1" fontAlgn="base" hangingPunct="1">
              <a:lnSpc>
                <a:spcPct val="100000"/>
              </a:lnSpc>
              <a:spcBef>
                <a:spcPts val="300"/>
              </a:spcBef>
              <a:spcAft>
                <a:spcPts val="1200"/>
              </a:spcAft>
              <a:buClr>
                <a:schemeClr val="accent2"/>
              </a:buClr>
              <a:buSzPct val="100000"/>
              <a:buFont typeface="Arial" panose="020B0604020202020204" pitchFamily="34" charset="0"/>
              <a:buChar char="•"/>
              <a:tabLst/>
              <a:defRPr lang="da-DK" sz="1800" kern="1200" baseline="0" dirty="0" smtClean="0">
                <a:solidFill>
                  <a:schemeClr val="dk1"/>
                </a:solidFill>
                <a:latin typeface="+mn-lt"/>
                <a:ea typeface="+mn-ea"/>
                <a:cs typeface="+mn-cs"/>
              </a:defRPr>
            </a:lvl1pPr>
            <a:lvl2pPr marL="379413" indent="-180975" algn="l" defTabSz="609585" rtl="0" eaLnBrk="1" fontAlgn="base" hangingPunct="1">
              <a:lnSpc>
                <a:spcPct val="100000"/>
              </a:lnSpc>
              <a:spcBef>
                <a:spcPts val="0"/>
              </a:spcBef>
              <a:spcAft>
                <a:spcPts val="1200"/>
              </a:spcAft>
              <a:buClr>
                <a:schemeClr val="accent2"/>
              </a:buClr>
              <a:buFont typeface="Arial" panose="020B0604020202020204" pitchFamily="34" charset="0"/>
              <a:buChar char="•"/>
              <a:defRPr lang="da-DK" sz="1600" i="0" kern="1200" baseline="0" dirty="0" smtClean="0">
                <a:solidFill>
                  <a:schemeClr val="dk1"/>
                </a:solidFill>
                <a:latin typeface="+mn-lt"/>
                <a:ea typeface="+mn-ea"/>
                <a:cs typeface="+mn-cs"/>
              </a:defRPr>
            </a:lvl2pPr>
            <a:lvl3pPr marL="555625" indent="-165100" algn="l" defTabSz="609585" rtl="0" eaLnBrk="1" fontAlgn="base" hangingPunct="1">
              <a:lnSpc>
                <a:spcPct val="100000"/>
              </a:lnSpc>
              <a:spcBef>
                <a:spcPts val="0"/>
              </a:spcBef>
              <a:spcAft>
                <a:spcPts val="1200"/>
              </a:spcAft>
              <a:buClr>
                <a:schemeClr val="accent2"/>
              </a:buClr>
              <a:buSzPct val="100000"/>
              <a:buFont typeface="Arial" panose="020B0604020202020204" pitchFamily="34" charset="0"/>
              <a:buChar char="-"/>
              <a:tabLst/>
              <a:defRPr lang="da-DK" sz="1600" b="0" i="0" kern="1200" baseline="0" dirty="0" smtClean="0">
                <a:solidFill>
                  <a:schemeClr val="dk1"/>
                </a:solidFill>
                <a:latin typeface="+mn-lt"/>
                <a:ea typeface="+mn-ea"/>
                <a:cs typeface="+mn-cs"/>
              </a:defRPr>
            </a:lvl3pPr>
            <a:lvl4pPr marL="700088" indent="-144463" algn="l" defTabSz="609585" rtl="0" eaLnBrk="1" fontAlgn="base" hangingPunct="1">
              <a:lnSpc>
                <a:spcPct val="100000"/>
              </a:lnSpc>
              <a:spcBef>
                <a:spcPts val="0"/>
              </a:spcBef>
              <a:spcAft>
                <a:spcPts val="1200"/>
              </a:spcAft>
              <a:buClr>
                <a:schemeClr val="accent2"/>
              </a:buClr>
              <a:buSzPct val="80000"/>
              <a:buFont typeface="Arial" panose="020B0604020202020204" pitchFamily="34" charset="0"/>
              <a:buChar char="•"/>
              <a:tabLst/>
              <a:defRPr lang="da-DK" sz="1600" kern="1200" baseline="0">
                <a:solidFill>
                  <a:schemeClr val="dk1"/>
                </a:solidFill>
                <a:latin typeface="+mn-lt"/>
                <a:ea typeface="+mn-ea"/>
                <a:cs typeface="+mn-cs"/>
              </a:defRPr>
            </a:lvl4pPr>
            <a:lvl5pPr marL="706438" indent="0" algn="l" defTabSz="609585" rtl="0" eaLnBrk="1" fontAlgn="base" hangingPunct="1">
              <a:lnSpc>
                <a:spcPct val="100000"/>
              </a:lnSpc>
              <a:spcBef>
                <a:spcPts val="0"/>
              </a:spcBef>
              <a:spcAft>
                <a:spcPts val="1200"/>
              </a:spcAft>
              <a:buClr>
                <a:srgbClr val="15AAA6"/>
              </a:buClr>
              <a:buSzPct val="100000"/>
              <a:buFont typeface="Arial" panose="020B0604020202020204" pitchFamily="34" charset="0"/>
              <a:buNone/>
              <a:tabLst>
                <a:tab pos="711200" algn="l"/>
              </a:tabLst>
              <a:defRPr lang="da-DK" sz="1200" b="1" i="1" kern="1200" baseline="0" dirty="0">
                <a:solidFill>
                  <a:schemeClr val="dk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dk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dk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dk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dk1"/>
                </a:solidFill>
                <a:latin typeface="+mn-lt"/>
                <a:ea typeface="+mn-ea"/>
                <a:cs typeface="+mn-cs"/>
              </a:defRPr>
            </a:lvl9pPr>
          </a:lstStyle>
          <a:p>
            <a:pPr marL="0" indent="0" algn="ctr" defTabSz="179388">
              <a:buClr>
                <a:srgbClr val="00DEE6"/>
              </a:buClr>
              <a:buFont typeface="Arial" panose="020B0604020202020204" pitchFamily="34" charset="0"/>
              <a:buNone/>
            </a:pPr>
            <a:r>
              <a:rPr lang="en-GB" sz="1600"/>
              <a:t>Test code  </a:t>
            </a:r>
          </a:p>
        </p:txBody>
      </p:sp>
      <p:sp>
        <p:nvSpPr>
          <p:cNvPr id="25" name="Content Placeholder 16">
            <a:extLst>
              <a:ext uri="{FF2B5EF4-FFF2-40B4-BE49-F238E27FC236}">
                <a16:creationId xmlns:a16="http://schemas.microsoft.com/office/drawing/2014/main" id="{C59ABC12-11AC-46DC-9EA1-E07BE0A60E8F}"/>
              </a:ext>
            </a:extLst>
          </p:cNvPr>
          <p:cNvSpPr txBox="1">
            <a:spLocks/>
          </p:cNvSpPr>
          <p:nvPr/>
        </p:nvSpPr>
        <p:spPr>
          <a:xfrm>
            <a:off x="2330538" y="4162483"/>
            <a:ext cx="754146" cy="487900"/>
          </a:xfrm>
          <a:prstGeom prst="rect">
            <a:avLst/>
          </a:prstGeom>
        </p:spPr>
        <p:style>
          <a:lnRef idx="2">
            <a:schemeClr val="accent2"/>
          </a:lnRef>
          <a:fillRef idx="1">
            <a:schemeClr val="lt1"/>
          </a:fillRef>
          <a:effectRef idx="0">
            <a:schemeClr val="accent2"/>
          </a:effectRef>
          <a:fontRef idx="minor">
            <a:schemeClr val="dk1"/>
          </a:fontRef>
        </p:style>
        <p:txBody>
          <a:bodyPr vert="horz" wrap="square" lIns="0" tIns="0" rIns="0" bIns="0" rtlCol="0" anchor="ctr">
            <a:noAutofit/>
          </a:bodyPr>
          <a:lstStyle>
            <a:lvl1pPr marL="190500" indent="-190500" algn="l" defTabSz="609585" rtl="0" eaLnBrk="1" fontAlgn="base" hangingPunct="1">
              <a:lnSpc>
                <a:spcPct val="100000"/>
              </a:lnSpc>
              <a:spcBef>
                <a:spcPts val="300"/>
              </a:spcBef>
              <a:spcAft>
                <a:spcPts val="1200"/>
              </a:spcAft>
              <a:buClr>
                <a:schemeClr val="accent2"/>
              </a:buClr>
              <a:buSzPct val="100000"/>
              <a:buFont typeface="Arial" panose="020B0604020202020204" pitchFamily="34" charset="0"/>
              <a:buChar char="•"/>
              <a:tabLst/>
              <a:defRPr lang="da-DK" sz="1800" kern="1200" baseline="0" dirty="0" smtClean="0">
                <a:solidFill>
                  <a:schemeClr val="dk1"/>
                </a:solidFill>
                <a:latin typeface="+mn-lt"/>
                <a:ea typeface="+mn-ea"/>
                <a:cs typeface="+mn-cs"/>
              </a:defRPr>
            </a:lvl1pPr>
            <a:lvl2pPr marL="379413" indent="-180975" algn="l" defTabSz="609585" rtl="0" eaLnBrk="1" fontAlgn="base" hangingPunct="1">
              <a:lnSpc>
                <a:spcPct val="100000"/>
              </a:lnSpc>
              <a:spcBef>
                <a:spcPts val="0"/>
              </a:spcBef>
              <a:spcAft>
                <a:spcPts val="1200"/>
              </a:spcAft>
              <a:buClr>
                <a:schemeClr val="accent2"/>
              </a:buClr>
              <a:buFont typeface="Arial" panose="020B0604020202020204" pitchFamily="34" charset="0"/>
              <a:buChar char="•"/>
              <a:defRPr lang="da-DK" sz="1600" i="0" kern="1200" baseline="0" dirty="0" smtClean="0">
                <a:solidFill>
                  <a:schemeClr val="dk1"/>
                </a:solidFill>
                <a:latin typeface="+mn-lt"/>
                <a:ea typeface="+mn-ea"/>
                <a:cs typeface="+mn-cs"/>
              </a:defRPr>
            </a:lvl2pPr>
            <a:lvl3pPr marL="555625" indent="-165100" algn="l" defTabSz="609585" rtl="0" eaLnBrk="1" fontAlgn="base" hangingPunct="1">
              <a:lnSpc>
                <a:spcPct val="100000"/>
              </a:lnSpc>
              <a:spcBef>
                <a:spcPts val="0"/>
              </a:spcBef>
              <a:spcAft>
                <a:spcPts val="1200"/>
              </a:spcAft>
              <a:buClr>
                <a:schemeClr val="accent2"/>
              </a:buClr>
              <a:buSzPct val="100000"/>
              <a:buFont typeface="Arial" panose="020B0604020202020204" pitchFamily="34" charset="0"/>
              <a:buChar char="-"/>
              <a:tabLst/>
              <a:defRPr lang="da-DK" sz="1600" b="0" i="0" kern="1200" baseline="0" dirty="0" smtClean="0">
                <a:solidFill>
                  <a:schemeClr val="dk1"/>
                </a:solidFill>
                <a:latin typeface="+mn-lt"/>
                <a:ea typeface="+mn-ea"/>
                <a:cs typeface="+mn-cs"/>
              </a:defRPr>
            </a:lvl3pPr>
            <a:lvl4pPr marL="700088" indent="-144463" algn="l" defTabSz="609585" rtl="0" eaLnBrk="1" fontAlgn="base" hangingPunct="1">
              <a:lnSpc>
                <a:spcPct val="100000"/>
              </a:lnSpc>
              <a:spcBef>
                <a:spcPts val="0"/>
              </a:spcBef>
              <a:spcAft>
                <a:spcPts val="1200"/>
              </a:spcAft>
              <a:buClr>
                <a:schemeClr val="accent2"/>
              </a:buClr>
              <a:buSzPct val="80000"/>
              <a:buFont typeface="Arial" panose="020B0604020202020204" pitchFamily="34" charset="0"/>
              <a:buChar char="•"/>
              <a:tabLst/>
              <a:defRPr lang="da-DK" sz="1600" kern="1200" baseline="0">
                <a:solidFill>
                  <a:schemeClr val="dk1"/>
                </a:solidFill>
                <a:latin typeface="+mn-lt"/>
                <a:ea typeface="+mn-ea"/>
                <a:cs typeface="+mn-cs"/>
              </a:defRPr>
            </a:lvl4pPr>
            <a:lvl5pPr marL="706438" indent="0" algn="l" defTabSz="609585" rtl="0" eaLnBrk="1" fontAlgn="base" hangingPunct="1">
              <a:lnSpc>
                <a:spcPct val="100000"/>
              </a:lnSpc>
              <a:spcBef>
                <a:spcPts val="0"/>
              </a:spcBef>
              <a:spcAft>
                <a:spcPts val="1200"/>
              </a:spcAft>
              <a:buClr>
                <a:srgbClr val="15AAA6"/>
              </a:buClr>
              <a:buSzPct val="100000"/>
              <a:buFont typeface="Arial" panose="020B0604020202020204" pitchFamily="34" charset="0"/>
              <a:buNone/>
              <a:tabLst>
                <a:tab pos="711200" algn="l"/>
              </a:tabLst>
              <a:defRPr lang="da-DK" sz="1200" b="1" i="1" kern="1200" baseline="0" dirty="0">
                <a:solidFill>
                  <a:schemeClr val="dk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dk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dk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dk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dk1"/>
                </a:solidFill>
                <a:latin typeface="+mn-lt"/>
                <a:ea typeface="+mn-ea"/>
                <a:cs typeface="+mn-cs"/>
              </a:defRPr>
            </a:lvl9pPr>
          </a:lstStyle>
          <a:p>
            <a:pPr marL="0" indent="0" algn="ctr" defTabSz="179388">
              <a:buClr>
                <a:srgbClr val="00DEE6"/>
              </a:buClr>
              <a:buFont typeface="Arial" panose="020B0604020202020204" pitchFamily="34" charset="0"/>
              <a:buNone/>
            </a:pPr>
            <a:r>
              <a:rPr lang="en-GB" sz="1600"/>
              <a:t>Test code  </a:t>
            </a:r>
          </a:p>
        </p:txBody>
      </p:sp>
      <p:sp>
        <p:nvSpPr>
          <p:cNvPr id="26" name="Content Placeholder 16">
            <a:extLst>
              <a:ext uri="{FF2B5EF4-FFF2-40B4-BE49-F238E27FC236}">
                <a16:creationId xmlns:a16="http://schemas.microsoft.com/office/drawing/2014/main" id="{ECECC312-7F89-440C-9DFB-742DEEC5D24C}"/>
              </a:ext>
            </a:extLst>
          </p:cNvPr>
          <p:cNvSpPr txBox="1">
            <a:spLocks/>
          </p:cNvSpPr>
          <p:nvPr/>
        </p:nvSpPr>
        <p:spPr>
          <a:xfrm>
            <a:off x="3309354" y="4162483"/>
            <a:ext cx="754146" cy="487900"/>
          </a:xfrm>
          <a:prstGeom prst="rect">
            <a:avLst/>
          </a:prstGeom>
        </p:spPr>
        <p:style>
          <a:lnRef idx="2">
            <a:schemeClr val="accent2"/>
          </a:lnRef>
          <a:fillRef idx="1">
            <a:schemeClr val="lt1"/>
          </a:fillRef>
          <a:effectRef idx="0">
            <a:schemeClr val="accent2"/>
          </a:effectRef>
          <a:fontRef idx="minor">
            <a:schemeClr val="dk1"/>
          </a:fontRef>
        </p:style>
        <p:txBody>
          <a:bodyPr vert="horz" wrap="square" lIns="0" tIns="0" rIns="0" bIns="0" rtlCol="0" anchor="ctr">
            <a:noAutofit/>
          </a:bodyPr>
          <a:lstStyle>
            <a:lvl1pPr marL="190500" indent="-190500" algn="l" defTabSz="609585" rtl="0" eaLnBrk="1" fontAlgn="base" hangingPunct="1">
              <a:lnSpc>
                <a:spcPct val="100000"/>
              </a:lnSpc>
              <a:spcBef>
                <a:spcPts val="300"/>
              </a:spcBef>
              <a:spcAft>
                <a:spcPts val="1200"/>
              </a:spcAft>
              <a:buClr>
                <a:schemeClr val="accent2"/>
              </a:buClr>
              <a:buSzPct val="100000"/>
              <a:buFont typeface="Arial" panose="020B0604020202020204" pitchFamily="34" charset="0"/>
              <a:buChar char="•"/>
              <a:tabLst/>
              <a:defRPr lang="da-DK" sz="1800" kern="1200" baseline="0" dirty="0" smtClean="0">
                <a:solidFill>
                  <a:schemeClr val="dk1"/>
                </a:solidFill>
                <a:latin typeface="+mn-lt"/>
                <a:ea typeface="+mn-ea"/>
                <a:cs typeface="+mn-cs"/>
              </a:defRPr>
            </a:lvl1pPr>
            <a:lvl2pPr marL="379413" indent="-180975" algn="l" defTabSz="609585" rtl="0" eaLnBrk="1" fontAlgn="base" hangingPunct="1">
              <a:lnSpc>
                <a:spcPct val="100000"/>
              </a:lnSpc>
              <a:spcBef>
                <a:spcPts val="0"/>
              </a:spcBef>
              <a:spcAft>
                <a:spcPts val="1200"/>
              </a:spcAft>
              <a:buClr>
                <a:schemeClr val="accent2"/>
              </a:buClr>
              <a:buFont typeface="Arial" panose="020B0604020202020204" pitchFamily="34" charset="0"/>
              <a:buChar char="•"/>
              <a:defRPr lang="da-DK" sz="1600" i="0" kern="1200" baseline="0" dirty="0" smtClean="0">
                <a:solidFill>
                  <a:schemeClr val="dk1"/>
                </a:solidFill>
                <a:latin typeface="+mn-lt"/>
                <a:ea typeface="+mn-ea"/>
                <a:cs typeface="+mn-cs"/>
              </a:defRPr>
            </a:lvl2pPr>
            <a:lvl3pPr marL="555625" indent="-165100" algn="l" defTabSz="609585" rtl="0" eaLnBrk="1" fontAlgn="base" hangingPunct="1">
              <a:lnSpc>
                <a:spcPct val="100000"/>
              </a:lnSpc>
              <a:spcBef>
                <a:spcPts val="0"/>
              </a:spcBef>
              <a:spcAft>
                <a:spcPts val="1200"/>
              </a:spcAft>
              <a:buClr>
                <a:schemeClr val="accent2"/>
              </a:buClr>
              <a:buSzPct val="100000"/>
              <a:buFont typeface="Arial" panose="020B0604020202020204" pitchFamily="34" charset="0"/>
              <a:buChar char="-"/>
              <a:tabLst/>
              <a:defRPr lang="da-DK" sz="1600" b="0" i="0" kern="1200" baseline="0" dirty="0" smtClean="0">
                <a:solidFill>
                  <a:schemeClr val="dk1"/>
                </a:solidFill>
                <a:latin typeface="+mn-lt"/>
                <a:ea typeface="+mn-ea"/>
                <a:cs typeface="+mn-cs"/>
              </a:defRPr>
            </a:lvl3pPr>
            <a:lvl4pPr marL="700088" indent="-144463" algn="l" defTabSz="609585" rtl="0" eaLnBrk="1" fontAlgn="base" hangingPunct="1">
              <a:lnSpc>
                <a:spcPct val="100000"/>
              </a:lnSpc>
              <a:spcBef>
                <a:spcPts val="0"/>
              </a:spcBef>
              <a:spcAft>
                <a:spcPts val="1200"/>
              </a:spcAft>
              <a:buClr>
                <a:schemeClr val="accent2"/>
              </a:buClr>
              <a:buSzPct val="80000"/>
              <a:buFont typeface="Arial" panose="020B0604020202020204" pitchFamily="34" charset="0"/>
              <a:buChar char="•"/>
              <a:tabLst/>
              <a:defRPr lang="da-DK" sz="1600" kern="1200" baseline="0">
                <a:solidFill>
                  <a:schemeClr val="dk1"/>
                </a:solidFill>
                <a:latin typeface="+mn-lt"/>
                <a:ea typeface="+mn-ea"/>
                <a:cs typeface="+mn-cs"/>
              </a:defRPr>
            </a:lvl4pPr>
            <a:lvl5pPr marL="706438" indent="0" algn="l" defTabSz="609585" rtl="0" eaLnBrk="1" fontAlgn="base" hangingPunct="1">
              <a:lnSpc>
                <a:spcPct val="100000"/>
              </a:lnSpc>
              <a:spcBef>
                <a:spcPts val="0"/>
              </a:spcBef>
              <a:spcAft>
                <a:spcPts val="1200"/>
              </a:spcAft>
              <a:buClr>
                <a:srgbClr val="15AAA6"/>
              </a:buClr>
              <a:buSzPct val="100000"/>
              <a:buFont typeface="Arial" panose="020B0604020202020204" pitchFamily="34" charset="0"/>
              <a:buNone/>
              <a:tabLst>
                <a:tab pos="711200" algn="l"/>
              </a:tabLst>
              <a:defRPr lang="da-DK" sz="1200" b="1" i="1" kern="1200" baseline="0" dirty="0">
                <a:solidFill>
                  <a:schemeClr val="dk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dk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dk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dk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dk1"/>
                </a:solidFill>
                <a:latin typeface="+mn-lt"/>
                <a:ea typeface="+mn-ea"/>
                <a:cs typeface="+mn-cs"/>
              </a:defRPr>
            </a:lvl9pPr>
          </a:lstStyle>
          <a:p>
            <a:pPr marL="0" indent="0" algn="ctr" defTabSz="179388">
              <a:buClr>
                <a:srgbClr val="00DEE6"/>
              </a:buClr>
              <a:buFont typeface="Arial" panose="020B0604020202020204" pitchFamily="34" charset="0"/>
              <a:buNone/>
            </a:pPr>
            <a:r>
              <a:rPr lang="en-GB" sz="1600"/>
              <a:t>Test code  </a:t>
            </a:r>
          </a:p>
        </p:txBody>
      </p:sp>
      <p:sp>
        <p:nvSpPr>
          <p:cNvPr id="27" name="Content Placeholder 16">
            <a:extLst>
              <a:ext uri="{FF2B5EF4-FFF2-40B4-BE49-F238E27FC236}">
                <a16:creationId xmlns:a16="http://schemas.microsoft.com/office/drawing/2014/main" id="{392A201F-CC1F-4CAC-933F-EF823FA4D641}"/>
              </a:ext>
            </a:extLst>
          </p:cNvPr>
          <p:cNvSpPr txBox="1">
            <a:spLocks/>
          </p:cNvSpPr>
          <p:nvPr/>
        </p:nvSpPr>
        <p:spPr>
          <a:xfrm>
            <a:off x="1351722" y="5200386"/>
            <a:ext cx="2711778" cy="487900"/>
          </a:xfrm>
          <a:prstGeom prst="rect">
            <a:avLst/>
          </a:prstGeom>
          <a:solidFill>
            <a:schemeClr val="accent4">
              <a:lumMod val="20000"/>
              <a:lumOff val="80000"/>
            </a:schemeClr>
          </a:solidFill>
        </p:spPr>
        <p:style>
          <a:lnRef idx="2">
            <a:schemeClr val="accent5"/>
          </a:lnRef>
          <a:fillRef idx="1">
            <a:schemeClr val="lt1"/>
          </a:fillRef>
          <a:effectRef idx="0">
            <a:schemeClr val="accent5"/>
          </a:effectRef>
          <a:fontRef idx="minor">
            <a:schemeClr val="dk1"/>
          </a:fontRef>
        </p:style>
        <p:txBody>
          <a:bodyPr vert="horz" wrap="square" lIns="0" tIns="0" rIns="0" bIns="0" rtlCol="0" anchor="ctr">
            <a:noAutofit/>
          </a:bodyPr>
          <a:lstStyle>
            <a:lvl1pPr marL="190500" indent="-190500" algn="l" defTabSz="609585" rtl="0" eaLnBrk="1" fontAlgn="base" hangingPunct="1">
              <a:lnSpc>
                <a:spcPct val="100000"/>
              </a:lnSpc>
              <a:spcBef>
                <a:spcPts val="300"/>
              </a:spcBef>
              <a:spcAft>
                <a:spcPts val="1200"/>
              </a:spcAft>
              <a:buClr>
                <a:schemeClr val="accent2"/>
              </a:buClr>
              <a:buSzPct val="100000"/>
              <a:buFont typeface="Arial" panose="020B0604020202020204" pitchFamily="34" charset="0"/>
              <a:buChar char="•"/>
              <a:tabLst/>
              <a:defRPr lang="da-DK" sz="1800" kern="1200" baseline="0" dirty="0" smtClean="0">
                <a:solidFill>
                  <a:schemeClr val="dk1"/>
                </a:solidFill>
                <a:latin typeface="+mn-lt"/>
                <a:ea typeface="+mn-ea"/>
                <a:cs typeface="+mn-cs"/>
              </a:defRPr>
            </a:lvl1pPr>
            <a:lvl2pPr marL="379413" indent="-180975" algn="l" defTabSz="609585" rtl="0" eaLnBrk="1" fontAlgn="base" hangingPunct="1">
              <a:lnSpc>
                <a:spcPct val="100000"/>
              </a:lnSpc>
              <a:spcBef>
                <a:spcPts val="0"/>
              </a:spcBef>
              <a:spcAft>
                <a:spcPts val="1200"/>
              </a:spcAft>
              <a:buClr>
                <a:schemeClr val="accent2"/>
              </a:buClr>
              <a:buFont typeface="Arial" panose="020B0604020202020204" pitchFamily="34" charset="0"/>
              <a:buChar char="•"/>
              <a:defRPr lang="da-DK" sz="1600" i="0" kern="1200" baseline="0" dirty="0" smtClean="0">
                <a:solidFill>
                  <a:schemeClr val="dk1"/>
                </a:solidFill>
                <a:latin typeface="+mn-lt"/>
                <a:ea typeface="+mn-ea"/>
                <a:cs typeface="+mn-cs"/>
              </a:defRPr>
            </a:lvl2pPr>
            <a:lvl3pPr marL="555625" indent="-165100" algn="l" defTabSz="609585" rtl="0" eaLnBrk="1" fontAlgn="base" hangingPunct="1">
              <a:lnSpc>
                <a:spcPct val="100000"/>
              </a:lnSpc>
              <a:spcBef>
                <a:spcPts val="0"/>
              </a:spcBef>
              <a:spcAft>
                <a:spcPts val="1200"/>
              </a:spcAft>
              <a:buClr>
                <a:schemeClr val="accent2"/>
              </a:buClr>
              <a:buSzPct val="100000"/>
              <a:buFont typeface="Arial" panose="020B0604020202020204" pitchFamily="34" charset="0"/>
              <a:buChar char="-"/>
              <a:tabLst/>
              <a:defRPr lang="da-DK" sz="1600" b="0" i="0" kern="1200" baseline="0" dirty="0" smtClean="0">
                <a:solidFill>
                  <a:schemeClr val="dk1"/>
                </a:solidFill>
                <a:latin typeface="+mn-lt"/>
                <a:ea typeface="+mn-ea"/>
                <a:cs typeface="+mn-cs"/>
              </a:defRPr>
            </a:lvl3pPr>
            <a:lvl4pPr marL="700088" indent="-144463" algn="l" defTabSz="609585" rtl="0" eaLnBrk="1" fontAlgn="base" hangingPunct="1">
              <a:lnSpc>
                <a:spcPct val="100000"/>
              </a:lnSpc>
              <a:spcBef>
                <a:spcPts val="0"/>
              </a:spcBef>
              <a:spcAft>
                <a:spcPts val="1200"/>
              </a:spcAft>
              <a:buClr>
                <a:schemeClr val="accent2"/>
              </a:buClr>
              <a:buSzPct val="80000"/>
              <a:buFont typeface="Arial" panose="020B0604020202020204" pitchFamily="34" charset="0"/>
              <a:buChar char="•"/>
              <a:tabLst/>
              <a:defRPr lang="da-DK" sz="1600" kern="1200" baseline="0">
                <a:solidFill>
                  <a:schemeClr val="dk1"/>
                </a:solidFill>
                <a:latin typeface="+mn-lt"/>
                <a:ea typeface="+mn-ea"/>
                <a:cs typeface="+mn-cs"/>
              </a:defRPr>
            </a:lvl4pPr>
            <a:lvl5pPr marL="706438" indent="0" algn="l" defTabSz="609585" rtl="0" eaLnBrk="1" fontAlgn="base" hangingPunct="1">
              <a:lnSpc>
                <a:spcPct val="100000"/>
              </a:lnSpc>
              <a:spcBef>
                <a:spcPts val="0"/>
              </a:spcBef>
              <a:spcAft>
                <a:spcPts val="1200"/>
              </a:spcAft>
              <a:buClr>
                <a:srgbClr val="15AAA6"/>
              </a:buClr>
              <a:buSzPct val="100000"/>
              <a:buFont typeface="Arial" panose="020B0604020202020204" pitchFamily="34" charset="0"/>
              <a:buNone/>
              <a:tabLst>
                <a:tab pos="711200" algn="l"/>
              </a:tabLst>
              <a:defRPr lang="da-DK" sz="1200" b="1" i="1" kern="1200" baseline="0" dirty="0">
                <a:solidFill>
                  <a:schemeClr val="dk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dk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dk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dk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dk1"/>
                </a:solidFill>
                <a:latin typeface="+mn-lt"/>
                <a:ea typeface="+mn-ea"/>
                <a:cs typeface="+mn-cs"/>
              </a:defRPr>
            </a:lvl9pPr>
          </a:lstStyle>
          <a:p>
            <a:pPr marL="0" indent="0" algn="ctr" defTabSz="179388">
              <a:buClr>
                <a:srgbClr val="00DEE6"/>
              </a:buClr>
              <a:buFont typeface="Arial" panose="020B0604020202020204" pitchFamily="34" charset="0"/>
              <a:buNone/>
            </a:pPr>
            <a:r>
              <a:rPr lang="en-GB" sz="1600"/>
              <a:t>Testing framework </a:t>
            </a:r>
          </a:p>
        </p:txBody>
      </p:sp>
      <p:sp>
        <p:nvSpPr>
          <p:cNvPr id="28" name="TextBox 27">
            <a:extLst>
              <a:ext uri="{FF2B5EF4-FFF2-40B4-BE49-F238E27FC236}">
                <a16:creationId xmlns:a16="http://schemas.microsoft.com/office/drawing/2014/main" id="{178E2DD2-0E51-47D9-86AC-07F32436E34B}"/>
              </a:ext>
            </a:extLst>
          </p:cNvPr>
          <p:cNvSpPr txBox="1"/>
          <p:nvPr/>
        </p:nvSpPr>
        <p:spPr>
          <a:xfrm>
            <a:off x="5552388" y="4162482"/>
            <a:ext cx="2837468" cy="598053"/>
          </a:xfrm>
          <a:prstGeom prst="rect">
            <a:avLst/>
          </a:prstGeom>
          <a:noFill/>
        </p:spPr>
        <p:txBody>
          <a:bodyPr wrap="square" lIns="0" tIns="0" rIns="0" bIns="0" rtlCol="0">
            <a:noAutofit/>
          </a:bodyPr>
          <a:lstStyle/>
          <a:p>
            <a:pPr marL="0" indent="0" algn="ctr" defTabSz="179388">
              <a:buClr>
                <a:srgbClr val="00DEE6"/>
              </a:buClr>
              <a:buFont typeface="Arial" panose="020B0604020202020204" pitchFamily="34" charset="0"/>
              <a:buNone/>
            </a:pPr>
            <a:r>
              <a:rPr lang="en-GB" sz="1600">
                <a:latin typeface="+mn-lt"/>
              </a:rPr>
              <a:t>Business readable language (Gherkin)</a:t>
            </a:r>
          </a:p>
        </p:txBody>
      </p:sp>
      <p:cxnSp>
        <p:nvCxnSpPr>
          <p:cNvPr id="30" name="Straight Arrow Connector 29">
            <a:extLst>
              <a:ext uri="{FF2B5EF4-FFF2-40B4-BE49-F238E27FC236}">
                <a16:creationId xmlns:a16="http://schemas.microsoft.com/office/drawing/2014/main" id="{6136AEC0-DDD4-4F4A-ADA8-6AE7B2F0EFC5}"/>
              </a:ext>
            </a:extLst>
          </p:cNvPr>
          <p:cNvCxnSpPr>
            <a:cxnSpLocks/>
          </p:cNvCxnSpPr>
          <p:nvPr/>
        </p:nvCxnSpPr>
        <p:spPr>
          <a:xfrm flipH="1" flipV="1">
            <a:off x="5297864" y="2108738"/>
            <a:ext cx="1008671" cy="2053745"/>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32" name="Straight Arrow Connector 31">
            <a:extLst>
              <a:ext uri="{FF2B5EF4-FFF2-40B4-BE49-F238E27FC236}">
                <a16:creationId xmlns:a16="http://schemas.microsoft.com/office/drawing/2014/main" id="{BAD88D1A-159A-43C3-A5D8-A6721C764EA7}"/>
              </a:ext>
            </a:extLst>
          </p:cNvPr>
          <p:cNvCxnSpPr/>
          <p:nvPr/>
        </p:nvCxnSpPr>
        <p:spPr>
          <a:xfrm flipH="1" flipV="1">
            <a:off x="3594756" y="2785072"/>
            <a:ext cx="2501244" cy="1377411"/>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sp>
        <p:nvSpPr>
          <p:cNvPr id="29" name="TextBox 28">
            <a:extLst>
              <a:ext uri="{FF2B5EF4-FFF2-40B4-BE49-F238E27FC236}">
                <a16:creationId xmlns:a16="http://schemas.microsoft.com/office/drawing/2014/main" id="{9F00C17D-6829-4451-BD3F-58C6CD3ACAFE}"/>
              </a:ext>
            </a:extLst>
          </p:cNvPr>
          <p:cNvSpPr txBox="1"/>
          <p:nvPr/>
        </p:nvSpPr>
        <p:spPr>
          <a:xfrm>
            <a:off x="273376" y="6150989"/>
            <a:ext cx="1517717" cy="216817"/>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GB" sz="1000">
                <a:latin typeface="+mn-lt"/>
              </a:rPr>
              <a:t>Source: </a:t>
            </a:r>
            <a:r>
              <a:rPr lang="en-GB" sz="1000">
                <a:latin typeface="+mn-lt"/>
                <a:hlinkClick r:id="rId2"/>
              </a:rPr>
              <a:t>Pluralsight</a:t>
            </a:r>
            <a:endParaRPr lang="en-GB" sz="1000">
              <a:latin typeface="+mn-lt"/>
            </a:endParaRPr>
          </a:p>
        </p:txBody>
      </p:sp>
    </p:spTree>
    <p:extLst>
      <p:ext uri="{BB962C8B-B14F-4D97-AF65-F5344CB8AC3E}">
        <p14:creationId xmlns:p14="http://schemas.microsoft.com/office/powerpoint/2010/main" val="19327818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61D604E-4887-4066-961E-F1E81292D21B}"/>
              </a:ext>
            </a:extLst>
          </p:cNvPr>
          <p:cNvSpPr>
            <a:spLocks noGrp="1"/>
          </p:cNvSpPr>
          <p:nvPr>
            <p:ph type="sldNum" sz="quarter" idx="11"/>
          </p:nvPr>
        </p:nvSpPr>
        <p:spPr/>
        <p:txBody>
          <a:bodyPr/>
          <a:lstStyle/>
          <a:p>
            <a:fld id="{E16BA917-7F09-4B8D-AF07-F52890C14046}" type="slidenum">
              <a:rPr lang="da-DK" smtClean="0"/>
              <a:pPr/>
              <a:t>9</a:t>
            </a:fld>
            <a:endParaRPr lang="da-DK"/>
          </a:p>
        </p:txBody>
      </p:sp>
      <p:sp>
        <p:nvSpPr>
          <p:cNvPr id="3" name="Text Placeholder 2">
            <a:extLst>
              <a:ext uri="{FF2B5EF4-FFF2-40B4-BE49-F238E27FC236}">
                <a16:creationId xmlns:a16="http://schemas.microsoft.com/office/drawing/2014/main" id="{8C7BD882-BF78-4082-B6A8-391E4468DF98}"/>
              </a:ext>
            </a:extLst>
          </p:cNvPr>
          <p:cNvSpPr>
            <a:spLocks noGrp="1"/>
          </p:cNvSpPr>
          <p:nvPr>
            <p:ph type="body" sz="quarter" idx="17"/>
          </p:nvPr>
        </p:nvSpPr>
        <p:spPr/>
        <p:txBody>
          <a:bodyPr/>
          <a:lstStyle/>
          <a:p>
            <a:r>
              <a:rPr lang="en-US"/>
              <a:t>Specflow basics. feature</a:t>
            </a:r>
            <a:endParaRPr lang="da-DK"/>
          </a:p>
        </p:txBody>
      </p:sp>
      <p:sp>
        <p:nvSpPr>
          <p:cNvPr id="4" name="Title 3">
            <a:extLst>
              <a:ext uri="{FF2B5EF4-FFF2-40B4-BE49-F238E27FC236}">
                <a16:creationId xmlns:a16="http://schemas.microsoft.com/office/drawing/2014/main" id="{1225CF01-D040-40F9-9E4C-FCD3D4440217}"/>
              </a:ext>
            </a:extLst>
          </p:cNvPr>
          <p:cNvSpPr>
            <a:spLocks noGrp="1"/>
          </p:cNvSpPr>
          <p:nvPr>
            <p:ph type="title"/>
          </p:nvPr>
        </p:nvSpPr>
        <p:spPr/>
        <p:txBody>
          <a:bodyPr/>
          <a:lstStyle/>
          <a:p>
            <a:r>
              <a:rPr lang="en-US"/>
              <a:t>FINAL ASSIGNMENT</a:t>
            </a:r>
            <a:endParaRPr lang="da-DK"/>
          </a:p>
        </p:txBody>
      </p:sp>
      <p:sp>
        <p:nvSpPr>
          <p:cNvPr id="5" name="Content Placeholder 4">
            <a:extLst>
              <a:ext uri="{FF2B5EF4-FFF2-40B4-BE49-F238E27FC236}">
                <a16:creationId xmlns:a16="http://schemas.microsoft.com/office/drawing/2014/main" id="{6717198E-F133-4648-A944-FCA552C6B0E0}"/>
              </a:ext>
            </a:extLst>
          </p:cNvPr>
          <p:cNvSpPr>
            <a:spLocks noGrp="1"/>
          </p:cNvSpPr>
          <p:nvPr>
            <p:ph sz="quarter" idx="19"/>
          </p:nvPr>
        </p:nvSpPr>
        <p:spPr>
          <a:xfrm>
            <a:off x="672001" y="1620838"/>
            <a:ext cx="10856912" cy="2052803"/>
          </a:xfrm>
        </p:spPr>
        <p:txBody>
          <a:bodyPr/>
          <a:lstStyle/>
          <a:p>
            <a:pPr marL="0" indent="0">
              <a:buNone/>
            </a:pPr>
            <a:r>
              <a:rPr lang="en-US"/>
              <a:t>What should be a new feature?</a:t>
            </a:r>
          </a:p>
          <a:p>
            <a:r>
              <a:rPr lang="en-US"/>
              <a:t>A </a:t>
            </a:r>
            <a:r>
              <a:rPr lang="en-US" b="1"/>
              <a:t>feature</a:t>
            </a:r>
            <a:r>
              <a:rPr lang="en-US"/>
              <a:t> is a desired product functionality often involving multiple behaviors.</a:t>
            </a:r>
          </a:p>
          <a:p>
            <a:r>
              <a:rPr lang="en-US" b="1" i="1"/>
              <a:t>Don’t overthink</a:t>
            </a:r>
            <a:r>
              <a:rPr lang="en-US"/>
              <a:t>. The main distinction between a feature and a scenario or behavior is that </a:t>
            </a:r>
            <a:r>
              <a:rPr lang="en-US" b="1"/>
              <a:t>features are what customers expect to receive – </a:t>
            </a:r>
            <a:r>
              <a:rPr lang="en-US"/>
              <a:t>POs already defined them.</a:t>
            </a:r>
          </a:p>
          <a:p>
            <a:r>
              <a:rPr lang="en-US" b="1"/>
              <a:t>Features should be determined by customer needs</a:t>
            </a:r>
            <a:r>
              <a:rPr lang="en-US"/>
              <a:t>. They should solve problems the customers have.</a:t>
            </a:r>
            <a:endParaRPr lang="da-DK"/>
          </a:p>
        </p:txBody>
      </p:sp>
      <p:sp>
        <p:nvSpPr>
          <p:cNvPr id="6" name="TextBox 5">
            <a:extLst>
              <a:ext uri="{FF2B5EF4-FFF2-40B4-BE49-F238E27FC236}">
                <a16:creationId xmlns:a16="http://schemas.microsoft.com/office/drawing/2014/main" id="{F6E03C08-034D-4338-A33A-44A603BDCEF7}"/>
              </a:ext>
            </a:extLst>
          </p:cNvPr>
          <p:cNvSpPr txBox="1"/>
          <p:nvPr/>
        </p:nvSpPr>
        <p:spPr>
          <a:xfrm>
            <a:off x="754144" y="5967167"/>
            <a:ext cx="5156462" cy="282804"/>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GB" sz="1000">
                <a:latin typeface="+mn-lt"/>
              </a:rPr>
              <a:t>Source: </a:t>
            </a:r>
            <a:r>
              <a:rPr lang="da-DK" sz="1000">
                <a:hlinkClick r:id="rId3"/>
              </a:rPr>
              <a:t>https://automationpanda.com/2017/10/19/in-bdd-what-should-be-a-feature/</a:t>
            </a:r>
            <a:endParaRPr lang="en-GB" sz="1000">
              <a:latin typeface="+mn-lt"/>
            </a:endParaRPr>
          </a:p>
        </p:txBody>
      </p:sp>
    </p:spTree>
    <p:extLst>
      <p:ext uri="{BB962C8B-B14F-4D97-AF65-F5344CB8AC3E}">
        <p14:creationId xmlns:p14="http://schemas.microsoft.com/office/powerpoint/2010/main" val="24116435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EC16AE6-A7ED-4479-8311-AABFE3E2A240}"/>
              </a:ext>
            </a:extLst>
          </p:cNvPr>
          <p:cNvSpPr>
            <a:spLocks noGrp="1"/>
          </p:cNvSpPr>
          <p:nvPr>
            <p:ph type="sldNum" sz="quarter" idx="11"/>
          </p:nvPr>
        </p:nvSpPr>
        <p:spPr/>
        <p:txBody>
          <a:bodyPr/>
          <a:lstStyle/>
          <a:p>
            <a:fld id="{E16BA917-7F09-4B8D-AF07-F52890C14046}" type="slidenum">
              <a:rPr lang="da-DK" smtClean="0"/>
              <a:pPr/>
              <a:t>10</a:t>
            </a:fld>
            <a:endParaRPr lang="da-DK"/>
          </a:p>
        </p:txBody>
      </p:sp>
      <p:sp>
        <p:nvSpPr>
          <p:cNvPr id="8" name="Text Placeholder 7">
            <a:extLst>
              <a:ext uri="{FF2B5EF4-FFF2-40B4-BE49-F238E27FC236}">
                <a16:creationId xmlns:a16="http://schemas.microsoft.com/office/drawing/2014/main" id="{7140B86B-4B77-4CF0-9487-9C314B3F84DD}"/>
              </a:ext>
            </a:extLst>
          </p:cNvPr>
          <p:cNvSpPr>
            <a:spLocks noGrp="1"/>
          </p:cNvSpPr>
          <p:nvPr>
            <p:ph type="body" sz="quarter" idx="17"/>
          </p:nvPr>
        </p:nvSpPr>
        <p:spPr/>
        <p:txBody>
          <a:bodyPr/>
          <a:lstStyle/>
          <a:p>
            <a:r>
              <a:rPr lang="en-US"/>
              <a:t>Specflow basics</a:t>
            </a:r>
            <a:r>
              <a:rPr lang="da-DK"/>
              <a:t>. Feature </a:t>
            </a:r>
            <a:r>
              <a:rPr lang="en-GB"/>
              <a:t>structure</a:t>
            </a:r>
          </a:p>
        </p:txBody>
      </p:sp>
      <p:sp>
        <p:nvSpPr>
          <p:cNvPr id="4" name="Title 3">
            <a:extLst>
              <a:ext uri="{FF2B5EF4-FFF2-40B4-BE49-F238E27FC236}">
                <a16:creationId xmlns:a16="http://schemas.microsoft.com/office/drawing/2014/main" id="{3E17FCF5-E3A6-4996-8C4F-A26FFFE1A514}"/>
              </a:ext>
            </a:extLst>
          </p:cNvPr>
          <p:cNvSpPr>
            <a:spLocks noGrp="1"/>
          </p:cNvSpPr>
          <p:nvPr>
            <p:ph type="title"/>
          </p:nvPr>
        </p:nvSpPr>
        <p:spPr/>
        <p:txBody>
          <a:bodyPr/>
          <a:lstStyle/>
          <a:p>
            <a:r>
              <a:rPr lang="en-US"/>
              <a:t>FINAL ASSIGNMENT</a:t>
            </a:r>
            <a:endParaRPr lang="da-DK"/>
          </a:p>
        </p:txBody>
      </p:sp>
      <p:sp>
        <p:nvSpPr>
          <p:cNvPr id="5" name="Content Placeholder 4">
            <a:extLst>
              <a:ext uri="{FF2B5EF4-FFF2-40B4-BE49-F238E27FC236}">
                <a16:creationId xmlns:a16="http://schemas.microsoft.com/office/drawing/2014/main" id="{E3F21DFF-2AE2-45BF-9912-7B889D528E7F}"/>
              </a:ext>
            </a:extLst>
          </p:cNvPr>
          <p:cNvSpPr>
            <a:spLocks noGrp="1"/>
          </p:cNvSpPr>
          <p:nvPr>
            <p:ph sz="quarter" idx="19"/>
          </p:nvPr>
        </p:nvSpPr>
        <p:spPr>
          <a:xfrm>
            <a:off x="672001" y="1620838"/>
            <a:ext cx="10856912" cy="1273191"/>
          </a:xfrm>
        </p:spPr>
        <p:txBody>
          <a:bodyPr/>
          <a:lstStyle/>
          <a:p>
            <a:pPr>
              <a:spcBef>
                <a:spcPts val="0"/>
              </a:spcBef>
              <a:spcAft>
                <a:spcPts val="600"/>
              </a:spcAft>
            </a:pPr>
            <a:r>
              <a:rPr lang="da-DK"/>
              <a:t>Contain one or more scenarios</a:t>
            </a:r>
          </a:p>
          <a:p>
            <a:pPr>
              <a:spcBef>
                <a:spcPts val="0"/>
              </a:spcBef>
              <a:spcAft>
                <a:spcPts val="600"/>
              </a:spcAft>
            </a:pPr>
            <a:r>
              <a:rPr lang="da-DK"/>
              <a:t>Group/contain logically related test scenarios</a:t>
            </a:r>
          </a:p>
          <a:p>
            <a:pPr>
              <a:spcBef>
                <a:spcPts val="0"/>
              </a:spcBef>
              <a:spcAft>
                <a:spcPts val="600"/>
              </a:spcAft>
            </a:pPr>
            <a:r>
              <a:rPr lang="da-DK"/>
              <a:t>Represent small, discrete features of the system</a:t>
            </a:r>
          </a:p>
          <a:p>
            <a:pPr marL="0" indent="0">
              <a:spcBef>
                <a:spcPts val="0"/>
              </a:spcBef>
              <a:spcAft>
                <a:spcPts val="600"/>
              </a:spcAft>
              <a:buNone/>
            </a:pPr>
            <a:endParaRPr lang="da-DK">
              <a:solidFill>
                <a:schemeClr val="accent1"/>
              </a:solidFill>
            </a:endParaRPr>
          </a:p>
        </p:txBody>
      </p:sp>
      <p:sp>
        <p:nvSpPr>
          <p:cNvPr id="11" name="Content Placeholder 4">
            <a:extLst>
              <a:ext uri="{FF2B5EF4-FFF2-40B4-BE49-F238E27FC236}">
                <a16:creationId xmlns:a16="http://schemas.microsoft.com/office/drawing/2014/main" id="{CF04A995-4562-480B-878C-9309324512AB}"/>
              </a:ext>
            </a:extLst>
          </p:cNvPr>
          <p:cNvSpPr txBox="1">
            <a:spLocks/>
          </p:cNvSpPr>
          <p:nvPr/>
        </p:nvSpPr>
        <p:spPr>
          <a:xfrm>
            <a:off x="649139" y="3081657"/>
            <a:ext cx="10856912" cy="3177741"/>
          </a:xfrm>
          <a:prstGeom prst="rect">
            <a:avLst/>
          </a:prstGeom>
        </p:spPr>
        <p:txBody>
          <a:bodyPr vert="horz" lIns="0" tIns="0" rIns="0" bIns="0" rtlCol="0">
            <a:noAutofit/>
          </a:bodyPr>
          <a:lstStyle>
            <a:lvl1pPr marL="190500" indent="-190500" algn="l" defTabSz="609585" rtl="0" eaLnBrk="1" fontAlgn="base" hangingPunct="1">
              <a:lnSpc>
                <a:spcPct val="100000"/>
              </a:lnSpc>
              <a:spcBef>
                <a:spcPts val="300"/>
              </a:spcBef>
              <a:spcAft>
                <a:spcPts val="1200"/>
              </a:spcAft>
              <a:buClr>
                <a:schemeClr val="accent2"/>
              </a:buClr>
              <a:buSzPct val="100000"/>
              <a:buFont typeface="Arial" panose="020B0604020202020204" pitchFamily="34" charset="0"/>
              <a:buChar char="•"/>
              <a:tabLst/>
              <a:defRPr lang="da-DK" sz="1800" kern="1200" baseline="0" dirty="0" smtClean="0">
                <a:solidFill>
                  <a:schemeClr val="tx1"/>
                </a:solidFill>
                <a:latin typeface="+mj-lt"/>
                <a:ea typeface="Calibri" panose="020F0502020204030204" pitchFamily="34" charset="0"/>
                <a:cs typeface="Calibri" panose="020F0502020204030204" pitchFamily="34" charset="0"/>
              </a:defRPr>
            </a:lvl1pPr>
            <a:lvl2pPr marL="379413" indent="-180975" algn="l" defTabSz="609585" rtl="0" eaLnBrk="1" fontAlgn="base" hangingPunct="1">
              <a:lnSpc>
                <a:spcPct val="100000"/>
              </a:lnSpc>
              <a:spcBef>
                <a:spcPts val="0"/>
              </a:spcBef>
              <a:spcAft>
                <a:spcPts val="1200"/>
              </a:spcAft>
              <a:buClr>
                <a:schemeClr val="accent2"/>
              </a:buClr>
              <a:buFont typeface="Arial" panose="020B0604020202020204" pitchFamily="34" charset="0"/>
              <a:buChar char="•"/>
              <a:defRPr lang="da-DK" sz="1600" i="0" kern="1200" baseline="0" dirty="0" smtClean="0">
                <a:solidFill>
                  <a:schemeClr val="tx1"/>
                </a:solidFill>
                <a:latin typeface="+mj-lt"/>
                <a:ea typeface="Calibri" panose="020F0502020204030204" pitchFamily="34" charset="0"/>
                <a:cs typeface="Calibri" panose="020F0502020204030204" pitchFamily="34" charset="0"/>
              </a:defRPr>
            </a:lvl2pPr>
            <a:lvl3pPr marL="555625" indent="-165100" algn="l" defTabSz="609585" rtl="0" eaLnBrk="1" fontAlgn="base" hangingPunct="1">
              <a:lnSpc>
                <a:spcPct val="100000"/>
              </a:lnSpc>
              <a:spcBef>
                <a:spcPts val="0"/>
              </a:spcBef>
              <a:spcAft>
                <a:spcPts val="1200"/>
              </a:spcAft>
              <a:buClr>
                <a:schemeClr val="accent2"/>
              </a:buClr>
              <a:buSzPct val="100000"/>
              <a:buFont typeface="Arial" panose="020B0604020202020204" pitchFamily="34" charset="0"/>
              <a:buChar char="-"/>
              <a:tabLst/>
              <a:defRPr lang="da-DK" sz="1600" b="0" i="0" kern="1200" baseline="0" dirty="0" smtClean="0">
                <a:solidFill>
                  <a:schemeClr val="tx1"/>
                </a:solidFill>
                <a:latin typeface="+mj-lt"/>
                <a:ea typeface="Calibri" panose="020F0502020204030204" pitchFamily="34" charset="0"/>
                <a:cs typeface="Calibri" panose="020F0502020204030204" pitchFamily="34" charset="0"/>
              </a:defRPr>
            </a:lvl3pPr>
            <a:lvl4pPr marL="700088" indent="-144463" algn="l" defTabSz="609585" rtl="0" eaLnBrk="1" fontAlgn="base" hangingPunct="1">
              <a:lnSpc>
                <a:spcPct val="100000"/>
              </a:lnSpc>
              <a:spcBef>
                <a:spcPts val="0"/>
              </a:spcBef>
              <a:spcAft>
                <a:spcPts val="1200"/>
              </a:spcAft>
              <a:buClr>
                <a:schemeClr val="accent2"/>
              </a:buClr>
              <a:buSzPct val="80000"/>
              <a:buFont typeface="Arial" panose="020B0604020202020204" pitchFamily="34" charset="0"/>
              <a:buChar char="•"/>
              <a:tabLst/>
              <a:defRPr lang="da-DK" sz="1600" kern="1200" baseline="0">
                <a:solidFill>
                  <a:schemeClr val="tx1"/>
                </a:solidFill>
                <a:latin typeface="+mj-lt"/>
                <a:ea typeface="Calibri" panose="020F0502020204030204" pitchFamily="34" charset="0"/>
                <a:cs typeface="Calibri" panose="020F0502020204030204" pitchFamily="34" charset="0"/>
              </a:defRPr>
            </a:lvl4pPr>
            <a:lvl5pPr marL="706438" indent="0" algn="l" defTabSz="609585" rtl="0" eaLnBrk="1" fontAlgn="base" hangingPunct="1">
              <a:lnSpc>
                <a:spcPct val="100000"/>
              </a:lnSpc>
              <a:spcBef>
                <a:spcPts val="0"/>
              </a:spcBef>
              <a:spcAft>
                <a:spcPts val="1200"/>
              </a:spcAft>
              <a:buClr>
                <a:srgbClr val="15AAA6"/>
              </a:buClr>
              <a:buSzPct val="100000"/>
              <a:buFont typeface="Arial" panose="020B0604020202020204" pitchFamily="34" charset="0"/>
              <a:buNone/>
              <a:tabLst>
                <a:tab pos="711200" algn="l"/>
              </a:tabLst>
              <a:defRPr lang="da-DK" sz="1200" b="1" i="1" kern="1200" baseline="0" dirty="0">
                <a:solidFill>
                  <a:schemeClr val="accent2"/>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a:spcAft>
                <a:spcPts val="600"/>
              </a:spcAft>
            </a:pPr>
            <a:r>
              <a:rPr lang="en-US"/>
              <a:t>Start with “Feature: “ keyword</a:t>
            </a:r>
          </a:p>
          <a:p>
            <a:pPr>
              <a:spcAft>
                <a:spcPts val="600"/>
              </a:spcAft>
            </a:pPr>
            <a:r>
              <a:rPr lang="en-US"/>
              <a:t>Followed by feature name/terse description</a:t>
            </a:r>
          </a:p>
          <a:p>
            <a:pPr>
              <a:spcAft>
                <a:spcPts val="600"/>
              </a:spcAft>
            </a:pPr>
            <a:r>
              <a:rPr lang="en-US"/>
              <a:t>Optional free text description</a:t>
            </a:r>
          </a:p>
          <a:p>
            <a:pPr lvl="1">
              <a:spcAft>
                <a:spcPts val="600"/>
              </a:spcAft>
            </a:pPr>
            <a:endParaRPr lang="en-US" sz="1800"/>
          </a:p>
          <a:p>
            <a:pPr lvl="1">
              <a:spcAft>
                <a:spcPts val="600"/>
              </a:spcAft>
            </a:pPr>
            <a:endParaRPr lang="en-US" sz="1800"/>
          </a:p>
          <a:p>
            <a:pPr marL="198438" lvl="1" indent="0" algn="ctr">
              <a:spcAft>
                <a:spcPts val="600"/>
              </a:spcAft>
              <a:buNone/>
            </a:pPr>
            <a:r>
              <a:rPr lang="en-US" sz="1800">
                <a:solidFill>
                  <a:schemeClr val="accent1">
                    <a:lumMod val="75000"/>
                  </a:schemeClr>
                </a:solidFill>
                <a:latin typeface="Arial Rounded MT Bold" panose="020F0704030504030204" pitchFamily="34" charset="0"/>
              </a:rPr>
              <a:t>Feature: Brush Teeth</a:t>
            </a:r>
          </a:p>
          <a:p>
            <a:pPr marL="198438" lvl="1" indent="0">
              <a:spcAft>
                <a:spcPts val="600"/>
              </a:spcAft>
              <a:buNone/>
            </a:pPr>
            <a:r>
              <a:rPr lang="en-US" sz="1800">
                <a:solidFill>
                  <a:schemeClr val="accent1">
                    <a:lumMod val="75000"/>
                  </a:schemeClr>
                </a:solidFill>
                <a:latin typeface="Arial Rounded MT Bold" panose="020F0704030504030204" pitchFamily="34" charset="0"/>
              </a:rPr>
              <a:t>								Brushing teeth is good</a:t>
            </a:r>
          </a:p>
          <a:p>
            <a:pPr marL="198438" lvl="1" indent="0">
              <a:spcAft>
                <a:spcPts val="600"/>
              </a:spcAft>
              <a:buNone/>
            </a:pPr>
            <a:r>
              <a:rPr lang="en-US" sz="1800">
                <a:solidFill>
                  <a:schemeClr val="accent1">
                    <a:lumMod val="75000"/>
                  </a:schemeClr>
                </a:solidFill>
                <a:latin typeface="Arial Rounded MT Bold" panose="020F0704030504030204" pitchFamily="34" charset="0"/>
              </a:rPr>
              <a:t>								because it helps keep</a:t>
            </a:r>
          </a:p>
          <a:p>
            <a:pPr marL="198438" lvl="1" indent="0">
              <a:spcAft>
                <a:spcPts val="600"/>
              </a:spcAft>
              <a:buNone/>
            </a:pPr>
            <a:r>
              <a:rPr lang="en-US" sz="1800">
                <a:solidFill>
                  <a:schemeClr val="accent1">
                    <a:lumMod val="75000"/>
                  </a:schemeClr>
                </a:solidFill>
                <a:latin typeface="Arial Rounded MT Bold" panose="020F0704030504030204" pitchFamily="34" charset="0"/>
              </a:rPr>
              <a:t>								them clean</a:t>
            </a:r>
          </a:p>
          <a:p>
            <a:pPr lvl="1">
              <a:spcAft>
                <a:spcPts val="600"/>
              </a:spcAft>
            </a:pPr>
            <a:endParaRPr lang="en-US" sz="1800"/>
          </a:p>
          <a:p>
            <a:pPr lvl="1">
              <a:spcAft>
                <a:spcPts val="600"/>
              </a:spcAft>
            </a:pPr>
            <a:endParaRPr lang="en-US" sz="1800"/>
          </a:p>
          <a:p>
            <a:pPr marL="0" indent="0">
              <a:spcBef>
                <a:spcPts val="0"/>
              </a:spcBef>
              <a:spcAft>
                <a:spcPts val="600"/>
              </a:spcAft>
              <a:buFont typeface="Arial" panose="020B0604020202020204" pitchFamily="34" charset="0"/>
              <a:buNone/>
            </a:pPr>
            <a:endParaRPr lang="en-US" sz="2000">
              <a:solidFill>
                <a:schemeClr val="accent1"/>
              </a:solidFill>
            </a:endParaRPr>
          </a:p>
        </p:txBody>
      </p:sp>
      <p:sp>
        <p:nvSpPr>
          <p:cNvPr id="12" name="TextBox 11">
            <a:extLst>
              <a:ext uri="{FF2B5EF4-FFF2-40B4-BE49-F238E27FC236}">
                <a16:creationId xmlns:a16="http://schemas.microsoft.com/office/drawing/2014/main" id="{F89BEEFA-6BF4-4F60-A10F-A3345043D3ED}"/>
              </a:ext>
            </a:extLst>
          </p:cNvPr>
          <p:cNvSpPr txBox="1"/>
          <p:nvPr/>
        </p:nvSpPr>
        <p:spPr>
          <a:xfrm>
            <a:off x="8625526" y="4314625"/>
            <a:ext cx="1329180" cy="405353"/>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GB" sz="1600">
                <a:latin typeface="+mn-lt"/>
              </a:rPr>
              <a:t>Feature name</a:t>
            </a:r>
          </a:p>
        </p:txBody>
      </p:sp>
      <p:sp>
        <p:nvSpPr>
          <p:cNvPr id="13" name="TextBox 12">
            <a:extLst>
              <a:ext uri="{FF2B5EF4-FFF2-40B4-BE49-F238E27FC236}">
                <a16:creationId xmlns:a16="http://schemas.microsoft.com/office/drawing/2014/main" id="{1E0BE82E-2F4F-46F6-A6D0-CB2C2C946C25}"/>
              </a:ext>
            </a:extLst>
          </p:cNvPr>
          <p:cNvSpPr txBox="1"/>
          <p:nvPr/>
        </p:nvSpPr>
        <p:spPr>
          <a:xfrm>
            <a:off x="8815633" y="5165103"/>
            <a:ext cx="1959204" cy="405353"/>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GB" sz="1600">
                <a:latin typeface="+mn-lt"/>
              </a:rPr>
              <a:t>Optional description</a:t>
            </a:r>
          </a:p>
        </p:txBody>
      </p:sp>
      <p:cxnSp>
        <p:nvCxnSpPr>
          <p:cNvPr id="15" name="Straight Arrow Connector 14">
            <a:extLst>
              <a:ext uri="{FF2B5EF4-FFF2-40B4-BE49-F238E27FC236}">
                <a16:creationId xmlns:a16="http://schemas.microsoft.com/office/drawing/2014/main" id="{8D0C3E65-FAF2-4361-88C8-EB76A26C686D}"/>
              </a:ext>
            </a:extLst>
          </p:cNvPr>
          <p:cNvCxnSpPr/>
          <p:nvPr/>
        </p:nvCxnSpPr>
        <p:spPr>
          <a:xfrm flipH="1">
            <a:off x="7381188" y="4517302"/>
            <a:ext cx="1159497" cy="400253"/>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7" name="Straight Arrow Connector 16">
            <a:extLst>
              <a:ext uri="{FF2B5EF4-FFF2-40B4-BE49-F238E27FC236}">
                <a16:creationId xmlns:a16="http://schemas.microsoft.com/office/drawing/2014/main" id="{76BBAC46-3EF5-4DB9-A518-41818381584A}"/>
              </a:ext>
            </a:extLst>
          </p:cNvPr>
          <p:cNvCxnSpPr/>
          <p:nvPr/>
        </p:nvCxnSpPr>
        <p:spPr>
          <a:xfrm flipH="1">
            <a:off x="8248454" y="5287011"/>
            <a:ext cx="461913"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3" name="TextBox 2">
            <a:extLst>
              <a:ext uri="{FF2B5EF4-FFF2-40B4-BE49-F238E27FC236}">
                <a16:creationId xmlns:a16="http://schemas.microsoft.com/office/drawing/2014/main" id="{7D2D37DA-1E55-415E-963A-25622E169126}"/>
              </a:ext>
            </a:extLst>
          </p:cNvPr>
          <p:cNvSpPr txBox="1"/>
          <p:nvPr/>
        </p:nvSpPr>
        <p:spPr>
          <a:xfrm>
            <a:off x="273376" y="6042581"/>
            <a:ext cx="1517717" cy="216817"/>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GB" sz="1000">
                <a:latin typeface="+mn-lt"/>
              </a:rPr>
              <a:t>Source: </a:t>
            </a:r>
            <a:r>
              <a:rPr lang="en-GB" sz="1000">
                <a:latin typeface="+mn-lt"/>
                <a:hlinkClick r:id="rId2"/>
              </a:rPr>
              <a:t>Pluralsight</a:t>
            </a:r>
            <a:endParaRPr lang="en-GB" sz="1000">
              <a:latin typeface="+mn-lt"/>
            </a:endParaRPr>
          </a:p>
        </p:txBody>
      </p:sp>
    </p:spTree>
    <p:extLst>
      <p:ext uri="{BB962C8B-B14F-4D97-AF65-F5344CB8AC3E}">
        <p14:creationId xmlns:p14="http://schemas.microsoft.com/office/powerpoint/2010/main" val="38070008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EC16AE6-A7ED-4479-8311-AABFE3E2A240}"/>
              </a:ext>
            </a:extLst>
          </p:cNvPr>
          <p:cNvSpPr>
            <a:spLocks noGrp="1"/>
          </p:cNvSpPr>
          <p:nvPr>
            <p:ph type="sldNum" sz="quarter" idx="11"/>
          </p:nvPr>
        </p:nvSpPr>
        <p:spPr/>
        <p:txBody>
          <a:bodyPr/>
          <a:lstStyle/>
          <a:p>
            <a:fld id="{E16BA917-7F09-4B8D-AF07-F52890C14046}" type="slidenum">
              <a:rPr lang="da-DK" smtClean="0"/>
              <a:pPr/>
              <a:t>11</a:t>
            </a:fld>
            <a:endParaRPr lang="da-DK"/>
          </a:p>
        </p:txBody>
      </p:sp>
      <p:sp>
        <p:nvSpPr>
          <p:cNvPr id="8" name="Text Placeholder 7">
            <a:extLst>
              <a:ext uri="{FF2B5EF4-FFF2-40B4-BE49-F238E27FC236}">
                <a16:creationId xmlns:a16="http://schemas.microsoft.com/office/drawing/2014/main" id="{7140B86B-4B77-4CF0-9487-9C314B3F84DD}"/>
              </a:ext>
            </a:extLst>
          </p:cNvPr>
          <p:cNvSpPr>
            <a:spLocks noGrp="1"/>
          </p:cNvSpPr>
          <p:nvPr>
            <p:ph type="body" sz="quarter" idx="17"/>
          </p:nvPr>
        </p:nvSpPr>
        <p:spPr/>
        <p:txBody>
          <a:bodyPr/>
          <a:lstStyle/>
          <a:p>
            <a:r>
              <a:rPr lang="en-US"/>
              <a:t>Specflow basics</a:t>
            </a:r>
            <a:r>
              <a:rPr lang="da-DK"/>
              <a:t>.</a:t>
            </a:r>
            <a:r>
              <a:rPr lang="en-GB"/>
              <a:t> Optional feature formats</a:t>
            </a:r>
          </a:p>
        </p:txBody>
      </p:sp>
      <p:sp>
        <p:nvSpPr>
          <p:cNvPr id="4" name="Title 3">
            <a:extLst>
              <a:ext uri="{FF2B5EF4-FFF2-40B4-BE49-F238E27FC236}">
                <a16:creationId xmlns:a16="http://schemas.microsoft.com/office/drawing/2014/main" id="{3E17FCF5-E3A6-4996-8C4F-A26FFFE1A514}"/>
              </a:ext>
            </a:extLst>
          </p:cNvPr>
          <p:cNvSpPr>
            <a:spLocks noGrp="1"/>
          </p:cNvSpPr>
          <p:nvPr>
            <p:ph type="title"/>
          </p:nvPr>
        </p:nvSpPr>
        <p:spPr/>
        <p:txBody>
          <a:bodyPr/>
          <a:lstStyle/>
          <a:p>
            <a:r>
              <a:rPr lang="en-US"/>
              <a:t>FINAL ASSIGNMENT</a:t>
            </a:r>
            <a:endParaRPr lang="da-DK"/>
          </a:p>
        </p:txBody>
      </p:sp>
      <p:sp>
        <p:nvSpPr>
          <p:cNvPr id="19" name="Content Placeholder 18">
            <a:extLst>
              <a:ext uri="{FF2B5EF4-FFF2-40B4-BE49-F238E27FC236}">
                <a16:creationId xmlns:a16="http://schemas.microsoft.com/office/drawing/2014/main" id="{E32D5EEE-8588-421E-B45D-DE31971B4FBD}"/>
              </a:ext>
            </a:extLst>
          </p:cNvPr>
          <p:cNvSpPr>
            <a:spLocks noGrp="1"/>
          </p:cNvSpPr>
          <p:nvPr>
            <p:ph sz="quarter" idx="19"/>
          </p:nvPr>
        </p:nvSpPr>
        <p:spPr>
          <a:xfrm>
            <a:off x="672001" y="1620839"/>
            <a:ext cx="4371339" cy="2004844"/>
          </a:xfrm>
        </p:spPr>
        <p:txBody>
          <a:bodyPr/>
          <a:lstStyle/>
          <a:p>
            <a:r>
              <a:rPr lang="en-GB"/>
              <a:t>As a… I want… So that….</a:t>
            </a:r>
          </a:p>
          <a:p>
            <a:pPr marL="198438" lvl="1" indent="0">
              <a:spcAft>
                <a:spcPts val="600"/>
              </a:spcAft>
              <a:buNone/>
            </a:pPr>
            <a:r>
              <a:rPr lang="en-US" sz="1800">
                <a:solidFill>
                  <a:schemeClr val="accent1">
                    <a:lumMod val="75000"/>
                  </a:schemeClr>
                </a:solidFill>
                <a:latin typeface="Arial Rounded MT Bold" panose="020F0704030504030204" pitchFamily="34" charset="0"/>
              </a:rPr>
              <a:t>Feature: Brush Teeth</a:t>
            </a:r>
          </a:p>
          <a:p>
            <a:pPr marL="198438" lvl="1" indent="0">
              <a:spcAft>
                <a:spcPts val="600"/>
              </a:spcAft>
              <a:buNone/>
            </a:pPr>
            <a:r>
              <a:rPr lang="en-US" sz="1800">
                <a:solidFill>
                  <a:schemeClr val="accent1">
                    <a:lumMod val="75000"/>
                  </a:schemeClr>
                </a:solidFill>
                <a:latin typeface="Arial Rounded MT Bold" panose="020F0704030504030204" pitchFamily="34" charset="0"/>
              </a:rPr>
              <a:t>	As a human</a:t>
            </a:r>
          </a:p>
          <a:p>
            <a:pPr marL="198438" lvl="1" indent="0">
              <a:spcAft>
                <a:spcPts val="600"/>
              </a:spcAft>
              <a:buNone/>
            </a:pPr>
            <a:r>
              <a:rPr lang="en-US" sz="1800">
                <a:solidFill>
                  <a:schemeClr val="accent1">
                    <a:lumMod val="75000"/>
                  </a:schemeClr>
                </a:solidFill>
                <a:latin typeface="Arial Rounded MT Bold" panose="020F0704030504030204" pitchFamily="34" charset="0"/>
              </a:rPr>
              <a:t>	I want to brush my teeth</a:t>
            </a:r>
          </a:p>
          <a:p>
            <a:pPr marL="198438" lvl="1" indent="0">
              <a:spcAft>
                <a:spcPts val="600"/>
              </a:spcAft>
              <a:buNone/>
            </a:pPr>
            <a:r>
              <a:rPr lang="en-US" sz="1800">
                <a:solidFill>
                  <a:schemeClr val="accent1">
                    <a:lumMod val="75000"/>
                  </a:schemeClr>
                </a:solidFill>
                <a:latin typeface="Arial Rounded MT Bold" panose="020F0704030504030204" pitchFamily="34" charset="0"/>
              </a:rPr>
              <a:t>	So that they stay pain free</a:t>
            </a:r>
          </a:p>
          <a:p>
            <a:endParaRPr lang="en-GB"/>
          </a:p>
          <a:p>
            <a:r>
              <a:rPr lang="en-GB"/>
              <a:t>In order to… As a…. I want….</a:t>
            </a:r>
          </a:p>
        </p:txBody>
      </p:sp>
      <p:sp>
        <p:nvSpPr>
          <p:cNvPr id="11" name="Content Placeholder 4">
            <a:extLst>
              <a:ext uri="{FF2B5EF4-FFF2-40B4-BE49-F238E27FC236}">
                <a16:creationId xmlns:a16="http://schemas.microsoft.com/office/drawing/2014/main" id="{CF04A995-4562-480B-878C-9309324512AB}"/>
              </a:ext>
            </a:extLst>
          </p:cNvPr>
          <p:cNvSpPr txBox="1">
            <a:spLocks/>
          </p:cNvSpPr>
          <p:nvPr/>
        </p:nvSpPr>
        <p:spPr>
          <a:xfrm>
            <a:off x="649139" y="3625683"/>
            <a:ext cx="10856912" cy="2633715"/>
          </a:xfrm>
          <a:prstGeom prst="rect">
            <a:avLst/>
          </a:prstGeom>
        </p:spPr>
        <p:txBody>
          <a:bodyPr vert="horz" lIns="0" tIns="0" rIns="0" bIns="0" rtlCol="0">
            <a:noAutofit/>
          </a:bodyPr>
          <a:lstStyle>
            <a:lvl1pPr marL="190500" indent="-190500" algn="l" defTabSz="609585" rtl="0" eaLnBrk="1" fontAlgn="base" hangingPunct="1">
              <a:lnSpc>
                <a:spcPct val="100000"/>
              </a:lnSpc>
              <a:spcBef>
                <a:spcPts val="300"/>
              </a:spcBef>
              <a:spcAft>
                <a:spcPts val="1200"/>
              </a:spcAft>
              <a:buClr>
                <a:schemeClr val="accent2"/>
              </a:buClr>
              <a:buSzPct val="100000"/>
              <a:buFont typeface="Arial" panose="020B0604020202020204" pitchFamily="34" charset="0"/>
              <a:buChar char="•"/>
              <a:tabLst/>
              <a:defRPr lang="da-DK" sz="1800" kern="1200" baseline="0" dirty="0" smtClean="0">
                <a:solidFill>
                  <a:schemeClr val="tx1"/>
                </a:solidFill>
                <a:latin typeface="+mj-lt"/>
                <a:ea typeface="Calibri" panose="020F0502020204030204" pitchFamily="34" charset="0"/>
                <a:cs typeface="Calibri" panose="020F0502020204030204" pitchFamily="34" charset="0"/>
              </a:defRPr>
            </a:lvl1pPr>
            <a:lvl2pPr marL="379413" indent="-180975" algn="l" defTabSz="609585" rtl="0" eaLnBrk="1" fontAlgn="base" hangingPunct="1">
              <a:lnSpc>
                <a:spcPct val="100000"/>
              </a:lnSpc>
              <a:spcBef>
                <a:spcPts val="0"/>
              </a:spcBef>
              <a:spcAft>
                <a:spcPts val="1200"/>
              </a:spcAft>
              <a:buClr>
                <a:schemeClr val="accent2"/>
              </a:buClr>
              <a:buFont typeface="Arial" panose="020B0604020202020204" pitchFamily="34" charset="0"/>
              <a:buChar char="•"/>
              <a:defRPr lang="da-DK" sz="1600" i="0" kern="1200" baseline="0" dirty="0" smtClean="0">
                <a:solidFill>
                  <a:schemeClr val="tx1"/>
                </a:solidFill>
                <a:latin typeface="+mj-lt"/>
                <a:ea typeface="Calibri" panose="020F0502020204030204" pitchFamily="34" charset="0"/>
                <a:cs typeface="Calibri" panose="020F0502020204030204" pitchFamily="34" charset="0"/>
              </a:defRPr>
            </a:lvl2pPr>
            <a:lvl3pPr marL="555625" indent="-165100" algn="l" defTabSz="609585" rtl="0" eaLnBrk="1" fontAlgn="base" hangingPunct="1">
              <a:lnSpc>
                <a:spcPct val="100000"/>
              </a:lnSpc>
              <a:spcBef>
                <a:spcPts val="0"/>
              </a:spcBef>
              <a:spcAft>
                <a:spcPts val="1200"/>
              </a:spcAft>
              <a:buClr>
                <a:schemeClr val="accent2"/>
              </a:buClr>
              <a:buSzPct val="100000"/>
              <a:buFont typeface="Arial" panose="020B0604020202020204" pitchFamily="34" charset="0"/>
              <a:buChar char="-"/>
              <a:tabLst/>
              <a:defRPr lang="da-DK" sz="1600" b="0" i="0" kern="1200" baseline="0" dirty="0" smtClean="0">
                <a:solidFill>
                  <a:schemeClr val="tx1"/>
                </a:solidFill>
                <a:latin typeface="+mj-lt"/>
                <a:ea typeface="Calibri" panose="020F0502020204030204" pitchFamily="34" charset="0"/>
                <a:cs typeface="Calibri" panose="020F0502020204030204" pitchFamily="34" charset="0"/>
              </a:defRPr>
            </a:lvl3pPr>
            <a:lvl4pPr marL="700088" indent="-144463" algn="l" defTabSz="609585" rtl="0" eaLnBrk="1" fontAlgn="base" hangingPunct="1">
              <a:lnSpc>
                <a:spcPct val="100000"/>
              </a:lnSpc>
              <a:spcBef>
                <a:spcPts val="0"/>
              </a:spcBef>
              <a:spcAft>
                <a:spcPts val="1200"/>
              </a:spcAft>
              <a:buClr>
                <a:schemeClr val="accent2"/>
              </a:buClr>
              <a:buSzPct val="80000"/>
              <a:buFont typeface="Arial" panose="020B0604020202020204" pitchFamily="34" charset="0"/>
              <a:buChar char="•"/>
              <a:tabLst/>
              <a:defRPr lang="da-DK" sz="1600" kern="1200" baseline="0">
                <a:solidFill>
                  <a:schemeClr val="tx1"/>
                </a:solidFill>
                <a:latin typeface="+mj-lt"/>
                <a:ea typeface="Calibri" panose="020F0502020204030204" pitchFamily="34" charset="0"/>
                <a:cs typeface="Calibri" panose="020F0502020204030204" pitchFamily="34" charset="0"/>
              </a:defRPr>
            </a:lvl4pPr>
            <a:lvl5pPr marL="706438" indent="0" algn="l" defTabSz="609585" rtl="0" eaLnBrk="1" fontAlgn="base" hangingPunct="1">
              <a:lnSpc>
                <a:spcPct val="100000"/>
              </a:lnSpc>
              <a:spcBef>
                <a:spcPts val="0"/>
              </a:spcBef>
              <a:spcAft>
                <a:spcPts val="1200"/>
              </a:spcAft>
              <a:buClr>
                <a:srgbClr val="15AAA6"/>
              </a:buClr>
              <a:buSzPct val="100000"/>
              <a:buFont typeface="Arial" panose="020B0604020202020204" pitchFamily="34" charset="0"/>
              <a:buNone/>
              <a:tabLst>
                <a:tab pos="711200" algn="l"/>
              </a:tabLst>
              <a:defRPr lang="da-DK" sz="1200" b="1" i="1" kern="1200" baseline="0" dirty="0">
                <a:solidFill>
                  <a:schemeClr val="accent2"/>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lvl="1">
              <a:spcAft>
                <a:spcPts val="600"/>
              </a:spcAft>
            </a:pPr>
            <a:endParaRPr lang="en-US" sz="1800"/>
          </a:p>
          <a:p>
            <a:pPr lvl="1">
              <a:spcAft>
                <a:spcPts val="600"/>
              </a:spcAft>
            </a:pPr>
            <a:endParaRPr lang="en-US" sz="1800"/>
          </a:p>
          <a:p>
            <a:pPr marL="198438" lvl="1" indent="0">
              <a:spcAft>
                <a:spcPts val="600"/>
              </a:spcAft>
              <a:buNone/>
            </a:pPr>
            <a:r>
              <a:rPr lang="en-US" sz="1800">
                <a:solidFill>
                  <a:schemeClr val="accent1">
                    <a:lumMod val="75000"/>
                  </a:schemeClr>
                </a:solidFill>
                <a:latin typeface="Arial Rounded MT Bold" panose="020F0704030504030204" pitchFamily="34" charset="0"/>
              </a:rPr>
              <a:t>Feature: Brush Teeth</a:t>
            </a:r>
          </a:p>
          <a:p>
            <a:pPr marL="198438" lvl="1" indent="0">
              <a:spcAft>
                <a:spcPts val="600"/>
              </a:spcAft>
              <a:buNone/>
            </a:pPr>
            <a:r>
              <a:rPr lang="en-US" sz="1800">
                <a:solidFill>
                  <a:schemeClr val="accent1">
                    <a:lumMod val="75000"/>
                  </a:schemeClr>
                </a:solidFill>
                <a:latin typeface="Arial Rounded MT Bold" panose="020F0704030504030204" pitchFamily="34" charset="0"/>
              </a:rPr>
              <a:t>	In order to stay pain free</a:t>
            </a:r>
          </a:p>
          <a:p>
            <a:pPr marL="198438" lvl="1" indent="0">
              <a:spcAft>
                <a:spcPts val="600"/>
              </a:spcAft>
              <a:buNone/>
            </a:pPr>
            <a:r>
              <a:rPr lang="en-US" sz="1800">
                <a:solidFill>
                  <a:schemeClr val="accent1">
                    <a:lumMod val="75000"/>
                  </a:schemeClr>
                </a:solidFill>
                <a:latin typeface="Arial Rounded MT Bold" panose="020F0704030504030204" pitchFamily="34" charset="0"/>
              </a:rPr>
              <a:t>	As a human</a:t>
            </a:r>
          </a:p>
          <a:p>
            <a:pPr marL="198438" lvl="1" indent="0">
              <a:spcAft>
                <a:spcPts val="600"/>
              </a:spcAft>
              <a:buNone/>
            </a:pPr>
            <a:r>
              <a:rPr lang="en-US" sz="1800">
                <a:solidFill>
                  <a:schemeClr val="accent1">
                    <a:lumMod val="75000"/>
                  </a:schemeClr>
                </a:solidFill>
                <a:latin typeface="Arial Rounded MT Bold" panose="020F0704030504030204" pitchFamily="34" charset="0"/>
              </a:rPr>
              <a:t>	I want to brush my teeth</a:t>
            </a:r>
          </a:p>
          <a:p>
            <a:pPr marL="198438" lvl="1" indent="0">
              <a:spcAft>
                <a:spcPts val="600"/>
              </a:spcAft>
              <a:buNone/>
            </a:pPr>
            <a:endParaRPr lang="en-US" sz="1800"/>
          </a:p>
          <a:p>
            <a:pPr lvl="1">
              <a:spcAft>
                <a:spcPts val="600"/>
              </a:spcAft>
            </a:pPr>
            <a:endParaRPr lang="en-US" sz="1800"/>
          </a:p>
          <a:p>
            <a:pPr marL="0" indent="0">
              <a:spcBef>
                <a:spcPts val="0"/>
              </a:spcBef>
              <a:spcAft>
                <a:spcPts val="600"/>
              </a:spcAft>
              <a:buFont typeface="Arial" panose="020B0604020202020204" pitchFamily="34" charset="0"/>
              <a:buNone/>
            </a:pPr>
            <a:endParaRPr lang="en-US" sz="2000">
              <a:solidFill>
                <a:schemeClr val="accent1"/>
              </a:solidFill>
            </a:endParaRPr>
          </a:p>
        </p:txBody>
      </p:sp>
      <p:sp>
        <p:nvSpPr>
          <p:cNvPr id="20" name="Speech Bubble: Oval 19">
            <a:extLst>
              <a:ext uri="{FF2B5EF4-FFF2-40B4-BE49-F238E27FC236}">
                <a16:creationId xmlns:a16="http://schemas.microsoft.com/office/drawing/2014/main" id="{82F0B8AF-62B8-40EB-A052-3E7DBE5D81A0}"/>
              </a:ext>
            </a:extLst>
          </p:cNvPr>
          <p:cNvSpPr/>
          <p:nvPr/>
        </p:nvSpPr>
        <p:spPr>
          <a:xfrm>
            <a:off x="3862951" y="1799566"/>
            <a:ext cx="2941163" cy="650450"/>
          </a:xfrm>
          <a:prstGeom prst="wedgeEllipseCallout">
            <a:avLst>
              <a:gd name="adj1" fmla="val -92307"/>
              <a:gd name="adj2" fmla="val 66848"/>
            </a:avLst>
          </a:prstGeom>
          <a:noFill/>
          <a:ln>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600">
                <a:solidFill>
                  <a:schemeClr val="tx1"/>
                </a:solidFill>
              </a:rPr>
              <a:t>Role/person centric</a:t>
            </a:r>
          </a:p>
        </p:txBody>
      </p:sp>
      <p:sp>
        <p:nvSpPr>
          <p:cNvPr id="21" name="Speech Bubble: Oval 20">
            <a:extLst>
              <a:ext uri="{FF2B5EF4-FFF2-40B4-BE49-F238E27FC236}">
                <a16:creationId xmlns:a16="http://schemas.microsoft.com/office/drawing/2014/main" id="{F965AEF0-A833-46AA-A9E6-6CB05DEAD6A6}"/>
              </a:ext>
            </a:extLst>
          </p:cNvPr>
          <p:cNvSpPr/>
          <p:nvPr/>
        </p:nvSpPr>
        <p:spPr>
          <a:xfrm>
            <a:off x="5146567" y="4129635"/>
            <a:ext cx="2941163" cy="650450"/>
          </a:xfrm>
          <a:prstGeom prst="wedgeEllipseCallout">
            <a:avLst>
              <a:gd name="adj1" fmla="val -85256"/>
              <a:gd name="adj2" fmla="val 58152"/>
            </a:avLst>
          </a:prstGeom>
          <a:noFill/>
          <a:ln>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600">
                <a:solidFill>
                  <a:schemeClr val="tx1"/>
                </a:solidFill>
              </a:rPr>
              <a:t>Value centric</a:t>
            </a:r>
          </a:p>
        </p:txBody>
      </p:sp>
      <p:sp>
        <p:nvSpPr>
          <p:cNvPr id="9" name="TextBox 8">
            <a:extLst>
              <a:ext uri="{FF2B5EF4-FFF2-40B4-BE49-F238E27FC236}">
                <a16:creationId xmlns:a16="http://schemas.microsoft.com/office/drawing/2014/main" id="{09AD7CFB-518F-44D0-9653-C94A9B1CDACD}"/>
              </a:ext>
            </a:extLst>
          </p:cNvPr>
          <p:cNvSpPr txBox="1"/>
          <p:nvPr/>
        </p:nvSpPr>
        <p:spPr>
          <a:xfrm>
            <a:off x="273376" y="6139561"/>
            <a:ext cx="1517717" cy="216817"/>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GB" sz="1000">
                <a:latin typeface="+mn-lt"/>
              </a:rPr>
              <a:t>Source: </a:t>
            </a:r>
            <a:r>
              <a:rPr lang="en-GB" sz="1000">
                <a:latin typeface="+mn-lt"/>
                <a:hlinkClick r:id="rId2"/>
              </a:rPr>
              <a:t>Pluralsight</a:t>
            </a:r>
            <a:endParaRPr lang="en-GB" sz="1000">
              <a:latin typeface="+mn-lt"/>
            </a:endParaRPr>
          </a:p>
        </p:txBody>
      </p:sp>
    </p:spTree>
    <p:extLst>
      <p:ext uri="{BB962C8B-B14F-4D97-AF65-F5344CB8AC3E}">
        <p14:creationId xmlns:p14="http://schemas.microsoft.com/office/powerpoint/2010/main" val="35635478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61D604E-4887-4066-961E-F1E81292D21B}"/>
              </a:ext>
            </a:extLst>
          </p:cNvPr>
          <p:cNvSpPr>
            <a:spLocks noGrp="1"/>
          </p:cNvSpPr>
          <p:nvPr>
            <p:ph type="sldNum" sz="quarter" idx="11"/>
          </p:nvPr>
        </p:nvSpPr>
        <p:spPr/>
        <p:txBody>
          <a:bodyPr/>
          <a:lstStyle/>
          <a:p>
            <a:fld id="{E16BA917-7F09-4B8D-AF07-F52890C14046}" type="slidenum">
              <a:rPr lang="da-DK" smtClean="0"/>
              <a:pPr/>
              <a:t>12</a:t>
            </a:fld>
            <a:endParaRPr lang="da-DK"/>
          </a:p>
        </p:txBody>
      </p:sp>
      <p:sp>
        <p:nvSpPr>
          <p:cNvPr id="3" name="Text Placeholder 2">
            <a:extLst>
              <a:ext uri="{FF2B5EF4-FFF2-40B4-BE49-F238E27FC236}">
                <a16:creationId xmlns:a16="http://schemas.microsoft.com/office/drawing/2014/main" id="{8C7BD882-BF78-4082-B6A8-391E4468DF98}"/>
              </a:ext>
            </a:extLst>
          </p:cNvPr>
          <p:cNvSpPr>
            <a:spLocks noGrp="1"/>
          </p:cNvSpPr>
          <p:nvPr>
            <p:ph type="body" sz="quarter" idx="17"/>
          </p:nvPr>
        </p:nvSpPr>
        <p:spPr/>
        <p:txBody>
          <a:bodyPr/>
          <a:lstStyle/>
          <a:p>
            <a:r>
              <a:rPr lang="en-US"/>
              <a:t>Specflow basics. </a:t>
            </a:r>
            <a:r>
              <a:rPr lang="en-GB"/>
              <a:t>Scenario</a:t>
            </a:r>
            <a:endParaRPr lang="da-DK"/>
          </a:p>
        </p:txBody>
      </p:sp>
      <p:sp>
        <p:nvSpPr>
          <p:cNvPr id="4" name="Title 3">
            <a:extLst>
              <a:ext uri="{FF2B5EF4-FFF2-40B4-BE49-F238E27FC236}">
                <a16:creationId xmlns:a16="http://schemas.microsoft.com/office/drawing/2014/main" id="{1225CF01-D040-40F9-9E4C-FCD3D4440217}"/>
              </a:ext>
            </a:extLst>
          </p:cNvPr>
          <p:cNvSpPr>
            <a:spLocks noGrp="1"/>
          </p:cNvSpPr>
          <p:nvPr>
            <p:ph type="title"/>
          </p:nvPr>
        </p:nvSpPr>
        <p:spPr/>
        <p:txBody>
          <a:bodyPr/>
          <a:lstStyle/>
          <a:p>
            <a:r>
              <a:rPr lang="en-US"/>
              <a:t>FINAL ASSIGNMENT</a:t>
            </a:r>
            <a:endParaRPr lang="da-DK"/>
          </a:p>
        </p:txBody>
      </p:sp>
      <p:sp>
        <p:nvSpPr>
          <p:cNvPr id="5" name="Content Placeholder 4">
            <a:extLst>
              <a:ext uri="{FF2B5EF4-FFF2-40B4-BE49-F238E27FC236}">
                <a16:creationId xmlns:a16="http://schemas.microsoft.com/office/drawing/2014/main" id="{6717198E-F133-4648-A944-FCA552C6B0E0}"/>
              </a:ext>
            </a:extLst>
          </p:cNvPr>
          <p:cNvSpPr>
            <a:spLocks noGrp="1"/>
          </p:cNvSpPr>
          <p:nvPr>
            <p:ph sz="quarter" idx="19"/>
          </p:nvPr>
        </p:nvSpPr>
        <p:spPr>
          <a:xfrm>
            <a:off x="672001" y="1620838"/>
            <a:ext cx="4851874" cy="2576407"/>
          </a:xfrm>
        </p:spPr>
        <p:txBody>
          <a:bodyPr/>
          <a:lstStyle/>
          <a:p>
            <a:pPr marL="0" indent="0">
              <a:spcAft>
                <a:spcPts val="0"/>
              </a:spcAft>
              <a:buNone/>
            </a:pPr>
            <a:r>
              <a:rPr lang="en-US" sz="1600" b="1">
                <a:latin typeface="+mn-lt"/>
              </a:rPr>
              <a:t>What should be a new scenario?</a:t>
            </a:r>
          </a:p>
          <a:p>
            <a:pPr marL="0" indent="0">
              <a:spcAft>
                <a:spcPts val="0"/>
              </a:spcAft>
              <a:buNone/>
            </a:pPr>
            <a:endParaRPr lang="en-US" sz="1600">
              <a:latin typeface="+mn-lt"/>
            </a:endParaRPr>
          </a:p>
          <a:p>
            <a:pPr>
              <a:spcAft>
                <a:spcPts val="0"/>
              </a:spcAft>
            </a:pPr>
            <a:r>
              <a:rPr lang="en-US" sz="1600">
                <a:latin typeface="+mn-lt"/>
              </a:rPr>
              <a:t>A </a:t>
            </a:r>
            <a:r>
              <a:rPr lang="en-US" sz="1600" b="1">
                <a:latin typeface="+mn-lt"/>
              </a:rPr>
              <a:t>scenario</a:t>
            </a:r>
            <a:r>
              <a:rPr lang="en-US" sz="1600">
                <a:latin typeface="+mn-lt"/>
              </a:rPr>
              <a:t> is the specification of a behavior using formal steps and examples.</a:t>
            </a:r>
          </a:p>
          <a:p>
            <a:pPr>
              <a:spcAft>
                <a:spcPts val="0"/>
              </a:spcAft>
            </a:pPr>
            <a:endParaRPr lang="en-US" sz="1600">
              <a:latin typeface="+mn-lt"/>
            </a:endParaRPr>
          </a:p>
          <a:p>
            <a:pPr>
              <a:spcAft>
                <a:spcPts val="0"/>
              </a:spcAft>
            </a:pPr>
            <a:r>
              <a:rPr lang="en-US" sz="1600">
                <a:latin typeface="+mn-lt"/>
              </a:rPr>
              <a:t>A </a:t>
            </a:r>
            <a:r>
              <a:rPr lang="en-US" sz="1600" b="1">
                <a:latin typeface="+mn-lt"/>
              </a:rPr>
              <a:t>scenario </a:t>
            </a:r>
            <a:r>
              <a:rPr lang="en-US" sz="1600">
                <a:latin typeface="+mn-lt"/>
              </a:rPr>
              <a:t>describes a particular situation with </a:t>
            </a:r>
            <a:r>
              <a:rPr lang="en-US" sz="1600" b="1">
                <a:latin typeface="+mn-lt"/>
              </a:rPr>
              <a:t>one</a:t>
            </a:r>
            <a:r>
              <a:rPr lang="en-US" sz="1600">
                <a:latin typeface="+mn-lt"/>
              </a:rPr>
              <a:t> expected behavior of the system. Should be independent and isolated</a:t>
            </a:r>
          </a:p>
        </p:txBody>
      </p:sp>
      <p:sp>
        <p:nvSpPr>
          <p:cNvPr id="6" name="TextBox 5">
            <a:extLst>
              <a:ext uri="{FF2B5EF4-FFF2-40B4-BE49-F238E27FC236}">
                <a16:creationId xmlns:a16="http://schemas.microsoft.com/office/drawing/2014/main" id="{C0D8ABD5-AB22-4FD8-8B6A-BA075650EA45}"/>
              </a:ext>
            </a:extLst>
          </p:cNvPr>
          <p:cNvSpPr txBox="1"/>
          <p:nvPr/>
        </p:nvSpPr>
        <p:spPr>
          <a:xfrm>
            <a:off x="537328" y="6073574"/>
            <a:ext cx="5156462" cy="282804"/>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GB" sz="1000">
                <a:latin typeface="+mn-lt"/>
              </a:rPr>
              <a:t>Source: </a:t>
            </a:r>
            <a:r>
              <a:rPr lang="da-DK" sz="1000">
                <a:hlinkClick r:id="rId3"/>
              </a:rPr>
              <a:t>https://automationpanda.com/2017/10/19/in-bdd-what-should-be-a-feature/</a:t>
            </a:r>
            <a:endParaRPr lang="en-GB" sz="1000">
              <a:latin typeface="+mn-lt"/>
            </a:endParaRPr>
          </a:p>
        </p:txBody>
      </p:sp>
      <p:sp>
        <p:nvSpPr>
          <p:cNvPr id="7" name="Rectangle 6">
            <a:extLst>
              <a:ext uri="{FF2B5EF4-FFF2-40B4-BE49-F238E27FC236}">
                <a16:creationId xmlns:a16="http://schemas.microsoft.com/office/drawing/2014/main" id="{A99B0020-564A-4452-8B47-31CC89F5CE68}"/>
              </a:ext>
            </a:extLst>
          </p:cNvPr>
          <p:cNvSpPr/>
          <p:nvPr/>
        </p:nvSpPr>
        <p:spPr>
          <a:xfrm>
            <a:off x="6088518" y="1620838"/>
            <a:ext cx="5608820" cy="3247043"/>
          </a:xfrm>
          <a:prstGeom prst="rect">
            <a:avLst/>
          </a:prstGeom>
        </p:spPr>
        <p:txBody>
          <a:bodyPr wrap="square">
            <a:spAutoFit/>
          </a:bodyPr>
          <a:lstStyle/>
          <a:p>
            <a:pPr>
              <a:spcBef>
                <a:spcPts val="0"/>
              </a:spcBef>
              <a:spcAft>
                <a:spcPts val="600"/>
              </a:spcAft>
              <a:buClr>
                <a:schemeClr val="accent2"/>
              </a:buClr>
            </a:pPr>
            <a:r>
              <a:rPr lang="da-DK" sz="1600" b="1">
                <a:latin typeface="+mn-lt"/>
              </a:rPr>
              <a:t>Scenario characteristics:</a:t>
            </a:r>
          </a:p>
          <a:p>
            <a:pPr marL="285750" indent="-285750">
              <a:spcBef>
                <a:spcPts val="0"/>
              </a:spcBef>
              <a:spcAft>
                <a:spcPts val="600"/>
              </a:spcAft>
              <a:buClr>
                <a:schemeClr val="accent2"/>
              </a:buClr>
              <a:buFont typeface="Arial" panose="020B0604020202020204" pitchFamily="34" charset="0"/>
              <a:buChar char="•"/>
            </a:pPr>
            <a:r>
              <a:rPr lang="da-DK" sz="1600">
                <a:latin typeface="+mn-lt"/>
              </a:rPr>
              <a:t>Concrete examples of expected system behaviour</a:t>
            </a:r>
          </a:p>
          <a:p>
            <a:pPr marL="285750" indent="-285750">
              <a:spcBef>
                <a:spcPts val="0"/>
              </a:spcBef>
              <a:spcAft>
                <a:spcPts val="600"/>
              </a:spcAft>
              <a:buClr>
                <a:schemeClr val="accent2"/>
              </a:buClr>
              <a:buFont typeface="Arial" panose="020B0604020202020204" pitchFamily="34" charset="0"/>
              <a:buChar char="•"/>
            </a:pPr>
            <a:r>
              <a:rPr lang="da-DK" sz="1600">
                <a:latin typeface="+mn-lt"/>
              </a:rPr>
              <a:t>Each scenario describes a particular situation</a:t>
            </a:r>
          </a:p>
          <a:p>
            <a:pPr marL="285750" indent="-285750">
              <a:spcBef>
                <a:spcPts val="0"/>
              </a:spcBef>
              <a:spcAft>
                <a:spcPts val="600"/>
              </a:spcAft>
              <a:buClr>
                <a:schemeClr val="accent2"/>
              </a:buClr>
              <a:buFont typeface="Arial" panose="020B0604020202020204" pitchFamily="34" charset="0"/>
              <a:buChar char="•"/>
            </a:pPr>
            <a:r>
              <a:rPr lang="da-DK" sz="1600">
                <a:latin typeface="+mn-lt"/>
              </a:rPr>
              <a:t>Each scenario should be independent and isolated</a:t>
            </a:r>
          </a:p>
          <a:p>
            <a:pPr marL="285750" indent="-285750">
              <a:spcBef>
                <a:spcPts val="0"/>
              </a:spcBef>
              <a:spcAft>
                <a:spcPts val="600"/>
              </a:spcAft>
              <a:buClr>
                <a:schemeClr val="accent2"/>
              </a:buClr>
              <a:buFont typeface="Arial" panose="020B0604020202020204" pitchFamily="34" charset="0"/>
              <a:buChar char="•"/>
            </a:pPr>
            <a:r>
              <a:rPr lang="da-DK" sz="1600">
                <a:latin typeface="+mn-lt"/>
              </a:rPr>
              <a:t>Can present:</a:t>
            </a:r>
          </a:p>
          <a:p>
            <a:pPr marL="895335" lvl="1" indent="-285750">
              <a:spcAft>
                <a:spcPts val="600"/>
              </a:spcAft>
              <a:buClr>
                <a:schemeClr val="accent2"/>
              </a:buClr>
              <a:buFont typeface="Arial" panose="020B0604020202020204" pitchFamily="34" charset="0"/>
              <a:buChar char="•"/>
            </a:pPr>
            <a:r>
              <a:rPr lang="da-DK" sz="1600">
                <a:latin typeface="+mn-lt"/>
              </a:rPr>
              <a:t>”Happy” path</a:t>
            </a:r>
          </a:p>
          <a:p>
            <a:pPr marL="895335" lvl="1" indent="-285750">
              <a:spcAft>
                <a:spcPts val="600"/>
              </a:spcAft>
              <a:buClr>
                <a:schemeClr val="accent2"/>
              </a:buClr>
              <a:buFont typeface="Arial" panose="020B0604020202020204" pitchFamily="34" charset="0"/>
              <a:buChar char="•"/>
            </a:pPr>
            <a:r>
              <a:rPr lang="da-DK" sz="1600">
                <a:latin typeface="+mn-lt"/>
              </a:rPr>
              <a:t>Error path</a:t>
            </a:r>
          </a:p>
          <a:p>
            <a:pPr marL="895335" lvl="1" indent="-285750">
              <a:spcAft>
                <a:spcPts val="600"/>
              </a:spcAft>
              <a:buClr>
                <a:schemeClr val="accent2"/>
              </a:buClr>
              <a:buFont typeface="Arial" panose="020B0604020202020204" pitchFamily="34" charset="0"/>
              <a:buChar char="•"/>
            </a:pPr>
            <a:r>
              <a:rPr lang="da-DK" sz="1600">
                <a:latin typeface="+mn-lt"/>
              </a:rPr>
              <a:t>Edge cases</a:t>
            </a:r>
          </a:p>
          <a:p>
            <a:pPr marL="285750" indent="-285750">
              <a:spcAft>
                <a:spcPts val="600"/>
              </a:spcAft>
              <a:buClr>
                <a:schemeClr val="accent2"/>
              </a:buClr>
              <a:buFont typeface="Arial" panose="020B0604020202020204" pitchFamily="34" charset="0"/>
              <a:buChar char="•"/>
            </a:pPr>
            <a:r>
              <a:rPr lang="da-DK" sz="1600">
                <a:latin typeface="+mn-lt"/>
              </a:rPr>
              <a:t>Start with: ”Scenario: ” </a:t>
            </a:r>
            <a:r>
              <a:rPr lang="da-DK" sz="1600"/>
              <a:t>keyword</a:t>
            </a:r>
            <a:endParaRPr lang="da-DK" sz="1600">
              <a:latin typeface="+mn-lt"/>
            </a:endParaRPr>
          </a:p>
          <a:p>
            <a:pPr marL="285750" indent="-285750">
              <a:spcAft>
                <a:spcPts val="600"/>
              </a:spcAft>
              <a:buClr>
                <a:schemeClr val="accent2"/>
              </a:buClr>
              <a:buFont typeface="Arial" panose="020B0604020202020204" pitchFamily="34" charset="0"/>
              <a:buChar char="•"/>
            </a:pPr>
            <a:r>
              <a:rPr lang="da-DK" sz="1600">
                <a:latin typeface="+mn-lt"/>
              </a:rPr>
              <a:t>Followed by title</a:t>
            </a:r>
          </a:p>
        </p:txBody>
      </p:sp>
    </p:spTree>
    <p:extLst>
      <p:ext uri="{BB962C8B-B14F-4D97-AF65-F5344CB8AC3E}">
        <p14:creationId xmlns:p14="http://schemas.microsoft.com/office/powerpoint/2010/main" val="28049709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1"/>
          </p:nvPr>
        </p:nvSpPr>
        <p:spPr/>
        <p:txBody>
          <a:bodyPr/>
          <a:lstStyle/>
          <a:p>
            <a:fld id="{E16BA917-7F09-4B8D-AF07-F52890C14046}" type="slidenum">
              <a:rPr lang="da-DK" smtClean="0"/>
              <a:pPr/>
              <a:t>13</a:t>
            </a:fld>
            <a:endParaRPr lang="da-DK"/>
          </a:p>
        </p:txBody>
      </p:sp>
      <p:sp>
        <p:nvSpPr>
          <p:cNvPr id="5" name="Text Placeholder 4">
            <a:extLst>
              <a:ext uri="{FF2B5EF4-FFF2-40B4-BE49-F238E27FC236}">
                <a16:creationId xmlns:a16="http://schemas.microsoft.com/office/drawing/2014/main" id="{6F66819A-69CE-40A6-92D1-FC8F897C70BE}"/>
              </a:ext>
            </a:extLst>
          </p:cNvPr>
          <p:cNvSpPr>
            <a:spLocks noGrp="1"/>
          </p:cNvSpPr>
          <p:nvPr>
            <p:ph type="body" sz="quarter" idx="17"/>
          </p:nvPr>
        </p:nvSpPr>
        <p:spPr/>
        <p:txBody>
          <a:bodyPr/>
          <a:lstStyle/>
          <a:p>
            <a:r>
              <a:rPr lang="en-US"/>
              <a:t>Specflow basics. </a:t>
            </a:r>
            <a:r>
              <a:rPr lang="en-GB"/>
              <a:t>Scenarios steps</a:t>
            </a:r>
            <a:endParaRPr lang="da-DK"/>
          </a:p>
        </p:txBody>
      </p:sp>
      <p:sp>
        <p:nvSpPr>
          <p:cNvPr id="6" name="Title 5"/>
          <p:cNvSpPr>
            <a:spLocks noGrp="1"/>
          </p:cNvSpPr>
          <p:nvPr>
            <p:ph type="title"/>
          </p:nvPr>
        </p:nvSpPr>
        <p:spPr/>
        <p:txBody>
          <a:bodyPr/>
          <a:lstStyle/>
          <a:p>
            <a:r>
              <a:rPr lang="en-US"/>
              <a:t>FINAL ASSIGNMENT</a:t>
            </a:r>
          </a:p>
        </p:txBody>
      </p:sp>
      <p:sp>
        <p:nvSpPr>
          <p:cNvPr id="17" name="Content Placeholder 16">
            <a:extLst>
              <a:ext uri="{FF2B5EF4-FFF2-40B4-BE49-F238E27FC236}">
                <a16:creationId xmlns:a16="http://schemas.microsoft.com/office/drawing/2014/main" id="{0535C5BB-1698-441F-834D-C9EF9CD8F04B}"/>
              </a:ext>
            </a:extLst>
          </p:cNvPr>
          <p:cNvSpPr txBox="1">
            <a:spLocks noGrp="1"/>
          </p:cNvSpPr>
          <p:nvPr>
            <p:ph sz="quarter" idx="19"/>
          </p:nvPr>
        </p:nvSpPr>
        <p:spPr>
          <a:xfrm>
            <a:off x="2260456" y="1792927"/>
            <a:ext cx="1947659" cy="934428"/>
          </a:xfrm>
          <a:prstGeom prst="rect">
            <a:avLst/>
          </a:prstGeom>
        </p:spPr>
        <p:style>
          <a:lnRef idx="2">
            <a:schemeClr val="accent5"/>
          </a:lnRef>
          <a:fillRef idx="1">
            <a:schemeClr val="lt1"/>
          </a:fillRef>
          <a:effectRef idx="0">
            <a:schemeClr val="accent5"/>
          </a:effectRef>
          <a:fontRef idx="minor">
            <a:schemeClr val="dk1"/>
          </a:fontRef>
        </p:style>
        <p:txBody>
          <a:bodyPr wrap="square" lIns="0" tIns="0" rIns="0" bIns="0" rtlCol="0" anchor="ctr">
            <a:noAutofit/>
          </a:bodyPr>
          <a:lstStyle/>
          <a:p>
            <a:pPr marL="0" indent="0" algn="ctr" defTabSz="179388">
              <a:buClr>
                <a:srgbClr val="00DEE6"/>
              </a:buClr>
              <a:buFont typeface="Arial" panose="020B0604020202020204" pitchFamily="34" charset="0"/>
              <a:buNone/>
            </a:pPr>
            <a:r>
              <a:rPr lang="en-GB" sz="1600">
                <a:latin typeface="+mn-lt"/>
              </a:rPr>
              <a:t>Set up initial state </a:t>
            </a:r>
          </a:p>
        </p:txBody>
      </p:sp>
      <p:sp>
        <p:nvSpPr>
          <p:cNvPr id="18" name="Content Placeholder 16">
            <a:extLst>
              <a:ext uri="{FF2B5EF4-FFF2-40B4-BE49-F238E27FC236}">
                <a16:creationId xmlns:a16="http://schemas.microsoft.com/office/drawing/2014/main" id="{DC628D1A-8F99-4043-918C-8BFC76E52806}"/>
              </a:ext>
            </a:extLst>
          </p:cNvPr>
          <p:cNvSpPr txBox="1">
            <a:spLocks/>
          </p:cNvSpPr>
          <p:nvPr/>
        </p:nvSpPr>
        <p:spPr>
          <a:xfrm>
            <a:off x="2271012" y="2944855"/>
            <a:ext cx="1937103" cy="934428"/>
          </a:xfrm>
          <a:prstGeom prst="rect">
            <a:avLst/>
          </a:prstGeom>
          <a:ln>
            <a:solidFill>
              <a:schemeClr val="accent3"/>
            </a:solidFill>
          </a:ln>
        </p:spPr>
        <p:style>
          <a:lnRef idx="2">
            <a:schemeClr val="accent5"/>
          </a:lnRef>
          <a:fillRef idx="1">
            <a:schemeClr val="lt1"/>
          </a:fillRef>
          <a:effectRef idx="0">
            <a:schemeClr val="accent5"/>
          </a:effectRef>
          <a:fontRef idx="minor">
            <a:schemeClr val="dk1"/>
          </a:fontRef>
        </p:style>
        <p:txBody>
          <a:bodyPr vert="horz" wrap="square" lIns="0" tIns="0" rIns="0" bIns="0" rtlCol="0" anchor="ctr">
            <a:noAutofit/>
          </a:bodyPr>
          <a:lstStyle>
            <a:lvl1pPr marL="190500" indent="-190500" algn="l" defTabSz="609585" rtl="0" eaLnBrk="1" fontAlgn="base" hangingPunct="1">
              <a:lnSpc>
                <a:spcPct val="100000"/>
              </a:lnSpc>
              <a:spcBef>
                <a:spcPts val="300"/>
              </a:spcBef>
              <a:spcAft>
                <a:spcPts val="1200"/>
              </a:spcAft>
              <a:buClr>
                <a:schemeClr val="accent2"/>
              </a:buClr>
              <a:buSzPct val="100000"/>
              <a:buFont typeface="Arial" panose="020B0604020202020204" pitchFamily="34" charset="0"/>
              <a:buChar char="•"/>
              <a:tabLst/>
              <a:defRPr lang="da-DK" sz="1800" kern="1200" baseline="0" dirty="0" smtClean="0">
                <a:solidFill>
                  <a:schemeClr val="dk1"/>
                </a:solidFill>
                <a:latin typeface="+mn-lt"/>
                <a:ea typeface="+mn-ea"/>
                <a:cs typeface="+mn-cs"/>
              </a:defRPr>
            </a:lvl1pPr>
            <a:lvl2pPr marL="379413" indent="-180975" algn="l" defTabSz="609585" rtl="0" eaLnBrk="1" fontAlgn="base" hangingPunct="1">
              <a:lnSpc>
                <a:spcPct val="100000"/>
              </a:lnSpc>
              <a:spcBef>
                <a:spcPts val="0"/>
              </a:spcBef>
              <a:spcAft>
                <a:spcPts val="1200"/>
              </a:spcAft>
              <a:buClr>
                <a:schemeClr val="accent2"/>
              </a:buClr>
              <a:buFont typeface="Arial" panose="020B0604020202020204" pitchFamily="34" charset="0"/>
              <a:buChar char="•"/>
              <a:defRPr lang="da-DK" sz="1600" i="0" kern="1200" baseline="0" dirty="0" smtClean="0">
                <a:solidFill>
                  <a:schemeClr val="dk1"/>
                </a:solidFill>
                <a:latin typeface="+mn-lt"/>
                <a:ea typeface="+mn-ea"/>
                <a:cs typeface="+mn-cs"/>
              </a:defRPr>
            </a:lvl2pPr>
            <a:lvl3pPr marL="555625" indent="-165100" algn="l" defTabSz="609585" rtl="0" eaLnBrk="1" fontAlgn="base" hangingPunct="1">
              <a:lnSpc>
                <a:spcPct val="100000"/>
              </a:lnSpc>
              <a:spcBef>
                <a:spcPts val="0"/>
              </a:spcBef>
              <a:spcAft>
                <a:spcPts val="1200"/>
              </a:spcAft>
              <a:buClr>
                <a:schemeClr val="accent2"/>
              </a:buClr>
              <a:buSzPct val="100000"/>
              <a:buFont typeface="Arial" panose="020B0604020202020204" pitchFamily="34" charset="0"/>
              <a:buChar char="-"/>
              <a:tabLst/>
              <a:defRPr lang="da-DK" sz="1600" b="0" i="0" kern="1200" baseline="0" dirty="0" smtClean="0">
                <a:solidFill>
                  <a:schemeClr val="dk1"/>
                </a:solidFill>
                <a:latin typeface="+mn-lt"/>
                <a:ea typeface="+mn-ea"/>
                <a:cs typeface="+mn-cs"/>
              </a:defRPr>
            </a:lvl3pPr>
            <a:lvl4pPr marL="700088" indent="-144463" algn="l" defTabSz="609585" rtl="0" eaLnBrk="1" fontAlgn="base" hangingPunct="1">
              <a:lnSpc>
                <a:spcPct val="100000"/>
              </a:lnSpc>
              <a:spcBef>
                <a:spcPts val="0"/>
              </a:spcBef>
              <a:spcAft>
                <a:spcPts val="1200"/>
              </a:spcAft>
              <a:buClr>
                <a:schemeClr val="accent2"/>
              </a:buClr>
              <a:buSzPct val="80000"/>
              <a:buFont typeface="Arial" panose="020B0604020202020204" pitchFamily="34" charset="0"/>
              <a:buChar char="•"/>
              <a:tabLst/>
              <a:defRPr lang="da-DK" sz="1600" kern="1200" baseline="0">
                <a:solidFill>
                  <a:schemeClr val="dk1"/>
                </a:solidFill>
                <a:latin typeface="+mn-lt"/>
                <a:ea typeface="+mn-ea"/>
                <a:cs typeface="+mn-cs"/>
              </a:defRPr>
            </a:lvl4pPr>
            <a:lvl5pPr marL="706438" indent="0" algn="l" defTabSz="609585" rtl="0" eaLnBrk="1" fontAlgn="base" hangingPunct="1">
              <a:lnSpc>
                <a:spcPct val="100000"/>
              </a:lnSpc>
              <a:spcBef>
                <a:spcPts val="0"/>
              </a:spcBef>
              <a:spcAft>
                <a:spcPts val="1200"/>
              </a:spcAft>
              <a:buClr>
                <a:srgbClr val="15AAA6"/>
              </a:buClr>
              <a:buSzPct val="100000"/>
              <a:buFont typeface="Arial" panose="020B0604020202020204" pitchFamily="34" charset="0"/>
              <a:buNone/>
              <a:tabLst>
                <a:tab pos="711200" algn="l"/>
              </a:tabLst>
              <a:defRPr lang="da-DK" sz="1200" b="1" i="1" kern="1200" baseline="0" dirty="0">
                <a:solidFill>
                  <a:schemeClr val="dk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dk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dk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dk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dk1"/>
                </a:solidFill>
                <a:latin typeface="+mn-lt"/>
                <a:ea typeface="+mn-ea"/>
                <a:cs typeface="+mn-cs"/>
              </a:defRPr>
            </a:lvl9pPr>
          </a:lstStyle>
          <a:p>
            <a:pPr marL="0" indent="0" algn="ctr" defTabSz="179388">
              <a:buClr>
                <a:srgbClr val="00DEE6"/>
              </a:buClr>
              <a:buFont typeface="Arial" panose="020B0604020202020204" pitchFamily="34" charset="0"/>
              <a:buNone/>
            </a:pPr>
            <a:r>
              <a:rPr lang="en-GB" sz="1600"/>
              <a:t>Perform action(s) </a:t>
            </a:r>
          </a:p>
        </p:txBody>
      </p:sp>
      <p:sp>
        <p:nvSpPr>
          <p:cNvPr id="19" name="Content Placeholder 16">
            <a:extLst>
              <a:ext uri="{FF2B5EF4-FFF2-40B4-BE49-F238E27FC236}">
                <a16:creationId xmlns:a16="http://schemas.microsoft.com/office/drawing/2014/main" id="{6A070BBD-9A75-400E-A517-710A8C658210}"/>
              </a:ext>
            </a:extLst>
          </p:cNvPr>
          <p:cNvSpPr txBox="1">
            <a:spLocks/>
          </p:cNvSpPr>
          <p:nvPr/>
        </p:nvSpPr>
        <p:spPr>
          <a:xfrm>
            <a:off x="2271012" y="4144534"/>
            <a:ext cx="1947659" cy="934427"/>
          </a:xfrm>
          <a:prstGeom prst="rect">
            <a:avLst/>
          </a:prstGeom>
          <a:ln>
            <a:solidFill>
              <a:srgbClr val="44B8D6"/>
            </a:solidFill>
          </a:ln>
        </p:spPr>
        <p:style>
          <a:lnRef idx="2">
            <a:schemeClr val="accent5"/>
          </a:lnRef>
          <a:fillRef idx="1">
            <a:schemeClr val="lt1"/>
          </a:fillRef>
          <a:effectRef idx="0">
            <a:schemeClr val="accent5"/>
          </a:effectRef>
          <a:fontRef idx="minor">
            <a:schemeClr val="dk1"/>
          </a:fontRef>
        </p:style>
        <p:txBody>
          <a:bodyPr vert="horz" wrap="square" lIns="0" tIns="0" rIns="0" bIns="0" rtlCol="0" anchor="ctr">
            <a:noAutofit/>
          </a:bodyPr>
          <a:lstStyle>
            <a:lvl1pPr marL="190500" indent="-190500" algn="l" defTabSz="609585" rtl="0" eaLnBrk="1" fontAlgn="base" hangingPunct="1">
              <a:lnSpc>
                <a:spcPct val="100000"/>
              </a:lnSpc>
              <a:spcBef>
                <a:spcPts val="300"/>
              </a:spcBef>
              <a:spcAft>
                <a:spcPts val="1200"/>
              </a:spcAft>
              <a:buClr>
                <a:schemeClr val="accent2"/>
              </a:buClr>
              <a:buSzPct val="100000"/>
              <a:buFont typeface="Arial" panose="020B0604020202020204" pitchFamily="34" charset="0"/>
              <a:buChar char="•"/>
              <a:tabLst/>
              <a:defRPr lang="da-DK" sz="1800" kern="1200" baseline="0" dirty="0" smtClean="0">
                <a:solidFill>
                  <a:schemeClr val="dk1"/>
                </a:solidFill>
                <a:latin typeface="+mn-lt"/>
                <a:ea typeface="+mn-ea"/>
                <a:cs typeface="+mn-cs"/>
              </a:defRPr>
            </a:lvl1pPr>
            <a:lvl2pPr marL="379413" indent="-180975" algn="l" defTabSz="609585" rtl="0" eaLnBrk="1" fontAlgn="base" hangingPunct="1">
              <a:lnSpc>
                <a:spcPct val="100000"/>
              </a:lnSpc>
              <a:spcBef>
                <a:spcPts val="0"/>
              </a:spcBef>
              <a:spcAft>
                <a:spcPts val="1200"/>
              </a:spcAft>
              <a:buClr>
                <a:schemeClr val="accent2"/>
              </a:buClr>
              <a:buFont typeface="Arial" panose="020B0604020202020204" pitchFamily="34" charset="0"/>
              <a:buChar char="•"/>
              <a:defRPr lang="da-DK" sz="1600" i="0" kern="1200" baseline="0" dirty="0" smtClean="0">
                <a:solidFill>
                  <a:schemeClr val="dk1"/>
                </a:solidFill>
                <a:latin typeface="+mn-lt"/>
                <a:ea typeface="+mn-ea"/>
                <a:cs typeface="+mn-cs"/>
              </a:defRPr>
            </a:lvl2pPr>
            <a:lvl3pPr marL="555625" indent="-165100" algn="l" defTabSz="609585" rtl="0" eaLnBrk="1" fontAlgn="base" hangingPunct="1">
              <a:lnSpc>
                <a:spcPct val="100000"/>
              </a:lnSpc>
              <a:spcBef>
                <a:spcPts val="0"/>
              </a:spcBef>
              <a:spcAft>
                <a:spcPts val="1200"/>
              </a:spcAft>
              <a:buClr>
                <a:schemeClr val="accent2"/>
              </a:buClr>
              <a:buSzPct val="100000"/>
              <a:buFont typeface="Arial" panose="020B0604020202020204" pitchFamily="34" charset="0"/>
              <a:buChar char="-"/>
              <a:tabLst/>
              <a:defRPr lang="da-DK" sz="1600" b="0" i="0" kern="1200" baseline="0" dirty="0" smtClean="0">
                <a:solidFill>
                  <a:schemeClr val="dk1"/>
                </a:solidFill>
                <a:latin typeface="+mn-lt"/>
                <a:ea typeface="+mn-ea"/>
                <a:cs typeface="+mn-cs"/>
              </a:defRPr>
            </a:lvl3pPr>
            <a:lvl4pPr marL="700088" indent="-144463" algn="l" defTabSz="609585" rtl="0" eaLnBrk="1" fontAlgn="base" hangingPunct="1">
              <a:lnSpc>
                <a:spcPct val="100000"/>
              </a:lnSpc>
              <a:spcBef>
                <a:spcPts val="0"/>
              </a:spcBef>
              <a:spcAft>
                <a:spcPts val="1200"/>
              </a:spcAft>
              <a:buClr>
                <a:schemeClr val="accent2"/>
              </a:buClr>
              <a:buSzPct val="80000"/>
              <a:buFont typeface="Arial" panose="020B0604020202020204" pitchFamily="34" charset="0"/>
              <a:buChar char="•"/>
              <a:tabLst/>
              <a:defRPr lang="da-DK" sz="1600" kern="1200" baseline="0">
                <a:solidFill>
                  <a:schemeClr val="dk1"/>
                </a:solidFill>
                <a:latin typeface="+mn-lt"/>
                <a:ea typeface="+mn-ea"/>
                <a:cs typeface="+mn-cs"/>
              </a:defRPr>
            </a:lvl4pPr>
            <a:lvl5pPr marL="706438" indent="0" algn="l" defTabSz="609585" rtl="0" eaLnBrk="1" fontAlgn="base" hangingPunct="1">
              <a:lnSpc>
                <a:spcPct val="100000"/>
              </a:lnSpc>
              <a:spcBef>
                <a:spcPts val="0"/>
              </a:spcBef>
              <a:spcAft>
                <a:spcPts val="1200"/>
              </a:spcAft>
              <a:buClr>
                <a:srgbClr val="15AAA6"/>
              </a:buClr>
              <a:buSzPct val="100000"/>
              <a:buFont typeface="Arial" panose="020B0604020202020204" pitchFamily="34" charset="0"/>
              <a:buNone/>
              <a:tabLst>
                <a:tab pos="711200" algn="l"/>
              </a:tabLst>
              <a:defRPr lang="da-DK" sz="1200" b="1" i="1" kern="1200" baseline="0" dirty="0">
                <a:solidFill>
                  <a:schemeClr val="dk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dk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dk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dk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dk1"/>
                </a:solidFill>
                <a:latin typeface="+mn-lt"/>
                <a:ea typeface="+mn-ea"/>
                <a:cs typeface="+mn-cs"/>
              </a:defRPr>
            </a:lvl9pPr>
          </a:lstStyle>
          <a:p>
            <a:pPr marL="0" indent="0" algn="ctr" defTabSz="179388">
              <a:buClr>
                <a:srgbClr val="00DEE6"/>
              </a:buClr>
              <a:buFont typeface="Arial" panose="020B0604020202020204" pitchFamily="34" charset="0"/>
              <a:buNone/>
            </a:pPr>
            <a:r>
              <a:rPr lang="en-GB" sz="1600"/>
              <a:t>Check end state </a:t>
            </a:r>
          </a:p>
        </p:txBody>
      </p:sp>
      <p:sp>
        <p:nvSpPr>
          <p:cNvPr id="3" name="TextBox 2">
            <a:extLst>
              <a:ext uri="{FF2B5EF4-FFF2-40B4-BE49-F238E27FC236}">
                <a16:creationId xmlns:a16="http://schemas.microsoft.com/office/drawing/2014/main" id="{C2E2B47F-0084-4F66-B0BA-7F1D4313C109}"/>
              </a:ext>
            </a:extLst>
          </p:cNvPr>
          <p:cNvSpPr txBox="1"/>
          <p:nvPr/>
        </p:nvSpPr>
        <p:spPr>
          <a:xfrm>
            <a:off x="406979" y="2070100"/>
            <a:ext cx="1461154" cy="487900"/>
          </a:xfrm>
          <a:prstGeom prst="rect">
            <a:avLst/>
          </a:prstGeom>
          <a:noFill/>
        </p:spPr>
        <p:txBody>
          <a:bodyPr wrap="square" lIns="0" tIns="0" rIns="0" bIns="0" rtlCol="0" anchor="ctr">
            <a:noAutofit/>
          </a:bodyPr>
          <a:lstStyle/>
          <a:p>
            <a:pPr marL="0" indent="0" algn="ctr" defTabSz="179388">
              <a:buClr>
                <a:srgbClr val="00DEE6"/>
              </a:buClr>
              <a:buFont typeface="Arial" panose="020B0604020202020204" pitchFamily="34" charset="0"/>
              <a:buNone/>
            </a:pPr>
            <a:r>
              <a:rPr lang="en-GB" sz="1600">
                <a:solidFill>
                  <a:schemeClr val="accent1">
                    <a:lumMod val="75000"/>
                  </a:schemeClr>
                </a:solidFill>
                <a:latin typeface="Arial Rounded MT Bold" panose="020F0704030504030204" pitchFamily="34" charset="0"/>
              </a:rPr>
              <a:t>Given</a:t>
            </a:r>
          </a:p>
          <a:p>
            <a:pPr marL="0" indent="0" algn="ctr" defTabSz="179388">
              <a:buClr>
                <a:srgbClr val="00DEE6"/>
              </a:buClr>
              <a:buFont typeface="Arial" panose="020B0604020202020204" pitchFamily="34" charset="0"/>
              <a:buNone/>
            </a:pPr>
            <a:r>
              <a:rPr lang="en-GB" sz="1600">
                <a:solidFill>
                  <a:schemeClr val="accent1">
                    <a:lumMod val="75000"/>
                  </a:schemeClr>
                </a:solidFill>
                <a:latin typeface="Arial Rounded MT Bold" panose="020F0704030504030204" pitchFamily="34" charset="0"/>
              </a:rPr>
              <a:t>(Context)</a:t>
            </a:r>
          </a:p>
        </p:txBody>
      </p:sp>
      <p:sp>
        <p:nvSpPr>
          <p:cNvPr id="29" name="TextBox 28">
            <a:extLst>
              <a:ext uri="{FF2B5EF4-FFF2-40B4-BE49-F238E27FC236}">
                <a16:creationId xmlns:a16="http://schemas.microsoft.com/office/drawing/2014/main" id="{32E6E487-4BE5-49B5-956D-DB136AC9C6E8}"/>
              </a:ext>
            </a:extLst>
          </p:cNvPr>
          <p:cNvSpPr txBox="1"/>
          <p:nvPr/>
        </p:nvSpPr>
        <p:spPr>
          <a:xfrm>
            <a:off x="406979" y="3206769"/>
            <a:ext cx="1461154" cy="487900"/>
          </a:xfrm>
          <a:prstGeom prst="rect">
            <a:avLst/>
          </a:prstGeom>
          <a:noFill/>
        </p:spPr>
        <p:txBody>
          <a:bodyPr wrap="square" lIns="0" tIns="0" rIns="0" bIns="0" rtlCol="0" anchor="ctr">
            <a:noAutofit/>
          </a:bodyPr>
          <a:lstStyle/>
          <a:p>
            <a:pPr marL="0" indent="0" algn="ctr" defTabSz="179388">
              <a:buClr>
                <a:srgbClr val="00DEE6"/>
              </a:buClr>
              <a:buFont typeface="Arial" panose="020B0604020202020204" pitchFamily="34" charset="0"/>
              <a:buNone/>
            </a:pPr>
            <a:r>
              <a:rPr lang="en-GB" sz="1600">
                <a:solidFill>
                  <a:schemeClr val="accent3"/>
                </a:solidFill>
                <a:latin typeface="Arial Rounded MT Bold" panose="020F0704030504030204" pitchFamily="34" charset="0"/>
              </a:rPr>
              <a:t>When</a:t>
            </a:r>
          </a:p>
          <a:p>
            <a:pPr marL="0" indent="0" algn="ctr" defTabSz="179388">
              <a:buClr>
                <a:srgbClr val="00DEE6"/>
              </a:buClr>
              <a:buFont typeface="Arial" panose="020B0604020202020204" pitchFamily="34" charset="0"/>
              <a:buNone/>
            </a:pPr>
            <a:r>
              <a:rPr lang="en-GB" sz="1600">
                <a:solidFill>
                  <a:schemeClr val="accent3"/>
                </a:solidFill>
                <a:latin typeface="Arial Rounded MT Bold" panose="020F0704030504030204" pitchFamily="34" charset="0"/>
              </a:rPr>
              <a:t>(Event)</a:t>
            </a:r>
          </a:p>
        </p:txBody>
      </p:sp>
      <p:sp>
        <p:nvSpPr>
          <p:cNvPr id="31" name="TextBox 30">
            <a:extLst>
              <a:ext uri="{FF2B5EF4-FFF2-40B4-BE49-F238E27FC236}">
                <a16:creationId xmlns:a16="http://schemas.microsoft.com/office/drawing/2014/main" id="{9BE6C924-088C-44AC-8D46-1646B338950D}"/>
              </a:ext>
            </a:extLst>
          </p:cNvPr>
          <p:cNvSpPr txBox="1"/>
          <p:nvPr/>
        </p:nvSpPr>
        <p:spPr>
          <a:xfrm>
            <a:off x="404892" y="4506172"/>
            <a:ext cx="1461154" cy="487900"/>
          </a:xfrm>
          <a:prstGeom prst="rect">
            <a:avLst/>
          </a:prstGeom>
          <a:noFill/>
        </p:spPr>
        <p:txBody>
          <a:bodyPr wrap="square" lIns="0" tIns="0" rIns="0" bIns="0" rtlCol="0" anchor="ctr">
            <a:noAutofit/>
          </a:bodyPr>
          <a:lstStyle/>
          <a:p>
            <a:pPr marL="0" indent="0" algn="ctr" defTabSz="179388">
              <a:buClr>
                <a:srgbClr val="00DEE6"/>
              </a:buClr>
              <a:buFont typeface="Arial" panose="020B0604020202020204" pitchFamily="34" charset="0"/>
              <a:buNone/>
            </a:pPr>
            <a:r>
              <a:rPr lang="en-GB" sz="1600">
                <a:solidFill>
                  <a:srgbClr val="44B8D6"/>
                </a:solidFill>
                <a:latin typeface="Arial Rounded MT Bold" panose="020F0704030504030204" pitchFamily="34" charset="0"/>
              </a:rPr>
              <a:t>Then (Outcome)</a:t>
            </a:r>
          </a:p>
        </p:txBody>
      </p:sp>
      <p:sp>
        <p:nvSpPr>
          <p:cNvPr id="11" name="TextBox 10">
            <a:extLst>
              <a:ext uri="{FF2B5EF4-FFF2-40B4-BE49-F238E27FC236}">
                <a16:creationId xmlns:a16="http://schemas.microsoft.com/office/drawing/2014/main" id="{67FD7414-AAE2-4C45-BAAE-0EE0A2DFC2DF}"/>
              </a:ext>
            </a:extLst>
          </p:cNvPr>
          <p:cNvSpPr txBox="1"/>
          <p:nvPr/>
        </p:nvSpPr>
        <p:spPr>
          <a:xfrm>
            <a:off x="273376" y="6139561"/>
            <a:ext cx="1517717" cy="216817"/>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GB" sz="1000">
                <a:latin typeface="+mn-lt"/>
              </a:rPr>
              <a:t>Source: </a:t>
            </a:r>
            <a:r>
              <a:rPr lang="en-GB" sz="1000">
                <a:latin typeface="+mn-lt"/>
                <a:hlinkClick r:id="rId2"/>
              </a:rPr>
              <a:t>Pluralsight</a:t>
            </a:r>
            <a:endParaRPr lang="en-GB" sz="1000">
              <a:latin typeface="+mn-lt"/>
            </a:endParaRPr>
          </a:p>
        </p:txBody>
      </p:sp>
      <p:sp>
        <p:nvSpPr>
          <p:cNvPr id="4" name="Rectangle 3">
            <a:extLst>
              <a:ext uri="{FF2B5EF4-FFF2-40B4-BE49-F238E27FC236}">
                <a16:creationId xmlns:a16="http://schemas.microsoft.com/office/drawing/2014/main" id="{52863B72-DE07-424B-B25A-327B12839C5E}"/>
              </a:ext>
            </a:extLst>
          </p:cNvPr>
          <p:cNvSpPr/>
          <p:nvPr/>
        </p:nvSpPr>
        <p:spPr>
          <a:xfrm>
            <a:off x="4704394" y="1917856"/>
            <a:ext cx="6096000" cy="723275"/>
          </a:xfrm>
          <a:prstGeom prst="rect">
            <a:avLst/>
          </a:prstGeom>
        </p:spPr>
        <p:txBody>
          <a:bodyPr>
            <a:spAutoFit/>
          </a:bodyPr>
          <a:lstStyle/>
          <a:p>
            <a:pPr marL="0" lvl="1" indent="0">
              <a:spcAft>
                <a:spcPts val="600"/>
              </a:spcAft>
              <a:buNone/>
            </a:pPr>
            <a:r>
              <a:rPr lang="en-US">
                <a:solidFill>
                  <a:schemeClr val="accent1">
                    <a:lumMod val="75000"/>
                  </a:schemeClr>
                </a:solidFill>
                <a:latin typeface="Arial Rounded MT Bold" panose="020F0704030504030204" pitchFamily="34" charset="0"/>
              </a:rPr>
              <a:t>Given there is toothpaste on the brush</a:t>
            </a:r>
          </a:p>
          <a:p>
            <a:pPr indent="-609585">
              <a:spcAft>
                <a:spcPts val="600"/>
              </a:spcAft>
            </a:pPr>
            <a:r>
              <a:rPr lang="en-US">
                <a:solidFill>
                  <a:schemeClr val="accent1">
                    <a:lumMod val="75000"/>
                  </a:schemeClr>
                </a:solidFill>
                <a:latin typeface="Arial Rounded MT Bold" panose="020F0704030504030204" pitchFamily="34" charset="0"/>
              </a:rPr>
              <a:t>And the mouth is open</a:t>
            </a:r>
          </a:p>
        </p:txBody>
      </p:sp>
      <p:sp>
        <p:nvSpPr>
          <p:cNvPr id="7" name="Rectangle 6">
            <a:extLst>
              <a:ext uri="{FF2B5EF4-FFF2-40B4-BE49-F238E27FC236}">
                <a16:creationId xmlns:a16="http://schemas.microsoft.com/office/drawing/2014/main" id="{E6CCA0EB-8929-4C6E-BA7F-667A32FA5DAA}"/>
              </a:ext>
            </a:extLst>
          </p:cNvPr>
          <p:cNvSpPr/>
          <p:nvPr/>
        </p:nvSpPr>
        <p:spPr>
          <a:xfrm>
            <a:off x="4536043" y="4247246"/>
            <a:ext cx="6096000" cy="723275"/>
          </a:xfrm>
          <a:prstGeom prst="rect">
            <a:avLst/>
          </a:prstGeom>
        </p:spPr>
        <p:txBody>
          <a:bodyPr>
            <a:spAutoFit/>
          </a:bodyPr>
          <a:lstStyle/>
          <a:p>
            <a:pPr marL="198438" lvl="1" indent="0">
              <a:spcAft>
                <a:spcPts val="600"/>
              </a:spcAft>
              <a:buNone/>
            </a:pPr>
            <a:r>
              <a:rPr lang="en-US">
                <a:solidFill>
                  <a:schemeClr val="accent4">
                    <a:lumMod val="60000"/>
                    <a:lumOff val="40000"/>
                  </a:schemeClr>
                </a:solidFill>
                <a:latin typeface="Arial Rounded MT Bold" panose="020F0704030504030204" pitchFamily="34" charset="0"/>
              </a:rPr>
              <a:t>Then the teeth look clean</a:t>
            </a:r>
          </a:p>
          <a:p>
            <a:pPr marL="198438" lvl="1" indent="0">
              <a:spcAft>
                <a:spcPts val="600"/>
              </a:spcAft>
              <a:buNone/>
            </a:pPr>
            <a:r>
              <a:rPr lang="en-US">
                <a:solidFill>
                  <a:schemeClr val="accent4">
                    <a:lumMod val="60000"/>
                    <a:lumOff val="40000"/>
                  </a:schemeClr>
                </a:solidFill>
                <a:latin typeface="Arial Rounded MT Bold" panose="020F0704030504030204" pitchFamily="34" charset="0"/>
              </a:rPr>
              <a:t>And the mouth feels fresh</a:t>
            </a:r>
          </a:p>
        </p:txBody>
      </p:sp>
      <p:sp>
        <p:nvSpPr>
          <p:cNvPr id="8" name="Rectangle 7">
            <a:extLst>
              <a:ext uri="{FF2B5EF4-FFF2-40B4-BE49-F238E27FC236}">
                <a16:creationId xmlns:a16="http://schemas.microsoft.com/office/drawing/2014/main" id="{C297968B-606F-4D70-86A7-7B4A250FD15A}"/>
              </a:ext>
            </a:extLst>
          </p:cNvPr>
          <p:cNvSpPr/>
          <p:nvPr/>
        </p:nvSpPr>
        <p:spPr>
          <a:xfrm>
            <a:off x="4536043" y="3067362"/>
            <a:ext cx="6096000" cy="723275"/>
          </a:xfrm>
          <a:prstGeom prst="rect">
            <a:avLst/>
          </a:prstGeom>
        </p:spPr>
        <p:txBody>
          <a:bodyPr>
            <a:spAutoFit/>
          </a:bodyPr>
          <a:lstStyle/>
          <a:p>
            <a:pPr marL="198438" lvl="1" indent="0">
              <a:spcAft>
                <a:spcPts val="600"/>
              </a:spcAft>
              <a:buNone/>
            </a:pPr>
            <a:r>
              <a:rPr lang="en-US">
                <a:solidFill>
                  <a:schemeClr val="accent3"/>
                </a:solidFill>
                <a:latin typeface="Arial Rounded MT Bold" panose="020F0704030504030204" pitchFamily="34" charset="0"/>
              </a:rPr>
              <a:t>When the back teeth are brushed</a:t>
            </a:r>
          </a:p>
          <a:p>
            <a:pPr marL="198438" lvl="1" indent="0">
              <a:spcAft>
                <a:spcPts val="600"/>
              </a:spcAft>
              <a:buNone/>
            </a:pPr>
            <a:r>
              <a:rPr lang="en-US">
                <a:solidFill>
                  <a:schemeClr val="accent3"/>
                </a:solidFill>
                <a:latin typeface="Arial Rounded MT Bold" panose="020F0704030504030204" pitchFamily="34" charset="0"/>
              </a:rPr>
              <a:t>And the front teeth are brushed</a:t>
            </a:r>
          </a:p>
        </p:txBody>
      </p:sp>
      <p:sp>
        <p:nvSpPr>
          <p:cNvPr id="9" name="Rectangle 8">
            <a:extLst>
              <a:ext uri="{FF2B5EF4-FFF2-40B4-BE49-F238E27FC236}">
                <a16:creationId xmlns:a16="http://schemas.microsoft.com/office/drawing/2014/main" id="{4758CB9B-374F-4DE1-AE90-9D557584838F}"/>
              </a:ext>
            </a:extLst>
          </p:cNvPr>
          <p:cNvSpPr/>
          <p:nvPr/>
        </p:nvSpPr>
        <p:spPr>
          <a:xfrm>
            <a:off x="4704394" y="1413783"/>
            <a:ext cx="3808415" cy="369332"/>
          </a:xfrm>
          <a:prstGeom prst="rect">
            <a:avLst/>
          </a:prstGeom>
        </p:spPr>
        <p:txBody>
          <a:bodyPr wrap="none">
            <a:spAutoFit/>
          </a:bodyPr>
          <a:lstStyle/>
          <a:p>
            <a:pPr marL="198438" lvl="1" indent="0">
              <a:spcAft>
                <a:spcPts val="600"/>
              </a:spcAft>
              <a:buNone/>
            </a:pPr>
            <a:r>
              <a:rPr lang="en-US">
                <a:latin typeface="Arial Rounded MT Bold" panose="020F0704030504030204" pitchFamily="34" charset="0"/>
              </a:rPr>
              <a:t>Scenario: Successful brushing</a:t>
            </a:r>
          </a:p>
        </p:txBody>
      </p:sp>
    </p:spTree>
    <p:extLst>
      <p:ext uri="{BB962C8B-B14F-4D97-AF65-F5344CB8AC3E}">
        <p14:creationId xmlns:p14="http://schemas.microsoft.com/office/powerpoint/2010/main" val="688010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1"/>
          </p:nvPr>
        </p:nvSpPr>
        <p:spPr/>
        <p:txBody>
          <a:bodyPr/>
          <a:lstStyle/>
          <a:p>
            <a:fld id="{E16BA917-7F09-4B8D-AF07-F52890C14046}" type="slidenum">
              <a:rPr lang="da-DK" smtClean="0"/>
              <a:pPr/>
              <a:t>14</a:t>
            </a:fld>
            <a:endParaRPr lang="da-DK"/>
          </a:p>
        </p:txBody>
      </p:sp>
      <p:sp>
        <p:nvSpPr>
          <p:cNvPr id="23" name="Text Placeholder 22"/>
          <p:cNvSpPr>
            <a:spLocks noGrp="1"/>
          </p:cNvSpPr>
          <p:nvPr>
            <p:ph type="body" sz="quarter" idx="17"/>
          </p:nvPr>
        </p:nvSpPr>
        <p:spPr/>
        <p:txBody>
          <a:bodyPr/>
          <a:lstStyle/>
          <a:p>
            <a:r>
              <a:rPr lang="en-US"/>
              <a:t>Specflow basics. Examples</a:t>
            </a:r>
          </a:p>
        </p:txBody>
      </p:sp>
      <p:sp>
        <p:nvSpPr>
          <p:cNvPr id="22" name="Title 21"/>
          <p:cNvSpPr>
            <a:spLocks noGrp="1"/>
          </p:cNvSpPr>
          <p:nvPr>
            <p:ph type="title"/>
          </p:nvPr>
        </p:nvSpPr>
        <p:spPr/>
        <p:txBody>
          <a:bodyPr/>
          <a:lstStyle/>
          <a:p>
            <a:r>
              <a:rPr lang="en-US"/>
              <a:t>FINAL ASSIGNMENT</a:t>
            </a:r>
          </a:p>
        </p:txBody>
      </p:sp>
      <p:sp>
        <p:nvSpPr>
          <p:cNvPr id="4" name="Content Placeholder 3">
            <a:extLst>
              <a:ext uri="{FF2B5EF4-FFF2-40B4-BE49-F238E27FC236}">
                <a16:creationId xmlns:a16="http://schemas.microsoft.com/office/drawing/2014/main" id="{4B634431-2DDE-4095-82C1-47D5D73DC982}"/>
              </a:ext>
            </a:extLst>
          </p:cNvPr>
          <p:cNvSpPr>
            <a:spLocks noGrp="1"/>
          </p:cNvSpPr>
          <p:nvPr>
            <p:ph sz="quarter" idx="19"/>
          </p:nvPr>
        </p:nvSpPr>
        <p:spPr/>
        <p:txBody>
          <a:bodyPr/>
          <a:lstStyle/>
          <a:p>
            <a:pPr marL="0" indent="0">
              <a:buNone/>
            </a:pPr>
            <a:r>
              <a:rPr lang="en-US"/>
              <a:t>IMS.Accounting.Hedges.GUI.IntegrationTest</a:t>
            </a:r>
          </a:p>
          <a:p>
            <a:pPr marL="0" indent="0">
              <a:buNone/>
            </a:pPr>
            <a:endParaRPr lang="en-US"/>
          </a:p>
          <a:p>
            <a:pPr marL="0" indent="0">
              <a:buNone/>
            </a:pPr>
            <a:endParaRPr lang="en-US"/>
          </a:p>
        </p:txBody>
      </p:sp>
      <p:pic>
        <p:nvPicPr>
          <p:cNvPr id="8" name="Picture 7">
            <a:extLst>
              <a:ext uri="{FF2B5EF4-FFF2-40B4-BE49-F238E27FC236}">
                <a16:creationId xmlns:a16="http://schemas.microsoft.com/office/drawing/2014/main" id="{C80C8B7B-2BAF-4E0A-AD7F-9EBEFACC5C4A}"/>
              </a:ext>
            </a:extLst>
          </p:cNvPr>
          <p:cNvPicPr>
            <a:picLocks noChangeAspect="1"/>
          </p:cNvPicPr>
          <p:nvPr/>
        </p:nvPicPr>
        <p:blipFill>
          <a:blip r:embed="rId2"/>
          <a:stretch>
            <a:fillRect/>
          </a:stretch>
        </p:blipFill>
        <p:spPr>
          <a:xfrm>
            <a:off x="649139" y="1982749"/>
            <a:ext cx="2810029" cy="2895614"/>
          </a:xfrm>
          <a:prstGeom prst="rect">
            <a:avLst/>
          </a:prstGeom>
        </p:spPr>
      </p:pic>
      <p:sp>
        <p:nvSpPr>
          <p:cNvPr id="9" name="TextBox 8">
            <a:extLst>
              <a:ext uri="{FF2B5EF4-FFF2-40B4-BE49-F238E27FC236}">
                <a16:creationId xmlns:a16="http://schemas.microsoft.com/office/drawing/2014/main" id="{9EFA3CDA-5227-4B01-BD50-D86418E4227F}"/>
              </a:ext>
            </a:extLst>
          </p:cNvPr>
          <p:cNvSpPr txBox="1"/>
          <p:nvPr/>
        </p:nvSpPr>
        <p:spPr>
          <a:xfrm>
            <a:off x="5490282" y="2020877"/>
            <a:ext cx="5815263" cy="4723258"/>
          </a:xfrm>
          <a:prstGeom prst="rect">
            <a:avLst/>
          </a:prstGeom>
          <a:noFill/>
        </p:spPr>
        <p:txBody>
          <a:bodyPr wrap="none" lIns="0" tIns="0" rIns="0" bIns="0" rtlCol="0">
            <a:noAutofit/>
          </a:bodyPr>
          <a:lstStyle/>
          <a:p>
            <a:r>
              <a:rPr lang="en-US" sz="800">
                <a:solidFill>
                  <a:srgbClr val="0000FF"/>
                </a:solidFill>
                <a:latin typeface="Consolas" panose="020B0609020204030204" pitchFamily="49" charset="0"/>
              </a:rPr>
              <a:t>Feature</a:t>
            </a:r>
            <a:r>
              <a:rPr lang="en-US" sz="800">
                <a:solidFill>
                  <a:srgbClr val="000000"/>
                </a:solidFill>
                <a:latin typeface="Consolas" panose="020B0609020204030204" pitchFamily="49" charset="0"/>
              </a:rPr>
              <a:t>: CalculateHedgeEffectiveness</a:t>
            </a:r>
          </a:p>
          <a:p>
            <a:r>
              <a:rPr lang="en-US" sz="800" i="1">
                <a:solidFill>
                  <a:srgbClr val="000000"/>
                </a:solidFill>
                <a:latin typeface="Consolas" panose="020B0609020204030204" pitchFamily="49" charset="0"/>
              </a:rPr>
              <a:t>As a user I want to be able to use Calculate Hedge Effectiveness form </a:t>
            </a:r>
          </a:p>
          <a:p>
            <a:r>
              <a:rPr lang="en-US" sz="800" i="1">
                <a:solidFill>
                  <a:srgbClr val="000000"/>
                </a:solidFill>
                <a:latin typeface="Consolas" panose="020B0609020204030204" pitchFamily="49" charset="0"/>
              </a:rPr>
              <a:t>in order to get Hedge Effectiveness values</a:t>
            </a:r>
          </a:p>
          <a:p>
            <a:endParaRPr lang="en-US" sz="800" i="0">
              <a:solidFill>
                <a:srgbClr val="000000"/>
              </a:solidFill>
              <a:latin typeface="Consolas" panose="020B0609020204030204" pitchFamily="49" charset="0"/>
            </a:endParaRPr>
          </a:p>
          <a:p>
            <a:r>
              <a:rPr lang="en-US" sz="800" i="1">
                <a:solidFill>
                  <a:srgbClr val="2B91AF"/>
                </a:solidFill>
                <a:latin typeface="Consolas" panose="020B0609020204030204" pitchFamily="49" charset="0"/>
              </a:rPr>
              <a:t>@GivenByBrick</a:t>
            </a:r>
          </a:p>
          <a:p>
            <a:r>
              <a:rPr lang="en-US" sz="800" i="0">
                <a:solidFill>
                  <a:srgbClr val="0000FF"/>
                </a:solidFill>
                <a:latin typeface="Consolas" panose="020B0609020204030204" pitchFamily="49" charset="0"/>
              </a:rPr>
              <a:t>Scenario</a:t>
            </a:r>
            <a:r>
              <a:rPr lang="en-US" sz="800" i="0">
                <a:solidFill>
                  <a:srgbClr val="000000"/>
                </a:solidFill>
                <a:latin typeface="Consolas" panose="020B0609020204030204" pitchFamily="49" charset="0"/>
              </a:rPr>
              <a:t>: CalculateHedgeEffectiveness_1</a:t>
            </a:r>
          </a:p>
          <a:p>
            <a:r>
              <a:rPr lang="en-US" sz="800" i="1">
                <a:solidFill>
                  <a:srgbClr val="000000"/>
                </a:solidFill>
                <a:latin typeface="Consolas" panose="020B0609020204030204" pitchFamily="49" charset="0"/>
              </a:rPr>
              <a:t>As a user I want to be able to press Clear button so that is recognised by the system</a:t>
            </a:r>
          </a:p>
          <a:p>
            <a:r>
              <a:rPr lang="en-US" sz="800" i="0">
                <a:solidFill>
                  <a:srgbClr val="0000FF"/>
                </a:solidFill>
                <a:latin typeface="Consolas" panose="020B0609020204030204" pitchFamily="49" charset="0"/>
              </a:rPr>
              <a:t>Given </a:t>
            </a:r>
            <a:r>
              <a:rPr lang="en-US" sz="800" i="0">
                <a:solidFill>
                  <a:srgbClr val="000000"/>
                </a:solidFill>
                <a:latin typeface="Consolas" panose="020B0609020204030204" pitchFamily="49" charset="0"/>
              </a:rPr>
              <a:t>existing </a:t>
            </a:r>
            <a:r>
              <a:rPr lang="en-US" sz="800" i="1">
                <a:solidFill>
                  <a:srgbClr val="646464"/>
                </a:solidFill>
                <a:latin typeface="Consolas" panose="020B0609020204030204" pitchFamily="49" charset="0"/>
              </a:rPr>
              <a:t>hedge</a:t>
            </a:r>
            <a:r>
              <a:rPr lang="en-US" sz="800" i="0">
                <a:solidFill>
                  <a:srgbClr val="000000"/>
                </a:solidFill>
                <a:latin typeface="Consolas" panose="020B0609020204030204" pitchFamily="49" charset="0"/>
              </a:rPr>
              <a:t> setup is launched in Calculate Hedge Effectiveness form</a:t>
            </a:r>
          </a:p>
          <a:p>
            <a:r>
              <a:rPr lang="en-US" sz="800" i="0">
                <a:solidFill>
                  <a:srgbClr val="0000FF"/>
                </a:solidFill>
                <a:latin typeface="Consolas" panose="020B0609020204030204" pitchFamily="49" charset="0"/>
              </a:rPr>
              <a:t>When </a:t>
            </a:r>
            <a:r>
              <a:rPr lang="en-US" sz="800" i="0">
                <a:solidFill>
                  <a:srgbClr val="000000"/>
                </a:solidFill>
                <a:latin typeface="Consolas" panose="020B0609020204030204" pitchFamily="49" charset="0"/>
              </a:rPr>
              <a:t>user clicks '</a:t>
            </a:r>
            <a:r>
              <a:rPr lang="en-US" sz="800" i="1">
                <a:solidFill>
                  <a:srgbClr val="646464"/>
                </a:solidFill>
                <a:latin typeface="Consolas" panose="020B0609020204030204" pitchFamily="49" charset="0"/>
              </a:rPr>
              <a:t>Clear</a:t>
            </a:r>
            <a:r>
              <a:rPr lang="en-US" sz="800" i="0">
                <a:solidFill>
                  <a:srgbClr val="000000"/>
                </a:solidFill>
                <a:latin typeface="Consolas" panose="020B0609020204030204" pitchFamily="49" charset="0"/>
              </a:rPr>
              <a:t>' button under '</a:t>
            </a:r>
            <a:r>
              <a:rPr lang="en-US" sz="800" i="1">
                <a:solidFill>
                  <a:srgbClr val="646464"/>
                </a:solidFill>
                <a:latin typeface="Consolas" panose="020B0609020204030204" pitchFamily="49" charset="0"/>
              </a:rPr>
              <a:t>File</a:t>
            </a:r>
            <a:r>
              <a:rPr lang="en-US" sz="800" i="0">
                <a:solidFill>
                  <a:srgbClr val="000000"/>
                </a:solidFill>
                <a:latin typeface="Consolas" panose="020B0609020204030204" pitchFamily="49" charset="0"/>
              </a:rPr>
              <a:t>' menu</a:t>
            </a:r>
          </a:p>
          <a:p>
            <a:r>
              <a:rPr lang="en-US" sz="800" i="0">
                <a:solidFill>
                  <a:srgbClr val="0000FF"/>
                </a:solidFill>
                <a:latin typeface="Consolas" panose="020B0609020204030204" pitchFamily="49" charset="0"/>
              </a:rPr>
              <a:t>Then </a:t>
            </a:r>
            <a:r>
              <a:rPr lang="en-US" sz="800" i="0">
                <a:solidFill>
                  <a:srgbClr val="000000"/>
                </a:solidFill>
                <a:latin typeface="Consolas" panose="020B0609020204030204" pitchFamily="49" charset="0"/>
              </a:rPr>
              <a:t>'</a:t>
            </a:r>
            <a:r>
              <a:rPr lang="en-US" sz="800" i="1" noProof="1">
                <a:solidFill>
                  <a:srgbClr val="646464"/>
                </a:solidFill>
                <a:latin typeface="Consolas" panose="020B0609020204030204" pitchFamily="49" charset="0"/>
              </a:rPr>
              <a:t>HedgeID</a:t>
            </a:r>
            <a:r>
              <a:rPr lang="en-US" sz="800" i="0">
                <a:solidFill>
                  <a:srgbClr val="000000"/>
                </a:solidFill>
                <a:latin typeface="Consolas" panose="020B0609020204030204" pitchFamily="49" charset="0"/>
              </a:rPr>
              <a:t>' field is empty</a:t>
            </a:r>
          </a:p>
          <a:p>
            <a:endParaRPr lang="en-US" sz="1200">
              <a:solidFill>
                <a:srgbClr val="000000"/>
              </a:solidFill>
              <a:latin typeface="Consolas" panose="020B0609020204030204" pitchFamily="49" charset="0"/>
            </a:endParaRPr>
          </a:p>
          <a:p>
            <a:r>
              <a:rPr lang="en-US" sz="800">
                <a:solidFill>
                  <a:srgbClr val="000000"/>
                </a:solidFill>
                <a:latin typeface="Consolas" panose="020B0609020204030204" pitchFamily="49" charset="0"/>
              </a:rPr>
              <a:t>[</a:t>
            </a:r>
            <a:r>
              <a:rPr lang="en-US" sz="800">
                <a:solidFill>
                  <a:srgbClr val="2B91AF"/>
                </a:solidFill>
                <a:latin typeface="Consolas" panose="020B0609020204030204" pitchFamily="49" charset="0"/>
              </a:rPr>
              <a:t>Given</a:t>
            </a:r>
            <a:r>
              <a:rPr lang="en-US" sz="800">
                <a:solidFill>
                  <a:srgbClr val="000000"/>
                </a:solidFill>
                <a:latin typeface="Consolas" panose="020B0609020204030204" pitchFamily="49" charset="0"/>
              </a:rPr>
              <a:t>(</a:t>
            </a:r>
            <a:r>
              <a:rPr lang="en-US" sz="800">
                <a:solidFill>
                  <a:srgbClr val="800000"/>
                </a:solidFill>
                <a:latin typeface="Consolas" panose="020B0609020204030204" pitchFamily="49" charset="0"/>
              </a:rPr>
              <a:t>@"existing (.*) setup is launched in Calculate Hedge Effectiveness form"</a:t>
            </a:r>
            <a:r>
              <a:rPr lang="en-US" sz="800">
                <a:solidFill>
                  <a:srgbClr val="000000"/>
                </a:solidFill>
                <a:latin typeface="Consolas" panose="020B0609020204030204" pitchFamily="49" charset="0"/>
              </a:rPr>
              <a:t>)]</a:t>
            </a:r>
          </a:p>
          <a:p>
            <a:r>
              <a:rPr lang="en-US" sz="800">
                <a:solidFill>
                  <a:srgbClr val="0000FF"/>
                </a:solidFill>
                <a:latin typeface="Consolas" panose="020B0609020204030204" pitchFamily="49" charset="0"/>
              </a:rPr>
              <a:t>public</a:t>
            </a:r>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void</a:t>
            </a:r>
            <a:r>
              <a:rPr lang="en-US" sz="800">
                <a:solidFill>
                  <a:srgbClr val="000000"/>
                </a:solidFill>
                <a:latin typeface="Consolas" panose="020B0609020204030204" pitchFamily="49" charset="0"/>
              </a:rPr>
              <a:t> GivenExistingSetupIsLaunchedInCalculateHedgeEffectivenessForm(</a:t>
            </a:r>
            <a:r>
              <a:rPr lang="en-US" sz="800">
                <a:solidFill>
                  <a:srgbClr val="0000FF"/>
                </a:solidFill>
                <a:latin typeface="Consolas" panose="020B0609020204030204" pitchFamily="49" charset="0"/>
              </a:rPr>
              <a:t>string</a:t>
            </a:r>
            <a:r>
              <a:rPr lang="en-US" sz="800">
                <a:solidFill>
                  <a:srgbClr val="000000"/>
                </a:solidFill>
                <a:latin typeface="Consolas" panose="020B0609020204030204" pitchFamily="49" charset="0"/>
              </a:rPr>
              <a:t> name) {</a:t>
            </a:r>
          </a:p>
          <a:p>
            <a:r>
              <a:rPr lang="en-US" sz="800">
                <a:solidFill>
                  <a:srgbClr val="000000"/>
                </a:solidFill>
                <a:latin typeface="Consolas" panose="020B0609020204030204" pitchFamily="49" charset="0"/>
              </a:rPr>
              <a:t>   </a:t>
            </a:r>
            <a:r>
              <a:rPr lang="en-US" sz="800">
                <a:solidFill>
                  <a:srgbClr val="2B91AF"/>
                </a:solidFill>
                <a:latin typeface="Consolas" panose="020B0609020204030204" pitchFamily="49" charset="0"/>
              </a:rPr>
              <a:t>Trace</a:t>
            </a:r>
            <a:r>
              <a:rPr lang="en-US" sz="800">
                <a:solidFill>
                  <a:srgbClr val="000000"/>
                </a:solidFill>
                <a:latin typeface="Consolas" panose="020B0609020204030204" pitchFamily="49" charset="0"/>
              </a:rPr>
              <a:t>.WriteLine(</a:t>
            </a:r>
            <a:r>
              <a:rPr lang="en-US" sz="800">
                <a:solidFill>
                  <a:srgbClr val="A31515"/>
                </a:solidFill>
                <a:latin typeface="Consolas" panose="020B0609020204030204" pitchFamily="49" charset="0"/>
              </a:rPr>
              <a:t>"----- Bricks are about to start running"</a:t>
            </a:r>
            <a:r>
              <a:rPr lang="en-US" sz="800">
                <a:solidFill>
                  <a:srgbClr val="000000"/>
                </a:solidFill>
                <a:latin typeface="Consolas" panose="020B0609020204030204" pitchFamily="49" charset="0"/>
              </a:rPr>
              <a:t>);</a:t>
            </a:r>
          </a:p>
          <a:p>
            <a:r>
              <a:rPr lang="en-US" sz="800">
                <a:solidFill>
                  <a:srgbClr val="000000"/>
                </a:solidFill>
                <a:latin typeface="Consolas" panose="020B0609020204030204" pitchFamily="49" charset="0"/>
              </a:rPr>
              <a:t>   </a:t>
            </a:r>
            <a:r>
              <a:rPr lang="en-US" sz="800">
                <a:solidFill>
                  <a:srgbClr val="2B91AF"/>
                </a:solidFill>
                <a:latin typeface="Consolas" panose="020B0609020204030204" pitchFamily="49" charset="0"/>
              </a:rPr>
              <a:t>BrickDataHelper</a:t>
            </a:r>
            <a:r>
              <a:rPr lang="en-US" sz="800">
                <a:solidFill>
                  <a:srgbClr val="000000"/>
                </a:solidFill>
                <a:latin typeface="Consolas" panose="020B0609020204030204" pitchFamily="49" charset="0"/>
              </a:rPr>
              <a:t>.GenerateBrickDataDictionary(</a:t>
            </a:r>
            <a:r>
              <a:rPr lang="en-US" sz="800">
                <a:solidFill>
                  <a:srgbClr val="2B91AF"/>
                </a:solidFill>
                <a:latin typeface="Consolas" panose="020B0609020204030204" pitchFamily="49" charset="0"/>
              </a:rPr>
              <a:t>Bricks</a:t>
            </a:r>
            <a:r>
              <a:rPr lang="en-US" sz="800">
                <a:solidFill>
                  <a:srgbClr val="000000"/>
                </a:solidFill>
                <a:latin typeface="Consolas" panose="020B0609020204030204" pitchFamily="49" charset="0"/>
              </a:rPr>
              <a:t>.HedgeFreeze, 1);</a:t>
            </a:r>
          </a:p>
          <a:p>
            <a:r>
              <a:rPr lang="en-US" sz="800">
                <a:solidFill>
                  <a:srgbClr val="000000"/>
                </a:solidFill>
                <a:latin typeface="Consolas" panose="020B0609020204030204" pitchFamily="49" charset="0"/>
              </a:rPr>
              <a:t>   </a:t>
            </a:r>
            <a:r>
              <a:rPr lang="en-US" sz="800">
                <a:solidFill>
                  <a:srgbClr val="2B91AF"/>
                </a:solidFill>
                <a:latin typeface="Consolas" panose="020B0609020204030204" pitchFamily="49" charset="0"/>
              </a:rPr>
              <a:t>Trace</a:t>
            </a:r>
            <a:r>
              <a:rPr lang="en-US" sz="800">
                <a:solidFill>
                  <a:srgbClr val="000000"/>
                </a:solidFill>
                <a:latin typeface="Consolas" panose="020B0609020204030204" pitchFamily="49" charset="0"/>
              </a:rPr>
              <a:t>.WriteLine(</a:t>
            </a:r>
            <a:r>
              <a:rPr lang="en-US" sz="800">
                <a:solidFill>
                  <a:srgbClr val="A31515"/>
                </a:solidFill>
                <a:latin typeface="Consolas" panose="020B0609020204030204" pitchFamily="49" charset="0"/>
              </a:rPr>
              <a:t>$"----- Bricks were successfully initialized, with setup name: </a:t>
            </a:r>
          </a:p>
          <a:p>
            <a:r>
              <a:rPr lang="en-US" sz="800">
                <a:solidFill>
                  <a:srgbClr val="A31515"/>
                </a:solidFill>
                <a:latin typeface="Consolas" panose="020B0609020204030204" pitchFamily="49" charset="0"/>
              </a:rPr>
              <a:t>           </a:t>
            </a:r>
            <a:r>
              <a:rPr lang="en-US" sz="800">
                <a:solidFill>
                  <a:srgbClr val="000000"/>
                </a:solidFill>
                <a:latin typeface="Consolas" panose="020B0609020204030204" pitchFamily="49" charset="0"/>
              </a:rPr>
              <a:t>{</a:t>
            </a:r>
            <a:r>
              <a:rPr lang="en-US" sz="800">
                <a:solidFill>
                  <a:srgbClr val="2B91AF"/>
                </a:solidFill>
                <a:latin typeface="Consolas" panose="020B0609020204030204" pitchFamily="49" charset="0"/>
              </a:rPr>
              <a:t>BrickDataHelper</a:t>
            </a:r>
            <a:r>
              <a:rPr lang="en-US" sz="800">
                <a:solidFill>
                  <a:srgbClr val="000000"/>
                </a:solidFill>
                <a:latin typeface="Consolas" panose="020B0609020204030204" pitchFamily="49" charset="0"/>
              </a:rPr>
              <a:t>.GetFieldValueFromBrickDataDictionary(name)}</a:t>
            </a:r>
            <a:r>
              <a:rPr lang="en-US" sz="800">
                <a:solidFill>
                  <a:srgbClr val="A31515"/>
                </a:solidFill>
                <a:latin typeface="Consolas" panose="020B0609020204030204" pitchFamily="49" charset="0"/>
              </a:rPr>
              <a:t>"</a:t>
            </a:r>
            <a:r>
              <a:rPr lang="en-US" sz="800">
                <a:solidFill>
                  <a:srgbClr val="000000"/>
                </a:solidFill>
                <a:latin typeface="Consolas" panose="020B0609020204030204" pitchFamily="49" charset="0"/>
              </a:rPr>
              <a:t>);</a:t>
            </a:r>
          </a:p>
          <a:p>
            <a:r>
              <a:rPr lang="en-US" sz="800">
                <a:solidFill>
                  <a:srgbClr val="000000"/>
                </a:solidFill>
                <a:latin typeface="Consolas" panose="020B0609020204030204" pitchFamily="49" charset="0"/>
              </a:rPr>
              <a:t>   Form = </a:t>
            </a:r>
            <a:r>
              <a:rPr lang="en-US" sz="800">
                <a:solidFill>
                  <a:srgbClr val="2B91AF"/>
                </a:solidFill>
                <a:latin typeface="Consolas" panose="020B0609020204030204" pitchFamily="49" charset="0"/>
              </a:rPr>
              <a:t>HedgeEffectivenessForm</a:t>
            </a:r>
            <a:r>
              <a:rPr lang="en-US" sz="800">
                <a:solidFill>
                  <a:srgbClr val="000000"/>
                </a:solidFill>
                <a:latin typeface="Consolas" panose="020B0609020204030204" pitchFamily="49" charset="0"/>
              </a:rPr>
              <a:t>.Launch();</a:t>
            </a:r>
          </a:p>
          <a:p>
            <a:r>
              <a:rPr lang="en-US" sz="800">
                <a:solidFill>
                  <a:srgbClr val="000000"/>
                </a:solidFill>
                <a:latin typeface="Consolas" panose="020B0609020204030204" pitchFamily="49" charset="0"/>
              </a:rPr>
              <a:t>   Form.HedgeID.SetValueAndValidate(</a:t>
            </a:r>
            <a:r>
              <a:rPr lang="en-US" sz="800">
                <a:solidFill>
                  <a:srgbClr val="2B91AF"/>
                </a:solidFill>
                <a:latin typeface="Consolas" panose="020B0609020204030204" pitchFamily="49" charset="0"/>
              </a:rPr>
              <a:t>BrickDataHelper</a:t>
            </a:r>
            <a:r>
              <a:rPr lang="en-US" sz="800">
                <a:solidFill>
                  <a:srgbClr val="000000"/>
                </a:solidFill>
                <a:latin typeface="Consolas" panose="020B0609020204030204" pitchFamily="49" charset="0"/>
              </a:rPr>
              <a:t>.GetFieldValueFromBrickDataDictionary(name)); </a:t>
            </a:r>
          </a:p>
          <a:p>
            <a:r>
              <a:rPr lang="en-US" sz="800">
                <a:solidFill>
                  <a:srgbClr val="000000"/>
                </a:solidFill>
                <a:latin typeface="Consolas" panose="020B0609020204030204" pitchFamily="49" charset="0"/>
              </a:rPr>
              <a:t>   Form.WaitForApplicationState(</a:t>
            </a:r>
            <a:r>
              <a:rPr lang="en-US" sz="800">
                <a:solidFill>
                  <a:srgbClr val="A31515"/>
                </a:solidFill>
                <a:latin typeface="Consolas" panose="020B0609020204030204" pitchFamily="49" charset="0"/>
              </a:rPr>
              <a:t>"Update"</a:t>
            </a:r>
            <a:r>
              <a:rPr lang="en-US" sz="800">
                <a:solidFill>
                  <a:srgbClr val="000000"/>
                </a:solidFill>
                <a:latin typeface="Consolas" panose="020B0609020204030204" pitchFamily="49" charset="0"/>
              </a:rPr>
              <a:t>);</a:t>
            </a:r>
          </a:p>
          <a:p>
            <a:r>
              <a:rPr lang="en-US" sz="800">
                <a:solidFill>
                  <a:srgbClr val="000000"/>
                </a:solidFill>
                <a:latin typeface="Consolas" panose="020B0609020204030204" pitchFamily="49" charset="0"/>
              </a:rPr>
              <a:t>}</a:t>
            </a:r>
          </a:p>
          <a:p>
            <a:endParaRPr lang="en-US" sz="800">
              <a:solidFill>
                <a:srgbClr val="000000"/>
              </a:solidFill>
              <a:latin typeface="Consolas" panose="020B0609020204030204" pitchFamily="49" charset="0"/>
            </a:endParaRPr>
          </a:p>
          <a:p>
            <a:r>
              <a:rPr lang="sv-SE" sz="800">
                <a:solidFill>
                  <a:srgbClr val="000000"/>
                </a:solidFill>
                <a:latin typeface="Consolas" panose="020B0609020204030204" pitchFamily="49" charset="0"/>
              </a:rPr>
              <a:t>[</a:t>
            </a:r>
            <a:r>
              <a:rPr lang="sv-SE" sz="800">
                <a:solidFill>
                  <a:srgbClr val="2B91AF"/>
                </a:solidFill>
                <a:latin typeface="Consolas" panose="020B0609020204030204" pitchFamily="49" charset="0"/>
              </a:rPr>
              <a:t>When</a:t>
            </a:r>
            <a:r>
              <a:rPr lang="sv-SE" sz="800">
                <a:solidFill>
                  <a:srgbClr val="000000"/>
                </a:solidFill>
                <a:latin typeface="Consolas" panose="020B0609020204030204" pitchFamily="49" charset="0"/>
              </a:rPr>
              <a:t>(</a:t>
            </a:r>
            <a:r>
              <a:rPr lang="sv-SE" sz="800">
                <a:solidFill>
                  <a:srgbClr val="800000"/>
                </a:solidFill>
                <a:latin typeface="Consolas" panose="020B0609020204030204" pitchFamily="49" charset="0"/>
              </a:rPr>
              <a:t>@"user clicks '(.*)' button under '(.*)' menu"</a:t>
            </a:r>
            <a:r>
              <a:rPr lang="sv-SE" sz="800">
                <a:solidFill>
                  <a:srgbClr val="000000"/>
                </a:solidFill>
                <a:latin typeface="Consolas" panose="020B0609020204030204" pitchFamily="49" charset="0"/>
              </a:rPr>
              <a:t>)]</a:t>
            </a:r>
          </a:p>
          <a:p>
            <a:r>
              <a:rPr lang="en-US" sz="800">
                <a:solidFill>
                  <a:srgbClr val="0000FF"/>
                </a:solidFill>
                <a:latin typeface="Consolas" panose="020B0609020204030204" pitchFamily="49" charset="0"/>
              </a:rPr>
              <a:t>public</a:t>
            </a:r>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void</a:t>
            </a:r>
            <a:r>
              <a:rPr lang="en-US" sz="800">
                <a:solidFill>
                  <a:srgbClr val="000000"/>
                </a:solidFill>
                <a:latin typeface="Consolas" panose="020B0609020204030204" pitchFamily="49" charset="0"/>
              </a:rPr>
              <a:t> WhenUserClicksButtonUnderMenu(</a:t>
            </a:r>
            <a:r>
              <a:rPr lang="en-US" sz="800">
                <a:solidFill>
                  <a:srgbClr val="0000FF"/>
                </a:solidFill>
                <a:latin typeface="Consolas" panose="020B0609020204030204" pitchFamily="49" charset="0"/>
              </a:rPr>
              <a:t>string</a:t>
            </a:r>
            <a:r>
              <a:rPr lang="en-US" sz="800">
                <a:solidFill>
                  <a:srgbClr val="000000"/>
                </a:solidFill>
                <a:latin typeface="Consolas" panose="020B0609020204030204" pitchFamily="49" charset="0"/>
              </a:rPr>
              <a:t> buttonName, </a:t>
            </a:r>
            <a:r>
              <a:rPr lang="en-US" sz="800">
                <a:solidFill>
                  <a:srgbClr val="0000FF"/>
                </a:solidFill>
                <a:latin typeface="Consolas" panose="020B0609020204030204" pitchFamily="49" charset="0"/>
              </a:rPr>
              <a:t>string</a:t>
            </a:r>
            <a:r>
              <a:rPr lang="en-US" sz="800">
                <a:solidFill>
                  <a:srgbClr val="000000"/>
                </a:solidFill>
                <a:latin typeface="Consolas" panose="020B0609020204030204" pitchFamily="49" charset="0"/>
              </a:rPr>
              <a:t> menuName) {</a:t>
            </a:r>
          </a:p>
          <a:p>
            <a:r>
              <a:rPr lang="en-US" sz="800">
                <a:solidFill>
                  <a:srgbClr val="000000"/>
                </a:solidFill>
                <a:latin typeface="Consolas" panose="020B0609020204030204" pitchFamily="49" charset="0"/>
              </a:rPr>
              <a:t>    Form.MenuBar.MenuItems[menuName].Buttons[buttonName].Click();</a:t>
            </a:r>
          </a:p>
          <a:p>
            <a:r>
              <a:rPr lang="en-US" sz="800">
                <a:solidFill>
                  <a:srgbClr val="000000"/>
                </a:solidFill>
                <a:latin typeface="Consolas" panose="020B0609020204030204" pitchFamily="49" charset="0"/>
              </a:rPr>
              <a:t>    </a:t>
            </a:r>
            <a:r>
              <a:rPr lang="en-US" sz="800">
                <a:solidFill>
                  <a:srgbClr val="2B91AF"/>
                </a:solidFill>
                <a:latin typeface="Consolas" panose="020B0609020204030204" pitchFamily="49" charset="0"/>
              </a:rPr>
              <a:t>Wait</a:t>
            </a:r>
            <a:r>
              <a:rPr lang="en-US" sz="800">
                <a:solidFill>
                  <a:srgbClr val="000000"/>
                </a:solidFill>
                <a:latin typeface="Consolas" panose="020B0609020204030204" pitchFamily="49" charset="0"/>
              </a:rPr>
              <a:t>.Until(() =&gt; Form.IsReady, </a:t>
            </a:r>
            <a:r>
              <a:rPr lang="en-US" sz="800">
                <a:solidFill>
                  <a:srgbClr val="2B91AF"/>
                </a:solidFill>
                <a:latin typeface="Consolas" panose="020B0609020204030204" pitchFamily="49" charset="0"/>
              </a:rPr>
              <a:t>TimeInterval</a:t>
            </a:r>
            <a:r>
              <a:rPr lang="en-US" sz="800">
                <a:solidFill>
                  <a:srgbClr val="000000"/>
                </a:solidFill>
                <a:latin typeface="Consolas" panose="020B0609020204030204" pitchFamily="49" charset="0"/>
              </a:rPr>
              <a:t>.ShortMedium);</a:t>
            </a:r>
          </a:p>
          <a:p>
            <a:r>
              <a:rPr lang="en-US" sz="800">
                <a:solidFill>
                  <a:srgbClr val="000000"/>
                </a:solidFill>
                <a:latin typeface="Consolas" panose="020B0609020204030204" pitchFamily="49" charset="0"/>
              </a:rPr>
              <a:t>}</a:t>
            </a:r>
          </a:p>
          <a:p>
            <a:endParaRPr lang="en-US" sz="800">
              <a:solidFill>
                <a:srgbClr val="000000"/>
              </a:solidFill>
              <a:latin typeface="Consolas" panose="020B0609020204030204" pitchFamily="49" charset="0"/>
            </a:endParaRPr>
          </a:p>
          <a:p>
            <a:r>
              <a:rPr lang="en-US" sz="800">
                <a:solidFill>
                  <a:srgbClr val="000000"/>
                </a:solidFill>
                <a:latin typeface="Consolas" panose="020B0609020204030204" pitchFamily="49" charset="0"/>
              </a:rPr>
              <a:t>[</a:t>
            </a:r>
            <a:r>
              <a:rPr lang="en-US" sz="800">
                <a:solidFill>
                  <a:srgbClr val="2B91AF"/>
                </a:solidFill>
                <a:latin typeface="Consolas" panose="020B0609020204030204" pitchFamily="49" charset="0"/>
              </a:rPr>
              <a:t>Then</a:t>
            </a:r>
            <a:r>
              <a:rPr lang="en-US" sz="800">
                <a:solidFill>
                  <a:srgbClr val="000000"/>
                </a:solidFill>
                <a:latin typeface="Consolas" panose="020B0609020204030204" pitchFamily="49" charset="0"/>
              </a:rPr>
              <a:t>(</a:t>
            </a:r>
            <a:r>
              <a:rPr lang="en-US" sz="800">
                <a:solidFill>
                  <a:srgbClr val="800000"/>
                </a:solidFill>
                <a:latin typeface="Consolas" panose="020B0609020204030204" pitchFamily="49" charset="0"/>
              </a:rPr>
              <a:t>@"'(.*)' field is empty"</a:t>
            </a:r>
            <a:r>
              <a:rPr lang="en-US" sz="800">
                <a:solidFill>
                  <a:srgbClr val="000000"/>
                </a:solidFill>
                <a:latin typeface="Consolas" panose="020B0609020204030204" pitchFamily="49" charset="0"/>
              </a:rPr>
              <a:t>)]</a:t>
            </a:r>
          </a:p>
          <a:p>
            <a:r>
              <a:rPr lang="en-US" sz="800">
                <a:solidFill>
                  <a:srgbClr val="0000FF"/>
                </a:solidFill>
                <a:latin typeface="Consolas" panose="020B0609020204030204" pitchFamily="49" charset="0"/>
              </a:rPr>
              <a:t>public</a:t>
            </a:r>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void</a:t>
            </a:r>
            <a:r>
              <a:rPr lang="en-US" sz="800">
                <a:solidFill>
                  <a:srgbClr val="000000"/>
                </a:solidFill>
                <a:latin typeface="Consolas" panose="020B0609020204030204" pitchFamily="49" charset="0"/>
              </a:rPr>
              <a:t> ThenFieldIsEmpty(</a:t>
            </a:r>
            <a:r>
              <a:rPr lang="en-US" sz="800">
                <a:solidFill>
                  <a:srgbClr val="0000FF"/>
                </a:solidFill>
                <a:latin typeface="Consolas" panose="020B0609020204030204" pitchFamily="49" charset="0"/>
              </a:rPr>
              <a:t>string</a:t>
            </a:r>
            <a:r>
              <a:rPr lang="en-US" sz="800">
                <a:solidFill>
                  <a:srgbClr val="000000"/>
                </a:solidFill>
                <a:latin typeface="Consolas" panose="020B0609020204030204" pitchFamily="49" charset="0"/>
              </a:rPr>
              <a:t> fieldName) {</a:t>
            </a:r>
          </a:p>
          <a:p>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var</a:t>
            </a:r>
            <a:r>
              <a:rPr lang="en-US" sz="800">
                <a:solidFill>
                  <a:srgbClr val="000000"/>
                </a:solidFill>
                <a:latin typeface="Consolas" panose="020B0609020204030204" pitchFamily="49" charset="0"/>
              </a:rPr>
              <a:t> fieldControl = Form.GetType().GetProperty(fieldName)?.GetValue(Form);</a:t>
            </a:r>
          </a:p>
          <a:p>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var</a:t>
            </a:r>
            <a:r>
              <a:rPr lang="en-US" sz="800">
                <a:solidFill>
                  <a:srgbClr val="000000"/>
                </a:solidFill>
                <a:latin typeface="Consolas" panose="020B0609020204030204" pitchFamily="49" charset="0"/>
              </a:rPr>
              <a:t> fieldControlValue = fieldControl?.GetType().GetProperty(</a:t>
            </a:r>
            <a:r>
              <a:rPr lang="en-US" sz="800">
                <a:solidFill>
                  <a:srgbClr val="A31515"/>
                </a:solidFill>
                <a:latin typeface="Consolas" panose="020B0609020204030204" pitchFamily="49" charset="0"/>
              </a:rPr>
              <a:t>"Value"</a:t>
            </a:r>
            <a:r>
              <a:rPr lang="en-US" sz="800">
                <a:solidFill>
                  <a:srgbClr val="000000"/>
                </a:solidFill>
                <a:latin typeface="Consolas" panose="020B0609020204030204" pitchFamily="49" charset="0"/>
              </a:rPr>
              <a:t>)?.GetValue(fieldControl);</a:t>
            </a:r>
          </a:p>
          <a:p>
            <a:r>
              <a:rPr lang="en-US" sz="800">
                <a:solidFill>
                  <a:srgbClr val="000000"/>
                </a:solidFill>
                <a:latin typeface="Consolas" panose="020B0609020204030204" pitchFamily="49" charset="0"/>
              </a:rPr>
              <a:t>    </a:t>
            </a:r>
            <a:r>
              <a:rPr lang="en-US" sz="800">
                <a:solidFill>
                  <a:srgbClr val="2B91AF"/>
                </a:solidFill>
                <a:latin typeface="Consolas" panose="020B0609020204030204" pitchFamily="49" charset="0"/>
              </a:rPr>
              <a:t>UIAssert</a:t>
            </a:r>
            <a:r>
              <a:rPr lang="en-US" sz="800">
                <a:solidFill>
                  <a:srgbClr val="000000"/>
                </a:solidFill>
                <a:latin typeface="Consolas" panose="020B0609020204030204" pitchFamily="49" charset="0"/>
              </a:rPr>
              <a:t>.AreEqual(</a:t>
            </a:r>
            <a:r>
              <a:rPr lang="en-US" sz="800">
                <a:solidFill>
                  <a:srgbClr val="A31515"/>
                </a:solidFill>
                <a:latin typeface="Consolas" panose="020B0609020204030204" pitchFamily="49" charset="0"/>
              </a:rPr>
              <a:t>""</a:t>
            </a:r>
            <a:r>
              <a:rPr lang="en-US" sz="800">
                <a:solidFill>
                  <a:srgbClr val="000000"/>
                </a:solidFill>
                <a:latin typeface="Consolas" panose="020B0609020204030204" pitchFamily="49" charset="0"/>
              </a:rPr>
              <a:t>, fieldControlValue, </a:t>
            </a:r>
            <a:r>
              <a:rPr lang="en-US" sz="800">
                <a:solidFill>
                  <a:srgbClr val="A31515"/>
                </a:solidFill>
                <a:latin typeface="Consolas" panose="020B0609020204030204" pitchFamily="49" charset="0"/>
              </a:rPr>
              <a:t>$"'</a:t>
            </a:r>
            <a:r>
              <a:rPr lang="en-US" sz="800">
                <a:solidFill>
                  <a:srgbClr val="000000"/>
                </a:solidFill>
                <a:latin typeface="Consolas" panose="020B0609020204030204" pitchFamily="49" charset="0"/>
              </a:rPr>
              <a:t>{fieldName}</a:t>
            </a:r>
            <a:r>
              <a:rPr lang="en-US" sz="800">
                <a:solidFill>
                  <a:srgbClr val="A31515"/>
                </a:solidFill>
                <a:latin typeface="Consolas" panose="020B0609020204030204" pitchFamily="49" charset="0"/>
              </a:rPr>
              <a:t>' field is not empty"</a:t>
            </a:r>
            <a:r>
              <a:rPr lang="en-US" sz="800">
                <a:solidFill>
                  <a:srgbClr val="000000"/>
                </a:solidFill>
                <a:latin typeface="Consolas" panose="020B0609020204030204" pitchFamily="49" charset="0"/>
              </a:rPr>
              <a:t>);</a:t>
            </a:r>
          </a:p>
          <a:p>
            <a:r>
              <a:rPr lang="en-US" sz="800">
                <a:solidFill>
                  <a:srgbClr val="000000"/>
                </a:solidFill>
                <a:latin typeface="Consolas" panose="020B0609020204030204" pitchFamily="49" charset="0"/>
              </a:rPr>
              <a:t>}</a:t>
            </a:r>
            <a:endParaRPr lang="en-US" sz="400">
              <a:latin typeface="+mn-lt"/>
            </a:endParaRPr>
          </a:p>
        </p:txBody>
      </p:sp>
      <p:sp>
        <p:nvSpPr>
          <p:cNvPr id="10" name="Left Brace 9">
            <a:extLst>
              <a:ext uri="{FF2B5EF4-FFF2-40B4-BE49-F238E27FC236}">
                <a16:creationId xmlns:a16="http://schemas.microsoft.com/office/drawing/2014/main" id="{AB5DD41F-8581-4487-A87C-873B5215156D}"/>
              </a:ext>
            </a:extLst>
          </p:cNvPr>
          <p:cNvSpPr/>
          <p:nvPr/>
        </p:nvSpPr>
        <p:spPr>
          <a:xfrm>
            <a:off x="5173287" y="1948902"/>
            <a:ext cx="187254" cy="1399888"/>
          </a:xfrm>
          <a:prstGeom prst="leftBrace">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Left Brace 10">
            <a:extLst>
              <a:ext uri="{FF2B5EF4-FFF2-40B4-BE49-F238E27FC236}">
                <a16:creationId xmlns:a16="http://schemas.microsoft.com/office/drawing/2014/main" id="{694ED64E-228A-437F-AC9B-269772EAE063}"/>
              </a:ext>
            </a:extLst>
          </p:cNvPr>
          <p:cNvSpPr/>
          <p:nvPr/>
        </p:nvSpPr>
        <p:spPr>
          <a:xfrm>
            <a:off x="5173287" y="3429000"/>
            <a:ext cx="187254" cy="2760663"/>
          </a:xfrm>
          <a:prstGeom prst="leftBrace">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EB555908-3FD8-4C4B-8497-78A32E7D3542}"/>
              </a:ext>
            </a:extLst>
          </p:cNvPr>
          <p:cNvCxnSpPr>
            <a:cxnSpLocks/>
          </p:cNvCxnSpPr>
          <p:nvPr/>
        </p:nvCxnSpPr>
        <p:spPr>
          <a:xfrm flipH="1">
            <a:off x="2711117" y="2648846"/>
            <a:ext cx="2277978" cy="1498038"/>
          </a:xfrm>
          <a:prstGeom prst="straightConnector1">
            <a:avLst/>
          </a:prstGeom>
          <a:noFill/>
          <a:ln>
            <a:solidFill>
              <a:schemeClr val="accent6"/>
            </a:solidFill>
            <a:tailEnd type="triangle"/>
          </a:ln>
          <a:effectLst/>
        </p:spPr>
        <p:style>
          <a:lnRef idx="1">
            <a:schemeClr val="accent1"/>
          </a:lnRef>
          <a:fillRef idx="3">
            <a:schemeClr val="accent1"/>
          </a:fillRef>
          <a:effectRef idx="2">
            <a:schemeClr val="accent1"/>
          </a:effectRef>
          <a:fontRef idx="minor">
            <a:schemeClr val="lt1"/>
          </a:fontRef>
        </p:style>
      </p:cxnSp>
      <p:cxnSp>
        <p:nvCxnSpPr>
          <p:cNvPr id="15" name="Straight Arrow Connector 14">
            <a:extLst>
              <a:ext uri="{FF2B5EF4-FFF2-40B4-BE49-F238E27FC236}">
                <a16:creationId xmlns:a16="http://schemas.microsoft.com/office/drawing/2014/main" id="{B39C2DC3-6590-42D7-B746-705693F0EDA9}"/>
              </a:ext>
            </a:extLst>
          </p:cNvPr>
          <p:cNvCxnSpPr>
            <a:cxnSpLocks/>
          </p:cNvCxnSpPr>
          <p:nvPr/>
        </p:nvCxnSpPr>
        <p:spPr>
          <a:xfrm flipH="1" flipV="1">
            <a:off x="2711117" y="4283242"/>
            <a:ext cx="2277978" cy="526090"/>
          </a:xfrm>
          <a:prstGeom prst="straightConnector1">
            <a:avLst/>
          </a:prstGeom>
          <a:noFill/>
          <a:ln>
            <a:solidFill>
              <a:schemeClr val="accent6"/>
            </a:solidFill>
            <a:tailEnd type="triangle"/>
          </a:ln>
          <a:effectLst/>
        </p:spPr>
        <p:style>
          <a:lnRef idx="1">
            <a:schemeClr val="accent1"/>
          </a:lnRef>
          <a:fillRef idx="3">
            <a:schemeClr val="accent1"/>
          </a:fillRef>
          <a:effectRef idx="2">
            <a:schemeClr val="accent1"/>
          </a:effectRef>
          <a:fontRef idx="minor">
            <a:schemeClr val="lt1"/>
          </a:fontRef>
        </p:style>
      </p:cxnSp>
    </p:spTree>
    <p:extLst>
      <p:ext uri="{BB962C8B-B14F-4D97-AF65-F5344CB8AC3E}">
        <p14:creationId xmlns:p14="http://schemas.microsoft.com/office/powerpoint/2010/main" val="42783409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15</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SpecFlow tasks. PREPARATION</a:t>
            </a:r>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rPr>
              <a:t>FINAL ASSIGNMENT</a:t>
            </a: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p:txBody>
          <a:bodyPr vert="horz" lIns="0" tIns="0" rIns="0" bIns="0" rtlCol="0">
            <a:noAutofit/>
          </a:bodyPr>
          <a:lstStyle/>
          <a:p>
            <a:pPr marL="0" indent="0" algn="just">
              <a:buNone/>
            </a:pPr>
            <a:r>
              <a:rPr lang="en-US"/>
              <a:t>Make sure that you have installed SpecFlow extension for Visual Studio.</a:t>
            </a:r>
          </a:p>
          <a:p>
            <a:pPr marL="0" indent="0" algn="just">
              <a:buNone/>
            </a:pPr>
            <a:r>
              <a:rPr lang="en-US"/>
              <a:t>Please restart Visual Studio after the extension installation.</a:t>
            </a:r>
          </a:p>
          <a:p>
            <a:pPr marL="0" indent="0" algn="just">
              <a:buNone/>
            </a:pPr>
            <a:endParaRPr lang="en-US"/>
          </a:p>
          <a:p>
            <a:pPr marL="0" indent="0" algn="just">
              <a:buNone/>
            </a:pPr>
            <a:endParaRPr lang="en-US"/>
          </a:p>
          <a:p>
            <a:pPr marL="0" indent="0" algn="just">
              <a:buNone/>
            </a:pPr>
            <a:endParaRPr lang="en-US"/>
          </a:p>
          <a:p>
            <a:pPr marL="0" indent="0" algn="just">
              <a:buNone/>
            </a:pPr>
            <a:endParaRPr lang="en-US"/>
          </a:p>
          <a:p>
            <a:pPr marL="0" indent="0" algn="just">
              <a:buNone/>
            </a:pPr>
            <a:endParaRPr lang="en-US"/>
          </a:p>
          <a:p>
            <a:pPr marL="0" indent="0" algn="just">
              <a:buNone/>
            </a:pPr>
            <a:endParaRPr lang="en-US"/>
          </a:p>
        </p:txBody>
      </p:sp>
      <p:pic>
        <p:nvPicPr>
          <p:cNvPr id="6" name="Graphic 5" descr="Flask">
            <a:extLst>
              <a:ext uri="{FF2B5EF4-FFF2-40B4-BE49-F238E27FC236}">
                <a16:creationId xmlns:a16="http://schemas.microsoft.com/office/drawing/2014/main" id="{B1FB2C1C-9307-400B-8B90-398449B0F69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43128" y="73497"/>
            <a:ext cx="914400" cy="914400"/>
          </a:xfrm>
          <a:prstGeom prst="rect">
            <a:avLst/>
          </a:prstGeom>
        </p:spPr>
      </p:pic>
      <p:pic>
        <p:nvPicPr>
          <p:cNvPr id="12" name="Picture 11">
            <a:extLst>
              <a:ext uri="{FF2B5EF4-FFF2-40B4-BE49-F238E27FC236}">
                <a16:creationId xmlns:a16="http://schemas.microsoft.com/office/drawing/2014/main" id="{DE0CF64A-F57C-41B9-9CD6-E8F5010F0D02}"/>
              </a:ext>
            </a:extLst>
          </p:cNvPr>
          <p:cNvPicPr>
            <a:picLocks noChangeAspect="1"/>
          </p:cNvPicPr>
          <p:nvPr/>
        </p:nvPicPr>
        <p:blipFill>
          <a:blip r:embed="rId5"/>
          <a:stretch>
            <a:fillRect/>
          </a:stretch>
        </p:blipFill>
        <p:spPr>
          <a:xfrm>
            <a:off x="672001" y="4538464"/>
            <a:ext cx="7217965" cy="1817914"/>
          </a:xfrm>
          <a:prstGeom prst="rect">
            <a:avLst/>
          </a:prstGeom>
        </p:spPr>
      </p:pic>
      <p:pic>
        <p:nvPicPr>
          <p:cNvPr id="14" name="Picture 13">
            <a:extLst>
              <a:ext uri="{FF2B5EF4-FFF2-40B4-BE49-F238E27FC236}">
                <a16:creationId xmlns:a16="http://schemas.microsoft.com/office/drawing/2014/main" id="{E1E6A68F-06D0-4F52-94ED-E54ED0D26977}"/>
              </a:ext>
            </a:extLst>
          </p:cNvPr>
          <p:cNvPicPr>
            <a:picLocks noChangeAspect="1"/>
          </p:cNvPicPr>
          <p:nvPr/>
        </p:nvPicPr>
        <p:blipFill>
          <a:blip r:embed="rId6"/>
          <a:stretch>
            <a:fillRect/>
          </a:stretch>
        </p:blipFill>
        <p:spPr>
          <a:xfrm>
            <a:off x="672001" y="2508991"/>
            <a:ext cx="5423999" cy="1916635"/>
          </a:xfrm>
          <a:prstGeom prst="rect">
            <a:avLst/>
          </a:prstGeom>
        </p:spPr>
      </p:pic>
    </p:spTree>
    <p:extLst>
      <p:ext uri="{BB962C8B-B14F-4D97-AF65-F5344CB8AC3E}">
        <p14:creationId xmlns:p14="http://schemas.microsoft.com/office/powerpoint/2010/main" val="42694877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16</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SpecFlow tasks</a:t>
            </a:r>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rPr>
              <a:t>FINAL ASSIGNMENT</a:t>
            </a: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p:txBody>
          <a:bodyPr vert="horz" lIns="0" tIns="0" rIns="0" bIns="0" rtlCol="0" anchor="t">
            <a:noAutofit/>
          </a:bodyPr>
          <a:lstStyle/>
          <a:p>
            <a:pPr marL="0" indent="0">
              <a:buNone/>
            </a:pPr>
            <a:r>
              <a:rPr lang="en-US">
                <a:cs typeface="Calibri"/>
              </a:rPr>
              <a:t>New integration tests should be added to</a:t>
            </a:r>
            <a:r>
              <a:rPr lang="en-US">
                <a:solidFill>
                  <a:srgbClr val="2B91AF"/>
                </a:solidFill>
                <a:latin typeface="Consolas"/>
                <a:cs typeface="Calibri"/>
              </a:rPr>
              <a:t> </a:t>
            </a:r>
            <a:r>
              <a:rPr lang="en-US" err="1">
                <a:solidFill>
                  <a:srgbClr val="2B91AF"/>
                </a:solidFill>
                <a:latin typeface="Consolas"/>
                <a:cs typeface="Calibri"/>
              </a:rPr>
              <a:t>IMS.Cource.CurrencyConverter.Application.IntegrationTest</a:t>
            </a:r>
            <a:r>
              <a:rPr lang="en-US">
                <a:solidFill>
                  <a:srgbClr val="2B91AF"/>
                </a:solidFill>
                <a:latin typeface="Consolas"/>
                <a:cs typeface="Calibri"/>
              </a:rPr>
              <a:t> </a:t>
            </a:r>
            <a:r>
              <a:rPr lang="en-US">
                <a:cs typeface="Calibri"/>
              </a:rPr>
              <a:t>project.</a:t>
            </a:r>
          </a:p>
          <a:p>
            <a:pPr marL="0" indent="0">
              <a:buNone/>
            </a:pPr>
            <a:r>
              <a:rPr lang="en-US">
                <a:latin typeface="Arial"/>
                <a:cs typeface="Arial"/>
              </a:rPr>
              <a:t>Place the new files in folder named with your initials.</a:t>
            </a:r>
            <a:endParaRPr lang="en-US"/>
          </a:p>
          <a:p>
            <a:pPr marL="0" indent="0">
              <a:buNone/>
            </a:pPr>
            <a:r>
              <a:rPr lang="en-US" sz="1800">
                <a:solidFill>
                  <a:srgbClr val="0000FF"/>
                </a:solidFill>
                <a:latin typeface="Consolas"/>
                <a:cs typeface="Calibri"/>
              </a:rPr>
              <a:t>Scenario</a:t>
            </a:r>
            <a:r>
              <a:rPr lang="en-US" sz="1800">
                <a:solidFill>
                  <a:srgbClr val="000000"/>
                </a:solidFill>
                <a:latin typeface="Consolas"/>
                <a:cs typeface="Calibri"/>
              </a:rPr>
              <a:t>: CurrencyConversion_1</a:t>
            </a:r>
          </a:p>
          <a:p>
            <a:pPr marL="0" indent="0">
              <a:buNone/>
            </a:pPr>
            <a:r>
              <a:rPr lang="en-US" sz="1800" i="1">
                <a:solidFill>
                  <a:srgbClr val="000000"/>
                </a:solidFill>
                <a:latin typeface="Consolas"/>
                <a:cs typeface="Calibri"/>
              </a:rPr>
              <a:t>As a user, I want to be sure that an error message appears if the Currency Cross field is empty after clicking the Convert button.</a:t>
            </a:r>
          </a:p>
          <a:p>
            <a:pPr marL="379095" lvl="1"/>
            <a:r>
              <a:rPr lang="en-US" i="0">
                <a:solidFill>
                  <a:srgbClr val="0000FF"/>
                </a:solidFill>
                <a:latin typeface="Consolas"/>
                <a:cs typeface="Calibri"/>
              </a:rPr>
              <a:t>Given </a:t>
            </a:r>
            <a:r>
              <a:rPr lang="en-US" i="0">
                <a:solidFill>
                  <a:srgbClr val="000000"/>
                </a:solidFill>
                <a:latin typeface="Consolas"/>
                <a:cs typeface="Calibri"/>
              </a:rPr>
              <a:t>Currency Converter form is launched, and all necessary fields are populated with values</a:t>
            </a:r>
            <a:endParaRPr lang="en-US" i="0">
              <a:solidFill>
                <a:srgbClr val="0000FF"/>
              </a:solidFill>
              <a:latin typeface="Consolas"/>
              <a:cs typeface="Calibri"/>
            </a:endParaRPr>
          </a:p>
          <a:p>
            <a:pPr marL="379095" lvl="1"/>
            <a:r>
              <a:rPr lang="en-US" i="0">
                <a:solidFill>
                  <a:srgbClr val="0000FF"/>
                </a:solidFill>
                <a:latin typeface="Consolas"/>
                <a:cs typeface="Calibri"/>
              </a:rPr>
              <a:t>When </a:t>
            </a:r>
            <a:r>
              <a:rPr lang="en-US" i="0">
                <a:solidFill>
                  <a:srgbClr val="000000"/>
                </a:solidFill>
                <a:latin typeface="Consolas"/>
                <a:cs typeface="Calibri"/>
              </a:rPr>
              <a:t>‘</a:t>
            </a:r>
            <a:r>
              <a:rPr lang="en-US" i="1">
                <a:solidFill>
                  <a:srgbClr val="646464"/>
                </a:solidFill>
                <a:latin typeface="Consolas"/>
                <a:cs typeface="Calibri"/>
              </a:rPr>
              <a:t>Currency Cross</a:t>
            </a:r>
            <a:r>
              <a:rPr lang="en-US" i="0">
                <a:solidFill>
                  <a:srgbClr val="000000"/>
                </a:solidFill>
                <a:latin typeface="Consolas"/>
                <a:cs typeface="Calibri"/>
              </a:rPr>
              <a:t>' field is empty</a:t>
            </a:r>
          </a:p>
          <a:p>
            <a:pPr marL="379095" lvl="1"/>
            <a:r>
              <a:rPr lang="en-US">
                <a:solidFill>
                  <a:srgbClr val="0000FF"/>
                </a:solidFill>
                <a:latin typeface="Consolas"/>
                <a:cs typeface="Calibri"/>
              </a:rPr>
              <a:t>And</a:t>
            </a:r>
            <a:r>
              <a:rPr lang="en-US">
                <a:solidFill>
                  <a:srgbClr val="000000"/>
                </a:solidFill>
                <a:latin typeface="Consolas"/>
                <a:cs typeface="Calibri"/>
              </a:rPr>
              <a:t> User press ‘</a:t>
            </a:r>
            <a:r>
              <a:rPr lang="en-US" i="1">
                <a:solidFill>
                  <a:srgbClr val="646464"/>
                </a:solidFill>
                <a:latin typeface="Consolas"/>
                <a:cs typeface="Calibri"/>
              </a:rPr>
              <a:t>Convert</a:t>
            </a:r>
            <a:r>
              <a:rPr lang="en-US">
                <a:solidFill>
                  <a:srgbClr val="000000"/>
                </a:solidFill>
                <a:latin typeface="Consolas"/>
                <a:cs typeface="Calibri"/>
              </a:rPr>
              <a:t>’ button</a:t>
            </a:r>
          </a:p>
          <a:p>
            <a:pPr marL="379095" lvl="1"/>
            <a:r>
              <a:rPr lang="en-US">
                <a:solidFill>
                  <a:srgbClr val="0000FF"/>
                </a:solidFill>
                <a:latin typeface="Consolas"/>
                <a:cs typeface="Calibri"/>
              </a:rPr>
              <a:t>Then</a:t>
            </a:r>
            <a:r>
              <a:rPr lang="en-US" i="0">
                <a:solidFill>
                  <a:srgbClr val="000000"/>
                </a:solidFill>
                <a:latin typeface="Consolas"/>
                <a:cs typeface="Calibri"/>
              </a:rPr>
              <a:t> Error message appears ‘</a:t>
            </a:r>
            <a:r>
              <a:rPr lang="en-US" i="1">
                <a:solidFill>
                  <a:srgbClr val="646464"/>
                </a:solidFill>
                <a:latin typeface="Consolas"/>
                <a:cs typeface="Calibri"/>
              </a:rPr>
              <a:t>Currency Cross cannot be empty</a:t>
            </a:r>
            <a:r>
              <a:rPr lang="en-US" i="0">
                <a:solidFill>
                  <a:srgbClr val="000000"/>
                </a:solidFill>
                <a:latin typeface="Consolas"/>
                <a:cs typeface="Calibri"/>
              </a:rPr>
              <a:t>’</a:t>
            </a:r>
          </a:p>
          <a:p>
            <a:pPr marL="9525" indent="0" algn="just">
              <a:spcAft>
                <a:spcPts val="600"/>
              </a:spcAft>
              <a:buNone/>
            </a:pPr>
            <a:r>
              <a:rPr lang="en-US">
                <a:cs typeface="Calibri"/>
              </a:rPr>
              <a:t>Check-in your changes and ask your coach for a code review.</a:t>
            </a:r>
            <a:endParaRPr lang="en-US" sz="1800" b="1">
              <a:cs typeface="Calibri"/>
            </a:endParaRPr>
          </a:p>
          <a:p>
            <a:pPr marL="379095" lvl="1"/>
            <a:endParaRPr lang="en-US" i="0">
              <a:solidFill>
                <a:srgbClr val="000000"/>
              </a:solidFill>
              <a:latin typeface="Consolas" panose="020B0609020204030204" pitchFamily="49" charset="0"/>
            </a:endParaRPr>
          </a:p>
        </p:txBody>
      </p:sp>
      <p:pic>
        <p:nvPicPr>
          <p:cNvPr id="6" name="Graphic 5" descr="Flask">
            <a:extLst>
              <a:ext uri="{FF2B5EF4-FFF2-40B4-BE49-F238E27FC236}">
                <a16:creationId xmlns:a16="http://schemas.microsoft.com/office/drawing/2014/main" id="{B1FB2C1C-9307-400B-8B90-398449B0F69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37736869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17</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SpecFlow tasks</a:t>
            </a:r>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rPr>
              <a:t>FINAL ASSIGNMENT</a:t>
            </a: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p:txBody>
          <a:bodyPr vert="horz" lIns="0" tIns="0" rIns="0" bIns="0" rtlCol="0">
            <a:noAutofit/>
          </a:bodyPr>
          <a:lstStyle/>
          <a:p>
            <a:pPr marL="0" indent="0">
              <a:buNone/>
            </a:pPr>
            <a:r>
              <a:rPr lang="en-US" sz="1800">
                <a:solidFill>
                  <a:srgbClr val="0000FF"/>
                </a:solidFill>
                <a:latin typeface="Consolas" panose="020B0609020204030204" pitchFamily="49" charset="0"/>
              </a:rPr>
              <a:t>Scenario</a:t>
            </a:r>
            <a:r>
              <a:rPr lang="en-US" sz="1800">
                <a:solidFill>
                  <a:srgbClr val="000000"/>
                </a:solidFill>
                <a:latin typeface="Consolas" panose="020B0609020204030204" pitchFamily="49" charset="0"/>
              </a:rPr>
              <a:t>: CurrencyConversion_3</a:t>
            </a:r>
          </a:p>
          <a:p>
            <a:pPr marL="0" indent="0">
              <a:buNone/>
            </a:pPr>
            <a:r>
              <a:rPr lang="en-US" sz="1800" i="1">
                <a:solidFill>
                  <a:srgbClr val="000000"/>
                </a:solidFill>
                <a:latin typeface="Consolas" panose="020B0609020204030204" pitchFamily="49" charset="0"/>
              </a:rPr>
              <a:t>As a user, I want to be sure that </a:t>
            </a:r>
            <a:r>
              <a:rPr lang="en-US" i="1">
                <a:solidFill>
                  <a:srgbClr val="000000"/>
                </a:solidFill>
                <a:latin typeface="Consolas" panose="020B0609020204030204" pitchFamily="49" charset="0"/>
              </a:rPr>
              <a:t>Clear shortcut (Ctrl + R) </a:t>
            </a:r>
            <a:r>
              <a:rPr lang="en-US" sz="1800" i="1">
                <a:solidFill>
                  <a:srgbClr val="000000"/>
                </a:solidFill>
                <a:latin typeface="Consolas" panose="020B0609020204030204" pitchFamily="49" charset="0"/>
              </a:rPr>
              <a:t>clears all data from the input and output fields on the form.</a:t>
            </a:r>
          </a:p>
          <a:p>
            <a:pPr lvl="1"/>
            <a:r>
              <a:rPr lang="en-US" i="0">
                <a:solidFill>
                  <a:srgbClr val="0000FF"/>
                </a:solidFill>
                <a:latin typeface="Consolas" panose="020B0609020204030204" pitchFamily="49" charset="0"/>
              </a:rPr>
              <a:t>Given </a:t>
            </a:r>
            <a:r>
              <a:rPr lang="en-US" i="0">
                <a:solidFill>
                  <a:srgbClr val="000000"/>
                </a:solidFill>
                <a:latin typeface="Consolas" panose="020B0609020204030204" pitchFamily="49" charset="0"/>
              </a:rPr>
              <a:t>Currency Converter form is launched, and initial exchange rate data exists</a:t>
            </a:r>
            <a:endParaRPr lang="en-US" i="0">
              <a:solidFill>
                <a:srgbClr val="0000FF"/>
              </a:solidFill>
              <a:latin typeface="Consolas" panose="020B0609020204030204" pitchFamily="49" charset="0"/>
            </a:endParaRPr>
          </a:p>
          <a:p>
            <a:pPr lvl="1"/>
            <a:r>
              <a:rPr lang="en-US">
                <a:solidFill>
                  <a:srgbClr val="0000FF"/>
                </a:solidFill>
                <a:latin typeface="Consolas" panose="020B0609020204030204" pitchFamily="49" charset="0"/>
              </a:rPr>
              <a:t>When</a:t>
            </a:r>
            <a:r>
              <a:rPr lang="en-US">
                <a:solidFill>
                  <a:srgbClr val="000000"/>
                </a:solidFill>
                <a:latin typeface="Consolas" panose="020B0609020204030204" pitchFamily="49" charset="0"/>
              </a:rPr>
              <a:t> User press ‘</a:t>
            </a:r>
            <a:r>
              <a:rPr lang="en-US" i="1">
                <a:solidFill>
                  <a:srgbClr val="646464"/>
                </a:solidFill>
                <a:latin typeface="Consolas" panose="020B0609020204030204" pitchFamily="49" charset="0"/>
              </a:rPr>
              <a:t>Convert</a:t>
            </a:r>
            <a:r>
              <a:rPr lang="en-US">
                <a:solidFill>
                  <a:srgbClr val="000000"/>
                </a:solidFill>
                <a:latin typeface="Consolas" panose="020B0609020204030204" pitchFamily="49" charset="0"/>
              </a:rPr>
              <a:t>’ button</a:t>
            </a:r>
          </a:p>
          <a:p>
            <a:pPr lvl="1"/>
            <a:r>
              <a:rPr lang="en-US">
                <a:solidFill>
                  <a:srgbClr val="0000FF"/>
                </a:solidFill>
                <a:latin typeface="Consolas" panose="020B0609020204030204" pitchFamily="49" charset="0"/>
              </a:rPr>
              <a:t>And</a:t>
            </a:r>
            <a:r>
              <a:rPr lang="en-US">
                <a:solidFill>
                  <a:srgbClr val="000000"/>
                </a:solidFill>
                <a:latin typeface="Consolas" panose="020B0609020204030204" pitchFamily="49" charset="0"/>
              </a:rPr>
              <a:t> User press ‘</a:t>
            </a:r>
            <a:r>
              <a:rPr lang="en-US" i="1">
                <a:solidFill>
                  <a:srgbClr val="646464"/>
                </a:solidFill>
                <a:latin typeface="Consolas" panose="020B0609020204030204" pitchFamily="49" charset="0"/>
              </a:rPr>
              <a:t>Ctrl + R</a:t>
            </a:r>
            <a:r>
              <a:rPr lang="en-US">
                <a:solidFill>
                  <a:srgbClr val="000000"/>
                </a:solidFill>
                <a:latin typeface="Consolas" panose="020B0609020204030204" pitchFamily="49" charset="0"/>
              </a:rPr>
              <a:t>’ combination</a:t>
            </a:r>
          </a:p>
          <a:p>
            <a:pPr lvl="1"/>
            <a:r>
              <a:rPr lang="en-US">
                <a:solidFill>
                  <a:srgbClr val="0000FF"/>
                </a:solidFill>
                <a:latin typeface="Consolas" panose="020B0609020204030204" pitchFamily="49" charset="0"/>
              </a:rPr>
              <a:t>Then </a:t>
            </a:r>
            <a:r>
              <a:rPr lang="en-US">
                <a:solidFill>
                  <a:srgbClr val="000000"/>
                </a:solidFill>
                <a:latin typeface="Consolas" panose="020B0609020204030204" pitchFamily="49" charset="0"/>
              </a:rPr>
              <a:t>All fields are empty</a:t>
            </a:r>
          </a:p>
          <a:p>
            <a:pPr marL="198438" lvl="1" indent="0">
              <a:buNone/>
            </a:pPr>
            <a:endParaRPr lang="en-US">
              <a:solidFill>
                <a:srgbClr val="000000"/>
              </a:solidFill>
              <a:latin typeface="Consolas" panose="020B0609020204030204" pitchFamily="49" charset="0"/>
            </a:endParaRPr>
          </a:p>
          <a:p>
            <a:pPr marL="9525" indent="0" algn="just">
              <a:spcAft>
                <a:spcPts val="600"/>
              </a:spcAft>
              <a:buNone/>
            </a:pPr>
            <a:r>
              <a:rPr lang="en-US"/>
              <a:t>Check-in your changes and ask your coach for a code review.</a:t>
            </a:r>
            <a:endParaRPr lang="en-US" sz="1800" b="1"/>
          </a:p>
          <a:p>
            <a:pPr marL="198438" lvl="1" indent="0">
              <a:buNone/>
            </a:pPr>
            <a:endParaRPr lang="en-US">
              <a:solidFill>
                <a:srgbClr val="000000"/>
              </a:solidFill>
              <a:latin typeface="Consolas" panose="020B0609020204030204" pitchFamily="49" charset="0"/>
            </a:endParaRPr>
          </a:p>
        </p:txBody>
      </p:sp>
      <p:pic>
        <p:nvPicPr>
          <p:cNvPr id="6" name="Graphic 5" descr="Flask">
            <a:extLst>
              <a:ext uri="{FF2B5EF4-FFF2-40B4-BE49-F238E27FC236}">
                <a16:creationId xmlns:a16="http://schemas.microsoft.com/office/drawing/2014/main" id="{B1FB2C1C-9307-400B-8B90-398449B0F69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6524696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18</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SpecFlow tasks. ADVANCED</a:t>
            </a:r>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rPr>
              <a:t>FINAL ASSIGNMENT</a:t>
            </a: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p:txBody>
          <a:bodyPr vert="horz" lIns="0" tIns="0" rIns="0" bIns="0" rtlCol="0">
            <a:noAutofit/>
          </a:bodyPr>
          <a:lstStyle/>
          <a:p>
            <a:pPr marL="0" indent="0">
              <a:buNone/>
            </a:pPr>
            <a:r>
              <a:rPr lang="en-US" sz="1800">
                <a:solidFill>
                  <a:srgbClr val="0000FF"/>
                </a:solidFill>
                <a:latin typeface="Consolas" panose="020B0609020204030204" pitchFamily="49" charset="0"/>
              </a:rPr>
              <a:t>Scenario</a:t>
            </a:r>
            <a:r>
              <a:rPr lang="en-US" sz="1800">
                <a:solidFill>
                  <a:srgbClr val="000000"/>
                </a:solidFill>
                <a:latin typeface="Consolas" panose="020B0609020204030204" pitchFamily="49" charset="0"/>
              </a:rPr>
              <a:t>: CurrencyConversion_2</a:t>
            </a:r>
          </a:p>
          <a:p>
            <a:pPr marL="0" indent="0">
              <a:buNone/>
            </a:pPr>
            <a:r>
              <a:rPr lang="en-US" sz="1800" i="1">
                <a:solidFill>
                  <a:srgbClr val="000000"/>
                </a:solidFill>
                <a:latin typeface="Consolas" panose="020B0609020204030204" pitchFamily="49" charset="0"/>
              </a:rPr>
              <a:t>As a user, I want to be sure that conversion result is </a:t>
            </a:r>
            <a:r>
              <a:rPr lang="en-US" i="1">
                <a:solidFill>
                  <a:srgbClr val="000000"/>
                </a:solidFill>
                <a:latin typeface="Consolas" panose="020B0609020204030204" pitchFamily="49" charset="0"/>
              </a:rPr>
              <a:t>displayed </a:t>
            </a:r>
            <a:r>
              <a:rPr lang="en-US" sz="1800" i="1">
                <a:solidFill>
                  <a:srgbClr val="000000"/>
                </a:solidFill>
                <a:latin typeface="Consolas" panose="020B0609020204030204" pitchFamily="49" charset="0"/>
              </a:rPr>
              <a:t>after clicking the Convert button.</a:t>
            </a:r>
          </a:p>
          <a:p>
            <a:pPr lvl="1"/>
            <a:r>
              <a:rPr lang="en-US" i="0">
                <a:solidFill>
                  <a:srgbClr val="0000FF"/>
                </a:solidFill>
                <a:latin typeface="Consolas" panose="020B0609020204030204" pitchFamily="49" charset="0"/>
              </a:rPr>
              <a:t>Given </a:t>
            </a:r>
            <a:r>
              <a:rPr lang="en-US" i="0">
                <a:solidFill>
                  <a:srgbClr val="000000"/>
                </a:solidFill>
                <a:latin typeface="Consolas" panose="020B0609020204030204" pitchFamily="49" charset="0"/>
              </a:rPr>
              <a:t>Currency Converter form is launched, and initial exchange rate data exists</a:t>
            </a:r>
            <a:endParaRPr lang="en-US" i="0">
              <a:solidFill>
                <a:srgbClr val="0000FF"/>
              </a:solidFill>
              <a:latin typeface="Consolas" panose="020B0609020204030204" pitchFamily="49" charset="0"/>
            </a:endParaRPr>
          </a:p>
          <a:p>
            <a:pPr lvl="1"/>
            <a:r>
              <a:rPr lang="en-US">
                <a:solidFill>
                  <a:srgbClr val="0000FF"/>
                </a:solidFill>
                <a:latin typeface="Consolas" panose="020B0609020204030204" pitchFamily="49" charset="0"/>
              </a:rPr>
              <a:t>When</a:t>
            </a:r>
            <a:r>
              <a:rPr lang="en-US">
                <a:solidFill>
                  <a:srgbClr val="000000"/>
                </a:solidFill>
                <a:latin typeface="Consolas" panose="020B0609020204030204" pitchFamily="49" charset="0"/>
              </a:rPr>
              <a:t> User press ‘</a:t>
            </a:r>
            <a:r>
              <a:rPr lang="en-US" i="1">
                <a:solidFill>
                  <a:srgbClr val="646464"/>
                </a:solidFill>
                <a:latin typeface="Consolas" panose="020B0609020204030204" pitchFamily="49" charset="0"/>
              </a:rPr>
              <a:t>Convert</a:t>
            </a:r>
            <a:r>
              <a:rPr lang="en-US">
                <a:solidFill>
                  <a:srgbClr val="000000"/>
                </a:solidFill>
                <a:latin typeface="Consolas" panose="020B0609020204030204" pitchFamily="49" charset="0"/>
              </a:rPr>
              <a:t>’ button</a:t>
            </a:r>
          </a:p>
          <a:p>
            <a:pPr lvl="1"/>
            <a:r>
              <a:rPr lang="en-US">
                <a:solidFill>
                  <a:srgbClr val="0000FF"/>
                </a:solidFill>
                <a:latin typeface="Consolas" panose="020B0609020204030204" pitchFamily="49" charset="0"/>
              </a:rPr>
              <a:t>Then </a:t>
            </a:r>
            <a:r>
              <a:rPr lang="en-US">
                <a:solidFill>
                  <a:srgbClr val="000000"/>
                </a:solidFill>
                <a:latin typeface="Consolas" panose="020B0609020204030204" pitchFamily="49" charset="0"/>
              </a:rPr>
              <a:t>‘</a:t>
            </a:r>
            <a:r>
              <a:rPr lang="en-US" i="1">
                <a:solidFill>
                  <a:srgbClr val="646464"/>
                </a:solidFill>
                <a:latin typeface="Consolas" panose="020B0609020204030204" pitchFamily="49" charset="0"/>
              </a:rPr>
              <a:t>Converted Amount</a:t>
            </a:r>
            <a:r>
              <a:rPr lang="en-US">
                <a:solidFill>
                  <a:srgbClr val="000000"/>
                </a:solidFill>
                <a:latin typeface="Consolas" panose="020B0609020204030204" pitchFamily="49" charset="0"/>
              </a:rPr>
              <a:t>’ field is not empty</a:t>
            </a:r>
          </a:p>
          <a:p>
            <a:pPr marL="198438" lvl="1" indent="0">
              <a:buNone/>
            </a:pPr>
            <a:endParaRPr lang="en-US">
              <a:solidFill>
                <a:srgbClr val="000000"/>
              </a:solidFill>
              <a:latin typeface="Consolas" panose="020B0609020204030204" pitchFamily="49" charset="0"/>
            </a:endParaRPr>
          </a:p>
          <a:p>
            <a:pPr marL="9525" indent="0" algn="just">
              <a:spcAft>
                <a:spcPts val="600"/>
              </a:spcAft>
              <a:buNone/>
            </a:pPr>
            <a:r>
              <a:rPr lang="en-US"/>
              <a:t>Check-in your changes and ask your coach for a code review.</a:t>
            </a:r>
            <a:endParaRPr lang="en-US" sz="1800" b="1"/>
          </a:p>
          <a:p>
            <a:pPr marL="198438" lvl="1" indent="0">
              <a:buNone/>
            </a:pPr>
            <a:endParaRPr lang="en-US">
              <a:solidFill>
                <a:srgbClr val="000000"/>
              </a:solidFill>
              <a:latin typeface="Consolas" panose="020B0609020204030204" pitchFamily="49" charset="0"/>
            </a:endParaRPr>
          </a:p>
        </p:txBody>
      </p:sp>
      <p:pic>
        <p:nvPicPr>
          <p:cNvPr id="6" name="Graphic 5" descr="Flask">
            <a:extLst>
              <a:ext uri="{FF2B5EF4-FFF2-40B4-BE49-F238E27FC236}">
                <a16:creationId xmlns:a16="http://schemas.microsoft.com/office/drawing/2014/main" id="{B1FB2C1C-9307-400B-8B90-398449B0F69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388074654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UNDO_REDO_REVISION" val="0"/>
</p:tagLst>
</file>

<file path=ppt/tags/tag2.xml><?xml version="1.0" encoding="utf-8"?>
<p:tagLst xmlns:a="http://schemas.openxmlformats.org/drawingml/2006/main" xmlns:r="http://schemas.openxmlformats.org/officeDocument/2006/relationships" xmlns:p="http://schemas.openxmlformats.org/presentationml/2006/main">
  <p:tag name="MIO_FALLBACK_LAYOUT" val="7"/>
  <p:tag name="MIO_SHOW_DATE" val="False"/>
  <p:tag name="MIO_SHOW_FOOTER" val="True"/>
  <p:tag name="MIO_SHOW_PAGENUMBER" val="True"/>
  <p:tag name="MIO_AVOID_BLANK_LAYOUT" val="False"/>
  <p:tag name="MIO_NUMBER_OF_VALID_LAYOUTS" val="9"/>
  <p:tag name="MIO_MST_COLOR_1" val="0,0,0,Dark 1"/>
  <p:tag name="MIO_MST_COLOR_2" val="255,255,255,Light 1"/>
  <p:tag name="MIO_MST_COLOR_3" val="38,53,66,Dark 2"/>
  <p:tag name="MIO_MST_COLOR_4" val="255,255,255,Light 2"/>
  <p:tag name="MIO_MST_COLOR_5" val="21,166,173,Accent 1"/>
  <p:tag name="MIO_MST_COLOR_6" val="147,228,249,Accent 2"/>
  <p:tag name="MIO_MST_COLOR_7" val="33,85,205,Accent 3"/>
  <p:tag name="MIO_MST_COLOR_8" val="29,109,127,Accent 4"/>
  <p:tag name="MIO_MST_COLOR_9" val="21,137,114,Accent 5"/>
  <p:tag name="MIO_MST_COLOR_10" val="204,204,204,Accent 6"/>
  <p:tag name="MIO_MST_COLOR_11" val="118,193,226,"/>
  <p:tag name="MIO_MST_COLOR_12" val="132,138,144,"/>
  <p:tag name="MIO_HDS" val="True"/>
  <p:tag name="MIO_EK" val="2277"/>
  <p:tag name="MIO_UPDATE" val="True"/>
  <p:tag name="MIO_VERSION" val="18.03.2016 15:43:41"/>
  <p:tag name="MIO_DBID" val="25C89224-3BD0-4DAE-9699-6AD9CAF4AB96"/>
  <p:tag name="MIO_LASTDOWNLOADED" val="20.03.2016 10:29:32"/>
  <p:tag name="MIO_OBJECTNAME" val="SimCorp New Template"/>
</p:tagLst>
</file>

<file path=ppt/theme/theme1.xml><?xml version="1.0" encoding="utf-8"?>
<a:theme xmlns:a="http://schemas.openxmlformats.org/drawingml/2006/main" name="SIMCORP">
  <a:themeElements>
    <a:clrScheme name="Custom 34">
      <a:dk1>
        <a:sysClr val="windowText" lastClr="000000"/>
      </a:dk1>
      <a:lt1>
        <a:sysClr val="window" lastClr="FFFFFF"/>
      </a:lt1>
      <a:dk2>
        <a:srgbClr val="2D465D"/>
      </a:dk2>
      <a:lt2>
        <a:srgbClr val="FFFFFF"/>
      </a:lt2>
      <a:accent1>
        <a:srgbClr val="15A6AD"/>
      </a:accent1>
      <a:accent2>
        <a:srgbClr val="00C8FF"/>
      </a:accent2>
      <a:accent3>
        <a:srgbClr val="2155CD"/>
      </a:accent3>
      <a:accent4>
        <a:srgbClr val="1D6D7F"/>
      </a:accent4>
      <a:accent5>
        <a:srgbClr val="158972"/>
      </a:accent5>
      <a:accent6>
        <a:srgbClr val="CCCCCC"/>
      </a:accent6>
      <a:hlink>
        <a:srgbClr val="00C8FF"/>
      </a:hlink>
      <a:folHlink>
        <a:srgbClr val="848A9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solidFill>
            <a:schemeClr val="accent6"/>
          </a:solid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6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noFill/>
        <a:ln>
          <a:solidFill>
            <a:schemeClr val="accent6"/>
          </a:solidFill>
        </a:ln>
        <a:effectLst/>
      </a:spPr>
      <a:bodyPr/>
      <a:lstStyle/>
      <a:style>
        <a:lnRef idx="1">
          <a:schemeClr val="accent1"/>
        </a:lnRef>
        <a:fillRef idx="3">
          <a:schemeClr val="accent1"/>
        </a:fillRef>
        <a:effectRef idx="2">
          <a:schemeClr val="accent1"/>
        </a:effectRef>
        <a:fontRef idx="minor">
          <a:schemeClr val="lt1"/>
        </a:fontRef>
      </a:style>
    </a:lnDef>
    <a:txDef>
      <a:spPr>
        <a:noFill/>
      </a:spPr>
      <a:bodyPr wrap="square" lIns="0" tIns="0" rIns="0" bIns="0" rtlCol="0">
        <a:noAutofit/>
      </a:bodyPr>
      <a:lstStyle>
        <a:defPPr marL="0" indent="0" defTabSz="179388">
          <a:buClr>
            <a:srgbClr val="00DEE6"/>
          </a:buClr>
          <a:buFont typeface="Arial" panose="020B0604020202020204" pitchFamily="34" charset="0"/>
          <a:buNone/>
          <a:defRPr sz="1600" dirty="0" err="1" smtClean="0">
            <a:latin typeface="+mn-lt"/>
          </a:defRPr>
        </a:defPPr>
      </a:lstStyle>
    </a:txDef>
  </a:objectDefaults>
  <a:extraClrSchemeLst/>
  <a:extLst>
    <a:ext uri="{05A4C25C-085E-4340-85A3-A5531E510DB2}">
      <thm15:themeFamily xmlns:thm15="http://schemas.microsoft.com/office/thememl/2012/main" name="Presentation1" id="{84EF4261-137C-4B0C-B253-9A0F13567E1C}" vid="{17252A44-A3FC-4D20-BE79-7BE3A62508A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DFDFAC85D82FB4083582974A37F8301" ma:contentTypeVersion="0" ma:contentTypeDescription="Create a new document." ma:contentTypeScope="" ma:versionID="debe7fb8998e20d7e1b89ba93ebbd013">
  <xsd:schema xmlns:xsd="http://www.w3.org/2001/XMLSchema" xmlns:xs="http://www.w3.org/2001/XMLSchema" xmlns:p="http://schemas.microsoft.com/office/2006/metadata/properties" targetNamespace="http://schemas.microsoft.com/office/2006/metadata/properties" ma:root="true" ma:fieldsID="2939e06c25933291f3e5ef817cd6c5c8">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486F14C-B38A-4C9C-83C7-6E45BA6BC6CF}">
  <ds:schemaRefs>
    <ds:schemaRef ds:uri="http://purl.org/dc/elements/1.1/"/>
    <ds:schemaRef ds:uri="http://purl.org/dc/terms/"/>
    <ds:schemaRef ds:uri="http://schemas.microsoft.com/internal/obd"/>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7F4D99E-48A7-48DB-A691-398FC9FE4E61}">
  <ds:schemaRefs>
    <ds:schemaRef ds:uri="http://schemas.microsoft.com/sharepoint/v3/contenttype/forms"/>
  </ds:schemaRefs>
</ds:datastoreItem>
</file>

<file path=customXml/itemProps3.xml><?xml version="1.0" encoding="utf-8"?>
<ds:datastoreItem xmlns:ds="http://schemas.openxmlformats.org/officeDocument/2006/customXml" ds:itemID="{E5557DA0-4402-4D05-84BC-08963EA8A819}">
  <ds:schemaRefs>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2</TotalTime>
  <Words>2081</Words>
  <Application>Microsoft Office PowerPoint</Application>
  <PresentationFormat>Widescreen</PresentationFormat>
  <Paragraphs>299</Paragraphs>
  <Slides>18</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Arial Rounded MT Bold</vt:lpstr>
      <vt:lpstr>Calibri</vt:lpstr>
      <vt:lpstr>Consolas</vt:lpstr>
      <vt:lpstr>Georgia</vt:lpstr>
      <vt:lpstr>medium-content-serif-font</vt:lpstr>
      <vt:lpstr>Myriad Pro</vt:lpstr>
      <vt:lpstr>SIMCORP</vt:lpstr>
      <vt:lpstr>PowerPoint Presentation</vt:lpstr>
      <vt:lpstr>Agenda</vt:lpstr>
      <vt:lpstr>FINAL ASSIGNMENT</vt:lpstr>
      <vt:lpstr>FINAL ASSIGNMENT</vt:lpstr>
      <vt:lpstr>FINAL ASSIGNMENT</vt:lpstr>
      <vt:lpstr>FINAL ASSIGNMENT</vt:lpstr>
      <vt:lpstr>FINAL ASSIGNMENT</vt:lpstr>
      <vt:lpstr>FINAL ASSIGNMENT</vt:lpstr>
      <vt:lpstr>FINAL ASSIGNMENT</vt:lpstr>
      <vt:lpstr>FINAL ASSIGNMENT</vt:lpstr>
      <vt:lpstr>FINAL ASSIGNMENT</vt:lpstr>
      <vt:lpstr>FINAL ASSIGNMENT</vt:lpstr>
      <vt:lpstr>FINAL ASSIGNMENT</vt:lpstr>
      <vt:lpstr>FINAL ASSIGNMENT</vt:lpstr>
      <vt:lpstr>FINAL ASSIGNMENT</vt:lpstr>
      <vt:lpstr>FINAL ASSIGNMENT</vt:lpstr>
      <vt:lpstr>FINAL ASSIGNMENT</vt:lpstr>
      <vt:lpstr>FINAL ASSIGNMENT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Serhii Harmash</dc:creator>
  <cp:lastModifiedBy>Serhii Harmash</cp:lastModifiedBy>
  <cp:revision>2</cp:revision>
  <dcterms:created xsi:type="dcterms:W3CDTF">2020-09-07T14:23:12Z</dcterms:created>
  <dcterms:modified xsi:type="dcterms:W3CDTF">2022-09-18T20:40:00Z</dcterms:modified>
</cp:coreProperties>
</file>