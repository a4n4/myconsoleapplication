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0"/>
  </p:notesMasterIdLst>
  <p:handoutMasterIdLst>
    <p:handoutMasterId r:id="rId61"/>
  </p:handoutMasterIdLst>
  <p:sldIdLst>
    <p:sldId id="256" r:id="rId5"/>
    <p:sldId id="326" r:id="rId6"/>
    <p:sldId id="257" r:id="rId7"/>
    <p:sldId id="305" r:id="rId8"/>
    <p:sldId id="269" r:id="rId9"/>
    <p:sldId id="273" r:id="rId10"/>
    <p:sldId id="271" r:id="rId11"/>
    <p:sldId id="275" r:id="rId12"/>
    <p:sldId id="330" r:id="rId13"/>
    <p:sldId id="318" r:id="rId14"/>
    <p:sldId id="278" r:id="rId15"/>
    <p:sldId id="319" r:id="rId16"/>
    <p:sldId id="320" r:id="rId17"/>
    <p:sldId id="344" r:id="rId18"/>
    <p:sldId id="321" r:id="rId19"/>
    <p:sldId id="277" r:id="rId20"/>
    <p:sldId id="279" r:id="rId21"/>
    <p:sldId id="340" r:id="rId22"/>
    <p:sldId id="345" r:id="rId23"/>
    <p:sldId id="310" r:id="rId24"/>
    <p:sldId id="315" r:id="rId25"/>
    <p:sldId id="331" r:id="rId26"/>
    <p:sldId id="312" r:id="rId27"/>
    <p:sldId id="283" r:id="rId28"/>
    <p:sldId id="282" r:id="rId29"/>
    <p:sldId id="322" r:id="rId30"/>
    <p:sldId id="323" r:id="rId31"/>
    <p:sldId id="328" r:id="rId32"/>
    <p:sldId id="276" r:id="rId33"/>
    <p:sldId id="308" r:id="rId34"/>
    <p:sldId id="339" r:id="rId35"/>
    <p:sldId id="284" r:id="rId36"/>
    <p:sldId id="309" r:id="rId37"/>
    <p:sldId id="289" r:id="rId38"/>
    <p:sldId id="290" r:id="rId39"/>
    <p:sldId id="324" r:id="rId40"/>
    <p:sldId id="325" r:id="rId41"/>
    <p:sldId id="313" r:id="rId42"/>
    <p:sldId id="286" r:id="rId43"/>
    <p:sldId id="307" r:id="rId44"/>
    <p:sldId id="280" r:id="rId45"/>
    <p:sldId id="281" r:id="rId46"/>
    <p:sldId id="298" r:id="rId47"/>
    <p:sldId id="342" r:id="rId48"/>
    <p:sldId id="343" r:id="rId49"/>
    <p:sldId id="299" r:id="rId50"/>
    <p:sldId id="329" r:id="rId51"/>
    <p:sldId id="300" r:id="rId52"/>
    <p:sldId id="341" r:id="rId53"/>
    <p:sldId id="302" r:id="rId54"/>
    <p:sldId id="335" r:id="rId55"/>
    <p:sldId id="336" r:id="rId56"/>
    <p:sldId id="338" r:id="rId57"/>
    <p:sldId id="337" r:id="rId58"/>
    <p:sldId id="327" r:id="rId59"/>
  </p:sldIdLst>
  <p:sldSz cx="12192000" cy="6858000"/>
  <p:notesSz cx="6797675" cy="9928225"/>
  <p:custDataLst>
    <p:tags r:id="rId62"/>
  </p:custDataLst>
  <p:defaultTextStyle>
    <a:defPPr>
      <a:defRPr lang="en-US"/>
    </a:defPPr>
    <a:lvl1pPr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iana Sofii" initials="MS" lastIdx="8" clrIdx="0">
    <p:extLst>
      <p:ext uri="{19B8F6BF-5375-455C-9EA6-DF929625EA0E}">
        <p15:presenceInfo xmlns:p15="http://schemas.microsoft.com/office/powerpoint/2012/main" userId="S::MSF@simcorp.com::c6efa36b-6f78-4df2-92ed-4da21e89d024" providerId="AD"/>
      </p:ext>
    </p:extLst>
  </p:cmAuthor>
  <p:cmAuthor id="2" name="Serhii Harmash" initials="SH" lastIdx="23" clrIdx="1">
    <p:extLst>
      <p:ext uri="{19B8F6BF-5375-455C-9EA6-DF929625EA0E}">
        <p15:presenceInfo xmlns:p15="http://schemas.microsoft.com/office/powerpoint/2012/main" userId="S::SHHR@simcorp.com::19965dc1-3670-4089-9e09-ab6aab33a00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AF00"/>
    <a:srgbClr val="15AAA6"/>
    <a:srgbClr val="A8A9AE"/>
    <a:srgbClr val="00DEE6"/>
    <a:srgbClr val="44B8D6"/>
    <a:srgbClr val="A5C8CF"/>
    <a:srgbClr val="547A8B"/>
    <a:srgbClr val="010B19"/>
    <a:srgbClr val="CCCCCC"/>
    <a:srgbClr val="DADADA"/>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EB0E53-CC1A-A556-4377-65BD76145614}" v="6" dt="2022-02-16T15:26:44.825"/>
    <p1510:client id="{E7A255FB-9A85-43A8-A506-928CD32BDAEC}" v="3" dt="2022-02-16T16:10:03.0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6" d="100"/>
          <a:sy n="126" d="100"/>
        </p:scale>
        <p:origin x="2670" y="12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commentAuthors" Target="commentAuthors.xml"/><Relationship Id="rId68"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69"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na Sofii (MSF)" userId="S::msf@simcorp.com::c6efa36b-6f78-4df2-92ed-4da21e89d024" providerId="AD" clId="Web-{BF9883B8-6096-79F0-B3F2-C0CB3BAB4F04}"/>
    <pc:docChg chg="modSld">
      <pc:chgData name="Mariana Sofii (MSF)" userId="S::msf@simcorp.com::c6efa36b-6f78-4df2-92ed-4da21e89d024" providerId="AD" clId="Web-{BF9883B8-6096-79F0-B3F2-C0CB3BAB4F04}" dt="2021-05-31T15:55:06.918" v="4" actId="20577"/>
      <pc:docMkLst>
        <pc:docMk/>
      </pc:docMkLst>
      <pc:sldChg chg="modSp">
        <pc:chgData name="Mariana Sofii (MSF)" userId="S::msf@simcorp.com::c6efa36b-6f78-4df2-92ed-4da21e89d024" providerId="AD" clId="Web-{BF9883B8-6096-79F0-B3F2-C0CB3BAB4F04}" dt="2021-05-31T15:55:06.918" v="4" actId="20577"/>
        <pc:sldMkLst>
          <pc:docMk/>
          <pc:sldMk cId="2680577423" sldId="324"/>
        </pc:sldMkLst>
        <pc:spChg chg="mod">
          <ac:chgData name="Mariana Sofii (MSF)" userId="S::msf@simcorp.com::c6efa36b-6f78-4df2-92ed-4da21e89d024" providerId="AD" clId="Web-{BF9883B8-6096-79F0-B3F2-C0CB3BAB4F04}" dt="2021-05-31T15:55:06.918" v="4" actId="20577"/>
          <ac:spMkLst>
            <pc:docMk/>
            <pc:sldMk cId="2680577423" sldId="324"/>
            <ac:spMk id="5" creationId="{F27E284C-A3D5-465E-B3A3-B9539D3FCA46}"/>
          </ac:spMkLst>
        </pc:spChg>
      </pc:sldChg>
    </pc:docChg>
  </pc:docChgLst>
  <pc:docChgLst>
    <pc:chgData name="Serhii Harmash (SHHR)" userId="S::shhr@simcorp.com::19965dc1-3670-4089-9e09-ab6aab33a005" providerId="AD" clId="Web-{3BEB0E53-CC1A-A556-4377-65BD76145614}"/>
    <pc:docChg chg="modSld">
      <pc:chgData name="Serhii Harmash (SHHR)" userId="S::shhr@simcorp.com::19965dc1-3670-4089-9e09-ab6aab33a005" providerId="AD" clId="Web-{3BEB0E53-CC1A-A556-4377-65BD76145614}" dt="2022-02-16T15:26:44.825" v="4" actId="20577"/>
      <pc:docMkLst>
        <pc:docMk/>
      </pc:docMkLst>
      <pc:sldChg chg="modSp">
        <pc:chgData name="Serhii Harmash (SHHR)" userId="S::shhr@simcorp.com::19965dc1-3670-4089-9e09-ab6aab33a005" providerId="AD" clId="Web-{3BEB0E53-CC1A-A556-4377-65BD76145614}" dt="2022-02-16T15:26:44.825" v="4" actId="20577"/>
        <pc:sldMkLst>
          <pc:docMk/>
          <pc:sldMk cId="3510387472" sldId="310"/>
        </pc:sldMkLst>
        <pc:spChg chg="mod">
          <ac:chgData name="Serhii Harmash (SHHR)" userId="S::shhr@simcorp.com::19965dc1-3670-4089-9e09-ab6aab33a005" providerId="AD" clId="Web-{3BEB0E53-CC1A-A556-4377-65BD76145614}" dt="2022-02-16T15:26:44.825" v="4" actId="20577"/>
          <ac:spMkLst>
            <pc:docMk/>
            <pc:sldMk cId="3510387472" sldId="310"/>
            <ac:spMk id="5" creationId="{F27E284C-A3D5-465E-B3A3-B9539D3FCA46}"/>
          </ac:spMkLst>
        </pc:spChg>
      </pc:sldChg>
    </pc:docChg>
  </pc:docChgLst>
  <pc:docChgLst>
    <pc:chgData name="Valeriia Kobzar (VRKR)" userId="S::vrkr@simcorp.com::abeb4f95-95bb-4875-81dd-0cbce4da8295" providerId="AD" clId="Web-{EC2C1715-1387-9AB5-1AE5-EA92F4508B76}"/>
    <pc:docChg chg="modSld">
      <pc:chgData name="Valeriia Kobzar (VRKR)" userId="S::vrkr@simcorp.com::abeb4f95-95bb-4875-81dd-0cbce4da8295" providerId="AD" clId="Web-{EC2C1715-1387-9AB5-1AE5-EA92F4508B76}" dt="2021-11-29T07:18:15.369" v="5" actId="20577"/>
      <pc:docMkLst>
        <pc:docMk/>
      </pc:docMkLst>
      <pc:sldChg chg="modSp">
        <pc:chgData name="Valeriia Kobzar (VRKR)" userId="S::vrkr@simcorp.com::abeb4f95-95bb-4875-81dd-0cbce4da8295" providerId="AD" clId="Web-{EC2C1715-1387-9AB5-1AE5-EA92F4508B76}" dt="2021-11-29T07:09:59.151" v="2" actId="20577"/>
        <pc:sldMkLst>
          <pc:docMk/>
          <pc:sldMk cId="2775933737" sldId="331"/>
        </pc:sldMkLst>
        <pc:spChg chg="mod">
          <ac:chgData name="Valeriia Kobzar (VRKR)" userId="S::vrkr@simcorp.com::abeb4f95-95bb-4875-81dd-0cbce4da8295" providerId="AD" clId="Web-{EC2C1715-1387-9AB5-1AE5-EA92F4508B76}" dt="2021-11-29T07:09:59.151" v="2" actId="20577"/>
          <ac:spMkLst>
            <pc:docMk/>
            <pc:sldMk cId="2775933737" sldId="331"/>
            <ac:spMk id="5" creationId="{5A9C5AEA-D233-41B9-AB7C-1D72F868EBDF}"/>
          </ac:spMkLst>
        </pc:spChg>
      </pc:sldChg>
      <pc:sldChg chg="modSp">
        <pc:chgData name="Valeriia Kobzar (VRKR)" userId="S::vrkr@simcorp.com::abeb4f95-95bb-4875-81dd-0cbce4da8295" providerId="AD" clId="Web-{EC2C1715-1387-9AB5-1AE5-EA92F4508B76}" dt="2021-11-29T07:18:15.369" v="5" actId="20577"/>
        <pc:sldMkLst>
          <pc:docMk/>
          <pc:sldMk cId="1452369159" sldId="337"/>
        </pc:sldMkLst>
        <pc:spChg chg="mod">
          <ac:chgData name="Valeriia Kobzar (VRKR)" userId="S::vrkr@simcorp.com::abeb4f95-95bb-4875-81dd-0cbce4da8295" providerId="AD" clId="Web-{EC2C1715-1387-9AB5-1AE5-EA92F4508B76}" dt="2021-11-29T07:18:15.369" v="5" actId="20577"/>
          <ac:spMkLst>
            <pc:docMk/>
            <pc:sldMk cId="1452369159" sldId="337"/>
            <ac:spMk id="5" creationId="{5A9C5AEA-D233-41B9-AB7C-1D72F868EBDF}"/>
          </ac:spMkLst>
        </pc:spChg>
      </pc:sldChg>
    </pc:docChg>
  </pc:docChgLst>
  <pc:docChgLst>
    <pc:chgData name="Serhii Harmash (SHHR)" userId="S::shhr@simcorp.com::19965dc1-3670-4089-9e09-ab6aab33a005" providerId="AD" clId="Web-{C73B88C3-5E14-30F0-3A5F-E3F9167E95D0}"/>
    <pc:docChg chg="modSld">
      <pc:chgData name="Serhii Harmash (SHHR)" userId="S::shhr@simcorp.com::19965dc1-3670-4089-9e09-ab6aab33a005" providerId="AD" clId="Web-{C73B88C3-5E14-30F0-3A5F-E3F9167E95D0}" dt="2021-11-29T09:51:08.016" v="26" actId="20577"/>
      <pc:docMkLst>
        <pc:docMk/>
      </pc:docMkLst>
      <pc:sldChg chg="modSp">
        <pc:chgData name="Serhii Harmash (SHHR)" userId="S::shhr@simcorp.com::19965dc1-3670-4089-9e09-ab6aab33a005" providerId="AD" clId="Web-{C73B88C3-5E14-30F0-3A5F-E3F9167E95D0}" dt="2021-11-29T09:51:08.016" v="26" actId="20577"/>
        <pc:sldMkLst>
          <pc:docMk/>
          <pc:sldMk cId="3510387472" sldId="310"/>
        </pc:sldMkLst>
        <pc:spChg chg="mod">
          <ac:chgData name="Serhii Harmash (SHHR)" userId="S::shhr@simcorp.com::19965dc1-3670-4089-9e09-ab6aab33a005" providerId="AD" clId="Web-{C73B88C3-5E14-30F0-3A5F-E3F9167E95D0}" dt="2021-11-29T09:51:08.016" v="26" actId="20577"/>
          <ac:spMkLst>
            <pc:docMk/>
            <pc:sldMk cId="3510387472" sldId="310"/>
            <ac:spMk id="5" creationId="{F27E284C-A3D5-465E-B3A3-B9539D3FCA46}"/>
          </ac:spMkLst>
        </pc:spChg>
      </pc:sldChg>
      <pc:sldChg chg="modSp">
        <pc:chgData name="Serhii Harmash (SHHR)" userId="S::shhr@simcorp.com::19965dc1-3670-4089-9e09-ab6aab33a005" providerId="AD" clId="Web-{C73B88C3-5E14-30F0-3A5F-E3F9167E95D0}" dt="2021-11-29T08:23:52.853" v="9" actId="20577"/>
        <pc:sldMkLst>
          <pc:docMk/>
          <pc:sldMk cId="2082263343" sldId="318"/>
        </pc:sldMkLst>
        <pc:spChg chg="mod">
          <ac:chgData name="Serhii Harmash (SHHR)" userId="S::shhr@simcorp.com::19965dc1-3670-4089-9e09-ab6aab33a005" providerId="AD" clId="Web-{C73B88C3-5E14-30F0-3A5F-E3F9167E95D0}" dt="2021-11-29T08:23:52.853" v="9" actId="20577"/>
          <ac:spMkLst>
            <pc:docMk/>
            <pc:sldMk cId="2082263343" sldId="318"/>
            <ac:spMk id="5" creationId="{F72E09AF-E54A-41AE-954B-9D77463CEECA}"/>
          </ac:spMkLst>
        </pc:spChg>
      </pc:sldChg>
      <pc:sldChg chg="addSp delSp modSp">
        <pc:chgData name="Serhii Harmash (SHHR)" userId="S::shhr@simcorp.com::19965dc1-3670-4089-9e09-ab6aab33a005" providerId="AD" clId="Web-{C73B88C3-5E14-30F0-3A5F-E3F9167E95D0}" dt="2021-11-29T08:26:07.966" v="23"/>
        <pc:sldMkLst>
          <pc:docMk/>
          <pc:sldMk cId="1570857385" sldId="320"/>
        </pc:sldMkLst>
        <pc:spChg chg="mod">
          <ac:chgData name="Serhii Harmash (SHHR)" userId="S::shhr@simcorp.com::19965dc1-3670-4089-9e09-ab6aab33a005" providerId="AD" clId="Web-{C73B88C3-5E14-30F0-3A5F-E3F9167E95D0}" dt="2021-11-29T08:26:02.278" v="19" actId="1076"/>
          <ac:spMkLst>
            <pc:docMk/>
            <pc:sldMk cId="1570857385" sldId="320"/>
            <ac:spMk id="15" creationId="{D907271D-3714-4FE5-AD0D-4B1358DE2025}"/>
          </ac:spMkLst>
        </pc:spChg>
        <pc:spChg chg="add mod">
          <ac:chgData name="Serhii Harmash (SHHR)" userId="S::shhr@simcorp.com::19965dc1-3670-4089-9e09-ab6aab33a005" providerId="AD" clId="Web-{C73B88C3-5E14-30F0-3A5F-E3F9167E95D0}" dt="2021-11-29T08:25:51.231" v="18" actId="1076"/>
          <ac:spMkLst>
            <pc:docMk/>
            <pc:sldMk cId="1570857385" sldId="320"/>
            <ac:spMk id="28" creationId="{28229435-77E1-40AA-87AD-E6C565A6D62C}"/>
          </ac:spMkLst>
        </pc:spChg>
        <pc:spChg chg="del">
          <ac:chgData name="Serhii Harmash (SHHR)" userId="S::shhr@simcorp.com::19965dc1-3670-4089-9e09-ab6aab33a005" providerId="AD" clId="Web-{C73B88C3-5E14-30F0-3A5F-E3F9167E95D0}" dt="2021-11-29T08:26:07.138" v="22"/>
          <ac:spMkLst>
            <pc:docMk/>
            <pc:sldMk cId="1570857385" sldId="320"/>
            <ac:spMk id="2049" creationId="{0C85470C-6A49-4517-8CF4-B52816D1B686}"/>
          </ac:spMkLst>
        </pc:spChg>
        <pc:spChg chg="del">
          <ac:chgData name="Serhii Harmash (SHHR)" userId="S::shhr@simcorp.com::19965dc1-3670-4089-9e09-ab6aab33a005" providerId="AD" clId="Web-{C73B88C3-5E14-30F0-3A5F-E3F9167E95D0}" dt="2021-11-29T08:25:39.497" v="14"/>
          <ac:spMkLst>
            <pc:docMk/>
            <pc:sldMk cId="1570857385" sldId="320"/>
            <ac:spMk id="2051" creationId="{E779E487-726A-4853-9E1B-D1A4C1128B13}"/>
          </ac:spMkLst>
        </pc:spChg>
        <pc:spChg chg="del">
          <ac:chgData name="Serhii Harmash (SHHR)" userId="S::shhr@simcorp.com::19965dc1-3670-4089-9e09-ab6aab33a005" providerId="AD" clId="Web-{C73B88C3-5E14-30F0-3A5F-E3F9167E95D0}" dt="2021-11-29T08:26:05.935" v="21"/>
          <ac:spMkLst>
            <pc:docMk/>
            <pc:sldMk cId="1570857385" sldId="320"/>
            <ac:spMk id="2053" creationId="{FD1658C2-904C-47D9-9146-C618A4105AA5}"/>
          </ac:spMkLst>
        </pc:spChg>
        <pc:picChg chg="del">
          <ac:chgData name="Serhii Harmash (SHHR)" userId="S::shhr@simcorp.com::19965dc1-3670-4089-9e09-ab6aab33a005" providerId="AD" clId="Web-{C73B88C3-5E14-30F0-3A5F-E3F9167E95D0}" dt="2021-11-29T08:26:03.794" v="20"/>
          <ac:picMkLst>
            <pc:docMk/>
            <pc:sldMk cId="1570857385" sldId="320"/>
            <ac:picMk id="19" creationId="{33BD5F0D-F8E1-4795-8BA6-ED89EFCAA41C}"/>
          </ac:picMkLst>
        </pc:picChg>
        <pc:picChg chg="del">
          <ac:chgData name="Serhii Harmash (SHHR)" userId="S::shhr@simcorp.com::19965dc1-3670-4089-9e09-ab6aab33a005" providerId="AD" clId="Web-{C73B88C3-5E14-30F0-3A5F-E3F9167E95D0}" dt="2021-11-29T08:26:07.966" v="23"/>
          <ac:picMkLst>
            <pc:docMk/>
            <pc:sldMk cId="1570857385" sldId="320"/>
            <ac:picMk id="26" creationId="{A116912D-7A1F-4D45-B15E-DDF8CA234C56}"/>
          </ac:picMkLst>
        </pc:picChg>
        <pc:picChg chg="mod">
          <ac:chgData name="Serhii Harmash (SHHR)" userId="S::shhr@simcorp.com::19965dc1-3670-4089-9e09-ab6aab33a005" providerId="AD" clId="Web-{C73B88C3-5E14-30F0-3A5F-E3F9167E95D0}" dt="2021-11-29T08:25:36.871" v="13" actId="1076"/>
          <ac:picMkLst>
            <pc:docMk/>
            <pc:sldMk cId="1570857385" sldId="320"/>
            <ac:picMk id="2048" creationId="{7C042518-5479-48FB-AAFE-53B96DF040C5}"/>
          </ac:picMkLst>
        </pc:picChg>
      </pc:sldChg>
    </pc:docChg>
  </pc:docChgLst>
  <pc:docChgLst>
    <pc:chgData name="Mykola Kuksa" userId="1056c9f5-bd5e-4aba-85cc-cd2356148781" providerId="ADAL" clId="{CD2BEDF4-0DFF-4888-8AE0-68315532A81F}"/>
    <pc:docChg chg="undo custSel modSld">
      <pc:chgData name="Mykola Kuksa" userId="1056c9f5-bd5e-4aba-85cc-cd2356148781" providerId="ADAL" clId="{CD2BEDF4-0DFF-4888-8AE0-68315532A81F}" dt="2021-06-01T06:27:31.090" v="123" actId="114"/>
      <pc:docMkLst>
        <pc:docMk/>
      </pc:docMkLst>
      <pc:sldChg chg="modSp mod">
        <pc:chgData name="Mykola Kuksa" userId="1056c9f5-bd5e-4aba-85cc-cd2356148781" providerId="ADAL" clId="{CD2BEDF4-0DFF-4888-8AE0-68315532A81F}" dt="2021-06-01T06:27:31.090" v="123" actId="114"/>
        <pc:sldMkLst>
          <pc:docMk/>
          <pc:sldMk cId="3510387472" sldId="310"/>
        </pc:sldMkLst>
        <pc:spChg chg="mod">
          <ac:chgData name="Mykola Kuksa" userId="1056c9f5-bd5e-4aba-85cc-cd2356148781" providerId="ADAL" clId="{CD2BEDF4-0DFF-4888-8AE0-68315532A81F}" dt="2021-06-01T06:27:31.090" v="123" actId="114"/>
          <ac:spMkLst>
            <pc:docMk/>
            <pc:sldMk cId="3510387472" sldId="310"/>
            <ac:spMk id="5" creationId="{F27E284C-A3D5-465E-B3A3-B9539D3FCA46}"/>
          </ac:spMkLst>
        </pc:spChg>
      </pc:sldChg>
    </pc:docChg>
  </pc:docChgLst>
  <pc:docChgLst>
    <pc:chgData name="Serhii Harmash" userId="19965dc1-3670-4089-9e09-ab6aab33a005" providerId="ADAL" clId="{E7A255FB-9A85-43A8-A506-928CD32BDAEC}"/>
    <pc:docChg chg="custSel addSld modSld">
      <pc:chgData name="Serhii Harmash" userId="19965dc1-3670-4089-9e09-ab6aab33a005" providerId="ADAL" clId="{E7A255FB-9A85-43A8-A506-928CD32BDAEC}" dt="2022-02-16T16:10:22.705" v="5" actId="14100"/>
      <pc:docMkLst>
        <pc:docMk/>
      </pc:docMkLst>
      <pc:sldChg chg="addSp delSp modSp add mod">
        <pc:chgData name="Serhii Harmash" userId="19965dc1-3670-4089-9e09-ab6aab33a005" providerId="ADAL" clId="{E7A255FB-9A85-43A8-A506-928CD32BDAEC}" dt="2022-02-16T16:10:22.705" v="5" actId="14100"/>
        <pc:sldMkLst>
          <pc:docMk/>
          <pc:sldMk cId="746354582" sldId="345"/>
        </pc:sldMkLst>
        <pc:spChg chg="add del mod">
          <ac:chgData name="Serhii Harmash" userId="19965dc1-3670-4089-9e09-ab6aab33a005" providerId="ADAL" clId="{E7A255FB-9A85-43A8-A506-928CD32BDAEC}" dt="2022-02-16T16:10:16.690" v="3" actId="22"/>
          <ac:spMkLst>
            <pc:docMk/>
            <pc:sldMk cId="746354582" sldId="345"/>
            <ac:spMk id="5" creationId="{D7D660BF-5764-4931-B876-BEBD5529898B}"/>
          </ac:spMkLst>
        </pc:spChg>
        <pc:spChg chg="mod">
          <ac:chgData name="Serhii Harmash" userId="19965dc1-3670-4089-9e09-ab6aab33a005" providerId="ADAL" clId="{E7A255FB-9A85-43A8-A506-928CD32BDAEC}" dt="2022-02-16T16:10:08.862" v="1" actId="20577"/>
          <ac:spMkLst>
            <pc:docMk/>
            <pc:sldMk cId="746354582" sldId="345"/>
            <ac:spMk id="14" creationId="{77E84008-BDAC-469F-8428-2B9B986F2729}"/>
          </ac:spMkLst>
        </pc:spChg>
        <pc:picChg chg="del">
          <ac:chgData name="Serhii Harmash" userId="19965dc1-3670-4089-9e09-ab6aab33a005" providerId="ADAL" clId="{E7A255FB-9A85-43A8-A506-928CD32BDAEC}" dt="2022-02-16T16:10:09.849" v="2" actId="478"/>
          <ac:picMkLst>
            <pc:docMk/>
            <pc:sldMk cId="746354582" sldId="345"/>
            <ac:picMk id="7" creationId="{E1ECD6C8-D7B7-481A-B7B3-513A27853415}"/>
          </ac:picMkLst>
        </pc:picChg>
        <pc:picChg chg="add mod ord">
          <ac:chgData name="Serhii Harmash" userId="19965dc1-3670-4089-9e09-ab6aab33a005" providerId="ADAL" clId="{E7A255FB-9A85-43A8-A506-928CD32BDAEC}" dt="2022-02-16T16:10:22.705" v="5" actId="14100"/>
          <ac:picMkLst>
            <pc:docMk/>
            <pc:sldMk cId="746354582" sldId="345"/>
            <ac:picMk id="8" creationId="{789515E7-0940-49AC-AB74-72D57E3A6003}"/>
          </ac:picMkLst>
        </pc:picChg>
      </pc:sldChg>
    </pc:docChg>
  </pc:docChgLst>
  <pc:docChgLst>
    <pc:chgData name="Yuliia Serhiienko (IMK)" userId="S::imk@simcorp.com::edd23dcc-9af8-4661-8842-9e32cdbf806d" providerId="AD" clId="Web-{FC6FAA52-2CE3-22C4-BB33-416C9A3656BD}"/>
    <pc:docChg chg="modSld">
      <pc:chgData name="Yuliia Serhiienko (IMK)" userId="S::imk@simcorp.com::edd23dcc-9af8-4661-8842-9e32cdbf806d" providerId="AD" clId="Web-{FC6FAA52-2CE3-22C4-BB33-416C9A3656BD}" dt="2021-08-31T10:24:15.879" v="0"/>
      <pc:docMkLst>
        <pc:docMk/>
      </pc:docMkLst>
      <pc:sldChg chg="addSp">
        <pc:chgData name="Yuliia Serhiienko (IMK)" userId="S::imk@simcorp.com::edd23dcc-9af8-4661-8842-9e32cdbf806d" providerId="AD" clId="Web-{FC6FAA52-2CE3-22C4-BB33-416C9A3656BD}" dt="2021-08-31T10:24:15.879" v="0"/>
        <pc:sldMkLst>
          <pc:docMk/>
          <pc:sldMk cId="1837266877" sldId="343"/>
        </pc:sldMkLst>
        <pc:spChg chg="add">
          <ac:chgData name="Yuliia Serhiienko (IMK)" userId="S::imk@simcorp.com::edd23dcc-9af8-4661-8842-9e32cdbf806d" providerId="AD" clId="Web-{FC6FAA52-2CE3-22C4-BB33-416C9A3656BD}" dt="2021-08-31T10:24:15.879" v="0"/>
          <ac:spMkLst>
            <pc:docMk/>
            <pc:sldMk cId="1837266877" sldId="343"/>
            <ac:spMk id="7" creationId="{59C915E5-C82A-4EFF-904E-8CCA5FEE2EEA}"/>
          </ac:spMkLst>
        </pc:spChg>
      </pc:sldChg>
    </pc:docChg>
  </pc:docChgLst>
  <pc:docChgLst>
    <pc:chgData name="Mykola Kuksa (MLKK)" userId="S::mlkk@simcorp.com::1056c9f5-bd5e-4aba-85cc-cd2356148781" providerId="AD" clId="Web-{3A03CB59-47FE-4B26-E2AF-7B7C1239DEF2}"/>
    <pc:docChg chg="modSld">
      <pc:chgData name="Mykola Kuksa (MLKK)" userId="S::mlkk@simcorp.com::1056c9f5-bd5e-4aba-85cc-cd2356148781" providerId="AD" clId="Web-{3A03CB59-47FE-4B26-E2AF-7B7C1239DEF2}" dt="2021-06-01T04:59:01.226" v="2" actId="20577"/>
      <pc:docMkLst>
        <pc:docMk/>
      </pc:docMkLst>
      <pc:sldChg chg="modSp">
        <pc:chgData name="Mykola Kuksa (MLKK)" userId="S::mlkk@simcorp.com::1056c9f5-bd5e-4aba-85cc-cd2356148781" providerId="AD" clId="Web-{3A03CB59-47FE-4B26-E2AF-7B7C1239DEF2}" dt="2021-06-01T04:59:01.226" v="2" actId="20577"/>
        <pc:sldMkLst>
          <pc:docMk/>
          <pc:sldMk cId="668864914" sldId="322"/>
        </pc:sldMkLst>
        <pc:spChg chg="mod">
          <ac:chgData name="Mykola Kuksa (MLKK)" userId="S::mlkk@simcorp.com::1056c9f5-bd5e-4aba-85cc-cd2356148781" providerId="AD" clId="Web-{3A03CB59-47FE-4B26-E2AF-7B7C1239DEF2}" dt="2021-06-01T04:59:01.226" v="2" actId="20577"/>
          <ac:spMkLst>
            <pc:docMk/>
            <pc:sldMk cId="668864914" sldId="322"/>
            <ac:spMk id="5" creationId="{F27E284C-A3D5-465E-B3A3-B9539D3FCA46}"/>
          </ac:spMkLst>
        </pc:spChg>
      </pc:sldChg>
    </pc:docChg>
  </pc:docChgLst>
  <pc:docChgLst>
    <pc:chgData clId="Web-{4C93F847-40F8-AECF-35F5-7DB82345F0BB}"/>
    <pc:docChg chg="modSld">
      <pc:chgData name="" userId="" providerId="" clId="Web-{4C93F847-40F8-AECF-35F5-7DB82345F0BB}" dt="2021-11-05T11:37:29.591" v="0" actId="20577"/>
      <pc:docMkLst>
        <pc:docMk/>
      </pc:docMkLst>
      <pc:sldChg chg="modSp">
        <pc:chgData name="" userId="" providerId="" clId="Web-{4C93F847-40F8-AECF-35F5-7DB82345F0BB}" dt="2021-11-05T11:37:29.591" v="0" actId="20577"/>
        <pc:sldMkLst>
          <pc:docMk/>
          <pc:sldMk cId="525279977" sldId="256"/>
        </pc:sldMkLst>
        <pc:spChg chg="mod">
          <ac:chgData name="" userId="" providerId="" clId="Web-{4C93F847-40F8-AECF-35F5-7DB82345F0BB}" dt="2021-11-05T11:37:29.591" v="0" actId="20577"/>
          <ac:spMkLst>
            <pc:docMk/>
            <pc:sldMk cId="525279977" sldId="256"/>
            <ac:spMk id="5" creationId="{3F26BBC0-55E0-4EA1-B967-6CE1D18774D8}"/>
          </ac:spMkLst>
        </pc:spChg>
      </pc:sldChg>
    </pc:docChg>
  </pc:docChgLst>
  <pc:docChgLst>
    <pc:chgData name="Valeriia Kobzar" userId="abeb4f95-95bb-4875-81dd-0cbce4da8295" providerId="ADAL" clId="{8AE488BE-A77C-437C-9A29-A114AE9F30FA}"/>
    <pc:docChg chg="custSel modSld sldOrd">
      <pc:chgData name="Valeriia Kobzar" userId="abeb4f95-95bb-4875-81dd-0cbce4da8295" providerId="ADAL" clId="{8AE488BE-A77C-437C-9A29-A114AE9F30FA}" dt="2021-11-26T17:21:42.097" v="23"/>
      <pc:docMkLst>
        <pc:docMk/>
      </pc:docMkLst>
      <pc:sldChg chg="addSp delSp modSp mod ord">
        <pc:chgData name="Valeriia Kobzar" userId="abeb4f95-95bb-4875-81dd-0cbce4da8295" providerId="ADAL" clId="{8AE488BE-A77C-437C-9A29-A114AE9F30FA}" dt="2021-11-26T17:21:42.097" v="23"/>
        <pc:sldMkLst>
          <pc:docMk/>
          <pc:sldMk cId="3693655936" sldId="313"/>
        </pc:sldMkLst>
        <pc:spChg chg="mod">
          <ac:chgData name="Valeriia Kobzar" userId="abeb4f95-95bb-4875-81dd-0cbce4da8295" providerId="ADAL" clId="{8AE488BE-A77C-437C-9A29-A114AE9F30FA}" dt="2021-11-26T17:20:19.349" v="21" actId="20577"/>
          <ac:spMkLst>
            <pc:docMk/>
            <pc:sldMk cId="3693655936" sldId="313"/>
            <ac:spMk id="2" creationId="{987D6FD0-E825-488B-AA65-91273425E1E0}"/>
          </ac:spMkLst>
        </pc:spChg>
        <pc:picChg chg="del">
          <ac:chgData name="Valeriia Kobzar" userId="abeb4f95-95bb-4875-81dd-0cbce4da8295" providerId="ADAL" clId="{8AE488BE-A77C-437C-9A29-A114AE9F30FA}" dt="2021-11-26T17:20:22.086" v="22" actId="478"/>
          <ac:picMkLst>
            <pc:docMk/>
            <pc:sldMk cId="3693655936" sldId="313"/>
            <ac:picMk id="5" creationId="{65FDD960-1849-49D7-888A-2C7731945A12}"/>
          </ac:picMkLst>
        </pc:picChg>
        <pc:picChg chg="add">
          <ac:chgData name="Valeriia Kobzar" userId="abeb4f95-95bb-4875-81dd-0cbce4da8295" providerId="ADAL" clId="{8AE488BE-A77C-437C-9A29-A114AE9F30FA}" dt="2021-11-26T17:21:42.097" v="23"/>
          <ac:picMkLst>
            <pc:docMk/>
            <pc:sldMk cId="3693655936" sldId="313"/>
            <ac:picMk id="6" creationId="{423E40E7-A6DB-4AB5-8B69-2EF9C3C76C11}"/>
          </ac:picMkLst>
        </pc:picChg>
      </pc:sldChg>
      <pc:sldChg chg="modSp mod">
        <pc:chgData name="Valeriia Kobzar" userId="abeb4f95-95bb-4875-81dd-0cbce4da8295" providerId="ADAL" clId="{8AE488BE-A77C-437C-9A29-A114AE9F30FA}" dt="2021-11-26T17:17:17.805" v="10" actId="108"/>
        <pc:sldMkLst>
          <pc:docMk/>
          <pc:sldMk cId="1569956427" sldId="326"/>
        </pc:sldMkLst>
        <pc:spChg chg="mod">
          <ac:chgData name="Valeriia Kobzar" userId="abeb4f95-95bb-4875-81dd-0cbce4da8295" providerId="ADAL" clId="{8AE488BE-A77C-437C-9A29-A114AE9F30FA}" dt="2021-11-26T17:17:17.805" v="10" actId="108"/>
          <ac:spMkLst>
            <pc:docMk/>
            <pc:sldMk cId="1569956427" sldId="326"/>
            <ac:spMk id="5" creationId="{67E8D471-BA5C-4AAC-A2C9-82DB42DEB307}"/>
          </ac:spMkLst>
        </pc:spChg>
      </pc:sldChg>
    </pc:docChg>
  </pc:docChgLst>
  <pc:docChgLst>
    <pc:chgData name="Oleksandr Danylenko" userId="d52ba3df-87fe-4239-a178-09e585050fe0" providerId="ADAL" clId="{28357F9D-B543-4D20-87F3-F3474C4F450B}"/>
    <pc:docChg chg="modSld modNotesMaster modHandout">
      <pc:chgData name="Oleksandr Danylenko" userId="d52ba3df-87fe-4239-a178-09e585050fe0" providerId="ADAL" clId="{28357F9D-B543-4D20-87F3-F3474C4F450B}" dt="2021-11-28T16:25:38.304" v="3" actId="729"/>
      <pc:docMkLst>
        <pc:docMk/>
      </pc:docMkLst>
      <pc:sldChg chg="mod modShow">
        <pc:chgData name="Oleksandr Danylenko" userId="d52ba3df-87fe-4239-a178-09e585050fe0" providerId="ADAL" clId="{28357F9D-B543-4D20-87F3-F3474C4F450B}" dt="2021-11-28T16:25:38.304" v="3" actId="729"/>
        <pc:sldMkLst>
          <pc:docMk/>
          <pc:sldMk cId="598382060" sldId="341"/>
        </pc:sldMkLst>
      </pc:sldChg>
      <pc:sldChg chg="mod modShow">
        <pc:chgData name="Oleksandr Danylenko" userId="d52ba3df-87fe-4239-a178-09e585050fe0" providerId="ADAL" clId="{28357F9D-B543-4D20-87F3-F3474C4F450B}" dt="2021-11-28T16:21:15.540" v="1" actId="729"/>
        <pc:sldMkLst>
          <pc:docMk/>
          <pc:sldMk cId="791558025" sldId="342"/>
        </pc:sldMkLst>
      </pc:sldChg>
      <pc:sldChg chg="mod modShow">
        <pc:chgData name="Oleksandr Danylenko" userId="d52ba3df-87fe-4239-a178-09e585050fe0" providerId="ADAL" clId="{28357F9D-B543-4D20-87F3-F3474C4F450B}" dt="2021-11-28T16:21:21.118" v="2" actId="729"/>
        <pc:sldMkLst>
          <pc:docMk/>
          <pc:sldMk cId="1837266877" sldId="343"/>
        </pc:sldMkLst>
      </pc:sldChg>
    </pc:docChg>
  </pc:docChgLst>
  <pc:docChgLst>
    <pc:chgData name="Serhii Harmash" userId="19965dc1-3670-4089-9e09-ab6aab33a005" providerId="ADAL" clId="{9559F843-8EAA-41D6-B4C2-82824E00C152}"/>
    <pc:docChg chg="undo custSel addSld modSld">
      <pc:chgData name="Serhii Harmash" userId="19965dc1-3670-4089-9e09-ab6aab33a005" providerId="ADAL" clId="{9559F843-8EAA-41D6-B4C2-82824E00C152}" dt="2021-08-31T10:52:23.491" v="332" actId="6549"/>
      <pc:docMkLst>
        <pc:docMk/>
      </pc:docMkLst>
      <pc:sldChg chg="addSp delSp modSp mod">
        <pc:chgData name="Serhii Harmash" userId="19965dc1-3670-4089-9e09-ab6aab33a005" providerId="ADAL" clId="{9559F843-8EAA-41D6-B4C2-82824E00C152}" dt="2021-08-31T10:52:23.491" v="332" actId="6549"/>
        <pc:sldMkLst>
          <pc:docMk/>
          <pc:sldMk cId="598382060" sldId="341"/>
        </pc:sldMkLst>
        <pc:spChg chg="add mod">
          <ac:chgData name="Serhii Harmash" userId="19965dc1-3670-4089-9e09-ab6aab33a005" providerId="ADAL" clId="{9559F843-8EAA-41D6-B4C2-82824E00C152}" dt="2021-08-31T10:52:23.491" v="332" actId="6549"/>
          <ac:spMkLst>
            <pc:docMk/>
            <pc:sldMk cId="598382060" sldId="341"/>
            <ac:spMk id="6" creationId="{5AE68E68-A046-4973-843B-64F30A4B40E7}"/>
          </ac:spMkLst>
        </pc:spChg>
        <pc:spChg chg="del mod">
          <ac:chgData name="Serhii Harmash" userId="19965dc1-3670-4089-9e09-ab6aab33a005" providerId="ADAL" clId="{9559F843-8EAA-41D6-B4C2-82824E00C152}" dt="2021-08-31T10:51:37.651" v="282" actId="478"/>
          <ac:spMkLst>
            <pc:docMk/>
            <pc:sldMk cId="598382060" sldId="341"/>
            <ac:spMk id="18" creationId="{AE9F54C4-20C1-4F2C-9870-9928A7778738}"/>
          </ac:spMkLst>
        </pc:spChg>
      </pc:sldChg>
      <pc:sldChg chg="addSp delSp modSp add mod">
        <pc:chgData name="Serhii Harmash" userId="19965dc1-3670-4089-9e09-ab6aab33a005" providerId="ADAL" clId="{9559F843-8EAA-41D6-B4C2-82824E00C152}" dt="2021-08-31T06:56:56.843" v="195" actId="1076"/>
        <pc:sldMkLst>
          <pc:docMk/>
          <pc:sldMk cId="1298757524" sldId="344"/>
        </pc:sldMkLst>
        <pc:spChg chg="del">
          <ac:chgData name="Serhii Harmash" userId="19965dc1-3670-4089-9e09-ab6aab33a005" providerId="ADAL" clId="{9559F843-8EAA-41D6-B4C2-82824E00C152}" dt="2021-08-31T06:42:28.126" v="1" actId="478"/>
          <ac:spMkLst>
            <pc:docMk/>
            <pc:sldMk cId="1298757524" sldId="344"/>
            <ac:spMk id="5" creationId="{7070A9BC-C7FA-4957-B578-030B288B87EE}"/>
          </ac:spMkLst>
        </pc:spChg>
        <pc:spChg chg="mod">
          <ac:chgData name="Serhii Harmash" userId="19965dc1-3670-4089-9e09-ab6aab33a005" providerId="ADAL" clId="{9559F843-8EAA-41D6-B4C2-82824E00C152}" dt="2021-08-31T06:49:24.009" v="109" actId="164"/>
          <ac:spMkLst>
            <pc:docMk/>
            <pc:sldMk cId="1298757524" sldId="344"/>
            <ac:spMk id="6" creationId="{4451A19B-6E28-41B7-AB68-701E9CBB1F93}"/>
          </ac:spMkLst>
        </pc:spChg>
        <pc:spChg chg="del">
          <ac:chgData name="Serhii Harmash" userId="19965dc1-3670-4089-9e09-ab6aab33a005" providerId="ADAL" clId="{9559F843-8EAA-41D6-B4C2-82824E00C152}" dt="2021-08-31T06:43:55.884" v="21" actId="478"/>
          <ac:spMkLst>
            <pc:docMk/>
            <pc:sldMk cId="1298757524" sldId="344"/>
            <ac:spMk id="7" creationId="{ECBEAB5E-A461-4F5C-9D62-17DB2833E7FE}"/>
          </ac:spMkLst>
        </pc:spChg>
        <pc:spChg chg="mod">
          <ac:chgData name="Serhii Harmash" userId="19965dc1-3670-4089-9e09-ab6aab33a005" providerId="ADAL" clId="{9559F843-8EAA-41D6-B4C2-82824E00C152}" dt="2021-08-31T06:44:35.944" v="30" actId="5793"/>
          <ac:spMkLst>
            <pc:docMk/>
            <pc:sldMk cId="1298757524" sldId="344"/>
            <ac:spMk id="9" creationId="{E85841E7-E700-413F-BE73-3BDDCF9DD235}"/>
          </ac:spMkLst>
        </pc:spChg>
        <pc:spChg chg="del">
          <ac:chgData name="Serhii Harmash" userId="19965dc1-3670-4089-9e09-ab6aab33a005" providerId="ADAL" clId="{9559F843-8EAA-41D6-B4C2-82824E00C152}" dt="2021-08-31T06:42:29.123" v="2" actId="478"/>
          <ac:spMkLst>
            <pc:docMk/>
            <pc:sldMk cId="1298757524" sldId="344"/>
            <ac:spMk id="12" creationId="{53300E3C-1370-4843-914D-C657446DAE4B}"/>
          </ac:spMkLst>
        </pc:spChg>
        <pc:spChg chg="del">
          <ac:chgData name="Serhii Harmash" userId="19965dc1-3670-4089-9e09-ab6aab33a005" providerId="ADAL" clId="{9559F843-8EAA-41D6-B4C2-82824E00C152}" dt="2021-08-31T06:43:54.955" v="20" actId="478"/>
          <ac:spMkLst>
            <pc:docMk/>
            <pc:sldMk cId="1298757524" sldId="344"/>
            <ac:spMk id="13" creationId="{E7DC5B6B-F458-4F2E-BB95-4C94BC78272C}"/>
          </ac:spMkLst>
        </pc:spChg>
        <pc:spChg chg="mod">
          <ac:chgData name="Serhii Harmash" userId="19965dc1-3670-4089-9e09-ab6aab33a005" providerId="ADAL" clId="{9559F843-8EAA-41D6-B4C2-82824E00C152}" dt="2021-08-31T06:49:24.009" v="109" actId="164"/>
          <ac:spMkLst>
            <pc:docMk/>
            <pc:sldMk cId="1298757524" sldId="344"/>
            <ac:spMk id="15" creationId="{D907271D-3714-4FE5-AD0D-4B1358DE2025}"/>
          </ac:spMkLst>
        </pc:spChg>
        <pc:spChg chg="add mod">
          <ac:chgData name="Serhii Harmash" userId="19965dc1-3670-4089-9e09-ab6aab33a005" providerId="ADAL" clId="{9559F843-8EAA-41D6-B4C2-82824E00C152}" dt="2021-08-31T06:49:24.009" v="109" actId="164"/>
          <ac:spMkLst>
            <pc:docMk/>
            <pc:sldMk cId="1298757524" sldId="344"/>
            <ac:spMk id="16" creationId="{2FD7CAC3-CF17-48C2-B19D-07B1A3FD097D}"/>
          </ac:spMkLst>
        </pc:spChg>
        <pc:spChg chg="add mod">
          <ac:chgData name="Serhii Harmash" userId="19965dc1-3670-4089-9e09-ab6aab33a005" providerId="ADAL" clId="{9559F843-8EAA-41D6-B4C2-82824E00C152}" dt="2021-08-31T06:49:24.009" v="109" actId="164"/>
          <ac:spMkLst>
            <pc:docMk/>
            <pc:sldMk cId="1298757524" sldId="344"/>
            <ac:spMk id="17" creationId="{8771D9D2-4409-4B65-A954-FFBD8876331A}"/>
          </ac:spMkLst>
        </pc:spChg>
        <pc:spChg chg="add mod">
          <ac:chgData name="Serhii Harmash" userId="19965dc1-3670-4089-9e09-ab6aab33a005" providerId="ADAL" clId="{9559F843-8EAA-41D6-B4C2-82824E00C152}" dt="2021-08-31T06:49:24.009" v="109" actId="164"/>
          <ac:spMkLst>
            <pc:docMk/>
            <pc:sldMk cId="1298757524" sldId="344"/>
            <ac:spMk id="18" creationId="{F7319F81-1498-46DF-9779-49744D569E62}"/>
          </ac:spMkLst>
        </pc:spChg>
        <pc:spChg chg="del">
          <ac:chgData name="Serhii Harmash" userId="19965dc1-3670-4089-9e09-ab6aab33a005" providerId="ADAL" clId="{9559F843-8EAA-41D6-B4C2-82824E00C152}" dt="2021-08-31T06:42:35.179" v="6" actId="478"/>
          <ac:spMkLst>
            <pc:docMk/>
            <pc:sldMk cId="1298757524" sldId="344"/>
            <ac:spMk id="23" creationId="{51C84698-9402-46DC-84AC-82A2E6E35331}"/>
          </ac:spMkLst>
        </pc:spChg>
        <pc:spChg chg="del">
          <ac:chgData name="Serhii Harmash" userId="19965dc1-3670-4089-9e09-ab6aab33a005" providerId="ADAL" clId="{9559F843-8EAA-41D6-B4C2-82824E00C152}" dt="2021-08-31T06:42:42.980" v="10" actId="478"/>
          <ac:spMkLst>
            <pc:docMk/>
            <pc:sldMk cId="1298757524" sldId="344"/>
            <ac:spMk id="27" creationId="{38A84F27-3D61-45C8-B6D3-4F573D458460}"/>
          </ac:spMkLst>
        </pc:spChg>
        <pc:spChg chg="del">
          <ac:chgData name="Serhii Harmash" userId="19965dc1-3670-4089-9e09-ab6aab33a005" providerId="ADAL" clId="{9559F843-8EAA-41D6-B4C2-82824E00C152}" dt="2021-08-31T06:42:39.211" v="7" actId="478"/>
          <ac:spMkLst>
            <pc:docMk/>
            <pc:sldMk cId="1298757524" sldId="344"/>
            <ac:spMk id="29" creationId="{326BA358-1AB9-4126-9FEA-FF31568F4180}"/>
          </ac:spMkLst>
        </pc:spChg>
        <pc:spChg chg="add mod">
          <ac:chgData name="Serhii Harmash" userId="19965dc1-3670-4089-9e09-ab6aab33a005" providerId="ADAL" clId="{9559F843-8EAA-41D6-B4C2-82824E00C152}" dt="2021-08-31T06:49:24.009" v="109" actId="164"/>
          <ac:spMkLst>
            <pc:docMk/>
            <pc:sldMk cId="1298757524" sldId="344"/>
            <ac:spMk id="30" creationId="{F9E06D0B-719B-46B3-933C-92E8A33E5827}"/>
          </ac:spMkLst>
        </pc:spChg>
        <pc:spChg chg="del">
          <ac:chgData name="Serhii Harmash" userId="19965dc1-3670-4089-9e09-ab6aab33a005" providerId="ADAL" clId="{9559F843-8EAA-41D6-B4C2-82824E00C152}" dt="2021-08-31T06:42:31.068" v="3" actId="478"/>
          <ac:spMkLst>
            <pc:docMk/>
            <pc:sldMk cId="1298757524" sldId="344"/>
            <ac:spMk id="31" creationId="{4B711411-AAD4-46AF-B6A5-060A1CF34C2B}"/>
          </ac:spMkLst>
        </pc:spChg>
        <pc:spChg chg="add mod">
          <ac:chgData name="Serhii Harmash" userId="19965dc1-3670-4089-9e09-ab6aab33a005" providerId="ADAL" clId="{9559F843-8EAA-41D6-B4C2-82824E00C152}" dt="2021-08-31T06:53:36.342" v="173" actId="164"/>
          <ac:spMkLst>
            <pc:docMk/>
            <pc:sldMk cId="1298757524" sldId="344"/>
            <ac:spMk id="32" creationId="{8B360146-169C-46B9-9B80-95163B1F669F}"/>
          </ac:spMkLst>
        </pc:spChg>
        <pc:spChg chg="add mod">
          <ac:chgData name="Serhii Harmash" userId="19965dc1-3670-4089-9e09-ab6aab33a005" providerId="ADAL" clId="{9559F843-8EAA-41D6-B4C2-82824E00C152}" dt="2021-08-31T06:53:36.342" v="173" actId="164"/>
          <ac:spMkLst>
            <pc:docMk/>
            <pc:sldMk cId="1298757524" sldId="344"/>
            <ac:spMk id="33" creationId="{D91B75D4-CC7A-41E4-938C-4C3D0770A0DC}"/>
          </ac:spMkLst>
        </pc:spChg>
        <pc:spChg chg="add del mod">
          <ac:chgData name="Serhii Harmash" userId="19965dc1-3670-4089-9e09-ab6aab33a005" providerId="ADAL" clId="{9559F843-8EAA-41D6-B4C2-82824E00C152}" dt="2021-08-31T06:50:55.016" v="135" actId="478"/>
          <ac:spMkLst>
            <pc:docMk/>
            <pc:sldMk cId="1298757524" sldId="344"/>
            <ac:spMk id="34" creationId="{C13B9715-5CCC-485E-A251-696A775A6D85}"/>
          </ac:spMkLst>
        </pc:spChg>
        <pc:spChg chg="add mod">
          <ac:chgData name="Serhii Harmash" userId="19965dc1-3670-4089-9e09-ab6aab33a005" providerId="ADAL" clId="{9559F843-8EAA-41D6-B4C2-82824E00C152}" dt="2021-08-31T06:53:36.342" v="173" actId="164"/>
          <ac:spMkLst>
            <pc:docMk/>
            <pc:sldMk cId="1298757524" sldId="344"/>
            <ac:spMk id="35" creationId="{BC02E7AC-8858-428B-B61C-9FBAE2E0A30C}"/>
          </ac:spMkLst>
        </pc:spChg>
        <pc:spChg chg="add del mod">
          <ac:chgData name="Serhii Harmash" userId="19965dc1-3670-4089-9e09-ab6aab33a005" providerId="ADAL" clId="{9559F843-8EAA-41D6-B4C2-82824E00C152}" dt="2021-08-31T06:51:20.960" v="143" actId="478"/>
          <ac:spMkLst>
            <pc:docMk/>
            <pc:sldMk cId="1298757524" sldId="344"/>
            <ac:spMk id="36" creationId="{7B1E742B-4F1B-4273-BF4E-4A4B51E3329B}"/>
          </ac:spMkLst>
        </pc:spChg>
        <pc:spChg chg="add del mod">
          <ac:chgData name="Serhii Harmash" userId="19965dc1-3670-4089-9e09-ab6aab33a005" providerId="ADAL" clId="{9559F843-8EAA-41D6-B4C2-82824E00C152}" dt="2021-08-31T06:51:02.496" v="138" actId="478"/>
          <ac:spMkLst>
            <pc:docMk/>
            <pc:sldMk cId="1298757524" sldId="344"/>
            <ac:spMk id="37" creationId="{3FADF89B-BE04-4C6E-9FC4-2BBD262C1443}"/>
          </ac:spMkLst>
        </pc:spChg>
        <pc:spChg chg="add mod">
          <ac:chgData name="Serhii Harmash" userId="19965dc1-3670-4089-9e09-ab6aab33a005" providerId="ADAL" clId="{9559F843-8EAA-41D6-B4C2-82824E00C152}" dt="2021-08-31T06:53:24.039" v="172" actId="164"/>
          <ac:spMkLst>
            <pc:docMk/>
            <pc:sldMk cId="1298757524" sldId="344"/>
            <ac:spMk id="41" creationId="{7EA3727A-5B4E-4CBD-9233-7BBE86CCC761}"/>
          </ac:spMkLst>
        </pc:spChg>
        <pc:spChg chg="add mod">
          <ac:chgData name="Serhii Harmash" userId="19965dc1-3670-4089-9e09-ab6aab33a005" providerId="ADAL" clId="{9559F843-8EAA-41D6-B4C2-82824E00C152}" dt="2021-08-31T06:53:24.039" v="172" actId="164"/>
          <ac:spMkLst>
            <pc:docMk/>
            <pc:sldMk cId="1298757524" sldId="344"/>
            <ac:spMk id="42" creationId="{EECF6575-D981-4310-A7B8-F14280711977}"/>
          </ac:spMkLst>
        </pc:spChg>
        <pc:spChg chg="add mod">
          <ac:chgData name="Serhii Harmash" userId="19965dc1-3670-4089-9e09-ab6aab33a005" providerId="ADAL" clId="{9559F843-8EAA-41D6-B4C2-82824E00C152}" dt="2021-08-31T06:53:24.039" v="172" actId="164"/>
          <ac:spMkLst>
            <pc:docMk/>
            <pc:sldMk cId="1298757524" sldId="344"/>
            <ac:spMk id="43" creationId="{DE27DB71-24A3-433B-BF6C-58C9FFC89D21}"/>
          </ac:spMkLst>
        </pc:spChg>
        <pc:spChg chg="add mod">
          <ac:chgData name="Serhii Harmash" userId="19965dc1-3670-4089-9e09-ab6aab33a005" providerId="ADAL" clId="{9559F843-8EAA-41D6-B4C2-82824E00C152}" dt="2021-08-31T06:53:24.039" v="172" actId="164"/>
          <ac:spMkLst>
            <pc:docMk/>
            <pc:sldMk cId="1298757524" sldId="344"/>
            <ac:spMk id="47" creationId="{E2A5EBD7-3FA1-4E26-9FA2-953F8DA1911F}"/>
          </ac:spMkLst>
        </pc:spChg>
        <pc:spChg chg="del">
          <ac:chgData name="Serhii Harmash" userId="19965dc1-3670-4089-9e09-ab6aab33a005" providerId="ADAL" clId="{9559F843-8EAA-41D6-B4C2-82824E00C152}" dt="2021-08-31T06:42:49.643" v="15" actId="478"/>
          <ac:spMkLst>
            <pc:docMk/>
            <pc:sldMk cId="1298757524" sldId="344"/>
            <ac:spMk id="2049" creationId="{0C85470C-6A49-4517-8CF4-B52816D1B686}"/>
          </ac:spMkLst>
        </pc:spChg>
        <pc:spChg chg="del">
          <ac:chgData name="Serhii Harmash" userId="19965dc1-3670-4089-9e09-ab6aab33a005" providerId="ADAL" clId="{9559F843-8EAA-41D6-B4C2-82824E00C152}" dt="2021-08-31T06:42:45.942" v="12" actId="478"/>
          <ac:spMkLst>
            <pc:docMk/>
            <pc:sldMk cId="1298757524" sldId="344"/>
            <ac:spMk id="2051" creationId="{E779E487-726A-4853-9E1B-D1A4C1128B13}"/>
          </ac:spMkLst>
        </pc:spChg>
        <pc:spChg chg="del">
          <ac:chgData name="Serhii Harmash" userId="19965dc1-3670-4089-9e09-ab6aab33a005" providerId="ADAL" clId="{9559F843-8EAA-41D6-B4C2-82824E00C152}" dt="2021-08-31T06:42:47.388" v="13" actId="478"/>
          <ac:spMkLst>
            <pc:docMk/>
            <pc:sldMk cId="1298757524" sldId="344"/>
            <ac:spMk id="2053" creationId="{FD1658C2-904C-47D9-9146-C618A4105AA5}"/>
          </ac:spMkLst>
        </pc:spChg>
        <pc:spChg chg="add del mod">
          <ac:chgData name="Serhii Harmash" userId="19965dc1-3670-4089-9e09-ab6aab33a005" providerId="ADAL" clId="{9559F843-8EAA-41D6-B4C2-82824E00C152}" dt="2021-08-31T06:54:26.144" v="192" actId="478"/>
          <ac:spMkLst>
            <pc:docMk/>
            <pc:sldMk cId="1298757524" sldId="344"/>
            <ac:spMk id="2055" creationId="{BE5C8BAA-7A55-4D52-8A2C-2062832B0762}"/>
          </ac:spMkLst>
        </pc:spChg>
        <pc:spChg chg="add del mod">
          <ac:chgData name="Serhii Harmash" userId="19965dc1-3670-4089-9e09-ab6aab33a005" providerId="ADAL" clId="{9559F843-8EAA-41D6-B4C2-82824E00C152}" dt="2021-08-31T06:54:26.144" v="192" actId="478"/>
          <ac:spMkLst>
            <pc:docMk/>
            <pc:sldMk cId="1298757524" sldId="344"/>
            <ac:spMk id="2056" creationId="{B327E783-C42F-40E9-B36D-5731DFB66D32}"/>
          </ac:spMkLst>
        </pc:spChg>
        <pc:grpChg chg="add mod">
          <ac:chgData name="Serhii Harmash" userId="19965dc1-3670-4089-9e09-ab6aab33a005" providerId="ADAL" clId="{9559F843-8EAA-41D6-B4C2-82824E00C152}" dt="2021-08-31T06:49:24.009" v="109" actId="164"/>
          <ac:grpSpMkLst>
            <pc:docMk/>
            <pc:sldMk cId="1298757524" sldId="344"/>
            <ac:grpSpMk id="20" creationId="{804B8B45-BFBE-4548-B420-1817765EF8AC}"/>
          </ac:grpSpMkLst>
        </pc:grpChg>
        <pc:grpChg chg="add mod">
          <ac:chgData name="Serhii Harmash" userId="19965dc1-3670-4089-9e09-ab6aab33a005" providerId="ADAL" clId="{9559F843-8EAA-41D6-B4C2-82824E00C152}" dt="2021-08-31T06:56:54.291" v="194" actId="1076"/>
          <ac:grpSpMkLst>
            <pc:docMk/>
            <pc:sldMk cId="1298757524" sldId="344"/>
            <ac:grpSpMk id="2050" creationId="{35C8DD12-064A-4C4C-B270-30ADD7113E5E}"/>
          </ac:grpSpMkLst>
        </pc:grpChg>
        <pc:grpChg chg="add mod">
          <ac:chgData name="Serhii Harmash" userId="19965dc1-3670-4089-9e09-ab6aab33a005" providerId="ADAL" clId="{9559F843-8EAA-41D6-B4C2-82824E00C152}" dt="2021-08-31T06:56:56.843" v="195" actId="1076"/>
          <ac:grpSpMkLst>
            <pc:docMk/>
            <pc:sldMk cId="1298757524" sldId="344"/>
            <ac:grpSpMk id="2054" creationId="{9995DB9E-BD79-4847-B7E6-F595BB3D134A}"/>
          </ac:grpSpMkLst>
        </pc:grpChg>
        <pc:picChg chg="del">
          <ac:chgData name="Serhii Harmash" userId="19965dc1-3670-4089-9e09-ab6aab33a005" providerId="ADAL" clId="{9559F843-8EAA-41D6-B4C2-82824E00C152}" dt="2021-08-31T06:42:40.107" v="8" actId="478"/>
          <ac:picMkLst>
            <pc:docMk/>
            <pc:sldMk cId="1298757524" sldId="344"/>
            <ac:picMk id="8" creationId="{B150E8C4-5AC8-4065-8FA2-685915F6C6EF}"/>
          </ac:picMkLst>
        </pc:picChg>
        <pc:picChg chg="del">
          <ac:chgData name="Serhii Harmash" userId="19965dc1-3670-4089-9e09-ab6aab33a005" providerId="ADAL" clId="{9559F843-8EAA-41D6-B4C2-82824E00C152}" dt="2021-08-31T06:42:33.243" v="5" actId="478"/>
          <ac:picMkLst>
            <pc:docMk/>
            <pc:sldMk cId="1298757524" sldId="344"/>
            <ac:picMk id="10" creationId="{4A0872D5-8B7B-4D5A-A52C-2D9F89D29054}"/>
          </ac:picMkLst>
        </pc:picChg>
        <pc:picChg chg="del">
          <ac:chgData name="Serhii Harmash" userId="19965dc1-3670-4089-9e09-ab6aab33a005" providerId="ADAL" clId="{9559F843-8EAA-41D6-B4C2-82824E00C152}" dt="2021-08-31T06:42:41.020" v="9" actId="478"/>
          <ac:picMkLst>
            <pc:docMk/>
            <pc:sldMk cId="1298757524" sldId="344"/>
            <ac:picMk id="11" creationId="{CA6D5558-8A32-48C2-8E2B-708D3E27A460}"/>
          </ac:picMkLst>
        </pc:picChg>
        <pc:picChg chg="del">
          <ac:chgData name="Serhii Harmash" userId="19965dc1-3670-4089-9e09-ab6aab33a005" providerId="ADAL" clId="{9559F843-8EAA-41D6-B4C2-82824E00C152}" dt="2021-08-31T06:42:32.203" v="4" actId="478"/>
          <ac:picMkLst>
            <pc:docMk/>
            <pc:sldMk cId="1298757524" sldId="344"/>
            <ac:picMk id="14" creationId="{EC89347F-62EA-4138-A895-280B05598270}"/>
          </ac:picMkLst>
        </pc:picChg>
        <pc:picChg chg="del">
          <ac:chgData name="Serhii Harmash" userId="19965dc1-3670-4089-9e09-ab6aab33a005" providerId="ADAL" clId="{9559F843-8EAA-41D6-B4C2-82824E00C152}" dt="2021-08-31T06:42:48.091" v="14" actId="478"/>
          <ac:picMkLst>
            <pc:docMk/>
            <pc:sldMk cId="1298757524" sldId="344"/>
            <ac:picMk id="19" creationId="{33BD5F0D-F8E1-4795-8BA6-ED89EFCAA41C}"/>
          </ac:picMkLst>
        </pc:picChg>
        <pc:picChg chg="add mod modCrop">
          <ac:chgData name="Serhii Harmash" userId="19965dc1-3670-4089-9e09-ab6aab33a005" providerId="ADAL" clId="{9559F843-8EAA-41D6-B4C2-82824E00C152}" dt="2021-08-31T06:53:36.342" v="173" actId="164"/>
          <ac:picMkLst>
            <pc:docMk/>
            <pc:sldMk cId="1298757524" sldId="344"/>
            <ac:picMk id="22" creationId="{0C2DDCA2-D674-4429-BC82-813EF7881699}"/>
          </ac:picMkLst>
        </pc:picChg>
        <pc:picChg chg="add mod">
          <ac:chgData name="Serhii Harmash" userId="19965dc1-3670-4089-9e09-ab6aab33a005" providerId="ADAL" clId="{9559F843-8EAA-41D6-B4C2-82824E00C152}" dt="2021-08-31T06:53:24.039" v="172" actId="164"/>
          <ac:picMkLst>
            <pc:docMk/>
            <pc:sldMk cId="1298757524" sldId="344"/>
            <ac:picMk id="25" creationId="{0B1BDAD0-051F-4B6C-B13B-26A7B71FC237}"/>
          </ac:picMkLst>
        </pc:picChg>
        <pc:picChg chg="del">
          <ac:chgData name="Serhii Harmash" userId="19965dc1-3670-4089-9e09-ab6aab33a005" providerId="ADAL" clId="{9559F843-8EAA-41D6-B4C2-82824E00C152}" dt="2021-08-31T06:42:50.396" v="16" actId="478"/>
          <ac:picMkLst>
            <pc:docMk/>
            <pc:sldMk cId="1298757524" sldId="344"/>
            <ac:picMk id="26" creationId="{A116912D-7A1F-4D45-B15E-DDF8CA234C56}"/>
          </ac:picMkLst>
        </pc:picChg>
        <pc:picChg chg="add mod">
          <ac:chgData name="Serhii Harmash" userId="19965dc1-3670-4089-9e09-ab6aab33a005" providerId="ADAL" clId="{9559F843-8EAA-41D6-B4C2-82824E00C152}" dt="2021-08-31T06:49:24.009" v="109" actId="164"/>
          <ac:picMkLst>
            <pc:docMk/>
            <pc:sldMk cId="1298757524" sldId="344"/>
            <ac:picMk id="28" creationId="{7E0474F1-CA78-4C02-9D2E-616F72AED29A}"/>
          </ac:picMkLst>
        </pc:picChg>
        <pc:picChg chg="add del mod">
          <ac:chgData name="Serhii Harmash" userId="19965dc1-3670-4089-9e09-ab6aab33a005" providerId="ADAL" clId="{9559F843-8EAA-41D6-B4C2-82824E00C152}" dt="2021-08-31T06:51:53.729" v="153" actId="478"/>
          <ac:picMkLst>
            <pc:docMk/>
            <pc:sldMk cId="1298757524" sldId="344"/>
            <ac:picMk id="44" creationId="{0C9D5847-1E59-49F0-8E63-4412D6069538}"/>
          </ac:picMkLst>
        </pc:picChg>
        <pc:picChg chg="del">
          <ac:chgData name="Serhii Harmash" userId="19965dc1-3670-4089-9e09-ab6aab33a005" providerId="ADAL" clId="{9559F843-8EAA-41D6-B4C2-82824E00C152}" dt="2021-08-31T06:42:44.011" v="11" actId="478"/>
          <ac:picMkLst>
            <pc:docMk/>
            <pc:sldMk cId="1298757524" sldId="344"/>
            <ac:picMk id="2048" creationId="{7C042518-5479-48FB-AAFE-53B96DF040C5}"/>
          </ac:picMkLst>
        </pc:picChg>
      </pc:sldChg>
    </pc:docChg>
  </pc:docChgLst>
  <pc:docChgLst>
    <pc:chgData name="Valeriia Kobzar (VRKR)" userId="S::vrkr@simcorp.com::abeb4f95-95bb-4875-81dd-0cbce4da8295" providerId="AD" clId="Web-{3E2AAC8D-BDF5-DB03-1006-1E79E4702245}"/>
    <pc:docChg chg="modSld">
      <pc:chgData name="Valeriia Kobzar (VRKR)" userId="S::vrkr@simcorp.com::abeb4f95-95bb-4875-81dd-0cbce4da8295" providerId="AD" clId="Web-{3E2AAC8D-BDF5-DB03-1006-1E79E4702245}" dt="2021-11-26T17:16:44.760" v="2" actId="20577"/>
      <pc:docMkLst>
        <pc:docMk/>
      </pc:docMkLst>
      <pc:sldChg chg="modSp">
        <pc:chgData name="Valeriia Kobzar (VRKR)" userId="S::vrkr@simcorp.com::abeb4f95-95bb-4875-81dd-0cbce4da8295" providerId="AD" clId="Web-{3E2AAC8D-BDF5-DB03-1006-1E79E4702245}" dt="2021-11-26T17:16:44.760" v="2" actId="20577"/>
        <pc:sldMkLst>
          <pc:docMk/>
          <pc:sldMk cId="1569956427" sldId="326"/>
        </pc:sldMkLst>
        <pc:spChg chg="mod">
          <ac:chgData name="Valeriia Kobzar (VRKR)" userId="S::vrkr@simcorp.com::abeb4f95-95bb-4875-81dd-0cbce4da8295" providerId="AD" clId="Web-{3E2AAC8D-BDF5-DB03-1006-1E79E4702245}" dt="2021-11-26T17:16:44.760" v="2" actId="20577"/>
          <ac:spMkLst>
            <pc:docMk/>
            <pc:sldMk cId="1569956427" sldId="326"/>
            <ac:spMk id="5" creationId="{67E8D471-BA5C-4AAC-A2C9-82DB42DEB307}"/>
          </ac:spMkLst>
        </pc:spChg>
      </pc:sldChg>
    </pc:docChg>
  </pc:docChgLst>
  <pc:docChgLst>
    <pc:chgData name="Valeriia Kobzar (VRKR)" userId="S::vrkr@simcorp.com::abeb4f95-95bb-4875-81dd-0cbce4da8295" providerId="AD" clId="Web-{999638B6-B84A-CE2D-B86F-AE341959AD30}"/>
    <pc:docChg chg="sldOrd">
      <pc:chgData name="Valeriia Kobzar (VRKR)" userId="S::vrkr@simcorp.com::abeb4f95-95bb-4875-81dd-0cbce4da8295" providerId="AD" clId="Web-{999638B6-B84A-CE2D-B86F-AE341959AD30}" dt="2021-11-29T10:36:40.039" v="0"/>
      <pc:docMkLst>
        <pc:docMk/>
      </pc:docMkLst>
      <pc:sldChg chg="ord">
        <pc:chgData name="Valeriia Kobzar (VRKR)" userId="S::vrkr@simcorp.com::abeb4f95-95bb-4875-81dd-0cbce4da8295" providerId="AD" clId="Web-{999638B6-B84A-CE2D-B86F-AE341959AD30}" dt="2021-11-29T10:36:40.039" v="0"/>
        <pc:sldMkLst>
          <pc:docMk/>
          <pc:sldMk cId="3693655936" sldId="313"/>
        </pc:sldMkLst>
      </pc:sldChg>
    </pc:docChg>
  </pc:docChgLst>
  <pc:docChgLst>
    <pc:chgData name="Valeriia Kobzar (VRKR)" userId="S::vrkr@simcorp.com::abeb4f95-95bb-4875-81dd-0cbce4da8295" providerId="AD" clId="Web-{FDB39FF9-3A72-F518-078B-E014FE1F27DE}"/>
    <pc:docChg chg="modSld">
      <pc:chgData name="Valeriia Kobzar (VRKR)" userId="S::vrkr@simcorp.com::abeb4f95-95bb-4875-81dd-0cbce4da8295" providerId="AD" clId="Web-{FDB39FF9-3A72-F518-078B-E014FE1F27DE}" dt="2021-11-29T10:11:35.577" v="0"/>
      <pc:docMkLst>
        <pc:docMk/>
      </pc:docMkLst>
      <pc:sldChg chg="addSp">
        <pc:chgData name="Valeriia Kobzar (VRKR)" userId="S::vrkr@simcorp.com::abeb4f95-95bb-4875-81dd-0cbce4da8295" providerId="AD" clId="Web-{FDB39FF9-3A72-F518-078B-E014FE1F27DE}" dt="2021-11-29T10:11:35.577" v="0"/>
        <pc:sldMkLst>
          <pc:docMk/>
          <pc:sldMk cId="613714180" sldId="325"/>
        </pc:sldMkLst>
        <pc:picChg chg="add">
          <ac:chgData name="Valeriia Kobzar (VRKR)" userId="S::vrkr@simcorp.com::abeb4f95-95bb-4875-81dd-0cbce4da8295" providerId="AD" clId="Web-{FDB39FF9-3A72-F518-078B-E014FE1F27DE}" dt="2021-11-29T10:11:35.577" v="0"/>
          <ac:picMkLst>
            <pc:docMk/>
            <pc:sldMk cId="613714180" sldId="325"/>
            <ac:picMk id="7" creationId="{588033C9-2ED9-43C2-967F-90AAD347AAAF}"/>
          </ac:picMkLst>
        </pc:picChg>
      </pc:sldChg>
    </pc:docChg>
  </pc:docChgLst>
  <pc:docChgLst>
    <pc:chgData name="Valeriia Kobzar (VRKR)" userId="S::vrkr@simcorp.com::abeb4f95-95bb-4875-81dd-0cbce4da8295" providerId="AD" clId="Web-{CB343CC2-3847-9ABF-C5A7-53073CA25B98}"/>
    <pc:docChg chg="addSld delSld modSld">
      <pc:chgData name="Valeriia Kobzar (VRKR)" userId="S::vrkr@simcorp.com::abeb4f95-95bb-4875-81dd-0cbce4da8295" providerId="AD" clId="Web-{CB343CC2-3847-9ABF-C5A7-53073CA25B98}" dt="2021-06-01T10:55:12.846" v="3" actId="1076"/>
      <pc:docMkLst>
        <pc:docMk/>
      </pc:docMkLst>
      <pc:sldChg chg="modSp">
        <pc:chgData name="Valeriia Kobzar (VRKR)" userId="S::vrkr@simcorp.com::abeb4f95-95bb-4875-81dd-0cbce4da8295" providerId="AD" clId="Web-{CB343CC2-3847-9ABF-C5A7-53073CA25B98}" dt="2021-06-01T10:55:12.846" v="3" actId="1076"/>
        <pc:sldMkLst>
          <pc:docMk/>
          <pc:sldMk cId="3066692427" sldId="335"/>
        </pc:sldMkLst>
        <pc:spChg chg="mod">
          <ac:chgData name="Valeriia Kobzar (VRKR)" userId="S::vrkr@simcorp.com::abeb4f95-95bb-4875-81dd-0cbce4da8295" providerId="AD" clId="Web-{CB343CC2-3847-9ABF-C5A7-53073CA25B98}" dt="2021-06-01T10:55:12.846" v="3" actId="1076"/>
          <ac:spMkLst>
            <pc:docMk/>
            <pc:sldMk cId="3066692427" sldId="335"/>
            <ac:spMk id="5" creationId="{F27E284C-A3D5-465E-B3A3-B9539D3FCA46}"/>
          </ac:spMkLst>
        </pc:spChg>
      </pc:sldChg>
      <pc:sldChg chg="new del">
        <pc:chgData name="Valeriia Kobzar (VRKR)" userId="S::vrkr@simcorp.com::abeb4f95-95bb-4875-81dd-0cbce4da8295" providerId="AD" clId="Web-{CB343CC2-3847-9ABF-C5A7-53073CA25B98}" dt="2021-06-01T10:51:46.039" v="1"/>
        <pc:sldMkLst>
          <pc:docMk/>
          <pc:sldMk cId="1156671141" sldId="344"/>
        </pc:sldMkLst>
      </pc:sldChg>
    </pc:docChg>
  </pc:docChgLst>
  <pc:docChgLst>
    <pc:chgData name="Valeriia Kobzar (VRKR)" userId="S::vrkr@simcorp.com::abeb4f95-95bb-4875-81dd-0cbce4da8295" providerId="AD" clId="Web-{78F6D4AB-48CF-6842-5355-62DB08F81F7F}"/>
    <pc:docChg chg="modSld">
      <pc:chgData name="Valeriia Kobzar (VRKR)" userId="S::vrkr@simcorp.com::abeb4f95-95bb-4875-81dd-0cbce4da8295" providerId="AD" clId="Web-{78F6D4AB-48CF-6842-5355-62DB08F81F7F}" dt="2021-11-29T12:36:26.845" v="0"/>
      <pc:docMkLst>
        <pc:docMk/>
      </pc:docMkLst>
      <pc:sldChg chg="delSp">
        <pc:chgData name="Valeriia Kobzar (VRKR)" userId="S::vrkr@simcorp.com::abeb4f95-95bb-4875-81dd-0cbce4da8295" providerId="AD" clId="Web-{78F6D4AB-48CF-6842-5355-62DB08F81F7F}" dt="2021-11-29T12:36:26.845" v="0"/>
        <pc:sldMkLst>
          <pc:docMk/>
          <pc:sldMk cId="1837266877" sldId="343"/>
        </pc:sldMkLst>
        <pc:spChg chg="del">
          <ac:chgData name="Valeriia Kobzar (VRKR)" userId="S::vrkr@simcorp.com::abeb4f95-95bb-4875-81dd-0cbce4da8295" providerId="AD" clId="Web-{78F6D4AB-48CF-6842-5355-62DB08F81F7F}" dt="2021-11-29T12:36:26.845" v="0"/>
          <ac:spMkLst>
            <pc:docMk/>
            <pc:sldMk cId="1837266877" sldId="343"/>
            <ac:spMk id="7" creationId="{59C915E5-C82A-4EFF-904E-8CCA5FEE2EEA}"/>
          </ac:spMkLst>
        </pc:spChg>
      </pc:sldChg>
    </pc:docChg>
  </pc:docChgLst>
  <pc:docChgLst>
    <pc:chgData name="Serhii Harmash" userId="19965dc1-3670-4089-9e09-ab6aab33a005" providerId="ADAL" clId="{BAFA0C06-F364-45D4-BC91-22758431C21A}"/>
    <pc:docChg chg="undo custSel modSld">
      <pc:chgData name="Serhii Harmash" userId="19965dc1-3670-4089-9e09-ab6aab33a005" providerId="ADAL" clId="{BAFA0C06-F364-45D4-BC91-22758431C21A}" dt="2021-06-01T10:46:58.450" v="58" actId="14100"/>
      <pc:docMkLst>
        <pc:docMk/>
      </pc:docMkLst>
      <pc:sldChg chg="addSp delSp modSp mod">
        <pc:chgData name="Serhii Harmash" userId="19965dc1-3670-4089-9e09-ab6aab33a005" providerId="ADAL" clId="{BAFA0C06-F364-45D4-BC91-22758431C21A}" dt="2021-06-01T10:46:58.450" v="58" actId="14100"/>
        <pc:sldMkLst>
          <pc:docMk/>
          <pc:sldMk cId="2900594956" sldId="284"/>
        </pc:sldMkLst>
        <pc:picChg chg="del">
          <ac:chgData name="Serhii Harmash" userId="19965dc1-3670-4089-9e09-ab6aab33a005" providerId="ADAL" clId="{BAFA0C06-F364-45D4-BC91-22758431C21A}" dt="2021-06-01T10:46:44.392" v="52" actId="478"/>
          <ac:picMkLst>
            <pc:docMk/>
            <pc:sldMk cId="2900594956" sldId="284"/>
            <ac:picMk id="5" creationId="{894BEA36-AC4C-49C0-963D-C4D51408D779}"/>
          </ac:picMkLst>
        </pc:picChg>
        <pc:picChg chg="add mod">
          <ac:chgData name="Serhii Harmash" userId="19965dc1-3670-4089-9e09-ab6aab33a005" providerId="ADAL" clId="{BAFA0C06-F364-45D4-BC91-22758431C21A}" dt="2021-06-01T10:46:58.450" v="58" actId="14100"/>
          <ac:picMkLst>
            <pc:docMk/>
            <pc:sldMk cId="2900594956" sldId="284"/>
            <ac:picMk id="7" creationId="{F8E61B24-68D0-4D23-9138-563CDA3CD89F}"/>
          </ac:picMkLst>
        </pc:picChg>
      </pc:sldChg>
      <pc:sldChg chg="modSp mod">
        <pc:chgData name="Serhii Harmash" userId="19965dc1-3670-4089-9e09-ab6aab33a005" providerId="ADAL" clId="{BAFA0C06-F364-45D4-BC91-22758431C21A}" dt="2021-05-31T14:59:33.238" v="50" actId="1076"/>
        <pc:sldMkLst>
          <pc:docMk/>
          <pc:sldMk cId="3091302632" sldId="289"/>
        </pc:sldMkLst>
        <pc:spChg chg="mod">
          <ac:chgData name="Serhii Harmash" userId="19965dc1-3670-4089-9e09-ab6aab33a005" providerId="ADAL" clId="{BAFA0C06-F364-45D4-BC91-22758431C21A}" dt="2021-05-31T14:59:33.238" v="50" actId="1076"/>
          <ac:spMkLst>
            <pc:docMk/>
            <pc:sldMk cId="3091302632" sldId="289"/>
            <ac:spMk id="5" creationId="{439F94AF-BB51-4A35-9CA9-C83A1DA58A48}"/>
          </ac:spMkLst>
        </pc:spChg>
      </pc:sldChg>
      <pc:sldChg chg="modSp mod">
        <pc:chgData name="Serhii Harmash" userId="19965dc1-3670-4089-9e09-ab6aab33a005" providerId="ADAL" clId="{BAFA0C06-F364-45D4-BC91-22758431C21A}" dt="2021-05-31T14:24:54.130" v="1" actId="1076"/>
        <pc:sldMkLst>
          <pc:docMk/>
          <pc:sldMk cId="3525587491" sldId="302"/>
        </pc:sldMkLst>
        <pc:spChg chg="mod">
          <ac:chgData name="Serhii Harmash" userId="19965dc1-3670-4089-9e09-ab6aab33a005" providerId="ADAL" clId="{BAFA0C06-F364-45D4-BC91-22758431C21A}" dt="2021-05-31T14:24:54.130" v="1" actId="1076"/>
          <ac:spMkLst>
            <pc:docMk/>
            <pc:sldMk cId="3525587491" sldId="302"/>
            <ac:spMk id="7" creationId="{112770AA-26DA-4F34-B909-8F7F08101368}"/>
          </ac:spMkLst>
        </pc:spChg>
      </pc:sldChg>
      <pc:sldChg chg="modSp mod">
        <pc:chgData name="Serhii Harmash" userId="19965dc1-3670-4089-9e09-ab6aab33a005" providerId="ADAL" clId="{BAFA0C06-F364-45D4-BC91-22758431C21A}" dt="2021-05-31T14:39:12.829" v="3" actId="20577"/>
        <pc:sldMkLst>
          <pc:docMk/>
          <pc:sldMk cId="2535197243" sldId="319"/>
        </pc:sldMkLst>
        <pc:spChg chg="mod">
          <ac:chgData name="Serhii Harmash" userId="19965dc1-3670-4089-9e09-ab6aab33a005" providerId="ADAL" clId="{BAFA0C06-F364-45D4-BC91-22758431C21A}" dt="2021-05-31T14:39:12.829" v="3" actId="20577"/>
          <ac:spMkLst>
            <pc:docMk/>
            <pc:sldMk cId="2535197243" sldId="319"/>
            <ac:spMk id="6" creationId="{98E8A737-98E8-46EB-946A-9572703F2607}"/>
          </ac:spMkLst>
        </pc:spChg>
      </pc:sldChg>
      <pc:sldChg chg="modSp mod">
        <pc:chgData name="Serhii Harmash" userId="19965dc1-3670-4089-9e09-ab6aab33a005" providerId="ADAL" clId="{BAFA0C06-F364-45D4-BC91-22758431C21A}" dt="2021-06-01T06:41:28.056" v="51" actId="20577"/>
        <pc:sldMkLst>
          <pc:docMk/>
          <pc:sldMk cId="4069137776" sldId="321"/>
        </pc:sldMkLst>
        <pc:spChg chg="mod">
          <ac:chgData name="Serhii Harmash" userId="19965dc1-3670-4089-9e09-ab6aab33a005" providerId="ADAL" clId="{BAFA0C06-F364-45D4-BC91-22758431C21A}" dt="2021-06-01T06:41:28.056" v="51" actId="20577"/>
          <ac:spMkLst>
            <pc:docMk/>
            <pc:sldMk cId="4069137776" sldId="321"/>
            <ac:spMk id="7" creationId="{5A58F802-CDED-4B68-BC45-A08CEDF5FEE5}"/>
          </ac:spMkLst>
        </pc:spChg>
      </pc:sldChg>
      <pc:sldChg chg="modSp mod">
        <pc:chgData name="Serhii Harmash" userId="19965dc1-3670-4089-9e09-ab6aab33a005" providerId="ADAL" clId="{BAFA0C06-F364-45D4-BC91-22758431C21A}" dt="2021-05-31T14:57:54.429" v="48" actId="20577"/>
        <pc:sldMkLst>
          <pc:docMk/>
          <pc:sldMk cId="3786804410" sldId="323"/>
        </pc:sldMkLst>
        <pc:spChg chg="mod">
          <ac:chgData name="Serhii Harmash" userId="19965dc1-3670-4089-9e09-ab6aab33a005" providerId="ADAL" clId="{BAFA0C06-F364-45D4-BC91-22758431C21A}" dt="2021-05-31T14:57:54.429" v="48" actId="20577"/>
          <ac:spMkLst>
            <pc:docMk/>
            <pc:sldMk cId="3786804410" sldId="323"/>
            <ac:spMk id="5" creationId="{5A9C5AEA-D233-41B9-AB7C-1D72F868EBDF}"/>
          </ac:spMkLst>
        </pc:spChg>
      </pc:sldChg>
      <pc:sldChg chg="modSp mod">
        <pc:chgData name="Serhii Harmash" userId="19965dc1-3670-4089-9e09-ab6aab33a005" providerId="ADAL" clId="{BAFA0C06-F364-45D4-BC91-22758431C21A}" dt="2021-05-31T14:46:19.015" v="9" actId="20577"/>
        <pc:sldMkLst>
          <pc:docMk/>
          <pc:sldMk cId="2775933737" sldId="331"/>
        </pc:sldMkLst>
        <pc:spChg chg="mod">
          <ac:chgData name="Serhii Harmash" userId="19965dc1-3670-4089-9e09-ab6aab33a005" providerId="ADAL" clId="{BAFA0C06-F364-45D4-BC91-22758431C21A}" dt="2021-05-31T14:46:19.015" v="9" actId="20577"/>
          <ac:spMkLst>
            <pc:docMk/>
            <pc:sldMk cId="2775933737" sldId="331"/>
            <ac:spMk id="5" creationId="{5A9C5AEA-D233-41B9-AB7C-1D72F868EBDF}"/>
          </ac:spMkLst>
        </pc:spChg>
      </pc:sldChg>
      <pc:sldChg chg="mod modShow">
        <pc:chgData name="Serhii Harmash" userId="19965dc1-3670-4089-9e09-ab6aab33a005" providerId="ADAL" clId="{BAFA0C06-F364-45D4-BC91-22758431C21A}" dt="2021-05-31T14:49:44.520" v="18" actId="729"/>
        <pc:sldMkLst>
          <pc:docMk/>
          <pc:sldMk cId="598382060" sldId="341"/>
        </pc:sldMkLst>
      </pc:sldChg>
      <pc:sldChg chg="mod modShow">
        <pc:chgData name="Serhii Harmash" userId="19965dc1-3670-4089-9e09-ab6aab33a005" providerId="ADAL" clId="{BAFA0C06-F364-45D4-BC91-22758431C21A}" dt="2021-05-31T14:49:53.991" v="19" actId="729"/>
        <pc:sldMkLst>
          <pc:docMk/>
          <pc:sldMk cId="791558025" sldId="342"/>
        </pc:sldMkLst>
      </pc:sldChg>
      <pc:sldChg chg="mod modShow">
        <pc:chgData name="Serhii Harmash" userId="19965dc1-3670-4089-9e09-ab6aab33a005" providerId="ADAL" clId="{BAFA0C06-F364-45D4-BC91-22758431C21A}" dt="2021-05-31T14:50:00.194" v="20" actId="729"/>
        <pc:sldMkLst>
          <pc:docMk/>
          <pc:sldMk cId="1837266877" sldId="343"/>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F6ABC0-CAC1-4B68-B3B0-54B041D6343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4CFF629-8AA7-403E-902B-6E0BD0999D30}">
      <dgm:prSet phldrT="[Text]" custT="1"/>
      <dgm:spPr/>
      <dgm:t>
        <a:bodyPr/>
        <a:lstStyle/>
        <a:p>
          <a:r>
            <a:rPr lang="en-GB" sz="1800">
              <a:solidFill>
                <a:schemeClr val="accent2"/>
              </a:solidFill>
            </a:rPr>
            <a:t>Encapsulation</a:t>
          </a:r>
          <a:endParaRPr lang="en-US" sz="1800">
            <a:solidFill>
              <a:schemeClr val="accent2"/>
            </a:solidFill>
          </a:endParaRPr>
        </a:p>
      </dgm:t>
    </dgm:pt>
    <dgm:pt modelId="{B4679C59-22F3-4A4B-BFAB-191D9252EBE3}" type="parTrans" cxnId="{69A6D3EC-20C9-4CF5-885B-662C37702E5C}">
      <dgm:prSet/>
      <dgm:spPr/>
      <dgm:t>
        <a:bodyPr/>
        <a:lstStyle/>
        <a:p>
          <a:endParaRPr lang="en-US" sz="1600"/>
        </a:p>
      </dgm:t>
    </dgm:pt>
    <dgm:pt modelId="{7A0BFEE5-CECF-44A5-B108-5A7F27BB0A00}" type="sibTrans" cxnId="{69A6D3EC-20C9-4CF5-885B-662C37702E5C}">
      <dgm:prSet/>
      <dgm:spPr/>
      <dgm:t>
        <a:bodyPr/>
        <a:lstStyle/>
        <a:p>
          <a:endParaRPr lang="en-US" sz="1600"/>
        </a:p>
      </dgm:t>
    </dgm:pt>
    <dgm:pt modelId="{FBF19E63-43B4-4354-BFB7-4724EA6C6C81}">
      <dgm:prSet phldrT="[Text]" custT="1"/>
      <dgm:spPr/>
      <dgm:t>
        <a:bodyPr/>
        <a:lstStyle/>
        <a:p>
          <a:r>
            <a:rPr lang="en-GB" sz="1800"/>
            <a:t>Class or Interface</a:t>
          </a:r>
          <a:endParaRPr lang="en-US" sz="1800"/>
        </a:p>
      </dgm:t>
    </dgm:pt>
    <dgm:pt modelId="{D8185B14-F7BC-4744-B4D8-C2F9F9D488EE}" type="parTrans" cxnId="{77549CA3-CBAC-4629-BB11-3EEE3E42A4DB}">
      <dgm:prSet/>
      <dgm:spPr/>
      <dgm:t>
        <a:bodyPr/>
        <a:lstStyle/>
        <a:p>
          <a:endParaRPr lang="en-US" sz="1600"/>
        </a:p>
      </dgm:t>
    </dgm:pt>
    <dgm:pt modelId="{A1E06972-E90D-47BF-892E-3BD7706873B6}" type="sibTrans" cxnId="{77549CA3-CBAC-4629-BB11-3EEE3E42A4DB}">
      <dgm:prSet/>
      <dgm:spPr/>
      <dgm:t>
        <a:bodyPr/>
        <a:lstStyle/>
        <a:p>
          <a:endParaRPr lang="en-US" sz="1600"/>
        </a:p>
      </dgm:t>
    </dgm:pt>
    <dgm:pt modelId="{DDBDC8F7-476B-41E0-ABE4-31713FFEC617}">
      <dgm:prSet phldrT="[Text]" custT="1"/>
      <dgm:spPr/>
      <dgm:t>
        <a:bodyPr/>
        <a:lstStyle/>
        <a:p>
          <a:r>
            <a:rPr lang="en-GB" sz="1800"/>
            <a:t>Access Modifiers</a:t>
          </a:r>
          <a:endParaRPr lang="en-US" sz="1800"/>
        </a:p>
      </dgm:t>
    </dgm:pt>
    <dgm:pt modelId="{F879D683-5439-41DC-B91D-0AC153D7924C}" type="parTrans" cxnId="{E6FBA4A1-5D11-4D4C-80C1-7596789883AD}">
      <dgm:prSet/>
      <dgm:spPr/>
      <dgm:t>
        <a:bodyPr/>
        <a:lstStyle/>
        <a:p>
          <a:endParaRPr lang="en-US" sz="1600"/>
        </a:p>
      </dgm:t>
    </dgm:pt>
    <dgm:pt modelId="{B7733E1B-D922-491C-99EE-949729CD153F}" type="sibTrans" cxnId="{E6FBA4A1-5D11-4D4C-80C1-7596789883AD}">
      <dgm:prSet/>
      <dgm:spPr/>
      <dgm:t>
        <a:bodyPr/>
        <a:lstStyle/>
        <a:p>
          <a:endParaRPr lang="en-US" sz="1600"/>
        </a:p>
      </dgm:t>
    </dgm:pt>
    <dgm:pt modelId="{8FF22F27-17E7-4DDA-ABF6-418DC51BF97D}" type="pres">
      <dgm:prSet presAssocID="{3CF6ABC0-CAC1-4B68-B3B0-54B041D63431}" presName="vert0" presStyleCnt="0">
        <dgm:presLayoutVars>
          <dgm:dir/>
          <dgm:animOne val="branch"/>
          <dgm:animLvl val="lvl"/>
        </dgm:presLayoutVars>
      </dgm:prSet>
      <dgm:spPr/>
    </dgm:pt>
    <dgm:pt modelId="{3DA58040-76DF-4133-AE60-C3A5BD9A7F40}" type="pres">
      <dgm:prSet presAssocID="{84CFF629-8AA7-403E-902B-6E0BD0999D30}" presName="thickLine" presStyleLbl="alignNode1" presStyleIdx="0" presStyleCnt="1"/>
      <dgm:spPr/>
    </dgm:pt>
    <dgm:pt modelId="{BFC61994-34AF-4BCB-AACA-485BF9074E20}" type="pres">
      <dgm:prSet presAssocID="{84CFF629-8AA7-403E-902B-6E0BD0999D30}" presName="horz1" presStyleCnt="0"/>
      <dgm:spPr/>
    </dgm:pt>
    <dgm:pt modelId="{121479FB-8CB8-4813-85E9-673900E6A085}" type="pres">
      <dgm:prSet presAssocID="{84CFF629-8AA7-403E-902B-6E0BD0999D30}" presName="tx1" presStyleLbl="revTx" presStyleIdx="0" presStyleCnt="3" custScaleX="349381"/>
      <dgm:spPr/>
    </dgm:pt>
    <dgm:pt modelId="{D9D7F440-A270-4DFE-9CBD-91E6E066B75E}" type="pres">
      <dgm:prSet presAssocID="{84CFF629-8AA7-403E-902B-6E0BD0999D30}" presName="vert1" presStyleCnt="0"/>
      <dgm:spPr/>
    </dgm:pt>
    <dgm:pt modelId="{138AA8E3-3829-4547-BB4C-D1C616A85644}" type="pres">
      <dgm:prSet presAssocID="{FBF19E63-43B4-4354-BFB7-4724EA6C6C81}" presName="vertSpace2a" presStyleCnt="0"/>
      <dgm:spPr/>
    </dgm:pt>
    <dgm:pt modelId="{7D40D060-B6B4-443D-952B-0DCDE567EBC2}" type="pres">
      <dgm:prSet presAssocID="{FBF19E63-43B4-4354-BFB7-4724EA6C6C81}" presName="horz2" presStyleCnt="0"/>
      <dgm:spPr/>
    </dgm:pt>
    <dgm:pt modelId="{6FFF90DD-A0D7-4037-BF01-5F4EF7D6E30C}" type="pres">
      <dgm:prSet presAssocID="{FBF19E63-43B4-4354-BFB7-4724EA6C6C81}" presName="horzSpace2" presStyleCnt="0"/>
      <dgm:spPr/>
    </dgm:pt>
    <dgm:pt modelId="{603888F9-3DF0-451B-97FE-02B033F16F9E}" type="pres">
      <dgm:prSet presAssocID="{FBF19E63-43B4-4354-BFB7-4724EA6C6C81}" presName="tx2" presStyleLbl="revTx" presStyleIdx="1" presStyleCnt="3"/>
      <dgm:spPr/>
    </dgm:pt>
    <dgm:pt modelId="{50E34A82-F052-4A03-8F9F-2B4A73603028}" type="pres">
      <dgm:prSet presAssocID="{FBF19E63-43B4-4354-BFB7-4724EA6C6C81}" presName="vert2" presStyleCnt="0"/>
      <dgm:spPr/>
    </dgm:pt>
    <dgm:pt modelId="{498E7597-44E0-41A0-81B4-48637BA7400E}" type="pres">
      <dgm:prSet presAssocID="{FBF19E63-43B4-4354-BFB7-4724EA6C6C81}" presName="thinLine2b" presStyleLbl="callout" presStyleIdx="0" presStyleCnt="2"/>
      <dgm:spPr/>
    </dgm:pt>
    <dgm:pt modelId="{FD1E5BF5-0098-4A61-A975-00FDB9A11FA1}" type="pres">
      <dgm:prSet presAssocID="{FBF19E63-43B4-4354-BFB7-4724EA6C6C81}" presName="vertSpace2b" presStyleCnt="0"/>
      <dgm:spPr/>
    </dgm:pt>
    <dgm:pt modelId="{E5102750-995E-4E76-8258-3976E32A3B82}" type="pres">
      <dgm:prSet presAssocID="{DDBDC8F7-476B-41E0-ABE4-31713FFEC617}" presName="horz2" presStyleCnt="0"/>
      <dgm:spPr/>
    </dgm:pt>
    <dgm:pt modelId="{CA08A50C-DDE1-48E8-AA4C-27CFF00D2A84}" type="pres">
      <dgm:prSet presAssocID="{DDBDC8F7-476B-41E0-ABE4-31713FFEC617}" presName="horzSpace2" presStyleCnt="0"/>
      <dgm:spPr/>
    </dgm:pt>
    <dgm:pt modelId="{DED73600-C15F-4BF3-802E-EF36255B5E53}" type="pres">
      <dgm:prSet presAssocID="{DDBDC8F7-476B-41E0-ABE4-31713FFEC617}" presName="tx2" presStyleLbl="revTx" presStyleIdx="2" presStyleCnt="3"/>
      <dgm:spPr/>
    </dgm:pt>
    <dgm:pt modelId="{601DC13B-5819-4733-B7A1-7AC9D6BF9A36}" type="pres">
      <dgm:prSet presAssocID="{DDBDC8F7-476B-41E0-ABE4-31713FFEC617}" presName="vert2" presStyleCnt="0"/>
      <dgm:spPr/>
    </dgm:pt>
    <dgm:pt modelId="{58A34320-AB5E-44FF-8DF7-213C0E8895A4}" type="pres">
      <dgm:prSet presAssocID="{DDBDC8F7-476B-41E0-ABE4-31713FFEC617}" presName="thinLine2b" presStyleLbl="callout" presStyleIdx="1" presStyleCnt="2"/>
      <dgm:spPr/>
    </dgm:pt>
    <dgm:pt modelId="{ED8D0A64-2400-490F-B6A5-616458CCE498}" type="pres">
      <dgm:prSet presAssocID="{DDBDC8F7-476B-41E0-ABE4-31713FFEC617}" presName="vertSpace2b" presStyleCnt="0"/>
      <dgm:spPr/>
    </dgm:pt>
  </dgm:ptLst>
  <dgm:cxnLst>
    <dgm:cxn modelId="{D8093C0A-6E18-4FAE-A4F5-CF65D51B0EC7}" type="presOf" srcId="{DDBDC8F7-476B-41E0-ABE4-31713FFEC617}" destId="{DED73600-C15F-4BF3-802E-EF36255B5E53}" srcOrd="0" destOrd="0" presId="urn:microsoft.com/office/officeart/2008/layout/LinedList"/>
    <dgm:cxn modelId="{05762235-4342-427D-8CB8-D74F29162290}" type="presOf" srcId="{FBF19E63-43B4-4354-BFB7-4724EA6C6C81}" destId="{603888F9-3DF0-451B-97FE-02B033F16F9E}" srcOrd="0" destOrd="0" presId="urn:microsoft.com/office/officeart/2008/layout/LinedList"/>
    <dgm:cxn modelId="{743CFD86-4C60-4EDA-A8F2-66DA8879AAF9}" type="presOf" srcId="{3CF6ABC0-CAC1-4B68-B3B0-54B041D63431}" destId="{8FF22F27-17E7-4DDA-ABF6-418DC51BF97D}" srcOrd="0" destOrd="0" presId="urn:microsoft.com/office/officeart/2008/layout/LinedList"/>
    <dgm:cxn modelId="{AC27C98A-347B-4A66-9E89-3B1F05307D70}" type="presOf" srcId="{84CFF629-8AA7-403E-902B-6E0BD0999D30}" destId="{121479FB-8CB8-4813-85E9-673900E6A085}" srcOrd="0" destOrd="0" presId="urn:microsoft.com/office/officeart/2008/layout/LinedList"/>
    <dgm:cxn modelId="{E6FBA4A1-5D11-4D4C-80C1-7596789883AD}" srcId="{84CFF629-8AA7-403E-902B-6E0BD0999D30}" destId="{DDBDC8F7-476B-41E0-ABE4-31713FFEC617}" srcOrd="1" destOrd="0" parTransId="{F879D683-5439-41DC-B91D-0AC153D7924C}" sibTransId="{B7733E1B-D922-491C-99EE-949729CD153F}"/>
    <dgm:cxn modelId="{77549CA3-CBAC-4629-BB11-3EEE3E42A4DB}" srcId="{84CFF629-8AA7-403E-902B-6E0BD0999D30}" destId="{FBF19E63-43B4-4354-BFB7-4724EA6C6C81}" srcOrd="0" destOrd="0" parTransId="{D8185B14-F7BC-4744-B4D8-C2F9F9D488EE}" sibTransId="{A1E06972-E90D-47BF-892E-3BD7706873B6}"/>
    <dgm:cxn modelId="{69A6D3EC-20C9-4CF5-885B-662C37702E5C}" srcId="{3CF6ABC0-CAC1-4B68-B3B0-54B041D63431}" destId="{84CFF629-8AA7-403E-902B-6E0BD0999D30}" srcOrd="0" destOrd="0" parTransId="{B4679C59-22F3-4A4B-BFAB-191D9252EBE3}" sibTransId="{7A0BFEE5-CECF-44A5-B108-5A7F27BB0A00}"/>
    <dgm:cxn modelId="{36AF5F1D-48B5-463C-AD00-BC573C8A4767}" type="presParOf" srcId="{8FF22F27-17E7-4DDA-ABF6-418DC51BF97D}" destId="{3DA58040-76DF-4133-AE60-C3A5BD9A7F40}" srcOrd="0" destOrd="0" presId="urn:microsoft.com/office/officeart/2008/layout/LinedList"/>
    <dgm:cxn modelId="{D12D2DEA-9D80-4589-A405-230FB49AD63B}" type="presParOf" srcId="{8FF22F27-17E7-4DDA-ABF6-418DC51BF97D}" destId="{BFC61994-34AF-4BCB-AACA-485BF9074E20}" srcOrd="1" destOrd="0" presId="urn:microsoft.com/office/officeart/2008/layout/LinedList"/>
    <dgm:cxn modelId="{BC218C1A-59E3-4E89-ADF5-D0BB05CC519C}" type="presParOf" srcId="{BFC61994-34AF-4BCB-AACA-485BF9074E20}" destId="{121479FB-8CB8-4813-85E9-673900E6A085}" srcOrd="0" destOrd="0" presId="urn:microsoft.com/office/officeart/2008/layout/LinedList"/>
    <dgm:cxn modelId="{6FFD61D4-C680-444D-B13B-9835CD1C4FF0}" type="presParOf" srcId="{BFC61994-34AF-4BCB-AACA-485BF9074E20}" destId="{D9D7F440-A270-4DFE-9CBD-91E6E066B75E}" srcOrd="1" destOrd="0" presId="urn:microsoft.com/office/officeart/2008/layout/LinedList"/>
    <dgm:cxn modelId="{D46D5060-B432-4C3D-B327-D7DDFB417BE2}" type="presParOf" srcId="{D9D7F440-A270-4DFE-9CBD-91E6E066B75E}" destId="{138AA8E3-3829-4547-BB4C-D1C616A85644}" srcOrd="0" destOrd="0" presId="urn:microsoft.com/office/officeart/2008/layout/LinedList"/>
    <dgm:cxn modelId="{66A9EA4F-64A1-490F-AE91-598648CBA342}" type="presParOf" srcId="{D9D7F440-A270-4DFE-9CBD-91E6E066B75E}" destId="{7D40D060-B6B4-443D-952B-0DCDE567EBC2}" srcOrd="1" destOrd="0" presId="urn:microsoft.com/office/officeart/2008/layout/LinedList"/>
    <dgm:cxn modelId="{3E7B4611-F8F1-4725-B30F-EC52BDACBA3E}" type="presParOf" srcId="{7D40D060-B6B4-443D-952B-0DCDE567EBC2}" destId="{6FFF90DD-A0D7-4037-BF01-5F4EF7D6E30C}" srcOrd="0" destOrd="0" presId="urn:microsoft.com/office/officeart/2008/layout/LinedList"/>
    <dgm:cxn modelId="{F437D0FC-3E8D-4545-847A-B2D038903B7D}" type="presParOf" srcId="{7D40D060-B6B4-443D-952B-0DCDE567EBC2}" destId="{603888F9-3DF0-451B-97FE-02B033F16F9E}" srcOrd="1" destOrd="0" presId="urn:microsoft.com/office/officeart/2008/layout/LinedList"/>
    <dgm:cxn modelId="{20726849-50A6-43C5-A374-93819A8B2488}" type="presParOf" srcId="{7D40D060-B6B4-443D-952B-0DCDE567EBC2}" destId="{50E34A82-F052-4A03-8F9F-2B4A73603028}" srcOrd="2" destOrd="0" presId="urn:microsoft.com/office/officeart/2008/layout/LinedList"/>
    <dgm:cxn modelId="{63286690-34BD-4C5A-93E3-864F481089A0}" type="presParOf" srcId="{D9D7F440-A270-4DFE-9CBD-91E6E066B75E}" destId="{498E7597-44E0-41A0-81B4-48637BA7400E}" srcOrd="2" destOrd="0" presId="urn:microsoft.com/office/officeart/2008/layout/LinedList"/>
    <dgm:cxn modelId="{47D6A854-11C2-4ABB-A638-7209888871E3}" type="presParOf" srcId="{D9D7F440-A270-4DFE-9CBD-91E6E066B75E}" destId="{FD1E5BF5-0098-4A61-A975-00FDB9A11FA1}" srcOrd="3" destOrd="0" presId="urn:microsoft.com/office/officeart/2008/layout/LinedList"/>
    <dgm:cxn modelId="{2D23E023-0E6B-4E75-A95F-AC5BC9008E2A}" type="presParOf" srcId="{D9D7F440-A270-4DFE-9CBD-91E6E066B75E}" destId="{E5102750-995E-4E76-8258-3976E32A3B82}" srcOrd="4" destOrd="0" presId="urn:microsoft.com/office/officeart/2008/layout/LinedList"/>
    <dgm:cxn modelId="{B09E5206-DBCB-4046-A227-33B11D56E5AE}" type="presParOf" srcId="{E5102750-995E-4E76-8258-3976E32A3B82}" destId="{CA08A50C-DDE1-48E8-AA4C-27CFF00D2A84}" srcOrd="0" destOrd="0" presId="urn:microsoft.com/office/officeart/2008/layout/LinedList"/>
    <dgm:cxn modelId="{349445FF-0B73-4AF9-BCAE-535CE2EA9332}" type="presParOf" srcId="{E5102750-995E-4E76-8258-3976E32A3B82}" destId="{DED73600-C15F-4BF3-802E-EF36255B5E53}" srcOrd="1" destOrd="0" presId="urn:microsoft.com/office/officeart/2008/layout/LinedList"/>
    <dgm:cxn modelId="{35D09499-1DE2-4C54-BE9A-AB6AC9295860}" type="presParOf" srcId="{E5102750-995E-4E76-8258-3976E32A3B82}" destId="{601DC13B-5819-4733-B7A1-7AC9D6BF9A36}" srcOrd="2" destOrd="0" presId="urn:microsoft.com/office/officeart/2008/layout/LinedList"/>
    <dgm:cxn modelId="{8F549220-B81D-46AA-B35B-F9B37E36BE35}" type="presParOf" srcId="{D9D7F440-A270-4DFE-9CBD-91E6E066B75E}" destId="{58A34320-AB5E-44FF-8DF7-213C0E8895A4}" srcOrd="5" destOrd="0" presId="urn:microsoft.com/office/officeart/2008/layout/LinedList"/>
    <dgm:cxn modelId="{1CE36283-0968-4F6A-8674-039C2D7B2F77}" type="presParOf" srcId="{D9D7F440-A270-4DFE-9CBD-91E6E066B75E}" destId="{ED8D0A64-2400-490F-B6A5-616458CCE498}" srcOrd="6"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CF6ABC0-CAC1-4B68-B3B0-54B041D6343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4CFF629-8AA7-403E-902B-6E0BD0999D30}">
      <dgm:prSet phldrT="[Text]" custT="1"/>
      <dgm:spPr/>
      <dgm:t>
        <a:bodyPr/>
        <a:lstStyle/>
        <a:p>
          <a:r>
            <a:rPr lang="en-GB" sz="1800">
              <a:solidFill>
                <a:schemeClr val="accent2"/>
              </a:solidFill>
            </a:rPr>
            <a:t>Polymorphism</a:t>
          </a:r>
          <a:endParaRPr lang="en-US" sz="1800">
            <a:solidFill>
              <a:schemeClr val="accent2"/>
            </a:solidFill>
          </a:endParaRPr>
        </a:p>
      </dgm:t>
    </dgm:pt>
    <dgm:pt modelId="{B4679C59-22F3-4A4B-BFAB-191D9252EBE3}" type="parTrans" cxnId="{69A6D3EC-20C9-4CF5-885B-662C37702E5C}">
      <dgm:prSet/>
      <dgm:spPr/>
      <dgm:t>
        <a:bodyPr/>
        <a:lstStyle/>
        <a:p>
          <a:endParaRPr lang="en-US"/>
        </a:p>
      </dgm:t>
    </dgm:pt>
    <dgm:pt modelId="{7A0BFEE5-CECF-44A5-B108-5A7F27BB0A00}" type="sibTrans" cxnId="{69A6D3EC-20C9-4CF5-885B-662C37702E5C}">
      <dgm:prSet/>
      <dgm:spPr/>
      <dgm:t>
        <a:bodyPr/>
        <a:lstStyle/>
        <a:p>
          <a:endParaRPr lang="en-US"/>
        </a:p>
      </dgm:t>
    </dgm:pt>
    <dgm:pt modelId="{FBF19E63-43B4-4354-BFB7-4724EA6C6C81}">
      <dgm:prSet phldrT="[Text]" custT="1"/>
      <dgm:spPr/>
      <dgm:t>
        <a:bodyPr/>
        <a:lstStyle/>
        <a:p>
          <a:r>
            <a:rPr lang="en-GB" sz="1800"/>
            <a:t>Static</a:t>
          </a:r>
          <a:endParaRPr lang="en-US" sz="1800"/>
        </a:p>
      </dgm:t>
    </dgm:pt>
    <dgm:pt modelId="{D8185B14-F7BC-4744-B4D8-C2F9F9D488EE}" type="parTrans" cxnId="{77549CA3-CBAC-4629-BB11-3EEE3E42A4DB}">
      <dgm:prSet/>
      <dgm:spPr/>
      <dgm:t>
        <a:bodyPr/>
        <a:lstStyle/>
        <a:p>
          <a:endParaRPr lang="en-US"/>
        </a:p>
      </dgm:t>
    </dgm:pt>
    <dgm:pt modelId="{A1E06972-E90D-47BF-892E-3BD7706873B6}" type="sibTrans" cxnId="{77549CA3-CBAC-4629-BB11-3EEE3E42A4DB}">
      <dgm:prSet/>
      <dgm:spPr/>
      <dgm:t>
        <a:bodyPr/>
        <a:lstStyle/>
        <a:p>
          <a:endParaRPr lang="en-US"/>
        </a:p>
      </dgm:t>
    </dgm:pt>
    <dgm:pt modelId="{DDBDC8F7-476B-41E0-ABE4-31713FFEC617}">
      <dgm:prSet phldrT="[Text]" custT="1"/>
      <dgm:spPr/>
      <dgm:t>
        <a:bodyPr/>
        <a:lstStyle/>
        <a:p>
          <a:r>
            <a:rPr lang="en-GB" sz="1800"/>
            <a:t>Dynamic</a:t>
          </a:r>
          <a:endParaRPr lang="en-US" sz="1800"/>
        </a:p>
      </dgm:t>
    </dgm:pt>
    <dgm:pt modelId="{F879D683-5439-41DC-B91D-0AC153D7924C}" type="parTrans" cxnId="{E6FBA4A1-5D11-4D4C-80C1-7596789883AD}">
      <dgm:prSet/>
      <dgm:spPr/>
      <dgm:t>
        <a:bodyPr/>
        <a:lstStyle/>
        <a:p>
          <a:endParaRPr lang="en-US"/>
        </a:p>
      </dgm:t>
    </dgm:pt>
    <dgm:pt modelId="{B7733E1B-D922-491C-99EE-949729CD153F}" type="sibTrans" cxnId="{E6FBA4A1-5D11-4D4C-80C1-7596789883AD}">
      <dgm:prSet/>
      <dgm:spPr/>
      <dgm:t>
        <a:bodyPr/>
        <a:lstStyle/>
        <a:p>
          <a:endParaRPr lang="en-US"/>
        </a:p>
      </dgm:t>
    </dgm:pt>
    <dgm:pt modelId="{8FF22F27-17E7-4DDA-ABF6-418DC51BF97D}" type="pres">
      <dgm:prSet presAssocID="{3CF6ABC0-CAC1-4B68-B3B0-54B041D63431}" presName="vert0" presStyleCnt="0">
        <dgm:presLayoutVars>
          <dgm:dir/>
          <dgm:animOne val="branch"/>
          <dgm:animLvl val="lvl"/>
        </dgm:presLayoutVars>
      </dgm:prSet>
      <dgm:spPr/>
    </dgm:pt>
    <dgm:pt modelId="{3DA58040-76DF-4133-AE60-C3A5BD9A7F40}" type="pres">
      <dgm:prSet presAssocID="{84CFF629-8AA7-403E-902B-6E0BD0999D30}" presName="thickLine" presStyleLbl="alignNode1" presStyleIdx="0" presStyleCnt="1"/>
      <dgm:spPr/>
    </dgm:pt>
    <dgm:pt modelId="{BFC61994-34AF-4BCB-AACA-485BF9074E20}" type="pres">
      <dgm:prSet presAssocID="{84CFF629-8AA7-403E-902B-6E0BD0999D30}" presName="horz1" presStyleCnt="0"/>
      <dgm:spPr/>
    </dgm:pt>
    <dgm:pt modelId="{121479FB-8CB8-4813-85E9-673900E6A085}" type="pres">
      <dgm:prSet presAssocID="{84CFF629-8AA7-403E-902B-6E0BD0999D30}" presName="tx1" presStyleLbl="revTx" presStyleIdx="0" presStyleCnt="3" custScaleX="352941"/>
      <dgm:spPr/>
    </dgm:pt>
    <dgm:pt modelId="{D9D7F440-A270-4DFE-9CBD-91E6E066B75E}" type="pres">
      <dgm:prSet presAssocID="{84CFF629-8AA7-403E-902B-6E0BD0999D30}" presName="vert1" presStyleCnt="0"/>
      <dgm:spPr/>
    </dgm:pt>
    <dgm:pt modelId="{138AA8E3-3829-4547-BB4C-D1C616A85644}" type="pres">
      <dgm:prSet presAssocID="{FBF19E63-43B4-4354-BFB7-4724EA6C6C81}" presName="vertSpace2a" presStyleCnt="0"/>
      <dgm:spPr/>
    </dgm:pt>
    <dgm:pt modelId="{7D40D060-B6B4-443D-952B-0DCDE567EBC2}" type="pres">
      <dgm:prSet presAssocID="{FBF19E63-43B4-4354-BFB7-4724EA6C6C81}" presName="horz2" presStyleCnt="0"/>
      <dgm:spPr/>
    </dgm:pt>
    <dgm:pt modelId="{6FFF90DD-A0D7-4037-BF01-5F4EF7D6E30C}" type="pres">
      <dgm:prSet presAssocID="{FBF19E63-43B4-4354-BFB7-4724EA6C6C81}" presName="horzSpace2" presStyleCnt="0"/>
      <dgm:spPr/>
    </dgm:pt>
    <dgm:pt modelId="{603888F9-3DF0-451B-97FE-02B033F16F9E}" type="pres">
      <dgm:prSet presAssocID="{FBF19E63-43B4-4354-BFB7-4724EA6C6C81}" presName="tx2" presStyleLbl="revTx" presStyleIdx="1" presStyleCnt="3"/>
      <dgm:spPr/>
    </dgm:pt>
    <dgm:pt modelId="{50E34A82-F052-4A03-8F9F-2B4A73603028}" type="pres">
      <dgm:prSet presAssocID="{FBF19E63-43B4-4354-BFB7-4724EA6C6C81}" presName="vert2" presStyleCnt="0"/>
      <dgm:spPr/>
    </dgm:pt>
    <dgm:pt modelId="{498E7597-44E0-41A0-81B4-48637BA7400E}" type="pres">
      <dgm:prSet presAssocID="{FBF19E63-43B4-4354-BFB7-4724EA6C6C81}" presName="thinLine2b" presStyleLbl="callout" presStyleIdx="0" presStyleCnt="2"/>
      <dgm:spPr/>
    </dgm:pt>
    <dgm:pt modelId="{FD1E5BF5-0098-4A61-A975-00FDB9A11FA1}" type="pres">
      <dgm:prSet presAssocID="{FBF19E63-43B4-4354-BFB7-4724EA6C6C81}" presName="vertSpace2b" presStyleCnt="0"/>
      <dgm:spPr/>
    </dgm:pt>
    <dgm:pt modelId="{E5102750-995E-4E76-8258-3976E32A3B82}" type="pres">
      <dgm:prSet presAssocID="{DDBDC8F7-476B-41E0-ABE4-31713FFEC617}" presName="horz2" presStyleCnt="0"/>
      <dgm:spPr/>
    </dgm:pt>
    <dgm:pt modelId="{CA08A50C-DDE1-48E8-AA4C-27CFF00D2A84}" type="pres">
      <dgm:prSet presAssocID="{DDBDC8F7-476B-41E0-ABE4-31713FFEC617}" presName="horzSpace2" presStyleCnt="0"/>
      <dgm:spPr/>
    </dgm:pt>
    <dgm:pt modelId="{DED73600-C15F-4BF3-802E-EF36255B5E53}" type="pres">
      <dgm:prSet presAssocID="{DDBDC8F7-476B-41E0-ABE4-31713FFEC617}" presName="tx2" presStyleLbl="revTx" presStyleIdx="2" presStyleCnt="3"/>
      <dgm:spPr/>
    </dgm:pt>
    <dgm:pt modelId="{601DC13B-5819-4733-B7A1-7AC9D6BF9A36}" type="pres">
      <dgm:prSet presAssocID="{DDBDC8F7-476B-41E0-ABE4-31713FFEC617}" presName="vert2" presStyleCnt="0"/>
      <dgm:spPr/>
    </dgm:pt>
    <dgm:pt modelId="{58A34320-AB5E-44FF-8DF7-213C0E8895A4}" type="pres">
      <dgm:prSet presAssocID="{DDBDC8F7-476B-41E0-ABE4-31713FFEC617}" presName="thinLine2b" presStyleLbl="callout" presStyleIdx="1" presStyleCnt="2"/>
      <dgm:spPr/>
    </dgm:pt>
    <dgm:pt modelId="{ED8D0A64-2400-490F-B6A5-616458CCE498}" type="pres">
      <dgm:prSet presAssocID="{DDBDC8F7-476B-41E0-ABE4-31713FFEC617}" presName="vertSpace2b" presStyleCnt="0"/>
      <dgm:spPr/>
    </dgm:pt>
  </dgm:ptLst>
  <dgm:cxnLst>
    <dgm:cxn modelId="{D8093C0A-6E18-4FAE-A4F5-CF65D51B0EC7}" type="presOf" srcId="{DDBDC8F7-476B-41E0-ABE4-31713FFEC617}" destId="{DED73600-C15F-4BF3-802E-EF36255B5E53}" srcOrd="0" destOrd="0" presId="urn:microsoft.com/office/officeart/2008/layout/LinedList"/>
    <dgm:cxn modelId="{05762235-4342-427D-8CB8-D74F29162290}" type="presOf" srcId="{FBF19E63-43B4-4354-BFB7-4724EA6C6C81}" destId="{603888F9-3DF0-451B-97FE-02B033F16F9E}" srcOrd="0" destOrd="0" presId="urn:microsoft.com/office/officeart/2008/layout/LinedList"/>
    <dgm:cxn modelId="{743CFD86-4C60-4EDA-A8F2-66DA8879AAF9}" type="presOf" srcId="{3CF6ABC0-CAC1-4B68-B3B0-54B041D63431}" destId="{8FF22F27-17E7-4DDA-ABF6-418DC51BF97D}" srcOrd="0" destOrd="0" presId="urn:microsoft.com/office/officeart/2008/layout/LinedList"/>
    <dgm:cxn modelId="{AC27C98A-347B-4A66-9E89-3B1F05307D70}" type="presOf" srcId="{84CFF629-8AA7-403E-902B-6E0BD0999D30}" destId="{121479FB-8CB8-4813-85E9-673900E6A085}" srcOrd="0" destOrd="0" presId="urn:microsoft.com/office/officeart/2008/layout/LinedList"/>
    <dgm:cxn modelId="{E6FBA4A1-5D11-4D4C-80C1-7596789883AD}" srcId="{84CFF629-8AA7-403E-902B-6E0BD0999D30}" destId="{DDBDC8F7-476B-41E0-ABE4-31713FFEC617}" srcOrd="1" destOrd="0" parTransId="{F879D683-5439-41DC-B91D-0AC153D7924C}" sibTransId="{B7733E1B-D922-491C-99EE-949729CD153F}"/>
    <dgm:cxn modelId="{77549CA3-CBAC-4629-BB11-3EEE3E42A4DB}" srcId="{84CFF629-8AA7-403E-902B-6E0BD0999D30}" destId="{FBF19E63-43B4-4354-BFB7-4724EA6C6C81}" srcOrd="0" destOrd="0" parTransId="{D8185B14-F7BC-4744-B4D8-C2F9F9D488EE}" sibTransId="{A1E06972-E90D-47BF-892E-3BD7706873B6}"/>
    <dgm:cxn modelId="{69A6D3EC-20C9-4CF5-885B-662C37702E5C}" srcId="{3CF6ABC0-CAC1-4B68-B3B0-54B041D63431}" destId="{84CFF629-8AA7-403E-902B-6E0BD0999D30}" srcOrd="0" destOrd="0" parTransId="{B4679C59-22F3-4A4B-BFAB-191D9252EBE3}" sibTransId="{7A0BFEE5-CECF-44A5-B108-5A7F27BB0A00}"/>
    <dgm:cxn modelId="{36AF5F1D-48B5-463C-AD00-BC573C8A4767}" type="presParOf" srcId="{8FF22F27-17E7-4DDA-ABF6-418DC51BF97D}" destId="{3DA58040-76DF-4133-AE60-C3A5BD9A7F40}" srcOrd="0" destOrd="0" presId="urn:microsoft.com/office/officeart/2008/layout/LinedList"/>
    <dgm:cxn modelId="{D12D2DEA-9D80-4589-A405-230FB49AD63B}" type="presParOf" srcId="{8FF22F27-17E7-4DDA-ABF6-418DC51BF97D}" destId="{BFC61994-34AF-4BCB-AACA-485BF9074E20}" srcOrd="1" destOrd="0" presId="urn:microsoft.com/office/officeart/2008/layout/LinedList"/>
    <dgm:cxn modelId="{BC218C1A-59E3-4E89-ADF5-D0BB05CC519C}" type="presParOf" srcId="{BFC61994-34AF-4BCB-AACA-485BF9074E20}" destId="{121479FB-8CB8-4813-85E9-673900E6A085}" srcOrd="0" destOrd="0" presId="urn:microsoft.com/office/officeart/2008/layout/LinedList"/>
    <dgm:cxn modelId="{6FFD61D4-C680-444D-B13B-9835CD1C4FF0}" type="presParOf" srcId="{BFC61994-34AF-4BCB-AACA-485BF9074E20}" destId="{D9D7F440-A270-4DFE-9CBD-91E6E066B75E}" srcOrd="1" destOrd="0" presId="urn:microsoft.com/office/officeart/2008/layout/LinedList"/>
    <dgm:cxn modelId="{D46D5060-B432-4C3D-B327-D7DDFB417BE2}" type="presParOf" srcId="{D9D7F440-A270-4DFE-9CBD-91E6E066B75E}" destId="{138AA8E3-3829-4547-BB4C-D1C616A85644}" srcOrd="0" destOrd="0" presId="urn:microsoft.com/office/officeart/2008/layout/LinedList"/>
    <dgm:cxn modelId="{66A9EA4F-64A1-490F-AE91-598648CBA342}" type="presParOf" srcId="{D9D7F440-A270-4DFE-9CBD-91E6E066B75E}" destId="{7D40D060-B6B4-443D-952B-0DCDE567EBC2}" srcOrd="1" destOrd="0" presId="urn:microsoft.com/office/officeart/2008/layout/LinedList"/>
    <dgm:cxn modelId="{3E7B4611-F8F1-4725-B30F-EC52BDACBA3E}" type="presParOf" srcId="{7D40D060-B6B4-443D-952B-0DCDE567EBC2}" destId="{6FFF90DD-A0D7-4037-BF01-5F4EF7D6E30C}" srcOrd="0" destOrd="0" presId="urn:microsoft.com/office/officeart/2008/layout/LinedList"/>
    <dgm:cxn modelId="{F437D0FC-3E8D-4545-847A-B2D038903B7D}" type="presParOf" srcId="{7D40D060-B6B4-443D-952B-0DCDE567EBC2}" destId="{603888F9-3DF0-451B-97FE-02B033F16F9E}" srcOrd="1" destOrd="0" presId="urn:microsoft.com/office/officeart/2008/layout/LinedList"/>
    <dgm:cxn modelId="{20726849-50A6-43C5-A374-93819A8B2488}" type="presParOf" srcId="{7D40D060-B6B4-443D-952B-0DCDE567EBC2}" destId="{50E34A82-F052-4A03-8F9F-2B4A73603028}" srcOrd="2" destOrd="0" presId="urn:microsoft.com/office/officeart/2008/layout/LinedList"/>
    <dgm:cxn modelId="{63286690-34BD-4C5A-93E3-864F481089A0}" type="presParOf" srcId="{D9D7F440-A270-4DFE-9CBD-91E6E066B75E}" destId="{498E7597-44E0-41A0-81B4-48637BA7400E}" srcOrd="2" destOrd="0" presId="urn:microsoft.com/office/officeart/2008/layout/LinedList"/>
    <dgm:cxn modelId="{47D6A854-11C2-4ABB-A638-7209888871E3}" type="presParOf" srcId="{D9D7F440-A270-4DFE-9CBD-91E6E066B75E}" destId="{FD1E5BF5-0098-4A61-A975-00FDB9A11FA1}" srcOrd="3" destOrd="0" presId="urn:microsoft.com/office/officeart/2008/layout/LinedList"/>
    <dgm:cxn modelId="{2D23E023-0E6B-4E75-A95F-AC5BC9008E2A}" type="presParOf" srcId="{D9D7F440-A270-4DFE-9CBD-91E6E066B75E}" destId="{E5102750-995E-4E76-8258-3976E32A3B82}" srcOrd="4" destOrd="0" presId="urn:microsoft.com/office/officeart/2008/layout/LinedList"/>
    <dgm:cxn modelId="{B09E5206-DBCB-4046-A227-33B11D56E5AE}" type="presParOf" srcId="{E5102750-995E-4E76-8258-3976E32A3B82}" destId="{CA08A50C-DDE1-48E8-AA4C-27CFF00D2A84}" srcOrd="0" destOrd="0" presId="urn:microsoft.com/office/officeart/2008/layout/LinedList"/>
    <dgm:cxn modelId="{349445FF-0B73-4AF9-BCAE-535CE2EA9332}" type="presParOf" srcId="{E5102750-995E-4E76-8258-3976E32A3B82}" destId="{DED73600-C15F-4BF3-802E-EF36255B5E53}" srcOrd="1" destOrd="0" presId="urn:microsoft.com/office/officeart/2008/layout/LinedList"/>
    <dgm:cxn modelId="{35D09499-1DE2-4C54-BE9A-AB6AC9295860}" type="presParOf" srcId="{E5102750-995E-4E76-8258-3976E32A3B82}" destId="{601DC13B-5819-4733-B7A1-7AC9D6BF9A36}" srcOrd="2" destOrd="0" presId="urn:microsoft.com/office/officeart/2008/layout/LinedList"/>
    <dgm:cxn modelId="{8F549220-B81D-46AA-B35B-F9B37E36BE35}" type="presParOf" srcId="{D9D7F440-A270-4DFE-9CBD-91E6E066B75E}" destId="{58A34320-AB5E-44FF-8DF7-213C0E8895A4}" srcOrd="5" destOrd="0" presId="urn:microsoft.com/office/officeart/2008/layout/LinedList"/>
    <dgm:cxn modelId="{1CE36283-0968-4F6A-8674-039C2D7B2F77}" type="presParOf" srcId="{D9D7F440-A270-4DFE-9CBD-91E6E066B75E}" destId="{ED8D0A64-2400-490F-B6A5-616458CCE498}" srcOrd="6" destOrd="0" presId="urn:microsoft.com/office/officeart/2008/layout/Line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CF6ABC0-CAC1-4B68-B3B0-54B041D6343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4CFF629-8AA7-403E-902B-6E0BD0999D30}">
      <dgm:prSet phldrT="[Text]" custT="1"/>
      <dgm:spPr/>
      <dgm:t>
        <a:bodyPr/>
        <a:lstStyle/>
        <a:p>
          <a:r>
            <a:rPr lang="en-GB" sz="1800">
              <a:solidFill>
                <a:schemeClr val="accent2"/>
              </a:solidFill>
            </a:rPr>
            <a:t>Inheritance</a:t>
          </a:r>
          <a:endParaRPr lang="en-US" sz="1800">
            <a:solidFill>
              <a:schemeClr val="accent2"/>
            </a:solidFill>
          </a:endParaRPr>
        </a:p>
      </dgm:t>
    </dgm:pt>
    <dgm:pt modelId="{B4679C59-22F3-4A4B-BFAB-191D9252EBE3}" type="parTrans" cxnId="{69A6D3EC-20C9-4CF5-885B-662C37702E5C}">
      <dgm:prSet/>
      <dgm:spPr/>
      <dgm:t>
        <a:bodyPr/>
        <a:lstStyle/>
        <a:p>
          <a:endParaRPr lang="en-US" sz="1400"/>
        </a:p>
      </dgm:t>
    </dgm:pt>
    <dgm:pt modelId="{7A0BFEE5-CECF-44A5-B108-5A7F27BB0A00}" type="sibTrans" cxnId="{69A6D3EC-20C9-4CF5-885B-662C37702E5C}">
      <dgm:prSet/>
      <dgm:spPr/>
      <dgm:t>
        <a:bodyPr/>
        <a:lstStyle/>
        <a:p>
          <a:endParaRPr lang="en-US" sz="1400"/>
        </a:p>
      </dgm:t>
    </dgm:pt>
    <dgm:pt modelId="{FBF19E63-43B4-4354-BFB7-4724EA6C6C81}">
      <dgm:prSet phldrT="[Text]" custT="1"/>
      <dgm:spPr/>
      <dgm:t>
        <a:bodyPr/>
        <a:lstStyle/>
        <a:p>
          <a:r>
            <a:rPr lang="en-GB" sz="1800">
              <a:latin typeface="Arial" panose="020B0604020202020204"/>
            </a:rPr>
            <a:t>Parent-child</a:t>
          </a:r>
          <a:r>
            <a:rPr lang="en-GB" sz="1800"/>
            <a:t> concept</a:t>
          </a:r>
          <a:endParaRPr lang="en-US" sz="1800"/>
        </a:p>
      </dgm:t>
    </dgm:pt>
    <dgm:pt modelId="{D8185B14-F7BC-4744-B4D8-C2F9F9D488EE}" type="parTrans" cxnId="{77549CA3-CBAC-4629-BB11-3EEE3E42A4DB}">
      <dgm:prSet/>
      <dgm:spPr/>
      <dgm:t>
        <a:bodyPr/>
        <a:lstStyle/>
        <a:p>
          <a:endParaRPr lang="en-US" sz="1400"/>
        </a:p>
      </dgm:t>
    </dgm:pt>
    <dgm:pt modelId="{A1E06972-E90D-47BF-892E-3BD7706873B6}" type="sibTrans" cxnId="{77549CA3-CBAC-4629-BB11-3EEE3E42A4DB}">
      <dgm:prSet/>
      <dgm:spPr/>
      <dgm:t>
        <a:bodyPr/>
        <a:lstStyle/>
        <a:p>
          <a:endParaRPr lang="en-US" sz="1400"/>
        </a:p>
      </dgm:t>
    </dgm:pt>
    <dgm:pt modelId="{DDBDC8F7-476B-41E0-ABE4-31713FFEC617}">
      <dgm:prSet phldrT="[Text]" custT="1"/>
      <dgm:spPr/>
      <dgm:t>
        <a:bodyPr/>
        <a:lstStyle/>
        <a:p>
          <a:r>
            <a:rPr lang="en-GB" sz="1800"/>
            <a:t>Hierarchical</a:t>
          </a:r>
          <a:endParaRPr lang="en-US" sz="1800"/>
        </a:p>
      </dgm:t>
    </dgm:pt>
    <dgm:pt modelId="{F879D683-5439-41DC-B91D-0AC153D7924C}" type="parTrans" cxnId="{E6FBA4A1-5D11-4D4C-80C1-7596789883AD}">
      <dgm:prSet/>
      <dgm:spPr/>
      <dgm:t>
        <a:bodyPr/>
        <a:lstStyle/>
        <a:p>
          <a:endParaRPr lang="en-US" sz="1400"/>
        </a:p>
      </dgm:t>
    </dgm:pt>
    <dgm:pt modelId="{B7733E1B-D922-491C-99EE-949729CD153F}" type="sibTrans" cxnId="{E6FBA4A1-5D11-4D4C-80C1-7596789883AD}">
      <dgm:prSet/>
      <dgm:spPr/>
      <dgm:t>
        <a:bodyPr/>
        <a:lstStyle/>
        <a:p>
          <a:endParaRPr lang="en-US" sz="1400"/>
        </a:p>
      </dgm:t>
    </dgm:pt>
    <dgm:pt modelId="{A3AF7D63-C5DA-4F81-852A-10E9DEB8D512}">
      <dgm:prSet phldrT="[Text]" custT="1"/>
      <dgm:spPr/>
      <dgm:t>
        <a:bodyPr/>
        <a:lstStyle/>
        <a:p>
          <a:r>
            <a:rPr lang="en-GB" sz="1800"/>
            <a:t>Types of inheritance</a:t>
          </a:r>
          <a:endParaRPr lang="en-US" sz="1800"/>
        </a:p>
      </dgm:t>
    </dgm:pt>
    <dgm:pt modelId="{89D5FBED-1092-4105-897C-6696EDB65249}" type="parTrans" cxnId="{96495B67-1235-4F21-A24B-08C1E3A0721F}">
      <dgm:prSet/>
      <dgm:spPr/>
      <dgm:t>
        <a:bodyPr/>
        <a:lstStyle/>
        <a:p>
          <a:endParaRPr lang="en-US" sz="1400"/>
        </a:p>
      </dgm:t>
    </dgm:pt>
    <dgm:pt modelId="{1F7DF746-95CC-4396-BBD0-95DB62B72626}" type="sibTrans" cxnId="{96495B67-1235-4F21-A24B-08C1E3A0721F}">
      <dgm:prSet/>
      <dgm:spPr/>
      <dgm:t>
        <a:bodyPr/>
        <a:lstStyle/>
        <a:p>
          <a:endParaRPr lang="en-US" sz="1400"/>
        </a:p>
      </dgm:t>
    </dgm:pt>
    <dgm:pt modelId="{8FF22F27-17E7-4DDA-ABF6-418DC51BF97D}" type="pres">
      <dgm:prSet presAssocID="{3CF6ABC0-CAC1-4B68-B3B0-54B041D63431}" presName="vert0" presStyleCnt="0">
        <dgm:presLayoutVars>
          <dgm:dir/>
          <dgm:animOne val="branch"/>
          <dgm:animLvl val="lvl"/>
        </dgm:presLayoutVars>
      </dgm:prSet>
      <dgm:spPr/>
    </dgm:pt>
    <dgm:pt modelId="{3DA58040-76DF-4133-AE60-C3A5BD9A7F40}" type="pres">
      <dgm:prSet presAssocID="{84CFF629-8AA7-403E-902B-6E0BD0999D30}" presName="thickLine" presStyleLbl="alignNode1" presStyleIdx="0" presStyleCnt="1"/>
      <dgm:spPr/>
    </dgm:pt>
    <dgm:pt modelId="{BFC61994-34AF-4BCB-AACA-485BF9074E20}" type="pres">
      <dgm:prSet presAssocID="{84CFF629-8AA7-403E-902B-6E0BD0999D30}" presName="horz1" presStyleCnt="0"/>
      <dgm:spPr/>
    </dgm:pt>
    <dgm:pt modelId="{121479FB-8CB8-4813-85E9-673900E6A085}" type="pres">
      <dgm:prSet presAssocID="{84CFF629-8AA7-403E-902B-6E0BD0999D30}" presName="tx1" presStyleLbl="revTx" presStyleIdx="0" presStyleCnt="4" custScaleX="232980"/>
      <dgm:spPr/>
    </dgm:pt>
    <dgm:pt modelId="{D9D7F440-A270-4DFE-9CBD-91E6E066B75E}" type="pres">
      <dgm:prSet presAssocID="{84CFF629-8AA7-403E-902B-6E0BD0999D30}" presName="vert1" presStyleCnt="0"/>
      <dgm:spPr/>
    </dgm:pt>
    <dgm:pt modelId="{138AA8E3-3829-4547-BB4C-D1C616A85644}" type="pres">
      <dgm:prSet presAssocID="{FBF19E63-43B4-4354-BFB7-4724EA6C6C81}" presName="vertSpace2a" presStyleCnt="0"/>
      <dgm:spPr/>
    </dgm:pt>
    <dgm:pt modelId="{7D40D060-B6B4-443D-952B-0DCDE567EBC2}" type="pres">
      <dgm:prSet presAssocID="{FBF19E63-43B4-4354-BFB7-4724EA6C6C81}" presName="horz2" presStyleCnt="0"/>
      <dgm:spPr/>
    </dgm:pt>
    <dgm:pt modelId="{6FFF90DD-A0D7-4037-BF01-5F4EF7D6E30C}" type="pres">
      <dgm:prSet presAssocID="{FBF19E63-43B4-4354-BFB7-4724EA6C6C81}" presName="horzSpace2" presStyleCnt="0"/>
      <dgm:spPr/>
    </dgm:pt>
    <dgm:pt modelId="{603888F9-3DF0-451B-97FE-02B033F16F9E}" type="pres">
      <dgm:prSet presAssocID="{FBF19E63-43B4-4354-BFB7-4724EA6C6C81}" presName="tx2" presStyleLbl="revTx" presStyleIdx="1" presStyleCnt="4"/>
      <dgm:spPr/>
    </dgm:pt>
    <dgm:pt modelId="{50E34A82-F052-4A03-8F9F-2B4A73603028}" type="pres">
      <dgm:prSet presAssocID="{FBF19E63-43B4-4354-BFB7-4724EA6C6C81}" presName="vert2" presStyleCnt="0"/>
      <dgm:spPr/>
    </dgm:pt>
    <dgm:pt modelId="{498E7597-44E0-41A0-81B4-48637BA7400E}" type="pres">
      <dgm:prSet presAssocID="{FBF19E63-43B4-4354-BFB7-4724EA6C6C81}" presName="thinLine2b" presStyleLbl="callout" presStyleIdx="0" presStyleCnt="3"/>
      <dgm:spPr/>
    </dgm:pt>
    <dgm:pt modelId="{FD1E5BF5-0098-4A61-A975-00FDB9A11FA1}" type="pres">
      <dgm:prSet presAssocID="{FBF19E63-43B4-4354-BFB7-4724EA6C6C81}" presName="vertSpace2b" presStyleCnt="0"/>
      <dgm:spPr/>
    </dgm:pt>
    <dgm:pt modelId="{E5102750-995E-4E76-8258-3976E32A3B82}" type="pres">
      <dgm:prSet presAssocID="{DDBDC8F7-476B-41E0-ABE4-31713FFEC617}" presName="horz2" presStyleCnt="0"/>
      <dgm:spPr/>
    </dgm:pt>
    <dgm:pt modelId="{CA08A50C-DDE1-48E8-AA4C-27CFF00D2A84}" type="pres">
      <dgm:prSet presAssocID="{DDBDC8F7-476B-41E0-ABE4-31713FFEC617}" presName="horzSpace2" presStyleCnt="0"/>
      <dgm:spPr/>
    </dgm:pt>
    <dgm:pt modelId="{DED73600-C15F-4BF3-802E-EF36255B5E53}" type="pres">
      <dgm:prSet presAssocID="{DDBDC8F7-476B-41E0-ABE4-31713FFEC617}" presName="tx2" presStyleLbl="revTx" presStyleIdx="2" presStyleCnt="4"/>
      <dgm:spPr/>
    </dgm:pt>
    <dgm:pt modelId="{601DC13B-5819-4733-B7A1-7AC9D6BF9A36}" type="pres">
      <dgm:prSet presAssocID="{DDBDC8F7-476B-41E0-ABE4-31713FFEC617}" presName="vert2" presStyleCnt="0"/>
      <dgm:spPr/>
    </dgm:pt>
    <dgm:pt modelId="{58A34320-AB5E-44FF-8DF7-213C0E8895A4}" type="pres">
      <dgm:prSet presAssocID="{DDBDC8F7-476B-41E0-ABE4-31713FFEC617}" presName="thinLine2b" presStyleLbl="callout" presStyleIdx="1" presStyleCnt="3"/>
      <dgm:spPr/>
    </dgm:pt>
    <dgm:pt modelId="{ED8D0A64-2400-490F-B6A5-616458CCE498}" type="pres">
      <dgm:prSet presAssocID="{DDBDC8F7-476B-41E0-ABE4-31713FFEC617}" presName="vertSpace2b" presStyleCnt="0"/>
      <dgm:spPr/>
    </dgm:pt>
    <dgm:pt modelId="{FDB60F45-3DE2-45F0-9FAD-24CA68F06A00}" type="pres">
      <dgm:prSet presAssocID="{A3AF7D63-C5DA-4F81-852A-10E9DEB8D512}" presName="horz2" presStyleCnt="0"/>
      <dgm:spPr/>
    </dgm:pt>
    <dgm:pt modelId="{546DB08A-F712-4CE4-A342-6FF148FDC4C2}" type="pres">
      <dgm:prSet presAssocID="{A3AF7D63-C5DA-4F81-852A-10E9DEB8D512}" presName="horzSpace2" presStyleCnt="0"/>
      <dgm:spPr/>
    </dgm:pt>
    <dgm:pt modelId="{DE0AF48A-6CBF-46D1-BA63-05487C6C3F2C}" type="pres">
      <dgm:prSet presAssocID="{A3AF7D63-C5DA-4F81-852A-10E9DEB8D512}" presName="tx2" presStyleLbl="revTx" presStyleIdx="3" presStyleCnt="4"/>
      <dgm:spPr/>
    </dgm:pt>
    <dgm:pt modelId="{5FEA1202-2A35-4B61-B47F-25C304DA3A1F}" type="pres">
      <dgm:prSet presAssocID="{A3AF7D63-C5DA-4F81-852A-10E9DEB8D512}" presName="vert2" presStyleCnt="0"/>
      <dgm:spPr/>
    </dgm:pt>
    <dgm:pt modelId="{C87A3D6F-1F5E-4F9D-9CD2-8FA40E6E86DA}" type="pres">
      <dgm:prSet presAssocID="{A3AF7D63-C5DA-4F81-852A-10E9DEB8D512}" presName="thinLine2b" presStyleLbl="callout" presStyleIdx="2" presStyleCnt="3"/>
      <dgm:spPr/>
    </dgm:pt>
    <dgm:pt modelId="{DCB1AE92-B735-44A4-A04D-8A250AA5AC2A}" type="pres">
      <dgm:prSet presAssocID="{A3AF7D63-C5DA-4F81-852A-10E9DEB8D512}" presName="vertSpace2b" presStyleCnt="0"/>
      <dgm:spPr/>
    </dgm:pt>
  </dgm:ptLst>
  <dgm:cxnLst>
    <dgm:cxn modelId="{D8093C0A-6E18-4FAE-A4F5-CF65D51B0EC7}" type="presOf" srcId="{DDBDC8F7-476B-41E0-ABE4-31713FFEC617}" destId="{DED73600-C15F-4BF3-802E-EF36255B5E53}" srcOrd="0" destOrd="0" presId="urn:microsoft.com/office/officeart/2008/layout/LinedList"/>
    <dgm:cxn modelId="{05762235-4342-427D-8CB8-D74F29162290}" type="presOf" srcId="{FBF19E63-43B4-4354-BFB7-4724EA6C6C81}" destId="{603888F9-3DF0-451B-97FE-02B033F16F9E}" srcOrd="0" destOrd="0" presId="urn:microsoft.com/office/officeart/2008/layout/LinedList"/>
    <dgm:cxn modelId="{95B93365-F84F-4190-8A6D-536FE90BAD93}" type="presOf" srcId="{A3AF7D63-C5DA-4F81-852A-10E9DEB8D512}" destId="{DE0AF48A-6CBF-46D1-BA63-05487C6C3F2C}" srcOrd="0" destOrd="0" presId="urn:microsoft.com/office/officeart/2008/layout/LinedList"/>
    <dgm:cxn modelId="{96495B67-1235-4F21-A24B-08C1E3A0721F}" srcId="{84CFF629-8AA7-403E-902B-6E0BD0999D30}" destId="{A3AF7D63-C5DA-4F81-852A-10E9DEB8D512}" srcOrd="2" destOrd="0" parTransId="{89D5FBED-1092-4105-897C-6696EDB65249}" sibTransId="{1F7DF746-95CC-4396-BBD0-95DB62B72626}"/>
    <dgm:cxn modelId="{743CFD86-4C60-4EDA-A8F2-66DA8879AAF9}" type="presOf" srcId="{3CF6ABC0-CAC1-4B68-B3B0-54B041D63431}" destId="{8FF22F27-17E7-4DDA-ABF6-418DC51BF97D}" srcOrd="0" destOrd="0" presId="urn:microsoft.com/office/officeart/2008/layout/LinedList"/>
    <dgm:cxn modelId="{AC27C98A-347B-4A66-9E89-3B1F05307D70}" type="presOf" srcId="{84CFF629-8AA7-403E-902B-6E0BD0999D30}" destId="{121479FB-8CB8-4813-85E9-673900E6A085}" srcOrd="0" destOrd="0" presId="urn:microsoft.com/office/officeart/2008/layout/LinedList"/>
    <dgm:cxn modelId="{E6FBA4A1-5D11-4D4C-80C1-7596789883AD}" srcId="{84CFF629-8AA7-403E-902B-6E0BD0999D30}" destId="{DDBDC8F7-476B-41E0-ABE4-31713FFEC617}" srcOrd="1" destOrd="0" parTransId="{F879D683-5439-41DC-B91D-0AC153D7924C}" sibTransId="{B7733E1B-D922-491C-99EE-949729CD153F}"/>
    <dgm:cxn modelId="{77549CA3-CBAC-4629-BB11-3EEE3E42A4DB}" srcId="{84CFF629-8AA7-403E-902B-6E0BD0999D30}" destId="{FBF19E63-43B4-4354-BFB7-4724EA6C6C81}" srcOrd="0" destOrd="0" parTransId="{D8185B14-F7BC-4744-B4D8-C2F9F9D488EE}" sibTransId="{A1E06972-E90D-47BF-892E-3BD7706873B6}"/>
    <dgm:cxn modelId="{69A6D3EC-20C9-4CF5-885B-662C37702E5C}" srcId="{3CF6ABC0-CAC1-4B68-B3B0-54B041D63431}" destId="{84CFF629-8AA7-403E-902B-6E0BD0999D30}" srcOrd="0" destOrd="0" parTransId="{B4679C59-22F3-4A4B-BFAB-191D9252EBE3}" sibTransId="{7A0BFEE5-CECF-44A5-B108-5A7F27BB0A00}"/>
    <dgm:cxn modelId="{36AF5F1D-48B5-463C-AD00-BC573C8A4767}" type="presParOf" srcId="{8FF22F27-17E7-4DDA-ABF6-418DC51BF97D}" destId="{3DA58040-76DF-4133-AE60-C3A5BD9A7F40}" srcOrd="0" destOrd="0" presId="urn:microsoft.com/office/officeart/2008/layout/LinedList"/>
    <dgm:cxn modelId="{D12D2DEA-9D80-4589-A405-230FB49AD63B}" type="presParOf" srcId="{8FF22F27-17E7-4DDA-ABF6-418DC51BF97D}" destId="{BFC61994-34AF-4BCB-AACA-485BF9074E20}" srcOrd="1" destOrd="0" presId="urn:microsoft.com/office/officeart/2008/layout/LinedList"/>
    <dgm:cxn modelId="{BC218C1A-59E3-4E89-ADF5-D0BB05CC519C}" type="presParOf" srcId="{BFC61994-34AF-4BCB-AACA-485BF9074E20}" destId="{121479FB-8CB8-4813-85E9-673900E6A085}" srcOrd="0" destOrd="0" presId="urn:microsoft.com/office/officeart/2008/layout/LinedList"/>
    <dgm:cxn modelId="{6FFD61D4-C680-444D-B13B-9835CD1C4FF0}" type="presParOf" srcId="{BFC61994-34AF-4BCB-AACA-485BF9074E20}" destId="{D9D7F440-A270-4DFE-9CBD-91E6E066B75E}" srcOrd="1" destOrd="0" presId="urn:microsoft.com/office/officeart/2008/layout/LinedList"/>
    <dgm:cxn modelId="{D46D5060-B432-4C3D-B327-D7DDFB417BE2}" type="presParOf" srcId="{D9D7F440-A270-4DFE-9CBD-91E6E066B75E}" destId="{138AA8E3-3829-4547-BB4C-D1C616A85644}" srcOrd="0" destOrd="0" presId="urn:microsoft.com/office/officeart/2008/layout/LinedList"/>
    <dgm:cxn modelId="{66A9EA4F-64A1-490F-AE91-598648CBA342}" type="presParOf" srcId="{D9D7F440-A270-4DFE-9CBD-91E6E066B75E}" destId="{7D40D060-B6B4-443D-952B-0DCDE567EBC2}" srcOrd="1" destOrd="0" presId="urn:microsoft.com/office/officeart/2008/layout/LinedList"/>
    <dgm:cxn modelId="{3E7B4611-F8F1-4725-B30F-EC52BDACBA3E}" type="presParOf" srcId="{7D40D060-B6B4-443D-952B-0DCDE567EBC2}" destId="{6FFF90DD-A0D7-4037-BF01-5F4EF7D6E30C}" srcOrd="0" destOrd="0" presId="urn:microsoft.com/office/officeart/2008/layout/LinedList"/>
    <dgm:cxn modelId="{F437D0FC-3E8D-4545-847A-B2D038903B7D}" type="presParOf" srcId="{7D40D060-B6B4-443D-952B-0DCDE567EBC2}" destId="{603888F9-3DF0-451B-97FE-02B033F16F9E}" srcOrd="1" destOrd="0" presId="urn:microsoft.com/office/officeart/2008/layout/LinedList"/>
    <dgm:cxn modelId="{20726849-50A6-43C5-A374-93819A8B2488}" type="presParOf" srcId="{7D40D060-B6B4-443D-952B-0DCDE567EBC2}" destId="{50E34A82-F052-4A03-8F9F-2B4A73603028}" srcOrd="2" destOrd="0" presId="urn:microsoft.com/office/officeart/2008/layout/LinedList"/>
    <dgm:cxn modelId="{63286690-34BD-4C5A-93E3-864F481089A0}" type="presParOf" srcId="{D9D7F440-A270-4DFE-9CBD-91E6E066B75E}" destId="{498E7597-44E0-41A0-81B4-48637BA7400E}" srcOrd="2" destOrd="0" presId="urn:microsoft.com/office/officeart/2008/layout/LinedList"/>
    <dgm:cxn modelId="{47D6A854-11C2-4ABB-A638-7209888871E3}" type="presParOf" srcId="{D9D7F440-A270-4DFE-9CBD-91E6E066B75E}" destId="{FD1E5BF5-0098-4A61-A975-00FDB9A11FA1}" srcOrd="3" destOrd="0" presId="urn:microsoft.com/office/officeart/2008/layout/LinedList"/>
    <dgm:cxn modelId="{2D23E023-0E6B-4E75-A95F-AC5BC9008E2A}" type="presParOf" srcId="{D9D7F440-A270-4DFE-9CBD-91E6E066B75E}" destId="{E5102750-995E-4E76-8258-3976E32A3B82}" srcOrd="4" destOrd="0" presId="urn:microsoft.com/office/officeart/2008/layout/LinedList"/>
    <dgm:cxn modelId="{B09E5206-DBCB-4046-A227-33B11D56E5AE}" type="presParOf" srcId="{E5102750-995E-4E76-8258-3976E32A3B82}" destId="{CA08A50C-DDE1-48E8-AA4C-27CFF00D2A84}" srcOrd="0" destOrd="0" presId="urn:microsoft.com/office/officeart/2008/layout/LinedList"/>
    <dgm:cxn modelId="{349445FF-0B73-4AF9-BCAE-535CE2EA9332}" type="presParOf" srcId="{E5102750-995E-4E76-8258-3976E32A3B82}" destId="{DED73600-C15F-4BF3-802E-EF36255B5E53}" srcOrd="1" destOrd="0" presId="urn:microsoft.com/office/officeart/2008/layout/LinedList"/>
    <dgm:cxn modelId="{35D09499-1DE2-4C54-BE9A-AB6AC9295860}" type="presParOf" srcId="{E5102750-995E-4E76-8258-3976E32A3B82}" destId="{601DC13B-5819-4733-B7A1-7AC9D6BF9A36}" srcOrd="2" destOrd="0" presId="urn:microsoft.com/office/officeart/2008/layout/LinedList"/>
    <dgm:cxn modelId="{8F549220-B81D-46AA-B35B-F9B37E36BE35}" type="presParOf" srcId="{D9D7F440-A270-4DFE-9CBD-91E6E066B75E}" destId="{58A34320-AB5E-44FF-8DF7-213C0E8895A4}" srcOrd="5" destOrd="0" presId="urn:microsoft.com/office/officeart/2008/layout/LinedList"/>
    <dgm:cxn modelId="{1CE36283-0968-4F6A-8674-039C2D7B2F77}" type="presParOf" srcId="{D9D7F440-A270-4DFE-9CBD-91E6E066B75E}" destId="{ED8D0A64-2400-490F-B6A5-616458CCE498}" srcOrd="6" destOrd="0" presId="urn:microsoft.com/office/officeart/2008/layout/LinedList"/>
    <dgm:cxn modelId="{BA88475A-6C57-4B9B-9426-15459AB0EB32}" type="presParOf" srcId="{D9D7F440-A270-4DFE-9CBD-91E6E066B75E}" destId="{FDB60F45-3DE2-45F0-9FAD-24CA68F06A00}" srcOrd="7" destOrd="0" presId="urn:microsoft.com/office/officeart/2008/layout/LinedList"/>
    <dgm:cxn modelId="{C5071D7E-C840-42B2-8101-5110A9FF716C}" type="presParOf" srcId="{FDB60F45-3DE2-45F0-9FAD-24CA68F06A00}" destId="{546DB08A-F712-4CE4-A342-6FF148FDC4C2}" srcOrd="0" destOrd="0" presId="urn:microsoft.com/office/officeart/2008/layout/LinedList"/>
    <dgm:cxn modelId="{D6A25947-6613-4FAF-8D9A-9638AD00D061}" type="presParOf" srcId="{FDB60F45-3DE2-45F0-9FAD-24CA68F06A00}" destId="{DE0AF48A-6CBF-46D1-BA63-05487C6C3F2C}" srcOrd="1" destOrd="0" presId="urn:microsoft.com/office/officeart/2008/layout/LinedList"/>
    <dgm:cxn modelId="{793FB6CA-ED22-463B-97BD-F9C6B18365A5}" type="presParOf" srcId="{FDB60F45-3DE2-45F0-9FAD-24CA68F06A00}" destId="{5FEA1202-2A35-4B61-B47F-25C304DA3A1F}" srcOrd="2" destOrd="0" presId="urn:microsoft.com/office/officeart/2008/layout/LinedList"/>
    <dgm:cxn modelId="{EFFD04E1-DE0E-4B10-941D-9E41B3B03257}" type="presParOf" srcId="{D9D7F440-A270-4DFE-9CBD-91E6E066B75E}" destId="{C87A3D6F-1F5E-4F9D-9CD2-8FA40E6E86DA}" srcOrd="8" destOrd="0" presId="urn:microsoft.com/office/officeart/2008/layout/LinedList"/>
    <dgm:cxn modelId="{9F229A63-6F18-4AA6-9FD8-8C0F2B7A42E4}" type="presParOf" srcId="{D9D7F440-A270-4DFE-9CBD-91E6E066B75E}" destId="{DCB1AE92-B735-44A4-A04D-8A250AA5AC2A}" srcOrd="9" destOrd="0" presId="urn:microsoft.com/office/officeart/2008/layout/LinedList"/>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CF6ABC0-CAC1-4B68-B3B0-54B041D6343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4CFF629-8AA7-403E-902B-6E0BD0999D30}">
      <dgm:prSet phldrT="[Text]" custT="1"/>
      <dgm:spPr/>
      <dgm:t>
        <a:bodyPr/>
        <a:lstStyle/>
        <a:p>
          <a:r>
            <a:rPr lang="en-GB" sz="1800">
              <a:solidFill>
                <a:schemeClr val="tx1"/>
              </a:solidFill>
            </a:rPr>
            <a:t>Abstraction</a:t>
          </a:r>
          <a:endParaRPr lang="en-US" sz="1800">
            <a:solidFill>
              <a:schemeClr val="tx1"/>
            </a:solidFill>
          </a:endParaRPr>
        </a:p>
      </dgm:t>
    </dgm:pt>
    <dgm:pt modelId="{B4679C59-22F3-4A4B-BFAB-191D9252EBE3}" type="parTrans" cxnId="{69A6D3EC-20C9-4CF5-885B-662C37702E5C}">
      <dgm:prSet/>
      <dgm:spPr/>
      <dgm:t>
        <a:bodyPr/>
        <a:lstStyle/>
        <a:p>
          <a:endParaRPr lang="en-US" sz="1600"/>
        </a:p>
      </dgm:t>
    </dgm:pt>
    <dgm:pt modelId="{7A0BFEE5-CECF-44A5-B108-5A7F27BB0A00}" type="sibTrans" cxnId="{69A6D3EC-20C9-4CF5-885B-662C37702E5C}">
      <dgm:prSet/>
      <dgm:spPr/>
      <dgm:t>
        <a:bodyPr/>
        <a:lstStyle/>
        <a:p>
          <a:endParaRPr lang="en-US" sz="1600"/>
        </a:p>
      </dgm:t>
    </dgm:pt>
    <dgm:pt modelId="{FBF19E63-43B4-4354-BFB7-4724EA6C6C81}">
      <dgm:prSet phldrT="[Text]" custT="1"/>
      <dgm:spPr/>
      <dgm:t>
        <a:bodyPr/>
        <a:lstStyle/>
        <a:p>
          <a:r>
            <a:rPr lang="en-GB" sz="1800"/>
            <a:t>Abstract Class</a:t>
          </a:r>
          <a:endParaRPr lang="en-US" sz="1800"/>
        </a:p>
      </dgm:t>
    </dgm:pt>
    <dgm:pt modelId="{D8185B14-F7BC-4744-B4D8-C2F9F9D488EE}" type="parTrans" cxnId="{77549CA3-CBAC-4629-BB11-3EEE3E42A4DB}">
      <dgm:prSet/>
      <dgm:spPr/>
      <dgm:t>
        <a:bodyPr/>
        <a:lstStyle/>
        <a:p>
          <a:endParaRPr lang="en-US" sz="1600"/>
        </a:p>
      </dgm:t>
    </dgm:pt>
    <dgm:pt modelId="{A1E06972-E90D-47BF-892E-3BD7706873B6}" type="sibTrans" cxnId="{77549CA3-CBAC-4629-BB11-3EEE3E42A4DB}">
      <dgm:prSet/>
      <dgm:spPr/>
      <dgm:t>
        <a:bodyPr/>
        <a:lstStyle/>
        <a:p>
          <a:endParaRPr lang="en-US" sz="1600"/>
        </a:p>
      </dgm:t>
    </dgm:pt>
    <dgm:pt modelId="{DDBDC8F7-476B-41E0-ABE4-31713FFEC617}">
      <dgm:prSet phldrT="[Text]" custT="1"/>
      <dgm:spPr/>
      <dgm:t>
        <a:bodyPr/>
        <a:lstStyle/>
        <a:p>
          <a:r>
            <a:rPr lang="en-GB" sz="1800"/>
            <a:t>Abstract Method</a:t>
          </a:r>
          <a:endParaRPr lang="en-US" sz="1800"/>
        </a:p>
      </dgm:t>
    </dgm:pt>
    <dgm:pt modelId="{F879D683-5439-41DC-B91D-0AC153D7924C}" type="parTrans" cxnId="{E6FBA4A1-5D11-4D4C-80C1-7596789883AD}">
      <dgm:prSet/>
      <dgm:spPr/>
      <dgm:t>
        <a:bodyPr/>
        <a:lstStyle/>
        <a:p>
          <a:endParaRPr lang="en-US" sz="1600"/>
        </a:p>
      </dgm:t>
    </dgm:pt>
    <dgm:pt modelId="{B7733E1B-D922-491C-99EE-949729CD153F}" type="sibTrans" cxnId="{E6FBA4A1-5D11-4D4C-80C1-7596789883AD}">
      <dgm:prSet/>
      <dgm:spPr/>
      <dgm:t>
        <a:bodyPr/>
        <a:lstStyle/>
        <a:p>
          <a:endParaRPr lang="en-US" sz="1600"/>
        </a:p>
      </dgm:t>
    </dgm:pt>
    <dgm:pt modelId="{CC6E5B59-CECF-4BD1-961F-13C415D2F272}">
      <dgm:prSet phldrT="[Text]" custT="1"/>
      <dgm:spPr/>
      <dgm:t>
        <a:bodyPr/>
        <a:lstStyle/>
        <a:p>
          <a:r>
            <a:rPr lang="en-GB" sz="1800"/>
            <a:t>Interface</a:t>
          </a:r>
          <a:endParaRPr lang="en-US" sz="1800"/>
        </a:p>
      </dgm:t>
    </dgm:pt>
    <dgm:pt modelId="{36A99078-8CD1-4245-AAC0-A3064A06747A}" type="parTrans" cxnId="{6F89A95F-B93F-4B28-B370-A7732EE0B3FD}">
      <dgm:prSet/>
      <dgm:spPr/>
      <dgm:t>
        <a:bodyPr/>
        <a:lstStyle/>
        <a:p>
          <a:endParaRPr lang="en-US"/>
        </a:p>
      </dgm:t>
    </dgm:pt>
    <dgm:pt modelId="{41C17C83-CC2A-4F8A-9B54-66E8501995E4}" type="sibTrans" cxnId="{6F89A95F-B93F-4B28-B370-A7732EE0B3FD}">
      <dgm:prSet/>
      <dgm:spPr/>
      <dgm:t>
        <a:bodyPr/>
        <a:lstStyle/>
        <a:p>
          <a:endParaRPr lang="en-US"/>
        </a:p>
      </dgm:t>
    </dgm:pt>
    <dgm:pt modelId="{8FF22F27-17E7-4DDA-ABF6-418DC51BF97D}" type="pres">
      <dgm:prSet presAssocID="{3CF6ABC0-CAC1-4B68-B3B0-54B041D63431}" presName="vert0" presStyleCnt="0">
        <dgm:presLayoutVars>
          <dgm:dir/>
          <dgm:animOne val="branch"/>
          <dgm:animLvl val="lvl"/>
        </dgm:presLayoutVars>
      </dgm:prSet>
      <dgm:spPr/>
    </dgm:pt>
    <dgm:pt modelId="{3DA58040-76DF-4133-AE60-C3A5BD9A7F40}" type="pres">
      <dgm:prSet presAssocID="{84CFF629-8AA7-403E-902B-6E0BD0999D30}" presName="thickLine" presStyleLbl="alignNode1" presStyleIdx="0" presStyleCnt="1"/>
      <dgm:spPr/>
    </dgm:pt>
    <dgm:pt modelId="{BFC61994-34AF-4BCB-AACA-485BF9074E20}" type="pres">
      <dgm:prSet presAssocID="{84CFF629-8AA7-403E-902B-6E0BD0999D30}" presName="horz1" presStyleCnt="0"/>
      <dgm:spPr/>
    </dgm:pt>
    <dgm:pt modelId="{121479FB-8CB8-4813-85E9-673900E6A085}" type="pres">
      <dgm:prSet presAssocID="{84CFF629-8AA7-403E-902B-6E0BD0999D30}" presName="tx1" presStyleLbl="revTx" presStyleIdx="0" presStyleCnt="4" custScaleX="234269"/>
      <dgm:spPr/>
    </dgm:pt>
    <dgm:pt modelId="{D9D7F440-A270-4DFE-9CBD-91E6E066B75E}" type="pres">
      <dgm:prSet presAssocID="{84CFF629-8AA7-403E-902B-6E0BD0999D30}" presName="vert1" presStyleCnt="0"/>
      <dgm:spPr/>
    </dgm:pt>
    <dgm:pt modelId="{138AA8E3-3829-4547-BB4C-D1C616A85644}" type="pres">
      <dgm:prSet presAssocID="{FBF19E63-43B4-4354-BFB7-4724EA6C6C81}" presName="vertSpace2a" presStyleCnt="0"/>
      <dgm:spPr/>
    </dgm:pt>
    <dgm:pt modelId="{7D40D060-B6B4-443D-952B-0DCDE567EBC2}" type="pres">
      <dgm:prSet presAssocID="{FBF19E63-43B4-4354-BFB7-4724EA6C6C81}" presName="horz2" presStyleCnt="0"/>
      <dgm:spPr/>
    </dgm:pt>
    <dgm:pt modelId="{6FFF90DD-A0D7-4037-BF01-5F4EF7D6E30C}" type="pres">
      <dgm:prSet presAssocID="{FBF19E63-43B4-4354-BFB7-4724EA6C6C81}" presName="horzSpace2" presStyleCnt="0"/>
      <dgm:spPr/>
    </dgm:pt>
    <dgm:pt modelId="{603888F9-3DF0-451B-97FE-02B033F16F9E}" type="pres">
      <dgm:prSet presAssocID="{FBF19E63-43B4-4354-BFB7-4724EA6C6C81}" presName="tx2" presStyleLbl="revTx" presStyleIdx="1" presStyleCnt="4"/>
      <dgm:spPr/>
    </dgm:pt>
    <dgm:pt modelId="{50E34A82-F052-4A03-8F9F-2B4A73603028}" type="pres">
      <dgm:prSet presAssocID="{FBF19E63-43B4-4354-BFB7-4724EA6C6C81}" presName="vert2" presStyleCnt="0"/>
      <dgm:spPr/>
    </dgm:pt>
    <dgm:pt modelId="{498E7597-44E0-41A0-81B4-48637BA7400E}" type="pres">
      <dgm:prSet presAssocID="{FBF19E63-43B4-4354-BFB7-4724EA6C6C81}" presName="thinLine2b" presStyleLbl="callout" presStyleIdx="0" presStyleCnt="3"/>
      <dgm:spPr/>
    </dgm:pt>
    <dgm:pt modelId="{FD1E5BF5-0098-4A61-A975-00FDB9A11FA1}" type="pres">
      <dgm:prSet presAssocID="{FBF19E63-43B4-4354-BFB7-4724EA6C6C81}" presName="vertSpace2b" presStyleCnt="0"/>
      <dgm:spPr/>
    </dgm:pt>
    <dgm:pt modelId="{E5102750-995E-4E76-8258-3976E32A3B82}" type="pres">
      <dgm:prSet presAssocID="{DDBDC8F7-476B-41E0-ABE4-31713FFEC617}" presName="horz2" presStyleCnt="0"/>
      <dgm:spPr/>
    </dgm:pt>
    <dgm:pt modelId="{CA08A50C-DDE1-48E8-AA4C-27CFF00D2A84}" type="pres">
      <dgm:prSet presAssocID="{DDBDC8F7-476B-41E0-ABE4-31713FFEC617}" presName="horzSpace2" presStyleCnt="0"/>
      <dgm:spPr/>
    </dgm:pt>
    <dgm:pt modelId="{DED73600-C15F-4BF3-802E-EF36255B5E53}" type="pres">
      <dgm:prSet presAssocID="{DDBDC8F7-476B-41E0-ABE4-31713FFEC617}" presName="tx2" presStyleLbl="revTx" presStyleIdx="2" presStyleCnt="4"/>
      <dgm:spPr/>
    </dgm:pt>
    <dgm:pt modelId="{601DC13B-5819-4733-B7A1-7AC9D6BF9A36}" type="pres">
      <dgm:prSet presAssocID="{DDBDC8F7-476B-41E0-ABE4-31713FFEC617}" presName="vert2" presStyleCnt="0"/>
      <dgm:spPr/>
    </dgm:pt>
    <dgm:pt modelId="{58A34320-AB5E-44FF-8DF7-213C0E8895A4}" type="pres">
      <dgm:prSet presAssocID="{DDBDC8F7-476B-41E0-ABE4-31713FFEC617}" presName="thinLine2b" presStyleLbl="callout" presStyleIdx="1" presStyleCnt="3"/>
      <dgm:spPr/>
    </dgm:pt>
    <dgm:pt modelId="{ED8D0A64-2400-490F-B6A5-616458CCE498}" type="pres">
      <dgm:prSet presAssocID="{DDBDC8F7-476B-41E0-ABE4-31713FFEC617}" presName="vertSpace2b" presStyleCnt="0"/>
      <dgm:spPr/>
    </dgm:pt>
    <dgm:pt modelId="{05D85703-FAB5-407E-BF5D-7324AC73C371}" type="pres">
      <dgm:prSet presAssocID="{CC6E5B59-CECF-4BD1-961F-13C415D2F272}" presName="horz2" presStyleCnt="0"/>
      <dgm:spPr/>
    </dgm:pt>
    <dgm:pt modelId="{E6CD72C2-96CE-4CAD-929B-8C79EC476BAC}" type="pres">
      <dgm:prSet presAssocID="{CC6E5B59-CECF-4BD1-961F-13C415D2F272}" presName="horzSpace2" presStyleCnt="0"/>
      <dgm:spPr/>
    </dgm:pt>
    <dgm:pt modelId="{A0EE019A-0823-412D-9DC7-027B92091C3C}" type="pres">
      <dgm:prSet presAssocID="{CC6E5B59-CECF-4BD1-961F-13C415D2F272}" presName="tx2" presStyleLbl="revTx" presStyleIdx="3" presStyleCnt="4"/>
      <dgm:spPr/>
    </dgm:pt>
    <dgm:pt modelId="{22EA041E-AA32-4314-99AD-658ADBF8194B}" type="pres">
      <dgm:prSet presAssocID="{CC6E5B59-CECF-4BD1-961F-13C415D2F272}" presName="vert2" presStyleCnt="0"/>
      <dgm:spPr/>
    </dgm:pt>
    <dgm:pt modelId="{E607CAC7-FEF3-4593-91F0-D9F4A33D0BA4}" type="pres">
      <dgm:prSet presAssocID="{CC6E5B59-CECF-4BD1-961F-13C415D2F272}" presName="thinLine2b" presStyleLbl="callout" presStyleIdx="2" presStyleCnt="3"/>
      <dgm:spPr/>
    </dgm:pt>
    <dgm:pt modelId="{196742F1-D7B8-4CE8-A865-89D318FB58DF}" type="pres">
      <dgm:prSet presAssocID="{CC6E5B59-CECF-4BD1-961F-13C415D2F272}" presName="vertSpace2b" presStyleCnt="0"/>
      <dgm:spPr/>
    </dgm:pt>
  </dgm:ptLst>
  <dgm:cxnLst>
    <dgm:cxn modelId="{D8093C0A-6E18-4FAE-A4F5-CF65D51B0EC7}" type="presOf" srcId="{DDBDC8F7-476B-41E0-ABE4-31713FFEC617}" destId="{DED73600-C15F-4BF3-802E-EF36255B5E53}" srcOrd="0" destOrd="0" presId="urn:microsoft.com/office/officeart/2008/layout/LinedList"/>
    <dgm:cxn modelId="{05762235-4342-427D-8CB8-D74F29162290}" type="presOf" srcId="{FBF19E63-43B4-4354-BFB7-4724EA6C6C81}" destId="{603888F9-3DF0-451B-97FE-02B033F16F9E}" srcOrd="0" destOrd="0" presId="urn:microsoft.com/office/officeart/2008/layout/LinedList"/>
    <dgm:cxn modelId="{6F89A95F-B93F-4B28-B370-A7732EE0B3FD}" srcId="{84CFF629-8AA7-403E-902B-6E0BD0999D30}" destId="{CC6E5B59-CECF-4BD1-961F-13C415D2F272}" srcOrd="2" destOrd="0" parTransId="{36A99078-8CD1-4245-AAC0-A3064A06747A}" sibTransId="{41C17C83-CC2A-4F8A-9B54-66E8501995E4}"/>
    <dgm:cxn modelId="{701B3C7A-B3A8-434E-A0CD-8B991E2E032C}" type="presOf" srcId="{CC6E5B59-CECF-4BD1-961F-13C415D2F272}" destId="{A0EE019A-0823-412D-9DC7-027B92091C3C}" srcOrd="0" destOrd="0" presId="urn:microsoft.com/office/officeart/2008/layout/LinedList"/>
    <dgm:cxn modelId="{743CFD86-4C60-4EDA-A8F2-66DA8879AAF9}" type="presOf" srcId="{3CF6ABC0-CAC1-4B68-B3B0-54B041D63431}" destId="{8FF22F27-17E7-4DDA-ABF6-418DC51BF97D}" srcOrd="0" destOrd="0" presId="urn:microsoft.com/office/officeart/2008/layout/LinedList"/>
    <dgm:cxn modelId="{AC27C98A-347B-4A66-9E89-3B1F05307D70}" type="presOf" srcId="{84CFF629-8AA7-403E-902B-6E0BD0999D30}" destId="{121479FB-8CB8-4813-85E9-673900E6A085}" srcOrd="0" destOrd="0" presId="urn:microsoft.com/office/officeart/2008/layout/LinedList"/>
    <dgm:cxn modelId="{E6FBA4A1-5D11-4D4C-80C1-7596789883AD}" srcId="{84CFF629-8AA7-403E-902B-6E0BD0999D30}" destId="{DDBDC8F7-476B-41E0-ABE4-31713FFEC617}" srcOrd="1" destOrd="0" parTransId="{F879D683-5439-41DC-B91D-0AC153D7924C}" sibTransId="{B7733E1B-D922-491C-99EE-949729CD153F}"/>
    <dgm:cxn modelId="{77549CA3-CBAC-4629-BB11-3EEE3E42A4DB}" srcId="{84CFF629-8AA7-403E-902B-6E0BD0999D30}" destId="{FBF19E63-43B4-4354-BFB7-4724EA6C6C81}" srcOrd="0" destOrd="0" parTransId="{D8185B14-F7BC-4744-B4D8-C2F9F9D488EE}" sibTransId="{A1E06972-E90D-47BF-892E-3BD7706873B6}"/>
    <dgm:cxn modelId="{69A6D3EC-20C9-4CF5-885B-662C37702E5C}" srcId="{3CF6ABC0-CAC1-4B68-B3B0-54B041D63431}" destId="{84CFF629-8AA7-403E-902B-6E0BD0999D30}" srcOrd="0" destOrd="0" parTransId="{B4679C59-22F3-4A4B-BFAB-191D9252EBE3}" sibTransId="{7A0BFEE5-CECF-44A5-B108-5A7F27BB0A00}"/>
    <dgm:cxn modelId="{36AF5F1D-48B5-463C-AD00-BC573C8A4767}" type="presParOf" srcId="{8FF22F27-17E7-4DDA-ABF6-418DC51BF97D}" destId="{3DA58040-76DF-4133-AE60-C3A5BD9A7F40}" srcOrd="0" destOrd="0" presId="urn:microsoft.com/office/officeart/2008/layout/LinedList"/>
    <dgm:cxn modelId="{D12D2DEA-9D80-4589-A405-230FB49AD63B}" type="presParOf" srcId="{8FF22F27-17E7-4DDA-ABF6-418DC51BF97D}" destId="{BFC61994-34AF-4BCB-AACA-485BF9074E20}" srcOrd="1" destOrd="0" presId="urn:microsoft.com/office/officeart/2008/layout/LinedList"/>
    <dgm:cxn modelId="{BC218C1A-59E3-4E89-ADF5-D0BB05CC519C}" type="presParOf" srcId="{BFC61994-34AF-4BCB-AACA-485BF9074E20}" destId="{121479FB-8CB8-4813-85E9-673900E6A085}" srcOrd="0" destOrd="0" presId="urn:microsoft.com/office/officeart/2008/layout/LinedList"/>
    <dgm:cxn modelId="{6FFD61D4-C680-444D-B13B-9835CD1C4FF0}" type="presParOf" srcId="{BFC61994-34AF-4BCB-AACA-485BF9074E20}" destId="{D9D7F440-A270-4DFE-9CBD-91E6E066B75E}" srcOrd="1" destOrd="0" presId="urn:microsoft.com/office/officeart/2008/layout/LinedList"/>
    <dgm:cxn modelId="{D46D5060-B432-4C3D-B327-D7DDFB417BE2}" type="presParOf" srcId="{D9D7F440-A270-4DFE-9CBD-91E6E066B75E}" destId="{138AA8E3-3829-4547-BB4C-D1C616A85644}" srcOrd="0" destOrd="0" presId="urn:microsoft.com/office/officeart/2008/layout/LinedList"/>
    <dgm:cxn modelId="{66A9EA4F-64A1-490F-AE91-598648CBA342}" type="presParOf" srcId="{D9D7F440-A270-4DFE-9CBD-91E6E066B75E}" destId="{7D40D060-B6B4-443D-952B-0DCDE567EBC2}" srcOrd="1" destOrd="0" presId="urn:microsoft.com/office/officeart/2008/layout/LinedList"/>
    <dgm:cxn modelId="{3E7B4611-F8F1-4725-B30F-EC52BDACBA3E}" type="presParOf" srcId="{7D40D060-B6B4-443D-952B-0DCDE567EBC2}" destId="{6FFF90DD-A0D7-4037-BF01-5F4EF7D6E30C}" srcOrd="0" destOrd="0" presId="urn:microsoft.com/office/officeart/2008/layout/LinedList"/>
    <dgm:cxn modelId="{F437D0FC-3E8D-4545-847A-B2D038903B7D}" type="presParOf" srcId="{7D40D060-B6B4-443D-952B-0DCDE567EBC2}" destId="{603888F9-3DF0-451B-97FE-02B033F16F9E}" srcOrd="1" destOrd="0" presId="urn:microsoft.com/office/officeart/2008/layout/LinedList"/>
    <dgm:cxn modelId="{20726849-50A6-43C5-A374-93819A8B2488}" type="presParOf" srcId="{7D40D060-B6B4-443D-952B-0DCDE567EBC2}" destId="{50E34A82-F052-4A03-8F9F-2B4A73603028}" srcOrd="2" destOrd="0" presId="urn:microsoft.com/office/officeart/2008/layout/LinedList"/>
    <dgm:cxn modelId="{63286690-34BD-4C5A-93E3-864F481089A0}" type="presParOf" srcId="{D9D7F440-A270-4DFE-9CBD-91E6E066B75E}" destId="{498E7597-44E0-41A0-81B4-48637BA7400E}" srcOrd="2" destOrd="0" presId="urn:microsoft.com/office/officeart/2008/layout/LinedList"/>
    <dgm:cxn modelId="{47D6A854-11C2-4ABB-A638-7209888871E3}" type="presParOf" srcId="{D9D7F440-A270-4DFE-9CBD-91E6E066B75E}" destId="{FD1E5BF5-0098-4A61-A975-00FDB9A11FA1}" srcOrd="3" destOrd="0" presId="urn:microsoft.com/office/officeart/2008/layout/LinedList"/>
    <dgm:cxn modelId="{2D23E023-0E6B-4E75-A95F-AC5BC9008E2A}" type="presParOf" srcId="{D9D7F440-A270-4DFE-9CBD-91E6E066B75E}" destId="{E5102750-995E-4E76-8258-3976E32A3B82}" srcOrd="4" destOrd="0" presId="urn:microsoft.com/office/officeart/2008/layout/LinedList"/>
    <dgm:cxn modelId="{B09E5206-DBCB-4046-A227-33B11D56E5AE}" type="presParOf" srcId="{E5102750-995E-4E76-8258-3976E32A3B82}" destId="{CA08A50C-DDE1-48E8-AA4C-27CFF00D2A84}" srcOrd="0" destOrd="0" presId="urn:microsoft.com/office/officeart/2008/layout/LinedList"/>
    <dgm:cxn modelId="{349445FF-0B73-4AF9-BCAE-535CE2EA9332}" type="presParOf" srcId="{E5102750-995E-4E76-8258-3976E32A3B82}" destId="{DED73600-C15F-4BF3-802E-EF36255B5E53}" srcOrd="1" destOrd="0" presId="urn:microsoft.com/office/officeart/2008/layout/LinedList"/>
    <dgm:cxn modelId="{35D09499-1DE2-4C54-BE9A-AB6AC9295860}" type="presParOf" srcId="{E5102750-995E-4E76-8258-3976E32A3B82}" destId="{601DC13B-5819-4733-B7A1-7AC9D6BF9A36}" srcOrd="2" destOrd="0" presId="urn:microsoft.com/office/officeart/2008/layout/LinedList"/>
    <dgm:cxn modelId="{8F549220-B81D-46AA-B35B-F9B37E36BE35}" type="presParOf" srcId="{D9D7F440-A270-4DFE-9CBD-91E6E066B75E}" destId="{58A34320-AB5E-44FF-8DF7-213C0E8895A4}" srcOrd="5" destOrd="0" presId="urn:microsoft.com/office/officeart/2008/layout/LinedList"/>
    <dgm:cxn modelId="{1CE36283-0968-4F6A-8674-039C2D7B2F77}" type="presParOf" srcId="{D9D7F440-A270-4DFE-9CBD-91E6E066B75E}" destId="{ED8D0A64-2400-490F-B6A5-616458CCE498}" srcOrd="6" destOrd="0" presId="urn:microsoft.com/office/officeart/2008/layout/LinedList"/>
    <dgm:cxn modelId="{478B05BA-E742-4AD0-AFC9-24D6C6C0E4F0}" type="presParOf" srcId="{D9D7F440-A270-4DFE-9CBD-91E6E066B75E}" destId="{05D85703-FAB5-407E-BF5D-7324AC73C371}" srcOrd="7" destOrd="0" presId="urn:microsoft.com/office/officeart/2008/layout/LinedList"/>
    <dgm:cxn modelId="{5C24B3BF-3B22-4816-B11F-78888E13B090}" type="presParOf" srcId="{05D85703-FAB5-407E-BF5D-7324AC73C371}" destId="{E6CD72C2-96CE-4CAD-929B-8C79EC476BAC}" srcOrd="0" destOrd="0" presId="urn:microsoft.com/office/officeart/2008/layout/LinedList"/>
    <dgm:cxn modelId="{63AB2A91-A86E-4689-9566-16C0641F6B31}" type="presParOf" srcId="{05D85703-FAB5-407E-BF5D-7324AC73C371}" destId="{A0EE019A-0823-412D-9DC7-027B92091C3C}" srcOrd="1" destOrd="0" presId="urn:microsoft.com/office/officeart/2008/layout/LinedList"/>
    <dgm:cxn modelId="{13322F8D-54E0-43D5-AE76-529B08D983B6}" type="presParOf" srcId="{05D85703-FAB5-407E-BF5D-7324AC73C371}" destId="{22EA041E-AA32-4314-99AD-658ADBF8194B}" srcOrd="2" destOrd="0" presId="urn:microsoft.com/office/officeart/2008/layout/LinedList"/>
    <dgm:cxn modelId="{6C384823-C4D0-412F-BCA6-C4A7FFEF246E}" type="presParOf" srcId="{D9D7F440-A270-4DFE-9CBD-91E6E066B75E}" destId="{E607CAC7-FEF3-4593-91F0-D9F4A33D0BA4}" srcOrd="8" destOrd="0" presId="urn:microsoft.com/office/officeart/2008/layout/LinedList"/>
    <dgm:cxn modelId="{0A9F6FF0-7DD9-46E0-A3AF-9AC7724218D8}" type="presParOf" srcId="{D9D7F440-A270-4DFE-9CBD-91E6E066B75E}" destId="{196742F1-D7B8-4CE8-A865-89D318FB58DF}" srcOrd="9" destOrd="0" presId="urn:microsoft.com/office/officeart/2008/layout/LinedList"/>
  </dgm:cxnLst>
  <dgm:bg/>
  <dgm:whole/>
  <dgm:extLst>
    <a:ext uri="http://schemas.microsoft.com/office/drawing/2008/diagram">
      <dsp:dataModelExt xmlns:dsp="http://schemas.microsoft.com/office/drawing/2008/diagram" relId="rId2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A58040-76DF-4133-AE60-C3A5BD9A7F40}">
      <dsp:nvSpPr>
        <dsp:cNvPr id="0" name=""/>
        <dsp:cNvSpPr/>
      </dsp:nvSpPr>
      <dsp:spPr>
        <a:xfrm>
          <a:off x="0" y="0"/>
          <a:ext cx="3868461"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1479FB-8CB8-4813-85E9-673900E6A085}">
      <dsp:nvSpPr>
        <dsp:cNvPr id="0" name=""/>
        <dsp:cNvSpPr/>
      </dsp:nvSpPr>
      <dsp:spPr>
        <a:xfrm>
          <a:off x="0" y="0"/>
          <a:ext cx="1802968" cy="1571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solidFill>
                <a:schemeClr val="accent2"/>
              </a:solidFill>
            </a:rPr>
            <a:t>Encapsulation</a:t>
          </a:r>
          <a:endParaRPr lang="en-US" sz="1800" kern="1200">
            <a:solidFill>
              <a:schemeClr val="accent2"/>
            </a:solidFill>
          </a:endParaRPr>
        </a:p>
      </dsp:txBody>
      <dsp:txXfrm>
        <a:off x="0" y="0"/>
        <a:ext cx="1802968" cy="1571942"/>
      </dsp:txXfrm>
    </dsp:sp>
    <dsp:sp modelId="{603888F9-3DF0-451B-97FE-02B033F16F9E}">
      <dsp:nvSpPr>
        <dsp:cNvPr id="0" name=""/>
        <dsp:cNvSpPr/>
      </dsp:nvSpPr>
      <dsp:spPr>
        <a:xfrm>
          <a:off x="1841672" y="36535"/>
          <a:ext cx="2025483" cy="730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Class or Interface</a:t>
          </a:r>
          <a:endParaRPr lang="en-US" sz="1800" kern="1200"/>
        </a:p>
      </dsp:txBody>
      <dsp:txXfrm>
        <a:off x="1841672" y="36535"/>
        <a:ext cx="2025483" cy="730707"/>
      </dsp:txXfrm>
    </dsp:sp>
    <dsp:sp modelId="{498E7597-44E0-41A0-81B4-48637BA7400E}">
      <dsp:nvSpPr>
        <dsp:cNvPr id="0" name=""/>
        <dsp:cNvSpPr/>
      </dsp:nvSpPr>
      <dsp:spPr>
        <a:xfrm>
          <a:off x="1802968" y="767242"/>
          <a:ext cx="2064186"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D73600-C15F-4BF3-802E-EF36255B5E53}">
      <dsp:nvSpPr>
        <dsp:cNvPr id="0" name=""/>
        <dsp:cNvSpPr/>
      </dsp:nvSpPr>
      <dsp:spPr>
        <a:xfrm>
          <a:off x="1841672" y="803778"/>
          <a:ext cx="2025483" cy="7307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Access Modifiers</a:t>
          </a:r>
          <a:endParaRPr lang="en-US" sz="1800" kern="1200"/>
        </a:p>
      </dsp:txBody>
      <dsp:txXfrm>
        <a:off x="1841672" y="803778"/>
        <a:ext cx="2025483" cy="730707"/>
      </dsp:txXfrm>
    </dsp:sp>
    <dsp:sp modelId="{58A34320-AB5E-44FF-8DF7-213C0E8895A4}">
      <dsp:nvSpPr>
        <dsp:cNvPr id="0" name=""/>
        <dsp:cNvSpPr/>
      </dsp:nvSpPr>
      <dsp:spPr>
        <a:xfrm>
          <a:off x="1802968" y="1534485"/>
          <a:ext cx="2064186"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A58040-76DF-4133-AE60-C3A5BD9A7F40}">
      <dsp:nvSpPr>
        <dsp:cNvPr id="0" name=""/>
        <dsp:cNvSpPr/>
      </dsp:nvSpPr>
      <dsp:spPr>
        <a:xfrm>
          <a:off x="0" y="0"/>
          <a:ext cx="3868461"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1479FB-8CB8-4813-85E9-673900E6A085}">
      <dsp:nvSpPr>
        <dsp:cNvPr id="0" name=""/>
        <dsp:cNvSpPr/>
      </dsp:nvSpPr>
      <dsp:spPr>
        <a:xfrm>
          <a:off x="0" y="0"/>
          <a:ext cx="1813340" cy="12342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solidFill>
                <a:schemeClr val="accent2"/>
              </a:solidFill>
            </a:rPr>
            <a:t>Polymorphism</a:t>
          </a:r>
          <a:endParaRPr lang="en-US" sz="1800" kern="1200">
            <a:solidFill>
              <a:schemeClr val="accent2"/>
            </a:solidFill>
          </a:endParaRPr>
        </a:p>
      </dsp:txBody>
      <dsp:txXfrm>
        <a:off x="0" y="0"/>
        <a:ext cx="1813340" cy="1234211"/>
      </dsp:txXfrm>
    </dsp:sp>
    <dsp:sp modelId="{603888F9-3DF0-451B-97FE-02B033F16F9E}">
      <dsp:nvSpPr>
        <dsp:cNvPr id="0" name=""/>
        <dsp:cNvSpPr/>
      </dsp:nvSpPr>
      <dsp:spPr>
        <a:xfrm>
          <a:off x="1851873" y="28685"/>
          <a:ext cx="2016586" cy="573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Static</a:t>
          </a:r>
          <a:endParaRPr lang="en-US" sz="1800" kern="1200"/>
        </a:p>
      </dsp:txBody>
      <dsp:txXfrm>
        <a:off x="1851873" y="28685"/>
        <a:ext cx="2016586" cy="573715"/>
      </dsp:txXfrm>
    </dsp:sp>
    <dsp:sp modelId="{498E7597-44E0-41A0-81B4-48637BA7400E}">
      <dsp:nvSpPr>
        <dsp:cNvPr id="0" name=""/>
        <dsp:cNvSpPr/>
      </dsp:nvSpPr>
      <dsp:spPr>
        <a:xfrm>
          <a:off x="1813340" y="602401"/>
          <a:ext cx="2055119"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D73600-C15F-4BF3-802E-EF36255B5E53}">
      <dsp:nvSpPr>
        <dsp:cNvPr id="0" name=""/>
        <dsp:cNvSpPr/>
      </dsp:nvSpPr>
      <dsp:spPr>
        <a:xfrm>
          <a:off x="1851873" y="631086"/>
          <a:ext cx="2016586" cy="5737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Dynamic</a:t>
          </a:r>
          <a:endParaRPr lang="en-US" sz="1800" kern="1200"/>
        </a:p>
      </dsp:txBody>
      <dsp:txXfrm>
        <a:off x="1851873" y="631086"/>
        <a:ext cx="2016586" cy="573715"/>
      </dsp:txXfrm>
    </dsp:sp>
    <dsp:sp modelId="{58A34320-AB5E-44FF-8DF7-213C0E8895A4}">
      <dsp:nvSpPr>
        <dsp:cNvPr id="0" name=""/>
        <dsp:cNvSpPr/>
      </dsp:nvSpPr>
      <dsp:spPr>
        <a:xfrm>
          <a:off x="1813340" y="1204802"/>
          <a:ext cx="2055119"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A58040-76DF-4133-AE60-C3A5BD9A7F40}">
      <dsp:nvSpPr>
        <dsp:cNvPr id="0" name=""/>
        <dsp:cNvSpPr/>
      </dsp:nvSpPr>
      <dsp:spPr>
        <a:xfrm>
          <a:off x="0" y="0"/>
          <a:ext cx="4118777"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1479FB-8CB8-4813-85E9-673900E6A085}">
      <dsp:nvSpPr>
        <dsp:cNvPr id="0" name=""/>
        <dsp:cNvSpPr/>
      </dsp:nvSpPr>
      <dsp:spPr>
        <a:xfrm>
          <a:off x="0" y="0"/>
          <a:ext cx="1514357" cy="14447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solidFill>
                <a:schemeClr val="accent2"/>
              </a:solidFill>
            </a:rPr>
            <a:t>Inheritance</a:t>
          </a:r>
          <a:endParaRPr lang="en-US" sz="1800" kern="1200">
            <a:solidFill>
              <a:schemeClr val="accent2"/>
            </a:solidFill>
          </a:endParaRPr>
        </a:p>
      </dsp:txBody>
      <dsp:txXfrm>
        <a:off x="0" y="0"/>
        <a:ext cx="1514357" cy="1444721"/>
      </dsp:txXfrm>
    </dsp:sp>
    <dsp:sp modelId="{603888F9-3DF0-451B-97FE-02B033F16F9E}">
      <dsp:nvSpPr>
        <dsp:cNvPr id="0" name=""/>
        <dsp:cNvSpPr/>
      </dsp:nvSpPr>
      <dsp:spPr>
        <a:xfrm>
          <a:off x="1563106" y="22573"/>
          <a:ext cx="2551228" cy="451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latin typeface="Arial" panose="020B0604020202020204"/>
            </a:rPr>
            <a:t>Parent-child</a:t>
          </a:r>
          <a:r>
            <a:rPr lang="en-GB" sz="1800" kern="1200"/>
            <a:t> concept</a:t>
          </a:r>
          <a:endParaRPr lang="en-US" sz="1800" kern="1200"/>
        </a:p>
      </dsp:txBody>
      <dsp:txXfrm>
        <a:off x="1563106" y="22573"/>
        <a:ext cx="2551228" cy="451475"/>
      </dsp:txXfrm>
    </dsp:sp>
    <dsp:sp modelId="{498E7597-44E0-41A0-81B4-48637BA7400E}">
      <dsp:nvSpPr>
        <dsp:cNvPr id="0" name=""/>
        <dsp:cNvSpPr/>
      </dsp:nvSpPr>
      <dsp:spPr>
        <a:xfrm>
          <a:off x="1514357" y="474049"/>
          <a:ext cx="2599977"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D73600-C15F-4BF3-802E-EF36255B5E53}">
      <dsp:nvSpPr>
        <dsp:cNvPr id="0" name=""/>
        <dsp:cNvSpPr/>
      </dsp:nvSpPr>
      <dsp:spPr>
        <a:xfrm>
          <a:off x="1563106" y="496622"/>
          <a:ext cx="2551228" cy="451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Hierarchical</a:t>
          </a:r>
          <a:endParaRPr lang="en-US" sz="1800" kern="1200"/>
        </a:p>
      </dsp:txBody>
      <dsp:txXfrm>
        <a:off x="1563106" y="496622"/>
        <a:ext cx="2551228" cy="451475"/>
      </dsp:txXfrm>
    </dsp:sp>
    <dsp:sp modelId="{58A34320-AB5E-44FF-8DF7-213C0E8895A4}">
      <dsp:nvSpPr>
        <dsp:cNvPr id="0" name=""/>
        <dsp:cNvSpPr/>
      </dsp:nvSpPr>
      <dsp:spPr>
        <a:xfrm>
          <a:off x="1514357" y="948098"/>
          <a:ext cx="2599977"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0AF48A-6CBF-46D1-BA63-05487C6C3F2C}">
      <dsp:nvSpPr>
        <dsp:cNvPr id="0" name=""/>
        <dsp:cNvSpPr/>
      </dsp:nvSpPr>
      <dsp:spPr>
        <a:xfrm>
          <a:off x="1563106" y="970671"/>
          <a:ext cx="2551228" cy="4514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Types of inheritance</a:t>
          </a:r>
          <a:endParaRPr lang="en-US" sz="1800" kern="1200"/>
        </a:p>
      </dsp:txBody>
      <dsp:txXfrm>
        <a:off x="1563106" y="970671"/>
        <a:ext cx="2551228" cy="451475"/>
      </dsp:txXfrm>
    </dsp:sp>
    <dsp:sp modelId="{C87A3D6F-1F5E-4F9D-9CD2-8FA40E6E86DA}">
      <dsp:nvSpPr>
        <dsp:cNvPr id="0" name=""/>
        <dsp:cNvSpPr/>
      </dsp:nvSpPr>
      <dsp:spPr>
        <a:xfrm>
          <a:off x="1514357" y="1422147"/>
          <a:ext cx="2599977"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A58040-76DF-4133-AE60-C3A5BD9A7F40}">
      <dsp:nvSpPr>
        <dsp:cNvPr id="0" name=""/>
        <dsp:cNvSpPr/>
      </dsp:nvSpPr>
      <dsp:spPr>
        <a:xfrm>
          <a:off x="0" y="0"/>
          <a:ext cx="4100763"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1479FB-8CB8-4813-85E9-673900E6A085}">
      <dsp:nvSpPr>
        <dsp:cNvPr id="0" name=""/>
        <dsp:cNvSpPr/>
      </dsp:nvSpPr>
      <dsp:spPr>
        <a:xfrm>
          <a:off x="0" y="0"/>
          <a:ext cx="1514199" cy="15719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solidFill>
                <a:schemeClr val="tx1"/>
              </a:solidFill>
            </a:rPr>
            <a:t>Abstraction</a:t>
          </a:r>
          <a:endParaRPr lang="en-US" sz="1800" kern="1200">
            <a:solidFill>
              <a:schemeClr val="tx1"/>
            </a:solidFill>
          </a:endParaRPr>
        </a:p>
      </dsp:txBody>
      <dsp:txXfrm>
        <a:off x="0" y="0"/>
        <a:ext cx="1514199" cy="1571942"/>
      </dsp:txXfrm>
    </dsp:sp>
    <dsp:sp modelId="{603888F9-3DF0-451B-97FE-02B033F16F9E}">
      <dsp:nvSpPr>
        <dsp:cNvPr id="0" name=""/>
        <dsp:cNvSpPr/>
      </dsp:nvSpPr>
      <dsp:spPr>
        <a:xfrm>
          <a:off x="1562675" y="24561"/>
          <a:ext cx="2536926" cy="491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Abstract Class</a:t>
          </a:r>
          <a:endParaRPr lang="en-US" sz="1800" kern="1200"/>
        </a:p>
      </dsp:txBody>
      <dsp:txXfrm>
        <a:off x="1562675" y="24561"/>
        <a:ext cx="2536926" cy="491231"/>
      </dsp:txXfrm>
    </dsp:sp>
    <dsp:sp modelId="{498E7597-44E0-41A0-81B4-48637BA7400E}">
      <dsp:nvSpPr>
        <dsp:cNvPr id="0" name=""/>
        <dsp:cNvSpPr/>
      </dsp:nvSpPr>
      <dsp:spPr>
        <a:xfrm>
          <a:off x="1514199" y="515793"/>
          <a:ext cx="2585402"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ED73600-C15F-4BF3-802E-EF36255B5E53}">
      <dsp:nvSpPr>
        <dsp:cNvPr id="0" name=""/>
        <dsp:cNvSpPr/>
      </dsp:nvSpPr>
      <dsp:spPr>
        <a:xfrm>
          <a:off x="1562675" y="540355"/>
          <a:ext cx="2536926" cy="491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Abstract Method</a:t>
          </a:r>
          <a:endParaRPr lang="en-US" sz="1800" kern="1200"/>
        </a:p>
      </dsp:txBody>
      <dsp:txXfrm>
        <a:off x="1562675" y="540355"/>
        <a:ext cx="2536926" cy="491231"/>
      </dsp:txXfrm>
    </dsp:sp>
    <dsp:sp modelId="{58A34320-AB5E-44FF-8DF7-213C0E8895A4}">
      <dsp:nvSpPr>
        <dsp:cNvPr id="0" name=""/>
        <dsp:cNvSpPr/>
      </dsp:nvSpPr>
      <dsp:spPr>
        <a:xfrm>
          <a:off x="1514199" y="1031586"/>
          <a:ext cx="2585402"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0EE019A-0823-412D-9DC7-027B92091C3C}">
      <dsp:nvSpPr>
        <dsp:cNvPr id="0" name=""/>
        <dsp:cNvSpPr/>
      </dsp:nvSpPr>
      <dsp:spPr>
        <a:xfrm>
          <a:off x="1562675" y="1056148"/>
          <a:ext cx="2536926" cy="4912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580" tIns="68580" rIns="68580" bIns="68580" numCol="1" spcCol="1270" anchor="t" anchorCtr="0">
          <a:noAutofit/>
        </a:bodyPr>
        <a:lstStyle/>
        <a:p>
          <a:pPr marL="0" lvl="0" indent="0" algn="l" defTabSz="800100">
            <a:lnSpc>
              <a:spcPct val="90000"/>
            </a:lnSpc>
            <a:spcBef>
              <a:spcPct val="0"/>
            </a:spcBef>
            <a:spcAft>
              <a:spcPct val="35000"/>
            </a:spcAft>
            <a:buNone/>
          </a:pPr>
          <a:r>
            <a:rPr lang="en-GB" sz="1800" kern="1200"/>
            <a:t>Interface</a:t>
          </a:r>
          <a:endParaRPr lang="en-US" sz="1800" kern="1200"/>
        </a:p>
      </dsp:txBody>
      <dsp:txXfrm>
        <a:off x="1562675" y="1056148"/>
        <a:ext cx="2536926" cy="491231"/>
      </dsp:txXfrm>
    </dsp:sp>
    <dsp:sp modelId="{E607CAC7-FEF3-4593-91F0-D9F4A33D0BA4}">
      <dsp:nvSpPr>
        <dsp:cNvPr id="0" name=""/>
        <dsp:cNvSpPr/>
      </dsp:nvSpPr>
      <dsp:spPr>
        <a:xfrm>
          <a:off x="1514199" y="1547380"/>
          <a:ext cx="2585402"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C3146DE-12E6-419C-A574-B0D04350C970}"/>
              </a:ext>
            </a:extLst>
          </p:cNvPr>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da-DK"/>
          </a:p>
        </p:txBody>
      </p:sp>
      <p:sp>
        <p:nvSpPr>
          <p:cNvPr id="3" name="Date Placeholder 2">
            <a:extLst>
              <a:ext uri="{FF2B5EF4-FFF2-40B4-BE49-F238E27FC236}">
                <a16:creationId xmlns:a16="http://schemas.microsoft.com/office/drawing/2014/main" id="{E6AA870F-E94B-4917-AB43-62026CB4E570}"/>
              </a:ext>
            </a:extLst>
          </p:cNvPr>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1F758475-46F8-48DB-8603-B040CBA163BF}" type="datetimeFigureOut">
              <a:rPr lang="da-DK" smtClean="0"/>
              <a:t>27-05-2022</a:t>
            </a:fld>
            <a:endParaRPr lang="da-DK"/>
          </a:p>
        </p:txBody>
      </p:sp>
      <p:sp>
        <p:nvSpPr>
          <p:cNvPr id="4" name="Footer Placeholder 3">
            <a:extLst>
              <a:ext uri="{FF2B5EF4-FFF2-40B4-BE49-F238E27FC236}">
                <a16:creationId xmlns:a16="http://schemas.microsoft.com/office/drawing/2014/main" id="{0964345F-0920-4A40-B371-0A9B1BF950A9}"/>
              </a:ext>
            </a:extLst>
          </p:cNvPr>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da-DK"/>
          </a:p>
        </p:txBody>
      </p:sp>
      <p:sp>
        <p:nvSpPr>
          <p:cNvPr id="5" name="Slide Number Placeholder 4">
            <a:extLst>
              <a:ext uri="{FF2B5EF4-FFF2-40B4-BE49-F238E27FC236}">
                <a16:creationId xmlns:a16="http://schemas.microsoft.com/office/drawing/2014/main" id="{FF4E779D-739B-4B24-90DD-E0F826AE07F0}"/>
              </a:ext>
            </a:extLst>
          </p:cNvPr>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0403F6F2-2003-4799-8FCB-3431554F2B47}" type="slidenum">
              <a:rPr lang="da-DK" smtClean="0"/>
              <a:t>‹#›</a:t>
            </a:fld>
            <a:endParaRPr lang="da-DK"/>
          </a:p>
        </p:txBody>
      </p:sp>
    </p:spTree>
    <p:extLst>
      <p:ext uri="{BB962C8B-B14F-4D97-AF65-F5344CB8AC3E}">
        <p14:creationId xmlns:p14="http://schemas.microsoft.com/office/powerpoint/2010/main" val="13897257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411"/>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50443" y="0"/>
            <a:ext cx="2945659" cy="496411"/>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cs typeface="+mn-cs"/>
              </a:defRPr>
            </a:lvl1pPr>
          </a:lstStyle>
          <a:p>
            <a:pPr>
              <a:defRPr/>
            </a:pPr>
            <a:fld id="{2ADF95A9-781B-A947-952E-AF5DB3EED6BF}" type="datetimeFigureOut">
              <a:rPr lang="en-US"/>
              <a:pPr>
                <a:defRPr/>
              </a:pPr>
              <a:t>5/27/2022</a:t>
            </a:fld>
            <a:endParaRPr lang="en-US"/>
          </a:p>
        </p:txBody>
      </p:sp>
      <p:sp>
        <p:nvSpPr>
          <p:cNvPr id="4" name="Slide Image Placeholder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79768" y="4715907"/>
            <a:ext cx="5438140" cy="4467701"/>
          </a:xfrm>
          <a:prstGeom prst="rect">
            <a:avLst/>
          </a:prstGeom>
        </p:spPr>
        <p:txBody>
          <a:bodyPr vert="horz" lIns="91440" tIns="45720" rIns="91440" bIns="45720" rtlCol="0"/>
          <a:lstStyle/>
          <a:p>
            <a:pPr lvl="0"/>
            <a:r>
              <a:rPr lang="da-DK" noProof="0"/>
              <a:t>Click to edit Master text styles</a:t>
            </a:r>
          </a:p>
          <a:p>
            <a:pPr lvl="1"/>
            <a:r>
              <a:rPr lang="da-DK" noProof="0"/>
              <a:t>Second level</a:t>
            </a:r>
          </a:p>
          <a:p>
            <a:pPr lvl="2"/>
            <a:r>
              <a:rPr lang="da-DK" noProof="0"/>
              <a:t>Third level</a:t>
            </a:r>
          </a:p>
          <a:p>
            <a:pPr lvl="3"/>
            <a:r>
              <a:rPr lang="da-DK" noProof="0"/>
              <a:t>Fourth level</a:t>
            </a:r>
          </a:p>
          <a:p>
            <a:pPr lvl="4"/>
            <a:r>
              <a:rPr lang="da-DK" noProof="0"/>
              <a:t>Fifth level</a:t>
            </a:r>
            <a:endParaRPr lang="en-US" noProof="0"/>
          </a:p>
        </p:txBody>
      </p:sp>
      <p:sp>
        <p:nvSpPr>
          <p:cNvPr id="6" name="Footer Placeholder 5"/>
          <p:cNvSpPr>
            <a:spLocks noGrp="1"/>
          </p:cNvSpPr>
          <p:nvPr>
            <p:ph type="ftr" sz="quarter" idx="4"/>
          </p:nvPr>
        </p:nvSpPr>
        <p:spPr>
          <a:xfrm>
            <a:off x="0" y="9430091"/>
            <a:ext cx="2945659" cy="496411"/>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50443" y="9430091"/>
            <a:ext cx="2945659" cy="496411"/>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cs typeface="+mn-cs"/>
              </a:defRPr>
            </a:lvl1pPr>
          </a:lstStyle>
          <a:p>
            <a:pPr>
              <a:defRPr/>
            </a:pPr>
            <a:fld id="{7B4E6626-DD92-5440-975E-5D33BC737A1F}" type="slidenum">
              <a:rPr lang="en-US"/>
              <a:pPr>
                <a:defRPr/>
              </a:pPr>
              <a:t>‹#›</a:t>
            </a:fld>
            <a:endParaRPr lang="en-US"/>
          </a:p>
        </p:txBody>
      </p:sp>
    </p:spTree>
    <p:extLst>
      <p:ext uri="{BB962C8B-B14F-4D97-AF65-F5344CB8AC3E}">
        <p14:creationId xmlns:p14="http://schemas.microsoft.com/office/powerpoint/2010/main" val="2473425591"/>
      </p:ext>
    </p:extLst>
  </p:cSld>
  <p:clrMap bg1="lt1" tx1="dk1" bg2="lt2" tx2="dk2" accent1="accent1" accent2="accent2" accent3="accent3" accent4="accent4" accent5="accent5" accent6="accent6" hlink="hlink" folHlink="folHlink"/>
  <p:hf hdr="0" ftr="0" dt="0"/>
  <p:notesStyle>
    <a:lvl1pPr algn="l" defTabSz="609585" rtl="0" fontAlgn="base">
      <a:spcBef>
        <a:spcPct val="30000"/>
      </a:spcBef>
      <a:spcAft>
        <a:spcPct val="0"/>
      </a:spcAft>
      <a:defRPr sz="1600" kern="1200">
        <a:solidFill>
          <a:schemeClr val="tx1"/>
        </a:solidFill>
        <a:latin typeface="+mn-lt"/>
        <a:ea typeface="ＭＳ Ｐゴシック" charset="0"/>
        <a:cs typeface="ＭＳ Ｐゴシック" charset="0"/>
      </a:defRPr>
    </a:lvl1pPr>
    <a:lvl2pPr marL="609585" algn="l" defTabSz="609585" rtl="0" fontAlgn="base">
      <a:spcBef>
        <a:spcPct val="30000"/>
      </a:spcBef>
      <a:spcAft>
        <a:spcPct val="0"/>
      </a:spcAft>
      <a:defRPr sz="1600" kern="1200">
        <a:solidFill>
          <a:schemeClr val="tx1"/>
        </a:solidFill>
        <a:latin typeface="+mn-lt"/>
        <a:ea typeface="ＭＳ Ｐゴシック" charset="0"/>
        <a:cs typeface="+mn-cs"/>
      </a:defRPr>
    </a:lvl2pPr>
    <a:lvl3pPr marL="1219170" algn="l" defTabSz="609585" rtl="0" fontAlgn="base">
      <a:spcBef>
        <a:spcPct val="30000"/>
      </a:spcBef>
      <a:spcAft>
        <a:spcPct val="0"/>
      </a:spcAft>
      <a:defRPr sz="1600" kern="1200">
        <a:solidFill>
          <a:schemeClr val="tx1"/>
        </a:solidFill>
        <a:latin typeface="+mn-lt"/>
        <a:ea typeface="ＭＳ Ｐゴシック" charset="0"/>
        <a:cs typeface="+mn-cs"/>
      </a:defRPr>
    </a:lvl3pPr>
    <a:lvl4pPr marL="1828754" algn="l" defTabSz="609585" rtl="0" fontAlgn="base">
      <a:spcBef>
        <a:spcPct val="30000"/>
      </a:spcBef>
      <a:spcAft>
        <a:spcPct val="0"/>
      </a:spcAft>
      <a:defRPr sz="1600" kern="1200">
        <a:solidFill>
          <a:schemeClr val="tx1"/>
        </a:solidFill>
        <a:latin typeface="+mn-lt"/>
        <a:ea typeface="ＭＳ Ｐゴシック" charset="0"/>
        <a:cs typeface="+mn-cs"/>
      </a:defRPr>
    </a:lvl4pPr>
    <a:lvl5pPr marL="2438339" algn="l" defTabSz="609585" rtl="0" fontAlgn="base">
      <a:spcBef>
        <a:spcPct val="30000"/>
      </a:spcBef>
      <a:spcAft>
        <a:spcPct val="0"/>
      </a:spcAft>
      <a:defRPr sz="1600" kern="1200">
        <a:solidFill>
          <a:schemeClr val="tx1"/>
        </a:solidFill>
        <a:latin typeface="+mn-lt"/>
        <a:ea typeface="ＭＳ Ｐゴシック" charset="0"/>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tutlane.com/tutorial/csharp/csharp-classes-and-objects-with-examples" TargetMode="External"/><Relationship Id="rId2" Type="http://schemas.openxmlformats.org/officeDocument/2006/relationships/slide" Target="../slides/slide5.xml"/><Relationship Id="rId1" Type="http://schemas.openxmlformats.org/officeDocument/2006/relationships/notesMaster" Target="../notesMasters/notesMaster1.xml"/><Relationship Id="rId4" Type="http://schemas.openxmlformats.org/officeDocument/2006/relationships/hyperlink" Target="https://www.tutlane.com/tutorial/csharp/csharp-methods-functions-with-examples"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ocs.microsoft.com/en-us/dotnet/csharp/programming-guide/classes-and-structs/static-constructors" TargetMode="External"/><Relationship Id="rId2" Type="http://schemas.openxmlformats.org/officeDocument/2006/relationships/slide" Target="../slides/slide8.xml"/><Relationship Id="rId1" Type="http://schemas.openxmlformats.org/officeDocument/2006/relationships/notesMaster" Target="../notesMasters/notesMaster1.xml"/><Relationship Id="rId5" Type="http://schemas.openxmlformats.org/officeDocument/2006/relationships/hyperlink" Target="https://docs.microsoft.com/en-us/dotnet/csharp/programming-guide/classes-and-structs/destructors" TargetMode="External"/><Relationship Id="rId4" Type="http://schemas.openxmlformats.org/officeDocument/2006/relationships/hyperlink" Target="https://docs.microsoft.com/en-us/dotnet/csharp/programming-guide/classes-and-structs/constructors"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docs.microsoft.com/en-us/dotnet/api/system.object" TargetMode="External"/><Relationship Id="rId2" Type="http://schemas.openxmlformats.org/officeDocument/2006/relationships/slide" Target="../slides/slide17.xml"/><Relationship Id="rId1" Type="http://schemas.openxmlformats.org/officeDocument/2006/relationships/notesMaster" Target="../notesMasters/notesMaster1.xml"/><Relationship Id="rId6" Type="http://schemas.openxmlformats.org/officeDocument/2006/relationships/hyperlink" Target="https://docs.microsoft.com/en-us/dotnet/api/system.object.memberwiseclone" TargetMode="External"/><Relationship Id="rId5" Type="http://schemas.openxmlformats.org/officeDocument/2006/relationships/hyperlink" Target="https://docs.microsoft.com/en-us/dotnet/api/system.object.finalize" TargetMode="External"/><Relationship Id="rId4" Type="http://schemas.openxmlformats.org/officeDocument/2006/relationships/hyperlink" Target="https://docs.microsoft.com/en-us/dotnet/api/system.type" TargetMode="Externa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docs.microsoft.com/en-us/dotnet/csharp/tutorials/default-interface-methods-versions"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docs.microsoft.com/en-us/dotnet/csharp/programming-guide/classes-and-structs/inheritance" TargetMode="External"/><Relationship Id="rId2" Type="http://schemas.openxmlformats.org/officeDocument/2006/relationships/slide" Target="../slides/slide42.xml"/><Relationship Id="rId1" Type="http://schemas.openxmlformats.org/officeDocument/2006/relationships/notesMaster" Target="../notesMasters/notesMaster1.xml"/><Relationship Id="rId4" Type="http://schemas.openxmlformats.org/officeDocument/2006/relationships/hyperlink" Target="https://docs.microsoft.com/en-us/dotnet/csharp/language-reference/keywords/access-modifiers" TargetMode="External"/></Relationships>
</file>

<file path=ppt/notesSlides/_rels/notesSlide43.xml.rels><?xml version="1.0" encoding="UTF-8" standalone="yes"?>
<Relationships xmlns="http://schemas.openxmlformats.org/package/2006/relationships"><Relationship Id="rId3" Type="http://schemas.openxmlformats.org/officeDocument/2006/relationships/hyperlink" Target="https://docs.microsoft.com/en-us/dotnet/csharp/programming-guide/classes-and-structs/inheritance" TargetMode="External"/><Relationship Id="rId2" Type="http://schemas.openxmlformats.org/officeDocument/2006/relationships/slide" Target="../slides/slide43.xml"/><Relationship Id="rId1" Type="http://schemas.openxmlformats.org/officeDocument/2006/relationships/notesMaster" Target="../notesMasters/notesMaster1.xml"/><Relationship Id="rId4" Type="http://schemas.openxmlformats.org/officeDocument/2006/relationships/hyperlink" Target="https://docs.microsoft.com/en-us/dotnet/csharp/language-reference/keywords/access-modifiers" TargetMode="Externa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a:t>
            </a:fld>
            <a:endParaRPr lang="en-US"/>
          </a:p>
        </p:txBody>
      </p:sp>
    </p:spTree>
    <p:extLst>
      <p:ext uri="{BB962C8B-B14F-4D97-AF65-F5344CB8AC3E}">
        <p14:creationId xmlns:p14="http://schemas.microsoft.com/office/powerpoint/2010/main" val="24828445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a:t>
            </a:fld>
            <a:endParaRPr lang="en-US"/>
          </a:p>
        </p:txBody>
      </p:sp>
    </p:spTree>
    <p:extLst>
      <p:ext uri="{BB962C8B-B14F-4D97-AF65-F5344CB8AC3E}">
        <p14:creationId xmlns:p14="http://schemas.microsoft.com/office/powerpoint/2010/main" val="296931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a:solidFill>
                  <a:srgbClr val="292929"/>
                </a:solidFill>
                <a:effectLst/>
                <a:latin typeface="medium-content-serif-font"/>
              </a:rPr>
              <a:t>Procedural Programming</a:t>
            </a:r>
            <a:r>
              <a:rPr lang="en-US" b="0" i="0">
                <a:solidFill>
                  <a:srgbClr val="292929"/>
                </a:solidFill>
                <a:effectLst/>
                <a:latin typeface="medium-content-serif-font"/>
              </a:rPr>
              <a:t> based upon the concept of the procedure call</a:t>
            </a:r>
            <a:r>
              <a:rPr lang="en-US" b="0" i="1">
                <a:solidFill>
                  <a:srgbClr val="292929"/>
                </a:solidFill>
                <a:effectLst/>
                <a:latin typeface="medium-content-serif-font"/>
              </a:rPr>
              <a:t>, s</a:t>
            </a:r>
            <a:r>
              <a:rPr lang="en-US" b="0" i="0">
                <a:solidFill>
                  <a:srgbClr val="292929"/>
                </a:solidFill>
                <a:effectLst/>
                <a:latin typeface="medium-content-serif-font"/>
              </a:rPr>
              <a:t>imply contain a series of computational steps to be carried out. Any given procedure might be called at any point during a program’s execution, including by other procedures or itself. Major procedural programming languages are COBOL, BASIC, C, ADA and GO</a:t>
            </a:r>
          </a:p>
          <a:p>
            <a:pPr algn="l"/>
            <a:r>
              <a:rPr lang="en-US" b="1" i="0">
                <a:solidFill>
                  <a:srgbClr val="292929"/>
                </a:solidFill>
                <a:effectLst/>
                <a:latin typeface="medium-content-serif-font"/>
              </a:rPr>
              <a:t>Object Oriented Programming</a:t>
            </a:r>
            <a:r>
              <a:rPr lang="en-US" b="0" i="0">
                <a:solidFill>
                  <a:srgbClr val="292929"/>
                </a:solidFill>
                <a:effectLst/>
                <a:latin typeface="medium-content-serif-font"/>
              </a:rPr>
              <a:t> based on the concept of objects, which contains data(attributes) and procedures(methods). This pattern is more closer to Functional Programming. Significant object-oriented languages include C++, Java, PHP, C#, Python, Ruby, Swift etc.</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a:t>
            </a:fld>
            <a:endParaRPr lang="en-US"/>
          </a:p>
        </p:txBody>
      </p:sp>
    </p:spTree>
    <p:extLst>
      <p:ext uri="{BB962C8B-B14F-4D97-AF65-F5344CB8AC3E}">
        <p14:creationId xmlns:p14="http://schemas.microsoft.com/office/powerpoint/2010/main" val="36054179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a:t>
            </a:fld>
            <a:endParaRPr lang="en-US"/>
          </a:p>
        </p:txBody>
      </p:sp>
    </p:spTree>
    <p:extLst>
      <p:ext uri="{BB962C8B-B14F-4D97-AF65-F5344CB8AC3E}">
        <p14:creationId xmlns:p14="http://schemas.microsoft.com/office/powerpoint/2010/main" val="4002059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Tx/>
              <a:buNone/>
              <a:tabLst/>
              <a:defRPr/>
            </a:pPr>
            <a:r>
              <a:rPr lang="en-US" b="0" i="0">
                <a:solidFill>
                  <a:srgbClr val="4E4E4E"/>
                </a:solidFill>
                <a:effectLst/>
                <a:latin typeface="Segoe UI" panose="020B0502040204020203" pitchFamily="34" charset="0"/>
              </a:rPr>
              <a:t>In c#, </a:t>
            </a:r>
            <a:r>
              <a:rPr lang="en-US" b="1" i="0">
                <a:solidFill>
                  <a:srgbClr val="4E4E4E"/>
                </a:solidFill>
                <a:effectLst/>
                <a:latin typeface="Segoe UI" panose="020B0502040204020203" pitchFamily="34" charset="0"/>
              </a:rPr>
              <a:t>polymorphism</a:t>
            </a:r>
            <a:r>
              <a:rPr lang="en-US" b="0" i="0">
                <a:solidFill>
                  <a:srgbClr val="4E4E4E"/>
                </a:solidFill>
                <a:effectLst/>
                <a:latin typeface="Segoe UI" panose="020B0502040204020203" pitchFamily="34" charset="0"/>
              </a:rPr>
              <a:t> </a:t>
            </a:r>
            <a:r>
              <a:rPr lang="en-US" b="0" i="0" u="none">
                <a:solidFill>
                  <a:schemeClr val="tx1"/>
                </a:solidFill>
                <a:effectLst/>
                <a:latin typeface="Segoe UI" panose="020B0502040204020203" pitchFamily="34" charset="0"/>
              </a:rPr>
              <a:t>provides an ability for the </a:t>
            </a:r>
            <a:r>
              <a:rPr lang="en-US" b="0" i="0" u="none" strike="noStrike">
                <a:solidFill>
                  <a:schemeClr val="tx1"/>
                </a:solidFill>
                <a:effectLst/>
                <a:latin typeface="Segoe UI" panose="020B0502040204020203" pitchFamily="34" charset="0"/>
                <a:hlinkClick r:id="rId3" tooltip="Classes and Objects in C# with Examples">
                  <a:extLst>
                    <a:ext uri="{A12FA001-AC4F-418D-AE19-62706E023703}">
                      <ahyp:hlinkClr xmlns:ahyp="http://schemas.microsoft.com/office/drawing/2018/hyperlinkcolor" val="tx"/>
                    </a:ext>
                  </a:extLst>
                </a:hlinkClick>
              </a:rPr>
              <a:t>classes</a:t>
            </a:r>
            <a:r>
              <a:rPr lang="en-US" b="0" i="0" u="none">
                <a:solidFill>
                  <a:schemeClr val="tx1"/>
                </a:solidFill>
                <a:effectLst/>
                <a:latin typeface="Segoe UI" panose="020B0502040204020203" pitchFamily="34" charset="0"/>
              </a:rPr>
              <a:t> to implement different </a:t>
            </a:r>
            <a:r>
              <a:rPr lang="en-US" b="0" i="0" u="none" strike="noStrike">
                <a:solidFill>
                  <a:schemeClr val="tx1"/>
                </a:solidFill>
                <a:effectLst/>
                <a:latin typeface="Segoe UI" panose="020B0502040204020203" pitchFamily="34" charset="0"/>
                <a:hlinkClick r:id="rId4" tooltip="Methods / Functions in C# with Examples">
                  <a:extLst>
                    <a:ext uri="{A12FA001-AC4F-418D-AE19-62706E023703}">
                      <ahyp:hlinkClr xmlns:ahyp="http://schemas.microsoft.com/office/drawing/2018/hyperlinkcolor" val="tx"/>
                    </a:ext>
                  </a:extLst>
                </a:hlinkClick>
              </a:rPr>
              <a:t>methods</a:t>
            </a:r>
            <a:r>
              <a:rPr lang="en-US" b="0" i="0" u="none">
                <a:solidFill>
                  <a:schemeClr val="tx1"/>
                </a:solidFill>
                <a:effectLst/>
                <a:latin typeface="Segoe UI" panose="020B0502040204020203" pitchFamily="34" charset="0"/>
              </a:rPr>
              <a:t> that are called through the same name and it also provides an ability to invoke the </a:t>
            </a:r>
            <a:r>
              <a:rPr lang="en-US" b="0" i="0" u="none" strike="noStrike">
                <a:solidFill>
                  <a:schemeClr val="tx1"/>
                </a:solidFill>
                <a:effectLst/>
                <a:latin typeface="Segoe UI" panose="020B0502040204020203" pitchFamily="34" charset="0"/>
                <a:hlinkClick r:id="rId4" tooltip="Methods / Functions in C# with Examples">
                  <a:extLst>
                    <a:ext uri="{A12FA001-AC4F-418D-AE19-62706E023703}">
                      <ahyp:hlinkClr xmlns:ahyp="http://schemas.microsoft.com/office/drawing/2018/hyperlinkcolor" val="tx"/>
                    </a:ext>
                  </a:extLst>
                </a:hlinkClick>
              </a:rPr>
              <a:t>methods</a:t>
            </a:r>
            <a:r>
              <a:rPr lang="en-US" b="0" i="0" u="none">
                <a:solidFill>
                  <a:schemeClr val="tx1"/>
                </a:solidFill>
                <a:effectLst/>
                <a:latin typeface="Segoe UI" panose="020B0502040204020203" pitchFamily="34" charset="0"/>
              </a:rPr>
              <a:t> of a derived class through base class reference during runtime based on our requirements.</a:t>
            </a:r>
            <a:endParaRPr lang="en-GB" u="none">
              <a:solidFill>
                <a:schemeClr val="tx1"/>
              </a:solidFill>
            </a:endParaRPr>
          </a:p>
          <a:p>
            <a:endParaRPr lang="en-US" b="0" i="0">
              <a:solidFill>
                <a:srgbClr val="222222"/>
              </a:solidFill>
              <a:effectLst/>
              <a:latin typeface="arial" panose="020B0604020202020204" pitchFamily="34" charset="0"/>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GB" sz="1600">
                <a:solidFill>
                  <a:schemeClr val="accent2"/>
                </a:solidFill>
              </a:rPr>
              <a:t>Inheritance</a:t>
            </a:r>
            <a:r>
              <a:rPr lang="en-US" b="0" i="0">
                <a:solidFill>
                  <a:srgbClr val="222222"/>
                </a:solidFill>
                <a:effectLst/>
                <a:latin typeface="arial" panose="020B0604020202020204" pitchFamily="34" charset="0"/>
              </a:rPr>
              <a:t> allows you to define a child class that reuses (</a:t>
            </a:r>
            <a:r>
              <a:rPr lang="en-US" b="1" i="0">
                <a:solidFill>
                  <a:srgbClr val="222222"/>
                </a:solidFill>
                <a:effectLst/>
                <a:latin typeface="arial" panose="020B0604020202020204" pitchFamily="34" charset="0"/>
              </a:rPr>
              <a:t>inherits</a:t>
            </a:r>
            <a:r>
              <a:rPr lang="en-US" b="0" i="0">
                <a:solidFill>
                  <a:srgbClr val="222222"/>
                </a:solidFill>
                <a:effectLst/>
                <a:latin typeface="arial" panose="020B0604020202020204" pitchFamily="34" charset="0"/>
              </a:rPr>
              <a:t>), extends, or modifies the behavior of a parent class. The class whose members are </a:t>
            </a:r>
            <a:r>
              <a:rPr lang="en-US" b="1" i="0">
                <a:solidFill>
                  <a:srgbClr val="222222"/>
                </a:solidFill>
                <a:effectLst/>
                <a:latin typeface="arial" panose="020B0604020202020204" pitchFamily="34" charset="0"/>
              </a:rPr>
              <a:t>inherited</a:t>
            </a:r>
            <a:r>
              <a:rPr lang="en-US" b="0" i="0">
                <a:solidFill>
                  <a:srgbClr val="222222"/>
                </a:solidFill>
                <a:effectLst/>
                <a:latin typeface="arial" panose="020B0604020202020204" pitchFamily="34" charset="0"/>
              </a:rPr>
              <a:t> is called the base class. The class that </a:t>
            </a:r>
            <a:r>
              <a:rPr lang="en-US" b="1" i="0">
                <a:solidFill>
                  <a:srgbClr val="222222"/>
                </a:solidFill>
                <a:effectLst/>
                <a:latin typeface="arial" panose="020B0604020202020204" pitchFamily="34" charset="0"/>
              </a:rPr>
              <a:t>inherits</a:t>
            </a:r>
            <a:r>
              <a:rPr lang="en-US" b="0" i="0">
                <a:solidFill>
                  <a:srgbClr val="222222"/>
                </a:solidFill>
                <a:effectLst/>
                <a:latin typeface="arial" panose="020B0604020202020204" pitchFamily="34" charset="0"/>
              </a:rPr>
              <a:t> the members of the base class is called the derived class.</a:t>
            </a:r>
          </a:p>
          <a:p>
            <a:pPr marL="0" marR="0" lvl="0" indent="0" algn="l" defTabSz="609585" rtl="0" eaLnBrk="1" fontAlgn="base" latinLnBrk="0" hangingPunct="1">
              <a:lnSpc>
                <a:spcPct val="100000"/>
              </a:lnSpc>
              <a:spcBef>
                <a:spcPct val="30000"/>
              </a:spcBef>
              <a:spcAft>
                <a:spcPct val="0"/>
              </a:spcAft>
              <a:buClrTx/>
              <a:buSzTx/>
              <a:buFontTx/>
              <a:buNone/>
              <a:tabLst/>
              <a:defRPr/>
            </a:pPr>
            <a:endParaRPr lang="en-US" b="0" i="0">
              <a:solidFill>
                <a:srgbClr val="222222"/>
              </a:solidFill>
              <a:effectLst/>
              <a:latin typeface="arial" panose="020B0604020202020204" pitchFamily="34" charset="0"/>
            </a:endParaRPr>
          </a:p>
          <a:p>
            <a:pPr marL="0" marR="0" lvl="0" indent="0" algn="l" defTabSz="609585" rtl="0" eaLnBrk="1" fontAlgn="base" latinLnBrk="0" hangingPunct="1">
              <a:lnSpc>
                <a:spcPct val="100000"/>
              </a:lnSpc>
              <a:spcBef>
                <a:spcPct val="30000"/>
              </a:spcBef>
              <a:spcAft>
                <a:spcPct val="0"/>
              </a:spcAft>
              <a:buClrTx/>
              <a:buSzTx/>
              <a:buFontTx/>
              <a:buNone/>
              <a:tabLst/>
              <a:defRPr/>
            </a:pPr>
            <a:r>
              <a:rPr lang="en-US" b="0" i="0">
                <a:solidFill>
                  <a:srgbClr val="222222"/>
                </a:solidFill>
                <a:effectLst/>
                <a:latin typeface="arial" panose="020B0604020202020204" pitchFamily="34" charset="0"/>
              </a:rPr>
              <a:t>In </a:t>
            </a:r>
            <a:r>
              <a:rPr lang="en-US" b="1" i="0">
                <a:solidFill>
                  <a:srgbClr val="222222"/>
                </a:solidFill>
                <a:effectLst/>
                <a:latin typeface="arial" panose="020B0604020202020204" pitchFamily="34" charset="0"/>
              </a:rPr>
              <a:t>c#</a:t>
            </a:r>
            <a:r>
              <a:rPr lang="en-US" b="0" i="0">
                <a:solidFill>
                  <a:srgbClr val="222222"/>
                </a:solidFill>
                <a:effectLst/>
                <a:latin typeface="arial" panose="020B0604020202020204" pitchFamily="34" charset="0"/>
              </a:rPr>
              <a:t>, </a:t>
            </a:r>
            <a:r>
              <a:rPr lang="en-US" b="1" i="0">
                <a:solidFill>
                  <a:srgbClr val="222222"/>
                </a:solidFill>
                <a:effectLst/>
                <a:latin typeface="arial" panose="020B0604020202020204" pitchFamily="34" charset="0"/>
              </a:rPr>
              <a:t>Encapsulation</a:t>
            </a:r>
            <a:r>
              <a:rPr lang="en-US" b="0" i="0">
                <a:solidFill>
                  <a:srgbClr val="222222"/>
                </a:solidFill>
                <a:effectLst/>
                <a:latin typeface="arial" panose="020B0604020202020204" pitchFamily="34" charset="0"/>
              </a:rPr>
              <a:t> is a process of binding the data members and member functions into a single unit. In </a:t>
            </a:r>
            <a:r>
              <a:rPr lang="en-US" b="1" i="0">
                <a:solidFill>
                  <a:srgbClr val="222222"/>
                </a:solidFill>
                <a:effectLst/>
                <a:latin typeface="arial" panose="020B0604020202020204" pitchFamily="34" charset="0"/>
              </a:rPr>
              <a:t>c#</a:t>
            </a:r>
            <a:r>
              <a:rPr lang="en-US" b="0" i="0">
                <a:solidFill>
                  <a:srgbClr val="222222"/>
                </a:solidFill>
                <a:effectLst/>
                <a:latin typeface="arial" panose="020B0604020202020204" pitchFamily="34" charset="0"/>
              </a:rPr>
              <a:t>, the class is the real-time example for </a:t>
            </a:r>
            <a:r>
              <a:rPr lang="en-US" b="1" i="0">
                <a:solidFill>
                  <a:srgbClr val="222222"/>
                </a:solidFill>
                <a:effectLst/>
                <a:latin typeface="arial" panose="020B0604020202020204" pitchFamily="34" charset="0"/>
              </a:rPr>
              <a:t>encapsulation</a:t>
            </a:r>
            <a:r>
              <a:rPr lang="en-US" b="0" i="0">
                <a:solidFill>
                  <a:srgbClr val="222222"/>
                </a:solidFill>
                <a:effectLst/>
                <a:latin typeface="arial" panose="020B0604020202020204" pitchFamily="34" charset="0"/>
              </a:rPr>
              <a:t> because it will combine various types of data members and member functions into a single unit.</a:t>
            </a:r>
            <a:endParaRPr lang="en-US" b="0" i="0">
              <a:solidFill>
                <a:srgbClr val="4E4E4E"/>
              </a:solidFill>
              <a:effectLst/>
              <a:latin typeface="Segoe UI" panose="020B0502040204020203" pitchFamily="34" charset="0"/>
            </a:endParaRPr>
          </a:p>
          <a:p>
            <a:endParaRPr lang="en-US"/>
          </a:p>
          <a:p>
            <a:r>
              <a:rPr lang="en-US" b="1" i="0">
                <a:solidFill>
                  <a:srgbClr val="222222"/>
                </a:solidFill>
                <a:effectLst/>
                <a:latin typeface="arial" panose="020B0604020202020204" pitchFamily="34" charset="0"/>
              </a:rPr>
              <a:t>Abstraction</a:t>
            </a:r>
            <a:r>
              <a:rPr lang="en-US" b="0" i="0">
                <a:solidFill>
                  <a:srgbClr val="222222"/>
                </a:solidFill>
                <a:effectLst/>
                <a:latin typeface="arial" panose="020B0604020202020204" pitchFamily="34" charset="0"/>
              </a:rPr>
              <a:t> is one of the key concepts of </a:t>
            </a:r>
            <a:r>
              <a:rPr lang="en-US" b="1" i="0">
                <a:solidFill>
                  <a:srgbClr val="222222"/>
                </a:solidFill>
                <a:effectLst/>
                <a:latin typeface="arial" panose="020B0604020202020204" pitchFamily="34" charset="0"/>
              </a:rPr>
              <a:t>object-oriented programming</a:t>
            </a:r>
            <a:r>
              <a:rPr lang="en-US" b="0" i="0">
                <a:solidFill>
                  <a:srgbClr val="222222"/>
                </a:solidFill>
                <a:effectLst/>
                <a:latin typeface="arial" panose="020B0604020202020204" pitchFamily="34" charset="0"/>
              </a:rPr>
              <a:t> (</a:t>
            </a:r>
            <a:r>
              <a:rPr lang="en-US" b="1" i="0">
                <a:solidFill>
                  <a:srgbClr val="222222"/>
                </a:solidFill>
                <a:effectLst/>
                <a:latin typeface="arial" panose="020B0604020202020204" pitchFamily="34" charset="0"/>
              </a:rPr>
              <a:t>OOP</a:t>
            </a:r>
            <a:r>
              <a:rPr lang="en-US" b="0" i="0">
                <a:solidFill>
                  <a:srgbClr val="222222"/>
                </a:solidFill>
                <a:effectLst/>
                <a:latin typeface="arial" panose="020B0604020202020204" pitchFamily="34" charset="0"/>
              </a:rPr>
              <a:t>) languages. Its main goal is to handle complexity by hiding unnecessary details from the user. ... That's a very generic concept that's not limited to </a:t>
            </a:r>
            <a:r>
              <a:rPr lang="en-US" b="1" i="0">
                <a:solidFill>
                  <a:srgbClr val="222222"/>
                </a:solidFill>
                <a:effectLst/>
                <a:latin typeface="arial" panose="020B0604020202020204" pitchFamily="34" charset="0"/>
              </a:rPr>
              <a:t>object-oriented programming</a:t>
            </a:r>
            <a:r>
              <a:rPr lang="en-US" b="0" i="0">
                <a:solidFill>
                  <a:srgbClr val="222222"/>
                </a:solidFill>
                <a:effectLst/>
                <a:latin typeface="arial" panose="020B0604020202020204" pitchFamily="34" charset="0"/>
              </a:rPr>
              <a:t>. </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a:t>
            </a:fld>
            <a:endParaRPr lang="en-US"/>
          </a:p>
        </p:txBody>
      </p:sp>
    </p:spTree>
    <p:extLst>
      <p:ext uri="{BB962C8B-B14F-4D97-AF65-F5344CB8AC3E}">
        <p14:creationId xmlns:p14="http://schemas.microsoft.com/office/powerpoint/2010/main" val="3035019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6</a:t>
            </a:fld>
            <a:endParaRPr lang="en-US"/>
          </a:p>
        </p:txBody>
      </p:sp>
    </p:spTree>
    <p:extLst>
      <p:ext uri="{BB962C8B-B14F-4D97-AF65-F5344CB8AC3E}">
        <p14:creationId xmlns:p14="http://schemas.microsoft.com/office/powerpoint/2010/main" val="6555498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7</a:t>
            </a:fld>
            <a:endParaRPr lang="en-US"/>
          </a:p>
        </p:txBody>
      </p:sp>
    </p:spTree>
    <p:extLst>
      <p:ext uri="{BB962C8B-B14F-4D97-AF65-F5344CB8AC3E}">
        <p14:creationId xmlns:p14="http://schemas.microsoft.com/office/powerpoint/2010/main" val="2035087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C# and .NET support </a:t>
            </a:r>
            <a:r>
              <a:rPr lang="en-US" b="0" i="1">
                <a:solidFill>
                  <a:srgbClr val="171717"/>
                </a:solidFill>
                <a:effectLst/>
                <a:latin typeface="Segoe UI" panose="020B0502040204020203" pitchFamily="34" charset="0"/>
              </a:rPr>
              <a:t>single inheritance</a:t>
            </a:r>
            <a:r>
              <a:rPr lang="en-US" b="0" i="0">
                <a:solidFill>
                  <a:srgbClr val="171717"/>
                </a:solidFill>
                <a:effectLst/>
                <a:latin typeface="Segoe UI" panose="020B0502040204020203" pitchFamily="34" charset="0"/>
              </a:rPr>
              <a:t> only. That is, a class can only inherit from a single class. However, inheritance is transitive, which allows you to define an inheritance hierarchy for a set of types. In other words, type D can inherit from type C, which inherits from type B, which inherits from the base class type A. Because inheritance is transitive, the members of type A are available to type D.</a:t>
            </a:r>
          </a:p>
          <a:p>
            <a:pPr algn="l"/>
            <a:r>
              <a:rPr lang="en-US" b="0" i="0">
                <a:solidFill>
                  <a:srgbClr val="171717"/>
                </a:solidFill>
                <a:effectLst/>
                <a:latin typeface="Segoe UI" panose="020B0502040204020203" pitchFamily="34" charset="0"/>
              </a:rPr>
              <a:t>Not all members of a base class are inherited by derived classes. </a:t>
            </a: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The following members are not inherited:</a:t>
            </a:r>
          </a:p>
          <a:p>
            <a:pPr algn="l">
              <a:buFont typeface="Arial" panose="020B0604020202020204" pitchFamily="34" charset="0"/>
              <a:buChar char="•"/>
            </a:pPr>
            <a:r>
              <a:rPr lang="en-US" b="0" i="0" u="none" strike="noStrike">
                <a:solidFill>
                  <a:srgbClr val="171717"/>
                </a:solidFill>
                <a:effectLst/>
                <a:latin typeface="Segoe UI" panose="020B0502040204020203" pitchFamily="34" charset="0"/>
                <a:hlinkClick r:id="rId3"/>
              </a:rPr>
              <a:t>Static constructors</a:t>
            </a:r>
            <a:r>
              <a:rPr lang="en-US" b="0" i="0">
                <a:solidFill>
                  <a:srgbClr val="171717"/>
                </a:solidFill>
                <a:effectLst/>
                <a:latin typeface="Segoe UI" panose="020B0502040204020203" pitchFamily="34" charset="0"/>
              </a:rPr>
              <a:t>, which initialize the static data of a class.</a:t>
            </a:r>
          </a:p>
          <a:p>
            <a:pPr algn="l">
              <a:buFont typeface="Arial" panose="020B0604020202020204" pitchFamily="34" charset="0"/>
              <a:buChar char="•"/>
            </a:pPr>
            <a:r>
              <a:rPr lang="en-US" b="0" i="0" u="none" strike="noStrike">
                <a:solidFill>
                  <a:srgbClr val="171717"/>
                </a:solidFill>
                <a:effectLst/>
                <a:latin typeface="Segoe UI" panose="020B0502040204020203" pitchFamily="34" charset="0"/>
                <a:hlinkClick r:id="rId4"/>
              </a:rPr>
              <a:t>Instance constructors</a:t>
            </a:r>
            <a:r>
              <a:rPr lang="en-US" b="0" i="0">
                <a:solidFill>
                  <a:srgbClr val="171717"/>
                </a:solidFill>
                <a:effectLst/>
                <a:latin typeface="Segoe UI" panose="020B0502040204020203" pitchFamily="34" charset="0"/>
              </a:rPr>
              <a:t>, which you call to create a new instance of the class. Each class must define its own constructors.</a:t>
            </a:r>
          </a:p>
          <a:p>
            <a:pPr algn="l">
              <a:buFont typeface="Arial" panose="020B0604020202020204" pitchFamily="34" charset="0"/>
              <a:buChar char="•"/>
            </a:pPr>
            <a:r>
              <a:rPr lang="en-US" b="0" i="0" u="none" strike="noStrike">
                <a:solidFill>
                  <a:srgbClr val="171717"/>
                </a:solidFill>
                <a:effectLst/>
                <a:latin typeface="Segoe UI" panose="020B0502040204020203" pitchFamily="34" charset="0"/>
                <a:hlinkClick r:id="rId5"/>
              </a:rPr>
              <a:t>Finalizers</a:t>
            </a:r>
            <a:r>
              <a:rPr lang="en-US" b="0" i="0">
                <a:solidFill>
                  <a:srgbClr val="171717"/>
                </a:solidFill>
                <a:effectLst/>
                <a:latin typeface="Segoe UI" panose="020B0502040204020203" pitchFamily="34" charset="0"/>
              </a:rPr>
              <a:t>, which are called by the runtime's garbage collector to destroy instances of a class.</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8</a:t>
            </a:fld>
            <a:endParaRPr lang="en-US"/>
          </a:p>
        </p:txBody>
      </p:sp>
    </p:spTree>
    <p:extLst>
      <p:ext uri="{BB962C8B-B14F-4D97-AF65-F5344CB8AC3E}">
        <p14:creationId xmlns:p14="http://schemas.microsoft.com/office/powerpoint/2010/main" val="1164562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9</a:t>
            </a:fld>
            <a:endParaRPr lang="en-US"/>
          </a:p>
        </p:txBody>
      </p:sp>
    </p:spTree>
    <p:extLst>
      <p:ext uri="{BB962C8B-B14F-4D97-AF65-F5344CB8AC3E}">
        <p14:creationId xmlns:p14="http://schemas.microsoft.com/office/powerpoint/2010/main" val="8042021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10</a:t>
            </a:fld>
            <a:endParaRPr lang="en-US"/>
          </a:p>
        </p:txBody>
      </p:sp>
    </p:spTree>
    <p:extLst>
      <p:ext uri="{BB962C8B-B14F-4D97-AF65-F5344CB8AC3E}">
        <p14:creationId xmlns:p14="http://schemas.microsoft.com/office/powerpoint/2010/main" val="23242299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11</a:t>
            </a:fld>
            <a:endParaRPr lang="en-US"/>
          </a:p>
        </p:txBody>
      </p:sp>
    </p:spTree>
    <p:extLst>
      <p:ext uri="{BB962C8B-B14F-4D97-AF65-F5344CB8AC3E}">
        <p14:creationId xmlns:p14="http://schemas.microsoft.com/office/powerpoint/2010/main" val="3213348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12</a:t>
            </a:fld>
            <a:endParaRPr lang="en-US"/>
          </a:p>
        </p:txBody>
      </p:sp>
    </p:spTree>
    <p:extLst>
      <p:ext uri="{BB962C8B-B14F-4D97-AF65-F5344CB8AC3E}">
        <p14:creationId xmlns:p14="http://schemas.microsoft.com/office/powerpoint/2010/main" val="1678137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13</a:t>
            </a:fld>
            <a:endParaRPr lang="en-US"/>
          </a:p>
        </p:txBody>
      </p:sp>
    </p:spTree>
    <p:extLst>
      <p:ext uri="{BB962C8B-B14F-4D97-AF65-F5344CB8AC3E}">
        <p14:creationId xmlns:p14="http://schemas.microsoft.com/office/powerpoint/2010/main" val="15422909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14</a:t>
            </a:fld>
            <a:endParaRPr lang="en-US"/>
          </a:p>
        </p:txBody>
      </p:sp>
    </p:spTree>
    <p:extLst>
      <p:ext uri="{BB962C8B-B14F-4D97-AF65-F5344CB8AC3E}">
        <p14:creationId xmlns:p14="http://schemas.microsoft.com/office/powerpoint/2010/main" val="29013899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600" b="0" i="0">
                <a:solidFill>
                  <a:srgbClr val="171717"/>
                </a:solidFill>
                <a:effectLst/>
                <a:latin typeface="+mn-lt"/>
              </a:rPr>
              <a:t>A member's accessibility affects its visibility for derived classes as follows:</a:t>
            </a:r>
            <a:endParaRPr lang="en-US" sz="1600">
              <a:solidFill>
                <a:srgbClr val="171717"/>
              </a:solidFill>
              <a:latin typeface="+mn-lt"/>
            </a:endParaRPr>
          </a:p>
          <a:p>
            <a:r>
              <a:rPr lang="en-US" sz="1600" b="0" i="0" u="none" strike="noStrike">
                <a:solidFill>
                  <a:schemeClr val="accent2"/>
                </a:solidFill>
                <a:effectLst/>
                <a:latin typeface="+mn-lt"/>
              </a:rPr>
              <a:t>Private</a:t>
            </a:r>
            <a:r>
              <a:rPr lang="en-US" sz="1600" b="0" i="0">
                <a:solidFill>
                  <a:srgbClr val="171717"/>
                </a:solidFill>
                <a:effectLst/>
                <a:latin typeface="+mn-lt"/>
              </a:rPr>
              <a:t> members are not visible in derived classes</a:t>
            </a:r>
            <a:r>
              <a:rPr lang="en-US" sz="1600" i="0">
                <a:effectLst/>
                <a:latin typeface="+mn-lt"/>
              </a:rPr>
              <a:t>, except nested classes</a:t>
            </a:r>
          </a:p>
          <a:p>
            <a:r>
              <a:rPr lang="en-US" sz="1600" b="0" i="0" u="none" strike="noStrike">
                <a:solidFill>
                  <a:schemeClr val="accent2"/>
                </a:solidFill>
                <a:effectLst/>
                <a:latin typeface="+mn-lt"/>
              </a:rPr>
              <a:t>Protected</a:t>
            </a:r>
            <a:r>
              <a:rPr lang="en-US" sz="1600" b="0" i="0">
                <a:solidFill>
                  <a:srgbClr val="171717"/>
                </a:solidFill>
                <a:effectLst/>
                <a:latin typeface="+mn-lt"/>
              </a:rPr>
              <a:t> members are visible only in derived classes.</a:t>
            </a:r>
            <a:endParaRPr lang="en-US" sz="1600">
              <a:solidFill>
                <a:srgbClr val="171717"/>
              </a:solidFill>
              <a:latin typeface="+mn-lt"/>
            </a:endParaRPr>
          </a:p>
          <a:p>
            <a:r>
              <a:rPr lang="en-US" sz="1600" b="0" i="0" u="none" strike="noStrike">
                <a:solidFill>
                  <a:schemeClr val="accent2"/>
                </a:solidFill>
                <a:effectLst/>
                <a:latin typeface="+mn-lt"/>
              </a:rPr>
              <a:t>Internal</a:t>
            </a:r>
            <a:r>
              <a:rPr lang="en-US" sz="1600" b="0" i="0">
                <a:solidFill>
                  <a:srgbClr val="171717"/>
                </a:solidFill>
                <a:effectLst/>
                <a:latin typeface="+mn-lt"/>
              </a:rPr>
              <a:t> members are visible only in derived classes that are in the same assembly as the base class. </a:t>
            </a:r>
          </a:p>
          <a:p>
            <a:r>
              <a:rPr lang="en-US" sz="1600" b="0" i="0">
                <a:solidFill>
                  <a:schemeClr val="accent2"/>
                </a:solidFill>
                <a:effectLst/>
                <a:latin typeface="+mn-lt"/>
              </a:rPr>
              <a:t>Public</a:t>
            </a:r>
            <a:r>
              <a:rPr lang="en-US" sz="1600" b="0" i="0">
                <a:solidFill>
                  <a:srgbClr val="171717"/>
                </a:solidFill>
                <a:effectLst/>
                <a:latin typeface="+mn-lt"/>
              </a:rPr>
              <a:t> inherited members can be called just as if they are defined in the derived class.</a:t>
            </a:r>
            <a:r>
              <a:rPr lang="ru-RU" sz="1600" b="0" i="0">
                <a:solidFill>
                  <a:srgbClr val="171717"/>
                </a:solidFill>
                <a:effectLst/>
                <a:latin typeface="+mn-lt"/>
              </a:rPr>
              <a:t>  </a:t>
            </a:r>
            <a:r>
              <a:rPr lang="ru-RU" sz="1600" b="0" i="0">
                <a:solidFill>
                  <a:srgbClr val="FF0000"/>
                </a:solidFill>
                <a:effectLst/>
                <a:latin typeface="+mn-lt"/>
              </a:rPr>
              <a:t>Сделать схемкой</a:t>
            </a:r>
            <a:endParaRPr lang="en-US" sz="1600">
              <a:latin typeface="+mn-lt"/>
            </a:endParaRP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15</a:t>
            </a:fld>
            <a:endParaRPr lang="en-US"/>
          </a:p>
        </p:txBody>
      </p:sp>
    </p:spTree>
    <p:extLst>
      <p:ext uri="{BB962C8B-B14F-4D97-AF65-F5344CB8AC3E}">
        <p14:creationId xmlns:p14="http://schemas.microsoft.com/office/powerpoint/2010/main" val="34050252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600" b="0" i="0">
                <a:solidFill>
                  <a:srgbClr val="171717"/>
                </a:solidFill>
                <a:effectLst/>
                <a:latin typeface="+mn-lt"/>
              </a:rPr>
              <a:t>A member's accessibility affects its visibility for derived classes as follows:</a:t>
            </a:r>
            <a:endParaRPr lang="en-US" sz="1600">
              <a:solidFill>
                <a:srgbClr val="171717"/>
              </a:solidFill>
              <a:latin typeface="+mn-lt"/>
            </a:endParaRPr>
          </a:p>
          <a:p>
            <a:r>
              <a:rPr lang="en-US" sz="1600" b="0" i="0" u="none" strike="noStrike">
                <a:solidFill>
                  <a:schemeClr val="accent2"/>
                </a:solidFill>
                <a:effectLst/>
                <a:latin typeface="+mn-lt"/>
              </a:rPr>
              <a:t>Private</a:t>
            </a:r>
            <a:r>
              <a:rPr lang="en-US" sz="1600" b="0" i="0">
                <a:solidFill>
                  <a:srgbClr val="171717"/>
                </a:solidFill>
                <a:effectLst/>
                <a:latin typeface="+mn-lt"/>
              </a:rPr>
              <a:t> members are not visible in derived classes</a:t>
            </a:r>
            <a:r>
              <a:rPr lang="en-US" sz="1600" i="0">
                <a:effectLst/>
                <a:latin typeface="+mn-lt"/>
              </a:rPr>
              <a:t>, except nested classes</a:t>
            </a:r>
          </a:p>
          <a:p>
            <a:r>
              <a:rPr lang="en-US" sz="1600" b="0" i="0" u="none" strike="noStrike">
                <a:solidFill>
                  <a:schemeClr val="accent2"/>
                </a:solidFill>
                <a:effectLst/>
                <a:latin typeface="+mn-lt"/>
              </a:rPr>
              <a:t>Protected</a:t>
            </a:r>
            <a:r>
              <a:rPr lang="en-US" sz="1600" b="0" i="0">
                <a:solidFill>
                  <a:srgbClr val="171717"/>
                </a:solidFill>
                <a:effectLst/>
                <a:latin typeface="+mn-lt"/>
              </a:rPr>
              <a:t> members are visible only in derived classes.</a:t>
            </a:r>
            <a:endParaRPr lang="en-US" sz="1600">
              <a:solidFill>
                <a:srgbClr val="171717"/>
              </a:solidFill>
              <a:latin typeface="+mn-lt"/>
            </a:endParaRPr>
          </a:p>
          <a:p>
            <a:r>
              <a:rPr lang="en-US" sz="1600" b="0" i="0" u="none" strike="noStrike">
                <a:solidFill>
                  <a:schemeClr val="accent2"/>
                </a:solidFill>
                <a:effectLst/>
                <a:latin typeface="+mn-lt"/>
              </a:rPr>
              <a:t>Internal</a:t>
            </a:r>
            <a:r>
              <a:rPr lang="en-US" sz="1600" b="0" i="0">
                <a:solidFill>
                  <a:srgbClr val="171717"/>
                </a:solidFill>
                <a:effectLst/>
                <a:latin typeface="+mn-lt"/>
              </a:rPr>
              <a:t> members are visible only in derived classes that are in the same assembly as the base class. </a:t>
            </a:r>
          </a:p>
          <a:p>
            <a:r>
              <a:rPr lang="en-US" sz="1600" b="0" i="0">
                <a:solidFill>
                  <a:schemeClr val="accent2"/>
                </a:solidFill>
                <a:effectLst/>
                <a:latin typeface="+mn-lt"/>
              </a:rPr>
              <a:t>Public</a:t>
            </a:r>
            <a:r>
              <a:rPr lang="en-US" sz="1600" b="0" i="0">
                <a:solidFill>
                  <a:srgbClr val="171717"/>
                </a:solidFill>
                <a:effectLst/>
                <a:latin typeface="+mn-lt"/>
              </a:rPr>
              <a:t> inherited members can be called just as if they are defined in the derived class.</a:t>
            </a:r>
            <a:r>
              <a:rPr lang="ru-RU" sz="1600" b="0" i="0">
                <a:solidFill>
                  <a:srgbClr val="171717"/>
                </a:solidFill>
                <a:effectLst/>
                <a:latin typeface="+mn-lt"/>
              </a:rPr>
              <a:t>  </a:t>
            </a:r>
            <a:r>
              <a:rPr lang="ru-RU" sz="1600" b="0" i="0">
                <a:solidFill>
                  <a:srgbClr val="FF0000"/>
                </a:solidFill>
                <a:effectLst/>
                <a:latin typeface="+mn-lt"/>
              </a:rPr>
              <a:t>Сделать схемкой</a:t>
            </a:r>
            <a:endParaRPr lang="en-US" sz="1600">
              <a:latin typeface="+mn-lt"/>
            </a:endParaRP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16</a:t>
            </a:fld>
            <a:endParaRPr lang="en-US"/>
          </a:p>
        </p:txBody>
      </p:sp>
    </p:spTree>
    <p:extLst>
      <p:ext uri="{BB962C8B-B14F-4D97-AF65-F5344CB8AC3E}">
        <p14:creationId xmlns:p14="http://schemas.microsoft.com/office/powerpoint/2010/main" val="3887986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Implicit inheritance from the </a:t>
            </a:r>
            <a:r>
              <a:rPr lang="en-US" b="0" i="0" u="none" strike="noStrike">
                <a:solidFill>
                  <a:srgbClr val="171717"/>
                </a:solidFill>
                <a:effectLst/>
                <a:latin typeface="Segoe UI" panose="020B0502040204020203" pitchFamily="34" charset="0"/>
                <a:hlinkClick r:id="rId3"/>
              </a:rPr>
              <a:t>Object</a:t>
            </a:r>
            <a:r>
              <a:rPr lang="en-US" b="0" i="0">
                <a:solidFill>
                  <a:srgbClr val="171717"/>
                </a:solidFill>
                <a:effectLst/>
                <a:latin typeface="Segoe UI" panose="020B0502040204020203" pitchFamily="34" charset="0"/>
              </a:rPr>
              <a:t> class makes these methods available to the </a:t>
            </a:r>
            <a:r>
              <a:rPr lang="en-US" b="0" i="0" err="1">
                <a:solidFill>
                  <a:srgbClr val="171717"/>
                </a:solidFill>
                <a:effectLst/>
                <a:latin typeface="Segoe UI" panose="020B0502040204020203" pitchFamily="34" charset="0"/>
              </a:rPr>
              <a:t>SimpleClass</a:t>
            </a:r>
            <a:r>
              <a:rPr lang="en-US" b="0" i="0">
                <a:solidFill>
                  <a:srgbClr val="171717"/>
                </a:solidFill>
                <a:effectLst/>
                <a:latin typeface="Segoe UI" panose="020B0502040204020203" pitchFamily="34" charset="0"/>
              </a:rPr>
              <a:t> class:</a:t>
            </a:r>
          </a:p>
          <a:p>
            <a:pPr algn="l">
              <a:buFont typeface="Arial" panose="020B0604020202020204" pitchFamily="34" charset="0"/>
              <a:buChar char="•"/>
            </a:pPr>
            <a:r>
              <a:rPr lang="en-US" b="0" i="0">
                <a:solidFill>
                  <a:srgbClr val="171717"/>
                </a:solidFill>
                <a:effectLst/>
                <a:latin typeface="Segoe UI" panose="020B0502040204020203" pitchFamily="34" charset="0"/>
              </a:rPr>
              <a:t>The public </a:t>
            </a:r>
            <a:r>
              <a:rPr lang="en-US" b="0" i="0" err="1">
                <a:solidFill>
                  <a:srgbClr val="171717"/>
                </a:solidFill>
                <a:effectLst/>
                <a:latin typeface="Segoe UI" panose="020B0502040204020203" pitchFamily="34" charset="0"/>
              </a:rPr>
              <a:t>ToString</a:t>
            </a:r>
            <a:r>
              <a:rPr lang="en-US" b="0" i="0">
                <a:solidFill>
                  <a:srgbClr val="171717"/>
                </a:solidFill>
                <a:effectLst/>
                <a:latin typeface="Segoe UI" panose="020B0502040204020203" pitchFamily="34" charset="0"/>
              </a:rPr>
              <a:t> method, which converts an object to its string representation, returns the fully qualified type name</a:t>
            </a:r>
          </a:p>
          <a:p>
            <a:pPr algn="l">
              <a:buFont typeface="Arial" panose="020B0604020202020204" pitchFamily="34" charset="0"/>
              <a:buChar char="•"/>
            </a:pPr>
            <a:r>
              <a:rPr lang="en-US" b="0" i="0">
                <a:solidFill>
                  <a:srgbClr val="171717"/>
                </a:solidFill>
                <a:effectLst/>
                <a:latin typeface="Segoe UI" panose="020B0502040204020203" pitchFamily="34" charset="0"/>
              </a:rPr>
              <a:t>Three methods that test for equality of two objects: the public instance Equals(Object) method, the public static Equals(Object, Object) method, and the public static </a:t>
            </a:r>
            <a:r>
              <a:rPr lang="en-US" b="0" i="0" err="1">
                <a:solidFill>
                  <a:srgbClr val="171717"/>
                </a:solidFill>
                <a:effectLst/>
                <a:latin typeface="Segoe UI" panose="020B0502040204020203" pitchFamily="34" charset="0"/>
              </a:rPr>
              <a:t>ReferenceEquals</a:t>
            </a:r>
            <a:r>
              <a:rPr lang="en-US" b="0" i="0">
                <a:solidFill>
                  <a:srgbClr val="171717"/>
                </a:solidFill>
                <a:effectLst/>
                <a:latin typeface="Segoe UI" panose="020B0502040204020203" pitchFamily="34" charset="0"/>
              </a:rPr>
              <a:t>(Object, Object) method. By default, these methods test for reference equality; that is, to be equal, two object variables must refer to the same object.</a:t>
            </a:r>
          </a:p>
          <a:p>
            <a:pPr algn="l">
              <a:buFont typeface="Arial" panose="020B0604020202020204" pitchFamily="34" charset="0"/>
              <a:buChar char="•"/>
            </a:pPr>
            <a:r>
              <a:rPr lang="en-US" b="0" i="0">
                <a:solidFill>
                  <a:srgbClr val="171717"/>
                </a:solidFill>
                <a:effectLst/>
                <a:latin typeface="Segoe UI" panose="020B0502040204020203" pitchFamily="34" charset="0"/>
              </a:rPr>
              <a:t>The public GetHashCode method, which computes a value that allows an instance of the type to be used in hashed collections.</a:t>
            </a:r>
          </a:p>
          <a:p>
            <a:pPr algn="l">
              <a:buFont typeface="Arial" panose="020B0604020202020204" pitchFamily="34" charset="0"/>
              <a:buChar char="•"/>
            </a:pPr>
            <a:r>
              <a:rPr lang="en-US" b="0" i="0">
                <a:solidFill>
                  <a:srgbClr val="171717"/>
                </a:solidFill>
                <a:effectLst/>
                <a:latin typeface="Segoe UI" panose="020B0502040204020203" pitchFamily="34" charset="0"/>
              </a:rPr>
              <a:t>The public </a:t>
            </a:r>
            <a:r>
              <a:rPr lang="en-US" b="0" i="0" err="1">
                <a:solidFill>
                  <a:srgbClr val="171717"/>
                </a:solidFill>
                <a:effectLst/>
                <a:latin typeface="Segoe UI" panose="020B0502040204020203" pitchFamily="34" charset="0"/>
              </a:rPr>
              <a:t>GetType</a:t>
            </a:r>
            <a:r>
              <a:rPr lang="en-US" b="0" i="0">
                <a:solidFill>
                  <a:srgbClr val="171717"/>
                </a:solidFill>
                <a:effectLst/>
                <a:latin typeface="Segoe UI" panose="020B0502040204020203" pitchFamily="34" charset="0"/>
              </a:rPr>
              <a:t> method, which returns a </a:t>
            </a:r>
            <a:r>
              <a:rPr lang="en-US" b="0" i="0" u="none" strike="noStrike">
                <a:solidFill>
                  <a:srgbClr val="171717"/>
                </a:solidFill>
                <a:effectLst/>
                <a:latin typeface="Segoe UI" panose="020B0502040204020203" pitchFamily="34" charset="0"/>
                <a:hlinkClick r:id="rId4"/>
              </a:rPr>
              <a:t>Type</a:t>
            </a:r>
            <a:r>
              <a:rPr lang="en-US" b="0" i="0">
                <a:solidFill>
                  <a:srgbClr val="171717"/>
                </a:solidFill>
                <a:effectLst/>
                <a:latin typeface="Segoe UI" panose="020B0502040204020203" pitchFamily="34" charset="0"/>
              </a:rPr>
              <a:t> object that represents the type.</a:t>
            </a:r>
          </a:p>
          <a:p>
            <a:pPr algn="l">
              <a:buFont typeface="Arial" panose="020B0604020202020204" pitchFamily="34" charset="0"/>
              <a:buChar char="•"/>
            </a:pPr>
            <a:r>
              <a:rPr lang="en-US" b="0" i="0">
                <a:solidFill>
                  <a:srgbClr val="171717"/>
                </a:solidFill>
                <a:effectLst/>
                <a:latin typeface="Segoe UI" panose="020B0502040204020203" pitchFamily="34" charset="0"/>
              </a:rPr>
              <a:t>The protected </a:t>
            </a:r>
            <a:r>
              <a:rPr lang="en-US" b="0" i="0" u="none" strike="noStrike">
                <a:solidFill>
                  <a:srgbClr val="171717"/>
                </a:solidFill>
                <a:effectLst/>
                <a:latin typeface="Segoe UI" panose="020B0502040204020203" pitchFamily="34" charset="0"/>
                <a:hlinkClick r:id="rId5"/>
              </a:rPr>
              <a:t>Finalize</a:t>
            </a:r>
            <a:r>
              <a:rPr lang="en-US" b="0" i="0">
                <a:solidFill>
                  <a:srgbClr val="171717"/>
                </a:solidFill>
                <a:effectLst/>
                <a:latin typeface="Segoe UI" panose="020B0502040204020203" pitchFamily="34" charset="0"/>
              </a:rPr>
              <a:t> method, which is designed to release unmanaged resources before an object's memory is reclaimed by the garbage collector.</a:t>
            </a:r>
          </a:p>
          <a:p>
            <a:pPr algn="l">
              <a:buFont typeface="Arial" panose="020B0604020202020204" pitchFamily="34" charset="0"/>
              <a:buChar char="•"/>
            </a:pPr>
            <a:r>
              <a:rPr lang="en-US" b="0" i="0">
                <a:solidFill>
                  <a:srgbClr val="171717"/>
                </a:solidFill>
                <a:effectLst/>
                <a:latin typeface="Segoe UI" panose="020B0502040204020203" pitchFamily="34" charset="0"/>
              </a:rPr>
              <a:t>The protected </a:t>
            </a:r>
            <a:r>
              <a:rPr lang="en-US" b="0" i="0" u="none" strike="noStrike" err="1">
                <a:solidFill>
                  <a:srgbClr val="171717"/>
                </a:solidFill>
                <a:effectLst/>
                <a:latin typeface="Segoe UI" panose="020B0502040204020203" pitchFamily="34" charset="0"/>
                <a:hlinkClick r:id="rId6"/>
              </a:rPr>
              <a:t>MemberwiseClone</a:t>
            </a:r>
            <a:r>
              <a:rPr lang="en-US" b="0" i="0">
                <a:solidFill>
                  <a:srgbClr val="171717"/>
                </a:solidFill>
                <a:effectLst/>
                <a:latin typeface="Segoe UI" panose="020B0502040204020203" pitchFamily="34" charset="0"/>
              </a:rPr>
              <a:t> method, which creates a shallow clone of the current object.</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17</a:t>
            </a:fld>
            <a:endParaRPr lang="en-US"/>
          </a:p>
        </p:txBody>
      </p:sp>
    </p:spTree>
    <p:extLst>
      <p:ext uri="{BB962C8B-B14F-4D97-AF65-F5344CB8AC3E}">
        <p14:creationId xmlns:p14="http://schemas.microsoft.com/office/powerpoint/2010/main" val="33105964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18</a:t>
            </a:fld>
            <a:endParaRPr lang="en-US"/>
          </a:p>
        </p:txBody>
      </p:sp>
    </p:spTree>
    <p:extLst>
      <p:ext uri="{BB962C8B-B14F-4D97-AF65-F5344CB8AC3E}">
        <p14:creationId xmlns:p14="http://schemas.microsoft.com/office/powerpoint/2010/main" val="1850495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19</a:t>
            </a:fld>
            <a:endParaRPr lang="en-US"/>
          </a:p>
        </p:txBody>
      </p:sp>
    </p:spTree>
    <p:extLst>
      <p:ext uri="{BB962C8B-B14F-4D97-AF65-F5344CB8AC3E}">
        <p14:creationId xmlns:p14="http://schemas.microsoft.com/office/powerpoint/2010/main" val="8470484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20</a:t>
            </a:fld>
            <a:endParaRPr lang="en-US"/>
          </a:p>
        </p:txBody>
      </p:sp>
    </p:spTree>
    <p:extLst>
      <p:ext uri="{BB962C8B-B14F-4D97-AF65-F5344CB8AC3E}">
        <p14:creationId xmlns:p14="http://schemas.microsoft.com/office/powerpoint/2010/main" val="14001992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21</a:t>
            </a:fld>
            <a:endParaRPr lang="en-US"/>
          </a:p>
        </p:txBody>
      </p:sp>
    </p:spTree>
    <p:extLst>
      <p:ext uri="{BB962C8B-B14F-4D97-AF65-F5344CB8AC3E}">
        <p14:creationId xmlns:p14="http://schemas.microsoft.com/office/powerpoint/2010/main" val="15724387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22</a:t>
            </a:fld>
            <a:endParaRPr lang="en-US"/>
          </a:p>
        </p:txBody>
      </p:sp>
    </p:spTree>
    <p:extLst>
      <p:ext uri="{BB962C8B-B14F-4D97-AF65-F5344CB8AC3E}">
        <p14:creationId xmlns:p14="http://schemas.microsoft.com/office/powerpoint/2010/main" val="1860727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23</a:t>
            </a:fld>
            <a:endParaRPr lang="en-US"/>
          </a:p>
        </p:txBody>
      </p:sp>
    </p:spTree>
    <p:extLst>
      <p:ext uri="{BB962C8B-B14F-4D97-AF65-F5344CB8AC3E}">
        <p14:creationId xmlns:p14="http://schemas.microsoft.com/office/powerpoint/2010/main" val="11466529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Abstract classes may also define abstract methods. This is accomplished by adding the keyword </a:t>
            </a:r>
            <a:r>
              <a:rPr lang="en-US"/>
              <a:t>abstract</a:t>
            </a:r>
            <a:r>
              <a:rPr lang="en-US" b="0" i="0">
                <a:solidFill>
                  <a:srgbClr val="171717"/>
                </a:solidFill>
                <a:effectLst/>
                <a:latin typeface="Segoe UI" panose="020B0502040204020203" pitchFamily="34" charset="0"/>
              </a:rPr>
              <a:t> before the return type of the method. </a:t>
            </a:r>
          </a:p>
          <a:p>
            <a:pPr algn="l"/>
            <a:r>
              <a:rPr lang="en-US" b="0" i="0">
                <a:solidFill>
                  <a:srgbClr val="171717"/>
                </a:solidFill>
                <a:effectLst/>
                <a:latin typeface="Segoe UI" panose="020B0502040204020203" pitchFamily="34" charset="0"/>
              </a:rPr>
              <a:t>Abstract methods have no implementation, so the method definition is followed by a semicolon instead of a normal method block. </a:t>
            </a:r>
          </a:p>
          <a:p>
            <a:pPr algn="l"/>
            <a:r>
              <a:rPr lang="en-US" b="0" i="0">
                <a:solidFill>
                  <a:srgbClr val="171717"/>
                </a:solidFill>
                <a:effectLst/>
                <a:latin typeface="Segoe UI" panose="020B0502040204020203" pitchFamily="34" charset="0"/>
              </a:rPr>
              <a:t>Derived classes of the abstract class must implement all abstract methods. </a:t>
            </a:r>
          </a:p>
          <a:p>
            <a:pPr algn="l"/>
            <a:r>
              <a:rPr lang="en-US" b="0" i="0">
                <a:solidFill>
                  <a:srgbClr val="171717"/>
                </a:solidFill>
                <a:effectLst/>
                <a:latin typeface="Segoe UI" panose="020B0502040204020203" pitchFamily="34" charset="0"/>
              </a:rPr>
              <a:t>When an abstract class inherits a virtual method from a base class, the abstract class can override the virtual method with an abstract method.</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24</a:t>
            </a:fld>
            <a:endParaRPr lang="en-US"/>
          </a:p>
        </p:txBody>
      </p:sp>
    </p:spTree>
    <p:extLst>
      <p:ext uri="{BB962C8B-B14F-4D97-AF65-F5344CB8AC3E}">
        <p14:creationId xmlns:p14="http://schemas.microsoft.com/office/powerpoint/2010/main" val="34200398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25</a:t>
            </a:fld>
            <a:endParaRPr lang="en-US"/>
          </a:p>
        </p:txBody>
      </p:sp>
    </p:spTree>
    <p:extLst>
      <p:ext uri="{BB962C8B-B14F-4D97-AF65-F5344CB8AC3E}">
        <p14:creationId xmlns:p14="http://schemas.microsoft.com/office/powerpoint/2010/main" val="27276567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26</a:t>
            </a:fld>
            <a:endParaRPr lang="en-US"/>
          </a:p>
        </p:txBody>
      </p:sp>
    </p:spTree>
    <p:extLst>
      <p:ext uri="{BB962C8B-B14F-4D97-AF65-F5344CB8AC3E}">
        <p14:creationId xmlns:p14="http://schemas.microsoft.com/office/powerpoint/2010/main" val="20248966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27</a:t>
            </a:fld>
            <a:endParaRPr lang="en-US"/>
          </a:p>
        </p:txBody>
      </p:sp>
    </p:spTree>
    <p:extLst>
      <p:ext uri="{BB962C8B-B14F-4D97-AF65-F5344CB8AC3E}">
        <p14:creationId xmlns:p14="http://schemas.microsoft.com/office/powerpoint/2010/main" val="23846091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28</a:t>
            </a:fld>
            <a:endParaRPr lang="en-US"/>
          </a:p>
        </p:txBody>
      </p:sp>
    </p:spTree>
    <p:extLst>
      <p:ext uri="{BB962C8B-B14F-4D97-AF65-F5344CB8AC3E}">
        <p14:creationId xmlns:p14="http://schemas.microsoft.com/office/powerpoint/2010/main" val="19248675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An interface has the following properties:</a:t>
            </a:r>
          </a:p>
          <a:p>
            <a:pPr algn="l">
              <a:buFont typeface="Arial" panose="020B0604020202020204" pitchFamily="34" charset="0"/>
              <a:buChar char="•"/>
            </a:pPr>
            <a:r>
              <a:rPr lang="en-US" b="0" i="0">
                <a:solidFill>
                  <a:srgbClr val="171717"/>
                </a:solidFill>
                <a:effectLst/>
                <a:latin typeface="Segoe UI" panose="020B0502040204020203" pitchFamily="34" charset="0"/>
              </a:rPr>
              <a:t>An interface is typically like an abstract base class with only abstract members. Any class or struct that implements the interface must implement all its members. Optionally, an interface may define default implementations for some or all of its members. For more information, see </a:t>
            </a:r>
            <a:r>
              <a:rPr lang="en-US" b="0" i="0" u="none" strike="noStrike">
                <a:solidFill>
                  <a:srgbClr val="171717"/>
                </a:solidFill>
                <a:effectLst/>
                <a:latin typeface="Segoe UI" panose="020B0502040204020203" pitchFamily="34" charset="0"/>
                <a:hlinkClick r:id="rId3"/>
              </a:rPr>
              <a:t>default interface methods</a:t>
            </a:r>
            <a:r>
              <a:rPr lang="en-US" b="0" i="0">
                <a:solidFill>
                  <a:srgbClr val="171717"/>
                </a:solidFill>
                <a:effectLst/>
                <a:latin typeface="Segoe UI" panose="020B0502040204020203" pitchFamily="34" charset="0"/>
              </a:rPr>
              <a:t>.</a:t>
            </a:r>
          </a:p>
          <a:p>
            <a:pPr algn="l">
              <a:buFont typeface="Arial" panose="020B0604020202020204" pitchFamily="34" charset="0"/>
              <a:buChar char="•"/>
            </a:pPr>
            <a:r>
              <a:rPr lang="en-US" b="0" i="0">
                <a:solidFill>
                  <a:srgbClr val="171717"/>
                </a:solidFill>
                <a:effectLst/>
                <a:latin typeface="Segoe UI" panose="020B0502040204020203" pitchFamily="34" charset="0"/>
              </a:rPr>
              <a:t>An interface can't be instantiated directly. Its members are implemented by any class or struct that implements the interface.</a:t>
            </a:r>
          </a:p>
          <a:p>
            <a:pPr algn="l">
              <a:buFont typeface="Arial" panose="020B0604020202020204" pitchFamily="34" charset="0"/>
              <a:buChar char="•"/>
            </a:pPr>
            <a:r>
              <a:rPr lang="en-US" b="0" i="0">
                <a:solidFill>
                  <a:srgbClr val="171717"/>
                </a:solidFill>
                <a:effectLst/>
                <a:latin typeface="Segoe UI" panose="020B0502040204020203" pitchFamily="34" charset="0"/>
              </a:rPr>
              <a:t>A class or struct can implement multiple interfaces. A class can inherit a base class and also implement one or more interfaces.</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29</a:t>
            </a:fld>
            <a:endParaRPr lang="en-US"/>
          </a:p>
        </p:txBody>
      </p:sp>
    </p:spTree>
    <p:extLst>
      <p:ext uri="{BB962C8B-B14F-4D97-AF65-F5344CB8AC3E}">
        <p14:creationId xmlns:p14="http://schemas.microsoft.com/office/powerpoint/2010/main" val="13691598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1D1C1D"/>
                </a:solidFill>
                <a:effectLst/>
                <a:latin typeface="Slack-Lato"/>
              </a:rPr>
              <a:t>Applying abstraction means that each object should only expose a high-level mechanism for using it.</a:t>
            </a:r>
          </a:p>
          <a:p>
            <a:r>
              <a:rPr lang="en-US" b="0" i="0">
                <a:solidFill>
                  <a:srgbClr val="1D1C1D"/>
                </a:solidFill>
                <a:effectLst/>
                <a:latin typeface="Slack-Lato"/>
              </a:rPr>
              <a:t>This mechanism should hide internal implementation details. It should only reveal operations relevant for the other objects.</a:t>
            </a:r>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30</a:t>
            </a:fld>
            <a:endParaRPr lang="en-US"/>
          </a:p>
        </p:txBody>
      </p:sp>
    </p:spTree>
    <p:extLst>
      <p:ext uri="{BB962C8B-B14F-4D97-AF65-F5344CB8AC3E}">
        <p14:creationId xmlns:p14="http://schemas.microsoft.com/office/powerpoint/2010/main" val="26112445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31</a:t>
            </a:fld>
            <a:endParaRPr lang="en-US"/>
          </a:p>
        </p:txBody>
      </p:sp>
    </p:spTree>
    <p:extLst>
      <p:ext uri="{BB962C8B-B14F-4D97-AF65-F5344CB8AC3E}">
        <p14:creationId xmlns:p14="http://schemas.microsoft.com/office/powerpoint/2010/main" val="8271204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32</a:t>
            </a:fld>
            <a:endParaRPr lang="en-US"/>
          </a:p>
        </p:txBody>
      </p:sp>
    </p:spTree>
    <p:extLst>
      <p:ext uri="{BB962C8B-B14F-4D97-AF65-F5344CB8AC3E}">
        <p14:creationId xmlns:p14="http://schemas.microsoft.com/office/powerpoint/2010/main" val="26831736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33</a:t>
            </a:fld>
            <a:endParaRPr lang="en-US"/>
          </a:p>
        </p:txBody>
      </p:sp>
    </p:spTree>
    <p:extLst>
      <p:ext uri="{BB962C8B-B14F-4D97-AF65-F5344CB8AC3E}">
        <p14:creationId xmlns:p14="http://schemas.microsoft.com/office/powerpoint/2010/main" val="32660930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spcBef>
                <a:spcPts val="0"/>
              </a:spcBef>
              <a:spcAft>
                <a:spcPts val="0"/>
              </a:spcAft>
            </a:pPr>
            <a:r>
              <a:rPr lang="en-US" b="0" i="0">
                <a:solidFill>
                  <a:srgbClr val="212121"/>
                </a:solidFill>
                <a:effectLst/>
                <a:latin typeface="Verdana" panose="020B0604030504040204" pitchFamily="34" charset="0"/>
              </a:rPr>
              <a:t>So why is this called up-casting? Consider the diagram above. From Circle, we are moving up the object hierarchy to the type Shape, so we are casting our object "upwards" to its parent type.</a:t>
            </a:r>
            <a:endParaRPr lang="en-US" b="0" i="0">
              <a:solidFill>
                <a:srgbClr val="212121"/>
              </a:solidFill>
              <a:effectLst/>
              <a:latin typeface="open sans"/>
            </a:endParaRPr>
          </a:p>
          <a:p>
            <a:pPr marL="0" marR="0" algn="just">
              <a:spcBef>
                <a:spcPts val="0"/>
              </a:spcBef>
              <a:spcAft>
                <a:spcPts val="0"/>
              </a:spcAft>
            </a:pPr>
            <a:r>
              <a:rPr lang="en-US" b="0" i="0">
                <a:solidFill>
                  <a:srgbClr val="212121"/>
                </a:solidFill>
                <a:effectLst/>
                <a:latin typeface="Verdana" panose="020B0604030504040204" pitchFamily="34" charset="0"/>
              </a:rPr>
              <a:t> </a:t>
            </a:r>
            <a:endParaRPr lang="en-US" b="0" i="0">
              <a:solidFill>
                <a:srgbClr val="212121"/>
              </a:solidFill>
              <a:effectLst/>
              <a:latin typeface="open sans"/>
            </a:endParaRPr>
          </a:p>
          <a:p>
            <a:pPr marL="0" marR="0" algn="just">
              <a:spcBef>
                <a:spcPts val="0"/>
              </a:spcBef>
              <a:spcAft>
                <a:spcPts val="0"/>
              </a:spcAft>
            </a:pPr>
            <a:r>
              <a:rPr lang="en-US" b="0" i="0">
                <a:solidFill>
                  <a:srgbClr val="212121"/>
                </a:solidFill>
                <a:effectLst/>
                <a:latin typeface="Verdana" panose="020B0604030504040204" pitchFamily="34" charset="0"/>
              </a:rPr>
              <a:t>Up-casting is implicit and is safe. What do we mean by safe? Well, we can happily cast Circle to Shape and expect all the properties and methods of Shape to be available. </a:t>
            </a:r>
            <a:endParaRPr lang="en-US" b="0" i="0">
              <a:solidFill>
                <a:srgbClr val="212121"/>
              </a:solidFill>
              <a:effectLst/>
              <a:latin typeface="open sans"/>
            </a:endParaRP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34</a:t>
            </a:fld>
            <a:endParaRPr lang="en-US"/>
          </a:p>
        </p:txBody>
      </p:sp>
    </p:spTree>
    <p:extLst>
      <p:ext uri="{BB962C8B-B14F-4D97-AF65-F5344CB8AC3E}">
        <p14:creationId xmlns:p14="http://schemas.microsoft.com/office/powerpoint/2010/main" val="23765159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spcBef>
                <a:spcPts val="0"/>
              </a:spcBef>
              <a:spcAft>
                <a:spcPts val="0"/>
              </a:spcAft>
            </a:pPr>
            <a:r>
              <a:rPr lang="en-US" b="0" i="0">
                <a:solidFill>
                  <a:srgbClr val="212121"/>
                </a:solidFill>
                <a:effectLst/>
                <a:latin typeface="Verdana" panose="020B0604030504040204" pitchFamily="34" charset="0"/>
              </a:rPr>
              <a:t>So why is this called up-casting? Consider the diagram above. From Circle, we are moving up the object hierarchy to the type Shape, so we are casting our object "upwards" to its parent type.</a:t>
            </a:r>
            <a:endParaRPr lang="en-US" b="0" i="0">
              <a:solidFill>
                <a:srgbClr val="212121"/>
              </a:solidFill>
              <a:effectLst/>
              <a:latin typeface="open sans"/>
            </a:endParaRPr>
          </a:p>
          <a:p>
            <a:pPr marL="0" marR="0" algn="just">
              <a:spcBef>
                <a:spcPts val="0"/>
              </a:spcBef>
              <a:spcAft>
                <a:spcPts val="0"/>
              </a:spcAft>
            </a:pPr>
            <a:r>
              <a:rPr lang="en-US" b="0" i="0">
                <a:solidFill>
                  <a:srgbClr val="212121"/>
                </a:solidFill>
                <a:effectLst/>
                <a:latin typeface="Verdana" panose="020B0604030504040204" pitchFamily="34" charset="0"/>
              </a:rPr>
              <a:t> </a:t>
            </a:r>
            <a:endParaRPr lang="en-US" b="0" i="0">
              <a:solidFill>
                <a:srgbClr val="212121"/>
              </a:solidFill>
              <a:effectLst/>
              <a:latin typeface="open sans"/>
            </a:endParaRPr>
          </a:p>
          <a:p>
            <a:pPr marL="0" marR="0" algn="just">
              <a:spcBef>
                <a:spcPts val="0"/>
              </a:spcBef>
              <a:spcAft>
                <a:spcPts val="0"/>
              </a:spcAft>
            </a:pPr>
            <a:r>
              <a:rPr lang="en-US" b="0" i="0">
                <a:solidFill>
                  <a:srgbClr val="212121"/>
                </a:solidFill>
                <a:effectLst/>
                <a:latin typeface="Verdana" panose="020B0604030504040204" pitchFamily="34" charset="0"/>
              </a:rPr>
              <a:t>Up-casting is implicit and is safe. What do we mean by safe? Well, we can happily cast Circle to Shape and expect all the properties and methods of Shape to be available. </a:t>
            </a:r>
            <a:endParaRPr lang="en-US" b="0" i="0">
              <a:solidFill>
                <a:srgbClr val="212121"/>
              </a:solidFill>
              <a:effectLst/>
              <a:latin typeface="open sans"/>
            </a:endParaRP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35</a:t>
            </a:fld>
            <a:endParaRPr lang="en-US"/>
          </a:p>
        </p:txBody>
      </p:sp>
    </p:spTree>
    <p:extLst>
      <p:ext uri="{BB962C8B-B14F-4D97-AF65-F5344CB8AC3E}">
        <p14:creationId xmlns:p14="http://schemas.microsoft.com/office/powerpoint/2010/main" val="7535806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36</a:t>
            </a:fld>
            <a:endParaRPr lang="en-US"/>
          </a:p>
        </p:txBody>
      </p:sp>
    </p:spTree>
    <p:extLst>
      <p:ext uri="{BB962C8B-B14F-4D97-AF65-F5344CB8AC3E}">
        <p14:creationId xmlns:p14="http://schemas.microsoft.com/office/powerpoint/2010/main" val="9247080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37</a:t>
            </a:fld>
            <a:endParaRPr lang="en-US"/>
          </a:p>
        </p:txBody>
      </p:sp>
    </p:spTree>
    <p:extLst>
      <p:ext uri="{BB962C8B-B14F-4D97-AF65-F5344CB8AC3E}">
        <p14:creationId xmlns:p14="http://schemas.microsoft.com/office/powerpoint/2010/main" val="2415493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38</a:t>
            </a:fld>
            <a:endParaRPr lang="en-US"/>
          </a:p>
        </p:txBody>
      </p:sp>
    </p:spTree>
    <p:extLst>
      <p:ext uri="{BB962C8B-B14F-4D97-AF65-F5344CB8AC3E}">
        <p14:creationId xmlns:p14="http://schemas.microsoft.com/office/powerpoint/2010/main" val="11785397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l">
              <a:spcBef>
                <a:spcPts val="0"/>
              </a:spcBef>
              <a:spcAft>
                <a:spcPts val="600"/>
              </a:spcAft>
              <a:buFont typeface="Arial" panose="020B0604020202020204" pitchFamily="34" charset="0"/>
              <a:buNone/>
            </a:pPr>
            <a:r>
              <a:rPr lang="en-US" b="0" i="0">
                <a:solidFill>
                  <a:srgbClr val="000000"/>
                </a:solidFill>
                <a:effectLst/>
                <a:latin typeface="verdana" panose="020B0604030504040204" pitchFamily="34" charset="0"/>
              </a:rPr>
              <a:t>The term "Polymorphism" is the combination of "poly" + "morphs" which means many forms. It is a </a:t>
            </a:r>
            <a:r>
              <a:rPr lang="en-US" b="0" i="0" err="1">
                <a:solidFill>
                  <a:srgbClr val="000000"/>
                </a:solidFill>
                <a:effectLst/>
                <a:latin typeface="verdana" panose="020B0604030504040204" pitchFamily="34" charset="0"/>
              </a:rPr>
              <a:t>greek</a:t>
            </a:r>
            <a:r>
              <a:rPr lang="en-US" b="0" i="0">
                <a:solidFill>
                  <a:srgbClr val="000000"/>
                </a:solidFill>
                <a:effectLst/>
                <a:latin typeface="verdana" panose="020B0604030504040204" pitchFamily="34" charset="0"/>
              </a:rPr>
              <a:t> word. In object-oriented programming, we use 3 main concepts: inheritance, encapsulation and polymorphism.</a:t>
            </a:r>
            <a:r>
              <a:rPr lang="en-US" sz="1600" b="0" i="0">
                <a:solidFill>
                  <a:srgbClr val="171717"/>
                </a:solidFill>
                <a:effectLst/>
                <a:latin typeface="+mn-lt"/>
              </a:rPr>
              <a:t> </a:t>
            </a:r>
          </a:p>
          <a:p>
            <a:pPr marL="0" algn="l">
              <a:spcBef>
                <a:spcPts val="0"/>
              </a:spcBef>
              <a:spcAft>
                <a:spcPts val="600"/>
              </a:spcAft>
              <a:buFont typeface="Arial" panose="020B0604020202020204" pitchFamily="34" charset="0"/>
              <a:buNone/>
            </a:pPr>
            <a:endParaRPr lang="en-US" sz="1600" b="0" i="0">
              <a:solidFill>
                <a:srgbClr val="171717"/>
              </a:solidFill>
              <a:effectLst/>
              <a:latin typeface="+mn-lt"/>
            </a:endParaRPr>
          </a:p>
          <a:p>
            <a:pPr marL="0" algn="l">
              <a:spcBef>
                <a:spcPts val="0"/>
              </a:spcBef>
              <a:spcAft>
                <a:spcPts val="600"/>
              </a:spcAft>
              <a:buFont typeface="Arial" panose="020B0604020202020204" pitchFamily="34" charset="0"/>
              <a:buNone/>
            </a:pPr>
            <a:r>
              <a:rPr lang="en-US" sz="1600" b="0" i="0">
                <a:solidFill>
                  <a:srgbClr val="171717"/>
                </a:solidFill>
                <a:effectLst/>
                <a:latin typeface="+mn-lt"/>
              </a:rPr>
              <a:t>And it has two distinct aspects</a:t>
            </a:r>
          </a:p>
          <a:p>
            <a:pPr marL="0" algn="l">
              <a:spcBef>
                <a:spcPts val="0"/>
              </a:spcBef>
              <a:spcAft>
                <a:spcPts val="600"/>
              </a:spcAft>
              <a:buFont typeface="Arial" panose="020B0604020202020204" pitchFamily="34" charset="0"/>
              <a:buChar char="•"/>
            </a:pPr>
            <a:r>
              <a:rPr lang="en-US" sz="1600" b="0" i="0">
                <a:solidFill>
                  <a:srgbClr val="171717"/>
                </a:solidFill>
                <a:effectLst/>
                <a:latin typeface="+mn-lt"/>
              </a:rPr>
              <a:t>Objects of a derived class may be treated as objects of a base class such as method parameters and collections or arrays. </a:t>
            </a:r>
          </a:p>
          <a:p>
            <a:pPr marL="0" algn="l">
              <a:spcBef>
                <a:spcPts val="0"/>
              </a:spcBef>
              <a:spcAft>
                <a:spcPts val="600"/>
              </a:spcAft>
              <a:buFont typeface="Arial" panose="020B0604020202020204" pitchFamily="34" charset="0"/>
              <a:buChar char="•"/>
            </a:pPr>
            <a:r>
              <a:rPr lang="en-US" sz="1600" b="0" i="0">
                <a:solidFill>
                  <a:srgbClr val="171717"/>
                </a:solidFill>
                <a:effectLst/>
                <a:latin typeface="+mn-lt"/>
              </a:rPr>
              <a:t>Base classes may define and implement </a:t>
            </a:r>
            <a:r>
              <a:rPr lang="en-US" sz="1600" b="0" i="0" u="none" strike="noStrike">
                <a:solidFill>
                  <a:schemeClr val="accent2"/>
                </a:solidFill>
                <a:effectLst/>
                <a:latin typeface="+mn-lt"/>
              </a:rPr>
              <a:t>virtual</a:t>
            </a:r>
            <a:r>
              <a:rPr lang="en-US" sz="1600" b="0" i="0">
                <a:solidFill>
                  <a:srgbClr val="171717"/>
                </a:solidFill>
                <a:effectLst/>
                <a:latin typeface="+mn-lt"/>
              </a:rPr>
              <a:t> </a:t>
            </a:r>
            <a:r>
              <a:rPr lang="en-US" sz="1600" b="0">
                <a:solidFill>
                  <a:srgbClr val="171717"/>
                </a:solidFill>
                <a:effectLst/>
                <a:latin typeface="+mn-lt"/>
              </a:rPr>
              <a:t>methods</a:t>
            </a:r>
            <a:r>
              <a:rPr lang="en-US" sz="1600" b="0" i="0">
                <a:solidFill>
                  <a:srgbClr val="171717"/>
                </a:solidFill>
                <a:effectLst/>
                <a:latin typeface="+mn-lt"/>
              </a:rPr>
              <a:t>, and derived classes can </a:t>
            </a:r>
            <a:r>
              <a:rPr lang="en-US" sz="1600" b="0" i="0" u="none" strike="noStrike">
                <a:solidFill>
                  <a:schemeClr val="accent2"/>
                </a:solidFill>
                <a:effectLst/>
                <a:latin typeface="+mn-lt"/>
              </a:rPr>
              <a:t>override</a:t>
            </a:r>
            <a:r>
              <a:rPr lang="en-US" sz="1600" b="0" i="0">
                <a:solidFill>
                  <a:srgbClr val="171717"/>
                </a:solidFill>
                <a:effectLst/>
                <a:latin typeface="+mn-lt"/>
              </a:rPr>
              <a:t> them, which means they provide their own definition and implementation.</a:t>
            </a:r>
          </a:p>
          <a:p>
            <a:pPr marL="0" algn="l">
              <a:spcBef>
                <a:spcPts val="0"/>
              </a:spcBef>
              <a:spcAft>
                <a:spcPts val="600"/>
              </a:spcAft>
              <a:buFont typeface="Arial" panose="020B0604020202020204" pitchFamily="34" charset="0"/>
              <a:buChar char="•"/>
            </a:pPr>
            <a:endParaRPr lang="en-US" sz="1600">
              <a:latin typeface="+mn-lt"/>
            </a:endParaRPr>
          </a:p>
          <a:p>
            <a:pPr algn="l"/>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39</a:t>
            </a:fld>
            <a:endParaRPr lang="en-US"/>
          </a:p>
        </p:txBody>
      </p:sp>
    </p:spTree>
    <p:extLst>
      <p:ext uri="{BB962C8B-B14F-4D97-AF65-F5344CB8AC3E}">
        <p14:creationId xmlns:p14="http://schemas.microsoft.com/office/powerpoint/2010/main" val="34148940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spcBef>
                <a:spcPts val="0"/>
              </a:spcBef>
              <a:spcAft>
                <a:spcPts val="600"/>
              </a:spcAft>
              <a:buNone/>
            </a:pPr>
            <a:r>
              <a:rPr lang="en-US" sz="1600" i="0">
                <a:effectLst/>
                <a:latin typeface="+mn-lt"/>
              </a:rPr>
              <a:t>Compile time polymorphism is achieved by method overloading and operator overloading in C#. It is also known as static binding or early binding.</a:t>
            </a:r>
          </a:p>
          <a:p>
            <a:pPr marL="0" indent="0" algn="l">
              <a:spcBef>
                <a:spcPts val="0"/>
              </a:spcBef>
              <a:spcAft>
                <a:spcPts val="600"/>
              </a:spcAft>
              <a:buNone/>
            </a:pPr>
            <a:r>
              <a:rPr lang="en-US" sz="1600">
                <a:latin typeface="+mn-lt"/>
              </a:rPr>
              <a:t>Runtime polymorphism in achieved by method overriding which is also known as dynamic binding or late binding.</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40</a:t>
            </a:fld>
            <a:endParaRPr lang="en-US"/>
          </a:p>
        </p:txBody>
      </p:sp>
    </p:spTree>
    <p:extLst>
      <p:ext uri="{BB962C8B-B14F-4D97-AF65-F5344CB8AC3E}">
        <p14:creationId xmlns:p14="http://schemas.microsoft.com/office/powerpoint/2010/main" val="108781974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By default, methods are non-virtual. You cannot override a non-virtual method.</a:t>
            </a:r>
          </a:p>
          <a:p>
            <a:pPr algn="l"/>
            <a:r>
              <a:rPr lang="en-US" b="0" i="0">
                <a:solidFill>
                  <a:srgbClr val="171717"/>
                </a:solidFill>
                <a:effectLst/>
                <a:latin typeface="Segoe UI" panose="020B0502040204020203" pitchFamily="34" charset="0"/>
              </a:rPr>
              <a:t>You cannot use the virtual modifier with the static, abstract, private, or override modifiers. </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41</a:t>
            </a:fld>
            <a:endParaRPr lang="en-US"/>
          </a:p>
        </p:txBody>
      </p:sp>
    </p:spTree>
    <p:extLst>
      <p:ext uri="{BB962C8B-B14F-4D97-AF65-F5344CB8AC3E}">
        <p14:creationId xmlns:p14="http://schemas.microsoft.com/office/powerpoint/2010/main" val="28173820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An override method provides a new implementation of a member that is inherited from a base class. The method that is overridden by an override declaration is known as the overridden base method. The overridden base method must have the same signature as the override method. For information about inheritance, see </a:t>
            </a:r>
            <a:r>
              <a:rPr lang="en-US" b="0" i="0" u="none" strike="noStrike">
                <a:solidFill>
                  <a:srgbClr val="171717"/>
                </a:solidFill>
                <a:effectLst/>
                <a:latin typeface="Segoe UI" panose="020B0502040204020203" pitchFamily="34" charset="0"/>
                <a:hlinkClick r:id="rId3"/>
              </a:rPr>
              <a:t>Inheritance</a:t>
            </a:r>
            <a:r>
              <a:rPr lang="en-US" b="0" i="0">
                <a:solidFill>
                  <a:srgbClr val="171717"/>
                </a:solidFill>
                <a:effectLst/>
                <a:latin typeface="Segoe UI" panose="020B0502040204020203" pitchFamily="34" charset="0"/>
              </a:rPr>
              <a:t>.</a:t>
            </a:r>
          </a:p>
          <a:p>
            <a:pPr algn="l"/>
            <a:r>
              <a:rPr lang="en-US" b="0" i="0">
                <a:solidFill>
                  <a:srgbClr val="171717"/>
                </a:solidFill>
                <a:effectLst/>
                <a:latin typeface="Segoe UI" panose="020B0502040204020203" pitchFamily="34" charset="0"/>
              </a:rPr>
              <a:t>You cannot override a non-virtual or static method. The overridden base method must be virtual, abstract, or override.</a:t>
            </a:r>
          </a:p>
          <a:p>
            <a:pPr algn="l"/>
            <a:r>
              <a:rPr lang="en-US" b="0" i="0">
                <a:solidFill>
                  <a:srgbClr val="171717"/>
                </a:solidFill>
                <a:effectLst/>
                <a:latin typeface="Segoe UI" panose="020B0502040204020203" pitchFamily="34" charset="0"/>
              </a:rPr>
              <a:t>An override declaration cannot change the accessibility of the virtual method. Both the override method and the virtual method must have the same </a:t>
            </a:r>
            <a:r>
              <a:rPr lang="en-US" b="0" i="0" u="none" strike="noStrike">
                <a:solidFill>
                  <a:srgbClr val="171717"/>
                </a:solidFill>
                <a:effectLst/>
                <a:latin typeface="Segoe UI" panose="020B0502040204020203" pitchFamily="34" charset="0"/>
                <a:hlinkClick r:id="rId4"/>
              </a:rPr>
              <a:t>access level modifier</a:t>
            </a:r>
            <a:r>
              <a:rPr lang="en-US" b="0" i="0">
                <a:solidFill>
                  <a:srgbClr val="171717"/>
                </a:solidFill>
                <a:effectLst/>
                <a:latin typeface="Segoe UI" panose="020B0502040204020203" pitchFamily="34" charset="0"/>
              </a:rPr>
              <a:t>.</a:t>
            </a:r>
          </a:p>
          <a:p>
            <a:pPr algn="l"/>
            <a:r>
              <a:rPr lang="en-US" b="0" i="0">
                <a:solidFill>
                  <a:srgbClr val="171717"/>
                </a:solidFill>
                <a:effectLst/>
                <a:latin typeface="Segoe UI" panose="020B0502040204020203" pitchFamily="34" charset="0"/>
              </a:rPr>
              <a:t>You cannot use the new, static, or virtual modifiers to modify an override method.</a:t>
            </a:r>
          </a:p>
          <a:p>
            <a:pPr algn="l"/>
            <a:r>
              <a:rPr lang="en-US" b="0" i="0">
                <a:solidFill>
                  <a:srgbClr val="171717"/>
                </a:solidFill>
                <a:effectLst/>
                <a:latin typeface="Segoe UI" panose="020B0502040204020203" pitchFamily="34" charset="0"/>
              </a:rPr>
              <a:t>An overriding property declaration must specify exactly the same access modifier, type, and name as the inherited property, and the overridden property must be virtual, abstract, or override.</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42</a:t>
            </a:fld>
            <a:endParaRPr lang="en-US"/>
          </a:p>
        </p:txBody>
      </p:sp>
    </p:spTree>
    <p:extLst>
      <p:ext uri="{BB962C8B-B14F-4D97-AF65-F5344CB8AC3E}">
        <p14:creationId xmlns:p14="http://schemas.microsoft.com/office/powerpoint/2010/main" val="6197404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a:solidFill>
                  <a:srgbClr val="171717"/>
                </a:solidFill>
                <a:effectLst/>
                <a:latin typeface="Segoe UI" panose="020B0502040204020203" pitchFamily="34" charset="0"/>
              </a:rPr>
              <a:t>An override method provides a new implementation of a member that is inherited from a base class. The method that is overridden by an override declaration is known as the overridden base method. The overridden base method must have the same signature as the override method. For information about inheritance, see </a:t>
            </a:r>
            <a:r>
              <a:rPr lang="en-US" b="0" i="0" u="none" strike="noStrike">
                <a:solidFill>
                  <a:srgbClr val="171717"/>
                </a:solidFill>
                <a:effectLst/>
                <a:latin typeface="Segoe UI" panose="020B0502040204020203" pitchFamily="34" charset="0"/>
                <a:hlinkClick r:id="rId3"/>
              </a:rPr>
              <a:t>Inheritance</a:t>
            </a:r>
            <a:r>
              <a:rPr lang="en-US" b="0" i="0">
                <a:solidFill>
                  <a:srgbClr val="171717"/>
                </a:solidFill>
                <a:effectLst/>
                <a:latin typeface="Segoe UI" panose="020B0502040204020203" pitchFamily="34" charset="0"/>
              </a:rPr>
              <a:t>.</a:t>
            </a:r>
          </a:p>
          <a:p>
            <a:pPr algn="l"/>
            <a:r>
              <a:rPr lang="en-US" b="0" i="0">
                <a:solidFill>
                  <a:srgbClr val="171717"/>
                </a:solidFill>
                <a:effectLst/>
                <a:latin typeface="Segoe UI" panose="020B0502040204020203" pitchFamily="34" charset="0"/>
              </a:rPr>
              <a:t>You cannot override a non-virtual or static method. The overridden base method must be virtual, abstract, or override.</a:t>
            </a:r>
          </a:p>
          <a:p>
            <a:pPr algn="l"/>
            <a:r>
              <a:rPr lang="en-US" b="0" i="0">
                <a:solidFill>
                  <a:srgbClr val="171717"/>
                </a:solidFill>
                <a:effectLst/>
                <a:latin typeface="Segoe UI" panose="020B0502040204020203" pitchFamily="34" charset="0"/>
              </a:rPr>
              <a:t>An override declaration cannot change the accessibility of the virtual method. Both the override method and the virtual method must have the same </a:t>
            </a:r>
            <a:r>
              <a:rPr lang="en-US" b="0" i="0" u="none" strike="noStrike">
                <a:solidFill>
                  <a:srgbClr val="171717"/>
                </a:solidFill>
                <a:effectLst/>
                <a:latin typeface="Segoe UI" panose="020B0502040204020203" pitchFamily="34" charset="0"/>
                <a:hlinkClick r:id="rId4"/>
              </a:rPr>
              <a:t>access level modifier</a:t>
            </a:r>
            <a:r>
              <a:rPr lang="en-US" b="0" i="0">
                <a:solidFill>
                  <a:srgbClr val="171717"/>
                </a:solidFill>
                <a:effectLst/>
                <a:latin typeface="Segoe UI" panose="020B0502040204020203" pitchFamily="34" charset="0"/>
              </a:rPr>
              <a:t>.</a:t>
            </a:r>
          </a:p>
          <a:p>
            <a:pPr algn="l"/>
            <a:r>
              <a:rPr lang="en-US" b="0" i="0">
                <a:solidFill>
                  <a:srgbClr val="171717"/>
                </a:solidFill>
                <a:effectLst/>
                <a:latin typeface="Segoe UI" panose="020B0502040204020203" pitchFamily="34" charset="0"/>
              </a:rPr>
              <a:t>You cannot use the new, static, or virtual modifiers to modify an override method.</a:t>
            </a:r>
          </a:p>
          <a:p>
            <a:pPr algn="l"/>
            <a:r>
              <a:rPr lang="en-US" b="0" i="0">
                <a:solidFill>
                  <a:srgbClr val="171717"/>
                </a:solidFill>
                <a:effectLst/>
                <a:latin typeface="Segoe UI" panose="020B0502040204020203" pitchFamily="34" charset="0"/>
              </a:rPr>
              <a:t>An overriding property declaration must specify exactly the same access modifier, type, and name as the inherited property, and the overridden property must be virtual, abstract, or override.</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43</a:t>
            </a:fld>
            <a:endParaRPr lang="en-US"/>
          </a:p>
        </p:txBody>
      </p:sp>
    </p:spTree>
    <p:extLst>
      <p:ext uri="{BB962C8B-B14F-4D97-AF65-F5344CB8AC3E}">
        <p14:creationId xmlns:p14="http://schemas.microsoft.com/office/powerpoint/2010/main" val="40145780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09585" rtl="0" eaLnBrk="1" fontAlgn="base" latinLnBrk="0" hangingPunct="1">
              <a:lnSpc>
                <a:spcPct val="100000"/>
              </a:lnSpc>
              <a:spcBef>
                <a:spcPct val="30000"/>
              </a:spcBef>
              <a:spcAft>
                <a:spcPct val="0"/>
              </a:spcAft>
              <a:buClrTx/>
              <a:buSzTx/>
              <a:buFontTx/>
              <a:buNone/>
              <a:tabLst/>
              <a:defRPr/>
            </a:pPr>
            <a:r>
              <a:rPr lang="en-US" sz="1600"/>
              <a:t>Although you can hide members without using the new modifier, you get a compiler warning.</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44</a:t>
            </a:fld>
            <a:endParaRPr lang="en-US"/>
          </a:p>
        </p:txBody>
      </p:sp>
    </p:spTree>
    <p:extLst>
      <p:ext uri="{BB962C8B-B14F-4D97-AF65-F5344CB8AC3E}">
        <p14:creationId xmlns:p14="http://schemas.microsoft.com/office/powerpoint/2010/main" val="11852106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45</a:t>
            </a:fld>
            <a:endParaRPr lang="en-US"/>
          </a:p>
        </p:txBody>
      </p:sp>
    </p:spTree>
    <p:extLst>
      <p:ext uri="{BB962C8B-B14F-4D97-AF65-F5344CB8AC3E}">
        <p14:creationId xmlns:p14="http://schemas.microsoft.com/office/powerpoint/2010/main" val="24736872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00025" marR="0" lvl="2" indent="0" algn="l" defTabSz="609585" rtl="0" eaLnBrk="1" fontAlgn="base" latinLnBrk="0" hangingPunct="1">
              <a:lnSpc>
                <a:spcPct val="100000"/>
              </a:lnSpc>
              <a:spcBef>
                <a:spcPct val="30000"/>
              </a:spcBef>
              <a:spcAft>
                <a:spcPts val="600"/>
              </a:spcAft>
              <a:buClrTx/>
              <a:buSzTx/>
              <a:buFont typeface="Arial" panose="020B0604020202020204" pitchFamily="34" charset="0"/>
              <a:buNone/>
              <a:tabLst/>
              <a:defRPr/>
            </a:pPr>
            <a:r>
              <a:rPr lang="en-US" b="0" i="0">
                <a:solidFill>
                  <a:srgbClr val="202124"/>
                </a:solidFill>
                <a:effectLst/>
                <a:latin typeface="arial" panose="020B0604020202020204" pitchFamily="34" charset="0"/>
              </a:rPr>
              <a:t>A </a:t>
            </a:r>
            <a:r>
              <a:rPr lang="en-US" b="1" i="0">
                <a:solidFill>
                  <a:srgbClr val="202124"/>
                </a:solidFill>
                <a:effectLst/>
                <a:latin typeface="arial" panose="020B0604020202020204" pitchFamily="34" charset="0"/>
              </a:rPr>
              <a:t>method signature</a:t>
            </a:r>
            <a:r>
              <a:rPr lang="en-US" b="0" i="0">
                <a:solidFill>
                  <a:srgbClr val="202124"/>
                </a:solidFill>
                <a:effectLst/>
                <a:latin typeface="arial" panose="020B0604020202020204" pitchFamily="34" charset="0"/>
              </a:rPr>
              <a:t> is a unique identification of a </a:t>
            </a:r>
            <a:r>
              <a:rPr lang="en-US" b="1" i="0">
                <a:solidFill>
                  <a:srgbClr val="202124"/>
                </a:solidFill>
                <a:effectLst/>
                <a:latin typeface="arial" panose="020B0604020202020204" pitchFamily="34" charset="0"/>
              </a:rPr>
              <a:t>method</a:t>
            </a:r>
            <a:r>
              <a:rPr lang="en-US" b="0" i="0">
                <a:solidFill>
                  <a:srgbClr val="202124"/>
                </a:solidFill>
                <a:effectLst/>
                <a:latin typeface="arial" panose="020B0604020202020204" pitchFamily="34" charset="0"/>
              </a:rPr>
              <a:t> for the </a:t>
            </a:r>
            <a:r>
              <a:rPr lang="en-US" b="1" i="0">
                <a:solidFill>
                  <a:srgbClr val="202124"/>
                </a:solidFill>
                <a:effectLst/>
                <a:latin typeface="arial" panose="020B0604020202020204" pitchFamily="34" charset="0"/>
              </a:rPr>
              <a:t>C#</a:t>
            </a:r>
            <a:r>
              <a:rPr lang="en-US" b="0" i="0">
                <a:solidFill>
                  <a:srgbClr val="202124"/>
                </a:solidFill>
                <a:effectLst/>
                <a:latin typeface="arial" panose="020B0604020202020204" pitchFamily="34" charset="0"/>
              </a:rPr>
              <a:t> compiler. </a:t>
            </a:r>
          </a:p>
          <a:p>
            <a:pPr marL="200025" marR="0" lvl="2" indent="0" algn="l" defTabSz="609585" rtl="0" eaLnBrk="1" fontAlgn="base" latinLnBrk="0" hangingPunct="1">
              <a:lnSpc>
                <a:spcPct val="100000"/>
              </a:lnSpc>
              <a:spcBef>
                <a:spcPct val="30000"/>
              </a:spcBef>
              <a:spcAft>
                <a:spcPts val="600"/>
              </a:spcAft>
              <a:buClrTx/>
              <a:buSzTx/>
              <a:buFont typeface="Arial" panose="020B0604020202020204" pitchFamily="34" charset="0"/>
              <a:buNone/>
              <a:tabLst/>
              <a:defRPr/>
            </a:pPr>
            <a:r>
              <a:rPr lang="en-US" b="0" i="0">
                <a:solidFill>
                  <a:srgbClr val="202124"/>
                </a:solidFill>
                <a:effectLst/>
                <a:latin typeface="arial" panose="020B0604020202020204" pitchFamily="34" charset="0"/>
              </a:rPr>
              <a:t>The </a:t>
            </a:r>
            <a:r>
              <a:rPr lang="en-US" b="1" i="0">
                <a:solidFill>
                  <a:srgbClr val="202124"/>
                </a:solidFill>
                <a:effectLst/>
                <a:latin typeface="arial" panose="020B0604020202020204" pitchFamily="34" charset="0"/>
              </a:rPr>
              <a:t>signature</a:t>
            </a:r>
            <a:r>
              <a:rPr lang="en-US" b="0" i="0">
                <a:solidFill>
                  <a:srgbClr val="202124"/>
                </a:solidFill>
                <a:effectLst/>
                <a:latin typeface="arial" panose="020B0604020202020204" pitchFamily="34" charset="0"/>
              </a:rPr>
              <a:t> consists of a </a:t>
            </a:r>
            <a:r>
              <a:rPr lang="en-US" b="1" i="0">
                <a:solidFill>
                  <a:srgbClr val="202124"/>
                </a:solidFill>
                <a:effectLst/>
                <a:latin typeface="arial" panose="020B0604020202020204" pitchFamily="34" charset="0"/>
              </a:rPr>
              <a:t>method</a:t>
            </a:r>
            <a:r>
              <a:rPr lang="en-US" b="0" i="0">
                <a:solidFill>
                  <a:srgbClr val="202124"/>
                </a:solidFill>
                <a:effectLst/>
                <a:latin typeface="arial" panose="020B0604020202020204" pitchFamily="34" charset="0"/>
              </a:rPr>
              <a:t> name and the type and kind (value, reference, or output) of each of its formal parameters. </a:t>
            </a:r>
          </a:p>
          <a:p>
            <a:pPr marL="200025" marR="0" lvl="2" indent="0" algn="l" defTabSz="609585" rtl="0" eaLnBrk="1" fontAlgn="base" latinLnBrk="0" hangingPunct="1">
              <a:lnSpc>
                <a:spcPct val="100000"/>
              </a:lnSpc>
              <a:spcBef>
                <a:spcPct val="30000"/>
              </a:spcBef>
              <a:spcAft>
                <a:spcPts val="600"/>
              </a:spcAft>
              <a:buClrTx/>
              <a:buSzTx/>
              <a:buFont typeface="Arial" panose="020B0604020202020204" pitchFamily="34" charset="0"/>
              <a:buNone/>
              <a:tabLst/>
              <a:defRPr/>
            </a:pPr>
            <a:r>
              <a:rPr lang="en-US" b="1" i="0">
                <a:solidFill>
                  <a:srgbClr val="202124"/>
                </a:solidFill>
                <a:effectLst/>
                <a:latin typeface="arial" panose="020B0604020202020204" pitchFamily="34" charset="0"/>
              </a:rPr>
              <a:t>Method signature</a:t>
            </a:r>
            <a:r>
              <a:rPr lang="en-US" b="0" i="0">
                <a:solidFill>
                  <a:srgbClr val="202124"/>
                </a:solidFill>
                <a:effectLst/>
                <a:latin typeface="arial" panose="020B0604020202020204" pitchFamily="34" charset="0"/>
              </a:rPr>
              <a:t> does not include the return type.</a:t>
            </a:r>
          </a:p>
          <a:p>
            <a:pPr marL="200025" marR="0" lvl="2" indent="0" algn="l" defTabSz="609585" rtl="0" eaLnBrk="1" fontAlgn="base" latinLnBrk="0" hangingPunct="1">
              <a:lnSpc>
                <a:spcPct val="100000"/>
              </a:lnSpc>
              <a:spcBef>
                <a:spcPct val="30000"/>
              </a:spcBef>
              <a:spcAft>
                <a:spcPts val="600"/>
              </a:spcAft>
              <a:buClrTx/>
              <a:buSzTx/>
              <a:buFont typeface="Arial" panose="020B0604020202020204" pitchFamily="34" charset="0"/>
              <a:buNone/>
              <a:tabLst/>
              <a:defRPr/>
            </a:pPr>
            <a:endParaRPr lang="en-US" sz="1600"/>
          </a:p>
          <a:p>
            <a:pPr marL="200025" marR="0" lvl="2" indent="0" algn="l" defTabSz="609585" rtl="0" eaLnBrk="1" fontAlgn="base" latinLnBrk="0" hangingPunct="1">
              <a:lnSpc>
                <a:spcPct val="100000"/>
              </a:lnSpc>
              <a:spcBef>
                <a:spcPct val="30000"/>
              </a:spcBef>
              <a:spcAft>
                <a:spcPts val="600"/>
              </a:spcAft>
              <a:buClrTx/>
              <a:buSzTx/>
              <a:buFont typeface="Arial" panose="020B0604020202020204" pitchFamily="34" charset="0"/>
              <a:buNone/>
              <a:tabLst/>
              <a:defRPr/>
            </a:pPr>
            <a:r>
              <a:rPr lang="en-US" sz="1600"/>
              <a:t>User can implement overloading by defining two or more methods in a class sharing the same name.</a:t>
            </a:r>
            <a:endParaRPr lang="en-US" sz="1600" b="0" i="0">
              <a:effectLst/>
            </a:endParaRPr>
          </a:p>
          <a:p>
            <a:pPr marL="542925" lvl="2" indent="-342900">
              <a:spcAft>
                <a:spcPts val="600"/>
              </a:spcAft>
              <a:buFont typeface="Arial" panose="020B0604020202020204" pitchFamily="34" charset="0"/>
              <a:buChar char="•"/>
            </a:pPr>
            <a:r>
              <a:rPr lang="en-US" sz="1600" b="0" i="0">
                <a:effectLst/>
              </a:rPr>
              <a:t>Overloaded methods are differentiated based on the </a:t>
            </a:r>
            <a:r>
              <a:rPr lang="en-US" sz="1600" b="1" i="0">
                <a:effectLst/>
              </a:rPr>
              <a:t>number</a:t>
            </a:r>
            <a:r>
              <a:rPr lang="en-US" sz="1600" b="0" i="0">
                <a:effectLst/>
              </a:rPr>
              <a:t> and </a:t>
            </a:r>
            <a:r>
              <a:rPr lang="en-US" sz="1600" b="1" i="0">
                <a:effectLst/>
              </a:rPr>
              <a:t>type</a:t>
            </a:r>
            <a:r>
              <a:rPr lang="en-US" sz="1600" b="0" i="0">
                <a:effectLst/>
              </a:rPr>
              <a:t> of the parameters, passed as arguments to the methods.</a:t>
            </a:r>
          </a:p>
          <a:p>
            <a:pPr marL="542925" lvl="2" indent="-342900">
              <a:spcAft>
                <a:spcPts val="600"/>
              </a:spcAft>
              <a:buFont typeface="Arial" panose="020B0604020202020204" pitchFamily="34" charset="0"/>
              <a:buChar char="•"/>
            </a:pPr>
            <a:r>
              <a:rPr lang="en-US" sz="1600" b="0" i="0">
                <a:effectLst/>
              </a:rPr>
              <a:t>You cannot define more than one method with the same name and the type of the arguments. It will result in compiler error.</a:t>
            </a:r>
          </a:p>
          <a:p>
            <a:pPr marL="542925" lvl="2" indent="-342900">
              <a:spcAft>
                <a:spcPts val="600"/>
              </a:spcAft>
              <a:buFont typeface="Arial" panose="020B0604020202020204" pitchFamily="34" charset="0"/>
              <a:buChar char="•"/>
            </a:pPr>
            <a:r>
              <a:rPr lang="en-US" sz="1600" b="0" i="0">
                <a:effectLst/>
              </a:rPr>
              <a:t>You cannot declare two methods with the same signature and different return type.</a:t>
            </a:r>
          </a:p>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46</a:t>
            </a:fld>
            <a:endParaRPr lang="en-US"/>
          </a:p>
        </p:txBody>
      </p:sp>
    </p:spTree>
    <p:extLst>
      <p:ext uri="{BB962C8B-B14F-4D97-AF65-F5344CB8AC3E}">
        <p14:creationId xmlns:p14="http://schemas.microsoft.com/office/powerpoint/2010/main" val="370728148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47</a:t>
            </a:fld>
            <a:endParaRPr lang="en-US"/>
          </a:p>
        </p:txBody>
      </p:sp>
    </p:spTree>
    <p:extLst>
      <p:ext uri="{BB962C8B-B14F-4D97-AF65-F5344CB8AC3E}">
        <p14:creationId xmlns:p14="http://schemas.microsoft.com/office/powerpoint/2010/main" val="13386371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48</a:t>
            </a:fld>
            <a:endParaRPr lang="en-US"/>
          </a:p>
        </p:txBody>
      </p:sp>
    </p:spTree>
    <p:extLst>
      <p:ext uri="{BB962C8B-B14F-4D97-AF65-F5344CB8AC3E}">
        <p14:creationId xmlns:p14="http://schemas.microsoft.com/office/powerpoint/2010/main" val="23185050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49</a:t>
            </a:fld>
            <a:endParaRPr lang="en-US"/>
          </a:p>
        </p:txBody>
      </p:sp>
    </p:spTree>
    <p:extLst>
      <p:ext uri="{BB962C8B-B14F-4D97-AF65-F5344CB8AC3E}">
        <p14:creationId xmlns:p14="http://schemas.microsoft.com/office/powerpoint/2010/main" val="398203255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50</a:t>
            </a:fld>
            <a:endParaRPr lang="en-US"/>
          </a:p>
        </p:txBody>
      </p:sp>
    </p:spTree>
    <p:extLst>
      <p:ext uri="{BB962C8B-B14F-4D97-AF65-F5344CB8AC3E}">
        <p14:creationId xmlns:p14="http://schemas.microsoft.com/office/powerpoint/2010/main" val="53890360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51</a:t>
            </a:fld>
            <a:endParaRPr lang="en-US"/>
          </a:p>
        </p:txBody>
      </p:sp>
    </p:spTree>
    <p:extLst>
      <p:ext uri="{BB962C8B-B14F-4D97-AF65-F5344CB8AC3E}">
        <p14:creationId xmlns:p14="http://schemas.microsoft.com/office/powerpoint/2010/main" val="39627690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52</a:t>
            </a:fld>
            <a:endParaRPr lang="en-US"/>
          </a:p>
        </p:txBody>
      </p:sp>
    </p:spTree>
    <p:extLst>
      <p:ext uri="{BB962C8B-B14F-4D97-AF65-F5344CB8AC3E}">
        <p14:creationId xmlns:p14="http://schemas.microsoft.com/office/powerpoint/2010/main" val="172635043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53</a:t>
            </a:fld>
            <a:endParaRPr lang="en-US"/>
          </a:p>
        </p:txBody>
      </p:sp>
    </p:spTree>
    <p:extLst>
      <p:ext uri="{BB962C8B-B14F-4D97-AF65-F5344CB8AC3E}">
        <p14:creationId xmlns:p14="http://schemas.microsoft.com/office/powerpoint/2010/main" val="271758722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54</a:t>
            </a:fld>
            <a:endParaRPr lang="en-US"/>
          </a:p>
        </p:txBody>
      </p:sp>
    </p:spTree>
    <p:extLst>
      <p:ext uri="{BB962C8B-B14F-4D97-AF65-F5344CB8AC3E}">
        <p14:creationId xmlns:p14="http://schemas.microsoft.com/office/powerpoint/2010/main" val="412107183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uk-UA"/>
          </a:p>
        </p:txBody>
      </p:sp>
      <p:sp>
        <p:nvSpPr>
          <p:cNvPr id="4" name="Slide Number Placeholder 3"/>
          <p:cNvSpPr>
            <a:spLocks noGrp="1"/>
          </p:cNvSpPr>
          <p:nvPr>
            <p:ph type="sldNum" sz="quarter" idx="5"/>
          </p:nvPr>
        </p:nvSpPr>
        <p:spPr/>
        <p:txBody>
          <a:bodyPr/>
          <a:lstStyle/>
          <a:p>
            <a:pPr>
              <a:defRPr/>
            </a:pPr>
            <a:fld id="{7B4E6626-DD92-5440-975E-5D33BC737A1F}" type="slidenum">
              <a:rPr lang="en-US" smtClean="0"/>
              <a:pPr>
                <a:defRPr/>
              </a:pPr>
              <a:t>55</a:t>
            </a:fld>
            <a:endParaRPr lang="en-US"/>
          </a:p>
        </p:txBody>
      </p:sp>
    </p:spTree>
    <p:extLst>
      <p:ext uri="{BB962C8B-B14F-4D97-AF65-F5344CB8AC3E}">
        <p14:creationId xmlns:p14="http://schemas.microsoft.com/office/powerpoint/2010/main" val="345557454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elslide">
    <p:spTree>
      <p:nvGrpSpPr>
        <p:cNvPr id="1" name=""/>
        <p:cNvGrpSpPr/>
        <p:nvPr/>
      </p:nvGrpSpPr>
      <p:grpSpPr>
        <a:xfrm>
          <a:off x="0" y="0"/>
          <a:ext cx="0" cy="0"/>
          <a:chOff x="0" y="0"/>
          <a:chExt cx="0" cy="0"/>
        </a:xfrm>
      </p:grpSpPr>
      <p:pic>
        <p:nvPicPr>
          <p:cNvPr id="2" name="Billede 1"/>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1606" y="0"/>
            <a:ext cx="12193605" cy="6858000"/>
          </a:xfrm>
          <a:prstGeom prst="rect">
            <a:avLst/>
          </a:prstGeom>
        </p:spPr>
      </p:pic>
      <p:sp>
        <p:nvSpPr>
          <p:cNvPr id="15" name="Rektangel 14"/>
          <p:cNvSpPr/>
          <p:nvPr userDrawn="1"/>
        </p:nvSpPr>
        <p:spPr>
          <a:xfrm>
            <a:off x="0" y="0"/>
            <a:ext cx="12192000" cy="4610100"/>
          </a:xfrm>
          <a:prstGeom prst="rect">
            <a:avLst/>
          </a:prstGeom>
          <a:gradFill flip="none" rotWithShape="1">
            <a:gsLst>
              <a:gs pos="8000">
                <a:srgbClr val="010B19">
                  <a:alpha val="80000"/>
                </a:srgbClr>
              </a:gs>
              <a:gs pos="47000">
                <a:srgbClr val="5D757F">
                  <a:alpha val="40000"/>
                </a:srgbClr>
              </a:gs>
              <a:gs pos="73000">
                <a:srgbClr val="A5C8CF">
                  <a:alpha val="0"/>
                </a:srgbClr>
              </a:gs>
            </a:gsLst>
            <a:lin ang="5400000" scaled="1"/>
            <a:tileRect/>
          </a:gra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4" name="Pladsholder til dato 3"/>
          <p:cNvSpPr>
            <a:spLocks noGrp="1"/>
          </p:cNvSpPr>
          <p:nvPr>
            <p:ph type="dt" sz="half" idx="10"/>
          </p:nvPr>
        </p:nvSpPr>
        <p:spPr>
          <a:xfrm>
            <a:off x="666750" y="6354361"/>
            <a:ext cx="2590801" cy="364067"/>
          </a:xfrm>
          <a:prstGeom prst="rect">
            <a:avLst/>
          </a:prstGeom>
        </p:spPr>
        <p:txBody>
          <a:bodyPr lIns="0" tIns="0" rIns="0" bIns="0" anchor="ctr" anchorCtr="0"/>
          <a:lstStyle>
            <a:lvl1pPr algn="l">
              <a:defRPr lang="da-DK" sz="1067" b="1" kern="1200" dirty="0">
                <a:solidFill>
                  <a:schemeClr val="bg1"/>
                </a:solidFill>
                <a:latin typeface="+mj-lt"/>
                <a:ea typeface="ＭＳ Ｐゴシック" charset="0"/>
                <a:cs typeface="ＭＳ Ｐゴシック" charset="0"/>
              </a:defRPr>
            </a:lvl1pPr>
          </a:lstStyle>
          <a:p>
            <a:endParaRPr lang="da-DK"/>
          </a:p>
        </p:txBody>
      </p:sp>
      <p:sp>
        <p:nvSpPr>
          <p:cNvPr id="6" name="Pladsholder til tekst 5"/>
          <p:cNvSpPr>
            <a:spLocks noGrp="1"/>
          </p:cNvSpPr>
          <p:nvPr>
            <p:ph type="body" sz="quarter" idx="14" hasCustomPrompt="1"/>
          </p:nvPr>
        </p:nvSpPr>
        <p:spPr>
          <a:xfrm>
            <a:off x="650889" y="947355"/>
            <a:ext cx="10860646" cy="1254669"/>
          </a:xfrm>
        </p:spPr>
        <p:txBody>
          <a:bodyPr anchor="b"/>
          <a:lstStyle>
            <a:lvl1pPr marL="0" indent="0">
              <a:lnSpc>
                <a:spcPts val="4800"/>
              </a:lnSpc>
              <a:spcAft>
                <a:spcPts val="0"/>
              </a:spcAft>
              <a:buNone/>
              <a:defRPr sz="4800" cap="all" baseline="0">
                <a:solidFill>
                  <a:schemeClr val="bg1"/>
                </a:solidFill>
              </a:defRPr>
            </a:lvl1pPr>
          </a:lstStyle>
          <a:p>
            <a:pPr lvl="0"/>
            <a:r>
              <a:rPr lang="en-US"/>
              <a:t>Insert</a:t>
            </a:r>
            <a:br>
              <a:rPr lang="en-US"/>
            </a:br>
            <a:r>
              <a:rPr lang="en-US"/>
              <a:t>Header</a:t>
            </a:r>
          </a:p>
        </p:txBody>
      </p:sp>
      <p:grpSp>
        <p:nvGrpSpPr>
          <p:cNvPr id="5" name="Gruppe 4"/>
          <p:cNvGrpSpPr/>
          <p:nvPr userDrawn="1"/>
        </p:nvGrpSpPr>
        <p:grpSpPr>
          <a:xfrm>
            <a:off x="8683837" y="5431288"/>
            <a:ext cx="3508163" cy="1426712"/>
            <a:chOff x="8683837" y="5431288"/>
            <a:chExt cx="3508163" cy="1426712"/>
          </a:xfrm>
        </p:grpSpPr>
        <p:sp>
          <p:nvSpPr>
            <p:cNvPr id="23" name="Freeform 6"/>
            <p:cNvSpPr>
              <a:spLocks/>
            </p:cNvSpPr>
            <p:nvPr userDrawn="1"/>
          </p:nvSpPr>
          <p:spPr bwMode="auto">
            <a:xfrm>
              <a:off x="8683837" y="5431288"/>
              <a:ext cx="3508163" cy="1426712"/>
            </a:xfrm>
            <a:custGeom>
              <a:avLst/>
              <a:gdLst>
                <a:gd name="T0" fmla="*/ 0 w 1945"/>
                <a:gd name="T1" fmla="*/ 791 h 791"/>
                <a:gd name="T2" fmla="*/ 1945 w 1945"/>
                <a:gd name="T3" fmla="*/ 791 h 791"/>
                <a:gd name="T4" fmla="*/ 1945 w 1945"/>
                <a:gd name="T5" fmla="*/ 332 h 791"/>
                <a:gd name="T6" fmla="*/ 1370 w 1945"/>
                <a:gd name="T7" fmla="*/ 0 h 791"/>
                <a:gd name="T8" fmla="*/ 0 w 1945"/>
                <a:gd name="T9" fmla="*/ 791 h 791"/>
              </a:gdLst>
              <a:ahLst/>
              <a:cxnLst>
                <a:cxn ang="0">
                  <a:pos x="T0" y="T1"/>
                </a:cxn>
                <a:cxn ang="0">
                  <a:pos x="T2" y="T3"/>
                </a:cxn>
                <a:cxn ang="0">
                  <a:pos x="T4" y="T5"/>
                </a:cxn>
                <a:cxn ang="0">
                  <a:pos x="T6" y="T7"/>
                </a:cxn>
                <a:cxn ang="0">
                  <a:pos x="T8" y="T9"/>
                </a:cxn>
              </a:cxnLst>
              <a:rect l="0" t="0" r="r" b="b"/>
              <a:pathLst>
                <a:path w="1945" h="791">
                  <a:moveTo>
                    <a:pt x="0" y="791"/>
                  </a:moveTo>
                  <a:lnTo>
                    <a:pt x="1945" y="791"/>
                  </a:lnTo>
                  <a:lnTo>
                    <a:pt x="1945" y="332"/>
                  </a:lnTo>
                  <a:lnTo>
                    <a:pt x="1370" y="0"/>
                  </a:lnTo>
                  <a:lnTo>
                    <a:pt x="0" y="79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7"/>
            <p:cNvSpPr>
              <a:spLocks noEditPoints="1"/>
            </p:cNvSpPr>
            <p:nvPr userDrawn="1"/>
          </p:nvSpPr>
          <p:spPr bwMode="auto">
            <a:xfrm>
              <a:off x="10368784" y="638785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6948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40599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8423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3864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1" name="Pladsholder til tekst 10"/>
          <p:cNvSpPr>
            <a:spLocks noGrp="1"/>
          </p:cNvSpPr>
          <p:nvPr>
            <p:ph type="body" sz="quarter" idx="15" hasCustomPrompt="1"/>
          </p:nvPr>
        </p:nvSpPr>
        <p:spPr>
          <a:xfrm>
            <a:off x="659073" y="2156701"/>
            <a:ext cx="10861415" cy="253022"/>
          </a:xfrm>
        </p:spPr>
        <p:txBody>
          <a:bodyPr/>
          <a:lstStyle>
            <a:lvl1pPr>
              <a:buNone/>
              <a:defRPr lang="en-US" sz="2100" b="0" kern="1200" cap="all" spc="107" baseline="0" dirty="0">
                <a:solidFill>
                  <a:schemeClr val="bg1"/>
                </a:solidFill>
                <a:latin typeface="Arial"/>
                <a:ea typeface="Calibri" panose="020F0502020204030204" pitchFamily="34" charset="0"/>
                <a:cs typeface="Arial"/>
              </a:defRPr>
            </a:lvl1pPr>
          </a:lstStyle>
          <a:p>
            <a:pPr lvl="0"/>
            <a:r>
              <a:rPr lang="da-DK"/>
              <a:t>subheader</a:t>
            </a:r>
            <a:endParaRPr lang="en-US"/>
          </a:p>
        </p:txBody>
      </p:sp>
      <p:sp>
        <p:nvSpPr>
          <p:cNvPr id="10" name="Pladsholder til tekst 9"/>
          <p:cNvSpPr>
            <a:spLocks noGrp="1"/>
          </p:cNvSpPr>
          <p:nvPr>
            <p:ph type="body" sz="quarter" idx="16" hasCustomPrompt="1"/>
          </p:nvPr>
        </p:nvSpPr>
        <p:spPr>
          <a:xfrm>
            <a:off x="671513" y="2413000"/>
            <a:ext cx="4422775" cy="660504"/>
          </a:xfrm>
          <a:noFill/>
          <a:ln>
            <a:noFill/>
          </a:ln>
        </p:spPr>
        <p:txBody>
          <a:bodyPr anchor="b"/>
          <a:lstStyle>
            <a:lvl1pPr marL="0" indent="0">
              <a:buNone/>
              <a:defRPr lang="da-DK" sz="1400" b="0" kern="1200" cap="all" baseline="0" dirty="0" smtClean="0">
                <a:solidFill>
                  <a:schemeClr val="accent2"/>
                </a:solidFill>
                <a:latin typeface="+mn-lt"/>
                <a:ea typeface="ＭＳ Ｐゴシック" charset="0"/>
                <a:cs typeface="ＭＳ Ｐゴシック"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err="1"/>
              <a:t>Name</a:t>
            </a:r>
            <a:r>
              <a:rPr lang="da-DK"/>
              <a:t>, </a:t>
            </a:r>
            <a:r>
              <a:rPr lang="da-DK" err="1"/>
              <a:t>TiTLE</a:t>
            </a:r>
            <a:r>
              <a:rPr lang="da-DK"/>
              <a:t>, SIMCORP</a:t>
            </a:r>
          </a:p>
        </p:txBody>
      </p:sp>
      <p:sp>
        <p:nvSpPr>
          <p:cNvPr id="13" name="Pladsholder til tekst 12"/>
          <p:cNvSpPr>
            <a:spLocks noGrp="1"/>
          </p:cNvSpPr>
          <p:nvPr>
            <p:ph type="body" sz="quarter" idx="17" hasCustomPrompt="1"/>
          </p:nvPr>
        </p:nvSpPr>
        <p:spPr>
          <a:xfrm>
            <a:off x="671513" y="3156860"/>
            <a:ext cx="4422775" cy="215444"/>
          </a:xfrm>
        </p:spPr>
        <p:txBody>
          <a:bodyPr>
            <a:noAutofit/>
          </a:bodyPr>
          <a:lstStyle>
            <a:lvl1pPr marL="0" indent="0">
              <a:buNone/>
              <a:defRPr lang="da-DK" sz="1400" b="0" kern="1200" cap="all" baseline="0" dirty="0" smtClean="0">
                <a:solidFill>
                  <a:schemeClr val="bg1"/>
                </a:solidFill>
                <a:latin typeface="+mn-lt"/>
                <a:ea typeface="ＭＳ Ｐゴシック" charset="0"/>
                <a:cs typeface="ＭＳ Ｐゴシック" charset="0"/>
              </a:defRPr>
            </a:lvl1pPr>
          </a:lstStyle>
          <a:p>
            <a:pPr lvl="0"/>
            <a:r>
              <a:rPr lang="da-DK" err="1"/>
              <a:t>Additional</a:t>
            </a:r>
            <a:r>
              <a:rPr lang="da-DK"/>
              <a:t> info</a:t>
            </a:r>
          </a:p>
        </p:txBody>
      </p:sp>
    </p:spTree>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eader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sz="3200"/>
            </a:lvl1p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genda slide">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2" name="Titel 1"/>
          <p:cNvSpPr>
            <a:spLocks noGrp="1"/>
          </p:cNvSpPr>
          <p:nvPr>
            <p:ph type="title" hasCustomPrompt="1"/>
          </p:nvPr>
        </p:nvSpPr>
        <p:spPr/>
        <p:txBody>
          <a:bodyPr/>
          <a:lstStyle>
            <a:lvl1pPr>
              <a:defRPr/>
            </a:lvl1pPr>
          </a:lstStyle>
          <a:p>
            <a:r>
              <a:rPr lang="da-DK"/>
              <a:t>AGENDA</a:t>
            </a:r>
          </a:p>
        </p:txBody>
      </p:sp>
      <p:sp>
        <p:nvSpPr>
          <p:cNvPr id="4" name="Pladsholder til slidenummer 3"/>
          <p:cNvSpPr>
            <a:spLocks noGrp="1"/>
          </p:cNvSpPr>
          <p:nvPr>
            <p:ph type="sldNum" sz="quarter" idx="11"/>
          </p:nvPr>
        </p:nvSpPr>
        <p:spPr/>
        <p:txBody>
          <a:bodyPr/>
          <a:lstStyle>
            <a:lvl1pPr>
              <a:defRPr lang="da-DK" sz="1000" kern="1200" smtClean="0">
                <a:solidFill>
                  <a:schemeClr val="accent6"/>
                </a:solidFill>
                <a:latin typeface="+mj-lt"/>
                <a:ea typeface="ＭＳ Ｐゴシック" charset="0"/>
                <a:cs typeface="ＭＳ Ｐゴシック" charset="0"/>
              </a:defRPr>
            </a:lvl1pPr>
          </a:lstStyle>
          <a:p>
            <a:fld id="{E16BA917-7F09-4B8D-AF07-F52890C14046}" type="slidenum">
              <a:rPr lang="en-US" smtClean="0"/>
              <a:pPr/>
              <a:t>‹#›</a:t>
            </a:fld>
            <a:endParaRPr lang="en-US"/>
          </a:p>
        </p:txBody>
      </p:sp>
      <p:sp>
        <p:nvSpPr>
          <p:cNvPr id="13" name="Pladsholder til tekst 12"/>
          <p:cNvSpPr>
            <a:spLocks noGrp="1"/>
          </p:cNvSpPr>
          <p:nvPr>
            <p:ph type="body" sz="quarter" idx="14" hasCustomPrompt="1"/>
          </p:nvPr>
        </p:nvSpPr>
        <p:spPr>
          <a:xfrm>
            <a:off x="670985" y="1620839"/>
            <a:ext cx="10850033" cy="4566180"/>
          </a:xfrm>
        </p:spPr>
        <p:txBody>
          <a:bodyPr/>
          <a:lstStyle>
            <a:lvl5pPr>
              <a:defRPr>
                <a:solidFill>
                  <a:schemeClr val="accent2"/>
                </a:solidFill>
              </a:defRPr>
            </a:lvl5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grpSp>
        <p:nvGrpSpPr>
          <p:cNvPr id="23" name="Gruppe 22"/>
          <p:cNvGrpSpPr>
            <a:grpSpLocks noChangeAspect="1"/>
          </p:cNvGrpSpPr>
          <p:nvPr userDrawn="1"/>
        </p:nvGrpSpPr>
        <p:grpSpPr>
          <a:xfrm>
            <a:off x="10343104" y="6422579"/>
            <a:ext cx="1176854" cy="202504"/>
            <a:chOff x="10056795" y="6368350"/>
            <a:chExt cx="1454739" cy="250316"/>
          </a:xfrm>
          <a:solidFill>
            <a:schemeClr val="tx1"/>
          </a:solidFill>
        </p:grpSpPr>
        <p:sp>
          <p:nvSpPr>
            <p:cNvPr id="24"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5"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8"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3" name="Tekstfelt 2"/>
          <p:cNvSpPr txBox="1"/>
          <p:nvPr userDrawn="1"/>
        </p:nvSpPr>
        <p:spPr>
          <a:xfrm>
            <a:off x="2868460" y="-638827"/>
            <a:ext cx="1615858" cy="638827"/>
          </a:xfrm>
          <a:prstGeom prst="rect">
            <a:avLst/>
          </a:prstGeom>
          <a:noFill/>
        </p:spPr>
        <p:txBody>
          <a:bodyPr wrap="square" lIns="0" tIns="0" rIns="0" bIns="0" rtlCol="0">
            <a:noAutofit/>
          </a:bodyPr>
          <a:lstStyle/>
          <a:p>
            <a:endParaRPr lang="da-DK"/>
          </a:p>
        </p:txBody>
      </p:sp>
      <p:sp>
        <p:nvSpPr>
          <p:cNvPr id="10" name="Titel 9"/>
          <p:cNvSpPr>
            <a:spLocks noGrp="1"/>
          </p:cNvSpPr>
          <p:nvPr>
            <p:ph type="title" hasCustomPrompt="1"/>
          </p:nvPr>
        </p:nvSpPr>
        <p:spPr/>
        <p:txBody>
          <a:bodyPr/>
          <a:lstStyle/>
          <a:p>
            <a:r>
              <a:rPr lang="en-US"/>
              <a:t>Enter slide header</a:t>
            </a:r>
            <a:endParaRPr lang="da-DK"/>
          </a:p>
        </p:txBody>
      </p:sp>
      <p:sp>
        <p:nvSpPr>
          <p:cNvPr id="12" name="Pladsholder til indhold 11"/>
          <p:cNvSpPr>
            <a:spLocks noGrp="1"/>
          </p:cNvSpPr>
          <p:nvPr>
            <p:ph sz="quarter" idx="19" hasCustomPrompt="1"/>
          </p:nvPr>
        </p:nvSpPr>
        <p:spPr>
          <a:xfrm>
            <a:off x="672001" y="1620838"/>
            <a:ext cx="10856912" cy="4568825"/>
          </a:xfrm>
        </p:spPr>
        <p:txBody>
          <a:bodyPr/>
          <a:lstStyle>
            <a:lvl4pPr>
              <a:spcBef>
                <a:spcPts val="0"/>
              </a:spcBef>
              <a:defRPr/>
            </a:lvl4p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2" name="Rectangle 1"/>
          <p:cNvSpPr/>
          <p:nvPr userDrawn="1"/>
        </p:nvSpPr>
        <p:spPr>
          <a:xfrm>
            <a:off x="12573000" y="-9525"/>
            <a:ext cx="1339850" cy="68675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0" name="Pladsholder til indhold 4"/>
          <p:cNvSpPr>
            <a:spLocks noGrp="1"/>
          </p:cNvSpPr>
          <p:nvPr>
            <p:ph sz="quarter" idx="19" hasCustomPrompt="1"/>
          </p:nvPr>
        </p:nvSpPr>
        <p:spPr>
          <a:xfrm>
            <a:off x="6178550" y="1620838"/>
            <a:ext cx="534035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slid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p>
            <a:r>
              <a:rPr lang="en-US"/>
              <a:t>Enter slide header</a:t>
            </a:r>
            <a:endParaRPr lang="da-DK"/>
          </a:p>
        </p:txBody>
      </p:sp>
      <p:sp>
        <p:nvSpPr>
          <p:cNvPr id="4" name="Pladsholder til slidenummer 3"/>
          <p:cNvSpPr>
            <a:spLocks noGrp="1"/>
          </p:cNvSpPr>
          <p:nvPr>
            <p:ph type="sldNum" sz="quarter" idx="11"/>
          </p:nvPr>
        </p:nvSpPr>
        <p:spPr/>
        <p:txBody>
          <a:bodyPr/>
          <a:lstStyle/>
          <a:p>
            <a:fld id="{E16BA917-7F09-4B8D-AF07-F52890C14046}" type="slidenum">
              <a:rPr lang="da-DK" smtClean="0"/>
              <a:pPr/>
              <a:t>‹#›</a:t>
            </a:fld>
            <a:endParaRPr lang="da-DK"/>
          </a:p>
        </p:txBody>
      </p:sp>
      <p:sp>
        <p:nvSpPr>
          <p:cNvPr id="9" name="Pladsholder til tekst 9"/>
          <p:cNvSpPr>
            <a:spLocks noGrp="1"/>
          </p:cNvSpPr>
          <p:nvPr>
            <p:ph type="body" sz="quarter" idx="17" hasCustomPrompt="1"/>
          </p:nvPr>
        </p:nvSpPr>
        <p:spPr>
          <a:xfrm>
            <a:off x="670985" y="1056000"/>
            <a:ext cx="10850033" cy="402384"/>
          </a:xfrm>
          <a:prstGeom prst="rect">
            <a:avLst/>
          </a:prstGeom>
        </p:spPr>
        <p:txBody>
          <a:bodyPr anchor="t">
            <a:noAutofit/>
          </a:bodyPr>
          <a:lstStyle>
            <a:lvl1pPr marL="0" indent="0">
              <a:buNone/>
              <a:defRPr sz="2100" cap="all" baseline="0">
                <a:solidFill>
                  <a:schemeClr val="accent2"/>
                </a:solidFill>
                <a:latin typeface="Arial" panose="020B0604020202020204" pitchFamily="34" charset="0"/>
                <a:cs typeface="Arial" panose="020B0604020202020204" pitchFamily="34" charset="0"/>
              </a:defRPr>
            </a:lvl1pPr>
          </a:lstStyle>
          <a:p>
            <a:pPr lvl="0"/>
            <a:r>
              <a:rPr lang="da-DK"/>
              <a:t>SUBHEADER</a:t>
            </a:r>
          </a:p>
        </p:txBody>
      </p:sp>
      <p:sp>
        <p:nvSpPr>
          <p:cNvPr id="5" name="Pladsholder til indhold 4"/>
          <p:cNvSpPr>
            <a:spLocks noGrp="1"/>
          </p:cNvSpPr>
          <p:nvPr>
            <p:ph sz="quarter" idx="18" hasCustomPrompt="1"/>
          </p:nvPr>
        </p:nvSpPr>
        <p:spPr>
          <a:xfrm>
            <a:off x="671513"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1" name="Pladsholder til indhold 4"/>
          <p:cNvSpPr>
            <a:spLocks noGrp="1"/>
          </p:cNvSpPr>
          <p:nvPr>
            <p:ph sz="quarter" idx="19" hasCustomPrompt="1"/>
          </p:nvPr>
        </p:nvSpPr>
        <p:spPr>
          <a:xfrm>
            <a:off x="43434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
        <p:nvSpPr>
          <p:cNvPr id="12" name="Pladsholder til indhold 4"/>
          <p:cNvSpPr>
            <a:spLocks noGrp="1"/>
          </p:cNvSpPr>
          <p:nvPr>
            <p:ph sz="quarter" idx="20" hasCustomPrompt="1"/>
          </p:nvPr>
        </p:nvSpPr>
        <p:spPr>
          <a:xfrm>
            <a:off x="8013700" y="1620838"/>
            <a:ext cx="3505200" cy="4568825"/>
          </a:xfrm>
        </p:spPr>
        <p:txBody>
          <a:bodyPr/>
          <a:lstStyle/>
          <a:p>
            <a:pPr lvl="0"/>
            <a:r>
              <a:rPr lang="en-US"/>
              <a:t>Tab to insert bullet</a:t>
            </a:r>
          </a:p>
          <a:p>
            <a:pPr lvl="1"/>
            <a:r>
              <a:rPr lang="en-US"/>
              <a:t>Bullet with no header</a:t>
            </a:r>
          </a:p>
          <a:p>
            <a:pPr lvl="2"/>
            <a:r>
              <a:rPr lang="en-US"/>
              <a:t>Bullet after header</a:t>
            </a:r>
          </a:p>
          <a:p>
            <a:pPr lvl="3"/>
            <a:r>
              <a:rPr lang="en-US"/>
              <a:t>Text aligned with bullet</a:t>
            </a:r>
          </a:p>
          <a:p>
            <a:pPr lvl="4"/>
            <a:r>
              <a:rPr lang="en-US"/>
              <a:t>Sub-bullet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reaker slide - light gray">
    <p:spTree>
      <p:nvGrpSpPr>
        <p:cNvPr id="1" name=""/>
        <p:cNvGrpSpPr/>
        <p:nvPr/>
      </p:nvGrpSpPr>
      <p:grpSpPr>
        <a:xfrm>
          <a:off x="0" y="0"/>
          <a:ext cx="0" cy="0"/>
          <a:chOff x="0" y="0"/>
          <a:chExt cx="0" cy="0"/>
        </a:xfrm>
      </p:grpSpPr>
      <p:pic>
        <p:nvPicPr>
          <p:cNvPr id="5" name="Billed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rgbClr val="263542"/>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p>
            <a:fld id="{E16BA917-7F09-4B8D-AF07-F52890C14046}" type="slidenum">
              <a:rPr lang="da-DK" smtClean="0"/>
              <a:pPr/>
              <a:t>‹#›</a:t>
            </a:fld>
            <a:endParaRPr lang="da-DK"/>
          </a:p>
        </p:txBody>
      </p:sp>
      <p:grpSp>
        <p:nvGrpSpPr>
          <p:cNvPr id="18" name="Gruppe 17"/>
          <p:cNvGrpSpPr>
            <a:grpSpLocks noChangeAspect="1"/>
          </p:cNvGrpSpPr>
          <p:nvPr userDrawn="1"/>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7_Breaker slide - light gray">
    <p:bg>
      <p:bgPr>
        <a:solidFill>
          <a:schemeClr val="tx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2413968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8_Breaker slide - light gray">
    <p:bg>
      <p:bgPr>
        <a:solidFill>
          <a:schemeClr val="accent1"/>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094781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9_Breaker slide - light gray">
    <p:bg>
      <p:bgPr>
        <a:solidFill>
          <a:schemeClr val="accent2"/>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9123419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10_Breaker slide - light gray">
    <p:bg>
      <p:bgPr>
        <a:solidFill>
          <a:schemeClr val="accent3"/>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772872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1_Breaker slide - light gray">
    <p:bg>
      <p:bgPr>
        <a:solidFill>
          <a:schemeClr val="accent4"/>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7787729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12_Breaker slide - light gray">
    <p:bg>
      <p:bgPr>
        <a:solidFill>
          <a:schemeClr val="accent5"/>
        </a:soli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71F047AA-2753-4C31-937B-F7C2A6F5BB41}"/>
              </a:ext>
            </a:extLst>
          </p:cNvPr>
          <p:cNvGrpSpPr/>
          <p:nvPr userDrawn="1"/>
        </p:nvGrpSpPr>
        <p:grpSpPr>
          <a:xfrm>
            <a:off x="-9183" y="3278"/>
            <a:ext cx="12192001" cy="6864350"/>
            <a:chOff x="0" y="-6350"/>
            <a:chExt cx="12192001" cy="6864350"/>
          </a:xfrm>
        </p:grpSpPr>
        <p:sp>
          <p:nvSpPr>
            <p:cNvPr id="56" name="Freeform 5">
              <a:extLst>
                <a:ext uri="{FF2B5EF4-FFF2-40B4-BE49-F238E27FC236}">
                  <a16:creationId xmlns:a16="http://schemas.microsoft.com/office/drawing/2014/main" id="{2668ACD1-E923-41A7-8C8B-CFDB0E5C5C1C}"/>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7">
              <a:extLst>
                <a:ext uri="{FF2B5EF4-FFF2-40B4-BE49-F238E27FC236}">
                  <a16:creationId xmlns:a16="http://schemas.microsoft.com/office/drawing/2014/main" id="{E350CCF4-74B9-4CBF-8D46-5E5574C3CB7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9">
              <a:extLst>
                <a:ext uri="{FF2B5EF4-FFF2-40B4-BE49-F238E27FC236}">
                  <a16:creationId xmlns:a16="http://schemas.microsoft.com/office/drawing/2014/main" id="{D13B5093-B5A9-48FA-9028-4E92FCB3E5A7}"/>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11">
              <a:extLst>
                <a:ext uri="{FF2B5EF4-FFF2-40B4-BE49-F238E27FC236}">
                  <a16:creationId xmlns:a16="http://schemas.microsoft.com/office/drawing/2014/main" id="{C758AF99-AC06-4C66-8C13-45D5863BFC8F}"/>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19">
              <a:extLst>
                <a:ext uri="{FF2B5EF4-FFF2-40B4-BE49-F238E27FC236}">
                  <a16:creationId xmlns:a16="http://schemas.microsoft.com/office/drawing/2014/main" id="{E64CFA6F-205E-40A3-B173-4C4787D9660D}"/>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20">
              <a:extLst>
                <a:ext uri="{FF2B5EF4-FFF2-40B4-BE49-F238E27FC236}">
                  <a16:creationId xmlns:a16="http://schemas.microsoft.com/office/drawing/2014/main" id="{ADF27179-F614-4A89-BA2E-398375AA664A}"/>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1" name="Text Placeholder 19"/>
          <p:cNvSpPr>
            <a:spLocks noGrp="1"/>
          </p:cNvSpPr>
          <p:nvPr>
            <p:ph type="body" sz="quarter" idx="11" hasCustomPrompt="1"/>
          </p:nvPr>
        </p:nvSpPr>
        <p:spPr>
          <a:xfrm>
            <a:off x="672000" y="2385395"/>
            <a:ext cx="10848487" cy="3012105"/>
          </a:xfrm>
          <a:prstGeom prst="rect">
            <a:avLst/>
          </a:prstGeom>
        </p:spPr>
        <p:txBody>
          <a:bodyPr anchor="t"/>
          <a:lstStyle>
            <a:lvl1pPr marL="0" indent="0">
              <a:lnSpc>
                <a:spcPts val="4800"/>
              </a:lnSpc>
              <a:buNone/>
              <a:defRPr sz="4800" b="0" cap="all" spc="107" baseline="0">
                <a:solidFill>
                  <a:schemeClr val="bg1"/>
                </a:solidFill>
                <a:latin typeface="Arial"/>
                <a:cs typeface="Arial"/>
              </a:defRPr>
            </a:lvl1pPr>
          </a:lstStyle>
          <a:p>
            <a:pPr lvl="0"/>
            <a:r>
              <a:rPr lang="da-DK"/>
              <a:t>INSERT BREAKER TITLE HERE</a:t>
            </a:r>
            <a:endParaRPr lang="en-US"/>
          </a:p>
        </p:txBody>
      </p:sp>
      <p:sp>
        <p:nvSpPr>
          <p:cNvPr id="2" name="Pladsholder til slidenummer 1"/>
          <p:cNvSpPr>
            <a:spLocks noGrp="1"/>
          </p:cNvSpPr>
          <p:nvPr>
            <p:ph type="sldNum" sz="quarter" idx="12"/>
          </p:nvPr>
        </p:nvSpPr>
        <p:spPr/>
        <p:txBody>
          <a:bodyPr/>
          <a:lstStyle>
            <a:lvl1pPr>
              <a:defRPr>
                <a:solidFill>
                  <a:schemeClr val="bg1"/>
                </a:solidFill>
              </a:defRPr>
            </a:lvl1pPr>
          </a:lstStyle>
          <a:p>
            <a:fld id="{E16BA917-7F09-4B8D-AF07-F52890C14046}" type="slidenum">
              <a:rPr lang="da-DK" smtClean="0"/>
              <a:pPr/>
              <a:t>‹#›</a:t>
            </a:fld>
            <a:endParaRPr lang="da-DK"/>
          </a:p>
        </p:txBody>
      </p:sp>
      <p:grpSp>
        <p:nvGrpSpPr>
          <p:cNvPr id="18" name="Gruppe 17"/>
          <p:cNvGrpSpPr>
            <a:grpSpLocks noChangeAspect="1"/>
          </p:cNvGrpSpPr>
          <p:nvPr/>
        </p:nvGrpSpPr>
        <p:grpSpPr>
          <a:xfrm>
            <a:off x="10343104" y="6422579"/>
            <a:ext cx="1176854" cy="202504"/>
            <a:chOff x="10056795" y="6368350"/>
            <a:chExt cx="1454739" cy="250316"/>
          </a:xfrm>
          <a:solidFill>
            <a:schemeClr val="tx1"/>
          </a:solidFill>
        </p:grpSpPr>
        <p:sp>
          <p:nvSpPr>
            <p:cNvPr id="1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Pladsholder til sidefod 2"/>
          <p:cNvSpPr txBox="1">
            <a:spLocks/>
          </p:cNvSpPr>
          <p:nvPr/>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14" name="Gruppe 17">
            <a:extLst>
              <a:ext uri="{FF2B5EF4-FFF2-40B4-BE49-F238E27FC236}">
                <a16:creationId xmlns:a16="http://schemas.microsoft.com/office/drawing/2014/main" id="{5B65C2FB-C64A-416E-A544-E1D1CA062E33}"/>
              </a:ext>
            </a:extLst>
          </p:cNvPr>
          <p:cNvGrpSpPr>
            <a:grpSpLocks noChangeAspect="1"/>
          </p:cNvGrpSpPr>
          <p:nvPr userDrawn="1"/>
        </p:nvGrpSpPr>
        <p:grpSpPr>
          <a:xfrm>
            <a:off x="10343104" y="6422579"/>
            <a:ext cx="1176854" cy="202504"/>
            <a:chOff x="10056795" y="6368350"/>
            <a:chExt cx="1454739" cy="250316"/>
          </a:xfrm>
          <a:solidFill>
            <a:schemeClr val="bg1"/>
          </a:solidFill>
        </p:grpSpPr>
        <p:sp>
          <p:nvSpPr>
            <p:cNvPr id="15" name="Freeform 7">
              <a:extLst>
                <a:ext uri="{FF2B5EF4-FFF2-40B4-BE49-F238E27FC236}">
                  <a16:creationId xmlns:a16="http://schemas.microsoft.com/office/drawing/2014/main" id="{9350DE3D-3FFD-4C44-B180-7CCDBECBA7A7}"/>
                </a:ext>
              </a:extLst>
            </p:cNvPr>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8">
              <a:extLst>
                <a:ext uri="{FF2B5EF4-FFF2-40B4-BE49-F238E27FC236}">
                  <a16:creationId xmlns:a16="http://schemas.microsoft.com/office/drawing/2014/main" id="{9485DF1B-405D-44C5-81BE-132713E2308E}"/>
                </a:ext>
              </a:extLst>
            </p:cNvPr>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9">
              <a:extLst>
                <a:ext uri="{FF2B5EF4-FFF2-40B4-BE49-F238E27FC236}">
                  <a16:creationId xmlns:a16="http://schemas.microsoft.com/office/drawing/2014/main" id="{8FDB1239-FD97-4AC2-9955-6FEF5FDD2FB4}"/>
                </a:ext>
              </a:extLst>
            </p:cNvPr>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0">
              <a:extLst>
                <a:ext uri="{FF2B5EF4-FFF2-40B4-BE49-F238E27FC236}">
                  <a16:creationId xmlns:a16="http://schemas.microsoft.com/office/drawing/2014/main" id="{7304657C-BF6E-4DCB-9E4C-FE42063D5657}"/>
                </a:ext>
              </a:extLst>
            </p:cNvPr>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11">
              <a:extLst>
                <a:ext uri="{FF2B5EF4-FFF2-40B4-BE49-F238E27FC236}">
                  <a16:creationId xmlns:a16="http://schemas.microsoft.com/office/drawing/2014/main" id="{DBFAD521-90C6-407D-80CC-C74A656504C9}"/>
                </a:ext>
              </a:extLst>
            </p:cNvPr>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4" name="AutoShape 3">
            <a:extLst>
              <a:ext uri="{FF2B5EF4-FFF2-40B4-BE49-F238E27FC236}">
                <a16:creationId xmlns:a16="http://schemas.microsoft.com/office/drawing/2014/main" id="{65966524-C3F9-4AD3-B55F-77BA40EB62CC}"/>
              </a:ext>
            </a:extLst>
          </p:cNvPr>
          <p:cNvSpPr>
            <a:spLocks noChangeAspect="1" noChangeArrowheads="1" noTextEdit="1"/>
          </p:cNvSpPr>
          <p:nvPr userDrawn="1"/>
        </p:nvSpPr>
        <p:spPr bwMode="auto">
          <a:xfrm>
            <a:off x="0" y="-7938"/>
            <a:ext cx="12192000" cy="686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Freeform 6">
            <a:extLst>
              <a:ext uri="{FF2B5EF4-FFF2-40B4-BE49-F238E27FC236}">
                <a16:creationId xmlns:a16="http://schemas.microsoft.com/office/drawing/2014/main" id="{851CB496-BD21-4DBA-B3AC-775C28CBBD25}"/>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8">
            <a:extLst>
              <a:ext uri="{FF2B5EF4-FFF2-40B4-BE49-F238E27FC236}">
                <a16:creationId xmlns:a16="http://schemas.microsoft.com/office/drawing/2014/main" id="{14E05328-3C2D-4C56-85FA-674612E8C327}"/>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0">
            <a:extLst>
              <a:ext uri="{FF2B5EF4-FFF2-40B4-BE49-F238E27FC236}">
                <a16:creationId xmlns:a16="http://schemas.microsoft.com/office/drawing/2014/main" id="{97BEF2CF-4C6E-40BF-84FE-4C13D0C8EC9C}"/>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2">
            <a:extLst>
              <a:ext uri="{FF2B5EF4-FFF2-40B4-BE49-F238E27FC236}">
                <a16:creationId xmlns:a16="http://schemas.microsoft.com/office/drawing/2014/main" id="{DBA3D357-F5F3-4D43-8D52-26B75E2384D6}"/>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3">
            <a:extLst>
              <a:ext uri="{FF2B5EF4-FFF2-40B4-BE49-F238E27FC236}">
                <a16:creationId xmlns:a16="http://schemas.microsoft.com/office/drawing/2014/main" id="{3B2C9699-472D-40B9-B0BC-7257ADD495D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close/>
              </a:path>
            </a:pathLst>
          </a:custGeom>
          <a:solidFill>
            <a:srgbClr val="CECE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4">
            <a:extLst>
              <a:ext uri="{FF2B5EF4-FFF2-40B4-BE49-F238E27FC236}">
                <a16:creationId xmlns:a16="http://schemas.microsoft.com/office/drawing/2014/main" id="{22D4561F-EFDE-4FEB-80DD-E01607FF6C86}"/>
              </a:ext>
            </a:extLst>
          </p:cNvPr>
          <p:cNvSpPr>
            <a:spLocks/>
          </p:cNvSpPr>
          <p:nvPr userDrawn="1"/>
        </p:nvSpPr>
        <p:spPr bwMode="auto">
          <a:xfrm>
            <a:off x="1963738" y="2016125"/>
            <a:ext cx="5568950" cy="3217863"/>
          </a:xfrm>
          <a:custGeom>
            <a:avLst/>
            <a:gdLst>
              <a:gd name="T0" fmla="*/ 0 w 3508"/>
              <a:gd name="T1" fmla="*/ 0 h 2027"/>
              <a:gd name="T2" fmla="*/ 3508 w 3508"/>
              <a:gd name="T3" fmla="*/ 2027 h 2027"/>
              <a:gd name="T4" fmla="*/ 3508 w 3508"/>
              <a:gd name="T5" fmla="*/ 2027 h 2027"/>
              <a:gd name="T6" fmla="*/ 3508 w 3508"/>
              <a:gd name="T7" fmla="*/ 2027 h 2027"/>
              <a:gd name="T8" fmla="*/ 3508 w 3508"/>
              <a:gd name="T9" fmla="*/ 2027 h 2027"/>
              <a:gd name="T10" fmla="*/ 3508 w 3508"/>
              <a:gd name="T11" fmla="*/ 2027 h 2027"/>
              <a:gd name="T12" fmla="*/ 3508 w 3508"/>
              <a:gd name="T13" fmla="*/ 2027 h 2027"/>
              <a:gd name="T14" fmla="*/ 3508 w 3508"/>
              <a:gd name="T15" fmla="*/ 2027 h 2027"/>
              <a:gd name="T16" fmla="*/ 3508 w 3508"/>
              <a:gd name="T17" fmla="*/ 2027 h 2027"/>
              <a:gd name="T18" fmla="*/ 0 w 3508"/>
              <a:gd name="T19" fmla="*/ 0 h 2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8" h="2027">
                <a:moveTo>
                  <a:pt x="0" y="0"/>
                </a:moveTo>
                <a:lnTo>
                  <a:pt x="3508" y="2027"/>
                </a:lnTo>
                <a:lnTo>
                  <a:pt x="3508" y="2027"/>
                </a:lnTo>
                <a:lnTo>
                  <a:pt x="3508" y="2027"/>
                </a:lnTo>
                <a:lnTo>
                  <a:pt x="3508" y="2027"/>
                </a:lnTo>
                <a:lnTo>
                  <a:pt x="3508" y="2027"/>
                </a:lnTo>
                <a:lnTo>
                  <a:pt x="3508" y="2027"/>
                </a:lnTo>
                <a:lnTo>
                  <a:pt x="3508" y="2027"/>
                </a:lnTo>
                <a:lnTo>
                  <a:pt x="3508" y="202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Freeform 15">
            <a:extLst>
              <a:ext uri="{FF2B5EF4-FFF2-40B4-BE49-F238E27FC236}">
                <a16:creationId xmlns:a16="http://schemas.microsoft.com/office/drawing/2014/main" id="{6208C78A-0A60-4E16-8004-30C5FACA304D}"/>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4E4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Freeform 16">
            <a:extLst>
              <a:ext uri="{FF2B5EF4-FFF2-40B4-BE49-F238E27FC236}">
                <a16:creationId xmlns:a16="http://schemas.microsoft.com/office/drawing/2014/main" id="{A9812D5D-0F61-4020-B467-A07A5AB71F43}"/>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Freeform 17">
            <a:extLst>
              <a:ext uri="{FF2B5EF4-FFF2-40B4-BE49-F238E27FC236}">
                <a16:creationId xmlns:a16="http://schemas.microsoft.com/office/drawing/2014/main" id="{9B743E3B-CFE7-4EE2-AD87-5A0428BF71F1}"/>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18">
            <a:extLst>
              <a:ext uri="{FF2B5EF4-FFF2-40B4-BE49-F238E27FC236}">
                <a16:creationId xmlns:a16="http://schemas.microsoft.com/office/drawing/2014/main" id="{71919039-660A-4B9D-9B0F-47A476ECC109}"/>
              </a:ext>
            </a:extLst>
          </p:cNvPr>
          <p:cNvSpPr>
            <a:spLocks/>
          </p:cNvSpPr>
          <p:nvPr userDrawn="1"/>
        </p:nvSpPr>
        <p:spPr bwMode="auto">
          <a:xfrm>
            <a:off x="9601200" y="-6350"/>
            <a:ext cx="2590800" cy="1497013"/>
          </a:xfrm>
          <a:custGeom>
            <a:avLst/>
            <a:gdLst>
              <a:gd name="T0" fmla="*/ 0 w 1632"/>
              <a:gd name="T1" fmla="*/ 0 h 943"/>
              <a:gd name="T2" fmla="*/ 0 w 1632"/>
              <a:gd name="T3" fmla="*/ 0 h 943"/>
              <a:gd name="T4" fmla="*/ 1632 w 1632"/>
              <a:gd name="T5" fmla="*/ 943 h 943"/>
              <a:gd name="T6" fmla="*/ 0 w 1632"/>
              <a:gd name="T7" fmla="*/ 0 h 943"/>
            </a:gdLst>
            <a:ahLst/>
            <a:cxnLst>
              <a:cxn ang="0">
                <a:pos x="T0" y="T1"/>
              </a:cxn>
              <a:cxn ang="0">
                <a:pos x="T2" y="T3"/>
              </a:cxn>
              <a:cxn ang="0">
                <a:pos x="T4" y="T5"/>
              </a:cxn>
              <a:cxn ang="0">
                <a:pos x="T6" y="T7"/>
              </a:cxn>
            </a:cxnLst>
            <a:rect l="0" t="0" r="r" b="b"/>
            <a:pathLst>
              <a:path w="1632" h="943">
                <a:moveTo>
                  <a:pt x="0" y="0"/>
                </a:moveTo>
                <a:lnTo>
                  <a:pt x="0" y="0"/>
                </a:lnTo>
                <a:lnTo>
                  <a:pt x="1632" y="94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Freeform 21">
            <a:extLst>
              <a:ext uri="{FF2B5EF4-FFF2-40B4-BE49-F238E27FC236}">
                <a16:creationId xmlns:a16="http://schemas.microsoft.com/office/drawing/2014/main" id="{50BE09BF-0C71-41C5-9989-74D87D2DBE85}"/>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Freeform 22">
            <a:extLst>
              <a:ext uri="{FF2B5EF4-FFF2-40B4-BE49-F238E27FC236}">
                <a16:creationId xmlns:a16="http://schemas.microsoft.com/office/drawing/2014/main" id="{2C1E1CE7-3982-4AB6-9082-82835851AFA6}"/>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close/>
              </a:path>
            </a:pathLst>
          </a:custGeom>
          <a:solidFill>
            <a:srgbClr val="D2D2D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Freeform 23">
            <a:extLst>
              <a:ext uri="{FF2B5EF4-FFF2-40B4-BE49-F238E27FC236}">
                <a16:creationId xmlns:a16="http://schemas.microsoft.com/office/drawing/2014/main" id="{277D336D-2AB1-48CA-86AA-0552F6A6E763}"/>
              </a:ext>
            </a:extLst>
          </p:cNvPr>
          <p:cNvSpPr>
            <a:spLocks/>
          </p:cNvSpPr>
          <p:nvPr userDrawn="1"/>
        </p:nvSpPr>
        <p:spPr bwMode="auto">
          <a:xfrm>
            <a:off x="4721225" y="5233987"/>
            <a:ext cx="2811463" cy="1624013"/>
          </a:xfrm>
          <a:custGeom>
            <a:avLst/>
            <a:gdLst>
              <a:gd name="T0" fmla="*/ 1771 w 1771"/>
              <a:gd name="T1" fmla="*/ 0 h 1023"/>
              <a:gd name="T2" fmla="*/ 0 w 1771"/>
              <a:gd name="T3" fmla="*/ 1023 h 1023"/>
              <a:gd name="T4" fmla="*/ 0 w 1771"/>
              <a:gd name="T5" fmla="*/ 1023 h 1023"/>
              <a:gd name="T6" fmla="*/ 1771 w 1771"/>
              <a:gd name="T7" fmla="*/ 0 h 1023"/>
            </a:gdLst>
            <a:ahLst/>
            <a:cxnLst>
              <a:cxn ang="0">
                <a:pos x="T0" y="T1"/>
              </a:cxn>
              <a:cxn ang="0">
                <a:pos x="T2" y="T3"/>
              </a:cxn>
              <a:cxn ang="0">
                <a:pos x="T4" y="T5"/>
              </a:cxn>
              <a:cxn ang="0">
                <a:pos x="T6" y="T7"/>
              </a:cxn>
            </a:cxnLst>
            <a:rect l="0" t="0" r="r" b="b"/>
            <a:pathLst>
              <a:path w="1771" h="1023">
                <a:moveTo>
                  <a:pt x="1771" y="0"/>
                </a:moveTo>
                <a:lnTo>
                  <a:pt x="0" y="1023"/>
                </a:lnTo>
                <a:lnTo>
                  <a:pt x="0" y="1023"/>
                </a:lnTo>
                <a:lnTo>
                  <a:pt x="1771"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Freeform 24">
            <a:extLst>
              <a:ext uri="{FF2B5EF4-FFF2-40B4-BE49-F238E27FC236}">
                <a16:creationId xmlns:a16="http://schemas.microsoft.com/office/drawing/2014/main" id="{EDAD5260-CE3B-4B3A-93DC-55B702B00643}"/>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close/>
              </a:path>
            </a:pathLst>
          </a:custGeom>
          <a:solidFill>
            <a:srgbClr val="DCDCD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Freeform 25">
            <a:extLst>
              <a:ext uri="{FF2B5EF4-FFF2-40B4-BE49-F238E27FC236}">
                <a16:creationId xmlns:a16="http://schemas.microsoft.com/office/drawing/2014/main" id="{B211343B-293B-4285-80C9-6DE1679890F8}"/>
              </a:ext>
            </a:extLst>
          </p:cNvPr>
          <p:cNvSpPr>
            <a:spLocks/>
          </p:cNvSpPr>
          <p:nvPr userDrawn="1"/>
        </p:nvSpPr>
        <p:spPr bwMode="auto">
          <a:xfrm>
            <a:off x="7532688" y="5233987"/>
            <a:ext cx="2809875" cy="1624013"/>
          </a:xfrm>
          <a:custGeom>
            <a:avLst/>
            <a:gdLst>
              <a:gd name="T0" fmla="*/ 0 w 1770"/>
              <a:gd name="T1" fmla="*/ 0 h 1023"/>
              <a:gd name="T2" fmla="*/ 0 w 1770"/>
              <a:gd name="T3" fmla="*/ 0 h 1023"/>
              <a:gd name="T4" fmla="*/ 1770 w 1770"/>
              <a:gd name="T5" fmla="*/ 1023 h 1023"/>
              <a:gd name="T6" fmla="*/ 1770 w 1770"/>
              <a:gd name="T7" fmla="*/ 1023 h 1023"/>
              <a:gd name="T8" fmla="*/ 0 w 1770"/>
              <a:gd name="T9" fmla="*/ 0 h 1023"/>
            </a:gdLst>
            <a:ahLst/>
            <a:cxnLst>
              <a:cxn ang="0">
                <a:pos x="T0" y="T1"/>
              </a:cxn>
              <a:cxn ang="0">
                <a:pos x="T2" y="T3"/>
              </a:cxn>
              <a:cxn ang="0">
                <a:pos x="T4" y="T5"/>
              </a:cxn>
              <a:cxn ang="0">
                <a:pos x="T6" y="T7"/>
              </a:cxn>
              <a:cxn ang="0">
                <a:pos x="T8" y="T9"/>
              </a:cxn>
            </a:cxnLst>
            <a:rect l="0" t="0" r="r" b="b"/>
            <a:pathLst>
              <a:path w="1770" h="1023">
                <a:moveTo>
                  <a:pt x="0" y="0"/>
                </a:moveTo>
                <a:lnTo>
                  <a:pt x="0" y="0"/>
                </a:lnTo>
                <a:lnTo>
                  <a:pt x="1770" y="1023"/>
                </a:lnTo>
                <a:lnTo>
                  <a:pt x="1770" y="102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Freeform 26">
            <a:extLst>
              <a:ext uri="{FF2B5EF4-FFF2-40B4-BE49-F238E27FC236}">
                <a16:creationId xmlns:a16="http://schemas.microsoft.com/office/drawing/2014/main" id="{BC5C5C0C-0FC6-43DF-A5C8-17EE4E05FDD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5B5B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a:extLst>
              <a:ext uri="{FF2B5EF4-FFF2-40B4-BE49-F238E27FC236}">
                <a16:creationId xmlns:a16="http://schemas.microsoft.com/office/drawing/2014/main" id="{B5C362F9-2D85-47D8-A0BD-3A889F6E0914}"/>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Line 28">
            <a:extLst>
              <a:ext uri="{FF2B5EF4-FFF2-40B4-BE49-F238E27FC236}">
                <a16:creationId xmlns:a16="http://schemas.microsoft.com/office/drawing/2014/main" id="{631EC517-5415-4B7D-A2EB-4A9F146E918F}"/>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Line 29">
            <a:extLst>
              <a:ext uri="{FF2B5EF4-FFF2-40B4-BE49-F238E27FC236}">
                <a16:creationId xmlns:a16="http://schemas.microsoft.com/office/drawing/2014/main" id="{936D8EFB-5B56-45FE-B374-FC32CCFE4AB4}"/>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a:extLst>
              <a:ext uri="{FF2B5EF4-FFF2-40B4-BE49-F238E27FC236}">
                <a16:creationId xmlns:a16="http://schemas.microsoft.com/office/drawing/2014/main" id="{51D3BABA-2154-446C-B57E-AA2B4D7C7AD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BEBEB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a:extLst>
              <a:ext uri="{FF2B5EF4-FFF2-40B4-BE49-F238E27FC236}">
                <a16:creationId xmlns:a16="http://schemas.microsoft.com/office/drawing/2014/main" id="{21F91B4E-F1CE-4F42-A5C6-4664DDC3114B}"/>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Line 32">
            <a:extLst>
              <a:ext uri="{FF2B5EF4-FFF2-40B4-BE49-F238E27FC236}">
                <a16:creationId xmlns:a16="http://schemas.microsoft.com/office/drawing/2014/main" id="{72808925-0863-43CB-9D48-6443F968C436}"/>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Line 33">
            <a:extLst>
              <a:ext uri="{FF2B5EF4-FFF2-40B4-BE49-F238E27FC236}">
                <a16:creationId xmlns:a16="http://schemas.microsoft.com/office/drawing/2014/main" id="{8D783D5C-0818-4003-A378-B44EA7327EE2}"/>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a:extLst>
              <a:ext uri="{FF2B5EF4-FFF2-40B4-BE49-F238E27FC236}">
                <a16:creationId xmlns:a16="http://schemas.microsoft.com/office/drawing/2014/main" id="{CB5EA980-AAC8-4678-B806-4B35AD6A9BC8}"/>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solidFill>
            <a:srgbClr val="C1C1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a:extLst>
              <a:ext uri="{FF2B5EF4-FFF2-40B4-BE49-F238E27FC236}">
                <a16:creationId xmlns:a16="http://schemas.microsoft.com/office/drawing/2014/main" id="{61DE02E4-CE75-4107-B78F-DC52DB499B96}"/>
              </a:ext>
            </a:extLst>
          </p:cNvPr>
          <p:cNvSpPr>
            <a:spLocks/>
          </p:cNvSpPr>
          <p:nvPr userDrawn="1"/>
        </p:nvSpPr>
        <p:spPr bwMode="auto">
          <a:xfrm>
            <a:off x="7532688" y="5233987"/>
            <a:ext cx="0" cy="0"/>
          </a:xfrm>
          <a:custGeom>
            <a:avLst/>
            <a:gdLst/>
            <a:ahLst/>
            <a:cxnLst>
              <a:cxn ang="0">
                <a:pos x="0" y="0"/>
              </a:cxn>
              <a:cxn ang="0">
                <a:pos x="0" y="0"/>
              </a:cxn>
              <a:cxn ang="0">
                <a:pos x="0" y="0"/>
              </a:cxn>
            </a:cxnLst>
            <a:rect l="0" t="0" r="r" b="b"/>
            <a:pathLst>
              <a:path>
                <a:moveTo>
                  <a:pt x="0" y="0"/>
                </a:move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Line 36">
            <a:extLst>
              <a:ext uri="{FF2B5EF4-FFF2-40B4-BE49-F238E27FC236}">
                <a16:creationId xmlns:a16="http://schemas.microsoft.com/office/drawing/2014/main" id="{62A7C76B-C053-4849-9F66-9F6E847E77F7}"/>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Line 37">
            <a:extLst>
              <a:ext uri="{FF2B5EF4-FFF2-40B4-BE49-F238E27FC236}">
                <a16:creationId xmlns:a16="http://schemas.microsoft.com/office/drawing/2014/main" id="{5E4A7D05-1D09-4623-A661-1F8A39ABCEDE}"/>
              </a:ext>
            </a:extLst>
          </p:cNvPr>
          <p:cNvSpPr>
            <a:spLocks noChangeShapeType="1"/>
          </p:cNvSpPr>
          <p:nvPr userDrawn="1"/>
        </p:nvSpPr>
        <p:spPr bwMode="auto">
          <a:xfrm>
            <a:off x="7532688" y="5233987"/>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2940276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2_Title and Content">
    <p:bg>
      <p:bgPr>
        <a:solidFill>
          <a:schemeClr val="tx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47" name="Group 46">
            <a:extLst>
              <a:ext uri="{FF2B5EF4-FFF2-40B4-BE49-F238E27FC236}">
                <a16:creationId xmlns:a16="http://schemas.microsoft.com/office/drawing/2014/main" id="{DA75BCBD-7D17-4BD2-AEA8-D97FB017E08D}"/>
              </a:ext>
            </a:extLst>
          </p:cNvPr>
          <p:cNvGrpSpPr/>
          <p:nvPr userDrawn="1"/>
        </p:nvGrpSpPr>
        <p:grpSpPr>
          <a:xfrm>
            <a:off x="-9183" y="3278"/>
            <a:ext cx="12192001" cy="6864350"/>
            <a:chOff x="0" y="-6350"/>
            <a:chExt cx="12192001" cy="6864350"/>
          </a:xfrm>
        </p:grpSpPr>
        <p:sp>
          <p:nvSpPr>
            <p:cNvPr id="48" name="Freeform 5">
              <a:extLst>
                <a:ext uri="{FF2B5EF4-FFF2-40B4-BE49-F238E27FC236}">
                  <a16:creationId xmlns:a16="http://schemas.microsoft.com/office/drawing/2014/main" id="{3D627E1E-B34A-492B-80ED-77128B92E5C3}"/>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20000"/>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7">
              <a:extLst>
                <a:ext uri="{FF2B5EF4-FFF2-40B4-BE49-F238E27FC236}">
                  <a16:creationId xmlns:a16="http://schemas.microsoft.com/office/drawing/2014/main" id="{5D562DC0-9BDC-48EB-BF8E-826C5C0602EB}"/>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0" name="Freeform 9">
              <a:extLst>
                <a:ext uri="{FF2B5EF4-FFF2-40B4-BE49-F238E27FC236}">
                  <a16:creationId xmlns:a16="http://schemas.microsoft.com/office/drawing/2014/main" id="{A71844E5-536F-41F8-9C28-C501A7E4E7D4}"/>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11">
              <a:extLst>
                <a:ext uri="{FF2B5EF4-FFF2-40B4-BE49-F238E27FC236}">
                  <a16:creationId xmlns:a16="http://schemas.microsoft.com/office/drawing/2014/main" id="{06E6719F-F62C-4A6B-926F-BDCDCD58016B}"/>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19">
              <a:extLst>
                <a:ext uri="{FF2B5EF4-FFF2-40B4-BE49-F238E27FC236}">
                  <a16:creationId xmlns:a16="http://schemas.microsoft.com/office/drawing/2014/main" id="{84C281A5-4D91-447A-A2DB-DF7D0496D558}"/>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20">
              <a:extLst>
                <a:ext uri="{FF2B5EF4-FFF2-40B4-BE49-F238E27FC236}">
                  <a16:creationId xmlns:a16="http://schemas.microsoft.com/office/drawing/2014/main" id="{7EF50F1D-D87F-438D-AF95-12F71A08A164}"/>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 name="Text Placeholder 2">
            <a:extLst>
              <a:ext uri="{FF2B5EF4-FFF2-40B4-BE49-F238E27FC236}">
                <a16:creationId xmlns:a16="http://schemas.microsoft.com/office/drawing/2014/main" id="{952BB072-6F3C-43AC-9D3D-F256F475E371}"/>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101214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3_Title and Content">
    <p:bg>
      <p:bgPr>
        <a:solidFill>
          <a:schemeClr val="accent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6F025B07-7F8A-4F4F-9593-F6E248332637}"/>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5730782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4_Title and Content">
    <p:bg>
      <p:bgPr>
        <a:solidFill>
          <a:schemeClr val="accent2"/>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0FB763B2-CF4C-4EC9-B293-FAB74D4B560A}"/>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728699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5_Title and Content">
    <p:bg>
      <p:bgPr>
        <a:solidFill>
          <a:schemeClr val="accent4"/>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CF44D5B9-8877-4CF2-B90C-0149177CE5B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3291661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6_Title and Content">
    <p:bg>
      <p:bgPr>
        <a:solidFill>
          <a:schemeClr val="accent5"/>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AF8B5868-72A8-4A02-828A-4D136D616179}"/>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22394636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7_Title and Content">
    <p:bg>
      <p:bgPr>
        <a:solidFill>
          <a:schemeClr val="accent3"/>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A9B4F5C-10E8-4823-9BB1-C9C9C2CAAC70}"/>
              </a:ext>
            </a:extLst>
          </p:cNvPr>
          <p:cNvSpPr/>
          <p:nvPr userDrawn="1"/>
        </p:nvSpPr>
        <p:spPr>
          <a:xfrm>
            <a:off x="10290175" y="6252706"/>
            <a:ext cx="1457994"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29" name="Rectangle 28">
            <a:extLst>
              <a:ext uri="{FF2B5EF4-FFF2-40B4-BE49-F238E27FC236}">
                <a16:creationId xmlns:a16="http://schemas.microsoft.com/office/drawing/2014/main" id="{A6860772-438C-494B-83A8-63B969D12C78}"/>
              </a:ext>
            </a:extLst>
          </p:cNvPr>
          <p:cNvSpPr/>
          <p:nvPr userDrawn="1"/>
        </p:nvSpPr>
        <p:spPr>
          <a:xfrm>
            <a:off x="1258470" y="6252706"/>
            <a:ext cx="679721" cy="42779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24" name="Group 23">
            <a:extLst>
              <a:ext uri="{FF2B5EF4-FFF2-40B4-BE49-F238E27FC236}">
                <a16:creationId xmlns:a16="http://schemas.microsoft.com/office/drawing/2014/main" id="{A56C776E-D110-4967-AAF2-20158EEF10CF}"/>
              </a:ext>
            </a:extLst>
          </p:cNvPr>
          <p:cNvGrpSpPr/>
          <p:nvPr userDrawn="1"/>
        </p:nvGrpSpPr>
        <p:grpSpPr>
          <a:xfrm>
            <a:off x="0" y="-6350"/>
            <a:ext cx="12192001" cy="6864350"/>
            <a:chOff x="0" y="-6350"/>
            <a:chExt cx="12192001" cy="6864350"/>
          </a:xfrm>
        </p:grpSpPr>
        <p:sp>
          <p:nvSpPr>
            <p:cNvPr id="25" name="Freeform 5">
              <a:extLst>
                <a:ext uri="{FF2B5EF4-FFF2-40B4-BE49-F238E27FC236}">
                  <a16:creationId xmlns:a16="http://schemas.microsoft.com/office/drawing/2014/main" id="{997FF143-B9D3-4D61-BDCC-6C0EC77C6A68}"/>
                </a:ext>
              </a:extLst>
            </p:cNvPr>
            <p:cNvSpPr>
              <a:spLocks/>
            </p:cNvSpPr>
            <p:nvPr userDrawn="1"/>
          </p:nvSpPr>
          <p:spPr bwMode="auto">
            <a:xfrm>
              <a:off x="1963738" y="2016125"/>
              <a:ext cx="5568950" cy="4841875"/>
            </a:xfrm>
            <a:custGeom>
              <a:avLst/>
              <a:gdLst>
                <a:gd name="T0" fmla="*/ 0 w 3508"/>
                <a:gd name="T1" fmla="*/ 0 h 3050"/>
                <a:gd name="T2" fmla="*/ 0 w 3508"/>
                <a:gd name="T3" fmla="*/ 3050 h 3050"/>
                <a:gd name="T4" fmla="*/ 1737 w 3508"/>
                <a:gd name="T5" fmla="*/ 3050 h 3050"/>
                <a:gd name="T6" fmla="*/ 3508 w 3508"/>
                <a:gd name="T7" fmla="*/ 2027 h 3050"/>
                <a:gd name="T8" fmla="*/ 0 w 3508"/>
                <a:gd name="T9" fmla="*/ 0 h 3050"/>
              </a:gdLst>
              <a:ahLst/>
              <a:cxnLst>
                <a:cxn ang="0">
                  <a:pos x="T0" y="T1"/>
                </a:cxn>
                <a:cxn ang="0">
                  <a:pos x="T2" y="T3"/>
                </a:cxn>
                <a:cxn ang="0">
                  <a:pos x="T4" y="T5"/>
                </a:cxn>
                <a:cxn ang="0">
                  <a:pos x="T6" y="T7"/>
                </a:cxn>
                <a:cxn ang="0">
                  <a:pos x="T8" y="T9"/>
                </a:cxn>
              </a:cxnLst>
              <a:rect l="0" t="0" r="r" b="b"/>
              <a:pathLst>
                <a:path w="3508" h="3050">
                  <a:moveTo>
                    <a:pt x="0" y="0"/>
                  </a:moveTo>
                  <a:lnTo>
                    <a:pt x="0" y="3050"/>
                  </a:lnTo>
                  <a:lnTo>
                    <a:pt x="1737" y="3050"/>
                  </a:lnTo>
                  <a:lnTo>
                    <a:pt x="3508" y="2027"/>
                  </a:lnTo>
                  <a:lnTo>
                    <a:pt x="0" y="0"/>
                  </a:lnTo>
                  <a:close/>
                </a:path>
              </a:pathLst>
            </a:custGeom>
            <a:solidFill>
              <a:srgbClr val="000000">
                <a:alpha val="16078"/>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7">
              <a:extLst>
                <a:ext uri="{FF2B5EF4-FFF2-40B4-BE49-F238E27FC236}">
                  <a16:creationId xmlns:a16="http://schemas.microsoft.com/office/drawing/2014/main" id="{0922147D-73EB-44D8-AF66-6F7E5F1289EF}"/>
                </a:ext>
              </a:extLst>
            </p:cNvPr>
            <p:cNvSpPr>
              <a:spLocks/>
            </p:cNvSpPr>
            <p:nvPr userDrawn="1"/>
          </p:nvSpPr>
          <p:spPr bwMode="auto">
            <a:xfrm>
              <a:off x="0" y="-6350"/>
              <a:ext cx="5462588" cy="2022475"/>
            </a:xfrm>
            <a:custGeom>
              <a:avLst/>
              <a:gdLst>
                <a:gd name="T0" fmla="*/ 3441 w 3441"/>
                <a:gd name="T1" fmla="*/ 0 h 1274"/>
                <a:gd name="T2" fmla="*/ 0 w 3441"/>
                <a:gd name="T3" fmla="*/ 0 h 1274"/>
                <a:gd name="T4" fmla="*/ 0 w 3441"/>
                <a:gd name="T5" fmla="*/ 559 h 1274"/>
                <a:gd name="T6" fmla="*/ 1237 w 3441"/>
                <a:gd name="T7" fmla="*/ 1274 h 1274"/>
                <a:gd name="T8" fmla="*/ 3441 w 3441"/>
                <a:gd name="T9" fmla="*/ 0 h 1274"/>
              </a:gdLst>
              <a:ahLst/>
              <a:cxnLst>
                <a:cxn ang="0">
                  <a:pos x="T0" y="T1"/>
                </a:cxn>
                <a:cxn ang="0">
                  <a:pos x="T2" y="T3"/>
                </a:cxn>
                <a:cxn ang="0">
                  <a:pos x="T4" y="T5"/>
                </a:cxn>
                <a:cxn ang="0">
                  <a:pos x="T6" y="T7"/>
                </a:cxn>
                <a:cxn ang="0">
                  <a:pos x="T8" y="T9"/>
                </a:cxn>
              </a:cxnLst>
              <a:rect l="0" t="0" r="r" b="b"/>
              <a:pathLst>
                <a:path w="3441" h="1274">
                  <a:moveTo>
                    <a:pt x="3441" y="0"/>
                  </a:moveTo>
                  <a:lnTo>
                    <a:pt x="0" y="0"/>
                  </a:lnTo>
                  <a:lnTo>
                    <a:pt x="0" y="559"/>
                  </a:lnTo>
                  <a:lnTo>
                    <a:pt x="1237" y="1274"/>
                  </a:lnTo>
                  <a:lnTo>
                    <a:pt x="3441"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9">
              <a:extLst>
                <a:ext uri="{FF2B5EF4-FFF2-40B4-BE49-F238E27FC236}">
                  <a16:creationId xmlns:a16="http://schemas.microsoft.com/office/drawing/2014/main" id="{01E7A875-F577-47BF-8AF9-B0C9A6536EC5}"/>
                </a:ext>
              </a:extLst>
            </p:cNvPr>
            <p:cNvSpPr>
              <a:spLocks/>
            </p:cNvSpPr>
            <p:nvPr userDrawn="1"/>
          </p:nvSpPr>
          <p:spPr bwMode="auto">
            <a:xfrm>
              <a:off x="9601200" y="-6350"/>
              <a:ext cx="2590800" cy="1497013"/>
            </a:xfrm>
            <a:custGeom>
              <a:avLst/>
              <a:gdLst>
                <a:gd name="T0" fmla="*/ 1632 w 1632"/>
                <a:gd name="T1" fmla="*/ 0 h 943"/>
                <a:gd name="T2" fmla="*/ 0 w 1632"/>
                <a:gd name="T3" fmla="*/ 0 h 943"/>
                <a:gd name="T4" fmla="*/ 1632 w 1632"/>
                <a:gd name="T5" fmla="*/ 943 h 943"/>
                <a:gd name="T6" fmla="*/ 1632 w 1632"/>
                <a:gd name="T7" fmla="*/ 0 h 943"/>
              </a:gdLst>
              <a:ahLst/>
              <a:cxnLst>
                <a:cxn ang="0">
                  <a:pos x="T0" y="T1"/>
                </a:cxn>
                <a:cxn ang="0">
                  <a:pos x="T2" y="T3"/>
                </a:cxn>
                <a:cxn ang="0">
                  <a:pos x="T4" y="T5"/>
                </a:cxn>
                <a:cxn ang="0">
                  <a:pos x="T6" y="T7"/>
                </a:cxn>
              </a:cxnLst>
              <a:rect l="0" t="0" r="r" b="b"/>
              <a:pathLst>
                <a:path w="1632" h="943">
                  <a:moveTo>
                    <a:pt x="1632" y="0"/>
                  </a:moveTo>
                  <a:lnTo>
                    <a:pt x="0" y="0"/>
                  </a:lnTo>
                  <a:lnTo>
                    <a:pt x="1632" y="943"/>
                  </a:lnTo>
                  <a:lnTo>
                    <a:pt x="1632" y="0"/>
                  </a:lnTo>
                  <a:close/>
                </a:path>
              </a:pathLst>
            </a:custGeom>
            <a:solidFill>
              <a:srgbClr val="000000">
                <a:alpha val="7843"/>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11">
              <a:extLst>
                <a:ext uri="{FF2B5EF4-FFF2-40B4-BE49-F238E27FC236}">
                  <a16:creationId xmlns:a16="http://schemas.microsoft.com/office/drawing/2014/main" id="{FE944BC7-BB59-441D-AB6C-90FFFE28B663}"/>
                </a:ext>
              </a:extLst>
            </p:cNvPr>
            <p:cNvSpPr>
              <a:spLocks/>
            </p:cNvSpPr>
            <p:nvPr userDrawn="1"/>
          </p:nvSpPr>
          <p:spPr bwMode="auto">
            <a:xfrm>
              <a:off x="1963738" y="-6350"/>
              <a:ext cx="10228263" cy="6864350"/>
            </a:xfrm>
            <a:custGeom>
              <a:avLst/>
              <a:gdLst>
                <a:gd name="T0" fmla="*/ 0 w 6443"/>
                <a:gd name="T1" fmla="*/ 1274 h 4324"/>
                <a:gd name="T2" fmla="*/ 3508 w 6443"/>
                <a:gd name="T3" fmla="*/ 3301 h 4324"/>
                <a:gd name="T4" fmla="*/ 5278 w 6443"/>
                <a:gd name="T5" fmla="*/ 4324 h 4324"/>
                <a:gd name="T6" fmla="*/ 6443 w 6443"/>
                <a:gd name="T7" fmla="*/ 4324 h 4324"/>
                <a:gd name="T8" fmla="*/ 6443 w 6443"/>
                <a:gd name="T9" fmla="*/ 943 h 4324"/>
                <a:gd name="T10" fmla="*/ 4811 w 6443"/>
                <a:gd name="T11" fmla="*/ 0 h 4324"/>
                <a:gd name="T12" fmla="*/ 2204 w 6443"/>
                <a:gd name="T13" fmla="*/ 0 h 4324"/>
                <a:gd name="T14" fmla="*/ 0 w 6443"/>
                <a:gd name="T15" fmla="*/ 1274 h 43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43" h="4324">
                  <a:moveTo>
                    <a:pt x="0" y="1274"/>
                  </a:moveTo>
                  <a:lnTo>
                    <a:pt x="3508" y="3301"/>
                  </a:lnTo>
                  <a:lnTo>
                    <a:pt x="5278" y="4324"/>
                  </a:lnTo>
                  <a:lnTo>
                    <a:pt x="6443" y="4324"/>
                  </a:lnTo>
                  <a:lnTo>
                    <a:pt x="6443" y="943"/>
                  </a:lnTo>
                  <a:lnTo>
                    <a:pt x="4811" y="0"/>
                  </a:lnTo>
                  <a:lnTo>
                    <a:pt x="2204" y="0"/>
                  </a:lnTo>
                  <a:lnTo>
                    <a:pt x="0" y="1274"/>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19">
              <a:extLst>
                <a:ext uri="{FF2B5EF4-FFF2-40B4-BE49-F238E27FC236}">
                  <a16:creationId xmlns:a16="http://schemas.microsoft.com/office/drawing/2014/main" id="{4A6807A1-E863-460E-8DBF-80144CE94F40}"/>
                </a:ext>
              </a:extLst>
            </p:cNvPr>
            <p:cNvSpPr>
              <a:spLocks/>
            </p:cNvSpPr>
            <p:nvPr userDrawn="1"/>
          </p:nvSpPr>
          <p:spPr bwMode="auto">
            <a:xfrm>
              <a:off x="0" y="881062"/>
              <a:ext cx="1963738" cy="5976938"/>
            </a:xfrm>
            <a:custGeom>
              <a:avLst/>
              <a:gdLst>
                <a:gd name="T0" fmla="*/ 0 w 1237"/>
                <a:gd name="T1" fmla="*/ 0 h 3765"/>
                <a:gd name="T2" fmla="*/ 0 w 1237"/>
                <a:gd name="T3" fmla="*/ 3765 h 3765"/>
                <a:gd name="T4" fmla="*/ 1237 w 1237"/>
                <a:gd name="T5" fmla="*/ 3765 h 3765"/>
                <a:gd name="T6" fmla="*/ 1237 w 1237"/>
                <a:gd name="T7" fmla="*/ 715 h 3765"/>
                <a:gd name="T8" fmla="*/ 0 w 1237"/>
                <a:gd name="T9" fmla="*/ 0 h 3765"/>
              </a:gdLst>
              <a:ahLst/>
              <a:cxnLst>
                <a:cxn ang="0">
                  <a:pos x="T0" y="T1"/>
                </a:cxn>
                <a:cxn ang="0">
                  <a:pos x="T2" y="T3"/>
                </a:cxn>
                <a:cxn ang="0">
                  <a:pos x="T4" y="T5"/>
                </a:cxn>
                <a:cxn ang="0">
                  <a:pos x="T6" y="T7"/>
                </a:cxn>
                <a:cxn ang="0">
                  <a:pos x="T8" y="T9"/>
                </a:cxn>
              </a:cxnLst>
              <a:rect l="0" t="0" r="r" b="b"/>
              <a:pathLst>
                <a:path w="1237" h="3765">
                  <a:moveTo>
                    <a:pt x="0" y="0"/>
                  </a:moveTo>
                  <a:lnTo>
                    <a:pt x="0" y="3765"/>
                  </a:lnTo>
                  <a:lnTo>
                    <a:pt x="1237" y="3765"/>
                  </a:lnTo>
                  <a:lnTo>
                    <a:pt x="1237" y="715"/>
                  </a:lnTo>
                  <a:lnTo>
                    <a:pt x="0" y="0"/>
                  </a:lnTo>
                  <a:close/>
                </a:path>
              </a:pathLst>
            </a:custGeom>
            <a:solidFill>
              <a:srgbClr val="000000">
                <a:alpha val="12157"/>
              </a:srgb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20">
              <a:extLst>
                <a:ext uri="{FF2B5EF4-FFF2-40B4-BE49-F238E27FC236}">
                  <a16:creationId xmlns:a16="http://schemas.microsoft.com/office/drawing/2014/main" id="{197B1C32-E30D-4EB5-B03E-52D95C7179CF}"/>
                </a:ext>
              </a:extLst>
            </p:cNvPr>
            <p:cNvSpPr>
              <a:spLocks/>
            </p:cNvSpPr>
            <p:nvPr userDrawn="1"/>
          </p:nvSpPr>
          <p:spPr bwMode="auto">
            <a:xfrm>
              <a:off x="4721225" y="5233987"/>
              <a:ext cx="5621338" cy="1624013"/>
            </a:xfrm>
            <a:custGeom>
              <a:avLst/>
              <a:gdLst>
                <a:gd name="T0" fmla="*/ 1771 w 3541"/>
                <a:gd name="T1" fmla="*/ 0 h 1023"/>
                <a:gd name="T2" fmla="*/ 0 w 3541"/>
                <a:gd name="T3" fmla="*/ 1023 h 1023"/>
                <a:gd name="T4" fmla="*/ 3541 w 3541"/>
                <a:gd name="T5" fmla="*/ 1023 h 1023"/>
                <a:gd name="T6" fmla="*/ 1771 w 3541"/>
                <a:gd name="T7" fmla="*/ 0 h 1023"/>
              </a:gdLst>
              <a:ahLst/>
              <a:cxnLst>
                <a:cxn ang="0">
                  <a:pos x="T0" y="T1"/>
                </a:cxn>
                <a:cxn ang="0">
                  <a:pos x="T2" y="T3"/>
                </a:cxn>
                <a:cxn ang="0">
                  <a:pos x="T4" y="T5"/>
                </a:cxn>
                <a:cxn ang="0">
                  <a:pos x="T6" y="T7"/>
                </a:cxn>
              </a:cxnLst>
              <a:rect l="0" t="0" r="r" b="b"/>
              <a:pathLst>
                <a:path w="3541" h="1023">
                  <a:moveTo>
                    <a:pt x="1771" y="0"/>
                  </a:moveTo>
                  <a:lnTo>
                    <a:pt x="0" y="1023"/>
                  </a:lnTo>
                  <a:lnTo>
                    <a:pt x="3541" y="1023"/>
                  </a:lnTo>
                  <a:lnTo>
                    <a:pt x="1771" y="0"/>
                  </a:lnTo>
                  <a:close/>
                </a:path>
              </a:pathLst>
            </a:custGeom>
            <a:solidFill>
              <a:srgbClr val="000000">
                <a:alpha val="10196"/>
              </a:srgb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bg1"/>
                </a:solidFill>
                <a:latin typeface="+mj-lt"/>
                <a:ea typeface="ＭＳ Ｐゴシック" charset="0"/>
                <a:cs typeface="ＭＳ Ｐゴシック" charset="0"/>
              </a:rPr>
              <a:t>© 2020</a:t>
            </a:r>
          </a:p>
        </p:txBody>
      </p:sp>
      <p:grpSp>
        <p:nvGrpSpPr>
          <p:cNvPr id="20" name="Gruppe 19"/>
          <p:cNvGrpSpPr>
            <a:grpSpLocks noChangeAspect="1"/>
          </p:cNvGrpSpPr>
          <p:nvPr userDrawn="1"/>
        </p:nvGrpSpPr>
        <p:grpSpPr>
          <a:xfrm>
            <a:off x="10343104" y="6422579"/>
            <a:ext cx="1176854" cy="202504"/>
            <a:chOff x="10056795" y="6368350"/>
            <a:chExt cx="1454739" cy="250316"/>
          </a:xfrm>
          <a:solidFill>
            <a:schemeClr val="bg1"/>
          </a:solidFill>
        </p:grpSpPr>
        <p:sp>
          <p:nvSpPr>
            <p:cNvPr id="21"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8" name="Slide Number Placeholder 2">
            <a:extLst>
              <a:ext uri="{FF2B5EF4-FFF2-40B4-BE49-F238E27FC236}">
                <a16:creationId xmlns:a16="http://schemas.microsoft.com/office/drawing/2014/main" id="{450A3B49-CCFF-4E42-9265-AA2EF0310F1C}"/>
              </a:ext>
            </a:extLst>
          </p:cNvPr>
          <p:cNvSpPr txBox="1">
            <a:spLocks/>
          </p:cNvSpPr>
          <p:nvPr userDrawn="1"/>
        </p:nvSpPr>
        <p:spPr>
          <a:xfrm>
            <a:off x="672001" y="6352663"/>
            <a:ext cx="679721" cy="366183"/>
          </a:xfrm>
          <a:prstGeom prst="rect">
            <a:avLst/>
          </a:prstGeom>
        </p:spPr>
        <p:txBody>
          <a:bodyPr vert="horz" lIns="0" tIns="0" rIns="0" bIns="0" rtlCol="0" anchor="ctr"/>
          <a:lstStyle>
            <a:defPPr>
              <a:defRPr lang="en-US"/>
            </a:defPPr>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bg2"/>
                </a:solidFill>
                <a:latin typeface="+mj-lt"/>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a:defRPr/>
            </a:pPr>
            <a:fld id="{E16BA917-7F09-4B8D-AF07-F52890C14046}" type="slidenum">
              <a:rPr lang="en-GB" smtClean="0"/>
              <a:pPr>
                <a:defRPr/>
              </a:pPr>
              <a:t>‹#›</a:t>
            </a:fld>
            <a:endParaRPr lang="en-GB"/>
          </a:p>
        </p:txBody>
      </p:sp>
      <p:sp>
        <p:nvSpPr>
          <p:cNvPr id="46" name="Freeform 5">
            <a:extLst>
              <a:ext uri="{FF2B5EF4-FFF2-40B4-BE49-F238E27FC236}">
                <a16:creationId xmlns:a16="http://schemas.microsoft.com/office/drawing/2014/main" id="{572D5DB4-596C-4B3C-8639-53D2DFD469DD}"/>
              </a:ext>
            </a:extLst>
          </p:cNvPr>
          <p:cNvSpPr>
            <a:spLocks noEditPoints="1"/>
          </p:cNvSpPr>
          <p:nvPr userDrawn="1"/>
        </p:nvSpPr>
        <p:spPr bwMode="auto">
          <a:xfrm>
            <a:off x="1351115" y="1150760"/>
            <a:ext cx="627300" cy="470078"/>
          </a:xfrm>
          <a:custGeom>
            <a:avLst/>
            <a:gdLst>
              <a:gd name="T0" fmla="*/ 60 w 121"/>
              <a:gd name="T1" fmla="*/ 11 h 90"/>
              <a:gd name="T2" fmla="*/ 45 w 121"/>
              <a:gd name="T3" fmla="*/ 19 h 90"/>
              <a:gd name="T4" fmla="*/ 34 w 121"/>
              <a:gd name="T5" fmla="*/ 27 h 90"/>
              <a:gd name="T6" fmla="*/ 25 w 121"/>
              <a:gd name="T7" fmla="*/ 37 h 90"/>
              <a:gd name="T8" fmla="*/ 19 w 121"/>
              <a:gd name="T9" fmla="*/ 51 h 90"/>
              <a:gd name="T10" fmla="*/ 26 w 121"/>
              <a:gd name="T11" fmla="*/ 51 h 90"/>
              <a:gd name="T12" fmla="*/ 40 w 121"/>
              <a:gd name="T13" fmla="*/ 56 h 90"/>
              <a:gd name="T14" fmla="*/ 45 w 121"/>
              <a:gd name="T15" fmla="*/ 67 h 90"/>
              <a:gd name="T16" fmla="*/ 39 w 121"/>
              <a:gd name="T17" fmla="*/ 82 h 90"/>
              <a:gd name="T18" fmla="*/ 22 w 121"/>
              <a:gd name="T19" fmla="*/ 90 h 90"/>
              <a:gd name="T20" fmla="*/ 6 w 121"/>
              <a:gd name="T21" fmla="*/ 83 h 90"/>
              <a:gd name="T22" fmla="*/ 0 w 121"/>
              <a:gd name="T23" fmla="*/ 67 h 90"/>
              <a:gd name="T24" fmla="*/ 6 w 121"/>
              <a:gd name="T25" fmla="*/ 43 h 90"/>
              <a:gd name="T26" fmla="*/ 21 w 121"/>
              <a:gd name="T27" fmla="*/ 23 h 90"/>
              <a:gd name="T28" fmla="*/ 39 w 121"/>
              <a:gd name="T29" fmla="*/ 10 h 90"/>
              <a:gd name="T30" fmla="*/ 55 w 121"/>
              <a:gd name="T31" fmla="*/ 0 h 90"/>
              <a:gd name="T32" fmla="*/ 60 w 121"/>
              <a:gd name="T33" fmla="*/ 11 h 90"/>
              <a:gd name="T34" fmla="*/ 121 w 121"/>
              <a:gd name="T35" fmla="*/ 11 h 90"/>
              <a:gd name="T36" fmla="*/ 106 w 121"/>
              <a:gd name="T37" fmla="*/ 19 h 90"/>
              <a:gd name="T38" fmla="*/ 95 w 121"/>
              <a:gd name="T39" fmla="*/ 27 h 90"/>
              <a:gd name="T40" fmla="*/ 86 w 121"/>
              <a:gd name="T41" fmla="*/ 37 h 90"/>
              <a:gd name="T42" fmla="*/ 79 w 121"/>
              <a:gd name="T43" fmla="*/ 51 h 90"/>
              <a:gd name="T44" fmla="*/ 86 w 121"/>
              <a:gd name="T45" fmla="*/ 51 h 90"/>
              <a:gd name="T46" fmla="*/ 101 w 121"/>
              <a:gd name="T47" fmla="*/ 56 h 90"/>
              <a:gd name="T48" fmla="*/ 106 w 121"/>
              <a:gd name="T49" fmla="*/ 67 h 90"/>
              <a:gd name="T50" fmla="*/ 100 w 121"/>
              <a:gd name="T51" fmla="*/ 82 h 90"/>
              <a:gd name="T52" fmla="*/ 83 w 121"/>
              <a:gd name="T53" fmla="*/ 90 h 90"/>
              <a:gd name="T54" fmla="*/ 67 w 121"/>
              <a:gd name="T55" fmla="*/ 83 h 90"/>
              <a:gd name="T56" fmla="*/ 61 w 121"/>
              <a:gd name="T57" fmla="*/ 67 h 90"/>
              <a:gd name="T58" fmla="*/ 67 w 121"/>
              <a:gd name="T59" fmla="*/ 43 h 90"/>
              <a:gd name="T60" fmla="*/ 82 w 121"/>
              <a:gd name="T61" fmla="*/ 23 h 90"/>
              <a:gd name="T62" fmla="*/ 99 w 121"/>
              <a:gd name="T63" fmla="*/ 10 h 90"/>
              <a:gd name="T64" fmla="*/ 116 w 121"/>
              <a:gd name="T65" fmla="*/ 0 h 90"/>
              <a:gd name="T66" fmla="*/ 121 w 121"/>
              <a:gd name="T67" fmla="*/ 11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21" h="90">
                <a:moveTo>
                  <a:pt x="60" y="11"/>
                </a:moveTo>
                <a:cubicBezTo>
                  <a:pt x="55" y="13"/>
                  <a:pt x="50" y="16"/>
                  <a:pt x="45" y="19"/>
                </a:cubicBezTo>
                <a:cubicBezTo>
                  <a:pt x="41" y="21"/>
                  <a:pt x="37" y="24"/>
                  <a:pt x="34" y="27"/>
                </a:cubicBezTo>
                <a:cubicBezTo>
                  <a:pt x="30" y="30"/>
                  <a:pt x="27" y="33"/>
                  <a:pt x="25" y="37"/>
                </a:cubicBezTo>
                <a:cubicBezTo>
                  <a:pt x="22" y="41"/>
                  <a:pt x="20" y="45"/>
                  <a:pt x="19" y="51"/>
                </a:cubicBezTo>
                <a:cubicBezTo>
                  <a:pt x="26" y="51"/>
                  <a:pt x="26" y="51"/>
                  <a:pt x="26" y="51"/>
                </a:cubicBezTo>
                <a:cubicBezTo>
                  <a:pt x="33" y="51"/>
                  <a:pt x="37" y="53"/>
                  <a:pt x="40" y="56"/>
                </a:cubicBezTo>
                <a:cubicBezTo>
                  <a:pt x="44" y="59"/>
                  <a:pt x="45" y="63"/>
                  <a:pt x="45" y="67"/>
                </a:cubicBezTo>
                <a:cubicBezTo>
                  <a:pt x="45" y="73"/>
                  <a:pt x="43" y="78"/>
                  <a:pt x="39" y="82"/>
                </a:cubicBezTo>
                <a:cubicBezTo>
                  <a:pt x="35" y="87"/>
                  <a:pt x="29" y="90"/>
                  <a:pt x="22" y="90"/>
                </a:cubicBezTo>
                <a:cubicBezTo>
                  <a:pt x="15" y="90"/>
                  <a:pt x="9" y="88"/>
                  <a:pt x="6" y="83"/>
                </a:cubicBezTo>
                <a:cubicBezTo>
                  <a:pt x="2" y="79"/>
                  <a:pt x="0" y="74"/>
                  <a:pt x="0" y="67"/>
                </a:cubicBezTo>
                <a:cubicBezTo>
                  <a:pt x="0" y="58"/>
                  <a:pt x="2" y="50"/>
                  <a:pt x="6" y="43"/>
                </a:cubicBezTo>
                <a:cubicBezTo>
                  <a:pt x="10" y="35"/>
                  <a:pt x="15" y="29"/>
                  <a:pt x="21" y="23"/>
                </a:cubicBezTo>
                <a:cubicBezTo>
                  <a:pt x="26" y="18"/>
                  <a:pt x="32" y="13"/>
                  <a:pt x="39" y="10"/>
                </a:cubicBezTo>
                <a:cubicBezTo>
                  <a:pt x="45" y="6"/>
                  <a:pt x="50" y="3"/>
                  <a:pt x="55" y="0"/>
                </a:cubicBezTo>
                <a:lnTo>
                  <a:pt x="60" y="11"/>
                </a:lnTo>
                <a:close/>
                <a:moveTo>
                  <a:pt x="121" y="11"/>
                </a:moveTo>
                <a:cubicBezTo>
                  <a:pt x="116" y="13"/>
                  <a:pt x="111" y="16"/>
                  <a:pt x="106" y="19"/>
                </a:cubicBezTo>
                <a:cubicBezTo>
                  <a:pt x="102" y="21"/>
                  <a:pt x="98" y="24"/>
                  <a:pt x="95" y="27"/>
                </a:cubicBezTo>
                <a:cubicBezTo>
                  <a:pt x="91" y="30"/>
                  <a:pt x="88" y="33"/>
                  <a:pt x="86" y="37"/>
                </a:cubicBezTo>
                <a:cubicBezTo>
                  <a:pt x="83" y="41"/>
                  <a:pt x="81" y="45"/>
                  <a:pt x="79" y="51"/>
                </a:cubicBezTo>
                <a:cubicBezTo>
                  <a:pt x="86" y="51"/>
                  <a:pt x="86" y="51"/>
                  <a:pt x="86" y="51"/>
                </a:cubicBezTo>
                <a:cubicBezTo>
                  <a:pt x="93" y="51"/>
                  <a:pt x="98" y="53"/>
                  <a:pt x="101" y="56"/>
                </a:cubicBezTo>
                <a:cubicBezTo>
                  <a:pt x="104" y="59"/>
                  <a:pt x="106" y="63"/>
                  <a:pt x="106" y="67"/>
                </a:cubicBezTo>
                <a:cubicBezTo>
                  <a:pt x="106" y="73"/>
                  <a:pt x="104" y="78"/>
                  <a:pt x="100" y="82"/>
                </a:cubicBezTo>
                <a:cubicBezTo>
                  <a:pt x="96" y="87"/>
                  <a:pt x="90" y="90"/>
                  <a:pt x="83" y="90"/>
                </a:cubicBezTo>
                <a:cubicBezTo>
                  <a:pt x="76" y="90"/>
                  <a:pt x="70" y="88"/>
                  <a:pt x="67" y="83"/>
                </a:cubicBezTo>
                <a:cubicBezTo>
                  <a:pt x="63" y="79"/>
                  <a:pt x="61" y="74"/>
                  <a:pt x="61" y="67"/>
                </a:cubicBezTo>
                <a:cubicBezTo>
                  <a:pt x="61" y="58"/>
                  <a:pt x="63" y="50"/>
                  <a:pt x="67" y="43"/>
                </a:cubicBezTo>
                <a:cubicBezTo>
                  <a:pt x="71" y="35"/>
                  <a:pt x="76" y="29"/>
                  <a:pt x="82" y="23"/>
                </a:cubicBezTo>
                <a:cubicBezTo>
                  <a:pt x="87" y="18"/>
                  <a:pt x="93" y="13"/>
                  <a:pt x="99" y="10"/>
                </a:cubicBezTo>
                <a:cubicBezTo>
                  <a:pt x="106" y="6"/>
                  <a:pt x="111" y="3"/>
                  <a:pt x="116" y="0"/>
                </a:cubicBezTo>
                <a:lnTo>
                  <a:pt x="121" y="11"/>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35" name="Text Placeholder 2">
            <a:extLst>
              <a:ext uri="{FF2B5EF4-FFF2-40B4-BE49-F238E27FC236}">
                <a16:creationId xmlns:a16="http://schemas.microsoft.com/office/drawing/2014/main" id="{21978FD8-90AC-46C7-B29C-560EA24F1F83}"/>
              </a:ext>
            </a:extLst>
          </p:cNvPr>
          <p:cNvSpPr>
            <a:spLocks noGrp="1"/>
          </p:cNvSpPr>
          <p:nvPr>
            <p:ph type="body" sz="quarter" idx="10" hasCustomPrompt="1"/>
          </p:nvPr>
        </p:nvSpPr>
        <p:spPr>
          <a:xfrm>
            <a:off x="1422401" y="1943100"/>
            <a:ext cx="8261350" cy="3454400"/>
          </a:xfrm>
        </p:spPr>
        <p:txBody>
          <a:bodyPr/>
          <a:lstStyle>
            <a:lvl1pPr marL="0" indent="0">
              <a:spcBef>
                <a:spcPts val="300"/>
              </a:spcBef>
              <a:buNone/>
              <a:tabLst/>
              <a:defRPr sz="2600" b="0" i="1">
                <a:solidFill>
                  <a:schemeClr val="bg1"/>
                </a:solidFill>
                <a:latin typeface="Georgia" panose="02040502050405020303" pitchFamily="18" charset="0"/>
              </a:defRPr>
            </a:lvl1pPr>
            <a:lvl2pPr marL="0" indent="0">
              <a:spcBef>
                <a:spcPts val="300"/>
              </a:spcBef>
              <a:spcAft>
                <a:spcPts val="0"/>
              </a:spcAft>
              <a:buNone/>
              <a:tabLst/>
              <a:defRPr lang="en-US" sz="1200" b="1" kern="1200" baseline="0" dirty="0" smtClean="0">
                <a:solidFill>
                  <a:schemeClr val="bg1"/>
                </a:solidFill>
                <a:latin typeface="+mn-lt"/>
                <a:ea typeface="+mn-ea"/>
                <a:cs typeface="Arial"/>
              </a:defRPr>
            </a:lvl2pPr>
            <a:lvl3pPr marL="0" indent="0">
              <a:spcBef>
                <a:spcPts val="300"/>
              </a:spcBef>
              <a:buNone/>
              <a:tabLst/>
              <a:defRPr lang="en-US" sz="1200" b="0" kern="1200" baseline="0" dirty="0" smtClean="0">
                <a:solidFill>
                  <a:schemeClr val="bg1"/>
                </a:solidFill>
                <a:latin typeface="+mn-lt"/>
                <a:ea typeface="+mn-ea"/>
                <a:cs typeface="Arial"/>
              </a:defRPr>
            </a:lvl3pPr>
            <a:lvl4pPr marL="0" indent="0">
              <a:spcBef>
                <a:spcPts val="300"/>
              </a:spcBef>
              <a:buNone/>
              <a:tabLst/>
              <a:defRPr sz="2600" b="0" i="1">
                <a:solidFill>
                  <a:schemeClr val="bg1"/>
                </a:solidFill>
                <a:latin typeface="Georgia" panose="02040502050405020303" pitchFamily="18" charset="0"/>
              </a:defRPr>
            </a:lvl4pPr>
            <a:lvl5pPr marL="0" indent="0">
              <a:spcBef>
                <a:spcPts val="300"/>
              </a:spcBef>
              <a:buFont typeface="Arial" panose="020B0604020202020204" pitchFamily="34" charset="0"/>
              <a:buNone/>
              <a:tabLst/>
              <a:defRPr sz="2600" b="0" i="1">
                <a:solidFill>
                  <a:schemeClr val="bg1"/>
                </a:solidFill>
                <a:latin typeface="Georgia" panose="02040502050405020303" pitchFamily="18" charset="0"/>
              </a:defRPr>
            </a:lvl5pPr>
          </a:lstStyle>
          <a:p>
            <a:pPr lvl="0"/>
            <a:r>
              <a:rPr lang="en-US"/>
              <a:t>Quote text here</a:t>
            </a:r>
          </a:p>
          <a:p>
            <a:pPr lvl="1"/>
            <a:r>
              <a:rPr lang="en-US"/>
              <a:t>Name</a:t>
            </a:r>
          </a:p>
          <a:p>
            <a:pPr lvl="2"/>
            <a:r>
              <a:rPr lang="en-US"/>
              <a:t>Title/Company/</a:t>
            </a:r>
            <a:r>
              <a:rPr lang="en-US" err="1"/>
              <a:t>Orginisation</a:t>
            </a:r>
            <a:endParaRPr lang="en-US"/>
          </a:p>
        </p:txBody>
      </p:sp>
    </p:spTree>
    <p:extLst>
      <p:ext uri="{BB962C8B-B14F-4D97-AF65-F5344CB8AC3E}">
        <p14:creationId xmlns:p14="http://schemas.microsoft.com/office/powerpoint/2010/main" val="4084965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Final slide">
    <p:spTree>
      <p:nvGrpSpPr>
        <p:cNvPr id="1" name=""/>
        <p:cNvGrpSpPr/>
        <p:nvPr/>
      </p:nvGrpSpPr>
      <p:grpSpPr>
        <a:xfrm>
          <a:off x="0" y="0"/>
          <a:ext cx="0" cy="0"/>
          <a:chOff x="0" y="0"/>
          <a:chExt cx="0" cy="0"/>
        </a:xfrm>
      </p:grpSpPr>
      <p:pic>
        <p:nvPicPr>
          <p:cNvPr id="6" name="Billed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437"/>
            <a:ext cx="12191999" cy="6866437"/>
          </a:xfrm>
          <a:prstGeom prst="rect">
            <a:avLst/>
          </a:prstGeom>
        </p:spPr>
      </p:pic>
      <p:pic>
        <p:nvPicPr>
          <p:cNvPr id="4" name="Picture 3" descr="SimCorp logo_rentegnet_.eps"/>
          <p:cNvPicPr>
            <a:picLocks noChangeAspect="1"/>
          </p:cNvPicPr>
          <p:nvPr userDrawn="1"/>
        </p:nvPicPr>
        <p:blipFill>
          <a:blip r:embed="rId3" cstate="screen">
            <a:extLst>
              <a:ext uri="{28A0092B-C50C-407E-A947-70E740481C1C}">
                <a14:useLocalDpi xmlns:a14="http://schemas.microsoft.com/office/drawing/2010/main" val="0"/>
              </a:ext>
            </a:extLst>
          </a:blip>
          <a:stretch>
            <a:fillRect/>
          </a:stretch>
        </p:blipFill>
        <p:spPr>
          <a:xfrm>
            <a:off x="3625214" y="2977346"/>
            <a:ext cx="4945927" cy="855057"/>
          </a:xfrm>
          <a:prstGeom prst="rect">
            <a:avLst/>
          </a:prstGeom>
        </p:spPr>
      </p:pic>
      <p:sp>
        <p:nvSpPr>
          <p:cNvPr id="5" name="Text Placeholder 2">
            <a:extLst>
              <a:ext uri="{FF2B5EF4-FFF2-40B4-BE49-F238E27FC236}">
                <a16:creationId xmlns:a16="http://schemas.microsoft.com/office/drawing/2014/main" id="{1997C1C8-2DB9-4256-8136-6A4E413E57BA}"/>
              </a:ext>
            </a:extLst>
          </p:cNvPr>
          <p:cNvSpPr txBox="1">
            <a:spLocks/>
          </p:cNvSpPr>
          <p:nvPr userDrawn="1"/>
        </p:nvSpPr>
        <p:spPr>
          <a:xfrm>
            <a:off x="97971" y="5894809"/>
            <a:ext cx="11952515" cy="864000"/>
          </a:xfrm>
          <a:prstGeom prst="rect">
            <a:avLst/>
          </a:prstGeom>
        </p:spPr>
        <p:txBody>
          <a:bodyPr numCol="1"/>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15AAA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15AAA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15AAA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da-DK" sz="800" b="1">
                <a:solidFill>
                  <a:schemeClr val="accent6">
                    <a:lumMod val="75000"/>
                  </a:schemeClr>
                </a:solidFill>
                <a:latin typeface="+mn-lt"/>
              </a:rPr>
              <a:t>LEGAL NOTICE</a:t>
            </a:r>
          </a:p>
          <a:p>
            <a:r>
              <a:rPr lang="da-DK" sz="800">
                <a:solidFill>
                  <a:schemeClr val="accent6">
                    <a:lumMod val="75000"/>
                  </a:schemeClr>
                </a:solidFill>
                <a:latin typeface="+mn-lt"/>
              </a:rPr>
              <a:t>The contents of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for general information and illustrative purposes only and </a:t>
            </a:r>
            <a:r>
              <a:rPr lang="da-DK" sz="800" err="1">
                <a:solidFill>
                  <a:schemeClr val="accent6">
                    <a:lumMod val="75000"/>
                  </a:schemeClr>
                </a:solidFill>
                <a:latin typeface="+mn-lt"/>
              </a:rPr>
              <a:t>are</a:t>
            </a:r>
            <a:r>
              <a:rPr lang="da-DK" sz="800">
                <a:solidFill>
                  <a:schemeClr val="accent6">
                    <a:lumMod val="75000"/>
                  </a:schemeClr>
                </a:solidFill>
                <a:latin typeface="+mn-lt"/>
              </a:rPr>
              <a:t> </a:t>
            </a:r>
            <a:r>
              <a:rPr lang="da-DK" sz="800" err="1">
                <a:solidFill>
                  <a:schemeClr val="accent6">
                    <a:lumMod val="75000"/>
                  </a:schemeClr>
                </a:solidFill>
                <a:latin typeface="+mn-lt"/>
              </a:rPr>
              <a:t>used</a:t>
            </a:r>
            <a:r>
              <a:rPr lang="da-DK" sz="800">
                <a:solidFill>
                  <a:schemeClr val="accent6">
                    <a:lumMod val="75000"/>
                  </a:schemeClr>
                </a:solidFill>
                <a:latin typeface="+mn-lt"/>
              </a:rPr>
              <a:t> at the </a:t>
            </a:r>
            <a:r>
              <a:rPr lang="da-DK" sz="800" err="1">
                <a:solidFill>
                  <a:schemeClr val="accent6">
                    <a:lumMod val="75000"/>
                  </a:schemeClr>
                </a:solidFill>
                <a:latin typeface="+mn-lt"/>
              </a:rPr>
              <a:t>reader’s</a:t>
            </a:r>
            <a:r>
              <a:rPr lang="da-DK" sz="800">
                <a:solidFill>
                  <a:schemeClr val="accent6">
                    <a:lumMod val="75000"/>
                  </a:schemeClr>
                </a:solidFill>
                <a:latin typeface="+mn-lt"/>
              </a:rPr>
              <a:t> </a:t>
            </a:r>
            <a:r>
              <a:rPr lang="da-DK" sz="800" err="1">
                <a:solidFill>
                  <a:schemeClr val="accent6">
                    <a:lumMod val="75000"/>
                  </a:schemeClr>
                </a:solidFill>
                <a:latin typeface="+mn-lt"/>
              </a:rPr>
              <a:t>own</a:t>
            </a:r>
            <a:r>
              <a:rPr lang="da-DK" sz="800">
                <a:solidFill>
                  <a:schemeClr val="accent6">
                    <a:lumMod val="75000"/>
                  </a:schemeClr>
                </a:solidFill>
                <a:latin typeface="+mn-lt"/>
              </a:rPr>
              <a:t> </a:t>
            </a:r>
            <a:r>
              <a:rPr lang="da-DK" sz="800" err="1">
                <a:solidFill>
                  <a:schemeClr val="accent6">
                    <a:lumMod val="75000"/>
                  </a:schemeClr>
                </a:solidFill>
                <a:latin typeface="+mn-lt"/>
              </a:rPr>
              <a:t>risk</a:t>
            </a:r>
            <a:r>
              <a:rPr lang="da-DK" sz="800">
                <a:solidFill>
                  <a:schemeClr val="accent6">
                    <a:lumMod val="75000"/>
                  </a:schemeClr>
                </a:solidFill>
                <a:latin typeface="+mn-lt"/>
              </a:rPr>
              <a:t>. </a:t>
            </a:r>
            <a:r>
              <a:rPr lang="da-DK" sz="800" err="1">
                <a:solidFill>
                  <a:schemeClr val="accent6">
                    <a:lumMod val="75000"/>
                  </a:schemeClr>
                </a:solidFill>
                <a:latin typeface="+mn-lt"/>
              </a:rPr>
              <a:t>SimCorp</a:t>
            </a:r>
            <a:r>
              <a:rPr lang="da-DK" sz="800">
                <a:solidFill>
                  <a:schemeClr val="accent6">
                    <a:lumMod val="75000"/>
                  </a:schemeClr>
                </a:solidFill>
                <a:latin typeface="+mn-lt"/>
              </a:rPr>
              <a:t> </a:t>
            </a:r>
            <a:r>
              <a:rPr lang="da-DK" sz="800" err="1">
                <a:solidFill>
                  <a:schemeClr val="accent6">
                    <a:lumMod val="75000"/>
                  </a:schemeClr>
                </a:solidFill>
                <a:latin typeface="+mn-lt"/>
              </a:rPr>
              <a:t>uses</a:t>
            </a:r>
            <a:r>
              <a:rPr lang="da-DK" sz="800">
                <a:solidFill>
                  <a:schemeClr val="accent6">
                    <a:lumMod val="75000"/>
                  </a:schemeClr>
                </a:solidFill>
                <a:latin typeface="+mn-lt"/>
              </a:rPr>
              <a:t> all </a:t>
            </a:r>
            <a:r>
              <a:rPr lang="da-DK" sz="800" err="1">
                <a:solidFill>
                  <a:schemeClr val="accent6">
                    <a:lumMod val="75000"/>
                  </a:schemeClr>
                </a:solidFill>
                <a:latin typeface="+mn-lt"/>
              </a:rPr>
              <a:t>reasonable</a:t>
            </a:r>
            <a:r>
              <a:rPr lang="da-DK" sz="800">
                <a:solidFill>
                  <a:schemeClr val="accent6">
                    <a:lumMod val="75000"/>
                  </a:schemeClr>
                </a:solidFill>
                <a:latin typeface="+mn-lt"/>
              </a:rPr>
              <a:t> </a:t>
            </a:r>
            <a:r>
              <a:rPr lang="da-DK" sz="800" err="1">
                <a:solidFill>
                  <a:schemeClr val="accent6">
                    <a:lumMod val="75000"/>
                  </a:schemeClr>
                </a:solidFill>
                <a:latin typeface="+mn-lt"/>
              </a:rPr>
              <a:t>endeavors</a:t>
            </a:r>
            <a:r>
              <a:rPr lang="da-DK" sz="800">
                <a:solidFill>
                  <a:schemeClr val="accent6">
                    <a:lumMod val="75000"/>
                  </a:schemeClr>
                </a:solidFill>
                <a:latin typeface="+mn-lt"/>
              </a:rPr>
              <a:t> to </a:t>
            </a:r>
            <a:r>
              <a:rPr lang="da-DK" sz="800" err="1">
                <a:solidFill>
                  <a:schemeClr val="accent6">
                    <a:lumMod val="75000"/>
                  </a:schemeClr>
                </a:solidFill>
                <a:latin typeface="+mn-lt"/>
              </a:rPr>
              <a:t>ensure</a:t>
            </a:r>
            <a:r>
              <a:rPr lang="da-DK" sz="800">
                <a:solidFill>
                  <a:schemeClr val="accent6">
                    <a:lumMod val="75000"/>
                  </a:schemeClr>
                </a:solidFill>
                <a:latin typeface="+mn-lt"/>
              </a:rPr>
              <a:t> the </a:t>
            </a:r>
            <a:r>
              <a:rPr lang="da-DK" sz="800" err="1">
                <a:solidFill>
                  <a:schemeClr val="accent6">
                    <a:lumMod val="75000"/>
                  </a:schemeClr>
                </a:solidFill>
                <a:latin typeface="+mn-lt"/>
              </a:rPr>
              <a:t>accuracy</a:t>
            </a:r>
            <a:r>
              <a:rPr lang="da-DK" sz="800">
                <a:solidFill>
                  <a:schemeClr val="accent6">
                    <a:lumMod val="75000"/>
                  </a:schemeClr>
                </a:solidFill>
                <a:latin typeface="+mn-lt"/>
              </a:rPr>
              <a:t> of the information. </a:t>
            </a:r>
            <a:r>
              <a:rPr lang="da-DK" sz="800" err="1">
                <a:solidFill>
                  <a:schemeClr val="accent6">
                    <a:lumMod val="75000"/>
                  </a:schemeClr>
                </a:solidFill>
                <a:latin typeface="+mn-lt"/>
              </a:rPr>
              <a:t>However</a:t>
            </a:r>
            <a:r>
              <a:rPr lang="da-DK" sz="800">
                <a:solidFill>
                  <a:schemeClr val="accent6">
                    <a:lumMod val="75000"/>
                  </a:schemeClr>
                </a:solidFill>
                <a:latin typeface="+mn-lt"/>
              </a:rPr>
              <a:t>, </a:t>
            </a:r>
            <a:r>
              <a:rPr lang="da-DK" sz="800" err="1">
                <a:solidFill>
                  <a:schemeClr val="accent6">
                    <a:lumMod val="75000"/>
                  </a:schemeClr>
                </a:solidFill>
                <a:latin typeface="+mn-lt"/>
              </a:rPr>
              <a:t>SimCorp</a:t>
            </a:r>
            <a:r>
              <a:rPr lang="da-DK" sz="800">
                <a:solidFill>
                  <a:schemeClr val="accent6">
                    <a:lumMod val="75000"/>
                  </a:schemeClr>
                </a:solidFill>
                <a:latin typeface="+mn-lt"/>
              </a:rPr>
              <a:t> </a:t>
            </a:r>
            <a:r>
              <a:rPr lang="da-DK" sz="800" err="1">
                <a:solidFill>
                  <a:schemeClr val="accent6">
                    <a:lumMod val="75000"/>
                  </a:schemeClr>
                </a:solidFill>
                <a:latin typeface="+mn-lt"/>
              </a:rPr>
              <a:t>does</a:t>
            </a:r>
            <a:r>
              <a:rPr lang="da-DK" sz="800">
                <a:solidFill>
                  <a:schemeClr val="accent6">
                    <a:lumMod val="75000"/>
                  </a:schemeClr>
                </a:solidFill>
                <a:latin typeface="+mn-lt"/>
              </a:rPr>
              <a:t> not </a:t>
            </a:r>
            <a:r>
              <a:rPr lang="da-DK" sz="800" err="1">
                <a:solidFill>
                  <a:schemeClr val="accent6">
                    <a:lumMod val="75000"/>
                  </a:schemeClr>
                </a:solidFill>
                <a:latin typeface="+mn-lt"/>
              </a:rPr>
              <a:t>guarantee</a:t>
            </a:r>
            <a:r>
              <a:rPr lang="da-DK" sz="800">
                <a:solidFill>
                  <a:schemeClr val="accent6">
                    <a:lumMod val="75000"/>
                  </a:schemeClr>
                </a:solidFill>
                <a:latin typeface="+mn-lt"/>
              </a:rPr>
              <a:t> or warrant the </a:t>
            </a:r>
            <a:r>
              <a:rPr lang="da-DK" sz="800" err="1">
                <a:solidFill>
                  <a:schemeClr val="accent6">
                    <a:lumMod val="75000"/>
                  </a:schemeClr>
                </a:solidFill>
                <a:latin typeface="+mn-lt"/>
              </a:rPr>
              <a:t>accuracy</a:t>
            </a:r>
            <a:r>
              <a:rPr lang="da-DK" sz="800">
                <a:solidFill>
                  <a:schemeClr val="accent6">
                    <a:lumMod val="75000"/>
                  </a:schemeClr>
                </a:solidFill>
                <a:latin typeface="+mn-lt"/>
              </a:rPr>
              <a:t>, </a:t>
            </a:r>
            <a:r>
              <a:rPr lang="da-DK" sz="800" err="1">
                <a:solidFill>
                  <a:schemeClr val="accent6">
                    <a:lumMod val="75000"/>
                  </a:schemeClr>
                </a:solidFill>
                <a:latin typeface="+mn-lt"/>
              </a:rPr>
              <a:t>completeness</a:t>
            </a:r>
            <a:r>
              <a:rPr lang="da-DK" sz="800">
                <a:solidFill>
                  <a:schemeClr val="accent6">
                    <a:lumMod val="75000"/>
                  </a:schemeClr>
                </a:solidFill>
                <a:latin typeface="+mn-lt"/>
              </a:rPr>
              <a:t>, </a:t>
            </a:r>
            <a:r>
              <a:rPr lang="da-DK" sz="800" err="1">
                <a:solidFill>
                  <a:schemeClr val="accent6">
                    <a:lumMod val="75000"/>
                  </a:schemeClr>
                </a:solidFill>
                <a:latin typeface="+mn-lt"/>
              </a:rPr>
              <a:t>factual</a:t>
            </a:r>
            <a:r>
              <a:rPr lang="da-DK" sz="800">
                <a:solidFill>
                  <a:schemeClr val="accent6">
                    <a:lumMod val="75000"/>
                  </a:schemeClr>
                </a:solidFill>
                <a:latin typeface="+mn-lt"/>
              </a:rPr>
              <a:t> </a:t>
            </a:r>
            <a:r>
              <a:rPr lang="da-DK" sz="800" err="1">
                <a:solidFill>
                  <a:schemeClr val="accent6">
                    <a:lumMod val="75000"/>
                  </a:schemeClr>
                </a:solidFill>
                <a:latin typeface="+mn-lt"/>
              </a:rPr>
              <a:t>correctness</a:t>
            </a:r>
            <a:r>
              <a:rPr lang="da-DK" sz="800">
                <a:solidFill>
                  <a:schemeClr val="accent6">
                    <a:lumMod val="75000"/>
                  </a:schemeClr>
                </a:solidFill>
                <a:latin typeface="+mn-lt"/>
              </a:rPr>
              <a:t>, or </a:t>
            </a:r>
            <a:r>
              <a:rPr lang="da-DK" sz="800" err="1">
                <a:solidFill>
                  <a:schemeClr val="accent6">
                    <a:lumMod val="75000"/>
                  </a:schemeClr>
                </a:solidFill>
                <a:latin typeface="+mn-lt"/>
              </a:rPr>
              <a:t>reliability</a:t>
            </a:r>
            <a:r>
              <a:rPr lang="da-DK" sz="800">
                <a:solidFill>
                  <a:schemeClr val="accent6">
                    <a:lumMod val="75000"/>
                  </a:schemeClr>
                </a:solidFill>
                <a:latin typeface="+mn-lt"/>
              </a:rPr>
              <a:t> of </a:t>
            </a:r>
            <a:r>
              <a:rPr lang="da-DK" sz="800" err="1">
                <a:solidFill>
                  <a:schemeClr val="accent6">
                    <a:lumMod val="75000"/>
                  </a:schemeClr>
                </a:solidFill>
                <a:latin typeface="+mn-lt"/>
              </a:rPr>
              <a:t>any</a:t>
            </a:r>
            <a:r>
              <a:rPr lang="da-DK" sz="800">
                <a:solidFill>
                  <a:schemeClr val="accent6">
                    <a:lumMod val="75000"/>
                  </a:schemeClr>
                </a:solidFill>
                <a:latin typeface="+mn-lt"/>
              </a:rPr>
              <a:t> information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and </a:t>
            </a:r>
            <a:r>
              <a:rPr lang="da-DK" sz="800" err="1">
                <a:solidFill>
                  <a:schemeClr val="accent6">
                    <a:lumMod val="75000"/>
                  </a:schemeClr>
                </a:solidFill>
                <a:latin typeface="+mn-lt"/>
              </a:rPr>
              <a:t>does</a:t>
            </a:r>
            <a:r>
              <a:rPr lang="da-DK" sz="800">
                <a:solidFill>
                  <a:schemeClr val="accent6">
                    <a:lumMod val="75000"/>
                  </a:schemeClr>
                </a:solidFill>
                <a:latin typeface="+mn-lt"/>
              </a:rPr>
              <a:t> not accept </a:t>
            </a:r>
            <a:r>
              <a:rPr lang="da-DK" sz="800" err="1">
                <a:solidFill>
                  <a:schemeClr val="accent6">
                    <a:lumMod val="75000"/>
                  </a:schemeClr>
                </a:solidFill>
                <a:latin typeface="+mn-lt"/>
              </a:rPr>
              <a:t>liability</a:t>
            </a:r>
            <a:r>
              <a:rPr lang="da-DK" sz="800">
                <a:solidFill>
                  <a:schemeClr val="accent6">
                    <a:lumMod val="75000"/>
                  </a:schemeClr>
                </a:solidFill>
                <a:latin typeface="+mn-lt"/>
              </a:rPr>
              <a:t> for </a:t>
            </a:r>
            <a:r>
              <a:rPr lang="da-DK" sz="800" err="1">
                <a:solidFill>
                  <a:schemeClr val="accent6">
                    <a:lumMod val="75000"/>
                  </a:schemeClr>
                </a:solidFill>
                <a:latin typeface="+mn-lt"/>
              </a:rPr>
              <a:t>errors</a:t>
            </a:r>
            <a:r>
              <a:rPr lang="da-DK" sz="800">
                <a:solidFill>
                  <a:schemeClr val="accent6">
                    <a:lumMod val="75000"/>
                  </a:schemeClr>
                </a:solidFill>
                <a:latin typeface="+mn-lt"/>
              </a:rPr>
              <a:t>, </a:t>
            </a:r>
            <a:r>
              <a:rPr lang="da-DK" sz="800" err="1">
                <a:solidFill>
                  <a:schemeClr val="accent6">
                    <a:lumMod val="75000"/>
                  </a:schemeClr>
                </a:solidFill>
                <a:latin typeface="+mn-lt"/>
              </a:rPr>
              <a:t>omissions</a:t>
            </a:r>
            <a:r>
              <a:rPr lang="da-DK" sz="800">
                <a:solidFill>
                  <a:schemeClr val="accent6">
                    <a:lumMod val="75000"/>
                  </a:schemeClr>
                </a:solidFill>
                <a:latin typeface="+mn-lt"/>
              </a:rPr>
              <a:t>, </a:t>
            </a:r>
            <a:r>
              <a:rPr lang="da-DK" sz="800" err="1">
                <a:solidFill>
                  <a:schemeClr val="accent6">
                    <a:lumMod val="75000"/>
                  </a:schemeClr>
                </a:solidFill>
                <a:latin typeface="+mn-lt"/>
              </a:rPr>
              <a:t>inaccuracies</a:t>
            </a:r>
            <a:r>
              <a:rPr lang="da-DK" sz="800">
                <a:solidFill>
                  <a:schemeClr val="accent6">
                    <a:lumMod val="75000"/>
                  </a:schemeClr>
                </a:solidFill>
                <a:latin typeface="+mn-lt"/>
              </a:rPr>
              <a:t>, or </a:t>
            </a:r>
            <a:r>
              <a:rPr lang="da-DK" sz="800" err="1">
                <a:solidFill>
                  <a:schemeClr val="accent6">
                    <a:lumMod val="75000"/>
                  </a:schemeClr>
                </a:solidFill>
                <a:latin typeface="+mn-lt"/>
              </a:rPr>
              <a:t>typographical</a:t>
            </a:r>
            <a:r>
              <a:rPr lang="da-DK" sz="800">
                <a:solidFill>
                  <a:schemeClr val="accent6">
                    <a:lumMod val="75000"/>
                  </a:schemeClr>
                </a:solidFill>
                <a:latin typeface="+mn-lt"/>
              </a:rPr>
              <a:t> </a:t>
            </a:r>
            <a:r>
              <a:rPr lang="da-DK" sz="800" err="1">
                <a:solidFill>
                  <a:schemeClr val="accent6">
                    <a:lumMod val="75000"/>
                  </a:schemeClr>
                </a:solidFill>
                <a:latin typeface="+mn-lt"/>
              </a:rPr>
              <a:t>errors</a:t>
            </a:r>
            <a:r>
              <a:rPr lang="da-DK" sz="800">
                <a:solidFill>
                  <a:schemeClr val="accent6">
                    <a:lumMod val="75000"/>
                  </a:schemeClr>
                </a:solidFill>
                <a:latin typeface="+mn-lt"/>
              </a:rPr>
              <a:t>. The views and opinions </a:t>
            </a:r>
            <a:r>
              <a:rPr lang="da-DK" sz="800" err="1">
                <a:solidFill>
                  <a:schemeClr val="accent6">
                    <a:lumMod val="75000"/>
                  </a:schemeClr>
                </a:solidFill>
                <a:latin typeface="+mn-lt"/>
              </a:rPr>
              <a:t>expressed</a:t>
            </a:r>
            <a:r>
              <a:rPr lang="da-DK" sz="800">
                <a:solidFill>
                  <a:schemeClr val="accent6">
                    <a:lumMod val="75000"/>
                  </a:schemeClr>
                </a:solidFill>
                <a:latin typeface="+mn-lt"/>
              </a:rPr>
              <a:t>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publication</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not </a:t>
            </a:r>
            <a:r>
              <a:rPr lang="da-DK" sz="800" err="1">
                <a:solidFill>
                  <a:schemeClr val="accent6">
                    <a:lumMod val="75000"/>
                  </a:schemeClr>
                </a:solidFill>
                <a:latin typeface="+mn-lt"/>
              </a:rPr>
              <a:t>necessarily</a:t>
            </a:r>
            <a:r>
              <a:rPr lang="da-DK" sz="800">
                <a:solidFill>
                  <a:schemeClr val="accent6">
                    <a:lumMod val="75000"/>
                  </a:schemeClr>
                </a:solidFill>
                <a:latin typeface="+mn-lt"/>
              </a:rPr>
              <a:t> </a:t>
            </a:r>
            <a:r>
              <a:rPr lang="da-DK" sz="800" err="1">
                <a:solidFill>
                  <a:schemeClr val="accent6">
                    <a:lumMod val="75000"/>
                  </a:schemeClr>
                </a:solidFill>
                <a:latin typeface="+mn-lt"/>
              </a:rPr>
              <a:t>those</a:t>
            </a:r>
            <a:r>
              <a:rPr lang="da-DK" sz="800">
                <a:solidFill>
                  <a:schemeClr val="accent6">
                    <a:lumMod val="75000"/>
                  </a:schemeClr>
                </a:solidFill>
                <a:latin typeface="+mn-lt"/>
              </a:rPr>
              <a:t> of </a:t>
            </a:r>
            <a:r>
              <a:rPr lang="da-DK" sz="800" err="1">
                <a:solidFill>
                  <a:schemeClr val="accent6">
                    <a:lumMod val="75000"/>
                  </a:schemeClr>
                </a:solidFill>
                <a:latin typeface="+mn-lt"/>
              </a:rPr>
              <a:t>SimCorp</a:t>
            </a:r>
            <a:r>
              <a:rPr lang="da-DK" sz="800">
                <a:solidFill>
                  <a:schemeClr val="accent6">
                    <a:lumMod val="75000"/>
                  </a:schemeClr>
                </a:solidFill>
                <a:latin typeface="+mn-lt"/>
              </a:rPr>
              <a:t>. © 2020 </a:t>
            </a:r>
            <a:r>
              <a:rPr lang="da-DK" sz="800" err="1">
                <a:solidFill>
                  <a:schemeClr val="accent6">
                    <a:lumMod val="75000"/>
                  </a:schemeClr>
                </a:solidFill>
                <a:latin typeface="+mn-lt"/>
              </a:rPr>
              <a:t>SimCorp</a:t>
            </a:r>
            <a:r>
              <a:rPr lang="da-DK" sz="800">
                <a:solidFill>
                  <a:schemeClr val="accent6">
                    <a:lumMod val="75000"/>
                  </a:schemeClr>
                </a:solidFill>
                <a:latin typeface="+mn-lt"/>
              </a:rPr>
              <a:t> A/S. All </a:t>
            </a:r>
            <a:r>
              <a:rPr lang="da-DK" sz="800" err="1">
                <a:solidFill>
                  <a:schemeClr val="accent6">
                    <a:lumMod val="75000"/>
                  </a:schemeClr>
                </a:solidFill>
                <a:latin typeface="+mn-lt"/>
              </a:rPr>
              <a:t>rights</a:t>
            </a:r>
            <a:r>
              <a:rPr lang="da-DK" sz="800">
                <a:solidFill>
                  <a:schemeClr val="accent6">
                    <a:lumMod val="75000"/>
                  </a:schemeClr>
                </a:solidFill>
                <a:latin typeface="+mn-lt"/>
              </a:rPr>
              <a:t> </a:t>
            </a:r>
            <a:r>
              <a:rPr lang="da-DK" sz="800" err="1">
                <a:solidFill>
                  <a:schemeClr val="accent6">
                    <a:lumMod val="75000"/>
                  </a:schemeClr>
                </a:solidFill>
                <a:latin typeface="+mn-lt"/>
              </a:rPr>
              <a:t>reserved</a:t>
            </a:r>
            <a:r>
              <a:rPr lang="da-DK" sz="800">
                <a:solidFill>
                  <a:schemeClr val="accent6">
                    <a:lumMod val="75000"/>
                  </a:schemeClr>
                </a:solidFill>
                <a:latin typeface="+mn-lt"/>
              </a:rPr>
              <a:t>. </a:t>
            </a:r>
            <a:r>
              <a:rPr lang="da-DK" sz="800" err="1">
                <a:solidFill>
                  <a:schemeClr val="accent6">
                    <a:lumMod val="75000"/>
                  </a:schemeClr>
                </a:solidFill>
                <a:latin typeface="+mn-lt"/>
              </a:rPr>
              <a:t>Without</a:t>
            </a:r>
            <a:r>
              <a:rPr lang="da-DK" sz="800">
                <a:solidFill>
                  <a:schemeClr val="accent6">
                    <a:lumMod val="75000"/>
                  </a:schemeClr>
                </a:solidFill>
                <a:latin typeface="+mn-lt"/>
              </a:rPr>
              <a:t> </a:t>
            </a:r>
            <a:r>
              <a:rPr lang="da-DK" sz="800" err="1">
                <a:solidFill>
                  <a:schemeClr val="accent6">
                    <a:lumMod val="75000"/>
                  </a:schemeClr>
                </a:solidFill>
                <a:latin typeface="+mn-lt"/>
              </a:rPr>
              <a:t>limiting</a:t>
            </a:r>
            <a:r>
              <a:rPr lang="da-DK" sz="800">
                <a:solidFill>
                  <a:schemeClr val="accent6">
                    <a:lumMod val="75000"/>
                  </a:schemeClr>
                </a:solidFill>
                <a:latin typeface="+mn-lt"/>
              </a:rPr>
              <a:t> </a:t>
            </a:r>
            <a:r>
              <a:rPr lang="da-DK" sz="800" err="1">
                <a:solidFill>
                  <a:schemeClr val="accent6">
                    <a:lumMod val="75000"/>
                  </a:schemeClr>
                </a:solidFill>
                <a:latin typeface="+mn-lt"/>
              </a:rPr>
              <a:t>rights</a:t>
            </a:r>
            <a:r>
              <a:rPr lang="da-DK" sz="800">
                <a:solidFill>
                  <a:schemeClr val="accent6">
                    <a:lumMod val="75000"/>
                  </a:schemeClr>
                </a:solidFill>
                <a:latin typeface="+mn-lt"/>
              </a:rPr>
              <a:t> under copyright, no part of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document</a:t>
            </a:r>
            <a:r>
              <a:rPr lang="da-DK" sz="800">
                <a:solidFill>
                  <a:schemeClr val="accent6">
                    <a:lumMod val="75000"/>
                  </a:schemeClr>
                </a:solidFill>
                <a:latin typeface="+mn-lt"/>
              </a:rPr>
              <a:t> </a:t>
            </a:r>
            <a:r>
              <a:rPr lang="da-DK" sz="800" err="1">
                <a:solidFill>
                  <a:schemeClr val="accent6">
                    <a:lumMod val="75000"/>
                  </a:schemeClr>
                </a:solidFill>
                <a:latin typeface="+mn-lt"/>
              </a:rPr>
              <a:t>may</a:t>
            </a:r>
            <a:r>
              <a:rPr lang="da-DK" sz="800">
                <a:solidFill>
                  <a:schemeClr val="accent6">
                    <a:lumMod val="75000"/>
                  </a:schemeClr>
                </a:solidFill>
                <a:latin typeface="+mn-lt"/>
              </a:rPr>
              <a:t> </a:t>
            </a:r>
            <a:r>
              <a:rPr lang="da-DK" sz="800" err="1">
                <a:solidFill>
                  <a:schemeClr val="accent6">
                    <a:lumMod val="75000"/>
                  </a:schemeClr>
                </a:solidFill>
                <a:latin typeface="+mn-lt"/>
              </a:rPr>
              <a:t>be</a:t>
            </a:r>
            <a:r>
              <a:rPr lang="da-DK" sz="800">
                <a:solidFill>
                  <a:schemeClr val="accent6">
                    <a:lumMod val="75000"/>
                  </a:schemeClr>
                </a:solidFill>
                <a:latin typeface="+mn-lt"/>
              </a:rPr>
              <a:t> </a:t>
            </a:r>
            <a:r>
              <a:rPr lang="da-DK" sz="800" err="1">
                <a:solidFill>
                  <a:schemeClr val="accent6">
                    <a:lumMod val="75000"/>
                  </a:schemeClr>
                </a:solidFill>
                <a:latin typeface="+mn-lt"/>
              </a:rPr>
              <a:t>reproduced</a:t>
            </a:r>
            <a:r>
              <a:rPr lang="da-DK" sz="800">
                <a:solidFill>
                  <a:schemeClr val="accent6">
                    <a:lumMod val="75000"/>
                  </a:schemeClr>
                </a:solidFill>
                <a:latin typeface="+mn-lt"/>
              </a:rPr>
              <a:t>, </a:t>
            </a:r>
            <a:r>
              <a:rPr lang="da-DK" sz="800" err="1">
                <a:solidFill>
                  <a:schemeClr val="accent6">
                    <a:lumMod val="75000"/>
                  </a:schemeClr>
                </a:solidFill>
                <a:latin typeface="+mn-lt"/>
              </a:rPr>
              <a:t>stored</a:t>
            </a:r>
            <a:r>
              <a:rPr lang="da-DK" sz="800">
                <a:solidFill>
                  <a:schemeClr val="accent6">
                    <a:lumMod val="75000"/>
                  </a:schemeClr>
                </a:solidFill>
                <a:latin typeface="+mn-lt"/>
              </a:rPr>
              <a:t> in, or </a:t>
            </a:r>
            <a:r>
              <a:rPr lang="da-DK" sz="800" err="1">
                <a:solidFill>
                  <a:schemeClr val="accent6">
                    <a:lumMod val="75000"/>
                  </a:schemeClr>
                </a:solidFill>
                <a:latin typeface="+mn-lt"/>
              </a:rPr>
              <a:t>introduced</a:t>
            </a:r>
            <a:r>
              <a:rPr lang="da-DK" sz="800">
                <a:solidFill>
                  <a:schemeClr val="accent6">
                    <a:lumMod val="75000"/>
                  </a:schemeClr>
                </a:solidFill>
                <a:latin typeface="+mn-lt"/>
              </a:rPr>
              <a:t> </a:t>
            </a:r>
            <a:r>
              <a:rPr lang="da-DK" sz="800" err="1">
                <a:solidFill>
                  <a:schemeClr val="accent6">
                    <a:lumMod val="75000"/>
                  </a:schemeClr>
                </a:solidFill>
                <a:latin typeface="+mn-lt"/>
              </a:rPr>
              <a:t>into</a:t>
            </a:r>
            <a:r>
              <a:rPr lang="da-DK" sz="800">
                <a:solidFill>
                  <a:schemeClr val="accent6">
                    <a:lumMod val="75000"/>
                  </a:schemeClr>
                </a:solidFill>
                <a:latin typeface="+mn-lt"/>
              </a:rPr>
              <a:t> a </a:t>
            </a:r>
            <a:r>
              <a:rPr lang="da-DK" sz="800" err="1">
                <a:solidFill>
                  <a:schemeClr val="accent6">
                    <a:lumMod val="75000"/>
                  </a:schemeClr>
                </a:solidFill>
                <a:latin typeface="+mn-lt"/>
              </a:rPr>
              <a:t>retrieval</a:t>
            </a:r>
            <a:r>
              <a:rPr lang="da-DK" sz="800">
                <a:solidFill>
                  <a:schemeClr val="accent6">
                    <a:lumMod val="75000"/>
                  </a:schemeClr>
                </a:solidFill>
                <a:latin typeface="+mn-lt"/>
              </a:rPr>
              <a:t> system, or </a:t>
            </a:r>
            <a:r>
              <a:rPr lang="da-DK" sz="800" err="1">
                <a:solidFill>
                  <a:schemeClr val="accent6">
                    <a:lumMod val="75000"/>
                  </a:schemeClr>
                </a:solidFill>
                <a:latin typeface="+mn-lt"/>
              </a:rPr>
              <a:t>transmitted</a:t>
            </a:r>
            <a:r>
              <a:rPr lang="da-DK" sz="800">
                <a:solidFill>
                  <a:schemeClr val="accent6">
                    <a:lumMod val="75000"/>
                  </a:schemeClr>
                </a:solidFill>
                <a:latin typeface="+mn-lt"/>
              </a:rPr>
              <a:t> in </a:t>
            </a:r>
            <a:r>
              <a:rPr lang="da-DK" sz="800" err="1">
                <a:solidFill>
                  <a:schemeClr val="accent6">
                    <a:lumMod val="75000"/>
                  </a:schemeClr>
                </a:solidFill>
                <a:latin typeface="+mn-lt"/>
              </a:rPr>
              <a:t>any</a:t>
            </a:r>
            <a:r>
              <a:rPr lang="da-DK" sz="800">
                <a:solidFill>
                  <a:schemeClr val="accent6">
                    <a:lumMod val="75000"/>
                  </a:schemeClr>
                </a:solidFill>
                <a:latin typeface="+mn-lt"/>
              </a:rPr>
              <a:t> form, by </a:t>
            </a:r>
            <a:r>
              <a:rPr lang="da-DK" sz="800" err="1">
                <a:solidFill>
                  <a:schemeClr val="accent6">
                    <a:lumMod val="75000"/>
                  </a:schemeClr>
                </a:solidFill>
                <a:latin typeface="+mn-lt"/>
              </a:rPr>
              <a:t>any</a:t>
            </a:r>
            <a:r>
              <a:rPr lang="da-DK" sz="800">
                <a:solidFill>
                  <a:schemeClr val="accent6">
                    <a:lumMod val="75000"/>
                  </a:schemeClr>
                </a:solidFill>
                <a:latin typeface="+mn-lt"/>
              </a:rPr>
              <a:t> </a:t>
            </a:r>
            <a:r>
              <a:rPr lang="da-DK" sz="800" err="1">
                <a:solidFill>
                  <a:schemeClr val="accent6">
                    <a:lumMod val="75000"/>
                  </a:schemeClr>
                </a:solidFill>
                <a:latin typeface="+mn-lt"/>
              </a:rPr>
              <a:t>means</a:t>
            </a:r>
            <a:r>
              <a:rPr lang="da-DK" sz="800">
                <a:solidFill>
                  <a:schemeClr val="accent6">
                    <a:lumMod val="75000"/>
                  </a:schemeClr>
                </a:solidFill>
                <a:latin typeface="+mn-lt"/>
              </a:rPr>
              <a:t> (</a:t>
            </a:r>
            <a:r>
              <a:rPr lang="da-DK" sz="800" err="1">
                <a:solidFill>
                  <a:schemeClr val="accent6">
                    <a:lumMod val="75000"/>
                  </a:schemeClr>
                </a:solidFill>
                <a:latin typeface="+mn-lt"/>
              </a:rPr>
              <a:t>electronic</a:t>
            </a:r>
            <a:r>
              <a:rPr lang="da-DK" sz="800">
                <a:solidFill>
                  <a:schemeClr val="accent6">
                    <a:lumMod val="75000"/>
                  </a:schemeClr>
                </a:solidFill>
                <a:latin typeface="+mn-lt"/>
              </a:rPr>
              <a:t>, </a:t>
            </a:r>
            <a:r>
              <a:rPr lang="da-DK" sz="800" err="1">
                <a:solidFill>
                  <a:schemeClr val="accent6">
                    <a:lumMod val="75000"/>
                  </a:schemeClr>
                </a:solidFill>
                <a:latin typeface="+mn-lt"/>
              </a:rPr>
              <a:t>mechanical</a:t>
            </a:r>
            <a:r>
              <a:rPr lang="da-DK" sz="800">
                <a:solidFill>
                  <a:schemeClr val="accent6">
                    <a:lumMod val="75000"/>
                  </a:schemeClr>
                </a:solidFill>
                <a:latin typeface="+mn-lt"/>
              </a:rPr>
              <a:t>, </a:t>
            </a:r>
            <a:r>
              <a:rPr lang="da-DK" sz="800" err="1">
                <a:solidFill>
                  <a:schemeClr val="accent6">
                    <a:lumMod val="75000"/>
                  </a:schemeClr>
                </a:solidFill>
                <a:latin typeface="+mn-lt"/>
              </a:rPr>
              <a:t>photocopying</a:t>
            </a:r>
            <a:r>
              <a:rPr lang="da-DK" sz="800">
                <a:solidFill>
                  <a:schemeClr val="accent6">
                    <a:lumMod val="75000"/>
                  </a:schemeClr>
                </a:solidFill>
                <a:latin typeface="+mn-lt"/>
              </a:rPr>
              <a:t>, </a:t>
            </a:r>
            <a:r>
              <a:rPr lang="da-DK" sz="800" err="1">
                <a:solidFill>
                  <a:schemeClr val="accent6">
                    <a:lumMod val="75000"/>
                  </a:schemeClr>
                </a:solidFill>
                <a:latin typeface="+mn-lt"/>
              </a:rPr>
              <a:t>recording</a:t>
            </a:r>
            <a:r>
              <a:rPr lang="da-DK" sz="800">
                <a:solidFill>
                  <a:schemeClr val="accent6">
                    <a:lumMod val="75000"/>
                  </a:schemeClr>
                </a:solidFill>
                <a:latin typeface="+mn-lt"/>
              </a:rPr>
              <a:t>, or </a:t>
            </a:r>
            <a:r>
              <a:rPr lang="da-DK" sz="800" err="1">
                <a:solidFill>
                  <a:schemeClr val="accent6">
                    <a:lumMod val="75000"/>
                  </a:schemeClr>
                </a:solidFill>
                <a:latin typeface="+mn-lt"/>
              </a:rPr>
              <a:t>otherwise</a:t>
            </a:r>
            <a:r>
              <a:rPr lang="da-DK" sz="800">
                <a:solidFill>
                  <a:schemeClr val="accent6">
                    <a:lumMod val="75000"/>
                  </a:schemeClr>
                </a:solidFill>
                <a:latin typeface="+mn-lt"/>
              </a:rPr>
              <a:t>), or for </a:t>
            </a:r>
            <a:r>
              <a:rPr lang="da-DK" sz="800" err="1">
                <a:solidFill>
                  <a:schemeClr val="accent6">
                    <a:lumMod val="75000"/>
                  </a:schemeClr>
                </a:solidFill>
                <a:latin typeface="+mn-lt"/>
              </a:rPr>
              <a:t>any</a:t>
            </a:r>
            <a:r>
              <a:rPr lang="da-DK" sz="800">
                <a:solidFill>
                  <a:schemeClr val="accent6">
                    <a:lumMod val="75000"/>
                  </a:schemeClr>
                </a:solidFill>
                <a:latin typeface="+mn-lt"/>
              </a:rPr>
              <a:t> purpose </a:t>
            </a:r>
            <a:r>
              <a:rPr lang="da-DK" sz="800" err="1">
                <a:solidFill>
                  <a:schemeClr val="accent6">
                    <a:lumMod val="75000"/>
                  </a:schemeClr>
                </a:solidFill>
                <a:latin typeface="+mn-lt"/>
              </a:rPr>
              <a:t>without</a:t>
            </a:r>
            <a:r>
              <a:rPr lang="da-DK" sz="800">
                <a:solidFill>
                  <a:schemeClr val="accent6">
                    <a:lumMod val="75000"/>
                  </a:schemeClr>
                </a:solidFill>
                <a:latin typeface="+mn-lt"/>
              </a:rPr>
              <a:t> the </a:t>
            </a:r>
            <a:r>
              <a:rPr lang="da-DK" sz="800" err="1">
                <a:solidFill>
                  <a:schemeClr val="accent6">
                    <a:lumMod val="75000"/>
                  </a:schemeClr>
                </a:solidFill>
                <a:latin typeface="+mn-lt"/>
              </a:rPr>
              <a:t>express</a:t>
            </a:r>
            <a:r>
              <a:rPr lang="da-DK" sz="800">
                <a:solidFill>
                  <a:schemeClr val="accent6">
                    <a:lumMod val="75000"/>
                  </a:schemeClr>
                </a:solidFill>
                <a:latin typeface="+mn-lt"/>
              </a:rPr>
              <a:t> </a:t>
            </a:r>
            <a:r>
              <a:rPr lang="da-DK" sz="800" err="1">
                <a:solidFill>
                  <a:schemeClr val="accent6">
                    <a:lumMod val="75000"/>
                  </a:schemeClr>
                </a:solidFill>
                <a:latin typeface="+mn-lt"/>
              </a:rPr>
              <a:t>written</a:t>
            </a:r>
            <a:r>
              <a:rPr lang="da-DK" sz="800">
                <a:solidFill>
                  <a:schemeClr val="accent6">
                    <a:lumMod val="75000"/>
                  </a:schemeClr>
                </a:solidFill>
                <a:latin typeface="+mn-lt"/>
              </a:rPr>
              <a:t> permission of </a:t>
            </a:r>
            <a:r>
              <a:rPr lang="da-DK" sz="800" err="1">
                <a:solidFill>
                  <a:schemeClr val="accent6">
                    <a:lumMod val="75000"/>
                  </a:schemeClr>
                </a:solidFill>
                <a:latin typeface="+mn-lt"/>
              </a:rPr>
              <a:t>SimCorp</a:t>
            </a:r>
            <a:r>
              <a:rPr lang="da-DK" sz="800">
                <a:solidFill>
                  <a:schemeClr val="accent6">
                    <a:lumMod val="75000"/>
                  </a:schemeClr>
                </a:solidFill>
                <a:latin typeface="+mn-lt"/>
              </a:rPr>
              <a:t> A/S. </a:t>
            </a:r>
            <a:r>
              <a:rPr lang="da-DK" sz="800" err="1">
                <a:solidFill>
                  <a:schemeClr val="accent6">
                    <a:lumMod val="75000"/>
                  </a:schemeClr>
                </a:solidFill>
                <a:latin typeface="+mn-lt"/>
              </a:rPr>
              <a:t>SimCorp</a:t>
            </a:r>
            <a:r>
              <a:rPr lang="da-DK" sz="800">
                <a:solidFill>
                  <a:schemeClr val="accent6">
                    <a:lumMod val="75000"/>
                  </a:schemeClr>
                </a:solidFill>
                <a:latin typeface="+mn-lt"/>
              </a:rPr>
              <a:t>, the </a:t>
            </a:r>
            <a:r>
              <a:rPr lang="da-DK" sz="800" err="1">
                <a:solidFill>
                  <a:schemeClr val="accent6">
                    <a:lumMod val="75000"/>
                  </a:schemeClr>
                </a:solidFill>
                <a:latin typeface="+mn-lt"/>
              </a:rPr>
              <a:t>SimCorp</a:t>
            </a:r>
            <a:r>
              <a:rPr lang="da-DK" sz="800">
                <a:solidFill>
                  <a:schemeClr val="accent6">
                    <a:lumMod val="75000"/>
                  </a:schemeClr>
                </a:solidFill>
                <a:latin typeface="+mn-lt"/>
              </a:rPr>
              <a:t> logo, </a:t>
            </a:r>
            <a:r>
              <a:rPr lang="da-DK" sz="800" err="1">
                <a:solidFill>
                  <a:schemeClr val="accent6">
                    <a:lumMod val="75000"/>
                  </a:schemeClr>
                </a:solidFill>
                <a:latin typeface="+mn-lt"/>
              </a:rPr>
              <a:t>SimCorp</a:t>
            </a:r>
            <a:r>
              <a:rPr lang="da-DK" sz="800" baseline="30000">
                <a:solidFill>
                  <a:schemeClr val="accent6">
                    <a:lumMod val="75000"/>
                  </a:schemeClr>
                </a:solidFill>
                <a:latin typeface="+mn-lt"/>
              </a:rPr>
              <a:t> ®, </a:t>
            </a:r>
            <a:r>
              <a:rPr lang="da-DK" sz="800">
                <a:solidFill>
                  <a:schemeClr val="accent6">
                    <a:lumMod val="75000"/>
                  </a:schemeClr>
                </a:solidFill>
                <a:latin typeface="+mn-lt"/>
              </a:rPr>
              <a:t>and </a:t>
            </a:r>
            <a:r>
              <a:rPr lang="da-DK" sz="800" err="1">
                <a:solidFill>
                  <a:schemeClr val="accent6">
                    <a:lumMod val="75000"/>
                  </a:schemeClr>
                </a:solidFill>
                <a:latin typeface="+mn-lt"/>
              </a:rPr>
              <a:t>SimCorp</a:t>
            </a:r>
            <a:r>
              <a:rPr lang="da-DK" sz="800">
                <a:solidFill>
                  <a:schemeClr val="accent6">
                    <a:lumMod val="75000"/>
                  </a:schemeClr>
                </a:solidFill>
                <a:latin typeface="+mn-lt"/>
              </a:rPr>
              <a:t> Services </a:t>
            </a:r>
            <a:r>
              <a:rPr lang="da-DK" sz="800" err="1">
                <a:solidFill>
                  <a:schemeClr val="accent6">
                    <a:lumMod val="75000"/>
                  </a:schemeClr>
                </a:solidFill>
                <a:latin typeface="+mn-lt"/>
              </a:rPr>
              <a:t>are</a:t>
            </a:r>
            <a:r>
              <a:rPr lang="da-DK" sz="800">
                <a:solidFill>
                  <a:schemeClr val="accent6">
                    <a:lumMod val="75000"/>
                  </a:schemeClr>
                </a:solidFill>
                <a:latin typeface="+mn-lt"/>
              </a:rPr>
              <a:t> </a:t>
            </a:r>
            <a:r>
              <a:rPr lang="da-DK" sz="800" err="1">
                <a:solidFill>
                  <a:schemeClr val="accent6">
                    <a:lumMod val="75000"/>
                  </a:schemeClr>
                </a:solidFill>
                <a:latin typeface="+mn-lt"/>
              </a:rPr>
              <a:t>either</a:t>
            </a:r>
            <a:r>
              <a:rPr lang="da-DK" sz="800">
                <a:solidFill>
                  <a:schemeClr val="accent6">
                    <a:lumMod val="75000"/>
                  </a:schemeClr>
                </a:solidFill>
                <a:latin typeface="+mn-lt"/>
              </a:rPr>
              <a:t> </a:t>
            </a:r>
            <a:r>
              <a:rPr lang="da-DK" sz="800" err="1">
                <a:solidFill>
                  <a:schemeClr val="accent6">
                    <a:lumMod val="75000"/>
                  </a:schemeClr>
                </a:solidFill>
                <a:latin typeface="+mn-lt"/>
              </a:rPr>
              <a:t>registered</a:t>
            </a:r>
            <a:r>
              <a:rPr lang="da-DK" sz="800">
                <a:solidFill>
                  <a:schemeClr val="accent6">
                    <a:lumMod val="75000"/>
                  </a:schemeClr>
                </a:solidFill>
                <a:latin typeface="+mn-lt"/>
              </a:rPr>
              <a:t> </a:t>
            </a:r>
            <a:r>
              <a:rPr lang="da-DK" sz="800" err="1">
                <a:solidFill>
                  <a:schemeClr val="accent6">
                    <a:lumMod val="75000"/>
                  </a:schemeClr>
                </a:solidFill>
                <a:latin typeface="+mn-lt"/>
              </a:rPr>
              <a:t>trademarks</a:t>
            </a:r>
            <a:r>
              <a:rPr lang="da-DK" sz="800">
                <a:solidFill>
                  <a:schemeClr val="accent6">
                    <a:lumMod val="75000"/>
                  </a:schemeClr>
                </a:solidFill>
                <a:latin typeface="+mn-lt"/>
              </a:rPr>
              <a:t> or </a:t>
            </a:r>
            <a:r>
              <a:rPr lang="da-DK" sz="800" err="1">
                <a:solidFill>
                  <a:schemeClr val="accent6">
                    <a:lumMod val="75000"/>
                  </a:schemeClr>
                </a:solidFill>
                <a:latin typeface="+mn-lt"/>
              </a:rPr>
              <a:t>trademarks</a:t>
            </a:r>
            <a:r>
              <a:rPr lang="da-DK" sz="800">
                <a:solidFill>
                  <a:schemeClr val="accent6">
                    <a:lumMod val="75000"/>
                  </a:schemeClr>
                </a:solidFill>
                <a:latin typeface="+mn-lt"/>
              </a:rPr>
              <a:t> of </a:t>
            </a:r>
            <a:r>
              <a:rPr lang="da-DK" sz="800" err="1">
                <a:solidFill>
                  <a:schemeClr val="accent6">
                    <a:lumMod val="75000"/>
                  </a:schemeClr>
                </a:solidFill>
                <a:latin typeface="+mn-lt"/>
              </a:rPr>
              <a:t>SimCorp</a:t>
            </a:r>
            <a:r>
              <a:rPr lang="da-DK" sz="800">
                <a:solidFill>
                  <a:schemeClr val="accent6">
                    <a:lumMod val="75000"/>
                  </a:schemeClr>
                </a:solidFill>
                <a:latin typeface="+mn-lt"/>
              </a:rPr>
              <a:t> A/S in Denmark and/or </a:t>
            </a:r>
            <a:r>
              <a:rPr lang="da-DK" sz="800" err="1">
                <a:solidFill>
                  <a:schemeClr val="accent6">
                    <a:lumMod val="75000"/>
                  </a:schemeClr>
                </a:solidFill>
                <a:latin typeface="+mn-lt"/>
              </a:rPr>
              <a:t>other</a:t>
            </a:r>
            <a:r>
              <a:rPr lang="da-DK" sz="800">
                <a:solidFill>
                  <a:schemeClr val="accent6">
                    <a:lumMod val="75000"/>
                  </a:schemeClr>
                </a:solidFill>
                <a:latin typeface="+mn-lt"/>
              </a:rPr>
              <a:t> </a:t>
            </a:r>
            <a:r>
              <a:rPr lang="da-DK" sz="800" err="1">
                <a:solidFill>
                  <a:schemeClr val="accent6">
                    <a:lumMod val="75000"/>
                  </a:schemeClr>
                </a:solidFill>
                <a:latin typeface="+mn-lt"/>
              </a:rPr>
              <a:t>countries</a:t>
            </a:r>
            <a:r>
              <a:rPr lang="da-DK" sz="800">
                <a:solidFill>
                  <a:schemeClr val="accent6">
                    <a:lumMod val="75000"/>
                  </a:schemeClr>
                </a:solidFill>
                <a:latin typeface="+mn-lt"/>
              </a:rPr>
              <a:t>. Refer to www.simcorp.com/trademarks for a </a:t>
            </a:r>
            <a:r>
              <a:rPr lang="da-DK" sz="800" err="1">
                <a:solidFill>
                  <a:schemeClr val="accent6">
                    <a:lumMod val="75000"/>
                  </a:schemeClr>
                </a:solidFill>
                <a:latin typeface="+mn-lt"/>
              </a:rPr>
              <a:t>full</a:t>
            </a:r>
            <a:r>
              <a:rPr lang="da-DK" sz="800">
                <a:solidFill>
                  <a:schemeClr val="accent6">
                    <a:lumMod val="75000"/>
                  </a:schemeClr>
                </a:solidFill>
                <a:latin typeface="+mn-lt"/>
              </a:rPr>
              <a:t> list of </a:t>
            </a:r>
            <a:r>
              <a:rPr lang="da-DK" sz="800" err="1">
                <a:solidFill>
                  <a:schemeClr val="accent6">
                    <a:lumMod val="75000"/>
                  </a:schemeClr>
                </a:solidFill>
                <a:latin typeface="+mn-lt"/>
              </a:rPr>
              <a:t>SimCorp</a:t>
            </a:r>
            <a:r>
              <a:rPr lang="da-DK" sz="800">
                <a:solidFill>
                  <a:schemeClr val="accent6">
                    <a:lumMod val="75000"/>
                  </a:schemeClr>
                </a:solidFill>
                <a:latin typeface="+mn-lt"/>
              </a:rPr>
              <a:t> A/S </a:t>
            </a:r>
            <a:r>
              <a:rPr lang="da-DK" sz="800" err="1">
                <a:solidFill>
                  <a:schemeClr val="accent6">
                    <a:lumMod val="75000"/>
                  </a:schemeClr>
                </a:solidFill>
                <a:latin typeface="+mn-lt"/>
              </a:rPr>
              <a:t>trademarks</a:t>
            </a:r>
            <a:r>
              <a:rPr lang="da-DK" sz="800">
                <a:solidFill>
                  <a:schemeClr val="accent6">
                    <a:lumMod val="75000"/>
                  </a:schemeClr>
                </a:solidFill>
                <a:latin typeface="+mn-lt"/>
              </a:rPr>
              <a:t>. </a:t>
            </a:r>
            <a:r>
              <a:rPr lang="da-DK" sz="800" err="1">
                <a:solidFill>
                  <a:schemeClr val="accent6">
                    <a:lumMod val="75000"/>
                  </a:schemeClr>
                </a:solidFill>
                <a:latin typeface="+mn-lt"/>
              </a:rPr>
              <a:t>Other</a:t>
            </a:r>
            <a:r>
              <a:rPr lang="da-DK" sz="800">
                <a:solidFill>
                  <a:schemeClr val="accent6">
                    <a:lumMod val="75000"/>
                  </a:schemeClr>
                </a:solidFill>
                <a:latin typeface="+mn-lt"/>
              </a:rPr>
              <a:t> </a:t>
            </a:r>
            <a:r>
              <a:rPr lang="da-DK" sz="800" err="1">
                <a:solidFill>
                  <a:schemeClr val="accent6">
                    <a:lumMod val="75000"/>
                  </a:schemeClr>
                </a:solidFill>
                <a:latin typeface="+mn-lt"/>
              </a:rPr>
              <a:t>trademarks</a:t>
            </a:r>
            <a:r>
              <a:rPr lang="da-DK" sz="800">
                <a:solidFill>
                  <a:schemeClr val="accent6">
                    <a:lumMod val="75000"/>
                  </a:schemeClr>
                </a:solidFill>
                <a:latin typeface="+mn-lt"/>
              </a:rPr>
              <a:t> referred to in </a:t>
            </a:r>
            <a:r>
              <a:rPr lang="da-DK" sz="800" err="1">
                <a:solidFill>
                  <a:schemeClr val="accent6">
                    <a:lumMod val="75000"/>
                  </a:schemeClr>
                </a:solidFill>
                <a:latin typeface="+mn-lt"/>
              </a:rPr>
              <a:t>this</a:t>
            </a:r>
            <a:r>
              <a:rPr lang="da-DK" sz="800">
                <a:solidFill>
                  <a:schemeClr val="accent6">
                    <a:lumMod val="75000"/>
                  </a:schemeClr>
                </a:solidFill>
                <a:latin typeface="+mn-lt"/>
              </a:rPr>
              <a:t> </a:t>
            </a:r>
            <a:r>
              <a:rPr lang="da-DK" sz="800" err="1">
                <a:solidFill>
                  <a:schemeClr val="accent6">
                    <a:lumMod val="75000"/>
                  </a:schemeClr>
                </a:solidFill>
                <a:latin typeface="+mn-lt"/>
              </a:rPr>
              <a:t>document</a:t>
            </a:r>
            <a:r>
              <a:rPr lang="da-DK" sz="800">
                <a:solidFill>
                  <a:schemeClr val="accent6">
                    <a:lumMod val="75000"/>
                  </a:schemeClr>
                </a:solidFill>
                <a:latin typeface="+mn-lt"/>
              </a:rPr>
              <a:t> </a:t>
            </a:r>
            <a:r>
              <a:rPr lang="da-DK" sz="800" err="1">
                <a:solidFill>
                  <a:schemeClr val="accent6">
                    <a:lumMod val="75000"/>
                  </a:schemeClr>
                </a:solidFill>
                <a:latin typeface="+mn-lt"/>
              </a:rPr>
              <a:t>are</a:t>
            </a:r>
            <a:r>
              <a:rPr lang="da-DK" sz="800">
                <a:solidFill>
                  <a:schemeClr val="accent6">
                    <a:lumMod val="75000"/>
                  </a:schemeClr>
                </a:solidFill>
                <a:latin typeface="+mn-lt"/>
              </a:rPr>
              <a:t> the </a:t>
            </a:r>
            <a:r>
              <a:rPr lang="da-DK" sz="800" err="1">
                <a:solidFill>
                  <a:schemeClr val="accent6">
                    <a:lumMod val="75000"/>
                  </a:schemeClr>
                </a:solidFill>
                <a:latin typeface="+mn-lt"/>
              </a:rPr>
              <a:t>property</a:t>
            </a:r>
            <a:r>
              <a:rPr lang="da-DK" sz="800">
                <a:solidFill>
                  <a:schemeClr val="accent6">
                    <a:lumMod val="75000"/>
                  </a:schemeClr>
                </a:solidFill>
                <a:latin typeface="+mn-lt"/>
              </a:rPr>
              <a:t> of </a:t>
            </a:r>
            <a:r>
              <a:rPr lang="da-DK" sz="800" err="1">
                <a:solidFill>
                  <a:schemeClr val="accent6">
                    <a:lumMod val="75000"/>
                  </a:schemeClr>
                </a:solidFill>
                <a:latin typeface="+mn-lt"/>
              </a:rPr>
              <a:t>their</a:t>
            </a:r>
            <a:r>
              <a:rPr lang="da-DK" sz="800">
                <a:solidFill>
                  <a:schemeClr val="accent6">
                    <a:lumMod val="75000"/>
                  </a:schemeClr>
                </a:solidFill>
                <a:latin typeface="+mn-lt"/>
              </a:rPr>
              <a:t> </a:t>
            </a:r>
            <a:r>
              <a:rPr lang="da-DK" sz="800" err="1">
                <a:solidFill>
                  <a:schemeClr val="accent6">
                    <a:lumMod val="75000"/>
                  </a:schemeClr>
                </a:solidFill>
                <a:latin typeface="+mn-lt"/>
              </a:rPr>
              <a:t>respective</a:t>
            </a:r>
            <a:r>
              <a:rPr lang="da-DK" sz="800">
                <a:solidFill>
                  <a:schemeClr val="accent6">
                    <a:lumMod val="75000"/>
                  </a:schemeClr>
                </a:solidFill>
                <a:latin typeface="+mn-lt"/>
              </a:rPr>
              <a:t> </a:t>
            </a:r>
            <a:r>
              <a:rPr lang="da-DK" sz="800" err="1">
                <a:solidFill>
                  <a:schemeClr val="accent6">
                    <a:lumMod val="75000"/>
                  </a:schemeClr>
                </a:solidFill>
                <a:latin typeface="+mn-lt"/>
              </a:rPr>
              <a:t>owners</a:t>
            </a:r>
            <a:r>
              <a:rPr lang="da-DK" sz="800">
                <a:solidFill>
                  <a:schemeClr val="accent6">
                    <a:lumMod val="75000"/>
                  </a:schemeClr>
                </a:solidFill>
                <a:latin typeface="+mn-lt"/>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Pladsholder til titel 3"/>
          <p:cNvSpPr>
            <a:spLocks noGrp="1"/>
          </p:cNvSpPr>
          <p:nvPr>
            <p:ph type="title"/>
          </p:nvPr>
        </p:nvSpPr>
        <p:spPr>
          <a:xfrm>
            <a:off x="649139" y="5393"/>
            <a:ext cx="10878759" cy="1052738"/>
          </a:xfrm>
          <a:prstGeom prst="rect">
            <a:avLst/>
          </a:prstGeom>
        </p:spPr>
        <p:txBody>
          <a:bodyPr vert="horz" wrap="square" lIns="0" tIns="0" rIns="0" bIns="0" rtlCol="0" anchor="b">
            <a:normAutofit/>
          </a:bodyPr>
          <a:lstStyle/>
          <a:p>
            <a:r>
              <a:rPr lang="en-US"/>
              <a:t>Enter slide header</a:t>
            </a:r>
          </a:p>
        </p:txBody>
      </p:sp>
      <p:sp>
        <p:nvSpPr>
          <p:cNvPr id="7" name="Pladsholder til slidenummer 6"/>
          <p:cNvSpPr>
            <a:spLocks noGrp="1"/>
          </p:cNvSpPr>
          <p:nvPr>
            <p:ph type="sldNum" sz="quarter" idx="4"/>
          </p:nvPr>
        </p:nvSpPr>
        <p:spPr>
          <a:xfrm>
            <a:off x="672001" y="6356378"/>
            <a:ext cx="679721" cy="366183"/>
          </a:xfrm>
          <a:prstGeom prst="rect">
            <a:avLst/>
          </a:prstGeom>
        </p:spPr>
        <p:txBody>
          <a:bodyPr vert="horz" lIns="0" tIns="0" rIns="0" bIns="0" rtlCol="0" anchor="ctr"/>
          <a:lstStyle>
            <a:lvl1pPr marL="0" marR="0" indent="0" algn="l" defTabSz="609585" rtl="0" eaLnBrk="1" fontAlgn="base" latinLnBrk="0" hangingPunct="1">
              <a:lnSpc>
                <a:spcPct val="100000"/>
              </a:lnSpc>
              <a:spcBef>
                <a:spcPct val="0"/>
              </a:spcBef>
              <a:spcAft>
                <a:spcPct val="0"/>
              </a:spcAft>
              <a:buClrTx/>
              <a:buSzTx/>
              <a:buFontTx/>
              <a:buNone/>
              <a:tabLst/>
              <a:defRPr lang="en-US" sz="1000" kern="1200" smtClean="0">
                <a:solidFill>
                  <a:schemeClr val="accent6"/>
                </a:solidFill>
                <a:latin typeface="+mj-lt"/>
                <a:ea typeface="ＭＳ Ｐゴシック" charset="0"/>
                <a:cs typeface="ＭＳ Ｐゴシック" charset="0"/>
              </a:defRPr>
            </a:lvl1pPr>
          </a:lstStyle>
          <a:p>
            <a:pPr>
              <a:defRPr/>
            </a:pPr>
            <a:fld id="{E16BA917-7F09-4B8D-AF07-F52890C14046}" type="slidenum">
              <a:rPr lang="en-US" smtClean="0"/>
              <a:pPr>
                <a:defRPr/>
              </a:pPr>
              <a:t>‹#›</a:t>
            </a:fld>
            <a:endParaRPr lang="en-US"/>
          </a:p>
        </p:txBody>
      </p:sp>
      <p:sp>
        <p:nvSpPr>
          <p:cNvPr id="234" name="Pladsholder til sidefod 2"/>
          <p:cNvSpPr txBox="1">
            <a:spLocks/>
          </p:cNvSpPr>
          <p:nvPr userDrawn="1"/>
        </p:nvSpPr>
        <p:spPr>
          <a:xfrm>
            <a:off x="1351722" y="6356378"/>
            <a:ext cx="989842" cy="366183"/>
          </a:xfrm>
          <a:prstGeom prst="rect">
            <a:avLst/>
          </a:prstGeom>
        </p:spPr>
        <p:txBody>
          <a:bodyPr vert="horz" lIns="0" tIns="0" rIns="0" bIns="0" rtlCol="0" anchor="ctr"/>
          <a:lstStyle>
            <a:defPPr>
              <a:defRPr lang="en-US"/>
            </a:defPPr>
            <a:lvl1pPr algn="l" defTabSz="457200" rtl="0" fontAlgn="base">
              <a:spcBef>
                <a:spcPct val="0"/>
              </a:spcBef>
              <a:spcAft>
                <a:spcPct val="0"/>
              </a:spcAft>
              <a:defRPr sz="900" kern="1200">
                <a:solidFill>
                  <a:schemeClr val="tx1"/>
                </a:solidFill>
                <a:latin typeface="+mj-lt"/>
                <a:ea typeface="ＭＳ Ｐゴシック" charset="0"/>
                <a:cs typeface="ＭＳ Ｐゴシック" charset="0"/>
              </a:defRPr>
            </a:lvl1pPr>
            <a:lvl2pPr marL="4572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9144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3716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1828800" algn="l" defTabSz="457200"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2286000" algn="l" defTabSz="457200" rtl="0" eaLnBrk="1" latinLnBrk="0" hangingPunct="1">
              <a:defRPr kern="1200">
                <a:solidFill>
                  <a:schemeClr val="tx1"/>
                </a:solidFill>
                <a:latin typeface="Calibri" charset="0"/>
                <a:ea typeface="ＭＳ Ｐゴシック" charset="0"/>
                <a:cs typeface="ＭＳ Ｐゴシック" charset="0"/>
              </a:defRPr>
            </a:lvl6pPr>
            <a:lvl7pPr marL="2743200" algn="l" defTabSz="457200" rtl="0" eaLnBrk="1" latinLnBrk="0" hangingPunct="1">
              <a:defRPr kern="1200">
                <a:solidFill>
                  <a:schemeClr val="tx1"/>
                </a:solidFill>
                <a:latin typeface="Calibri" charset="0"/>
                <a:ea typeface="ＭＳ Ｐゴシック" charset="0"/>
                <a:cs typeface="ＭＳ Ｐゴシック" charset="0"/>
              </a:defRPr>
            </a:lvl7pPr>
            <a:lvl8pPr marL="3200400" algn="l" defTabSz="457200" rtl="0" eaLnBrk="1" latinLnBrk="0" hangingPunct="1">
              <a:defRPr kern="1200">
                <a:solidFill>
                  <a:schemeClr val="tx1"/>
                </a:solidFill>
                <a:latin typeface="Calibri" charset="0"/>
                <a:ea typeface="ＭＳ Ｐゴシック" charset="0"/>
                <a:cs typeface="ＭＳ Ｐゴシック" charset="0"/>
              </a:defRPr>
            </a:lvl8pPr>
            <a:lvl9pPr marL="3657600" algn="l" defTabSz="457200" rtl="0" eaLnBrk="1" latinLnBrk="0" hangingPunct="1">
              <a:defRPr kern="1200">
                <a:solidFill>
                  <a:schemeClr val="tx1"/>
                </a:solidFill>
                <a:latin typeface="Calibri" charset="0"/>
                <a:ea typeface="ＭＳ Ｐゴシック" charset="0"/>
                <a:cs typeface="ＭＳ Ｐゴシック" charset="0"/>
              </a:defRPr>
            </a:lvl9pPr>
          </a:lstStyle>
          <a:p>
            <a:pPr marL="0" marR="0" indent="0" algn="l" defTabSz="609585" rtl="0" eaLnBrk="1" fontAlgn="base" latinLnBrk="0" hangingPunct="1">
              <a:lnSpc>
                <a:spcPct val="100000"/>
              </a:lnSpc>
              <a:spcBef>
                <a:spcPct val="0"/>
              </a:spcBef>
              <a:spcAft>
                <a:spcPct val="0"/>
              </a:spcAft>
              <a:buClrTx/>
              <a:buSzTx/>
              <a:buFontTx/>
              <a:buNone/>
              <a:tabLst/>
              <a:defRPr/>
            </a:pPr>
            <a:r>
              <a:rPr lang="en-US" sz="1000" kern="1200">
                <a:solidFill>
                  <a:schemeClr val="accent6"/>
                </a:solidFill>
                <a:latin typeface="+mj-lt"/>
                <a:ea typeface="ＭＳ Ｐゴシック" charset="0"/>
                <a:cs typeface="ＭＳ Ｐゴシック" charset="0"/>
              </a:rPr>
              <a:t>© 2020</a:t>
            </a:r>
          </a:p>
        </p:txBody>
      </p:sp>
      <p:sp>
        <p:nvSpPr>
          <p:cNvPr id="2" name="Pladsholder til tekst 1"/>
          <p:cNvSpPr>
            <a:spLocks noGrp="1"/>
          </p:cNvSpPr>
          <p:nvPr>
            <p:ph type="body" idx="1"/>
          </p:nvPr>
        </p:nvSpPr>
        <p:spPr>
          <a:xfrm>
            <a:off x="672003" y="1623484"/>
            <a:ext cx="10848486" cy="4565691"/>
          </a:xfrm>
          <a:prstGeom prst="rect">
            <a:avLst/>
          </a:prstGeom>
        </p:spPr>
        <p:txBody>
          <a:bodyPr vert="horz" lIns="0" tIns="0" rIns="0" bIns="0" rtlCol="0">
            <a:noAutofit/>
          </a:bodyPr>
          <a:lstStyle/>
          <a:p>
            <a:pPr lvl="0"/>
            <a:r>
              <a:rPr lang="en-US"/>
              <a:t>Level 1 bullet</a:t>
            </a:r>
          </a:p>
          <a:p>
            <a:pPr lvl="1"/>
            <a:r>
              <a:rPr lang="en-US"/>
              <a:t>Level 2 bullet</a:t>
            </a:r>
          </a:p>
          <a:p>
            <a:pPr lvl="2"/>
            <a:r>
              <a:rPr lang="en-US"/>
              <a:t>Level 3 bullet</a:t>
            </a:r>
          </a:p>
          <a:p>
            <a:pPr lvl="3"/>
            <a:r>
              <a:rPr lang="en-US"/>
              <a:t>Level 4 bullet</a:t>
            </a:r>
          </a:p>
          <a:p>
            <a:pPr lvl="4"/>
            <a:r>
              <a:rPr lang="en-US"/>
              <a:t>Note</a:t>
            </a:r>
          </a:p>
        </p:txBody>
      </p:sp>
      <p:sp>
        <p:nvSpPr>
          <p:cNvPr id="28" name="Rektangel 27"/>
          <p:cNvSpPr/>
          <p:nvPr userDrawn="1"/>
        </p:nvSpPr>
        <p:spPr>
          <a:xfrm rot="5400000">
            <a:off x="-154907"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ktangel 28"/>
          <p:cNvSpPr/>
          <p:nvPr userDrawn="1"/>
        </p:nvSpPr>
        <p:spPr>
          <a:xfrm>
            <a:off x="-141815"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Rektangel 29"/>
          <p:cNvSpPr/>
          <p:nvPr userDrawn="1"/>
        </p:nvSpPr>
        <p:spPr>
          <a:xfrm rot="5400000">
            <a:off x="-154907"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Rektangel 30"/>
          <p:cNvSpPr/>
          <p:nvPr userDrawn="1"/>
        </p:nvSpPr>
        <p:spPr>
          <a:xfrm rot="5400000">
            <a:off x="-154907"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Rektangel 32"/>
          <p:cNvSpPr/>
          <p:nvPr userDrawn="1"/>
        </p:nvSpPr>
        <p:spPr>
          <a:xfrm rot="5400000">
            <a:off x="-154907"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ktangel 33"/>
          <p:cNvSpPr/>
          <p:nvPr userDrawn="1"/>
        </p:nvSpPr>
        <p:spPr>
          <a:xfrm rot="5400000">
            <a:off x="-154907"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Rektangel 34"/>
          <p:cNvSpPr/>
          <p:nvPr userDrawn="1"/>
        </p:nvSpPr>
        <p:spPr>
          <a:xfrm>
            <a:off x="-141815"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 name="Rektangel 237"/>
          <p:cNvSpPr/>
          <p:nvPr userDrawn="1"/>
        </p:nvSpPr>
        <p:spPr>
          <a:xfrm>
            <a:off x="-141815"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ktangel 15"/>
          <p:cNvSpPr/>
          <p:nvPr userDrawn="1"/>
        </p:nvSpPr>
        <p:spPr>
          <a:xfrm>
            <a:off x="1"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Rektangel 16"/>
          <p:cNvSpPr/>
          <p:nvPr userDrawn="1"/>
        </p:nvSpPr>
        <p:spPr>
          <a:xfrm>
            <a:off x="234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ktangel 17"/>
          <p:cNvSpPr/>
          <p:nvPr userDrawn="1"/>
        </p:nvSpPr>
        <p:spPr>
          <a:xfrm>
            <a:off x="325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ktangel 18"/>
          <p:cNvSpPr/>
          <p:nvPr userDrawn="1"/>
        </p:nvSpPr>
        <p:spPr>
          <a:xfrm>
            <a:off x="417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ktangel 19"/>
          <p:cNvSpPr/>
          <p:nvPr userDrawn="1"/>
        </p:nvSpPr>
        <p:spPr>
          <a:xfrm>
            <a:off x="6930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ktangel 20"/>
          <p:cNvSpPr/>
          <p:nvPr userDrawn="1"/>
        </p:nvSpPr>
        <p:spPr>
          <a:xfrm>
            <a:off x="8766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ktangel 21"/>
          <p:cNvSpPr/>
          <p:nvPr userDrawn="1"/>
        </p:nvSpPr>
        <p:spPr>
          <a:xfrm>
            <a:off x="968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ektangel 22"/>
          <p:cNvSpPr/>
          <p:nvPr userDrawn="1"/>
        </p:nvSpPr>
        <p:spPr>
          <a:xfrm>
            <a:off x="142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Rektangel 23"/>
          <p:cNvSpPr/>
          <p:nvPr userDrawn="1"/>
        </p:nvSpPr>
        <p:spPr>
          <a:xfrm>
            <a:off x="7848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ktangel 24"/>
          <p:cNvSpPr/>
          <p:nvPr userDrawn="1"/>
        </p:nvSpPr>
        <p:spPr>
          <a:xfrm>
            <a:off x="5094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ktangel 25"/>
          <p:cNvSpPr/>
          <p:nvPr userDrawn="1"/>
        </p:nvSpPr>
        <p:spPr>
          <a:xfrm>
            <a:off x="1060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ektangel 26"/>
          <p:cNvSpPr/>
          <p:nvPr userDrawn="1"/>
        </p:nvSpPr>
        <p:spPr>
          <a:xfrm>
            <a:off x="6012001" y="-165101"/>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 name="Rektangel 234"/>
          <p:cNvSpPr/>
          <p:nvPr userDrawn="1"/>
        </p:nvSpPr>
        <p:spPr>
          <a:xfrm>
            <a:off x="11521018" y="-165101"/>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Rektangel 31"/>
          <p:cNvSpPr/>
          <p:nvPr userDrawn="1"/>
        </p:nvSpPr>
        <p:spPr>
          <a:xfrm rot="5400000">
            <a:off x="12179926" y="2259607"/>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ktangel 35"/>
          <p:cNvSpPr/>
          <p:nvPr userDrawn="1"/>
        </p:nvSpPr>
        <p:spPr>
          <a:xfrm>
            <a:off x="12193018" y="958849"/>
            <a:ext cx="141816" cy="6646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ktangel 36"/>
          <p:cNvSpPr/>
          <p:nvPr userDrawn="1"/>
        </p:nvSpPr>
        <p:spPr>
          <a:xfrm rot="5400000">
            <a:off x="12179926" y="3047504"/>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ktangel 37"/>
          <p:cNvSpPr/>
          <p:nvPr userDrawn="1"/>
        </p:nvSpPr>
        <p:spPr>
          <a:xfrm rot="5400000">
            <a:off x="12179926" y="3835402"/>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Rektangel 38"/>
          <p:cNvSpPr/>
          <p:nvPr userDrawn="1"/>
        </p:nvSpPr>
        <p:spPr>
          <a:xfrm rot="5400000">
            <a:off x="12179926" y="4623299"/>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ktangel 39"/>
          <p:cNvSpPr/>
          <p:nvPr userDrawn="1"/>
        </p:nvSpPr>
        <p:spPr>
          <a:xfrm rot="5400000">
            <a:off x="12179926" y="5411196"/>
            <a:ext cx="168000" cy="141816"/>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Rektangel 40"/>
          <p:cNvSpPr/>
          <p:nvPr userDrawn="1"/>
        </p:nvSpPr>
        <p:spPr>
          <a:xfrm>
            <a:off x="12193018" y="0"/>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Rektangel 41"/>
          <p:cNvSpPr/>
          <p:nvPr userDrawn="1"/>
        </p:nvSpPr>
        <p:spPr>
          <a:xfrm>
            <a:off x="12193018" y="6189175"/>
            <a:ext cx="141816" cy="6720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Rektangel 42"/>
          <p:cNvSpPr/>
          <p:nvPr userDrawn="1"/>
        </p:nvSpPr>
        <p:spPr>
          <a:xfrm>
            <a:off x="1"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Rektangel 43"/>
          <p:cNvSpPr/>
          <p:nvPr userDrawn="1"/>
        </p:nvSpPr>
        <p:spPr>
          <a:xfrm>
            <a:off x="234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Rektangel 44"/>
          <p:cNvSpPr/>
          <p:nvPr userDrawn="1"/>
        </p:nvSpPr>
        <p:spPr>
          <a:xfrm>
            <a:off x="325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ktangel 45"/>
          <p:cNvSpPr/>
          <p:nvPr userDrawn="1"/>
        </p:nvSpPr>
        <p:spPr>
          <a:xfrm>
            <a:off x="417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ktangel 46"/>
          <p:cNvSpPr/>
          <p:nvPr userDrawn="1"/>
        </p:nvSpPr>
        <p:spPr>
          <a:xfrm>
            <a:off x="6930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ktangel 47"/>
          <p:cNvSpPr/>
          <p:nvPr userDrawn="1"/>
        </p:nvSpPr>
        <p:spPr>
          <a:xfrm>
            <a:off x="8766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ektangel 48"/>
          <p:cNvSpPr/>
          <p:nvPr userDrawn="1"/>
        </p:nvSpPr>
        <p:spPr>
          <a:xfrm>
            <a:off x="968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ktangel 49"/>
          <p:cNvSpPr/>
          <p:nvPr userDrawn="1"/>
        </p:nvSpPr>
        <p:spPr>
          <a:xfrm>
            <a:off x="142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ektangel 50"/>
          <p:cNvSpPr/>
          <p:nvPr userDrawn="1"/>
        </p:nvSpPr>
        <p:spPr>
          <a:xfrm>
            <a:off x="7848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ktangel 51"/>
          <p:cNvSpPr/>
          <p:nvPr userDrawn="1"/>
        </p:nvSpPr>
        <p:spPr>
          <a:xfrm>
            <a:off x="5094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Rektangel 52"/>
          <p:cNvSpPr/>
          <p:nvPr userDrawn="1"/>
        </p:nvSpPr>
        <p:spPr>
          <a:xfrm>
            <a:off x="1060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Rektangel 53"/>
          <p:cNvSpPr/>
          <p:nvPr userDrawn="1"/>
        </p:nvSpPr>
        <p:spPr>
          <a:xfrm>
            <a:off x="6012001" y="6858000"/>
            <a:ext cx="168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Rektangel 54"/>
          <p:cNvSpPr/>
          <p:nvPr userDrawn="1"/>
        </p:nvSpPr>
        <p:spPr>
          <a:xfrm>
            <a:off x="11521018" y="6858000"/>
            <a:ext cx="672000" cy="165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 name="Rectangle 105"/>
          <p:cNvSpPr/>
          <p:nvPr userDrawn="1"/>
        </p:nvSpPr>
        <p:spPr>
          <a:xfrm>
            <a:off x="-1852522" y="1623484"/>
            <a:ext cx="159657" cy="15965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0" name="Rectangle 109"/>
          <p:cNvSpPr/>
          <p:nvPr userDrawn="1"/>
        </p:nvSpPr>
        <p:spPr>
          <a:xfrm>
            <a:off x="-1662933" y="1623484"/>
            <a:ext cx="159657" cy="159657"/>
          </a:xfrm>
          <a:prstGeom prst="rect">
            <a:avLst/>
          </a:prstGeom>
          <a:solidFill>
            <a:srgbClr val="00A0A7"/>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1" name="Rectangle 110"/>
          <p:cNvSpPr/>
          <p:nvPr userDrawn="1"/>
        </p:nvSpPr>
        <p:spPr>
          <a:xfrm>
            <a:off x="-1470611" y="1623484"/>
            <a:ext cx="159657" cy="159657"/>
          </a:xfrm>
          <a:prstGeom prst="rect">
            <a:avLst/>
          </a:prstGeom>
          <a:solidFill>
            <a:srgbClr val="83CDD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2" name="Rectangle 111"/>
          <p:cNvSpPr/>
          <p:nvPr userDrawn="1"/>
        </p:nvSpPr>
        <p:spPr>
          <a:xfrm>
            <a:off x="-1278289" y="1623484"/>
            <a:ext cx="159657" cy="159657"/>
          </a:xfrm>
          <a:prstGeom prst="rect">
            <a:avLst/>
          </a:prstGeom>
          <a:solidFill>
            <a:srgbClr val="3B69A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3" name="Rectangle 112"/>
          <p:cNvSpPr/>
          <p:nvPr userDrawn="1"/>
        </p:nvSpPr>
        <p:spPr>
          <a:xfrm>
            <a:off x="-1085967" y="1623484"/>
            <a:ext cx="159657" cy="159657"/>
          </a:xfrm>
          <a:prstGeom prst="rect">
            <a:avLst/>
          </a:prstGeom>
          <a:solidFill>
            <a:srgbClr val="006D8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4" name="Rectangle 113"/>
          <p:cNvSpPr/>
          <p:nvPr userDrawn="1"/>
        </p:nvSpPr>
        <p:spPr>
          <a:xfrm>
            <a:off x="-893645" y="1623484"/>
            <a:ext cx="159657" cy="159657"/>
          </a:xfrm>
          <a:prstGeom prst="rect">
            <a:avLst/>
          </a:prstGeom>
          <a:solidFill>
            <a:srgbClr val="008A7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5" name="Rectangle 114"/>
          <p:cNvSpPr/>
          <p:nvPr userDrawn="1"/>
        </p:nvSpPr>
        <p:spPr>
          <a:xfrm>
            <a:off x="-704962" y="1623484"/>
            <a:ext cx="159657" cy="159657"/>
          </a:xfrm>
          <a:prstGeom prst="rect">
            <a:avLst/>
          </a:prstGeom>
          <a:solidFill>
            <a:srgbClr val="D8D8DB"/>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6" name="Rectangle 115"/>
          <p:cNvSpPr/>
          <p:nvPr userDrawn="1"/>
        </p:nvSpPr>
        <p:spPr>
          <a:xfrm>
            <a:off x="-512640" y="1623484"/>
            <a:ext cx="159657" cy="159657"/>
          </a:xfrm>
          <a:prstGeom prst="rect">
            <a:avLst/>
          </a:prstGeom>
          <a:solidFill>
            <a:srgbClr val="44B8D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7" name="Rectangle 116"/>
          <p:cNvSpPr/>
          <p:nvPr userDrawn="1"/>
        </p:nvSpPr>
        <p:spPr>
          <a:xfrm>
            <a:off x="-320318" y="1623484"/>
            <a:ext cx="159657" cy="159657"/>
          </a:xfrm>
          <a:prstGeom prst="rect">
            <a:avLst/>
          </a:prstGeom>
          <a:solidFill>
            <a:srgbClr val="96989E"/>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8" name="Rectangle 117"/>
          <p:cNvSpPr/>
          <p:nvPr userDrawn="1"/>
        </p:nvSpPr>
        <p:spPr>
          <a:xfrm>
            <a:off x="-1278289" y="2415873"/>
            <a:ext cx="159657" cy="159657"/>
          </a:xfrm>
          <a:prstGeom prst="rect">
            <a:avLst/>
          </a:prstGeom>
          <a:solidFill>
            <a:srgbClr val="26354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19" name="Rectangle 118"/>
          <p:cNvSpPr/>
          <p:nvPr userDrawn="1"/>
        </p:nvSpPr>
        <p:spPr>
          <a:xfrm>
            <a:off x="-1085967" y="2415873"/>
            <a:ext cx="159657" cy="159657"/>
          </a:xfrm>
          <a:prstGeom prst="rect">
            <a:avLst/>
          </a:prstGeom>
          <a:solidFill>
            <a:srgbClr val="424D5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0" name="Rectangle 119"/>
          <p:cNvSpPr/>
          <p:nvPr userDrawn="1"/>
        </p:nvSpPr>
        <p:spPr>
          <a:xfrm>
            <a:off x="-893645" y="2415873"/>
            <a:ext cx="159657" cy="159657"/>
          </a:xfrm>
          <a:prstGeom prst="rect">
            <a:avLst/>
          </a:prstGeom>
          <a:solidFill>
            <a:srgbClr val="848A9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1" name="Rectangle 120"/>
          <p:cNvSpPr/>
          <p:nvPr userDrawn="1"/>
        </p:nvSpPr>
        <p:spPr>
          <a:xfrm>
            <a:off x="-704962" y="2415873"/>
            <a:ext cx="159657" cy="159657"/>
          </a:xfrm>
          <a:prstGeom prst="rect">
            <a:avLst/>
          </a:prstGeom>
          <a:solidFill>
            <a:srgbClr val="CCCC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2" name="Rectangle 121"/>
          <p:cNvSpPr/>
          <p:nvPr userDrawn="1"/>
        </p:nvSpPr>
        <p:spPr>
          <a:xfrm>
            <a:off x="-512640" y="2415873"/>
            <a:ext cx="159657" cy="159657"/>
          </a:xfrm>
          <a:prstGeom prst="rect">
            <a:avLst/>
          </a:prstGeom>
          <a:solidFill>
            <a:srgbClr val="E3E3E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3" name="Rectangle 122"/>
          <p:cNvSpPr/>
          <p:nvPr userDrawn="1"/>
        </p:nvSpPr>
        <p:spPr>
          <a:xfrm>
            <a:off x="-320318" y="2415873"/>
            <a:ext cx="159657" cy="159657"/>
          </a:xfrm>
          <a:prstGeom prst="rect">
            <a:avLst/>
          </a:prstGeom>
          <a:solidFill>
            <a:srgbClr val="F3F3F3"/>
          </a:solidFill>
          <a:ln w="3175">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7" name="Rectangle 126"/>
          <p:cNvSpPr/>
          <p:nvPr userDrawn="1"/>
        </p:nvSpPr>
        <p:spPr>
          <a:xfrm>
            <a:off x="-704962" y="3203339"/>
            <a:ext cx="159657" cy="159657"/>
          </a:xfrm>
          <a:prstGeom prst="rect">
            <a:avLst/>
          </a:prstGeom>
          <a:solidFill>
            <a:srgbClr val="00DEE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8" name="Rectangle 127"/>
          <p:cNvSpPr/>
          <p:nvPr userDrawn="1"/>
        </p:nvSpPr>
        <p:spPr>
          <a:xfrm>
            <a:off x="-512640" y="3203339"/>
            <a:ext cx="159657" cy="159657"/>
          </a:xfrm>
          <a:prstGeom prst="rect">
            <a:avLst/>
          </a:prstGeom>
          <a:solidFill>
            <a:srgbClr val="15AAA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9" name="Rectangle 128"/>
          <p:cNvSpPr/>
          <p:nvPr userDrawn="1"/>
        </p:nvSpPr>
        <p:spPr>
          <a:xfrm>
            <a:off x="-320318" y="3203339"/>
            <a:ext cx="159657" cy="159657"/>
          </a:xfrm>
          <a:prstGeom prst="rect">
            <a:avLst/>
          </a:prstGeom>
          <a:solidFill>
            <a:srgbClr val="94F4E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30" name="Rectangle 129"/>
          <p:cNvSpPr/>
          <p:nvPr userDrawn="1"/>
        </p:nvSpPr>
        <p:spPr>
          <a:xfrm>
            <a:off x="-704962" y="3422392"/>
            <a:ext cx="159657" cy="159657"/>
          </a:xfrm>
          <a:prstGeom prst="rect">
            <a:avLst/>
          </a:prstGeom>
          <a:solidFill>
            <a:srgbClr val="1C33D0"/>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31" name="Rectangle 130"/>
          <p:cNvSpPr/>
          <p:nvPr userDrawn="1"/>
        </p:nvSpPr>
        <p:spPr>
          <a:xfrm>
            <a:off x="-512640" y="3422392"/>
            <a:ext cx="159657" cy="159657"/>
          </a:xfrm>
          <a:prstGeom prst="rect">
            <a:avLst/>
          </a:prstGeom>
          <a:solidFill>
            <a:srgbClr val="161AB6"/>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32" name="Rectangle 131"/>
          <p:cNvSpPr/>
          <p:nvPr userDrawn="1"/>
        </p:nvSpPr>
        <p:spPr>
          <a:xfrm>
            <a:off x="-320318" y="3422392"/>
            <a:ext cx="159657" cy="159657"/>
          </a:xfrm>
          <a:prstGeom prst="rect">
            <a:avLst/>
          </a:prstGeom>
          <a:solidFill>
            <a:srgbClr val="2155CC"/>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36" name="Pladsholder til tekst 5"/>
          <p:cNvSpPr txBox="1">
            <a:spLocks/>
          </p:cNvSpPr>
          <p:nvPr userDrawn="1"/>
        </p:nvSpPr>
        <p:spPr>
          <a:xfrm>
            <a:off x="-1599663" y="2937870"/>
            <a:ext cx="1509707" cy="246221"/>
          </a:xfrm>
          <a:prstGeom prst="rect">
            <a:avLst/>
          </a:prstGeom>
        </p:spPr>
        <p:txBody>
          <a:bodyPr wrap="square"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a:solidFill>
                  <a:schemeClr val="tx2"/>
                </a:solidFill>
              </a:rPr>
              <a:t>Secondary colors</a:t>
            </a:r>
          </a:p>
        </p:txBody>
      </p:sp>
      <p:sp>
        <p:nvSpPr>
          <p:cNvPr id="137" name="Pladsholder til tekst 5"/>
          <p:cNvSpPr txBox="1">
            <a:spLocks/>
          </p:cNvSpPr>
          <p:nvPr userDrawn="1"/>
        </p:nvSpPr>
        <p:spPr>
          <a:xfrm>
            <a:off x="-1651522" y="2205045"/>
            <a:ext cx="1509707" cy="144000"/>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Primary colors</a:t>
            </a:r>
          </a:p>
        </p:txBody>
      </p:sp>
      <p:sp>
        <p:nvSpPr>
          <p:cNvPr id="138" name="Pladsholder til tekst 5"/>
          <p:cNvSpPr txBox="1">
            <a:spLocks/>
          </p:cNvSpPr>
          <p:nvPr userDrawn="1"/>
        </p:nvSpPr>
        <p:spPr>
          <a:xfrm>
            <a:off x="-1673295" y="1408508"/>
            <a:ext cx="1509707" cy="153888"/>
          </a:xfrm>
          <a:prstGeom prst="rect">
            <a:avLst/>
          </a:prstGeom>
        </p:spPr>
        <p:txBody>
          <a:bodyPr vert="horz" wrap="square" lIns="0" tIns="0" rIns="0" bIns="0" rtlCol="0" anchor="ctr">
            <a:spAutoFit/>
          </a:bodyPr>
          <a:lstStyle>
            <a:lvl1pPr marL="0" indent="0" algn="l" defTabSz="609585" rtl="0" eaLnBrk="1" fontAlgn="base" hangingPunct="1">
              <a:lnSpc>
                <a:spcPct val="100000"/>
              </a:lnSpc>
              <a:spcBef>
                <a:spcPts val="0"/>
              </a:spcBef>
              <a:spcAft>
                <a:spcPts val="300"/>
              </a:spcAft>
              <a:buClr>
                <a:srgbClr val="00DEE6"/>
              </a:buClr>
              <a:buSzPct val="100000"/>
              <a:buFontTx/>
              <a:buNone/>
              <a:tabLst/>
              <a:defRPr lang="da-DK" sz="2100" kern="1200" cap="all" baseline="0">
                <a:solidFill>
                  <a:srgbClr val="00DEE6"/>
                </a:solidFill>
                <a:latin typeface="Arial" panose="020B0604020202020204" pitchFamily="34" charset="0"/>
                <a:ea typeface="Calibri" panose="020F0502020204030204" pitchFamily="34" charset="0"/>
                <a:cs typeface="Arial" panose="020B0604020202020204" pitchFamily="34" charset="0"/>
              </a:defRPr>
            </a:lvl1pPr>
            <a:lvl2pPr marL="180975" indent="-180975" algn="l" defTabSz="609585" rtl="0" eaLnBrk="1" fontAlgn="base" hangingPunct="1">
              <a:lnSpc>
                <a:spcPct val="100000"/>
              </a:lnSpc>
              <a:spcBef>
                <a:spcPts val="300"/>
              </a:spcBef>
              <a:spcAft>
                <a:spcPts val="300"/>
              </a:spcAft>
              <a:buClr>
                <a:srgbClr val="00DEE6"/>
              </a:buClr>
              <a:buFont typeface="Arial" panose="020B0604020202020204" pitchFamily="34" charset="0"/>
              <a:buChar char="•"/>
              <a:defRPr lang="da-DK" sz="1800" i="0" kern="1200" baseline="0" dirty="0" smtClean="0">
                <a:solidFill>
                  <a:schemeClr val="tx1"/>
                </a:solidFill>
                <a:latin typeface="+mj-lt"/>
                <a:ea typeface="Calibri" panose="020F0502020204030204" pitchFamily="34" charset="0"/>
                <a:cs typeface="Calibri" panose="020F0502020204030204" pitchFamily="34" charset="0"/>
              </a:defRPr>
            </a:lvl2pPr>
            <a:lvl3pPr marL="534988"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800" b="0" i="0" kern="1200" baseline="0" dirty="0" smtClean="0">
                <a:solidFill>
                  <a:schemeClr val="tx1"/>
                </a:solidFill>
                <a:latin typeface="+mj-lt"/>
                <a:ea typeface="Calibri" panose="020F0502020204030204" pitchFamily="34" charset="0"/>
                <a:cs typeface="Calibri" panose="020F0502020204030204" pitchFamily="34" charset="0"/>
              </a:defRPr>
            </a:lvl3pPr>
            <a:lvl4pPr marL="554038" indent="0" algn="l" defTabSz="609585" rtl="0" eaLnBrk="1" fontAlgn="base" hangingPunct="1">
              <a:lnSpc>
                <a:spcPct val="100000"/>
              </a:lnSpc>
              <a:spcBef>
                <a:spcPts val="300"/>
              </a:spcBef>
              <a:spcAft>
                <a:spcPts val="0"/>
              </a:spcAft>
              <a:buClr>
                <a:srgbClr val="00DEE6"/>
              </a:buClr>
              <a:buSzPct val="80000"/>
              <a:buFont typeface="Arial" panose="020B0604020202020204" pitchFamily="34" charset="0"/>
              <a:buChar char="​"/>
              <a:tabLst/>
              <a:defRPr lang="da-DK" sz="1500" kern="1200" baseline="0" dirty="0" smtClean="0">
                <a:solidFill>
                  <a:schemeClr val="tx1"/>
                </a:solidFill>
                <a:latin typeface="+mj-lt"/>
                <a:ea typeface="Calibri" panose="020F0502020204030204" pitchFamily="34" charset="0"/>
                <a:cs typeface="Calibri" panose="020F0502020204030204" pitchFamily="34" charset="0"/>
              </a:defRPr>
            </a:lvl4pPr>
            <a:lvl5pPr marL="747713" indent="-174625" algn="l" defTabSz="609585" rtl="0" eaLnBrk="1" fontAlgn="base" hangingPunct="1">
              <a:lnSpc>
                <a:spcPct val="100000"/>
              </a:lnSpc>
              <a:spcBef>
                <a:spcPts val="300"/>
              </a:spcBef>
              <a:spcAft>
                <a:spcPts val="0"/>
              </a:spcAft>
              <a:buClr>
                <a:srgbClr val="00DEE6"/>
              </a:buClr>
              <a:buSzPct val="100000"/>
              <a:buFont typeface="Arial" panose="020B0604020202020204" pitchFamily="34" charset="0"/>
              <a:buChar char="•"/>
              <a:tabLst/>
              <a:defRPr lang="da-DK" sz="1500" b="0" i="0" kern="1200" baseline="0" dirty="0">
                <a:solidFill>
                  <a:schemeClr val="tx1"/>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algn="r"/>
            <a:r>
              <a:rPr lang="en-US" sz="1000" cap="none">
                <a:solidFill>
                  <a:schemeClr val="tx2"/>
                </a:solidFill>
              </a:rPr>
              <a:t>Main PowerPoint colors</a:t>
            </a:r>
          </a:p>
        </p:txBody>
      </p:sp>
      <p:sp>
        <p:nvSpPr>
          <p:cNvPr id="139"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0"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1"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2"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3"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4"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5"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6"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47"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grpSp>
        <p:nvGrpSpPr>
          <p:cNvPr id="88" name="Gruppe 87"/>
          <p:cNvGrpSpPr>
            <a:grpSpLocks noChangeAspect="1"/>
          </p:cNvGrpSpPr>
          <p:nvPr userDrawn="1"/>
        </p:nvGrpSpPr>
        <p:grpSpPr>
          <a:xfrm>
            <a:off x="10343104" y="6422579"/>
            <a:ext cx="1176854" cy="202504"/>
            <a:chOff x="10056795" y="6368350"/>
            <a:chExt cx="1454739" cy="250316"/>
          </a:xfrm>
          <a:solidFill>
            <a:schemeClr val="tx1"/>
          </a:solidFill>
        </p:grpSpPr>
        <p:sp>
          <p:nvSpPr>
            <p:cNvPr id="89" name="Freeform 7"/>
            <p:cNvSpPr>
              <a:spLocks noEditPoints="1"/>
            </p:cNvSpPr>
            <p:nvPr userDrawn="1"/>
          </p:nvSpPr>
          <p:spPr bwMode="auto">
            <a:xfrm>
              <a:off x="10368784" y="6371977"/>
              <a:ext cx="1142750" cy="246689"/>
            </a:xfrm>
            <a:custGeom>
              <a:avLst/>
              <a:gdLst>
                <a:gd name="T0" fmla="*/ 116 w 431"/>
                <a:gd name="T1" fmla="*/ 33 h 93"/>
                <a:gd name="T2" fmla="*/ 103 w 431"/>
                <a:gd name="T3" fmla="*/ 24 h 93"/>
                <a:gd name="T4" fmla="*/ 116 w 431"/>
                <a:gd name="T5" fmla="*/ 75 h 93"/>
                <a:gd name="T6" fmla="*/ 128 w 431"/>
                <a:gd name="T7" fmla="*/ 32 h 93"/>
                <a:gd name="T8" fmla="*/ 139 w 431"/>
                <a:gd name="T9" fmla="*/ 75 h 93"/>
                <a:gd name="T10" fmla="*/ 152 w 431"/>
                <a:gd name="T11" fmla="*/ 48 h 93"/>
                <a:gd name="T12" fmla="*/ 174 w 431"/>
                <a:gd name="T13" fmla="*/ 45 h 93"/>
                <a:gd name="T14" fmla="*/ 188 w 431"/>
                <a:gd name="T15" fmla="*/ 75 h 93"/>
                <a:gd name="T16" fmla="*/ 169 w 431"/>
                <a:gd name="T17" fmla="*/ 23 h 93"/>
                <a:gd name="T18" fmla="*/ 133 w 431"/>
                <a:gd name="T19" fmla="*/ 23 h 93"/>
                <a:gd name="T20" fmla="*/ 238 w 431"/>
                <a:gd name="T21" fmla="*/ 0 h 93"/>
                <a:gd name="T22" fmla="*/ 238 w 431"/>
                <a:gd name="T23" fmla="*/ 76 h 93"/>
                <a:gd name="T24" fmla="*/ 260 w 431"/>
                <a:gd name="T25" fmla="*/ 61 h 93"/>
                <a:gd name="T26" fmla="*/ 213 w 431"/>
                <a:gd name="T27" fmla="*/ 37 h 93"/>
                <a:gd name="T28" fmla="*/ 259 w 431"/>
                <a:gd name="T29" fmla="*/ 14 h 93"/>
                <a:gd name="T30" fmla="*/ 54 w 431"/>
                <a:gd name="T31" fmla="*/ 3 h 93"/>
                <a:gd name="T32" fmla="*/ 0 w 431"/>
                <a:gd name="T33" fmla="*/ 21 h 93"/>
                <a:gd name="T34" fmla="*/ 36 w 431"/>
                <a:gd name="T35" fmla="*/ 45 h 93"/>
                <a:gd name="T36" fmla="*/ 27 w 431"/>
                <a:gd name="T37" fmla="*/ 66 h 93"/>
                <a:gd name="T38" fmla="*/ 1 w 431"/>
                <a:gd name="T39" fmla="*/ 72 h 93"/>
                <a:gd name="T40" fmla="*/ 60 w 431"/>
                <a:gd name="T41" fmla="*/ 54 h 93"/>
                <a:gd name="T42" fmla="*/ 26 w 431"/>
                <a:gd name="T43" fmla="*/ 30 h 93"/>
                <a:gd name="T44" fmla="*/ 33 w 431"/>
                <a:gd name="T45" fmla="*/ 9 h 93"/>
                <a:gd name="T46" fmla="*/ 54 w 431"/>
                <a:gd name="T47" fmla="*/ 3 h 93"/>
                <a:gd name="T48" fmla="*/ 390 w 431"/>
                <a:gd name="T49" fmla="*/ 49 h 93"/>
                <a:gd name="T50" fmla="*/ 417 w 431"/>
                <a:gd name="T51" fmla="*/ 49 h 93"/>
                <a:gd name="T52" fmla="*/ 376 w 431"/>
                <a:gd name="T53" fmla="*/ 93 h 93"/>
                <a:gd name="T54" fmla="*/ 389 w 431"/>
                <a:gd name="T55" fmla="*/ 67 h 93"/>
                <a:gd name="T56" fmla="*/ 431 w 431"/>
                <a:gd name="T57" fmla="*/ 49 h 93"/>
                <a:gd name="T58" fmla="*/ 389 w 431"/>
                <a:gd name="T59" fmla="*/ 33 h 93"/>
                <a:gd name="T60" fmla="*/ 376 w 431"/>
                <a:gd name="T61" fmla="*/ 24 h 93"/>
                <a:gd name="T62" fmla="*/ 334 w 431"/>
                <a:gd name="T63" fmla="*/ 75 h 93"/>
                <a:gd name="T64" fmla="*/ 347 w 431"/>
                <a:gd name="T65" fmla="*/ 47 h 93"/>
                <a:gd name="T66" fmla="*/ 368 w 431"/>
                <a:gd name="T67" fmla="*/ 24 h 93"/>
                <a:gd name="T68" fmla="*/ 347 w 431"/>
                <a:gd name="T69" fmla="*/ 24 h 93"/>
                <a:gd name="T70" fmla="*/ 334 w 431"/>
                <a:gd name="T71" fmla="*/ 75 h 93"/>
                <a:gd name="T72" fmla="*/ 282 w 431"/>
                <a:gd name="T73" fmla="*/ 49 h 93"/>
                <a:gd name="T74" fmla="*/ 309 w 431"/>
                <a:gd name="T75" fmla="*/ 49 h 93"/>
                <a:gd name="T76" fmla="*/ 268 w 431"/>
                <a:gd name="T77" fmla="*/ 50 h 93"/>
                <a:gd name="T78" fmla="*/ 323 w 431"/>
                <a:gd name="T79" fmla="*/ 49 h 93"/>
                <a:gd name="T80" fmla="*/ 268 w 431"/>
                <a:gd name="T81" fmla="*/ 50 h 93"/>
                <a:gd name="T82" fmla="*/ 86 w 431"/>
                <a:gd name="T83" fmla="*/ 75 h 93"/>
                <a:gd name="T84" fmla="*/ 73 w 431"/>
                <a:gd name="T85" fmla="*/ 24 h 93"/>
                <a:gd name="T86" fmla="*/ 73 w 431"/>
                <a:gd name="T87" fmla="*/ 14 h 93"/>
                <a:gd name="T88" fmla="*/ 86 w 431"/>
                <a:gd name="T89" fmla="*/ 1 h 93"/>
                <a:gd name="T90" fmla="*/ 73 w 431"/>
                <a:gd name="T91" fmla="*/ 14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31" h="93">
                  <a:moveTo>
                    <a:pt x="133" y="23"/>
                  </a:moveTo>
                  <a:cubicBezTo>
                    <a:pt x="117" y="23"/>
                    <a:pt x="116" y="33"/>
                    <a:pt x="116" y="33"/>
                  </a:cubicBezTo>
                  <a:cubicBezTo>
                    <a:pt x="116" y="24"/>
                    <a:pt x="116" y="24"/>
                    <a:pt x="116" y="24"/>
                  </a:cubicBezTo>
                  <a:cubicBezTo>
                    <a:pt x="103" y="24"/>
                    <a:pt x="103" y="24"/>
                    <a:pt x="103" y="24"/>
                  </a:cubicBezTo>
                  <a:cubicBezTo>
                    <a:pt x="103" y="75"/>
                    <a:pt x="103" y="75"/>
                    <a:pt x="103" y="75"/>
                  </a:cubicBezTo>
                  <a:cubicBezTo>
                    <a:pt x="116" y="75"/>
                    <a:pt x="116" y="75"/>
                    <a:pt x="116" y="75"/>
                  </a:cubicBezTo>
                  <a:cubicBezTo>
                    <a:pt x="116" y="48"/>
                    <a:pt x="116" y="48"/>
                    <a:pt x="116" y="48"/>
                  </a:cubicBezTo>
                  <a:cubicBezTo>
                    <a:pt x="116" y="35"/>
                    <a:pt x="121" y="32"/>
                    <a:pt x="128" y="32"/>
                  </a:cubicBezTo>
                  <a:cubicBezTo>
                    <a:pt x="136" y="32"/>
                    <a:pt x="139" y="34"/>
                    <a:pt x="139" y="45"/>
                  </a:cubicBezTo>
                  <a:cubicBezTo>
                    <a:pt x="139" y="75"/>
                    <a:pt x="139" y="75"/>
                    <a:pt x="139" y="75"/>
                  </a:cubicBezTo>
                  <a:cubicBezTo>
                    <a:pt x="152" y="75"/>
                    <a:pt x="152" y="75"/>
                    <a:pt x="152" y="75"/>
                  </a:cubicBezTo>
                  <a:cubicBezTo>
                    <a:pt x="152" y="48"/>
                    <a:pt x="152" y="48"/>
                    <a:pt x="152" y="48"/>
                  </a:cubicBezTo>
                  <a:cubicBezTo>
                    <a:pt x="152" y="35"/>
                    <a:pt x="156" y="32"/>
                    <a:pt x="164" y="32"/>
                  </a:cubicBezTo>
                  <a:cubicBezTo>
                    <a:pt x="172" y="32"/>
                    <a:pt x="174" y="34"/>
                    <a:pt x="174" y="45"/>
                  </a:cubicBezTo>
                  <a:cubicBezTo>
                    <a:pt x="174" y="75"/>
                    <a:pt x="174" y="75"/>
                    <a:pt x="174" y="75"/>
                  </a:cubicBezTo>
                  <a:cubicBezTo>
                    <a:pt x="188" y="75"/>
                    <a:pt x="188" y="75"/>
                    <a:pt x="188" y="75"/>
                  </a:cubicBezTo>
                  <a:cubicBezTo>
                    <a:pt x="188" y="43"/>
                    <a:pt x="188" y="43"/>
                    <a:pt x="188" y="43"/>
                  </a:cubicBezTo>
                  <a:cubicBezTo>
                    <a:pt x="188" y="28"/>
                    <a:pt x="182" y="23"/>
                    <a:pt x="169" y="23"/>
                  </a:cubicBezTo>
                  <a:cubicBezTo>
                    <a:pt x="153" y="23"/>
                    <a:pt x="151" y="33"/>
                    <a:pt x="151" y="33"/>
                  </a:cubicBezTo>
                  <a:cubicBezTo>
                    <a:pt x="148" y="26"/>
                    <a:pt x="143" y="23"/>
                    <a:pt x="133" y="23"/>
                  </a:cubicBezTo>
                  <a:moveTo>
                    <a:pt x="259" y="4"/>
                  </a:moveTo>
                  <a:cubicBezTo>
                    <a:pt x="259" y="4"/>
                    <a:pt x="251" y="0"/>
                    <a:pt x="238" y="0"/>
                  </a:cubicBezTo>
                  <a:cubicBezTo>
                    <a:pt x="214" y="0"/>
                    <a:pt x="199" y="11"/>
                    <a:pt x="199" y="38"/>
                  </a:cubicBezTo>
                  <a:cubicBezTo>
                    <a:pt x="199" y="65"/>
                    <a:pt x="211" y="76"/>
                    <a:pt x="238" y="76"/>
                  </a:cubicBezTo>
                  <a:cubicBezTo>
                    <a:pt x="253" y="76"/>
                    <a:pt x="260" y="72"/>
                    <a:pt x="260" y="72"/>
                  </a:cubicBezTo>
                  <a:cubicBezTo>
                    <a:pt x="260" y="61"/>
                    <a:pt x="260" y="61"/>
                    <a:pt x="260" y="61"/>
                  </a:cubicBezTo>
                  <a:cubicBezTo>
                    <a:pt x="260" y="61"/>
                    <a:pt x="253" y="66"/>
                    <a:pt x="240" y="66"/>
                  </a:cubicBezTo>
                  <a:cubicBezTo>
                    <a:pt x="223" y="66"/>
                    <a:pt x="213" y="60"/>
                    <a:pt x="213" y="37"/>
                  </a:cubicBezTo>
                  <a:cubicBezTo>
                    <a:pt x="213" y="17"/>
                    <a:pt x="220" y="10"/>
                    <a:pt x="239" y="10"/>
                  </a:cubicBezTo>
                  <a:cubicBezTo>
                    <a:pt x="250" y="10"/>
                    <a:pt x="259" y="14"/>
                    <a:pt x="259" y="14"/>
                  </a:cubicBezTo>
                  <a:lnTo>
                    <a:pt x="259" y="4"/>
                  </a:lnTo>
                  <a:close/>
                  <a:moveTo>
                    <a:pt x="54" y="3"/>
                  </a:moveTo>
                  <a:cubicBezTo>
                    <a:pt x="54" y="3"/>
                    <a:pt x="45" y="0"/>
                    <a:pt x="34" y="0"/>
                  </a:cubicBezTo>
                  <a:cubicBezTo>
                    <a:pt x="15" y="0"/>
                    <a:pt x="0" y="5"/>
                    <a:pt x="0" y="21"/>
                  </a:cubicBezTo>
                  <a:cubicBezTo>
                    <a:pt x="0" y="34"/>
                    <a:pt x="8" y="38"/>
                    <a:pt x="21" y="41"/>
                  </a:cubicBezTo>
                  <a:cubicBezTo>
                    <a:pt x="36" y="45"/>
                    <a:pt x="36" y="45"/>
                    <a:pt x="36" y="45"/>
                  </a:cubicBezTo>
                  <a:cubicBezTo>
                    <a:pt x="43" y="46"/>
                    <a:pt x="46" y="48"/>
                    <a:pt x="46" y="55"/>
                  </a:cubicBezTo>
                  <a:cubicBezTo>
                    <a:pt x="46" y="66"/>
                    <a:pt x="38" y="66"/>
                    <a:pt x="27" y="66"/>
                  </a:cubicBezTo>
                  <a:cubicBezTo>
                    <a:pt x="13" y="66"/>
                    <a:pt x="1" y="62"/>
                    <a:pt x="1" y="62"/>
                  </a:cubicBezTo>
                  <a:cubicBezTo>
                    <a:pt x="1" y="72"/>
                    <a:pt x="1" y="72"/>
                    <a:pt x="1" y="72"/>
                  </a:cubicBezTo>
                  <a:cubicBezTo>
                    <a:pt x="1" y="72"/>
                    <a:pt x="12" y="76"/>
                    <a:pt x="25" y="76"/>
                  </a:cubicBezTo>
                  <a:cubicBezTo>
                    <a:pt x="44" y="76"/>
                    <a:pt x="60" y="72"/>
                    <a:pt x="60" y="54"/>
                  </a:cubicBezTo>
                  <a:cubicBezTo>
                    <a:pt x="60" y="41"/>
                    <a:pt x="53" y="36"/>
                    <a:pt x="40" y="33"/>
                  </a:cubicBezTo>
                  <a:cubicBezTo>
                    <a:pt x="26" y="30"/>
                    <a:pt x="26" y="30"/>
                    <a:pt x="26" y="30"/>
                  </a:cubicBezTo>
                  <a:cubicBezTo>
                    <a:pt x="18" y="28"/>
                    <a:pt x="14" y="26"/>
                    <a:pt x="14" y="19"/>
                  </a:cubicBezTo>
                  <a:cubicBezTo>
                    <a:pt x="14" y="10"/>
                    <a:pt x="23" y="9"/>
                    <a:pt x="33" y="9"/>
                  </a:cubicBezTo>
                  <a:cubicBezTo>
                    <a:pt x="46" y="9"/>
                    <a:pt x="54" y="13"/>
                    <a:pt x="54" y="13"/>
                  </a:cubicBezTo>
                  <a:lnTo>
                    <a:pt x="54" y="3"/>
                  </a:lnTo>
                  <a:close/>
                  <a:moveTo>
                    <a:pt x="403" y="68"/>
                  </a:moveTo>
                  <a:cubicBezTo>
                    <a:pt x="392" y="68"/>
                    <a:pt x="390" y="61"/>
                    <a:pt x="390" y="49"/>
                  </a:cubicBezTo>
                  <a:cubicBezTo>
                    <a:pt x="390" y="38"/>
                    <a:pt x="392" y="31"/>
                    <a:pt x="403" y="31"/>
                  </a:cubicBezTo>
                  <a:cubicBezTo>
                    <a:pt x="414" y="31"/>
                    <a:pt x="417" y="38"/>
                    <a:pt x="417" y="49"/>
                  </a:cubicBezTo>
                  <a:cubicBezTo>
                    <a:pt x="417" y="62"/>
                    <a:pt x="414" y="68"/>
                    <a:pt x="403" y="68"/>
                  </a:cubicBezTo>
                  <a:moveTo>
                    <a:pt x="376" y="93"/>
                  </a:moveTo>
                  <a:cubicBezTo>
                    <a:pt x="389" y="93"/>
                    <a:pt x="389" y="93"/>
                    <a:pt x="389" y="93"/>
                  </a:cubicBezTo>
                  <a:cubicBezTo>
                    <a:pt x="389" y="67"/>
                    <a:pt x="389" y="67"/>
                    <a:pt x="389" y="67"/>
                  </a:cubicBezTo>
                  <a:cubicBezTo>
                    <a:pt x="389" y="67"/>
                    <a:pt x="391" y="76"/>
                    <a:pt x="406" y="76"/>
                  </a:cubicBezTo>
                  <a:cubicBezTo>
                    <a:pt x="423" y="76"/>
                    <a:pt x="431" y="68"/>
                    <a:pt x="431" y="49"/>
                  </a:cubicBezTo>
                  <a:cubicBezTo>
                    <a:pt x="431" y="31"/>
                    <a:pt x="424" y="23"/>
                    <a:pt x="408" y="23"/>
                  </a:cubicBezTo>
                  <a:cubicBezTo>
                    <a:pt x="391" y="23"/>
                    <a:pt x="389" y="33"/>
                    <a:pt x="389" y="33"/>
                  </a:cubicBezTo>
                  <a:cubicBezTo>
                    <a:pt x="389" y="24"/>
                    <a:pt x="389" y="24"/>
                    <a:pt x="389" y="24"/>
                  </a:cubicBezTo>
                  <a:cubicBezTo>
                    <a:pt x="376" y="24"/>
                    <a:pt x="376" y="24"/>
                    <a:pt x="376" y="24"/>
                  </a:cubicBezTo>
                  <a:lnTo>
                    <a:pt x="376" y="93"/>
                  </a:lnTo>
                  <a:close/>
                  <a:moveTo>
                    <a:pt x="334" y="75"/>
                  </a:moveTo>
                  <a:cubicBezTo>
                    <a:pt x="347" y="75"/>
                    <a:pt x="347" y="75"/>
                    <a:pt x="347" y="75"/>
                  </a:cubicBezTo>
                  <a:cubicBezTo>
                    <a:pt x="347" y="47"/>
                    <a:pt x="347" y="47"/>
                    <a:pt x="347" y="47"/>
                  </a:cubicBezTo>
                  <a:cubicBezTo>
                    <a:pt x="347" y="37"/>
                    <a:pt x="351" y="36"/>
                    <a:pt x="368" y="36"/>
                  </a:cubicBezTo>
                  <a:cubicBezTo>
                    <a:pt x="368" y="24"/>
                    <a:pt x="368" y="24"/>
                    <a:pt x="368" y="24"/>
                  </a:cubicBezTo>
                  <a:cubicBezTo>
                    <a:pt x="355" y="24"/>
                    <a:pt x="349" y="28"/>
                    <a:pt x="347" y="37"/>
                  </a:cubicBezTo>
                  <a:cubicBezTo>
                    <a:pt x="347" y="24"/>
                    <a:pt x="347" y="24"/>
                    <a:pt x="347" y="24"/>
                  </a:cubicBezTo>
                  <a:cubicBezTo>
                    <a:pt x="334" y="24"/>
                    <a:pt x="334" y="24"/>
                    <a:pt x="334" y="24"/>
                  </a:cubicBezTo>
                  <a:lnTo>
                    <a:pt x="334" y="75"/>
                  </a:lnTo>
                  <a:close/>
                  <a:moveTo>
                    <a:pt x="296" y="68"/>
                  </a:moveTo>
                  <a:cubicBezTo>
                    <a:pt x="284" y="68"/>
                    <a:pt x="282" y="63"/>
                    <a:pt x="282" y="49"/>
                  </a:cubicBezTo>
                  <a:cubicBezTo>
                    <a:pt x="282" y="36"/>
                    <a:pt x="284" y="30"/>
                    <a:pt x="295" y="30"/>
                  </a:cubicBezTo>
                  <a:cubicBezTo>
                    <a:pt x="307" y="30"/>
                    <a:pt x="309" y="36"/>
                    <a:pt x="309" y="49"/>
                  </a:cubicBezTo>
                  <a:cubicBezTo>
                    <a:pt x="309" y="62"/>
                    <a:pt x="307" y="68"/>
                    <a:pt x="296" y="68"/>
                  </a:cubicBezTo>
                  <a:moveTo>
                    <a:pt x="268" y="50"/>
                  </a:moveTo>
                  <a:cubicBezTo>
                    <a:pt x="268" y="70"/>
                    <a:pt x="278" y="76"/>
                    <a:pt x="295" y="76"/>
                  </a:cubicBezTo>
                  <a:cubicBezTo>
                    <a:pt x="312" y="76"/>
                    <a:pt x="323" y="70"/>
                    <a:pt x="323" y="49"/>
                  </a:cubicBezTo>
                  <a:cubicBezTo>
                    <a:pt x="323" y="29"/>
                    <a:pt x="312" y="23"/>
                    <a:pt x="295" y="23"/>
                  </a:cubicBezTo>
                  <a:cubicBezTo>
                    <a:pt x="278" y="23"/>
                    <a:pt x="268" y="29"/>
                    <a:pt x="268" y="50"/>
                  </a:cubicBezTo>
                  <a:moveTo>
                    <a:pt x="73" y="75"/>
                  </a:moveTo>
                  <a:cubicBezTo>
                    <a:pt x="86" y="75"/>
                    <a:pt x="86" y="75"/>
                    <a:pt x="86" y="75"/>
                  </a:cubicBezTo>
                  <a:cubicBezTo>
                    <a:pt x="86" y="24"/>
                    <a:pt x="86" y="24"/>
                    <a:pt x="86" y="24"/>
                  </a:cubicBezTo>
                  <a:cubicBezTo>
                    <a:pt x="73" y="24"/>
                    <a:pt x="73" y="24"/>
                    <a:pt x="73" y="24"/>
                  </a:cubicBezTo>
                  <a:lnTo>
                    <a:pt x="73" y="75"/>
                  </a:lnTo>
                  <a:close/>
                  <a:moveTo>
                    <a:pt x="73" y="14"/>
                  </a:moveTo>
                  <a:cubicBezTo>
                    <a:pt x="86" y="14"/>
                    <a:pt x="86" y="14"/>
                    <a:pt x="86" y="14"/>
                  </a:cubicBezTo>
                  <a:cubicBezTo>
                    <a:pt x="86" y="1"/>
                    <a:pt x="86" y="1"/>
                    <a:pt x="86" y="1"/>
                  </a:cubicBezTo>
                  <a:cubicBezTo>
                    <a:pt x="73" y="1"/>
                    <a:pt x="73" y="1"/>
                    <a:pt x="73" y="1"/>
                  </a:cubicBezTo>
                  <a:lnTo>
                    <a:pt x="7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0" name="Freeform 8"/>
            <p:cNvSpPr>
              <a:spLocks noEditPoints="1"/>
            </p:cNvSpPr>
            <p:nvPr userDrawn="1"/>
          </p:nvSpPr>
          <p:spPr bwMode="auto">
            <a:xfrm>
              <a:off x="10142048" y="6453602"/>
              <a:ext cx="59859" cy="61672"/>
            </a:xfrm>
            <a:custGeom>
              <a:avLst/>
              <a:gdLst>
                <a:gd name="T0" fmla="*/ 26 w 33"/>
                <a:gd name="T1" fmla="*/ 26 h 34"/>
                <a:gd name="T2" fmla="*/ 13 w 33"/>
                <a:gd name="T3" fmla="*/ 26 h 34"/>
                <a:gd name="T4" fmla="*/ 13 w 33"/>
                <a:gd name="T5" fmla="*/ 13 h 34"/>
                <a:gd name="T6" fmla="*/ 26 w 33"/>
                <a:gd name="T7" fmla="*/ 13 h 34"/>
                <a:gd name="T8" fmla="*/ 26 w 33"/>
                <a:gd name="T9" fmla="*/ 26 h 34"/>
                <a:gd name="T10" fmla="*/ 33 w 33"/>
                <a:gd name="T11" fmla="*/ 0 h 34"/>
                <a:gd name="T12" fmla="*/ 0 w 33"/>
                <a:gd name="T13" fmla="*/ 0 h 34"/>
                <a:gd name="T14" fmla="*/ 0 w 33"/>
                <a:gd name="T15" fmla="*/ 34 h 34"/>
                <a:gd name="T16" fmla="*/ 33 w 33"/>
                <a:gd name="T17" fmla="*/ 34 h 34"/>
                <a:gd name="T18" fmla="*/ 33 w 33"/>
                <a:gd name="T1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34">
                  <a:moveTo>
                    <a:pt x="26" y="26"/>
                  </a:moveTo>
                  <a:lnTo>
                    <a:pt x="13" y="26"/>
                  </a:lnTo>
                  <a:lnTo>
                    <a:pt x="13" y="13"/>
                  </a:lnTo>
                  <a:lnTo>
                    <a:pt x="26" y="13"/>
                  </a:lnTo>
                  <a:lnTo>
                    <a:pt x="26" y="26"/>
                  </a:lnTo>
                  <a:close/>
                  <a:moveTo>
                    <a:pt x="33" y="0"/>
                  </a:moveTo>
                  <a:lnTo>
                    <a:pt x="0" y="0"/>
                  </a:lnTo>
                  <a:lnTo>
                    <a:pt x="0" y="34"/>
                  </a:lnTo>
                  <a:lnTo>
                    <a:pt x="33" y="34"/>
                  </a:lnTo>
                  <a:lnTo>
                    <a:pt x="3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1" name="Freeform 9"/>
            <p:cNvSpPr>
              <a:spLocks noEditPoints="1"/>
            </p:cNvSpPr>
            <p:nvPr userDrawn="1"/>
          </p:nvSpPr>
          <p:spPr bwMode="auto">
            <a:xfrm>
              <a:off x="10078561" y="6390116"/>
              <a:ext cx="163250" cy="165063"/>
            </a:xfrm>
            <a:custGeom>
              <a:avLst/>
              <a:gdLst>
                <a:gd name="T0" fmla="*/ 83 w 90"/>
                <a:gd name="T1" fmla="*/ 83 h 91"/>
                <a:gd name="T2" fmla="*/ 13 w 90"/>
                <a:gd name="T3" fmla="*/ 83 h 91"/>
                <a:gd name="T4" fmla="*/ 13 w 90"/>
                <a:gd name="T5" fmla="*/ 13 h 91"/>
                <a:gd name="T6" fmla="*/ 83 w 90"/>
                <a:gd name="T7" fmla="*/ 13 h 91"/>
                <a:gd name="T8" fmla="*/ 83 w 90"/>
                <a:gd name="T9" fmla="*/ 83 h 91"/>
                <a:gd name="T10" fmla="*/ 90 w 90"/>
                <a:gd name="T11" fmla="*/ 0 h 91"/>
                <a:gd name="T12" fmla="*/ 0 w 90"/>
                <a:gd name="T13" fmla="*/ 0 h 91"/>
                <a:gd name="T14" fmla="*/ 0 w 90"/>
                <a:gd name="T15" fmla="*/ 91 h 91"/>
                <a:gd name="T16" fmla="*/ 90 w 90"/>
                <a:gd name="T17" fmla="*/ 91 h 91"/>
                <a:gd name="T18" fmla="*/ 90 w 90"/>
                <a:gd name="T19"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0" h="91">
                  <a:moveTo>
                    <a:pt x="83" y="83"/>
                  </a:moveTo>
                  <a:lnTo>
                    <a:pt x="13" y="83"/>
                  </a:lnTo>
                  <a:lnTo>
                    <a:pt x="13" y="13"/>
                  </a:lnTo>
                  <a:lnTo>
                    <a:pt x="83" y="13"/>
                  </a:lnTo>
                  <a:lnTo>
                    <a:pt x="83" y="83"/>
                  </a:lnTo>
                  <a:close/>
                  <a:moveTo>
                    <a:pt x="90" y="0"/>
                  </a:moveTo>
                  <a:lnTo>
                    <a:pt x="0" y="0"/>
                  </a:lnTo>
                  <a:lnTo>
                    <a:pt x="0" y="91"/>
                  </a:lnTo>
                  <a:lnTo>
                    <a:pt x="90" y="91"/>
                  </a:lnTo>
                  <a:lnTo>
                    <a:pt x="9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2" name="Freeform 10"/>
            <p:cNvSpPr>
              <a:spLocks noEditPoints="1"/>
            </p:cNvSpPr>
            <p:nvPr userDrawn="1"/>
          </p:nvSpPr>
          <p:spPr bwMode="auto">
            <a:xfrm>
              <a:off x="10056795" y="6368350"/>
              <a:ext cx="206783" cy="204969"/>
            </a:xfrm>
            <a:custGeom>
              <a:avLst/>
              <a:gdLst>
                <a:gd name="T0" fmla="*/ 107 w 114"/>
                <a:gd name="T1" fmla="*/ 107 h 113"/>
                <a:gd name="T2" fmla="*/ 7 w 114"/>
                <a:gd name="T3" fmla="*/ 107 h 113"/>
                <a:gd name="T4" fmla="*/ 7 w 114"/>
                <a:gd name="T5" fmla="*/ 8 h 113"/>
                <a:gd name="T6" fmla="*/ 107 w 114"/>
                <a:gd name="T7" fmla="*/ 8 h 113"/>
                <a:gd name="T8" fmla="*/ 107 w 114"/>
                <a:gd name="T9" fmla="*/ 107 h 113"/>
                <a:gd name="T10" fmla="*/ 0 w 114"/>
                <a:gd name="T11" fmla="*/ 113 h 113"/>
                <a:gd name="T12" fmla="*/ 114 w 114"/>
                <a:gd name="T13" fmla="*/ 113 h 113"/>
                <a:gd name="T14" fmla="*/ 114 w 114"/>
                <a:gd name="T15" fmla="*/ 0 h 113"/>
                <a:gd name="T16" fmla="*/ 0 w 114"/>
                <a:gd name="T17" fmla="*/ 0 h 113"/>
                <a:gd name="T18" fmla="*/ 0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107" y="107"/>
                  </a:moveTo>
                  <a:lnTo>
                    <a:pt x="7" y="107"/>
                  </a:lnTo>
                  <a:lnTo>
                    <a:pt x="7" y="8"/>
                  </a:lnTo>
                  <a:lnTo>
                    <a:pt x="107" y="8"/>
                  </a:lnTo>
                  <a:lnTo>
                    <a:pt x="107" y="107"/>
                  </a:lnTo>
                  <a:close/>
                  <a:moveTo>
                    <a:pt x="0" y="113"/>
                  </a:moveTo>
                  <a:lnTo>
                    <a:pt x="114" y="113"/>
                  </a:lnTo>
                  <a:lnTo>
                    <a:pt x="114" y="0"/>
                  </a:lnTo>
                  <a:lnTo>
                    <a:pt x="0" y="0"/>
                  </a:lnTo>
                  <a:lnTo>
                    <a:pt x="0" y="1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3" name="Freeform 11"/>
            <p:cNvSpPr>
              <a:spLocks noEditPoints="1"/>
            </p:cNvSpPr>
            <p:nvPr userDrawn="1"/>
          </p:nvSpPr>
          <p:spPr bwMode="auto">
            <a:xfrm>
              <a:off x="10109398" y="6422766"/>
              <a:ext cx="112461" cy="110647"/>
            </a:xfrm>
            <a:custGeom>
              <a:avLst/>
              <a:gdLst>
                <a:gd name="T0" fmla="*/ 56 w 62"/>
                <a:gd name="T1" fmla="*/ 55 h 61"/>
                <a:gd name="T2" fmla="*/ 14 w 62"/>
                <a:gd name="T3" fmla="*/ 55 h 61"/>
                <a:gd name="T4" fmla="*/ 14 w 62"/>
                <a:gd name="T5" fmla="*/ 13 h 61"/>
                <a:gd name="T6" fmla="*/ 56 w 62"/>
                <a:gd name="T7" fmla="*/ 13 h 61"/>
                <a:gd name="T8" fmla="*/ 56 w 62"/>
                <a:gd name="T9" fmla="*/ 55 h 61"/>
                <a:gd name="T10" fmla="*/ 62 w 62"/>
                <a:gd name="T11" fmla="*/ 0 h 61"/>
                <a:gd name="T12" fmla="*/ 0 w 62"/>
                <a:gd name="T13" fmla="*/ 0 h 61"/>
                <a:gd name="T14" fmla="*/ 0 w 62"/>
                <a:gd name="T15" fmla="*/ 61 h 61"/>
                <a:gd name="T16" fmla="*/ 62 w 62"/>
                <a:gd name="T17" fmla="*/ 61 h 61"/>
                <a:gd name="T18" fmla="*/ 62 w 62"/>
                <a:gd name="T19" fmla="*/ 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2" h="61">
                  <a:moveTo>
                    <a:pt x="56" y="55"/>
                  </a:moveTo>
                  <a:lnTo>
                    <a:pt x="14" y="55"/>
                  </a:lnTo>
                  <a:lnTo>
                    <a:pt x="14" y="13"/>
                  </a:lnTo>
                  <a:lnTo>
                    <a:pt x="56" y="13"/>
                  </a:lnTo>
                  <a:lnTo>
                    <a:pt x="56" y="55"/>
                  </a:lnTo>
                  <a:close/>
                  <a:moveTo>
                    <a:pt x="62" y="0"/>
                  </a:moveTo>
                  <a:lnTo>
                    <a:pt x="0" y="0"/>
                  </a:lnTo>
                  <a:lnTo>
                    <a:pt x="0" y="61"/>
                  </a:lnTo>
                  <a:lnTo>
                    <a:pt x="62" y="61"/>
                  </a:lnTo>
                  <a:lnTo>
                    <a:pt x="6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 name="empower - DO NOT DELETE!!!" hidden="1"/>
          <p:cNvSpPr/>
          <p:nvPr userDrawn="1">
            <p:custDataLst>
              <p:tags r:id="rId22"/>
            </p:custDataLst>
          </p:nvPr>
        </p:nvSpPr>
        <p:spPr>
          <a:xfrm>
            <a:off x="0" y="0"/>
            <a:ext cx="0" cy="0"/>
          </a:xfrm>
          <a:prstGeom prst="ellips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grpSp>
        <p:nvGrpSpPr>
          <p:cNvPr id="5" name="Gruppe 4"/>
          <p:cNvGrpSpPr/>
          <p:nvPr userDrawn="1"/>
        </p:nvGrpSpPr>
        <p:grpSpPr>
          <a:xfrm>
            <a:off x="12334834" y="1623484"/>
            <a:ext cx="1712825" cy="400391"/>
            <a:chOff x="12334834" y="1623484"/>
            <a:chExt cx="1712825" cy="400391"/>
          </a:xfrm>
        </p:grpSpPr>
        <p:sp>
          <p:nvSpPr>
            <p:cNvPr id="94" name="Rectangle 138"/>
            <p:cNvSpPr/>
            <p:nvPr userDrawn="1"/>
          </p:nvSpPr>
          <p:spPr>
            <a:xfrm>
              <a:off x="1235579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95" name="Rectangle 139"/>
            <p:cNvSpPr/>
            <p:nvPr userDrawn="1"/>
          </p:nvSpPr>
          <p:spPr>
            <a:xfrm>
              <a:off x="12545387"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96" name="Rectangle 140"/>
            <p:cNvSpPr/>
            <p:nvPr userDrawn="1"/>
          </p:nvSpPr>
          <p:spPr>
            <a:xfrm>
              <a:off x="12737709"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97" name="Rectangle 141"/>
            <p:cNvSpPr/>
            <p:nvPr userDrawn="1"/>
          </p:nvSpPr>
          <p:spPr>
            <a:xfrm>
              <a:off x="12930031"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98" name="Rectangle 142"/>
            <p:cNvSpPr/>
            <p:nvPr userDrawn="1"/>
          </p:nvSpPr>
          <p:spPr>
            <a:xfrm>
              <a:off x="13122353"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99" name="Rectangle 143"/>
            <p:cNvSpPr/>
            <p:nvPr userDrawn="1"/>
          </p:nvSpPr>
          <p:spPr>
            <a:xfrm>
              <a:off x="13314675"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0" name="Rectangle 144"/>
            <p:cNvSpPr/>
            <p:nvPr userDrawn="1"/>
          </p:nvSpPr>
          <p:spPr>
            <a:xfrm>
              <a:off x="13503358"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1" name="Rectangle 145"/>
            <p:cNvSpPr/>
            <p:nvPr userDrawn="1"/>
          </p:nvSpPr>
          <p:spPr>
            <a:xfrm>
              <a:off x="13695680"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2" name="Rectangle 146"/>
            <p:cNvSpPr/>
            <p:nvPr userDrawn="1"/>
          </p:nvSpPr>
          <p:spPr>
            <a:xfrm>
              <a:off x="13888002" y="1623484"/>
              <a:ext cx="159657" cy="159657"/>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grpSp>
          <p:nvGrpSpPr>
            <p:cNvPr id="103" name="Gruppe 102"/>
            <p:cNvGrpSpPr/>
            <p:nvPr userDrawn="1"/>
          </p:nvGrpSpPr>
          <p:grpSpPr>
            <a:xfrm>
              <a:off x="12334834" y="1864218"/>
              <a:ext cx="1691861" cy="159657"/>
              <a:chOff x="-1700122" y="1775884"/>
              <a:chExt cx="1691861" cy="159657"/>
            </a:xfrm>
            <a:solidFill>
              <a:srgbClr val="E6E6E6"/>
            </a:solidFill>
          </p:grpSpPr>
          <p:sp>
            <p:nvSpPr>
              <p:cNvPr id="104" name="Rectangle 105"/>
              <p:cNvSpPr/>
              <p:nvPr userDrawn="1"/>
            </p:nvSpPr>
            <p:spPr>
              <a:xfrm>
                <a:off x="-170012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5" name="Rectangle 109"/>
              <p:cNvSpPr/>
              <p:nvPr userDrawn="1"/>
            </p:nvSpPr>
            <p:spPr>
              <a:xfrm>
                <a:off x="-1510533"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7" name="Rectangle 110"/>
              <p:cNvSpPr/>
              <p:nvPr userDrawn="1"/>
            </p:nvSpPr>
            <p:spPr>
              <a:xfrm>
                <a:off x="-1318211"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8" name="Rectangle 111"/>
              <p:cNvSpPr/>
              <p:nvPr userDrawn="1"/>
            </p:nvSpPr>
            <p:spPr>
              <a:xfrm>
                <a:off x="-1125889"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09" name="Rectangle 112"/>
              <p:cNvSpPr/>
              <p:nvPr userDrawn="1"/>
            </p:nvSpPr>
            <p:spPr>
              <a:xfrm>
                <a:off x="-933567"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4" name="Rectangle 113"/>
              <p:cNvSpPr/>
              <p:nvPr userDrawn="1"/>
            </p:nvSpPr>
            <p:spPr>
              <a:xfrm>
                <a:off x="-741245"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5" name="Rectangle 114"/>
              <p:cNvSpPr/>
              <p:nvPr userDrawn="1"/>
            </p:nvSpPr>
            <p:spPr>
              <a:xfrm>
                <a:off x="-552562"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26" name="Rectangle 115"/>
              <p:cNvSpPr/>
              <p:nvPr userDrawn="1"/>
            </p:nvSpPr>
            <p:spPr>
              <a:xfrm>
                <a:off x="-360240"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sp>
            <p:nvSpPr>
              <p:cNvPr id="133" name="Rectangle 116"/>
              <p:cNvSpPr/>
              <p:nvPr userDrawn="1"/>
            </p:nvSpPr>
            <p:spPr>
              <a:xfrm>
                <a:off x="-167918" y="1775884"/>
                <a:ext cx="159657" cy="159657"/>
              </a:xfrm>
              <a:prstGeom prst="rect">
                <a:avLst/>
              </a:prstGeom>
              <a:grp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da-DK" sz="1600">
                  <a:solidFill>
                    <a:schemeClr val="tx1"/>
                  </a:solidFill>
                </a:endParaRPr>
              </a:p>
            </p:txBody>
          </p:sp>
        </p:grpSp>
      </p:grpSp>
    </p:spTree>
  </p:cSld>
  <p:clrMap bg1="lt1" tx1="dk1" bg2="lt2" tx2="dk2" accent1="accent1" accent2="accent2" accent3="accent3" accent4="accent4" accent5="accent5" accent6="accent6" hlink="hlink" folHlink="folHlink"/>
  <p:sldLayoutIdLst>
    <p:sldLayoutId id="2147483755" r:id="rId1"/>
    <p:sldLayoutId id="2147483744" r:id="rId2"/>
    <p:sldLayoutId id="2147483727" r:id="rId3"/>
    <p:sldLayoutId id="2147483725" r:id="rId4"/>
    <p:sldLayoutId id="2147483742" r:id="rId5"/>
    <p:sldLayoutId id="2147483747" r:id="rId6"/>
    <p:sldLayoutId id="2147483701"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800" r:id="rId18"/>
    <p:sldLayoutId id="2147483801" r:id="rId19"/>
    <p:sldLayoutId id="2147483706" r:id="rId20"/>
  </p:sldLayoutIdLst>
  <p:hf hdr="0" ftr="0" dt="0"/>
  <p:txStyles>
    <p:titleStyle>
      <a:lvl1pPr algn="l" defTabSz="609585" rtl="0" eaLnBrk="1" fontAlgn="base" hangingPunct="1">
        <a:lnSpc>
          <a:spcPct val="100000"/>
        </a:lnSpc>
        <a:spcBef>
          <a:spcPct val="0"/>
        </a:spcBef>
        <a:spcAft>
          <a:spcPct val="0"/>
        </a:spcAft>
        <a:defRPr sz="3200" kern="1200" cap="all" baseline="0">
          <a:solidFill>
            <a:schemeClr val="tx1"/>
          </a:solidFill>
          <a:latin typeface="+mj-lt"/>
          <a:ea typeface="ＭＳ Ｐゴシック" charset="0"/>
          <a:cs typeface="Myriad Pro"/>
        </a:defRPr>
      </a:lvl1pPr>
      <a:lvl2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2pPr>
      <a:lvl3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3pPr>
      <a:lvl4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4pPr>
      <a:lvl5pPr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5pPr>
      <a:lvl6pPr marL="609585"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6pPr>
      <a:lvl7pPr marL="1219170"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7pPr>
      <a:lvl8pPr marL="1828754"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8pPr>
      <a:lvl9pPr marL="2438339" algn="l" defTabSz="609585" rtl="0" eaLnBrk="1" fontAlgn="base" hangingPunct="1">
        <a:lnSpc>
          <a:spcPct val="95000"/>
        </a:lnSpc>
        <a:spcBef>
          <a:spcPct val="0"/>
        </a:spcBef>
        <a:spcAft>
          <a:spcPct val="0"/>
        </a:spcAft>
        <a:defRPr sz="3200">
          <a:solidFill>
            <a:schemeClr val="tx1"/>
          </a:solidFill>
          <a:latin typeface="Myriad Pro" charset="0"/>
          <a:ea typeface="ＭＳ Ｐゴシック" charset="0"/>
        </a:defRPr>
      </a:lvl9pPr>
    </p:titleStyle>
    <p:bodyStyle>
      <a:lvl1pPr marL="190500" indent="-190500" algn="l" defTabSz="609585" rtl="0" eaLnBrk="1" fontAlgn="base" hangingPunct="1">
        <a:lnSpc>
          <a:spcPct val="100000"/>
        </a:lnSpc>
        <a:spcBef>
          <a:spcPts val="300"/>
        </a:spcBef>
        <a:spcAft>
          <a:spcPts val="1200"/>
        </a:spcAft>
        <a:buClr>
          <a:schemeClr val="accent2"/>
        </a:buClr>
        <a:buSzPct val="100000"/>
        <a:buFont typeface="Arial" panose="020B0604020202020204" pitchFamily="34" charset="0"/>
        <a:buChar char="•"/>
        <a:tabLst/>
        <a:defRPr lang="da-DK" sz="1800" kern="1200" baseline="0" dirty="0" smtClean="0">
          <a:solidFill>
            <a:schemeClr val="tx1"/>
          </a:solidFill>
          <a:latin typeface="+mj-lt"/>
          <a:ea typeface="Calibri" panose="020F0502020204030204" pitchFamily="34" charset="0"/>
          <a:cs typeface="Calibri" panose="020F0502020204030204" pitchFamily="34" charset="0"/>
        </a:defRPr>
      </a:lvl1pPr>
      <a:lvl2pPr marL="379413" indent="-180975" algn="l" defTabSz="609585" rtl="0" eaLnBrk="1" fontAlgn="base" hangingPunct="1">
        <a:lnSpc>
          <a:spcPct val="100000"/>
        </a:lnSpc>
        <a:spcBef>
          <a:spcPts val="0"/>
        </a:spcBef>
        <a:spcAft>
          <a:spcPts val="1200"/>
        </a:spcAft>
        <a:buClr>
          <a:schemeClr val="accent2"/>
        </a:buClr>
        <a:buFont typeface="Arial" panose="020B0604020202020204" pitchFamily="34" charset="0"/>
        <a:buChar char="•"/>
        <a:defRPr lang="da-DK" sz="1600" i="0" kern="1200" baseline="0" dirty="0" smtClean="0">
          <a:solidFill>
            <a:schemeClr val="tx1"/>
          </a:solidFill>
          <a:latin typeface="+mj-lt"/>
          <a:ea typeface="Calibri" panose="020F0502020204030204" pitchFamily="34" charset="0"/>
          <a:cs typeface="Calibri" panose="020F0502020204030204" pitchFamily="34" charset="0"/>
        </a:defRPr>
      </a:lvl2pPr>
      <a:lvl3pPr marL="555625" indent="-165100" algn="l" defTabSz="609585" rtl="0" eaLnBrk="1" fontAlgn="base" hangingPunct="1">
        <a:lnSpc>
          <a:spcPct val="100000"/>
        </a:lnSpc>
        <a:spcBef>
          <a:spcPts val="0"/>
        </a:spcBef>
        <a:spcAft>
          <a:spcPts val="1200"/>
        </a:spcAft>
        <a:buClr>
          <a:schemeClr val="accent2"/>
        </a:buClr>
        <a:buSzPct val="100000"/>
        <a:buFont typeface="Arial" panose="020B0604020202020204" pitchFamily="34" charset="0"/>
        <a:buChar char="-"/>
        <a:tabLst/>
        <a:defRPr lang="da-DK" sz="1600" b="0" i="0" kern="1200" baseline="0" dirty="0" smtClean="0">
          <a:solidFill>
            <a:schemeClr val="tx1"/>
          </a:solidFill>
          <a:latin typeface="+mj-lt"/>
          <a:ea typeface="Calibri" panose="020F0502020204030204" pitchFamily="34" charset="0"/>
          <a:cs typeface="Calibri" panose="020F0502020204030204" pitchFamily="34" charset="0"/>
        </a:defRPr>
      </a:lvl3pPr>
      <a:lvl4pPr marL="700088" indent="-144463" algn="l" defTabSz="609585" rtl="0" eaLnBrk="1" fontAlgn="base" hangingPunct="1">
        <a:lnSpc>
          <a:spcPct val="100000"/>
        </a:lnSpc>
        <a:spcBef>
          <a:spcPts val="0"/>
        </a:spcBef>
        <a:spcAft>
          <a:spcPts val="1200"/>
        </a:spcAft>
        <a:buClr>
          <a:schemeClr val="accent2"/>
        </a:buClr>
        <a:buSzPct val="80000"/>
        <a:buFont typeface="Arial" panose="020B0604020202020204" pitchFamily="34" charset="0"/>
        <a:buChar char="•"/>
        <a:tabLst/>
        <a:defRPr lang="da-DK" sz="1600" kern="1200" baseline="0" dirty="0" smtClean="0">
          <a:solidFill>
            <a:schemeClr val="tx1"/>
          </a:solidFill>
          <a:latin typeface="+mj-lt"/>
          <a:ea typeface="Calibri" panose="020F0502020204030204" pitchFamily="34" charset="0"/>
          <a:cs typeface="Calibri" panose="020F0502020204030204" pitchFamily="34" charset="0"/>
        </a:defRPr>
      </a:lvl4pPr>
      <a:lvl5pPr marL="706438" indent="0" algn="l" defTabSz="609585" rtl="0" eaLnBrk="1" fontAlgn="base" hangingPunct="1">
        <a:lnSpc>
          <a:spcPct val="100000"/>
        </a:lnSpc>
        <a:spcBef>
          <a:spcPts val="0"/>
        </a:spcBef>
        <a:spcAft>
          <a:spcPts val="1200"/>
        </a:spcAft>
        <a:buClr>
          <a:srgbClr val="15AAA6"/>
        </a:buClr>
        <a:buSzPct val="100000"/>
        <a:buFont typeface="Arial" panose="020B0604020202020204" pitchFamily="34" charset="0"/>
        <a:buNone/>
        <a:tabLst>
          <a:tab pos="711200" algn="l"/>
        </a:tabLst>
        <a:defRPr lang="da-DK" sz="1200" b="1" i="1" kern="1200" baseline="0" dirty="0">
          <a:solidFill>
            <a:schemeClr val="accent2"/>
          </a:solidFill>
          <a:latin typeface="+mj-lt"/>
          <a:ea typeface="Calibri" panose="020F0502020204030204" pitchFamily="34" charset="0"/>
          <a:cs typeface="Calibri" panose="020F0502020204030204" pitchFamily="34" charset="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899" userDrawn="1">
          <p15:clr>
            <a:srgbClr val="F26B43"/>
          </p15:clr>
        </p15:guide>
        <p15:guide id="2" pos="7257" userDrawn="1">
          <p15:clr>
            <a:srgbClr val="F26B43"/>
          </p15:clr>
        </p15:guide>
        <p15:guide id="3" pos="423" userDrawn="1">
          <p15:clr>
            <a:srgbClr val="F26B43"/>
          </p15:clr>
        </p15:guide>
        <p15:guide id="4" pos="896" userDrawn="1">
          <p15:clr>
            <a:srgbClr val="A4A3A4"/>
          </p15:clr>
        </p15:guide>
        <p15:guide id="5" pos="1001" userDrawn="1">
          <p15:clr>
            <a:srgbClr val="A4A3A4"/>
          </p15:clr>
        </p15:guide>
        <p15:guide id="6" pos="1475" userDrawn="1">
          <p15:clr>
            <a:srgbClr val="A4A3A4"/>
          </p15:clr>
        </p15:guide>
        <p15:guide id="7" pos="1579" userDrawn="1">
          <p15:clr>
            <a:srgbClr val="A4A3A4"/>
          </p15:clr>
        </p15:guide>
        <p15:guide id="8" pos="2048" userDrawn="1">
          <p15:clr>
            <a:srgbClr val="A4A3A4"/>
          </p15:clr>
        </p15:guide>
        <p15:guide id="9" pos="2156" userDrawn="1">
          <p15:clr>
            <a:srgbClr val="A4A3A4"/>
          </p15:clr>
        </p15:guide>
        <p15:guide id="10" pos="2631" userDrawn="1">
          <p15:clr>
            <a:srgbClr val="A4A3A4"/>
          </p15:clr>
        </p15:guide>
        <p15:guide id="11" pos="2735" userDrawn="1">
          <p15:clr>
            <a:srgbClr val="A4A3A4"/>
          </p15:clr>
        </p15:guide>
        <p15:guide id="12" pos="3209" userDrawn="1">
          <p15:clr>
            <a:srgbClr val="A4A3A4"/>
          </p15:clr>
        </p15:guide>
        <p15:guide id="13" pos="3314" userDrawn="1">
          <p15:clr>
            <a:srgbClr val="A4A3A4"/>
          </p15:clr>
        </p15:guide>
        <p15:guide id="14" pos="3795" userDrawn="1">
          <p15:clr>
            <a:srgbClr val="A4A3A4"/>
          </p15:clr>
        </p15:guide>
        <p15:guide id="15" pos="3892" userDrawn="1">
          <p15:clr>
            <a:srgbClr val="A4A3A4"/>
          </p15:clr>
        </p15:guide>
        <p15:guide id="16" pos="4365" userDrawn="1">
          <p15:clr>
            <a:srgbClr val="A4A3A4"/>
          </p15:clr>
        </p15:guide>
        <p15:guide id="17" pos="4470" userDrawn="1">
          <p15:clr>
            <a:srgbClr val="A4A3A4"/>
          </p15:clr>
        </p15:guide>
        <p15:guide id="18" pos="4944" userDrawn="1">
          <p15:clr>
            <a:srgbClr val="A4A3A4"/>
          </p15:clr>
        </p15:guide>
        <p15:guide id="19" pos="5048" userDrawn="1">
          <p15:clr>
            <a:srgbClr val="A4A3A4"/>
          </p15:clr>
        </p15:guide>
        <p15:guide id="20" pos="5523" userDrawn="1">
          <p15:clr>
            <a:srgbClr val="A4A3A4"/>
          </p15:clr>
        </p15:guide>
        <p15:guide id="21" pos="5627" userDrawn="1">
          <p15:clr>
            <a:srgbClr val="A4A3A4"/>
          </p15:clr>
        </p15:guide>
        <p15:guide id="22" pos="6100" userDrawn="1">
          <p15:clr>
            <a:srgbClr val="A4A3A4"/>
          </p15:clr>
        </p15:guide>
        <p15:guide id="23" pos="6205" userDrawn="1">
          <p15:clr>
            <a:srgbClr val="A4A3A4"/>
          </p15:clr>
        </p15:guide>
        <p15:guide id="24" pos="6677" userDrawn="1">
          <p15:clr>
            <a:srgbClr val="A4A3A4"/>
          </p15:clr>
        </p15:guide>
        <p15:guide id="25" pos="6783" userDrawn="1">
          <p15:clr>
            <a:srgbClr val="A4A3A4"/>
          </p15:clr>
        </p15:guide>
        <p15:guide id="26" orient="horz" pos="423" userDrawn="1">
          <p15:clr>
            <a:srgbClr val="A4A3A4"/>
          </p15:clr>
        </p15:guide>
        <p15:guide id="27" orient="horz" pos="919" userDrawn="1">
          <p15:clr>
            <a:srgbClr val="A4A3A4"/>
          </p15:clr>
        </p15:guide>
        <p15:guide id="28" orient="horz" pos="1021" userDrawn="1">
          <p15:clr>
            <a:srgbClr val="F26B43"/>
          </p15:clr>
        </p15:guide>
        <p15:guide id="29" orient="horz" pos="604" userDrawn="1">
          <p15:clr>
            <a:srgbClr val="A4A3A4"/>
          </p15:clr>
        </p15:guide>
        <p15:guide id="30" orient="horz" pos="1415" userDrawn="1">
          <p15:clr>
            <a:srgbClr val="A4A3A4"/>
          </p15:clr>
        </p15:guide>
        <p15:guide id="31" orient="horz" pos="1520" userDrawn="1">
          <p15:clr>
            <a:srgbClr val="A4A3A4"/>
          </p15:clr>
        </p15:guide>
        <p15:guide id="32" orient="horz" pos="1911" userDrawn="1">
          <p15:clr>
            <a:srgbClr val="A4A3A4"/>
          </p15:clr>
        </p15:guide>
        <p15:guide id="33" orient="horz" pos="2016" userDrawn="1">
          <p15:clr>
            <a:srgbClr val="A4A3A4"/>
          </p15:clr>
        </p15:guide>
        <p15:guide id="34" orient="horz" pos="2408" userDrawn="1">
          <p15:clr>
            <a:srgbClr val="A4A3A4"/>
          </p15:clr>
        </p15:guide>
        <p15:guide id="35" orient="horz" pos="2513" userDrawn="1">
          <p15:clr>
            <a:srgbClr val="A4A3A4"/>
          </p15:clr>
        </p15:guide>
        <p15:guide id="36" orient="horz" pos="2904" userDrawn="1">
          <p15:clr>
            <a:srgbClr val="A4A3A4"/>
          </p15:clr>
        </p15:guide>
        <p15:guide id="37" orient="horz" pos="3009" userDrawn="1">
          <p15:clr>
            <a:srgbClr val="A4A3A4"/>
          </p15:clr>
        </p15:guide>
        <p15:guide id="38" orient="horz" pos="3400" userDrawn="1">
          <p15:clr>
            <a:srgbClr val="A4A3A4"/>
          </p15:clr>
        </p15:guide>
        <p15:guide id="39" orient="horz" pos="350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18" Type="http://schemas.openxmlformats.org/officeDocument/2006/relationships/diagramData" Target="../diagrams/data4.xml"/><Relationship Id="rId3" Type="http://schemas.openxmlformats.org/officeDocument/2006/relationships/diagramData" Target="../diagrams/data1.xml"/><Relationship Id="rId21" Type="http://schemas.openxmlformats.org/officeDocument/2006/relationships/diagramColors" Target="../diagrams/colors4.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5.xml"/><Relationship Id="rId16" Type="http://schemas.openxmlformats.org/officeDocument/2006/relationships/diagramColors" Target="../diagrams/colors3.xml"/><Relationship Id="rId20" Type="http://schemas.openxmlformats.org/officeDocument/2006/relationships/diagramQuickStyle" Target="../diagrams/quickStyle4.xml"/><Relationship Id="rId1" Type="http://schemas.openxmlformats.org/officeDocument/2006/relationships/slideLayout" Target="../slideLayouts/slideLayout4.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19" Type="http://schemas.openxmlformats.org/officeDocument/2006/relationships/diagramLayout" Target="../diagrams/layout4.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 Id="rId22" Type="http://schemas.microsoft.com/office/2007/relationships/diagramDrawing" Target="../diagrams/drawing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d-okhrimenko/CSharpForTestAutomationMaterials.git" TargetMode="External"/><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d-okhrimenko/CSharpForTestAutomationMaterials.git" TargetMode="External"/><Relationship Id="rId2" Type="http://schemas.openxmlformats.org/officeDocument/2006/relationships/notesSlide" Target="../notesSlides/notesSlide20.xml"/><Relationship Id="rId1" Type="http://schemas.openxmlformats.org/officeDocument/2006/relationships/slideLayout" Target="../slideLayouts/slideLayout4.xml"/><Relationship Id="rId5" Type="http://schemas.openxmlformats.org/officeDocument/2006/relationships/image" Target="../media/image12.sv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2.sv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12.sv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12.svg"/></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4.xml"/><Relationship Id="rId4" Type="http://schemas.openxmlformats.org/officeDocument/2006/relationships/image" Target="../media/image12.svg"/></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12.svg"/></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12.svg"/></Relationships>
</file>

<file path=ppt/slides/_rels/slide3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12.svg"/></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2.xml"/><Relationship Id="rId1" Type="http://schemas.openxmlformats.org/officeDocument/2006/relationships/slideLayout" Target="../slideLayouts/slideLayout4.xml"/><Relationship Id="rId4" Type="http://schemas.openxmlformats.org/officeDocument/2006/relationships/image" Target="../media/image12.svg"/></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3.xml"/><Relationship Id="rId1" Type="http://schemas.openxmlformats.org/officeDocument/2006/relationships/slideLayout" Target="../slideLayouts/slideLayout4.xml"/><Relationship Id="rId4" Type="http://schemas.openxmlformats.org/officeDocument/2006/relationships/image" Target="../media/image12.svg"/></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12.sv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FD03D9-3736-4F8E-8DD6-53FCA8540A34}"/>
              </a:ext>
            </a:extLst>
          </p:cNvPr>
          <p:cNvSpPr>
            <a:spLocks noGrp="1"/>
          </p:cNvSpPr>
          <p:nvPr>
            <p:ph type="body" sz="quarter" idx="14"/>
          </p:nvPr>
        </p:nvSpPr>
        <p:spPr/>
        <p:txBody>
          <a:bodyPr/>
          <a:lstStyle/>
          <a:p>
            <a:r>
              <a:rPr lang="en-US">
                <a:cs typeface="Calibri"/>
              </a:rPr>
              <a:t>C# for test automation</a:t>
            </a:r>
            <a:endParaRPr lang="en-US"/>
          </a:p>
        </p:txBody>
      </p:sp>
      <p:sp>
        <p:nvSpPr>
          <p:cNvPr id="3" name="Text Placeholder 2">
            <a:extLst>
              <a:ext uri="{FF2B5EF4-FFF2-40B4-BE49-F238E27FC236}">
                <a16:creationId xmlns:a16="http://schemas.microsoft.com/office/drawing/2014/main" id="{EA5CBAAD-7DBF-4465-9940-43EA34DC9B30}"/>
              </a:ext>
            </a:extLst>
          </p:cNvPr>
          <p:cNvSpPr>
            <a:spLocks noGrp="1"/>
          </p:cNvSpPr>
          <p:nvPr>
            <p:ph type="body" sz="quarter" idx="15"/>
          </p:nvPr>
        </p:nvSpPr>
        <p:spPr/>
        <p:txBody>
          <a:bodyPr/>
          <a:lstStyle/>
          <a:p>
            <a:r>
              <a:rPr lang="en-US"/>
              <a:t>OOP</a:t>
            </a:r>
          </a:p>
        </p:txBody>
      </p:sp>
      <p:sp>
        <p:nvSpPr>
          <p:cNvPr id="4" name="Text Placeholder 3">
            <a:extLst>
              <a:ext uri="{FF2B5EF4-FFF2-40B4-BE49-F238E27FC236}">
                <a16:creationId xmlns:a16="http://schemas.microsoft.com/office/drawing/2014/main" id="{8E7F5F5C-0999-480D-8350-018919C9436E}"/>
              </a:ext>
            </a:extLst>
          </p:cNvPr>
          <p:cNvSpPr>
            <a:spLocks noGrp="1"/>
          </p:cNvSpPr>
          <p:nvPr>
            <p:ph type="body" sz="quarter" idx="16"/>
          </p:nvPr>
        </p:nvSpPr>
        <p:spPr/>
        <p:txBody>
          <a:bodyPr/>
          <a:lstStyle/>
          <a:p>
            <a:endParaRPr lang="en-US"/>
          </a:p>
        </p:txBody>
      </p:sp>
      <p:sp>
        <p:nvSpPr>
          <p:cNvPr id="5" name="Text Placeholder 4">
            <a:extLst>
              <a:ext uri="{FF2B5EF4-FFF2-40B4-BE49-F238E27FC236}">
                <a16:creationId xmlns:a16="http://schemas.microsoft.com/office/drawing/2014/main" id="{3F26BBC0-55E0-4EA1-B967-6CE1D18774D8}"/>
              </a:ext>
            </a:extLst>
          </p:cNvPr>
          <p:cNvSpPr>
            <a:spLocks noGrp="1"/>
          </p:cNvSpPr>
          <p:nvPr>
            <p:ph type="body" sz="quarter" idx="17"/>
          </p:nvPr>
        </p:nvSpPr>
        <p:spPr/>
        <p:txBody>
          <a:bodyPr vert="horz" lIns="0" tIns="0" rIns="0" bIns="0" rtlCol="0" anchor="t">
            <a:noAutofit/>
          </a:bodyPr>
          <a:lstStyle/>
          <a:p>
            <a:r>
              <a:rPr lang="en-US" dirty="0">
                <a:ea typeface="ＭＳ Ｐゴシック"/>
              </a:rPr>
              <a:t>Module </a:t>
            </a:r>
            <a:r>
              <a:rPr lang="en-US">
                <a:ea typeface="ＭＳ Ｐゴシック"/>
              </a:rPr>
              <a:t>4</a:t>
            </a:r>
            <a:endParaRPr lang="en-US"/>
          </a:p>
        </p:txBody>
      </p:sp>
    </p:spTree>
    <p:extLst>
      <p:ext uri="{BB962C8B-B14F-4D97-AF65-F5344CB8AC3E}">
        <p14:creationId xmlns:p14="http://schemas.microsoft.com/office/powerpoint/2010/main" val="525279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492A8-63A1-45F4-8E7D-0E7F88C1FCBA}"/>
              </a:ext>
            </a:extLst>
          </p:cNvPr>
          <p:cNvSpPr>
            <a:spLocks noGrp="1"/>
          </p:cNvSpPr>
          <p:nvPr>
            <p:ph type="title"/>
          </p:nvPr>
        </p:nvSpPr>
        <p:spPr/>
        <p:txBody>
          <a:bodyPr/>
          <a:lstStyle/>
          <a:p>
            <a:r>
              <a:rPr lang="en-US"/>
              <a:t>Agenda</a:t>
            </a:r>
          </a:p>
        </p:txBody>
      </p:sp>
      <p:sp>
        <p:nvSpPr>
          <p:cNvPr id="3" name="Slide Number Placeholder 2">
            <a:extLst>
              <a:ext uri="{FF2B5EF4-FFF2-40B4-BE49-F238E27FC236}">
                <a16:creationId xmlns:a16="http://schemas.microsoft.com/office/drawing/2014/main" id="{0101D0C3-8F4F-4384-8F2C-FB7CB0574D9D}"/>
              </a:ext>
            </a:extLst>
          </p:cNvPr>
          <p:cNvSpPr>
            <a:spLocks noGrp="1"/>
          </p:cNvSpPr>
          <p:nvPr>
            <p:ph type="sldNum" sz="quarter" idx="11"/>
          </p:nvPr>
        </p:nvSpPr>
        <p:spPr/>
        <p:txBody>
          <a:bodyPr/>
          <a:lstStyle/>
          <a:p>
            <a:fld id="{E16BA917-7F09-4B8D-AF07-F52890C14046}" type="slidenum">
              <a:rPr lang="da-DK" smtClean="0"/>
              <a:pPr/>
              <a:t>2</a:t>
            </a:fld>
            <a:endParaRPr lang="da-DK"/>
          </a:p>
        </p:txBody>
      </p:sp>
      <p:sp>
        <p:nvSpPr>
          <p:cNvPr id="4" name="Text Placeholder 3">
            <a:extLst>
              <a:ext uri="{FF2B5EF4-FFF2-40B4-BE49-F238E27FC236}">
                <a16:creationId xmlns:a16="http://schemas.microsoft.com/office/drawing/2014/main" id="{2A69F279-8777-45EE-ADF8-C7A2C9C8293A}"/>
              </a:ext>
            </a:extLst>
          </p:cNvPr>
          <p:cNvSpPr>
            <a:spLocks noGrp="1"/>
          </p:cNvSpPr>
          <p:nvPr>
            <p:ph type="body" sz="quarter" idx="17"/>
          </p:nvPr>
        </p:nvSpPr>
        <p:spPr/>
        <p:txBody>
          <a:bodyPr/>
          <a:lstStyle/>
          <a:p>
            <a:endParaRPr lang="en-US"/>
          </a:p>
        </p:txBody>
      </p:sp>
      <p:sp>
        <p:nvSpPr>
          <p:cNvPr id="5" name="TextBox 4">
            <a:extLst>
              <a:ext uri="{FF2B5EF4-FFF2-40B4-BE49-F238E27FC236}">
                <a16:creationId xmlns:a16="http://schemas.microsoft.com/office/drawing/2014/main" id="{67E8D471-BA5C-4AAC-A2C9-82DB42DEB307}"/>
              </a:ext>
            </a:extLst>
          </p:cNvPr>
          <p:cNvSpPr txBox="1"/>
          <p:nvPr/>
        </p:nvSpPr>
        <p:spPr>
          <a:xfrm>
            <a:off x="670985" y="1773122"/>
            <a:ext cx="9334252" cy="4441853"/>
          </a:xfrm>
          <a:prstGeom prst="rect">
            <a:avLst/>
          </a:prstGeom>
          <a:noFill/>
        </p:spPr>
        <p:txBody>
          <a:bodyPr wrap="none" lIns="0" tIns="0" rIns="0" bIns="0" rtlCol="0" anchor="t">
            <a:noAutofit/>
          </a:bodyPr>
          <a:lstStyle/>
          <a:p>
            <a:pPr marL="342900" indent="-342900" defTabSz="179388">
              <a:buClr>
                <a:srgbClr val="00DEE6"/>
              </a:buClr>
              <a:buFont typeface="Arial" panose="020B0604020202020204" pitchFamily="34" charset="0"/>
              <a:buAutoNum type="arabicPeriod"/>
            </a:pPr>
            <a:r>
              <a:rPr lang="en-US" sz="1600">
                <a:latin typeface="+mn-lt"/>
                <a:ea typeface="ＭＳ Ｐゴシック"/>
              </a:rPr>
              <a:t>Object-oriented programming in C#</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Objects and classes </a:t>
            </a:r>
            <a:r>
              <a:rPr lang="en-US" sz="1600" i="1">
                <a:solidFill>
                  <a:schemeClr val="accent1">
                    <a:lumMod val="50000"/>
                  </a:schemeClr>
                </a:solidFill>
                <a:latin typeface="+mn-lt"/>
                <a:ea typeface="ＭＳ Ｐゴシック"/>
              </a:rPr>
              <a:t> </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Three main concepts. PIE </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Encapsulation </a:t>
            </a:r>
            <a:endParaRPr lang="en-US" sz="1600">
              <a:latin typeface="+mn-lt"/>
            </a:endParaRPr>
          </a:p>
          <a:p>
            <a:pPr marL="342900" indent="-342900" defTabSz="179388">
              <a:buClr>
                <a:srgbClr val="00DEE6"/>
              </a:buClr>
              <a:buFont typeface="Arial" panose="020B0604020202020204" pitchFamily="34" charset="0"/>
              <a:buAutoNum type="arabicPeriod"/>
            </a:pPr>
            <a:r>
              <a:rPr lang="en-US" sz="1600">
                <a:latin typeface="+mn-lt"/>
                <a:ea typeface="ＭＳ Ｐゴシック"/>
              </a:rPr>
              <a:t>Inheritance </a:t>
            </a:r>
            <a:endParaRPr lang="en-US" sz="1600">
              <a:latin typeface="+mn-lt"/>
            </a:endParaRPr>
          </a:p>
          <a:p>
            <a:pPr marL="342900" indent="-342900" defTabSz="179388">
              <a:buClr>
                <a:srgbClr val="00DEE6"/>
              </a:buClr>
              <a:buFont typeface="Arial" panose="020B0604020202020204" pitchFamily="34" charset="0"/>
              <a:buAutoNum type="arabicPeriod"/>
            </a:pPr>
            <a:r>
              <a:rPr lang="en-US" sz="1600">
                <a:latin typeface="+mn-lt"/>
                <a:ea typeface="ＭＳ Ｐゴシック"/>
              </a:rPr>
              <a:t>Practice 1. Inheritance</a:t>
            </a:r>
          </a:p>
          <a:p>
            <a:pPr marL="342900" indent="-342900" defTabSz="179388">
              <a:buClr>
                <a:srgbClr val="00DEE6"/>
              </a:buClr>
              <a:buFont typeface="Arial" panose="020B0604020202020204" pitchFamily="34" charset="0"/>
              <a:buAutoNum type="arabicPeriod"/>
            </a:pPr>
            <a:r>
              <a:rPr lang="en-US" sz="1600" i="1">
                <a:solidFill>
                  <a:schemeClr val="accent1">
                    <a:lumMod val="50000"/>
                  </a:schemeClr>
                </a:solidFill>
                <a:latin typeface="+mn-lt"/>
                <a:ea typeface="ＭＳ Ｐゴシック"/>
              </a:rPr>
              <a:t>Coffee break </a:t>
            </a:r>
            <a:endParaRPr lang="en-US" sz="1600">
              <a:latin typeface="+mn-lt"/>
            </a:endParaRPr>
          </a:p>
          <a:p>
            <a:pPr marL="342900" indent="-342900" defTabSz="179388">
              <a:buClr>
                <a:srgbClr val="00DEE6"/>
              </a:buClr>
              <a:buFont typeface="Arial" panose="020B0604020202020204" pitchFamily="34" charset="0"/>
              <a:buAutoNum type="arabicPeriod"/>
            </a:pPr>
            <a:r>
              <a:rPr lang="en-US" sz="1600">
                <a:latin typeface="+mn-lt"/>
                <a:ea typeface="ＭＳ Ｐゴシック"/>
              </a:rPr>
              <a:t>Abstract keyword. Sealed keyword</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Practice 2. </a:t>
            </a:r>
            <a:r>
              <a:rPr lang="en-GB" sz="1600">
                <a:latin typeface="+mn-lt"/>
                <a:ea typeface="ＭＳ Ｐゴシック"/>
              </a:rPr>
              <a:t>Inheritance</a:t>
            </a:r>
            <a:endParaRPr lang="en-US" sz="1600">
              <a:latin typeface="+mn-lt"/>
              <a:ea typeface="ＭＳ Ｐゴシック"/>
            </a:endParaRPr>
          </a:p>
          <a:p>
            <a:pPr marL="342900" indent="-342900" defTabSz="179388">
              <a:buClr>
                <a:srgbClr val="00DEE6"/>
              </a:buClr>
              <a:buAutoNum type="arabicPeriod"/>
            </a:pPr>
            <a:r>
              <a:rPr lang="en-US" sz="1600" i="1">
                <a:solidFill>
                  <a:schemeClr val="accent1">
                    <a:lumMod val="50000"/>
                  </a:schemeClr>
                </a:solidFill>
                <a:latin typeface="+mn-lt"/>
                <a:ea typeface="ＭＳ Ｐゴシック"/>
                <a:cs typeface="Arial"/>
              </a:rPr>
              <a:t>Coffee break </a:t>
            </a:r>
            <a:endParaRPr lang="en-GB" sz="1600">
              <a:solidFill>
                <a:schemeClr val="accent1">
                  <a:lumMod val="50000"/>
                </a:schemeClr>
              </a:solidFill>
              <a:latin typeface="+mn-lt"/>
              <a:ea typeface="ＭＳ Ｐゴシック"/>
            </a:endParaRPr>
          </a:p>
          <a:p>
            <a:pPr marL="342900" indent="-342900" defTabSz="179388">
              <a:buClr>
                <a:srgbClr val="00DEE6"/>
              </a:buClr>
              <a:buFont typeface="Arial" panose="020B0604020202020204" pitchFamily="34" charset="0"/>
              <a:buAutoNum type="arabicPeriod"/>
            </a:pPr>
            <a:r>
              <a:rPr lang="en-US" sz="1600">
                <a:latin typeface="+mn-lt"/>
                <a:ea typeface="ＭＳ Ｐゴシック"/>
              </a:rPr>
              <a:t>Interfaces. Definition</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Type casting</a:t>
            </a:r>
          </a:p>
          <a:p>
            <a:pPr marL="342900" indent="-342900" defTabSz="179388">
              <a:buClr>
                <a:srgbClr val="00DEE6"/>
              </a:buClr>
              <a:buFont typeface="Arial" panose="020B0604020202020204" pitchFamily="34" charset="0"/>
              <a:buAutoNum type="arabicPeriod"/>
            </a:pPr>
            <a:r>
              <a:rPr lang="en-US" sz="1600" i="1">
                <a:solidFill>
                  <a:schemeClr val="accent1">
                    <a:lumMod val="50000"/>
                  </a:schemeClr>
                </a:solidFill>
                <a:latin typeface="+mn-lt"/>
                <a:ea typeface="ＭＳ Ｐゴシック"/>
                <a:cs typeface="Arial"/>
              </a:rPr>
              <a:t>Lunch</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Practice 3. Casting</a:t>
            </a:r>
          </a:p>
          <a:p>
            <a:pPr marL="342900" indent="-342900" defTabSz="179388">
              <a:buClr>
                <a:srgbClr val="00DEE6"/>
              </a:buClr>
              <a:buFont typeface="Arial" panose="020B0604020202020204" pitchFamily="34" charset="0"/>
              <a:buAutoNum type="arabicPeriod"/>
            </a:pPr>
            <a:r>
              <a:rPr lang="en-US" sz="1600">
                <a:latin typeface="+mn-lt"/>
                <a:ea typeface="ＭＳ Ｐゴシック"/>
              </a:rPr>
              <a:t>Polymorphism</a:t>
            </a:r>
            <a:endParaRPr lang="ru-RU" sz="1600">
              <a:latin typeface="+mn-lt"/>
              <a:ea typeface="ＭＳ Ｐゴシック"/>
            </a:endParaRPr>
          </a:p>
          <a:p>
            <a:pPr marL="342900" indent="-342900" defTabSz="179388">
              <a:buClr>
                <a:srgbClr val="00DEE6"/>
              </a:buClr>
              <a:buFont typeface="Arial" panose="020B0604020202020204" pitchFamily="34" charset="0"/>
              <a:buAutoNum type="arabicPeriod"/>
            </a:pPr>
            <a:r>
              <a:rPr lang="en-US" sz="1600">
                <a:latin typeface="+mn-lt"/>
                <a:ea typeface="ＭＳ Ｐゴシック"/>
              </a:rPr>
              <a:t>Practice </a:t>
            </a:r>
            <a:r>
              <a:rPr lang="ru-RU" sz="1600">
                <a:latin typeface="+mn-lt"/>
                <a:ea typeface="ＭＳ Ｐゴシック"/>
              </a:rPr>
              <a:t>4</a:t>
            </a:r>
            <a:r>
              <a:rPr lang="en-US" sz="1600">
                <a:latin typeface="+mn-lt"/>
                <a:ea typeface="ＭＳ Ｐゴシック"/>
              </a:rPr>
              <a:t>. Polymorphism</a:t>
            </a:r>
          </a:p>
          <a:p>
            <a:pPr defTabSz="179388">
              <a:buClr>
                <a:srgbClr val="00DEE6"/>
              </a:buClr>
            </a:pPr>
            <a:endParaRPr lang="en-US" sz="1600">
              <a:latin typeface="+mn-lt"/>
            </a:endParaRPr>
          </a:p>
        </p:txBody>
      </p:sp>
    </p:spTree>
    <p:extLst>
      <p:ext uri="{BB962C8B-B14F-4D97-AF65-F5344CB8AC3E}">
        <p14:creationId xmlns:p14="http://schemas.microsoft.com/office/powerpoint/2010/main" val="1569956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da-DK"/>
              <a:t>DEFINITION</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Object Oriented Programming In C#</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chor="t">
            <a:noAutofit/>
          </a:bodyPr>
          <a:lstStyle/>
          <a:p>
            <a:pPr marL="0" indent="0" algn="just">
              <a:buNone/>
            </a:pPr>
            <a:r>
              <a:rPr lang="en-US" sz="2400">
                <a:solidFill>
                  <a:schemeClr val="accent2"/>
                </a:solidFill>
                <a:latin typeface="+mn-lt"/>
              </a:rPr>
              <a:t>Object Oriented Programming </a:t>
            </a:r>
            <a:r>
              <a:rPr lang="en-US" sz="2400">
                <a:latin typeface="+mn-lt"/>
              </a:rPr>
              <a:t>based on the concept of objects, which contains data (attributes) and procedures (methods). </a:t>
            </a:r>
            <a:endParaRPr lang="en-US"/>
          </a:p>
        </p:txBody>
      </p:sp>
      <p:sp>
        <p:nvSpPr>
          <p:cNvPr id="7" name="Rectangle: Rounded Corners 6">
            <a:extLst>
              <a:ext uri="{FF2B5EF4-FFF2-40B4-BE49-F238E27FC236}">
                <a16:creationId xmlns:a16="http://schemas.microsoft.com/office/drawing/2014/main" id="{569CA6B4-61E4-439F-BE8C-65F1F3685EC2}"/>
              </a:ext>
            </a:extLst>
          </p:cNvPr>
          <p:cNvSpPr/>
          <p:nvPr/>
        </p:nvSpPr>
        <p:spPr>
          <a:xfrm>
            <a:off x="1893849" y="2674434"/>
            <a:ext cx="1704278" cy="1871546"/>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8" name="Rectangle: Rounded Corners 7">
            <a:extLst>
              <a:ext uri="{FF2B5EF4-FFF2-40B4-BE49-F238E27FC236}">
                <a16:creationId xmlns:a16="http://schemas.microsoft.com/office/drawing/2014/main" id="{AB2EEA6A-CC3D-4E5D-838D-B888F793CD3F}"/>
              </a:ext>
            </a:extLst>
          </p:cNvPr>
          <p:cNvSpPr/>
          <p:nvPr/>
        </p:nvSpPr>
        <p:spPr>
          <a:xfrm>
            <a:off x="2036724" y="3978895"/>
            <a:ext cx="1416204" cy="328961"/>
          </a:xfrm>
          <a:prstGeom prst="roundRect">
            <a:avLst/>
          </a:prstGeom>
          <a:solidFill>
            <a:schemeClr val="accent2"/>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9" name="TextBox 8">
            <a:extLst>
              <a:ext uri="{FF2B5EF4-FFF2-40B4-BE49-F238E27FC236}">
                <a16:creationId xmlns:a16="http://schemas.microsoft.com/office/drawing/2014/main" id="{6283F5A5-0F31-42FD-8725-CBD3E61E3241}"/>
              </a:ext>
            </a:extLst>
          </p:cNvPr>
          <p:cNvSpPr txBox="1"/>
          <p:nvPr/>
        </p:nvSpPr>
        <p:spPr>
          <a:xfrm>
            <a:off x="2361735" y="4025126"/>
            <a:ext cx="782445" cy="24622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indent="0" algn="l" defTabSz="179388">
              <a:buClr>
                <a:srgbClr val="00DEE6"/>
              </a:buClr>
              <a:buFont typeface="Arial" panose="020B0604020202020204" pitchFamily="34" charset="0"/>
              <a:buNone/>
            </a:pPr>
            <a:r>
              <a:rPr lang="en-US" sz="1600">
                <a:latin typeface="+mn-lt"/>
              </a:rPr>
              <a:t>Methods</a:t>
            </a:r>
          </a:p>
        </p:txBody>
      </p:sp>
      <p:sp>
        <p:nvSpPr>
          <p:cNvPr id="10" name="Rectangle: Rounded Corners 9">
            <a:extLst>
              <a:ext uri="{FF2B5EF4-FFF2-40B4-BE49-F238E27FC236}">
                <a16:creationId xmlns:a16="http://schemas.microsoft.com/office/drawing/2014/main" id="{E2D05F39-AA9B-4077-A997-F4C6DDCBDFEB}"/>
              </a:ext>
            </a:extLst>
          </p:cNvPr>
          <p:cNvSpPr/>
          <p:nvPr/>
        </p:nvSpPr>
        <p:spPr>
          <a:xfrm>
            <a:off x="2408431" y="3142552"/>
            <a:ext cx="682083" cy="310377"/>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1" name="TextBox 10">
            <a:extLst>
              <a:ext uri="{FF2B5EF4-FFF2-40B4-BE49-F238E27FC236}">
                <a16:creationId xmlns:a16="http://schemas.microsoft.com/office/drawing/2014/main" id="{3E1CA6C8-9BF4-44A1-AEE1-486B5EF20EA4}"/>
              </a:ext>
            </a:extLst>
          </p:cNvPr>
          <p:cNvSpPr txBox="1"/>
          <p:nvPr/>
        </p:nvSpPr>
        <p:spPr>
          <a:xfrm>
            <a:off x="2529003" y="3170199"/>
            <a:ext cx="438615" cy="24622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indent="0" algn="l" defTabSz="179388">
              <a:buClr>
                <a:srgbClr val="00DEE6"/>
              </a:buClr>
              <a:buFont typeface="Arial" panose="020B0604020202020204" pitchFamily="34" charset="0"/>
              <a:buNone/>
            </a:pPr>
            <a:r>
              <a:rPr lang="en-US" sz="1600">
                <a:latin typeface="+mn-lt"/>
                <a:ea typeface="ＭＳ Ｐゴシック"/>
              </a:rPr>
              <a:t>Data</a:t>
            </a:r>
            <a:endParaRPr lang="en-US" sz="1600">
              <a:latin typeface="+mn-lt"/>
            </a:endParaRPr>
          </a:p>
        </p:txBody>
      </p:sp>
      <p:cxnSp>
        <p:nvCxnSpPr>
          <p:cNvPr id="12" name="Straight Arrow Connector 11">
            <a:extLst>
              <a:ext uri="{FF2B5EF4-FFF2-40B4-BE49-F238E27FC236}">
                <a16:creationId xmlns:a16="http://schemas.microsoft.com/office/drawing/2014/main" id="{7BE864DD-3739-4ED9-AB50-4C94666ACDF7}"/>
              </a:ext>
            </a:extLst>
          </p:cNvPr>
          <p:cNvCxnSpPr>
            <a:cxnSpLocks/>
            <a:stCxn id="8" idx="0"/>
            <a:endCxn id="10" idx="2"/>
          </p:cNvCxnSpPr>
          <p:nvPr/>
        </p:nvCxnSpPr>
        <p:spPr>
          <a:xfrm flipV="1">
            <a:off x="2744826" y="3452929"/>
            <a:ext cx="4647" cy="525966"/>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13" name="Rectangle: Rounded Corners 12">
            <a:extLst>
              <a:ext uri="{FF2B5EF4-FFF2-40B4-BE49-F238E27FC236}">
                <a16:creationId xmlns:a16="http://schemas.microsoft.com/office/drawing/2014/main" id="{602CC6F2-3B8B-41C8-9C6F-89DE5C077B95}"/>
              </a:ext>
            </a:extLst>
          </p:cNvPr>
          <p:cNvSpPr/>
          <p:nvPr/>
        </p:nvSpPr>
        <p:spPr>
          <a:xfrm>
            <a:off x="7300796" y="2674434"/>
            <a:ext cx="1704278" cy="1871546"/>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4" name="Rectangle: Rounded Corners 13">
            <a:extLst>
              <a:ext uri="{FF2B5EF4-FFF2-40B4-BE49-F238E27FC236}">
                <a16:creationId xmlns:a16="http://schemas.microsoft.com/office/drawing/2014/main" id="{9217CB2D-39BF-4B3A-B021-AD339AFD2192}"/>
              </a:ext>
            </a:extLst>
          </p:cNvPr>
          <p:cNvSpPr/>
          <p:nvPr/>
        </p:nvSpPr>
        <p:spPr>
          <a:xfrm>
            <a:off x="7443671" y="3978895"/>
            <a:ext cx="1416204" cy="328961"/>
          </a:xfrm>
          <a:prstGeom prst="roundRect">
            <a:avLst/>
          </a:prstGeom>
          <a:solidFill>
            <a:schemeClr val="accent2"/>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5" name="TextBox 14">
            <a:extLst>
              <a:ext uri="{FF2B5EF4-FFF2-40B4-BE49-F238E27FC236}">
                <a16:creationId xmlns:a16="http://schemas.microsoft.com/office/drawing/2014/main" id="{E2A2C44E-8C79-457B-828F-8F0E39C6DB3B}"/>
              </a:ext>
            </a:extLst>
          </p:cNvPr>
          <p:cNvSpPr txBox="1"/>
          <p:nvPr/>
        </p:nvSpPr>
        <p:spPr>
          <a:xfrm>
            <a:off x="7768682" y="4025126"/>
            <a:ext cx="782445" cy="24622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indent="0" algn="l" defTabSz="179388">
              <a:buClr>
                <a:srgbClr val="00DEE6"/>
              </a:buClr>
              <a:buFont typeface="Arial" panose="020B0604020202020204" pitchFamily="34" charset="0"/>
              <a:buNone/>
            </a:pPr>
            <a:r>
              <a:rPr lang="en-US" sz="1600">
                <a:latin typeface="+mn-lt"/>
              </a:rPr>
              <a:t>Methods</a:t>
            </a:r>
          </a:p>
        </p:txBody>
      </p:sp>
      <p:sp>
        <p:nvSpPr>
          <p:cNvPr id="16" name="Rectangle: Rounded Corners 15">
            <a:extLst>
              <a:ext uri="{FF2B5EF4-FFF2-40B4-BE49-F238E27FC236}">
                <a16:creationId xmlns:a16="http://schemas.microsoft.com/office/drawing/2014/main" id="{E5456F6D-A1FC-47E5-A857-4ABCB2B316F4}"/>
              </a:ext>
            </a:extLst>
          </p:cNvPr>
          <p:cNvSpPr/>
          <p:nvPr/>
        </p:nvSpPr>
        <p:spPr>
          <a:xfrm>
            <a:off x="7815378" y="3142552"/>
            <a:ext cx="682083" cy="310377"/>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7" name="TextBox 16">
            <a:extLst>
              <a:ext uri="{FF2B5EF4-FFF2-40B4-BE49-F238E27FC236}">
                <a16:creationId xmlns:a16="http://schemas.microsoft.com/office/drawing/2014/main" id="{B7F6B19D-8472-46B1-9070-818B4373CB12}"/>
              </a:ext>
            </a:extLst>
          </p:cNvPr>
          <p:cNvSpPr txBox="1"/>
          <p:nvPr/>
        </p:nvSpPr>
        <p:spPr>
          <a:xfrm>
            <a:off x="7935950" y="3170200"/>
            <a:ext cx="438615" cy="24622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indent="0" algn="l" defTabSz="179388">
              <a:buClr>
                <a:srgbClr val="00DEE6"/>
              </a:buClr>
              <a:buFont typeface="Arial" panose="020B0604020202020204" pitchFamily="34" charset="0"/>
              <a:buNone/>
            </a:pPr>
            <a:r>
              <a:rPr lang="en-US" sz="1600">
                <a:latin typeface="+mn-lt"/>
                <a:ea typeface="ＭＳ Ｐゴシック"/>
              </a:rPr>
              <a:t>Data</a:t>
            </a:r>
            <a:endParaRPr lang="en-US" sz="1600">
              <a:latin typeface="+mn-lt"/>
            </a:endParaRPr>
          </a:p>
        </p:txBody>
      </p:sp>
      <p:sp>
        <p:nvSpPr>
          <p:cNvPr id="19" name="Rectangle: Rounded Corners 18">
            <a:extLst>
              <a:ext uri="{FF2B5EF4-FFF2-40B4-BE49-F238E27FC236}">
                <a16:creationId xmlns:a16="http://schemas.microsoft.com/office/drawing/2014/main" id="{0C63922A-D79D-4217-8B82-E46B30E52B71}"/>
              </a:ext>
            </a:extLst>
          </p:cNvPr>
          <p:cNvSpPr/>
          <p:nvPr/>
        </p:nvSpPr>
        <p:spPr>
          <a:xfrm>
            <a:off x="4615494" y="4545980"/>
            <a:ext cx="1704278" cy="1871546"/>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0" name="Rectangle: Rounded Corners 19">
            <a:extLst>
              <a:ext uri="{FF2B5EF4-FFF2-40B4-BE49-F238E27FC236}">
                <a16:creationId xmlns:a16="http://schemas.microsoft.com/office/drawing/2014/main" id="{AD269F1D-BCAD-4290-9B8B-DC62BCCB5167}"/>
              </a:ext>
            </a:extLst>
          </p:cNvPr>
          <p:cNvSpPr/>
          <p:nvPr/>
        </p:nvSpPr>
        <p:spPr>
          <a:xfrm>
            <a:off x="4758369" y="5850441"/>
            <a:ext cx="1416204" cy="328961"/>
          </a:xfrm>
          <a:prstGeom prst="roundRect">
            <a:avLst/>
          </a:prstGeom>
          <a:solidFill>
            <a:schemeClr val="accent2"/>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1" name="TextBox 20">
            <a:extLst>
              <a:ext uri="{FF2B5EF4-FFF2-40B4-BE49-F238E27FC236}">
                <a16:creationId xmlns:a16="http://schemas.microsoft.com/office/drawing/2014/main" id="{DA8FA8CD-CD2F-444E-B84D-187FD7A3B2C8}"/>
              </a:ext>
            </a:extLst>
          </p:cNvPr>
          <p:cNvSpPr txBox="1"/>
          <p:nvPr/>
        </p:nvSpPr>
        <p:spPr>
          <a:xfrm>
            <a:off x="5083381" y="5896672"/>
            <a:ext cx="782445" cy="24622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indent="0" algn="l" defTabSz="179388">
              <a:buClr>
                <a:srgbClr val="00DEE6"/>
              </a:buClr>
              <a:buFont typeface="Arial" panose="020B0604020202020204" pitchFamily="34" charset="0"/>
              <a:buNone/>
            </a:pPr>
            <a:r>
              <a:rPr lang="en-US" sz="1600">
                <a:latin typeface="+mn-lt"/>
              </a:rPr>
              <a:t>Methods</a:t>
            </a:r>
          </a:p>
        </p:txBody>
      </p:sp>
      <p:sp>
        <p:nvSpPr>
          <p:cNvPr id="22" name="Rectangle: Rounded Corners 21">
            <a:extLst>
              <a:ext uri="{FF2B5EF4-FFF2-40B4-BE49-F238E27FC236}">
                <a16:creationId xmlns:a16="http://schemas.microsoft.com/office/drawing/2014/main" id="{BC008DE4-0BEF-466F-AAB5-92C7C6D1D9B8}"/>
              </a:ext>
            </a:extLst>
          </p:cNvPr>
          <p:cNvSpPr/>
          <p:nvPr/>
        </p:nvSpPr>
        <p:spPr>
          <a:xfrm>
            <a:off x="5130077" y="5014098"/>
            <a:ext cx="682083" cy="310377"/>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3" name="TextBox 22">
            <a:extLst>
              <a:ext uri="{FF2B5EF4-FFF2-40B4-BE49-F238E27FC236}">
                <a16:creationId xmlns:a16="http://schemas.microsoft.com/office/drawing/2014/main" id="{1743E6FA-1D25-41E0-9B50-05E552E90C7B}"/>
              </a:ext>
            </a:extLst>
          </p:cNvPr>
          <p:cNvSpPr txBox="1"/>
          <p:nvPr/>
        </p:nvSpPr>
        <p:spPr>
          <a:xfrm>
            <a:off x="5250649" y="5041745"/>
            <a:ext cx="438615" cy="24622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indent="0" algn="l" defTabSz="179388">
              <a:buClr>
                <a:srgbClr val="00DEE6"/>
              </a:buClr>
              <a:buFont typeface="Arial" panose="020B0604020202020204" pitchFamily="34" charset="0"/>
              <a:buNone/>
            </a:pPr>
            <a:r>
              <a:rPr lang="en-US" sz="1600">
                <a:latin typeface="+mn-lt"/>
                <a:ea typeface="ＭＳ Ｐゴシック"/>
              </a:rPr>
              <a:t>Data</a:t>
            </a:r>
            <a:endParaRPr lang="en-US" sz="1600">
              <a:latin typeface="+mn-lt"/>
            </a:endParaRPr>
          </a:p>
        </p:txBody>
      </p:sp>
      <p:cxnSp>
        <p:nvCxnSpPr>
          <p:cNvPr id="30" name="Straight Arrow Connector 29">
            <a:extLst>
              <a:ext uri="{FF2B5EF4-FFF2-40B4-BE49-F238E27FC236}">
                <a16:creationId xmlns:a16="http://schemas.microsoft.com/office/drawing/2014/main" id="{5497421E-8AC0-48A6-A192-18E1A130B2C6}"/>
              </a:ext>
            </a:extLst>
          </p:cNvPr>
          <p:cNvCxnSpPr>
            <a:cxnSpLocks/>
            <a:stCxn id="8" idx="3"/>
            <a:endCxn id="14" idx="1"/>
          </p:cNvCxnSpPr>
          <p:nvPr/>
        </p:nvCxnSpPr>
        <p:spPr>
          <a:xfrm>
            <a:off x="3452928" y="4143376"/>
            <a:ext cx="3990743" cy="0"/>
          </a:xfrm>
          <a:prstGeom prst="straightConnector1">
            <a:avLst/>
          </a:prstGeom>
          <a:noFill/>
          <a:ln>
            <a:solidFill>
              <a:schemeClr val="accent6"/>
            </a:solidFill>
            <a:headEnd type="triangle"/>
            <a:tailEnd type="triangle"/>
          </a:ln>
          <a:effectLst/>
        </p:spPr>
        <p:style>
          <a:lnRef idx="1">
            <a:schemeClr val="accent1"/>
          </a:lnRef>
          <a:fillRef idx="3">
            <a:schemeClr val="accent1"/>
          </a:fillRef>
          <a:effectRef idx="2">
            <a:schemeClr val="accent1"/>
          </a:effectRef>
          <a:fontRef idx="minor">
            <a:schemeClr val="lt1"/>
          </a:fontRef>
        </p:style>
      </p:cxnSp>
      <p:cxnSp>
        <p:nvCxnSpPr>
          <p:cNvPr id="32" name="Straight Arrow Connector 31">
            <a:extLst>
              <a:ext uri="{FF2B5EF4-FFF2-40B4-BE49-F238E27FC236}">
                <a16:creationId xmlns:a16="http://schemas.microsoft.com/office/drawing/2014/main" id="{4857CCAB-F018-490C-93FC-948AABA4F499}"/>
              </a:ext>
            </a:extLst>
          </p:cNvPr>
          <p:cNvCxnSpPr>
            <a:cxnSpLocks/>
            <a:stCxn id="8" idx="2"/>
            <a:endCxn id="20" idx="1"/>
          </p:cNvCxnSpPr>
          <p:nvPr/>
        </p:nvCxnSpPr>
        <p:spPr>
          <a:xfrm>
            <a:off x="2744826" y="4307856"/>
            <a:ext cx="2013543" cy="1707066"/>
          </a:xfrm>
          <a:prstGeom prst="straightConnector1">
            <a:avLst/>
          </a:prstGeom>
          <a:noFill/>
          <a:ln>
            <a:solidFill>
              <a:schemeClr val="accent6"/>
            </a:solidFill>
            <a:headEnd type="triangle"/>
            <a:tailEnd type="triangle"/>
          </a:ln>
          <a:effectLst/>
        </p:spPr>
        <p:style>
          <a:lnRef idx="1">
            <a:schemeClr val="accent1"/>
          </a:lnRef>
          <a:fillRef idx="3">
            <a:schemeClr val="accent1"/>
          </a:fillRef>
          <a:effectRef idx="2">
            <a:schemeClr val="accent1"/>
          </a:effectRef>
          <a:fontRef idx="minor">
            <a:schemeClr val="lt1"/>
          </a:fontRef>
        </p:style>
      </p:cxnSp>
      <p:cxnSp>
        <p:nvCxnSpPr>
          <p:cNvPr id="35" name="Straight Arrow Connector 34">
            <a:extLst>
              <a:ext uri="{FF2B5EF4-FFF2-40B4-BE49-F238E27FC236}">
                <a16:creationId xmlns:a16="http://schemas.microsoft.com/office/drawing/2014/main" id="{70426B9D-F966-4661-8D25-6FBF2A3E7045}"/>
              </a:ext>
            </a:extLst>
          </p:cNvPr>
          <p:cNvCxnSpPr>
            <a:cxnSpLocks/>
            <a:stCxn id="20" idx="3"/>
            <a:endCxn id="14" idx="2"/>
          </p:cNvCxnSpPr>
          <p:nvPr/>
        </p:nvCxnSpPr>
        <p:spPr>
          <a:xfrm flipV="1">
            <a:off x="6174573" y="4307856"/>
            <a:ext cx="1977200" cy="1707066"/>
          </a:xfrm>
          <a:prstGeom prst="straightConnector1">
            <a:avLst/>
          </a:prstGeom>
          <a:noFill/>
          <a:ln>
            <a:solidFill>
              <a:schemeClr val="accent6"/>
            </a:solidFill>
            <a:headEnd type="triangle"/>
            <a:tailEnd type="triangle"/>
          </a:ln>
          <a:effectLst/>
        </p:spPr>
        <p:style>
          <a:lnRef idx="1">
            <a:schemeClr val="accent1"/>
          </a:lnRef>
          <a:fillRef idx="3">
            <a:schemeClr val="accent1"/>
          </a:fillRef>
          <a:effectRef idx="2">
            <a:schemeClr val="accent1"/>
          </a:effectRef>
          <a:fontRef idx="minor">
            <a:schemeClr val="lt1"/>
          </a:fontRef>
        </p:style>
      </p:cxnSp>
      <p:cxnSp>
        <p:nvCxnSpPr>
          <p:cNvPr id="41" name="Straight Arrow Connector 40">
            <a:extLst>
              <a:ext uri="{FF2B5EF4-FFF2-40B4-BE49-F238E27FC236}">
                <a16:creationId xmlns:a16="http://schemas.microsoft.com/office/drawing/2014/main" id="{65C9D861-0FE7-48BE-AF36-7516C8D10818}"/>
              </a:ext>
            </a:extLst>
          </p:cNvPr>
          <p:cNvCxnSpPr>
            <a:cxnSpLocks/>
          </p:cNvCxnSpPr>
          <p:nvPr/>
        </p:nvCxnSpPr>
        <p:spPr>
          <a:xfrm flipV="1">
            <a:off x="5476333" y="5336314"/>
            <a:ext cx="4647" cy="525966"/>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42" name="Straight Arrow Connector 41">
            <a:extLst>
              <a:ext uri="{FF2B5EF4-FFF2-40B4-BE49-F238E27FC236}">
                <a16:creationId xmlns:a16="http://schemas.microsoft.com/office/drawing/2014/main" id="{FD2F59D3-A8FC-45A3-89A7-E580314D8E95}"/>
              </a:ext>
            </a:extLst>
          </p:cNvPr>
          <p:cNvCxnSpPr>
            <a:cxnSpLocks/>
          </p:cNvCxnSpPr>
          <p:nvPr/>
        </p:nvCxnSpPr>
        <p:spPr>
          <a:xfrm flipV="1">
            <a:off x="8159904" y="3465244"/>
            <a:ext cx="4647" cy="525966"/>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43" name="TextBox 42">
            <a:extLst>
              <a:ext uri="{FF2B5EF4-FFF2-40B4-BE49-F238E27FC236}">
                <a16:creationId xmlns:a16="http://schemas.microsoft.com/office/drawing/2014/main" id="{042E529B-A94F-4B23-81D7-9B1E87A2CBD9}"/>
              </a:ext>
            </a:extLst>
          </p:cNvPr>
          <p:cNvSpPr txBox="1"/>
          <p:nvPr/>
        </p:nvSpPr>
        <p:spPr>
          <a:xfrm>
            <a:off x="2361735" y="2439690"/>
            <a:ext cx="948447" cy="239778"/>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GB" sz="1600">
                <a:latin typeface="+mn-lt"/>
              </a:rPr>
              <a:t>Object A</a:t>
            </a:r>
            <a:endParaRPr lang="en-US" sz="1600" err="1">
              <a:latin typeface="+mn-lt"/>
            </a:endParaRPr>
          </a:p>
        </p:txBody>
      </p:sp>
      <p:sp>
        <p:nvSpPr>
          <p:cNvPr id="44" name="TextBox 43">
            <a:extLst>
              <a:ext uri="{FF2B5EF4-FFF2-40B4-BE49-F238E27FC236}">
                <a16:creationId xmlns:a16="http://schemas.microsoft.com/office/drawing/2014/main" id="{558064C3-20BF-4B35-9BDF-54C91D055017}"/>
              </a:ext>
            </a:extLst>
          </p:cNvPr>
          <p:cNvSpPr txBox="1"/>
          <p:nvPr/>
        </p:nvSpPr>
        <p:spPr>
          <a:xfrm>
            <a:off x="7759958" y="2448848"/>
            <a:ext cx="948447" cy="239778"/>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GB" sz="1600">
                <a:latin typeface="+mn-lt"/>
              </a:rPr>
              <a:t>Object B</a:t>
            </a:r>
            <a:endParaRPr lang="en-US" sz="1600" err="1">
              <a:latin typeface="+mn-lt"/>
            </a:endParaRPr>
          </a:p>
        </p:txBody>
      </p:sp>
      <p:sp>
        <p:nvSpPr>
          <p:cNvPr id="45" name="TextBox 44">
            <a:extLst>
              <a:ext uri="{FF2B5EF4-FFF2-40B4-BE49-F238E27FC236}">
                <a16:creationId xmlns:a16="http://schemas.microsoft.com/office/drawing/2014/main" id="{95DDB877-607B-4EB7-BDB1-74E70F20F96E}"/>
              </a:ext>
            </a:extLst>
          </p:cNvPr>
          <p:cNvSpPr txBox="1"/>
          <p:nvPr/>
        </p:nvSpPr>
        <p:spPr>
          <a:xfrm>
            <a:off x="5067116" y="4307856"/>
            <a:ext cx="948447" cy="239778"/>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GB" sz="1600">
                <a:latin typeface="+mn-lt"/>
              </a:rPr>
              <a:t>Object C</a:t>
            </a:r>
            <a:endParaRPr lang="en-US" sz="1600" err="1">
              <a:latin typeface="+mn-lt"/>
            </a:endParaRPr>
          </a:p>
        </p:txBody>
      </p:sp>
    </p:spTree>
    <p:extLst>
      <p:ext uri="{BB962C8B-B14F-4D97-AF65-F5344CB8AC3E}">
        <p14:creationId xmlns:p14="http://schemas.microsoft.com/office/powerpoint/2010/main" val="416012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71A115-70AF-49FD-A064-DF17453FC54E}"/>
              </a:ext>
            </a:extLst>
          </p:cNvPr>
          <p:cNvSpPr>
            <a:spLocks noGrp="1"/>
          </p:cNvSpPr>
          <p:nvPr>
            <p:ph type="title"/>
          </p:nvPr>
        </p:nvSpPr>
        <p:spPr/>
        <p:txBody>
          <a:bodyPr/>
          <a:lstStyle/>
          <a:p>
            <a:r>
              <a:rPr lang="en-US" b="0" i="0">
                <a:effectLst/>
              </a:rPr>
              <a:t>Object Oriented Programming In C#</a:t>
            </a:r>
            <a:endParaRPr lang="en-US"/>
          </a:p>
        </p:txBody>
      </p:sp>
      <p:sp>
        <p:nvSpPr>
          <p:cNvPr id="3" name="Slide Number Placeholder 2">
            <a:extLst>
              <a:ext uri="{FF2B5EF4-FFF2-40B4-BE49-F238E27FC236}">
                <a16:creationId xmlns:a16="http://schemas.microsoft.com/office/drawing/2014/main" id="{89266FE6-A6E4-42BB-B3DC-DCB7EA7B54AC}"/>
              </a:ext>
            </a:extLst>
          </p:cNvPr>
          <p:cNvSpPr>
            <a:spLocks noGrp="1"/>
          </p:cNvSpPr>
          <p:nvPr>
            <p:ph type="sldNum" sz="quarter" idx="11"/>
          </p:nvPr>
        </p:nvSpPr>
        <p:spPr/>
        <p:txBody>
          <a:bodyPr/>
          <a:lstStyle/>
          <a:p>
            <a:fld id="{E16BA917-7F09-4B8D-AF07-F52890C14046}" type="slidenum">
              <a:rPr lang="da-DK" smtClean="0"/>
              <a:pPr/>
              <a:t>4</a:t>
            </a:fld>
            <a:endParaRPr lang="da-DK"/>
          </a:p>
        </p:txBody>
      </p:sp>
      <p:sp>
        <p:nvSpPr>
          <p:cNvPr id="4" name="Text Placeholder 3">
            <a:extLst>
              <a:ext uri="{FF2B5EF4-FFF2-40B4-BE49-F238E27FC236}">
                <a16:creationId xmlns:a16="http://schemas.microsoft.com/office/drawing/2014/main" id="{71134BAA-E410-4170-8CE7-80C012AF4442}"/>
              </a:ext>
            </a:extLst>
          </p:cNvPr>
          <p:cNvSpPr>
            <a:spLocks noGrp="1"/>
          </p:cNvSpPr>
          <p:nvPr>
            <p:ph type="body" sz="quarter" idx="17"/>
          </p:nvPr>
        </p:nvSpPr>
        <p:spPr/>
        <p:txBody>
          <a:bodyPr/>
          <a:lstStyle/>
          <a:p>
            <a:r>
              <a:rPr lang="en-GB"/>
              <a:t>CLASS AND OBJECT EXAMPLE</a:t>
            </a:r>
            <a:endParaRPr lang="en-US"/>
          </a:p>
        </p:txBody>
      </p:sp>
      <p:sp>
        <p:nvSpPr>
          <p:cNvPr id="5" name="Content Placeholder 4">
            <a:extLst>
              <a:ext uri="{FF2B5EF4-FFF2-40B4-BE49-F238E27FC236}">
                <a16:creationId xmlns:a16="http://schemas.microsoft.com/office/drawing/2014/main" id="{F27E284C-A3D5-465E-B3A3-B9539D3FCA46}"/>
              </a:ext>
            </a:extLst>
          </p:cNvPr>
          <p:cNvSpPr>
            <a:spLocks noGrp="1"/>
          </p:cNvSpPr>
          <p:nvPr>
            <p:ph sz="quarter" idx="18"/>
          </p:nvPr>
        </p:nvSpPr>
        <p:spPr>
          <a:xfrm>
            <a:off x="671512" y="1620838"/>
            <a:ext cx="10878759" cy="4568825"/>
          </a:xfrm>
        </p:spPr>
        <p:txBody>
          <a:bodyPr/>
          <a:lstStyle/>
          <a:p>
            <a:pPr marL="0" indent="0">
              <a:spcBef>
                <a:spcPts val="0"/>
              </a:spcBef>
              <a:spcAft>
                <a:spcPts val="0"/>
              </a:spcAft>
              <a:buNone/>
            </a:pPr>
            <a:r>
              <a:rPr lang="en-US">
                <a:solidFill>
                  <a:srgbClr val="0000FF"/>
                </a:solidFill>
                <a:latin typeface="Consolas" panose="020B0609020204030204" pitchFamily="49" charset="0"/>
              </a:rPr>
              <a:t>internal</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class</a:t>
            </a:r>
            <a:r>
              <a:rPr lang="en-US">
                <a:solidFill>
                  <a:srgbClr val="000000"/>
                </a:solidFill>
                <a:latin typeface="Consolas" panose="020B0609020204030204" pitchFamily="49" charset="0"/>
              </a:rPr>
              <a:t> </a:t>
            </a:r>
            <a:r>
              <a:rPr lang="en-US">
                <a:solidFill>
                  <a:srgbClr val="2B91AF"/>
                </a:solidFill>
                <a:latin typeface="Consolas" panose="020B0609020204030204" pitchFamily="49" charset="0"/>
              </a:rPr>
              <a:t>Employee</a:t>
            </a:r>
            <a:r>
              <a:rPr lang="en-US">
                <a:solidFill>
                  <a:srgbClr val="000000"/>
                </a:solidFill>
                <a:latin typeface="Consolas" panose="020B0609020204030204" pitchFamily="49" charset="0"/>
              </a:rPr>
              <a:t> {</a:t>
            </a:r>
          </a:p>
          <a:p>
            <a:pPr marL="0" indent="0">
              <a:spcBef>
                <a:spcPts val="0"/>
              </a:spcBef>
              <a:spcAft>
                <a:spcPts val="0"/>
              </a:spcAft>
              <a:buNone/>
            </a:pPr>
            <a:r>
              <a:rPr lang="en-US">
                <a:solidFill>
                  <a:srgbClr val="0000FF"/>
                </a:solidFill>
                <a:latin typeface="Consolas" panose="020B0609020204030204" pitchFamily="49" charset="0"/>
              </a:rPr>
              <a:t>    public</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string</a:t>
            </a:r>
            <a:r>
              <a:rPr lang="en-US">
                <a:solidFill>
                  <a:srgbClr val="000000"/>
                </a:solidFill>
                <a:latin typeface="Consolas" panose="020B0609020204030204" pitchFamily="49" charset="0"/>
              </a:rPr>
              <a:t> Name { </a:t>
            </a:r>
            <a:r>
              <a:rPr lang="en-US">
                <a:solidFill>
                  <a:srgbClr val="0000FF"/>
                </a:solidFill>
                <a:latin typeface="Consolas" panose="020B0609020204030204" pitchFamily="49" charset="0"/>
              </a:rPr>
              <a:t>get</a:t>
            </a:r>
            <a:r>
              <a:rPr lang="en-US">
                <a:solidFill>
                  <a:srgbClr val="000000"/>
                </a:solidFill>
                <a:latin typeface="Consolas" panose="020B0609020204030204" pitchFamily="49" charset="0"/>
              </a:rPr>
              <a:t>; }</a:t>
            </a:r>
          </a:p>
          <a:p>
            <a:pPr marL="0" indent="0">
              <a:spcBef>
                <a:spcPts val="0"/>
              </a:spcBef>
              <a:spcAft>
                <a:spcPts val="0"/>
              </a:spcAft>
              <a:buNone/>
            </a:pP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public</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double</a:t>
            </a:r>
            <a:r>
              <a:rPr lang="en-US">
                <a:solidFill>
                  <a:srgbClr val="000000"/>
                </a:solidFill>
                <a:latin typeface="Consolas" panose="020B0609020204030204" pitchFamily="49" charset="0"/>
              </a:rPr>
              <a:t> Salary { </a:t>
            </a:r>
            <a:r>
              <a:rPr lang="en-US">
                <a:solidFill>
                  <a:srgbClr val="0000FF"/>
                </a:solidFill>
                <a:latin typeface="Consolas" panose="020B0609020204030204" pitchFamily="49" charset="0"/>
              </a:rPr>
              <a:t>get</a:t>
            </a:r>
            <a:r>
              <a:rPr lang="en-US">
                <a:solidFill>
                  <a:srgbClr val="000000"/>
                </a:solidFill>
                <a:latin typeface="Consolas" panose="020B0609020204030204" pitchFamily="49" charset="0"/>
              </a:rPr>
              <a:t>; }</a:t>
            </a:r>
          </a:p>
          <a:p>
            <a:pPr marL="0" indent="0">
              <a:spcBef>
                <a:spcPts val="0"/>
              </a:spcBef>
              <a:spcAft>
                <a:spcPts val="0"/>
              </a:spcAft>
              <a:buNone/>
            </a:pP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private</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string</a:t>
            </a:r>
            <a:r>
              <a:rPr lang="en-US">
                <a:solidFill>
                  <a:srgbClr val="000000"/>
                </a:solidFill>
                <a:latin typeface="Consolas" panose="020B0609020204030204" pitchFamily="49" charset="0"/>
              </a:rPr>
              <a:t> _</a:t>
            </a:r>
            <a:r>
              <a:rPr lang="en-US" sz="1800">
                <a:solidFill>
                  <a:srgbClr val="000000"/>
                </a:solidFill>
                <a:latin typeface="Consolas" panose="020B0609020204030204" pitchFamily="49" charset="0"/>
              </a:rPr>
              <a:t>password</a:t>
            </a:r>
            <a:r>
              <a:rPr lang="en-US">
                <a:solidFill>
                  <a:srgbClr val="000000"/>
                </a:solidFill>
                <a:latin typeface="Consolas" panose="020B0609020204030204" pitchFamily="49" charset="0"/>
              </a:rPr>
              <a:t>;</a:t>
            </a:r>
          </a:p>
          <a:p>
            <a:pPr marL="0" indent="0">
              <a:spcBef>
                <a:spcPts val="0"/>
              </a:spcBef>
              <a:spcAft>
                <a:spcPts val="0"/>
              </a:spcAft>
              <a:buNone/>
            </a:pPr>
            <a:endParaRPr lang="en-US">
              <a:solidFill>
                <a:srgbClr val="000000"/>
              </a:solidFill>
              <a:latin typeface="Consolas" panose="020B0609020204030204" pitchFamily="49" charset="0"/>
            </a:endParaRPr>
          </a:p>
          <a:p>
            <a:pPr marL="0" indent="0">
              <a:spcBef>
                <a:spcPts val="0"/>
              </a:spcBef>
              <a:spcAft>
                <a:spcPts val="0"/>
              </a:spcAft>
              <a:buNone/>
            </a:pPr>
            <a:r>
              <a:rPr lang="en-US">
                <a:solidFill>
                  <a:srgbClr val="0000FF"/>
                </a:solidFill>
                <a:latin typeface="Consolas" panose="020B0609020204030204" pitchFamily="49" charset="0"/>
              </a:rPr>
              <a:t>    protected</a:t>
            </a:r>
            <a:r>
              <a:rPr lang="en-US">
                <a:solidFill>
                  <a:srgbClr val="000000"/>
                </a:solidFill>
                <a:latin typeface="Consolas" panose="020B0609020204030204" pitchFamily="49" charset="0"/>
              </a:rPr>
              <a:t> Employee(</a:t>
            </a:r>
            <a:r>
              <a:rPr lang="en-US">
                <a:solidFill>
                  <a:srgbClr val="0000FF"/>
                </a:solidFill>
                <a:latin typeface="Consolas" panose="020B0609020204030204" pitchFamily="49" charset="0"/>
              </a:rPr>
              <a:t>string</a:t>
            </a:r>
            <a:r>
              <a:rPr lang="en-US">
                <a:solidFill>
                  <a:srgbClr val="000000"/>
                </a:solidFill>
                <a:latin typeface="Consolas" panose="020B0609020204030204" pitchFamily="49" charset="0"/>
              </a:rPr>
              <a:t> name, </a:t>
            </a:r>
            <a:r>
              <a:rPr lang="en-US">
                <a:solidFill>
                  <a:srgbClr val="0000FF"/>
                </a:solidFill>
                <a:latin typeface="Consolas" panose="020B0609020204030204" pitchFamily="49" charset="0"/>
              </a:rPr>
              <a:t>double</a:t>
            </a:r>
            <a:r>
              <a:rPr lang="en-US">
                <a:solidFill>
                  <a:srgbClr val="000000"/>
                </a:solidFill>
                <a:latin typeface="Consolas" panose="020B0609020204030204" pitchFamily="49" charset="0"/>
              </a:rPr>
              <a:t> salary) {</a:t>
            </a:r>
          </a:p>
          <a:p>
            <a:pPr marL="0" indent="0">
              <a:spcBef>
                <a:spcPts val="0"/>
              </a:spcBef>
              <a:spcAft>
                <a:spcPts val="0"/>
              </a:spcAft>
              <a:buNone/>
            </a:pPr>
            <a:r>
              <a:rPr lang="en-US">
                <a:solidFill>
                  <a:srgbClr val="000000"/>
                </a:solidFill>
                <a:latin typeface="Consolas" panose="020B0609020204030204" pitchFamily="49" charset="0"/>
              </a:rPr>
              <a:t>         Name = name;</a:t>
            </a:r>
          </a:p>
          <a:p>
            <a:pPr marL="0" indent="0">
              <a:spcBef>
                <a:spcPts val="0"/>
              </a:spcBef>
              <a:spcAft>
                <a:spcPts val="0"/>
              </a:spcAft>
              <a:buNone/>
            </a:pPr>
            <a:r>
              <a:rPr lang="en-US">
                <a:solidFill>
                  <a:srgbClr val="000000"/>
                </a:solidFill>
                <a:latin typeface="Consolas" panose="020B0609020204030204" pitchFamily="49" charset="0"/>
              </a:rPr>
              <a:t>         Salary = salary;</a:t>
            </a:r>
          </a:p>
          <a:p>
            <a:pPr marL="0" indent="0">
              <a:spcBef>
                <a:spcPts val="0"/>
              </a:spcBef>
              <a:spcAft>
                <a:spcPts val="0"/>
              </a:spcAft>
              <a:buNone/>
            </a:pPr>
            <a:r>
              <a:rPr lang="en-US">
                <a:solidFill>
                  <a:srgbClr val="000000"/>
                </a:solidFill>
                <a:latin typeface="Consolas" panose="020B0609020204030204" pitchFamily="49" charset="0"/>
              </a:rPr>
              <a:t>    }</a:t>
            </a:r>
            <a:endParaRPr lang="ru-RU">
              <a:solidFill>
                <a:srgbClr val="000000"/>
              </a:solidFill>
              <a:latin typeface="Consolas" panose="020B0609020204030204" pitchFamily="49" charset="0"/>
            </a:endParaRPr>
          </a:p>
          <a:p>
            <a:pPr marL="0" indent="0">
              <a:spcBef>
                <a:spcPts val="0"/>
              </a:spcBef>
              <a:spcAft>
                <a:spcPts val="0"/>
              </a:spcAft>
              <a:buNone/>
            </a:pPr>
            <a:r>
              <a:rPr lang="ru-RU">
                <a:solidFill>
                  <a:srgbClr val="0000FF"/>
                </a:solidFill>
                <a:latin typeface="Consolas" panose="020B0609020204030204" pitchFamily="49" charset="0"/>
              </a:rPr>
              <a:t>    </a:t>
            </a:r>
            <a:r>
              <a:rPr lang="en-US">
                <a:solidFill>
                  <a:srgbClr val="0000FF"/>
                </a:solidFill>
                <a:latin typeface="Consolas" panose="020B0609020204030204" pitchFamily="49" charset="0"/>
              </a:rPr>
              <a:t>public</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override</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string</a:t>
            </a:r>
            <a:r>
              <a:rPr lang="en-US">
                <a:solidFill>
                  <a:srgbClr val="000000"/>
                </a:solidFill>
                <a:latin typeface="Consolas" panose="020B0609020204030204" pitchFamily="49" charset="0"/>
              </a:rPr>
              <a:t> </a:t>
            </a:r>
            <a:r>
              <a:rPr lang="en-US" err="1">
                <a:solidFill>
                  <a:srgbClr val="000000"/>
                </a:solidFill>
                <a:latin typeface="Consolas" panose="020B0609020204030204" pitchFamily="49" charset="0"/>
              </a:rPr>
              <a:t>ToString</a:t>
            </a:r>
            <a:r>
              <a:rPr lang="en-US">
                <a:solidFill>
                  <a:srgbClr val="000000"/>
                </a:solidFill>
                <a:latin typeface="Consolas" panose="020B0609020204030204" pitchFamily="49" charset="0"/>
              </a:rPr>
              <a:t>() =&gt; </a:t>
            </a:r>
            <a:r>
              <a:rPr lang="en-US" noProof="1">
                <a:solidFill>
                  <a:srgbClr val="A31515"/>
                </a:solidFill>
                <a:latin typeface="Consolas" panose="020B0609020204030204" pitchFamily="49" charset="0"/>
              </a:rPr>
              <a:t>$"Employee: </a:t>
            </a:r>
            <a:r>
              <a:rPr lang="en-US" noProof="1">
                <a:solidFill>
                  <a:srgbClr val="000000"/>
                </a:solidFill>
                <a:latin typeface="Consolas" panose="020B0609020204030204" pitchFamily="49" charset="0"/>
              </a:rPr>
              <a:t>{</a:t>
            </a:r>
            <a:r>
              <a:rPr lang="en-US" noProof="1">
                <a:solidFill>
                  <a:srgbClr val="0000FF"/>
                </a:solidFill>
                <a:latin typeface="Consolas" panose="020B0609020204030204" pitchFamily="49" charset="0"/>
              </a:rPr>
              <a:t>this</a:t>
            </a:r>
            <a:r>
              <a:rPr lang="en-US" noProof="1">
                <a:solidFill>
                  <a:srgbClr val="000000"/>
                </a:solidFill>
                <a:latin typeface="Consolas" panose="020B0609020204030204" pitchFamily="49" charset="0"/>
              </a:rPr>
              <a:t>.Name}</a:t>
            </a:r>
            <a:r>
              <a:rPr lang="en-US" noProof="1">
                <a:solidFill>
                  <a:srgbClr val="A31515"/>
                </a:solidFill>
                <a:latin typeface="Consolas" panose="020B0609020204030204" pitchFamily="49" charset="0"/>
              </a:rPr>
              <a:t>"</a:t>
            </a:r>
            <a:r>
              <a:rPr lang="en-US">
                <a:solidFill>
                  <a:srgbClr val="000000"/>
                </a:solidFill>
                <a:latin typeface="Consolas" panose="020B0609020204030204" pitchFamily="49" charset="0"/>
              </a:rPr>
              <a:t>;</a:t>
            </a:r>
          </a:p>
          <a:p>
            <a:pPr marL="0" indent="0">
              <a:spcBef>
                <a:spcPts val="0"/>
              </a:spcBef>
              <a:spcAft>
                <a:spcPts val="0"/>
              </a:spcAft>
              <a:buNone/>
            </a:pPr>
            <a:r>
              <a:rPr lang="en-US">
                <a:solidFill>
                  <a:srgbClr val="000000"/>
                </a:solidFill>
                <a:latin typeface="Consolas" panose="020B0609020204030204" pitchFamily="49" charset="0"/>
              </a:rPr>
              <a:t>}</a:t>
            </a:r>
          </a:p>
          <a:p>
            <a:pPr marL="0" indent="0">
              <a:spcBef>
                <a:spcPts val="0"/>
              </a:spcBef>
              <a:spcAft>
                <a:spcPts val="0"/>
              </a:spcAft>
              <a:buNone/>
            </a:pPr>
            <a:endParaRPr lang="en-US">
              <a:solidFill>
                <a:srgbClr val="000000"/>
              </a:solidFill>
              <a:latin typeface="Consolas" panose="020B0609020204030204" pitchFamily="49" charset="0"/>
            </a:endParaRPr>
          </a:p>
          <a:p>
            <a:pPr marL="0" indent="0">
              <a:spcBef>
                <a:spcPts val="0"/>
              </a:spcBef>
              <a:spcAft>
                <a:spcPts val="0"/>
              </a:spcAft>
              <a:buNone/>
            </a:pPr>
            <a:r>
              <a:rPr lang="en-US">
                <a:solidFill>
                  <a:srgbClr val="0000FF"/>
                </a:solidFill>
                <a:latin typeface="Consolas" panose="020B0609020204030204" pitchFamily="49" charset="0"/>
              </a:rPr>
              <a:t>static</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void</a:t>
            </a:r>
            <a:r>
              <a:rPr lang="en-US">
                <a:solidFill>
                  <a:srgbClr val="000000"/>
                </a:solidFill>
                <a:latin typeface="Consolas" panose="020B0609020204030204" pitchFamily="49" charset="0"/>
              </a:rPr>
              <a:t> Main(</a:t>
            </a:r>
            <a:r>
              <a:rPr lang="en-US">
                <a:solidFill>
                  <a:srgbClr val="0000FF"/>
                </a:solidFill>
                <a:latin typeface="Consolas" panose="020B0609020204030204" pitchFamily="49" charset="0"/>
              </a:rPr>
              <a:t>string</a:t>
            </a:r>
            <a:r>
              <a:rPr lang="en-US">
                <a:solidFill>
                  <a:srgbClr val="000000"/>
                </a:solidFill>
                <a:latin typeface="Consolas" panose="020B0609020204030204" pitchFamily="49" charset="0"/>
              </a:rPr>
              <a:t>[] </a:t>
            </a:r>
            <a:r>
              <a:rPr lang="en-US" err="1">
                <a:solidFill>
                  <a:srgbClr val="000000"/>
                </a:solidFill>
                <a:latin typeface="Consolas" panose="020B0609020204030204" pitchFamily="49" charset="0"/>
              </a:rPr>
              <a:t>args</a:t>
            </a:r>
            <a:r>
              <a:rPr lang="en-US">
                <a:solidFill>
                  <a:srgbClr val="000000"/>
                </a:solidFill>
                <a:latin typeface="Consolas" panose="020B0609020204030204" pitchFamily="49" charset="0"/>
              </a:rPr>
              <a:t>) {</a:t>
            </a:r>
          </a:p>
          <a:p>
            <a:pPr marL="0" indent="0">
              <a:spcBef>
                <a:spcPts val="0"/>
              </a:spcBef>
              <a:spcAft>
                <a:spcPts val="0"/>
              </a:spcAft>
              <a:buNone/>
            </a:pPr>
            <a:r>
              <a:rPr lang="en-US">
                <a:solidFill>
                  <a:srgbClr val="000000"/>
                </a:solidFill>
                <a:latin typeface="Consolas" panose="020B0609020204030204" pitchFamily="49" charset="0"/>
              </a:rPr>
              <a:t>    Employee </a:t>
            </a:r>
            <a:r>
              <a:rPr lang="en-US" err="1">
                <a:solidFill>
                  <a:srgbClr val="000000"/>
                </a:solidFill>
                <a:latin typeface="Consolas" panose="020B0609020204030204" pitchFamily="49" charset="0"/>
              </a:rPr>
              <a:t>employee</a:t>
            </a:r>
            <a:r>
              <a:rPr lang="en-US">
                <a:solidFill>
                  <a:srgbClr val="000000"/>
                </a:solidFill>
                <a:latin typeface="Consolas" panose="020B0609020204030204" pitchFamily="49" charset="0"/>
              </a:rPr>
              <a:t> = </a:t>
            </a:r>
            <a:r>
              <a:rPr lang="en-US">
                <a:solidFill>
                  <a:srgbClr val="0000FF"/>
                </a:solidFill>
                <a:latin typeface="Consolas" panose="020B0609020204030204" pitchFamily="49" charset="0"/>
              </a:rPr>
              <a:t>new</a:t>
            </a:r>
            <a:r>
              <a:rPr lang="en-US">
                <a:solidFill>
                  <a:srgbClr val="000000"/>
                </a:solidFill>
                <a:latin typeface="Consolas" panose="020B0609020204030204" pitchFamily="49" charset="0"/>
              </a:rPr>
              <a:t> Employee(“Alex”, 1500);</a:t>
            </a:r>
          </a:p>
          <a:p>
            <a:pPr marL="0" indent="0">
              <a:spcBef>
                <a:spcPts val="0"/>
              </a:spcBef>
              <a:spcAft>
                <a:spcPts val="0"/>
              </a:spcAft>
              <a:buNone/>
            </a:pPr>
            <a:r>
              <a:rPr lang="en-US">
                <a:solidFill>
                  <a:srgbClr val="000000"/>
                </a:solidFill>
                <a:latin typeface="Consolas" panose="020B0609020204030204" pitchFamily="49" charset="0"/>
              </a:rPr>
              <a:t>}</a:t>
            </a:r>
          </a:p>
        </p:txBody>
      </p:sp>
      <p:sp>
        <p:nvSpPr>
          <p:cNvPr id="9" name="Right Brace 8">
            <a:extLst>
              <a:ext uri="{FF2B5EF4-FFF2-40B4-BE49-F238E27FC236}">
                <a16:creationId xmlns:a16="http://schemas.microsoft.com/office/drawing/2014/main" id="{FB40CF08-D493-49DD-9102-56F076FB2A53}"/>
              </a:ext>
            </a:extLst>
          </p:cNvPr>
          <p:cNvSpPr/>
          <p:nvPr/>
        </p:nvSpPr>
        <p:spPr>
          <a:xfrm rot="5400000">
            <a:off x="5274202" y="3878263"/>
            <a:ext cx="186269" cy="3438525"/>
          </a:xfrm>
          <a:prstGeom prst="rightBrace">
            <a:avLst/>
          </a:pr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A2EA03C-3C7E-40C5-9B91-19E44B9BC26B}"/>
              </a:ext>
            </a:extLst>
          </p:cNvPr>
          <p:cNvSpPr txBox="1"/>
          <p:nvPr/>
        </p:nvSpPr>
        <p:spPr>
          <a:xfrm>
            <a:off x="3648074" y="5703624"/>
            <a:ext cx="3674534" cy="22913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GB" sz="1600">
                <a:latin typeface="+mn-lt"/>
              </a:rPr>
              <a:t>creating a new </a:t>
            </a:r>
            <a:r>
              <a:rPr lang="en-GB" sz="1600">
                <a:solidFill>
                  <a:schemeClr val="accent2"/>
                </a:solidFill>
                <a:latin typeface="+mn-lt"/>
              </a:rPr>
              <a:t>object</a:t>
            </a:r>
            <a:r>
              <a:rPr lang="en-GB" sz="1600">
                <a:latin typeface="+mn-lt"/>
              </a:rPr>
              <a:t> of Employee type</a:t>
            </a:r>
            <a:endParaRPr lang="en-US" sz="1600" err="1">
              <a:latin typeface="+mn-lt"/>
            </a:endParaRPr>
          </a:p>
        </p:txBody>
      </p:sp>
      <p:sp>
        <p:nvSpPr>
          <p:cNvPr id="11" name="Right Brace 10">
            <a:extLst>
              <a:ext uri="{FF2B5EF4-FFF2-40B4-BE49-F238E27FC236}">
                <a16:creationId xmlns:a16="http://schemas.microsoft.com/office/drawing/2014/main" id="{537EB68D-ABD9-44EB-8B53-C461F3A74442}"/>
              </a:ext>
            </a:extLst>
          </p:cNvPr>
          <p:cNvSpPr/>
          <p:nvPr/>
        </p:nvSpPr>
        <p:spPr>
          <a:xfrm>
            <a:off x="9177867" y="1727200"/>
            <a:ext cx="186266" cy="3107267"/>
          </a:xfrm>
          <a:prstGeom prst="rightBrace">
            <a:avLst/>
          </a:prstGeom>
          <a:noFill/>
          <a:ln>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4D426AAE-AA4B-44F6-8734-0D41905F2F9C}"/>
              </a:ext>
            </a:extLst>
          </p:cNvPr>
          <p:cNvSpPr txBox="1"/>
          <p:nvPr/>
        </p:nvSpPr>
        <p:spPr>
          <a:xfrm>
            <a:off x="9557808" y="3143589"/>
            <a:ext cx="2160059" cy="734143"/>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GB" sz="1600">
                <a:solidFill>
                  <a:schemeClr val="accent2"/>
                </a:solidFill>
                <a:latin typeface="+mn-lt"/>
              </a:rPr>
              <a:t>class</a:t>
            </a:r>
            <a:r>
              <a:rPr lang="en-GB" sz="1600">
                <a:latin typeface="+mn-lt"/>
              </a:rPr>
              <a:t> Employee</a:t>
            </a:r>
            <a:endParaRPr lang="en-US" sz="1600" err="1">
              <a:latin typeface="+mn-lt"/>
            </a:endParaRPr>
          </a:p>
        </p:txBody>
      </p:sp>
    </p:spTree>
    <p:extLst>
      <p:ext uri="{BB962C8B-B14F-4D97-AF65-F5344CB8AC3E}">
        <p14:creationId xmlns:p14="http://schemas.microsoft.com/office/powerpoint/2010/main" val="1203964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5</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three main concepts (</a:t>
            </a:r>
            <a:r>
              <a:rPr lang="da-DK"/>
              <a:t>PIE)</a:t>
            </a:r>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Object Oriented Programming In C#</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2001" y="1620838"/>
            <a:ext cx="10956782" cy="4568825"/>
          </a:xfrm>
        </p:spPr>
        <p:txBody>
          <a:bodyPr/>
          <a:lstStyle/>
          <a:p>
            <a:pPr marL="0" indent="0" algn="just">
              <a:spcAft>
                <a:spcPts val="300"/>
              </a:spcAft>
              <a:buNone/>
            </a:pPr>
            <a:r>
              <a:rPr lang="en-US" sz="2400" b="0" i="0">
                <a:solidFill>
                  <a:srgbClr val="171717"/>
                </a:solidFill>
                <a:effectLst/>
                <a:latin typeface="+mn-lt"/>
              </a:rPr>
              <a:t>C# provides a full support for object-oriented programming concepts including  encapsulation, inheritance and polymorphism.</a:t>
            </a:r>
          </a:p>
          <a:p>
            <a:pPr algn="just">
              <a:buFont typeface="Arial" panose="020B0604020202020204" pitchFamily="34" charset="0"/>
              <a:buChar char="•"/>
            </a:pPr>
            <a:endParaRPr lang="en-US" sz="2400" b="0" i="0">
              <a:solidFill>
                <a:srgbClr val="171717"/>
              </a:solidFill>
              <a:effectLst/>
              <a:latin typeface="Segoe UI" panose="020B0502040204020203" pitchFamily="34" charset="0"/>
            </a:endParaRPr>
          </a:p>
          <a:p>
            <a:endParaRPr lang="da-DK" sz="2400"/>
          </a:p>
        </p:txBody>
      </p:sp>
      <p:sp>
        <p:nvSpPr>
          <p:cNvPr id="6" name="Oval 5">
            <a:extLst>
              <a:ext uri="{FF2B5EF4-FFF2-40B4-BE49-F238E27FC236}">
                <a16:creationId xmlns:a16="http://schemas.microsoft.com/office/drawing/2014/main" id="{5CDDFBBF-19C2-43E1-AFE6-93542E6E75BC}"/>
              </a:ext>
            </a:extLst>
          </p:cNvPr>
          <p:cNvSpPr/>
          <p:nvPr/>
        </p:nvSpPr>
        <p:spPr>
          <a:xfrm>
            <a:off x="4499584" y="3429000"/>
            <a:ext cx="2507226" cy="1349478"/>
          </a:xfrm>
          <a:prstGeom prst="ellipse">
            <a:avLst/>
          </a:prstGeom>
          <a:noFill/>
          <a:ln w="38100">
            <a:solidFill>
              <a:schemeClr val="accent2"/>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2400">
                <a:solidFill>
                  <a:schemeClr val="tx1"/>
                </a:solidFill>
              </a:rPr>
              <a:t>OOP concepts</a:t>
            </a:r>
            <a:endParaRPr lang="en-US" sz="2400">
              <a:solidFill>
                <a:schemeClr val="tx1"/>
              </a:solidFill>
            </a:endParaRPr>
          </a:p>
        </p:txBody>
      </p:sp>
      <p:graphicFrame>
        <p:nvGraphicFramePr>
          <p:cNvPr id="7" name="Diagram 6">
            <a:extLst>
              <a:ext uri="{FF2B5EF4-FFF2-40B4-BE49-F238E27FC236}">
                <a16:creationId xmlns:a16="http://schemas.microsoft.com/office/drawing/2014/main" id="{E130050C-4131-4317-B8FE-A3B9BD7B2C9E}"/>
              </a:ext>
            </a:extLst>
          </p:cNvPr>
          <p:cNvGraphicFramePr/>
          <p:nvPr>
            <p:extLst>
              <p:ext uri="{D42A27DB-BD31-4B8C-83A1-F6EECF244321}">
                <p14:modId xmlns:p14="http://schemas.microsoft.com/office/powerpoint/2010/main" val="1611351128"/>
              </p:ext>
            </p:extLst>
          </p:nvPr>
        </p:nvGraphicFramePr>
        <p:xfrm>
          <a:off x="607457" y="4668962"/>
          <a:ext cx="3868461" cy="15719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8" name="Diagram 7">
            <a:extLst>
              <a:ext uri="{FF2B5EF4-FFF2-40B4-BE49-F238E27FC236}">
                <a16:creationId xmlns:a16="http://schemas.microsoft.com/office/drawing/2014/main" id="{A584E9A7-128D-4CDB-83D8-26662569102A}"/>
              </a:ext>
            </a:extLst>
          </p:cNvPr>
          <p:cNvGraphicFramePr/>
          <p:nvPr>
            <p:extLst>
              <p:ext uri="{D42A27DB-BD31-4B8C-83A1-F6EECF244321}">
                <p14:modId xmlns:p14="http://schemas.microsoft.com/office/powerpoint/2010/main" val="2302359923"/>
              </p:ext>
            </p:extLst>
          </p:nvPr>
        </p:nvGraphicFramePr>
        <p:xfrm>
          <a:off x="563217" y="2541080"/>
          <a:ext cx="3868461" cy="123421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0" name="Diagram 9">
            <a:extLst>
              <a:ext uri="{FF2B5EF4-FFF2-40B4-BE49-F238E27FC236}">
                <a16:creationId xmlns:a16="http://schemas.microsoft.com/office/drawing/2014/main" id="{68D5C485-FAC0-42F5-B031-5732258A488F}"/>
              </a:ext>
            </a:extLst>
          </p:cNvPr>
          <p:cNvGraphicFramePr/>
          <p:nvPr>
            <p:extLst>
              <p:ext uri="{D42A27DB-BD31-4B8C-83A1-F6EECF244321}">
                <p14:modId xmlns:p14="http://schemas.microsoft.com/office/powerpoint/2010/main" val="3314476929"/>
              </p:ext>
            </p:extLst>
          </p:nvPr>
        </p:nvGraphicFramePr>
        <p:xfrm>
          <a:off x="7006810" y="2541080"/>
          <a:ext cx="4118777" cy="144472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12" name="Diagram 11">
            <a:extLst>
              <a:ext uri="{FF2B5EF4-FFF2-40B4-BE49-F238E27FC236}">
                <a16:creationId xmlns:a16="http://schemas.microsoft.com/office/drawing/2014/main" id="{B8AC036E-BB01-435F-AC9F-4FE4E8E65B60}"/>
              </a:ext>
            </a:extLst>
          </p:cNvPr>
          <p:cNvGraphicFramePr/>
          <p:nvPr>
            <p:extLst>
              <p:ext uri="{D42A27DB-BD31-4B8C-83A1-F6EECF244321}">
                <p14:modId xmlns:p14="http://schemas.microsoft.com/office/powerpoint/2010/main" val="2788092105"/>
              </p:ext>
            </p:extLst>
          </p:nvPr>
        </p:nvGraphicFramePr>
        <p:xfrm>
          <a:off x="7024824" y="4631313"/>
          <a:ext cx="4100763" cy="1571942"/>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Tree>
    <p:extLst>
      <p:ext uri="{BB962C8B-B14F-4D97-AF65-F5344CB8AC3E}">
        <p14:creationId xmlns:p14="http://schemas.microsoft.com/office/powerpoint/2010/main" val="3324219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6</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Encapsulation EXAMPLE</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Object Oriented Programming In C#</a:t>
            </a:r>
          </a:p>
        </p:txBody>
      </p:sp>
      <p:sp>
        <p:nvSpPr>
          <p:cNvPr id="6" name="AutoShape 2" descr="C# access modifier -svgshare.com">
            <a:extLst>
              <a:ext uri="{FF2B5EF4-FFF2-40B4-BE49-F238E27FC236}">
                <a16:creationId xmlns:a16="http://schemas.microsoft.com/office/drawing/2014/main" id="{360EA761-3A7D-4DA6-AC8C-0ED5DECBBDB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Content Placeholder 7">
            <a:extLst>
              <a:ext uri="{FF2B5EF4-FFF2-40B4-BE49-F238E27FC236}">
                <a16:creationId xmlns:a16="http://schemas.microsoft.com/office/drawing/2014/main" id="{1EBE9478-FC87-446E-A909-3BC761278751}"/>
              </a:ext>
            </a:extLst>
          </p:cNvPr>
          <p:cNvSpPr>
            <a:spLocks noGrp="1"/>
          </p:cNvSpPr>
          <p:nvPr>
            <p:ph sz="quarter" idx="19"/>
          </p:nvPr>
        </p:nvSpPr>
        <p:spPr/>
        <p:txBody>
          <a:bodyPr/>
          <a:lstStyle/>
          <a:p>
            <a:pPr marL="0" indent="0">
              <a:spcBef>
                <a:spcPts val="0"/>
              </a:spcBef>
              <a:spcAft>
                <a:spcPts val="0"/>
              </a:spcAft>
              <a:buNone/>
            </a:pPr>
            <a:r>
              <a:rPr lang="en-US" sz="2400">
                <a:solidFill>
                  <a:schemeClr val="accent2"/>
                </a:solidFill>
                <a:latin typeface="+mn-lt"/>
              </a:rPr>
              <a:t>Encapsulation</a:t>
            </a:r>
            <a:r>
              <a:rPr lang="en-US" sz="1800"/>
              <a:t> </a:t>
            </a:r>
            <a:r>
              <a:rPr lang="en-US" sz="2400">
                <a:solidFill>
                  <a:srgbClr val="171717"/>
                </a:solidFill>
                <a:latin typeface="+mn-lt"/>
              </a:rPr>
              <a:t>means that a group of related methods, properties, and other members is treated as a single physical or logical package.</a:t>
            </a:r>
          </a:p>
          <a:p>
            <a:pPr marL="0" indent="0">
              <a:spcBef>
                <a:spcPts val="0"/>
              </a:spcBef>
              <a:spcAft>
                <a:spcPts val="0"/>
              </a:spcAft>
              <a:buNone/>
            </a:pPr>
            <a:endParaRPr lang="en-US" sz="2400" noProof="1">
              <a:solidFill>
                <a:srgbClr val="171717"/>
              </a:solidFill>
              <a:latin typeface="+mn-lt"/>
            </a:endParaRPr>
          </a:p>
          <a:p>
            <a:pPr marL="0" indent="0">
              <a:spcBef>
                <a:spcPts val="0"/>
              </a:spcBef>
              <a:spcAft>
                <a:spcPts val="0"/>
              </a:spcAft>
              <a:buNone/>
            </a:pPr>
            <a:r>
              <a:rPr lang="en-US" noProof="1">
                <a:solidFill>
                  <a:srgbClr val="0000FF"/>
                </a:solidFill>
                <a:latin typeface="Consolas" panose="020B0609020204030204" pitchFamily="49" charset="0"/>
              </a:rPr>
              <a:t>    internal</a:t>
            </a:r>
            <a:r>
              <a:rPr lang="en-US" noProof="1">
                <a:solidFill>
                  <a:srgbClr val="000000"/>
                </a:solidFill>
                <a:latin typeface="Consolas" panose="020B0609020204030204" pitchFamily="49" charset="0"/>
              </a:rPr>
              <a:t> </a:t>
            </a:r>
            <a:r>
              <a:rPr lang="en-US" noProof="1">
                <a:solidFill>
                  <a:srgbClr val="0000FF"/>
                </a:solidFill>
                <a:latin typeface="Consolas" panose="020B0609020204030204" pitchFamily="49" charset="0"/>
              </a:rPr>
              <a:t>class</a:t>
            </a:r>
            <a:r>
              <a:rPr lang="en-US" noProof="1">
                <a:solidFill>
                  <a:srgbClr val="000000"/>
                </a:solidFill>
                <a:latin typeface="Consolas" panose="020B0609020204030204" pitchFamily="49" charset="0"/>
              </a:rPr>
              <a:t> </a:t>
            </a:r>
            <a:r>
              <a:rPr lang="en-US" noProof="1">
                <a:solidFill>
                  <a:srgbClr val="2B91AF"/>
                </a:solidFill>
                <a:latin typeface="Consolas" panose="020B0609020204030204" pitchFamily="49" charset="0"/>
              </a:rPr>
              <a:t>Employee</a:t>
            </a:r>
            <a:r>
              <a:rPr lang="en-US" noProof="1">
                <a:solidFill>
                  <a:srgbClr val="000000"/>
                </a:solidFill>
                <a:latin typeface="Consolas" panose="020B0609020204030204" pitchFamily="49" charset="0"/>
              </a:rPr>
              <a:t> {</a:t>
            </a:r>
          </a:p>
          <a:p>
            <a:pPr marL="0" indent="0">
              <a:spcBef>
                <a:spcPts val="0"/>
              </a:spcBef>
              <a:spcAft>
                <a:spcPts val="0"/>
              </a:spcAft>
              <a:buNone/>
            </a:pPr>
            <a:r>
              <a:rPr lang="en-US" noProof="1">
                <a:solidFill>
                  <a:srgbClr val="000000"/>
                </a:solidFill>
                <a:latin typeface="Consolas" panose="020B0609020204030204" pitchFamily="49" charset="0"/>
              </a:rPr>
              <a:t>        </a:t>
            </a:r>
            <a:r>
              <a:rPr lang="en-US" noProof="1">
                <a:solidFill>
                  <a:srgbClr val="0000FF"/>
                </a:solidFill>
                <a:latin typeface="Consolas" panose="020B0609020204030204" pitchFamily="49" charset="0"/>
              </a:rPr>
              <a:t>public</a:t>
            </a:r>
            <a:r>
              <a:rPr lang="en-US" noProof="1">
                <a:solidFill>
                  <a:srgbClr val="000000"/>
                </a:solidFill>
                <a:latin typeface="Consolas" panose="020B0609020204030204" pitchFamily="49" charset="0"/>
              </a:rPr>
              <a:t> </a:t>
            </a:r>
            <a:r>
              <a:rPr lang="en-US" noProof="1">
                <a:solidFill>
                  <a:srgbClr val="0000FF"/>
                </a:solidFill>
                <a:latin typeface="Consolas" panose="020B0609020204030204" pitchFamily="49" charset="0"/>
              </a:rPr>
              <a:t>string</a:t>
            </a:r>
            <a:r>
              <a:rPr lang="en-US" noProof="1">
                <a:solidFill>
                  <a:srgbClr val="000000"/>
                </a:solidFill>
                <a:latin typeface="Consolas" panose="020B0609020204030204" pitchFamily="49" charset="0"/>
              </a:rPr>
              <a:t> Name { </a:t>
            </a:r>
            <a:r>
              <a:rPr lang="en-US" noProof="1">
                <a:solidFill>
                  <a:srgbClr val="0000FF"/>
                </a:solidFill>
                <a:latin typeface="Consolas" panose="020B0609020204030204" pitchFamily="49" charset="0"/>
              </a:rPr>
              <a:t>get</a:t>
            </a:r>
            <a:r>
              <a:rPr lang="en-US" noProof="1">
                <a:solidFill>
                  <a:srgbClr val="000000"/>
                </a:solidFill>
                <a:latin typeface="Consolas" panose="020B0609020204030204" pitchFamily="49" charset="0"/>
              </a:rPr>
              <a:t>; }  </a:t>
            </a:r>
          </a:p>
          <a:p>
            <a:pPr marL="0" indent="0">
              <a:spcBef>
                <a:spcPts val="0"/>
              </a:spcBef>
              <a:spcAft>
                <a:spcPts val="0"/>
              </a:spcAft>
              <a:buNone/>
            </a:pPr>
            <a:r>
              <a:rPr lang="en-US" noProof="1">
                <a:solidFill>
                  <a:srgbClr val="000000"/>
                </a:solidFill>
                <a:latin typeface="Consolas" panose="020B0609020204030204" pitchFamily="49" charset="0"/>
              </a:rPr>
              <a:t> 	   </a:t>
            </a:r>
            <a:r>
              <a:rPr lang="en-US" noProof="1">
                <a:solidFill>
                  <a:srgbClr val="0000FF"/>
                </a:solidFill>
                <a:latin typeface="Consolas" panose="020B0609020204030204" pitchFamily="49" charset="0"/>
              </a:rPr>
              <a:t>public</a:t>
            </a:r>
            <a:r>
              <a:rPr lang="en-US" noProof="1">
                <a:solidFill>
                  <a:srgbClr val="000000"/>
                </a:solidFill>
                <a:latin typeface="Consolas" panose="020B0609020204030204" pitchFamily="49" charset="0"/>
              </a:rPr>
              <a:t> </a:t>
            </a:r>
            <a:r>
              <a:rPr lang="en-US" noProof="1">
                <a:solidFill>
                  <a:srgbClr val="0000FF"/>
                </a:solidFill>
                <a:latin typeface="Consolas" panose="020B0609020204030204" pitchFamily="49" charset="0"/>
              </a:rPr>
              <a:t>double</a:t>
            </a:r>
            <a:r>
              <a:rPr lang="en-US" noProof="1">
                <a:solidFill>
                  <a:srgbClr val="000000"/>
                </a:solidFill>
                <a:latin typeface="Consolas" panose="020B0609020204030204" pitchFamily="49" charset="0"/>
              </a:rPr>
              <a:t> Salary { </a:t>
            </a:r>
            <a:r>
              <a:rPr lang="en-US" noProof="1">
                <a:solidFill>
                  <a:srgbClr val="0000FF"/>
                </a:solidFill>
                <a:latin typeface="Consolas" panose="020B0609020204030204" pitchFamily="49" charset="0"/>
              </a:rPr>
              <a:t>get</a:t>
            </a:r>
            <a:r>
              <a:rPr lang="en-US" noProof="1">
                <a:solidFill>
                  <a:srgbClr val="000000"/>
                </a:solidFill>
                <a:latin typeface="Consolas" panose="020B0609020204030204" pitchFamily="49" charset="0"/>
              </a:rPr>
              <a:t>; }</a:t>
            </a:r>
          </a:p>
          <a:p>
            <a:pPr marL="0" indent="0">
              <a:spcBef>
                <a:spcPts val="0"/>
              </a:spcBef>
              <a:spcAft>
                <a:spcPts val="0"/>
              </a:spcAft>
              <a:buNone/>
            </a:pPr>
            <a:r>
              <a:rPr lang="en-US" sz="1800">
                <a:solidFill>
                  <a:srgbClr val="0000FF"/>
                </a:solidFill>
                <a:latin typeface="Consolas" panose="020B0609020204030204" pitchFamily="49" charset="0"/>
              </a:rPr>
              <a:t>        private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string</a:t>
            </a:r>
            <a:r>
              <a:rPr lang="en-US" sz="1800">
                <a:solidFill>
                  <a:srgbClr val="000000"/>
                </a:solidFill>
                <a:latin typeface="Consolas" panose="020B0609020204030204" pitchFamily="49" charset="0"/>
              </a:rPr>
              <a:t> _password;</a:t>
            </a:r>
            <a:endParaRPr lang="en-US" noProof="1">
              <a:solidFill>
                <a:srgbClr val="000000"/>
              </a:solidFill>
              <a:latin typeface="Consolas" panose="020B0609020204030204" pitchFamily="49" charset="0"/>
            </a:endParaRPr>
          </a:p>
          <a:p>
            <a:pPr marL="0" indent="0">
              <a:spcBef>
                <a:spcPts val="0"/>
              </a:spcBef>
              <a:spcAft>
                <a:spcPts val="0"/>
              </a:spcAft>
              <a:buNone/>
            </a:pPr>
            <a:r>
              <a:rPr lang="en-US" noProof="1">
                <a:solidFill>
                  <a:srgbClr val="000000"/>
                </a:solidFill>
                <a:latin typeface="Consolas" panose="020B0609020204030204" pitchFamily="49" charset="0"/>
              </a:rPr>
              <a:t>        </a:t>
            </a:r>
            <a:r>
              <a:rPr lang="en-US" noProof="1">
                <a:solidFill>
                  <a:srgbClr val="0000FF"/>
                </a:solidFill>
                <a:latin typeface="Consolas" panose="020B0609020204030204" pitchFamily="49" charset="0"/>
              </a:rPr>
              <a:t>internal</a:t>
            </a:r>
            <a:r>
              <a:rPr lang="en-US" noProof="1">
                <a:solidFill>
                  <a:srgbClr val="000000"/>
                </a:solidFill>
                <a:latin typeface="Consolas" panose="020B0609020204030204" pitchFamily="49" charset="0"/>
              </a:rPr>
              <a:t> Employee(</a:t>
            </a:r>
            <a:r>
              <a:rPr lang="en-US" noProof="1">
                <a:solidFill>
                  <a:srgbClr val="0000FF"/>
                </a:solidFill>
                <a:latin typeface="Consolas" panose="020B0609020204030204" pitchFamily="49" charset="0"/>
              </a:rPr>
              <a:t>string</a:t>
            </a:r>
            <a:r>
              <a:rPr lang="en-US" noProof="1">
                <a:solidFill>
                  <a:srgbClr val="000000"/>
                </a:solidFill>
                <a:latin typeface="Consolas" panose="020B0609020204030204" pitchFamily="49" charset="0"/>
              </a:rPr>
              <a:t> name, </a:t>
            </a:r>
            <a:r>
              <a:rPr lang="en-US" noProof="1">
                <a:solidFill>
                  <a:srgbClr val="0000FF"/>
                </a:solidFill>
                <a:latin typeface="Consolas" panose="020B0609020204030204" pitchFamily="49" charset="0"/>
              </a:rPr>
              <a:t>int</a:t>
            </a:r>
            <a:r>
              <a:rPr lang="en-US" noProof="1">
                <a:solidFill>
                  <a:srgbClr val="000000"/>
                </a:solidFill>
                <a:latin typeface="Consolas" panose="020B0609020204030204" pitchFamily="49" charset="0"/>
              </a:rPr>
              <a:t> salary) {</a:t>
            </a:r>
          </a:p>
          <a:p>
            <a:pPr marL="0" indent="0">
              <a:spcBef>
                <a:spcPts val="0"/>
              </a:spcBef>
              <a:spcAft>
                <a:spcPts val="0"/>
              </a:spcAft>
              <a:buNone/>
            </a:pPr>
            <a:r>
              <a:rPr lang="en-US" noProof="1">
                <a:solidFill>
                  <a:srgbClr val="000000"/>
                </a:solidFill>
                <a:latin typeface="Consolas" panose="020B0609020204030204" pitchFamily="49" charset="0"/>
              </a:rPr>
              <a:t>            Name = name;</a:t>
            </a:r>
          </a:p>
          <a:p>
            <a:pPr marL="0" indent="0">
              <a:spcBef>
                <a:spcPts val="0"/>
              </a:spcBef>
              <a:spcAft>
                <a:spcPts val="0"/>
              </a:spcAft>
              <a:buNone/>
            </a:pPr>
            <a:r>
              <a:rPr lang="en-US" noProof="1">
                <a:solidFill>
                  <a:srgbClr val="000000"/>
                </a:solidFill>
                <a:latin typeface="Consolas" panose="020B0609020204030204" pitchFamily="49" charset="0"/>
              </a:rPr>
              <a:t>            Salary = salary;</a:t>
            </a:r>
          </a:p>
          <a:p>
            <a:pPr marL="0" indent="0">
              <a:spcBef>
                <a:spcPts val="0"/>
              </a:spcBef>
              <a:spcAft>
                <a:spcPts val="0"/>
              </a:spcAft>
              <a:buNone/>
            </a:pPr>
            <a:r>
              <a:rPr lang="en-US" noProof="1">
                <a:solidFill>
                  <a:srgbClr val="000000"/>
                </a:solidFill>
                <a:latin typeface="Consolas" panose="020B0609020204030204" pitchFamily="49" charset="0"/>
              </a:rPr>
              <a:t>        }</a:t>
            </a:r>
          </a:p>
          <a:p>
            <a:pPr marL="0" indent="0">
              <a:spcBef>
                <a:spcPts val="0"/>
              </a:spcBef>
              <a:spcAft>
                <a:spcPts val="0"/>
              </a:spcAft>
              <a:buNone/>
            </a:pPr>
            <a:r>
              <a:rPr lang="en-US" noProof="1">
                <a:solidFill>
                  <a:srgbClr val="000000"/>
                </a:solidFill>
                <a:latin typeface="Consolas" panose="020B0609020204030204" pitchFamily="49" charset="0"/>
              </a:rPr>
              <a:t>    }</a:t>
            </a:r>
          </a:p>
          <a:p>
            <a:pPr marL="0" indent="0">
              <a:spcBef>
                <a:spcPts val="0"/>
              </a:spcBef>
              <a:spcAft>
                <a:spcPts val="0"/>
              </a:spcAft>
              <a:buNone/>
            </a:pPr>
            <a:endParaRPr lang="en-US" sz="1600" noProof="1">
              <a:solidFill>
                <a:srgbClr val="000000"/>
              </a:solidFill>
              <a:latin typeface="Consolas" panose="020B0609020204030204" pitchFamily="49" charset="0"/>
            </a:endParaRPr>
          </a:p>
          <a:p>
            <a:pPr marL="0" indent="0">
              <a:spcBef>
                <a:spcPts val="0"/>
              </a:spcBef>
              <a:spcAft>
                <a:spcPts val="600"/>
              </a:spcAft>
              <a:buNone/>
            </a:pPr>
            <a:r>
              <a:rPr lang="en-US" sz="2400" noProof="1">
                <a:solidFill>
                  <a:srgbClr val="171717"/>
                </a:solidFill>
                <a:latin typeface="+mn-lt"/>
              </a:rPr>
              <a:t>In this example </a:t>
            </a:r>
            <a:r>
              <a:rPr lang="en-US" sz="2400" noProof="1">
                <a:solidFill>
                  <a:schemeClr val="accent2"/>
                </a:solidFill>
                <a:latin typeface="+mn-lt"/>
              </a:rPr>
              <a:t>Employee</a:t>
            </a:r>
            <a:r>
              <a:rPr lang="en-US" sz="2400" noProof="1">
                <a:solidFill>
                  <a:srgbClr val="171717"/>
                </a:solidFill>
                <a:latin typeface="+mn-lt"/>
              </a:rPr>
              <a:t> class is encapsulation unit which describes Employee package.</a:t>
            </a:r>
          </a:p>
        </p:txBody>
      </p:sp>
      <p:sp>
        <p:nvSpPr>
          <p:cNvPr id="17" name="TextBox 16">
            <a:extLst>
              <a:ext uri="{FF2B5EF4-FFF2-40B4-BE49-F238E27FC236}">
                <a16:creationId xmlns:a16="http://schemas.microsoft.com/office/drawing/2014/main" id="{09FD99D8-8CA6-44E4-BF59-C281BD768D1B}"/>
              </a:ext>
            </a:extLst>
          </p:cNvPr>
          <p:cNvSpPr txBox="1"/>
          <p:nvPr/>
        </p:nvSpPr>
        <p:spPr>
          <a:xfrm>
            <a:off x="5737860" y="3293603"/>
            <a:ext cx="2286000" cy="270793"/>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GB">
                <a:solidFill>
                  <a:srgbClr val="E6AF00"/>
                </a:solidFill>
                <a:latin typeface="Consolas" panose="020B0609020204030204" pitchFamily="49" charset="0"/>
                <a:cs typeface="Calibri" panose="020F0502020204030204" pitchFamily="34" charset="0"/>
              </a:rPr>
              <a:t>Encapsulated data</a:t>
            </a:r>
            <a:endParaRPr lang="en-US" err="1">
              <a:solidFill>
                <a:srgbClr val="E6AF00"/>
              </a:solidFill>
              <a:latin typeface="Consolas" panose="020B0609020204030204" pitchFamily="49" charset="0"/>
              <a:cs typeface="Calibri" panose="020F0502020204030204" pitchFamily="34" charset="0"/>
            </a:endParaRPr>
          </a:p>
        </p:txBody>
      </p:sp>
      <p:sp>
        <p:nvSpPr>
          <p:cNvPr id="18" name="Right Brace 17">
            <a:extLst>
              <a:ext uri="{FF2B5EF4-FFF2-40B4-BE49-F238E27FC236}">
                <a16:creationId xmlns:a16="http://schemas.microsoft.com/office/drawing/2014/main" id="{3F398BF5-1A35-4489-99D6-003C841AD344}"/>
              </a:ext>
            </a:extLst>
          </p:cNvPr>
          <p:cNvSpPr/>
          <p:nvPr/>
        </p:nvSpPr>
        <p:spPr>
          <a:xfrm>
            <a:off x="5417820" y="3054096"/>
            <a:ext cx="210312" cy="749808"/>
          </a:xfrm>
          <a:prstGeom prst="rightBrace">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ight Brace 18">
            <a:extLst>
              <a:ext uri="{FF2B5EF4-FFF2-40B4-BE49-F238E27FC236}">
                <a16:creationId xmlns:a16="http://schemas.microsoft.com/office/drawing/2014/main" id="{D0F77A98-80A5-4907-ACEA-CA6820707D24}"/>
              </a:ext>
            </a:extLst>
          </p:cNvPr>
          <p:cNvSpPr/>
          <p:nvPr/>
        </p:nvSpPr>
        <p:spPr>
          <a:xfrm>
            <a:off x="8034528" y="2752905"/>
            <a:ext cx="304800" cy="2308952"/>
          </a:xfrm>
          <a:prstGeom prst="rightBrace">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C40DA5D7-DD32-43F7-B8BA-B3DD06EE408D}"/>
              </a:ext>
            </a:extLst>
          </p:cNvPr>
          <p:cNvSpPr txBox="1"/>
          <p:nvPr/>
        </p:nvSpPr>
        <p:spPr>
          <a:xfrm>
            <a:off x="8449056" y="3749453"/>
            <a:ext cx="2286000" cy="270793"/>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GB">
                <a:solidFill>
                  <a:srgbClr val="E6AF00"/>
                </a:solidFill>
                <a:latin typeface="Consolas" panose="020B0609020204030204" pitchFamily="49" charset="0"/>
                <a:cs typeface="Calibri" panose="020F0502020204030204" pitchFamily="34" charset="0"/>
              </a:rPr>
              <a:t>Encapsulation unit</a:t>
            </a:r>
            <a:endParaRPr lang="en-US" err="1">
              <a:solidFill>
                <a:srgbClr val="E6AF00"/>
              </a:solidFill>
              <a:latin typeface="Consolas" panose="020B0609020204030204" pitchFamily="49" charset="0"/>
              <a:cs typeface="Calibri" panose="020F0502020204030204" pitchFamily="34" charset="0"/>
            </a:endParaRPr>
          </a:p>
        </p:txBody>
      </p:sp>
    </p:spTree>
    <p:extLst>
      <p:ext uri="{BB962C8B-B14F-4D97-AF65-F5344CB8AC3E}">
        <p14:creationId xmlns:p14="http://schemas.microsoft.com/office/powerpoint/2010/main" val="2215475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7</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Encapsulation</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Object Oriented Programming In C#</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buNone/>
            </a:pPr>
            <a:r>
              <a:rPr lang="en-US" sz="2400"/>
              <a:t>The following are the benefits of </a:t>
            </a:r>
            <a:r>
              <a:rPr lang="en-US" sz="2400">
                <a:solidFill>
                  <a:schemeClr val="accent2"/>
                </a:solidFill>
              </a:rPr>
              <a:t>encapsulation</a:t>
            </a:r>
            <a:r>
              <a:rPr lang="en-US" sz="2400"/>
              <a:t>:</a:t>
            </a:r>
          </a:p>
        </p:txBody>
      </p:sp>
      <p:sp>
        <p:nvSpPr>
          <p:cNvPr id="6" name="Rectangle: Rounded Corners 5">
            <a:extLst>
              <a:ext uri="{FF2B5EF4-FFF2-40B4-BE49-F238E27FC236}">
                <a16:creationId xmlns:a16="http://schemas.microsoft.com/office/drawing/2014/main" id="{E798467D-F892-4784-861A-B20E8AD3C7E4}"/>
              </a:ext>
            </a:extLst>
          </p:cNvPr>
          <p:cNvSpPr/>
          <p:nvPr/>
        </p:nvSpPr>
        <p:spPr>
          <a:xfrm rot="2851478">
            <a:off x="2943552" y="2368986"/>
            <a:ext cx="1863004" cy="1806753"/>
          </a:xfrm>
          <a:prstGeom prst="roundRect">
            <a:avLst/>
          </a:prstGeom>
          <a:solidFill>
            <a:schemeClr val="accent2"/>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8" name="TextBox 7">
            <a:extLst>
              <a:ext uri="{FF2B5EF4-FFF2-40B4-BE49-F238E27FC236}">
                <a16:creationId xmlns:a16="http://schemas.microsoft.com/office/drawing/2014/main" id="{466DD7A2-5098-4A37-A74D-4620B7DC26A3}"/>
              </a:ext>
            </a:extLst>
          </p:cNvPr>
          <p:cNvSpPr txBox="1"/>
          <p:nvPr/>
        </p:nvSpPr>
        <p:spPr>
          <a:xfrm>
            <a:off x="3036037" y="2932025"/>
            <a:ext cx="1676400" cy="533400"/>
          </a:xfrm>
          <a:prstGeom prst="rect">
            <a:avLst/>
          </a:prstGeom>
          <a:noFill/>
        </p:spPr>
        <p:txBody>
          <a:bodyPr wrap="square" lIns="0" tIns="0" rIns="0" bIns="0" rtlCol="0">
            <a:noAutofit/>
          </a:bodyPr>
          <a:lstStyle/>
          <a:p>
            <a:pPr marL="0" indent="0" algn="ctr" defTabSz="179388">
              <a:buClr>
                <a:srgbClr val="00DEE6"/>
              </a:buClr>
              <a:buFont typeface="Arial" panose="020B0604020202020204" pitchFamily="34" charset="0"/>
              <a:buNone/>
            </a:pPr>
            <a:r>
              <a:rPr lang="en-US" b="1">
                <a:solidFill>
                  <a:schemeClr val="bg1"/>
                </a:solidFill>
                <a:latin typeface="+mn-lt"/>
              </a:rPr>
              <a:t>Reduces complexity</a:t>
            </a:r>
          </a:p>
        </p:txBody>
      </p:sp>
      <p:sp>
        <p:nvSpPr>
          <p:cNvPr id="9" name="Rectangle: Rounded Corners 8">
            <a:extLst>
              <a:ext uri="{FF2B5EF4-FFF2-40B4-BE49-F238E27FC236}">
                <a16:creationId xmlns:a16="http://schemas.microsoft.com/office/drawing/2014/main" id="{EF27C592-D84D-4517-AE10-25A43431FACF}"/>
              </a:ext>
            </a:extLst>
          </p:cNvPr>
          <p:cNvSpPr/>
          <p:nvPr/>
        </p:nvSpPr>
        <p:spPr>
          <a:xfrm rot="2851478">
            <a:off x="5076255" y="4333785"/>
            <a:ext cx="1863004" cy="1806753"/>
          </a:xfrm>
          <a:prstGeom prst="roundRect">
            <a:avLst/>
          </a:prstGeom>
          <a:solidFill>
            <a:srgbClr val="FFC00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0" name="TextBox 9">
            <a:extLst>
              <a:ext uri="{FF2B5EF4-FFF2-40B4-BE49-F238E27FC236}">
                <a16:creationId xmlns:a16="http://schemas.microsoft.com/office/drawing/2014/main" id="{4F9A1576-F12E-420F-82B4-476D7B4AA93D}"/>
              </a:ext>
            </a:extLst>
          </p:cNvPr>
          <p:cNvSpPr txBox="1"/>
          <p:nvPr/>
        </p:nvSpPr>
        <p:spPr>
          <a:xfrm>
            <a:off x="5168740" y="4896824"/>
            <a:ext cx="1676400" cy="533400"/>
          </a:xfrm>
          <a:prstGeom prst="rect">
            <a:avLst/>
          </a:prstGeom>
          <a:noFill/>
        </p:spPr>
        <p:txBody>
          <a:bodyPr wrap="square" lIns="0" tIns="0" rIns="0" bIns="0" rtlCol="0">
            <a:noAutofit/>
          </a:bodyPr>
          <a:lstStyle/>
          <a:p>
            <a:pPr marL="0" indent="0" algn="ctr" defTabSz="179388">
              <a:buClr>
                <a:srgbClr val="00DEE6"/>
              </a:buClr>
              <a:buFont typeface="Arial" panose="020B0604020202020204" pitchFamily="34" charset="0"/>
              <a:buNone/>
            </a:pPr>
            <a:r>
              <a:rPr lang="en-US" b="1">
                <a:solidFill>
                  <a:schemeClr val="bg1"/>
                </a:solidFill>
                <a:latin typeface="+mn-lt"/>
              </a:rPr>
              <a:t>Easier maintenance</a:t>
            </a:r>
          </a:p>
        </p:txBody>
      </p:sp>
      <p:sp>
        <p:nvSpPr>
          <p:cNvPr id="11" name="Rectangle: Rounded Corners 10">
            <a:extLst>
              <a:ext uri="{FF2B5EF4-FFF2-40B4-BE49-F238E27FC236}">
                <a16:creationId xmlns:a16="http://schemas.microsoft.com/office/drawing/2014/main" id="{423DDA59-6386-4926-9FC5-02F5A1945101}"/>
              </a:ext>
            </a:extLst>
          </p:cNvPr>
          <p:cNvSpPr/>
          <p:nvPr/>
        </p:nvSpPr>
        <p:spPr>
          <a:xfrm rot="2851478">
            <a:off x="7208958" y="2485357"/>
            <a:ext cx="1863004" cy="1806753"/>
          </a:xfrm>
          <a:prstGeom prst="roundRect">
            <a:avLst/>
          </a:prstGeom>
          <a:solidFill>
            <a:srgbClr val="FF0000"/>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2" name="TextBox 11">
            <a:extLst>
              <a:ext uri="{FF2B5EF4-FFF2-40B4-BE49-F238E27FC236}">
                <a16:creationId xmlns:a16="http://schemas.microsoft.com/office/drawing/2014/main" id="{177B74A2-0EC0-4DEC-9135-BA4C4A44BBBA}"/>
              </a:ext>
            </a:extLst>
          </p:cNvPr>
          <p:cNvSpPr txBox="1"/>
          <p:nvPr/>
        </p:nvSpPr>
        <p:spPr>
          <a:xfrm>
            <a:off x="7301443" y="3048396"/>
            <a:ext cx="1676400" cy="533400"/>
          </a:xfrm>
          <a:prstGeom prst="rect">
            <a:avLst/>
          </a:prstGeom>
          <a:noFill/>
        </p:spPr>
        <p:txBody>
          <a:bodyPr wrap="square" lIns="0" tIns="0" rIns="0" bIns="0" rtlCol="0">
            <a:noAutofit/>
          </a:bodyPr>
          <a:lstStyle/>
          <a:p>
            <a:pPr marL="0" indent="0" algn="ctr" defTabSz="179388">
              <a:buClr>
                <a:srgbClr val="00DEE6"/>
              </a:buClr>
              <a:buFont typeface="Arial" panose="020B0604020202020204" pitchFamily="34" charset="0"/>
              <a:buNone/>
            </a:pPr>
            <a:r>
              <a:rPr lang="en-US" b="1">
                <a:solidFill>
                  <a:schemeClr val="bg1"/>
                </a:solidFill>
                <a:latin typeface="+mn-lt"/>
              </a:rPr>
              <a:t>Structural changes remain local</a:t>
            </a:r>
          </a:p>
        </p:txBody>
      </p:sp>
      <p:cxnSp>
        <p:nvCxnSpPr>
          <p:cNvPr id="15" name="Straight Connector 14">
            <a:extLst>
              <a:ext uri="{FF2B5EF4-FFF2-40B4-BE49-F238E27FC236}">
                <a16:creationId xmlns:a16="http://schemas.microsoft.com/office/drawing/2014/main" id="{89B58931-94D5-4BFA-8D61-20145AB64B1D}"/>
              </a:ext>
            </a:extLst>
          </p:cNvPr>
          <p:cNvCxnSpPr/>
          <p:nvPr/>
        </p:nvCxnSpPr>
        <p:spPr>
          <a:xfrm flipV="1">
            <a:off x="4394200" y="3716867"/>
            <a:ext cx="1075267" cy="1032933"/>
          </a:xfrm>
          <a:prstGeom prst="line">
            <a:avLst/>
          </a:prstGeom>
          <a:ln>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17" name="Straight Connector 16">
            <a:extLst>
              <a:ext uri="{FF2B5EF4-FFF2-40B4-BE49-F238E27FC236}">
                <a16:creationId xmlns:a16="http://schemas.microsoft.com/office/drawing/2014/main" id="{7489966F-3DD0-408B-B481-272260A83073}"/>
              </a:ext>
            </a:extLst>
          </p:cNvPr>
          <p:cNvCxnSpPr/>
          <p:nvPr/>
        </p:nvCxnSpPr>
        <p:spPr>
          <a:xfrm>
            <a:off x="6485467" y="3716867"/>
            <a:ext cx="1049866" cy="1179957"/>
          </a:xfrm>
          <a:prstGeom prst="line">
            <a:avLst/>
          </a:prstGeom>
          <a:ln/>
        </p:spPr>
        <p:style>
          <a:lnRef idx="3">
            <a:schemeClr val="accent2"/>
          </a:lnRef>
          <a:fillRef idx="0">
            <a:schemeClr val="accent2"/>
          </a:fillRef>
          <a:effectRef idx="2">
            <a:schemeClr val="accent2"/>
          </a:effectRef>
          <a:fontRef idx="minor">
            <a:schemeClr val="tx1"/>
          </a:fontRef>
        </p:style>
      </p:cxnSp>
      <p:cxnSp>
        <p:nvCxnSpPr>
          <p:cNvPr id="18" name="Straight Connector 17">
            <a:extLst>
              <a:ext uri="{FF2B5EF4-FFF2-40B4-BE49-F238E27FC236}">
                <a16:creationId xmlns:a16="http://schemas.microsoft.com/office/drawing/2014/main" id="{CD328B4B-2C38-4890-BEEC-313BA86746C6}"/>
              </a:ext>
            </a:extLst>
          </p:cNvPr>
          <p:cNvCxnSpPr>
            <a:cxnSpLocks/>
          </p:cNvCxnSpPr>
          <p:nvPr/>
        </p:nvCxnSpPr>
        <p:spPr>
          <a:xfrm flipV="1">
            <a:off x="8681926" y="3860352"/>
            <a:ext cx="1123830" cy="1058263"/>
          </a:xfrm>
          <a:prstGeom prst="line">
            <a:avLst/>
          </a:prstGeom>
          <a:ln>
            <a:solidFill>
              <a:srgbClr val="FFC000"/>
            </a:solidFill>
          </a:ln>
        </p:spPr>
        <p:style>
          <a:lnRef idx="3">
            <a:schemeClr val="accent2"/>
          </a:lnRef>
          <a:fillRef idx="0">
            <a:schemeClr val="accent2"/>
          </a:fillRef>
          <a:effectRef idx="2">
            <a:schemeClr val="accent2"/>
          </a:effectRef>
          <a:fontRef idx="minor">
            <a:schemeClr val="tx1"/>
          </a:fontRef>
        </p:style>
      </p:cxnSp>
      <p:cxnSp>
        <p:nvCxnSpPr>
          <p:cNvPr id="20" name="Straight Connector 19">
            <a:extLst>
              <a:ext uri="{FF2B5EF4-FFF2-40B4-BE49-F238E27FC236}">
                <a16:creationId xmlns:a16="http://schemas.microsoft.com/office/drawing/2014/main" id="{691A4FA5-7BC4-4ED5-85A5-0A5A838CAE7B}"/>
              </a:ext>
            </a:extLst>
          </p:cNvPr>
          <p:cNvCxnSpPr>
            <a:cxnSpLocks/>
          </p:cNvCxnSpPr>
          <p:nvPr/>
        </p:nvCxnSpPr>
        <p:spPr>
          <a:xfrm flipH="1" flipV="1">
            <a:off x="2322607" y="3618983"/>
            <a:ext cx="1008873" cy="1076173"/>
          </a:xfrm>
          <a:prstGeom prst="line">
            <a:avLst/>
          </a:prstGeom>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176217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8</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DEFINITION</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INHERITANCE</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spcBef>
                <a:spcPts val="0"/>
              </a:spcBef>
              <a:spcAft>
                <a:spcPts val="1800"/>
              </a:spcAft>
              <a:buNone/>
            </a:pPr>
            <a:r>
              <a:rPr lang="en-US" sz="2400" b="1">
                <a:solidFill>
                  <a:schemeClr val="accent2"/>
                </a:solidFill>
              </a:rPr>
              <a:t>Inheritance</a:t>
            </a:r>
            <a:r>
              <a:rPr lang="en-US" sz="2400"/>
              <a:t> is one of the fundamental attributes of object-oriented programming. It allows you to define a child class that reuses (inherits), extends, or modifies the behavior of a parent class. </a:t>
            </a:r>
          </a:p>
          <a:p>
            <a:pPr marL="0" indent="0">
              <a:spcBef>
                <a:spcPts val="0"/>
              </a:spcBef>
              <a:spcAft>
                <a:spcPts val="1800"/>
              </a:spcAft>
              <a:buNone/>
            </a:pPr>
            <a:r>
              <a:rPr lang="en-US" sz="2400"/>
              <a:t>                                    </a:t>
            </a:r>
          </a:p>
          <a:p>
            <a:pPr marL="0" indent="0">
              <a:spcBef>
                <a:spcPts val="0"/>
              </a:spcBef>
              <a:spcAft>
                <a:spcPts val="1800"/>
              </a:spcAft>
              <a:buNone/>
            </a:pPr>
            <a:endParaRPr lang="en-US" sz="2400"/>
          </a:p>
        </p:txBody>
      </p:sp>
      <p:sp>
        <p:nvSpPr>
          <p:cNvPr id="6" name="Rectangle: Rounded Corners 5">
            <a:extLst>
              <a:ext uri="{FF2B5EF4-FFF2-40B4-BE49-F238E27FC236}">
                <a16:creationId xmlns:a16="http://schemas.microsoft.com/office/drawing/2014/main" id="{2D11FDB4-B8CA-4CE4-8B9C-8667AAF0351C}"/>
              </a:ext>
            </a:extLst>
          </p:cNvPr>
          <p:cNvSpPr/>
          <p:nvPr/>
        </p:nvSpPr>
        <p:spPr>
          <a:xfrm>
            <a:off x="4252404" y="3051699"/>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Employee</a:t>
            </a:r>
          </a:p>
        </p:txBody>
      </p:sp>
      <p:sp>
        <p:nvSpPr>
          <p:cNvPr id="7" name="Rectangle: Rounded Corners 6">
            <a:extLst>
              <a:ext uri="{FF2B5EF4-FFF2-40B4-BE49-F238E27FC236}">
                <a16:creationId xmlns:a16="http://schemas.microsoft.com/office/drawing/2014/main" id="{22469488-F44D-45F8-9666-3DF89E22C440}"/>
              </a:ext>
            </a:extLst>
          </p:cNvPr>
          <p:cNvSpPr/>
          <p:nvPr/>
        </p:nvSpPr>
        <p:spPr>
          <a:xfrm>
            <a:off x="2188052" y="4637853"/>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Barman</a:t>
            </a:r>
          </a:p>
        </p:txBody>
      </p:sp>
      <p:sp>
        <p:nvSpPr>
          <p:cNvPr id="8" name="Rectangle: Rounded Corners 7">
            <a:extLst>
              <a:ext uri="{FF2B5EF4-FFF2-40B4-BE49-F238E27FC236}">
                <a16:creationId xmlns:a16="http://schemas.microsoft.com/office/drawing/2014/main" id="{393B2CAE-6B62-4FDC-A610-497C2A50B94E}"/>
              </a:ext>
            </a:extLst>
          </p:cNvPr>
          <p:cNvSpPr/>
          <p:nvPr/>
        </p:nvSpPr>
        <p:spPr>
          <a:xfrm>
            <a:off x="4240698" y="4643321"/>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Waiter</a:t>
            </a:r>
          </a:p>
        </p:txBody>
      </p:sp>
      <p:sp>
        <p:nvSpPr>
          <p:cNvPr id="9" name="Rectangle: Rounded Corners 8">
            <a:extLst>
              <a:ext uri="{FF2B5EF4-FFF2-40B4-BE49-F238E27FC236}">
                <a16:creationId xmlns:a16="http://schemas.microsoft.com/office/drawing/2014/main" id="{19E66056-02D1-419F-BE43-C1E7704C9527}"/>
              </a:ext>
            </a:extLst>
          </p:cNvPr>
          <p:cNvSpPr/>
          <p:nvPr/>
        </p:nvSpPr>
        <p:spPr>
          <a:xfrm>
            <a:off x="6293344" y="4653207"/>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Cleaning Person</a:t>
            </a:r>
          </a:p>
        </p:txBody>
      </p:sp>
      <p:pic>
        <p:nvPicPr>
          <p:cNvPr id="10" name="Picture 4" descr="Class diagram - Wikipedia">
            <a:extLst>
              <a:ext uri="{FF2B5EF4-FFF2-40B4-BE49-F238E27FC236}">
                <a16:creationId xmlns:a16="http://schemas.microsoft.com/office/drawing/2014/main" id="{17168F3A-39D2-4634-ADA3-CDF4AB91D021}"/>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rot="13999719">
            <a:off x="6063729" y="4111289"/>
            <a:ext cx="824184" cy="17503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Class diagram - Wikipedia">
            <a:extLst>
              <a:ext uri="{FF2B5EF4-FFF2-40B4-BE49-F238E27FC236}">
                <a16:creationId xmlns:a16="http://schemas.microsoft.com/office/drawing/2014/main" id="{B8909EE7-37E5-425A-B51A-F7689C7882F8}"/>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rot="18645880">
            <a:off x="3604421" y="4107444"/>
            <a:ext cx="824184" cy="17503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8B1DCC0E-DA33-43C9-A57F-D8717894FF01}"/>
              </a:ext>
            </a:extLst>
          </p:cNvPr>
          <p:cNvSpPr txBox="1"/>
          <p:nvPr/>
        </p:nvSpPr>
        <p:spPr>
          <a:xfrm>
            <a:off x="6762120" y="3296004"/>
            <a:ext cx="988902" cy="275701"/>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solidFill>
                  <a:schemeClr val="accent2"/>
                </a:solidFill>
              </a:rPr>
              <a:t>base class</a:t>
            </a:r>
            <a:endParaRPr lang="en-US" sz="1600">
              <a:latin typeface="+mn-lt"/>
            </a:endParaRPr>
          </a:p>
        </p:txBody>
      </p:sp>
      <p:sp>
        <p:nvSpPr>
          <p:cNvPr id="13" name="TextBox 12">
            <a:extLst>
              <a:ext uri="{FF2B5EF4-FFF2-40B4-BE49-F238E27FC236}">
                <a16:creationId xmlns:a16="http://schemas.microsoft.com/office/drawing/2014/main" id="{D9BDD7EB-FC26-4BC1-ACE2-9E7E9353313A}"/>
              </a:ext>
            </a:extLst>
          </p:cNvPr>
          <p:cNvSpPr txBox="1"/>
          <p:nvPr/>
        </p:nvSpPr>
        <p:spPr>
          <a:xfrm>
            <a:off x="4586618" y="5885440"/>
            <a:ext cx="1258026" cy="275701"/>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solidFill>
                  <a:schemeClr val="accent2"/>
                </a:solidFill>
              </a:rPr>
              <a:t>derived classes</a:t>
            </a:r>
            <a:endParaRPr lang="en-US" sz="1600">
              <a:latin typeface="+mn-lt"/>
            </a:endParaRPr>
          </a:p>
        </p:txBody>
      </p:sp>
      <p:sp>
        <p:nvSpPr>
          <p:cNvPr id="14" name="Left Brace 13">
            <a:extLst>
              <a:ext uri="{FF2B5EF4-FFF2-40B4-BE49-F238E27FC236}">
                <a16:creationId xmlns:a16="http://schemas.microsoft.com/office/drawing/2014/main" id="{386741BD-6223-46D3-B1A3-5BB706680422}"/>
              </a:ext>
            </a:extLst>
          </p:cNvPr>
          <p:cNvSpPr/>
          <p:nvPr/>
        </p:nvSpPr>
        <p:spPr>
          <a:xfrm rot="16200000">
            <a:off x="5055134" y="2703183"/>
            <a:ext cx="297588" cy="6031747"/>
          </a:xfrm>
          <a:prstGeom prst="leftBrac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ight Brace 14">
            <a:extLst>
              <a:ext uri="{FF2B5EF4-FFF2-40B4-BE49-F238E27FC236}">
                <a16:creationId xmlns:a16="http://schemas.microsoft.com/office/drawing/2014/main" id="{8064404C-B99F-4B0F-89EB-3E8D21C7F528}"/>
              </a:ext>
            </a:extLst>
          </p:cNvPr>
          <p:cNvSpPr/>
          <p:nvPr/>
        </p:nvSpPr>
        <p:spPr>
          <a:xfrm>
            <a:off x="6475821" y="3051699"/>
            <a:ext cx="187446" cy="764310"/>
          </a:xfrm>
          <a:prstGeom prst="rightBrac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6" name="Picture 4" descr="Class diagram - Wikipedia">
            <a:extLst>
              <a:ext uri="{FF2B5EF4-FFF2-40B4-BE49-F238E27FC236}">
                <a16:creationId xmlns:a16="http://schemas.microsoft.com/office/drawing/2014/main" id="{5E16F7F1-22A7-49D1-A9A8-3AE56EDF2616}"/>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rot="16200000">
            <a:off x="4855665" y="4154506"/>
            <a:ext cx="662099" cy="140608"/>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90A0F9F4-F2BD-4BB0-B911-1D445BA99887}"/>
              </a:ext>
            </a:extLst>
          </p:cNvPr>
          <p:cNvSpPr txBox="1"/>
          <p:nvPr/>
        </p:nvSpPr>
        <p:spPr>
          <a:xfrm>
            <a:off x="4165446" y="6169024"/>
            <a:ext cx="2076957" cy="366183"/>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t>Hierarchical inheritance</a:t>
            </a:r>
            <a:endParaRPr lang="en-US" sz="1600">
              <a:latin typeface="+mn-lt"/>
            </a:endParaRPr>
          </a:p>
        </p:txBody>
      </p:sp>
    </p:spTree>
    <p:extLst>
      <p:ext uri="{BB962C8B-B14F-4D97-AF65-F5344CB8AC3E}">
        <p14:creationId xmlns:p14="http://schemas.microsoft.com/office/powerpoint/2010/main" val="459722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070C03-F4D2-496E-AB7B-CE12A3378F76}"/>
              </a:ext>
            </a:extLst>
          </p:cNvPr>
          <p:cNvSpPr>
            <a:spLocks noGrp="1"/>
          </p:cNvSpPr>
          <p:nvPr>
            <p:ph type="sldNum" sz="quarter" idx="11"/>
          </p:nvPr>
        </p:nvSpPr>
        <p:spPr/>
        <p:txBody>
          <a:bodyPr/>
          <a:lstStyle/>
          <a:p>
            <a:fld id="{E16BA917-7F09-4B8D-AF07-F52890C14046}" type="slidenum">
              <a:rPr lang="da-DK" smtClean="0"/>
              <a:pPr/>
              <a:t>9</a:t>
            </a:fld>
            <a:endParaRPr lang="da-DK"/>
          </a:p>
        </p:txBody>
      </p:sp>
      <p:sp>
        <p:nvSpPr>
          <p:cNvPr id="3" name="Text Placeholder 2">
            <a:extLst>
              <a:ext uri="{FF2B5EF4-FFF2-40B4-BE49-F238E27FC236}">
                <a16:creationId xmlns:a16="http://schemas.microsoft.com/office/drawing/2014/main" id="{DF709CDD-D5C5-4863-8F7A-B0970308FCA2}"/>
              </a:ext>
            </a:extLst>
          </p:cNvPr>
          <p:cNvSpPr>
            <a:spLocks noGrp="1"/>
          </p:cNvSpPr>
          <p:nvPr>
            <p:ph type="body" sz="quarter" idx="17"/>
          </p:nvPr>
        </p:nvSpPr>
        <p:spPr/>
        <p:txBody>
          <a:bodyPr/>
          <a:lstStyle/>
          <a:p>
            <a:r>
              <a:rPr lang="en-GB"/>
              <a:t>EXAMPLE</a:t>
            </a:r>
            <a:endParaRPr lang="en-US"/>
          </a:p>
        </p:txBody>
      </p:sp>
      <p:sp>
        <p:nvSpPr>
          <p:cNvPr id="4" name="Title 3">
            <a:extLst>
              <a:ext uri="{FF2B5EF4-FFF2-40B4-BE49-F238E27FC236}">
                <a16:creationId xmlns:a16="http://schemas.microsoft.com/office/drawing/2014/main" id="{C51C63DB-2656-490B-8307-EBAA2C2CC959}"/>
              </a:ext>
            </a:extLst>
          </p:cNvPr>
          <p:cNvSpPr>
            <a:spLocks noGrp="1"/>
          </p:cNvSpPr>
          <p:nvPr>
            <p:ph type="title"/>
          </p:nvPr>
        </p:nvSpPr>
        <p:spPr/>
        <p:txBody>
          <a:bodyPr/>
          <a:lstStyle/>
          <a:p>
            <a:r>
              <a:rPr lang="en-US" b="0" i="0">
                <a:solidFill>
                  <a:srgbClr val="212121"/>
                </a:solidFill>
                <a:effectLst/>
              </a:rPr>
              <a:t>INHERITANCE</a:t>
            </a:r>
            <a:endParaRPr lang="en-US"/>
          </a:p>
        </p:txBody>
      </p:sp>
      <p:sp>
        <p:nvSpPr>
          <p:cNvPr id="5" name="Content Placeholder 4">
            <a:extLst>
              <a:ext uri="{FF2B5EF4-FFF2-40B4-BE49-F238E27FC236}">
                <a16:creationId xmlns:a16="http://schemas.microsoft.com/office/drawing/2014/main" id="{0D14D7C0-7121-477A-961F-82FB9F95C13D}"/>
              </a:ext>
            </a:extLst>
          </p:cNvPr>
          <p:cNvSpPr>
            <a:spLocks noGrp="1"/>
          </p:cNvSpPr>
          <p:nvPr>
            <p:ph sz="quarter" idx="19"/>
          </p:nvPr>
        </p:nvSpPr>
        <p:spPr/>
        <p:txBody>
          <a:bodyPr/>
          <a:lstStyle/>
          <a:p>
            <a:pPr marL="0" indent="0">
              <a:spcBef>
                <a:spcPts val="0"/>
              </a:spcBef>
              <a:spcAft>
                <a:spcPts val="0"/>
              </a:spcAft>
              <a:buNone/>
            </a:pPr>
            <a:r>
              <a:rPr lang="en-US" sz="1200">
                <a:solidFill>
                  <a:srgbClr val="0000FF"/>
                </a:solidFill>
                <a:latin typeface="Consolas" panose="020B0609020204030204" pitchFamily="49" charset="0"/>
              </a:rPr>
              <a:t>internal</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class</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Employee</a:t>
            </a: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Name { </a:t>
            </a:r>
            <a:r>
              <a:rPr lang="en-US" sz="1200">
                <a:solidFill>
                  <a:srgbClr val="0000FF"/>
                </a:solidFill>
                <a:latin typeface="Consolas" panose="020B0609020204030204" pitchFamily="49" charset="0"/>
              </a:rPr>
              <a:t>get</a:t>
            </a: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Salary { </a:t>
            </a:r>
            <a:r>
              <a:rPr lang="en-US" sz="1200">
                <a:solidFill>
                  <a:srgbClr val="0000FF"/>
                </a:solidFill>
                <a:latin typeface="Consolas" panose="020B0609020204030204" pitchFamily="49" charset="0"/>
              </a:rPr>
              <a:t>get</a:t>
            </a: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FF"/>
                </a:solidFill>
                <a:latin typeface="Consolas" panose="020B0609020204030204" pitchFamily="49" charset="0"/>
              </a:rPr>
              <a:t>        protected</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Password { </a:t>
            </a:r>
            <a:r>
              <a:rPr lang="en-US" sz="1200">
                <a:solidFill>
                  <a:srgbClr val="0000FF"/>
                </a:solidFill>
                <a:latin typeface="Consolas" panose="020B0609020204030204" pitchFamily="49" charset="0"/>
              </a:rPr>
              <a:t>get</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set</a:t>
            </a:r>
            <a:r>
              <a:rPr lang="en-US" sz="1200">
                <a:solidFill>
                  <a:srgbClr val="000000"/>
                </a:solidFill>
                <a:latin typeface="Consolas" panose="020B0609020204030204" pitchFamily="49" charset="0"/>
              </a:rPr>
              <a:t>; }</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internal</a:t>
            </a:r>
            <a:r>
              <a:rPr lang="en-US" sz="1200">
                <a:solidFill>
                  <a:srgbClr val="000000"/>
                </a:solidFill>
                <a:latin typeface="Consolas" panose="020B0609020204030204" pitchFamily="49" charset="0"/>
              </a:rPr>
              <a:t> Employee(</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name, </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salary) {</a:t>
            </a:r>
          </a:p>
          <a:p>
            <a:pPr marL="0" indent="0">
              <a:spcBef>
                <a:spcPts val="0"/>
              </a:spcBef>
              <a:spcAft>
                <a:spcPts val="0"/>
              </a:spcAft>
              <a:buNone/>
            </a:pPr>
            <a:r>
              <a:rPr lang="en-US" sz="1200">
                <a:solidFill>
                  <a:srgbClr val="000000"/>
                </a:solidFill>
                <a:latin typeface="Consolas" panose="020B0609020204030204" pitchFamily="49" charset="0"/>
              </a:rPr>
              <a:t>            Name = name;</a:t>
            </a:r>
          </a:p>
          <a:p>
            <a:pPr marL="0" indent="0">
              <a:spcBef>
                <a:spcPts val="0"/>
              </a:spcBef>
              <a:spcAft>
                <a:spcPts val="0"/>
              </a:spcAft>
              <a:buNone/>
            </a:pPr>
            <a:r>
              <a:rPr lang="en-US" sz="1200">
                <a:solidFill>
                  <a:srgbClr val="000000"/>
                </a:solidFill>
                <a:latin typeface="Consolas" panose="020B0609020204030204" pitchFamily="49" charset="0"/>
              </a:rPr>
              <a:t>            Salary = salary;</a:t>
            </a:r>
          </a:p>
          <a:p>
            <a:pPr marL="0" indent="0">
              <a:spcBef>
                <a:spcPts val="0"/>
              </a:spcBef>
              <a:spcAft>
                <a:spcPts val="0"/>
              </a:spcAft>
              <a:buNone/>
            </a:pP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FF"/>
                </a:solidFill>
                <a:latin typeface="Consolas" panose="020B0609020204030204" pitchFamily="49" charset="0"/>
              </a:rPr>
              <a:t>internal</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class</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Barman</a:t>
            </a:r>
            <a:r>
              <a:rPr lang="en-US" sz="1200">
                <a:solidFill>
                  <a:srgbClr val="000000"/>
                </a:solidFill>
                <a:latin typeface="Consolas" panose="020B0609020204030204" pitchFamily="49" charset="0"/>
              </a:rPr>
              <a:t> : </a:t>
            </a:r>
            <a:r>
              <a:rPr lang="en-US" sz="1200">
                <a:solidFill>
                  <a:srgbClr val="2B91AF"/>
                </a:solidFill>
                <a:latin typeface="Consolas" panose="020B0609020204030204" pitchFamily="49" charset="0"/>
              </a:rPr>
              <a:t>Employee</a:t>
            </a: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FF"/>
                </a:solidFill>
                <a:latin typeface="Consolas" panose="020B0609020204030204" pitchFamily="49" charset="0"/>
              </a:rPr>
              <a:t>	private</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Passport</a:t>
            </a:r>
            <a:r>
              <a:rPr lang="en-US" sz="1200">
                <a:solidFill>
                  <a:srgbClr val="000000"/>
                </a:solidFill>
                <a:latin typeface="Consolas" panose="020B0609020204030204" pitchFamily="49" charset="0"/>
              </a:rPr>
              <a:t> _passport = new </a:t>
            </a:r>
            <a:r>
              <a:rPr lang="en-US" sz="1200">
                <a:solidFill>
                  <a:srgbClr val="2B91AF"/>
                </a:solidFill>
                <a:latin typeface="Consolas" panose="020B0609020204030204" pitchFamily="49" charset="0"/>
              </a:rPr>
              <a:t>Passport</a:t>
            </a:r>
            <a:r>
              <a:rPr lang="en-US" sz="1200">
                <a:solidFill>
                  <a:srgbClr val="000000"/>
                </a:solidFill>
                <a:latin typeface="Consolas" panose="020B0609020204030204" pitchFamily="49" charset="0"/>
              </a:rPr>
              <a:t>();</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Barman(</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name, </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salary) : </a:t>
            </a:r>
            <a:r>
              <a:rPr lang="en-US" sz="1200">
                <a:solidFill>
                  <a:srgbClr val="C00000"/>
                </a:solidFill>
                <a:latin typeface="Consolas" panose="020B0609020204030204" pitchFamily="49" charset="0"/>
              </a:rPr>
              <a:t>base</a:t>
            </a:r>
            <a:r>
              <a:rPr lang="en-US" sz="1200">
                <a:solidFill>
                  <a:srgbClr val="000000"/>
                </a:solidFill>
                <a:latin typeface="Consolas" panose="020B0609020204030204" pitchFamily="49" charset="0"/>
              </a:rPr>
              <a:t>(name, salary) { }</a:t>
            </a:r>
            <a:r>
              <a:rPr lang="en-US" sz="1200">
                <a:solidFill>
                  <a:srgbClr val="0000FF"/>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FF"/>
                </a:solidFill>
                <a:latin typeface="Consolas" panose="020B0609020204030204" pitchFamily="49" charset="0"/>
              </a:rPr>
              <a:t>internal</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class</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Waiter</a:t>
            </a:r>
            <a:r>
              <a:rPr lang="en-US" sz="1200">
                <a:solidFill>
                  <a:srgbClr val="000000"/>
                </a:solidFill>
                <a:latin typeface="Consolas" panose="020B0609020204030204" pitchFamily="49" charset="0"/>
              </a:rPr>
              <a:t> : </a:t>
            </a:r>
            <a:r>
              <a:rPr lang="en-US" sz="1200">
                <a:solidFill>
                  <a:srgbClr val="2B91AF"/>
                </a:solidFill>
                <a:latin typeface="Consolas" panose="020B0609020204030204" pitchFamily="49" charset="0"/>
              </a:rPr>
              <a:t>Employee</a:t>
            </a: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Waiter(</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name, </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salary) : </a:t>
            </a:r>
            <a:r>
              <a:rPr lang="en-US" sz="1200">
                <a:solidFill>
                  <a:srgbClr val="C00000"/>
                </a:solidFill>
                <a:latin typeface="Consolas" panose="020B0609020204030204" pitchFamily="49" charset="0"/>
              </a:rPr>
              <a:t>base</a:t>
            </a:r>
            <a:r>
              <a:rPr lang="en-US" sz="1200">
                <a:solidFill>
                  <a:srgbClr val="000000"/>
                </a:solidFill>
                <a:latin typeface="Consolas" panose="020B0609020204030204" pitchFamily="49" charset="0"/>
              </a:rPr>
              <a:t>(name, salary) { }</a:t>
            </a:r>
            <a:r>
              <a:rPr lang="en-US" sz="1200">
                <a:solidFill>
                  <a:srgbClr val="0000FF"/>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FF"/>
                </a:solidFill>
                <a:latin typeface="Consolas" panose="020B0609020204030204" pitchFamily="49" charset="0"/>
              </a:rPr>
              <a:t>internal</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class</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CleaningPerson</a:t>
            </a:r>
            <a:r>
              <a:rPr lang="en-US" sz="1200">
                <a:solidFill>
                  <a:srgbClr val="000000"/>
                </a:solidFill>
                <a:latin typeface="Consolas" panose="020B0609020204030204" pitchFamily="49" charset="0"/>
              </a:rPr>
              <a:t> : </a:t>
            </a:r>
            <a:r>
              <a:rPr lang="en-US" sz="1200">
                <a:solidFill>
                  <a:srgbClr val="2B91AF"/>
                </a:solidFill>
                <a:latin typeface="Consolas" panose="020B0609020204030204" pitchFamily="49" charset="0"/>
              </a:rPr>
              <a:t>Employee</a:t>
            </a: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CleaningPerson(</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name, </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salary) : </a:t>
            </a:r>
            <a:r>
              <a:rPr lang="en-US" sz="1200">
                <a:solidFill>
                  <a:srgbClr val="C00000"/>
                </a:solidFill>
                <a:latin typeface="Consolas" panose="020B0609020204030204" pitchFamily="49" charset="0"/>
              </a:rPr>
              <a:t>base</a:t>
            </a:r>
            <a:r>
              <a:rPr lang="en-US" sz="1200">
                <a:solidFill>
                  <a:srgbClr val="000000"/>
                </a:solidFill>
                <a:latin typeface="Consolas" panose="020B0609020204030204" pitchFamily="49" charset="0"/>
              </a:rPr>
              <a:t>(name, salary) { }</a:t>
            </a:r>
            <a:r>
              <a:rPr lang="en-US" sz="1200">
                <a:solidFill>
                  <a:srgbClr val="0000FF"/>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FF"/>
                </a:solidFill>
                <a:latin typeface="Consolas" panose="020B0609020204030204" pitchFamily="49" charset="0"/>
              </a:rPr>
              <a:t>internal</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class</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Passport</a:t>
            </a:r>
            <a:r>
              <a:rPr lang="en-US" sz="1200">
                <a:solidFill>
                  <a:srgbClr val="000000"/>
                </a:solidFill>
                <a:latin typeface="Consolas" panose="020B0609020204030204" pitchFamily="49" charset="0"/>
              </a:rPr>
              <a:t> {}</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endParaRPr lang="en-US" sz="1800">
              <a:solidFill>
                <a:srgbClr val="000000"/>
              </a:solidFill>
              <a:latin typeface="Consolas" panose="020B0609020204030204" pitchFamily="49" charset="0"/>
            </a:endParaRPr>
          </a:p>
          <a:p>
            <a:endParaRPr lang="en-US"/>
          </a:p>
        </p:txBody>
      </p:sp>
    </p:spTree>
    <p:extLst>
      <p:ext uri="{BB962C8B-B14F-4D97-AF65-F5344CB8AC3E}">
        <p14:creationId xmlns:p14="http://schemas.microsoft.com/office/powerpoint/2010/main" val="2011506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10</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IS-A Relationship</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INHERITANCE</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chor="t">
            <a:noAutofit/>
          </a:bodyPr>
          <a:lstStyle/>
          <a:p>
            <a:pPr>
              <a:spcBef>
                <a:spcPts val="0"/>
              </a:spcBef>
              <a:spcAft>
                <a:spcPts val="600"/>
              </a:spcAft>
            </a:pPr>
            <a:r>
              <a:rPr lang="en-US" sz="2400">
                <a:cs typeface="Calibri"/>
              </a:rPr>
              <a:t>Use the </a:t>
            </a:r>
            <a:r>
              <a:rPr lang="en-US" sz="2400">
                <a:solidFill>
                  <a:schemeClr val="accent2"/>
                </a:solidFill>
                <a:cs typeface="Calibri"/>
              </a:rPr>
              <a:t>IS-A</a:t>
            </a:r>
            <a:r>
              <a:rPr lang="en-US" sz="2400">
                <a:cs typeface="Calibri"/>
              </a:rPr>
              <a:t> test to verify that your inheritance hierarchy is valid</a:t>
            </a:r>
          </a:p>
          <a:p>
            <a:pPr>
              <a:spcBef>
                <a:spcPts val="0"/>
              </a:spcBef>
              <a:spcAft>
                <a:spcPts val="600"/>
              </a:spcAft>
            </a:pPr>
            <a:r>
              <a:rPr lang="en-US" sz="2400">
                <a:cs typeface="Calibri"/>
              </a:rPr>
              <a:t>A Barman </a:t>
            </a:r>
            <a:r>
              <a:rPr lang="en-US" sz="2400">
                <a:solidFill>
                  <a:srgbClr val="00B050"/>
                </a:solidFill>
                <a:cs typeface="Calibri"/>
              </a:rPr>
              <a:t>IS-A</a:t>
            </a:r>
            <a:r>
              <a:rPr lang="en-US" sz="2400">
                <a:cs typeface="Calibri"/>
              </a:rPr>
              <a:t> Employee – makes sense, therefore the Barman class can inherit from Employee class</a:t>
            </a:r>
          </a:p>
          <a:p>
            <a:pPr>
              <a:spcBef>
                <a:spcPts val="0"/>
              </a:spcBef>
              <a:spcAft>
                <a:spcPts val="600"/>
              </a:spcAft>
            </a:pPr>
            <a:r>
              <a:rPr lang="en-US" sz="2400">
                <a:cs typeface="Calibri"/>
              </a:rPr>
              <a:t>A Cleaning Person </a:t>
            </a:r>
            <a:r>
              <a:rPr lang="en-US" sz="2400">
                <a:solidFill>
                  <a:srgbClr val="FF0000"/>
                </a:solidFill>
                <a:cs typeface="Calibri"/>
              </a:rPr>
              <a:t>IS-A</a:t>
            </a:r>
            <a:r>
              <a:rPr lang="en-US" sz="2400">
                <a:cs typeface="Calibri"/>
              </a:rPr>
              <a:t> Passport – does not make sense, so the </a:t>
            </a:r>
            <a:r>
              <a:rPr lang="en-US" sz="2400" err="1">
                <a:cs typeface="Calibri"/>
              </a:rPr>
              <a:t>CleaningPerson</a:t>
            </a:r>
            <a:r>
              <a:rPr lang="en-US" sz="2400">
                <a:cs typeface="Calibri"/>
              </a:rPr>
              <a:t> shouldn’t inherit from the Passport class</a:t>
            </a:r>
          </a:p>
          <a:p>
            <a:pPr>
              <a:spcBef>
                <a:spcPts val="0"/>
              </a:spcBef>
              <a:spcAft>
                <a:spcPts val="600"/>
              </a:spcAft>
            </a:pPr>
            <a:r>
              <a:rPr lang="en-US" sz="2400">
                <a:cs typeface="Calibri"/>
              </a:rPr>
              <a:t>The </a:t>
            </a:r>
            <a:r>
              <a:rPr lang="en-US" sz="2400">
                <a:solidFill>
                  <a:schemeClr val="accent2"/>
                </a:solidFill>
                <a:cs typeface="Calibri"/>
              </a:rPr>
              <a:t>IS-A</a:t>
            </a:r>
            <a:r>
              <a:rPr lang="en-US" sz="2400">
                <a:cs typeface="Calibri"/>
              </a:rPr>
              <a:t> test only works in one direction i.e., the Barman </a:t>
            </a:r>
            <a:r>
              <a:rPr lang="en-US" sz="2400">
                <a:solidFill>
                  <a:schemeClr val="accent2"/>
                </a:solidFill>
                <a:cs typeface="Calibri"/>
              </a:rPr>
              <a:t>IS-A</a:t>
            </a:r>
            <a:r>
              <a:rPr lang="en-US" sz="2400">
                <a:cs typeface="Calibri"/>
              </a:rPr>
              <a:t> Employee, but Employee is not a Barman </a:t>
            </a:r>
            <a:endParaRPr lang="en-US" sz="2400"/>
          </a:p>
          <a:p>
            <a:endParaRPr lang="en-US" sz="2400"/>
          </a:p>
          <a:p>
            <a:pPr marL="0" indent="0">
              <a:buNone/>
            </a:pPr>
            <a:endParaRPr lang="en-US" sz="2400"/>
          </a:p>
        </p:txBody>
      </p:sp>
      <p:sp>
        <p:nvSpPr>
          <p:cNvPr id="9" name="TextBox 8">
            <a:extLst>
              <a:ext uri="{FF2B5EF4-FFF2-40B4-BE49-F238E27FC236}">
                <a16:creationId xmlns:a16="http://schemas.microsoft.com/office/drawing/2014/main" id="{EAA6FDAD-8C0E-45E9-B494-D4A98F54BF24}"/>
              </a:ext>
            </a:extLst>
          </p:cNvPr>
          <p:cNvSpPr txBox="1"/>
          <p:nvPr/>
        </p:nvSpPr>
        <p:spPr>
          <a:xfrm>
            <a:off x="861132" y="4902986"/>
            <a:ext cx="7358740" cy="899014"/>
          </a:xfrm>
          <a:prstGeom prst="rect">
            <a:avLst/>
          </a:prstGeom>
          <a:noFill/>
        </p:spPr>
        <p:txBody>
          <a:bodyPr wrap="square" lIns="0" tIns="0" rIns="0" bIns="0" rtlCol="0">
            <a:noAutofit/>
          </a:bodyPr>
          <a:lstStyle/>
          <a:p>
            <a:pPr marL="0" indent="0">
              <a:spcBef>
                <a:spcPts val="0"/>
              </a:spcBef>
              <a:spcAft>
                <a:spcPts val="0"/>
              </a:spcAft>
              <a:buNone/>
            </a:pPr>
            <a:r>
              <a:rPr lang="en-US">
                <a:solidFill>
                  <a:srgbClr val="0000FF"/>
                </a:solidFill>
                <a:latin typeface="Consolas" panose="020B0609020204030204" pitchFamily="49" charset="0"/>
              </a:rPr>
              <a:t>internal</a:t>
            </a:r>
            <a:r>
              <a:rPr lang="en-US">
                <a:solidFill>
                  <a:srgbClr val="000000"/>
                </a:solidFill>
                <a:latin typeface="Consolas" panose="020B0609020204030204" pitchFamily="49" charset="0"/>
              </a:rPr>
              <a:t> </a:t>
            </a:r>
            <a:r>
              <a:rPr lang="en-US">
                <a:solidFill>
                  <a:srgbClr val="0000FF"/>
                </a:solidFill>
                <a:latin typeface="Consolas" panose="020B0609020204030204" pitchFamily="49" charset="0"/>
              </a:rPr>
              <a:t>class</a:t>
            </a:r>
            <a:r>
              <a:rPr lang="en-US">
                <a:solidFill>
                  <a:srgbClr val="000000"/>
                </a:solidFill>
                <a:latin typeface="Consolas" panose="020B0609020204030204" pitchFamily="49" charset="0"/>
              </a:rPr>
              <a:t> </a:t>
            </a:r>
            <a:r>
              <a:rPr lang="en-US">
                <a:solidFill>
                  <a:srgbClr val="2B91AF"/>
                </a:solidFill>
                <a:latin typeface="Consolas" panose="020B0609020204030204" pitchFamily="49" charset="0"/>
              </a:rPr>
              <a:t>Barman : Employee</a:t>
            </a:r>
            <a:r>
              <a:rPr lang="en-US">
                <a:solidFill>
                  <a:srgbClr val="000000"/>
                </a:solidFill>
                <a:latin typeface="Consolas" panose="020B0609020204030204" pitchFamily="49" charset="0"/>
              </a:rPr>
              <a:t> { </a:t>
            </a:r>
          </a:p>
          <a:p>
            <a:pPr marL="0" indent="0">
              <a:spcBef>
                <a:spcPts val="0"/>
              </a:spcBef>
              <a:spcAft>
                <a:spcPts val="0"/>
              </a:spcAft>
              <a:buNone/>
            </a:pPr>
            <a:r>
              <a:rPr lang="en-US">
                <a:solidFill>
                  <a:srgbClr val="000000"/>
                </a:solidFill>
                <a:latin typeface="Consolas" panose="020B0609020204030204" pitchFamily="49" charset="0"/>
              </a:rPr>
              <a:t>        </a:t>
            </a:r>
          </a:p>
          <a:p>
            <a:pPr marL="0" indent="0">
              <a:spcBef>
                <a:spcPts val="0"/>
              </a:spcBef>
              <a:spcAft>
                <a:spcPts val="0"/>
              </a:spcAft>
              <a:buNone/>
            </a:pPr>
            <a:r>
              <a:rPr lang="en-US">
                <a:solidFill>
                  <a:srgbClr val="000000"/>
                </a:solidFill>
                <a:latin typeface="Consolas" panose="020B0609020204030204" pitchFamily="49" charset="0"/>
              </a:rPr>
              <a:t>}</a:t>
            </a:r>
            <a:endParaRPr lang="en-US"/>
          </a:p>
          <a:p>
            <a:pPr marL="0" indent="0" defTabSz="179388">
              <a:buClr>
                <a:srgbClr val="00DEE6"/>
              </a:buClr>
              <a:buFont typeface="Arial" panose="020B0604020202020204" pitchFamily="34" charset="0"/>
              <a:buNone/>
            </a:pPr>
            <a:endParaRPr lang="en-US" err="1">
              <a:latin typeface="+mn-lt"/>
            </a:endParaRPr>
          </a:p>
        </p:txBody>
      </p:sp>
      <p:sp>
        <p:nvSpPr>
          <p:cNvPr id="11" name="TextBox 10">
            <a:extLst>
              <a:ext uri="{FF2B5EF4-FFF2-40B4-BE49-F238E27FC236}">
                <a16:creationId xmlns:a16="http://schemas.microsoft.com/office/drawing/2014/main" id="{24D76C06-79EC-48A1-8D86-40F8B9C3A6D0}"/>
              </a:ext>
            </a:extLst>
          </p:cNvPr>
          <p:cNvSpPr txBox="1"/>
          <p:nvPr/>
        </p:nvSpPr>
        <p:spPr>
          <a:xfrm>
            <a:off x="5465111" y="4941108"/>
            <a:ext cx="3075773" cy="270793"/>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solidFill>
                  <a:srgbClr val="E6AF00"/>
                </a:solidFill>
                <a:latin typeface="Consolas" panose="020B0609020204030204" pitchFamily="49" charset="0"/>
                <a:cs typeface="Calibri" panose="020F0502020204030204" pitchFamily="34" charset="0"/>
              </a:rPr>
              <a:t>IS-A relation (Inheritance)</a:t>
            </a:r>
          </a:p>
        </p:txBody>
      </p:sp>
    </p:spTree>
    <p:extLst>
      <p:ext uri="{BB962C8B-B14F-4D97-AF65-F5344CB8AC3E}">
        <p14:creationId xmlns:p14="http://schemas.microsoft.com/office/powerpoint/2010/main" val="2082263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11</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EXAMPLE</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INHERITANCE</a:t>
            </a:r>
          </a:p>
        </p:txBody>
      </p:sp>
      <p:sp>
        <p:nvSpPr>
          <p:cNvPr id="9" name="Content Placeholder 8">
            <a:extLst>
              <a:ext uri="{FF2B5EF4-FFF2-40B4-BE49-F238E27FC236}">
                <a16:creationId xmlns:a16="http://schemas.microsoft.com/office/drawing/2014/main" id="{E85841E7-E700-413F-BE73-3BDDCF9DD235}"/>
              </a:ext>
            </a:extLst>
          </p:cNvPr>
          <p:cNvSpPr>
            <a:spLocks noGrp="1"/>
          </p:cNvSpPr>
          <p:nvPr>
            <p:ph sz="quarter" idx="19"/>
          </p:nvPr>
        </p:nvSpPr>
        <p:spPr/>
        <p:txBody>
          <a:bodyPr/>
          <a:lstStyle/>
          <a:p>
            <a:pPr marL="0" indent="0">
              <a:buNone/>
            </a:pPr>
            <a:r>
              <a:rPr lang="en-GB" sz="2000">
                <a:solidFill>
                  <a:schemeClr val="accent2"/>
                </a:solidFill>
              </a:rPr>
              <a:t>Employee</a:t>
            </a:r>
            <a:r>
              <a:rPr lang="en-GB" sz="2000"/>
              <a:t> in this example is a </a:t>
            </a:r>
            <a:r>
              <a:rPr lang="en-GB" sz="2000" b="1"/>
              <a:t>base class</a:t>
            </a:r>
            <a:r>
              <a:rPr lang="en-GB" sz="2000"/>
              <a:t>, while </a:t>
            </a:r>
            <a:r>
              <a:rPr lang="en-GB" sz="2000">
                <a:solidFill>
                  <a:schemeClr val="accent2"/>
                </a:solidFill>
              </a:rPr>
              <a:t>Barman</a:t>
            </a:r>
            <a:r>
              <a:rPr lang="en-GB" sz="2000"/>
              <a:t>, </a:t>
            </a:r>
            <a:r>
              <a:rPr lang="en-GB" sz="2000">
                <a:solidFill>
                  <a:schemeClr val="accent2"/>
                </a:solidFill>
              </a:rPr>
              <a:t>CleaningPerson</a:t>
            </a:r>
            <a:r>
              <a:rPr lang="en-GB" sz="2000"/>
              <a:t> and </a:t>
            </a:r>
            <a:r>
              <a:rPr lang="en-GB" sz="2000">
                <a:solidFill>
                  <a:schemeClr val="accent2"/>
                </a:solidFill>
              </a:rPr>
              <a:t>Waiter</a:t>
            </a:r>
            <a:r>
              <a:rPr lang="en-GB" sz="2000"/>
              <a:t> are </a:t>
            </a:r>
            <a:r>
              <a:rPr lang="en-GB" sz="2000" b="1"/>
              <a:t>derived classes</a:t>
            </a:r>
            <a:r>
              <a:rPr lang="en-GB" sz="2000"/>
              <a:t>.</a:t>
            </a:r>
          </a:p>
          <a:p>
            <a:pPr marL="0" indent="0">
              <a:buNone/>
            </a:pPr>
            <a:endParaRPr lang="en-GB" sz="2000"/>
          </a:p>
          <a:p>
            <a:endParaRPr lang="en-GB" sz="2000"/>
          </a:p>
          <a:p>
            <a:pPr marL="0" indent="0">
              <a:buNone/>
            </a:pPr>
            <a:endParaRPr lang="en-US"/>
          </a:p>
        </p:txBody>
      </p:sp>
      <p:sp>
        <p:nvSpPr>
          <p:cNvPr id="33" name="Rectangle: Rounded Corners 32">
            <a:extLst>
              <a:ext uri="{FF2B5EF4-FFF2-40B4-BE49-F238E27FC236}">
                <a16:creationId xmlns:a16="http://schemas.microsoft.com/office/drawing/2014/main" id="{54A6848D-5BF4-45BE-A85F-BDFA31D3A3F4}"/>
              </a:ext>
            </a:extLst>
          </p:cNvPr>
          <p:cNvSpPr/>
          <p:nvPr/>
        </p:nvSpPr>
        <p:spPr>
          <a:xfrm>
            <a:off x="4252404" y="2494625"/>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Employee</a:t>
            </a:r>
          </a:p>
        </p:txBody>
      </p:sp>
      <p:sp>
        <p:nvSpPr>
          <p:cNvPr id="35" name="Rectangle: Rounded Corners 34">
            <a:extLst>
              <a:ext uri="{FF2B5EF4-FFF2-40B4-BE49-F238E27FC236}">
                <a16:creationId xmlns:a16="http://schemas.microsoft.com/office/drawing/2014/main" id="{0C886151-6FE8-4EB5-91A0-6E88F849526C}"/>
              </a:ext>
            </a:extLst>
          </p:cNvPr>
          <p:cNvSpPr/>
          <p:nvPr/>
        </p:nvSpPr>
        <p:spPr>
          <a:xfrm>
            <a:off x="2188052" y="4080779"/>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Barman</a:t>
            </a:r>
          </a:p>
        </p:txBody>
      </p:sp>
      <p:sp>
        <p:nvSpPr>
          <p:cNvPr id="37" name="Rectangle: Rounded Corners 36">
            <a:extLst>
              <a:ext uri="{FF2B5EF4-FFF2-40B4-BE49-F238E27FC236}">
                <a16:creationId xmlns:a16="http://schemas.microsoft.com/office/drawing/2014/main" id="{12714FEF-638F-4B4D-9F8D-A8E312C531C9}"/>
              </a:ext>
            </a:extLst>
          </p:cNvPr>
          <p:cNvSpPr/>
          <p:nvPr/>
        </p:nvSpPr>
        <p:spPr>
          <a:xfrm>
            <a:off x="4240698" y="4086247"/>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Waiter</a:t>
            </a:r>
          </a:p>
        </p:txBody>
      </p:sp>
      <p:sp>
        <p:nvSpPr>
          <p:cNvPr id="39" name="Rectangle: Rounded Corners 38">
            <a:extLst>
              <a:ext uri="{FF2B5EF4-FFF2-40B4-BE49-F238E27FC236}">
                <a16:creationId xmlns:a16="http://schemas.microsoft.com/office/drawing/2014/main" id="{3AA01321-E172-4C91-8B1B-308D0F0512CC}"/>
              </a:ext>
            </a:extLst>
          </p:cNvPr>
          <p:cNvSpPr/>
          <p:nvPr/>
        </p:nvSpPr>
        <p:spPr>
          <a:xfrm>
            <a:off x="6293344" y="4096133"/>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Cleaning Person</a:t>
            </a:r>
          </a:p>
        </p:txBody>
      </p:sp>
      <p:sp>
        <p:nvSpPr>
          <p:cNvPr id="41" name="TextBox 40">
            <a:extLst>
              <a:ext uri="{FF2B5EF4-FFF2-40B4-BE49-F238E27FC236}">
                <a16:creationId xmlns:a16="http://schemas.microsoft.com/office/drawing/2014/main" id="{52D17F7B-2BCB-4545-8628-2B51AD0A9651}"/>
              </a:ext>
            </a:extLst>
          </p:cNvPr>
          <p:cNvSpPr txBox="1"/>
          <p:nvPr/>
        </p:nvSpPr>
        <p:spPr>
          <a:xfrm rot="3122666">
            <a:off x="6486810" y="3512030"/>
            <a:ext cx="521644" cy="153975"/>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200">
                <a:solidFill>
                  <a:srgbClr val="00B050"/>
                </a:solidFill>
                <a:latin typeface="+mn-lt"/>
              </a:rPr>
              <a:t>IS-A</a:t>
            </a:r>
          </a:p>
        </p:txBody>
      </p:sp>
      <p:sp>
        <p:nvSpPr>
          <p:cNvPr id="43" name="TextBox 42">
            <a:extLst>
              <a:ext uri="{FF2B5EF4-FFF2-40B4-BE49-F238E27FC236}">
                <a16:creationId xmlns:a16="http://schemas.microsoft.com/office/drawing/2014/main" id="{2E14CE98-15A7-4AEC-9A7E-AD289BD1FBAB}"/>
              </a:ext>
            </a:extLst>
          </p:cNvPr>
          <p:cNvSpPr txBox="1"/>
          <p:nvPr/>
        </p:nvSpPr>
        <p:spPr>
          <a:xfrm rot="18877243">
            <a:off x="3554912" y="3398860"/>
            <a:ext cx="521644" cy="153975"/>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200">
                <a:solidFill>
                  <a:srgbClr val="00B050"/>
                </a:solidFill>
                <a:latin typeface="+mn-lt"/>
              </a:rPr>
              <a:t>IS-A</a:t>
            </a:r>
          </a:p>
        </p:txBody>
      </p:sp>
      <p:sp>
        <p:nvSpPr>
          <p:cNvPr id="45" name="TextBox 44">
            <a:extLst>
              <a:ext uri="{FF2B5EF4-FFF2-40B4-BE49-F238E27FC236}">
                <a16:creationId xmlns:a16="http://schemas.microsoft.com/office/drawing/2014/main" id="{89370E5E-E440-412C-932B-F21C54EB8A61}"/>
              </a:ext>
            </a:extLst>
          </p:cNvPr>
          <p:cNvSpPr txBox="1"/>
          <p:nvPr/>
        </p:nvSpPr>
        <p:spPr>
          <a:xfrm rot="5400000">
            <a:off x="5148340" y="3689834"/>
            <a:ext cx="521644" cy="153975"/>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200">
                <a:solidFill>
                  <a:srgbClr val="00B050"/>
                </a:solidFill>
                <a:latin typeface="+mn-lt"/>
              </a:rPr>
              <a:t>IS-A</a:t>
            </a:r>
          </a:p>
        </p:txBody>
      </p:sp>
      <p:sp>
        <p:nvSpPr>
          <p:cNvPr id="47" name="TextBox 46">
            <a:extLst>
              <a:ext uri="{FF2B5EF4-FFF2-40B4-BE49-F238E27FC236}">
                <a16:creationId xmlns:a16="http://schemas.microsoft.com/office/drawing/2014/main" id="{F7135518-B5ED-49AB-B7BB-906714FC8159}"/>
              </a:ext>
            </a:extLst>
          </p:cNvPr>
          <p:cNvSpPr txBox="1"/>
          <p:nvPr/>
        </p:nvSpPr>
        <p:spPr>
          <a:xfrm>
            <a:off x="6367519" y="2704369"/>
            <a:ext cx="760225" cy="153975"/>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200">
                <a:solidFill>
                  <a:srgbClr val="FF0000"/>
                </a:solidFill>
                <a:latin typeface="+mn-lt"/>
              </a:rPr>
              <a:t>NOT IS-A</a:t>
            </a:r>
          </a:p>
        </p:txBody>
      </p:sp>
      <p:pic>
        <p:nvPicPr>
          <p:cNvPr id="49" name="Picture 4" descr="Class diagram - Wikipedia">
            <a:extLst>
              <a:ext uri="{FF2B5EF4-FFF2-40B4-BE49-F238E27FC236}">
                <a16:creationId xmlns:a16="http://schemas.microsoft.com/office/drawing/2014/main" id="{FB7C7F6E-8643-4D64-B8D8-9F1006EA56D4}"/>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rot="16200000">
            <a:off x="4803539" y="3588410"/>
            <a:ext cx="824184" cy="175030"/>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descr="Class diagram - Wikipedia">
            <a:extLst>
              <a:ext uri="{FF2B5EF4-FFF2-40B4-BE49-F238E27FC236}">
                <a16:creationId xmlns:a16="http://schemas.microsoft.com/office/drawing/2014/main" id="{A3386308-B6E0-41FB-A9BB-51C2E0E51B80}"/>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rot="13999719">
            <a:off x="6063729" y="3554215"/>
            <a:ext cx="824184" cy="175030"/>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 descr="Class diagram - Wikipedia">
            <a:extLst>
              <a:ext uri="{FF2B5EF4-FFF2-40B4-BE49-F238E27FC236}">
                <a16:creationId xmlns:a16="http://schemas.microsoft.com/office/drawing/2014/main" id="{D489CA7F-2467-4180-9674-5EC601E3ACFB}"/>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rot="18645880">
            <a:off x="3604421" y="3550370"/>
            <a:ext cx="824184" cy="175030"/>
          </a:xfrm>
          <a:prstGeom prst="rect">
            <a:avLst/>
          </a:prstGeom>
          <a:noFill/>
          <a:extLst>
            <a:ext uri="{909E8E84-426E-40DD-AFC4-6F175D3DCCD1}">
              <a14:hiddenFill xmlns:a14="http://schemas.microsoft.com/office/drawing/2010/main">
                <a:solidFill>
                  <a:srgbClr val="FFFFFF"/>
                </a:solidFill>
              </a14:hiddenFill>
            </a:ext>
          </a:extLst>
        </p:spPr>
      </p:pic>
      <p:sp>
        <p:nvSpPr>
          <p:cNvPr id="55" name="Rectangle: Rounded Corners 54">
            <a:extLst>
              <a:ext uri="{FF2B5EF4-FFF2-40B4-BE49-F238E27FC236}">
                <a16:creationId xmlns:a16="http://schemas.microsoft.com/office/drawing/2014/main" id="{7ED316DD-BF86-4819-B594-F2E19B29CDBC}"/>
              </a:ext>
            </a:extLst>
          </p:cNvPr>
          <p:cNvSpPr/>
          <p:nvPr/>
        </p:nvSpPr>
        <p:spPr>
          <a:xfrm>
            <a:off x="7175039" y="2553720"/>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Passport</a:t>
            </a:r>
          </a:p>
        </p:txBody>
      </p:sp>
      <p:pic>
        <p:nvPicPr>
          <p:cNvPr id="57" name="Picture 4" descr="Class diagram - Wikipedia">
            <a:extLst>
              <a:ext uri="{FF2B5EF4-FFF2-40B4-BE49-F238E27FC236}">
                <a16:creationId xmlns:a16="http://schemas.microsoft.com/office/drawing/2014/main" id="{D05716A9-D108-479D-8EA6-B1F6CD61CAF4}"/>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a:stretch/>
        </p:blipFill>
        <p:spPr bwMode="auto">
          <a:xfrm rot="10800000">
            <a:off x="6221033" y="2871926"/>
            <a:ext cx="824184" cy="175030"/>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4" descr="Class diagram - Wikipedia">
            <a:extLst>
              <a:ext uri="{FF2B5EF4-FFF2-40B4-BE49-F238E27FC236}">
                <a16:creationId xmlns:a16="http://schemas.microsoft.com/office/drawing/2014/main" id="{84E657DA-4B94-4070-A4BA-CB1E19A2F8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09996" y="4284662"/>
            <a:ext cx="2857500" cy="190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892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12</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HAS-A Relationship</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INHERITANCE</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chor="t">
            <a:noAutofit/>
          </a:bodyPr>
          <a:lstStyle/>
          <a:p>
            <a:r>
              <a:rPr lang="en-US" sz="2400">
                <a:cs typeface="Calibri"/>
              </a:rPr>
              <a:t>Use the </a:t>
            </a:r>
            <a:r>
              <a:rPr lang="en-US" sz="2400">
                <a:solidFill>
                  <a:schemeClr val="accent2"/>
                </a:solidFill>
                <a:cs typeface="Calibri"/>
              </a:rPr>
              <a:t>HAS-A</a:t>
            </a:r>
            <a:r>
              <a:rPr lang="en-US" sz="2400">
                <a:cs typeface="Calibri"/>
              </a:rPr>
              <a:t> test to verify whether an object should contain another object as instance variable. This is called </a:t>
            </a:r>
            <a:r>
              <a:rPr lang="en-US" sz="2400" i="1">
                <a:cs typeface="Calibri"/>
              </a:rPr>
              <a:t>object composition</a:t>
            </a:r>
            <a:r>
              <a:rPr lang="en-US" sz="2400">
                <a:cs typeface="Calibri"/>
              </a:rPr>
              <a:t>.</a:t>
            </a:r>
          </a:p>
          <a:p>
            <a:r>
              <a:rPr lang="en-US" sz="2400">
                <a:cs typeface="Calibri"/>
              </a:rPr>
              <a:t>A Barman </a:t>
            </a:r>
            <a:r>
              <a:rPr lang="en-US" sz="2400">
                <a:solidFill>
                  <a:srgbClr val="FF0000"/>
                </a:solidFill>
                <a:cs typeface="Calibri"/>
              </a:rPr>
              <a:t>IS-A</a:t>
            </a:r>
            <a:r>
              <a:rPr lang="en-US" sz="2400">
                <a:cs typeface="Calibri"/>
              </a:rPr>
              <a:t> Passport – does not make sense</a:t>
            </a:r>
          </a:p>
          <a:p>
            <a:r>
              <a:rPr lang="en-US" sz="2400"/>
              <a:t>A Barman </a:t>
            </a:r>
            <a:r>
              <a:rPr lang="en-US" sz="2400">
                <a:solidFill>
                  <a:srgbClr val="00B050"/>
                </a:solidFill>
              </a:rPr>
              <a:t>HAS-A</a:t>
            </a:r>
            <a:r>
              <a:rPr lang="en-US" sz="2400"/>
              <a:t> Passport – this makes sense. So therefore, our Barman class can have an instance variable of type Passport.</a:t>
            </a:r>
          </a:p>
          <a:p>
            <a:endParaRPr lang="en-US" sz="2400"/>
          </a:p>
          <a:p>
            <a:endParaRPr lang="en-US" sz="2400"/>
          </a:p>
          <a:p>
            <a:pPr marL="0" indent="0">
              <a:buNone/>
            </a:pPr>
            <a:endParaRPr lang="en-US" sz="2400"/>
          </a:p>
        </p:txBody>
      </p:sp>
      <p:sp>
        <p:nvSpPr>
          <p:cNvPr id="6" name="TextBox 5">
            <a:extLst>
              <a:ext uri="{FF2B5EF4-FFF2-40B4-BE49-F238E27FC236}">
                <a16:creationId xmlns:a16="http://schemas.microsoft.com/office/drawing/2014/main" id="{98E8A737-98E8-46EB-946A-9572703F2607}"/>
              </a:ext>
            </a:extLst>
          </p:cNvPr>
          <p:cNvSpPr txBox="1"/>
          <p:nvPr/>
        </p:nvSpPr>
        <p:spPr>
          <a:xfrm>
            <a:off x="861132" y="4030462"/>
            <a:ext cx="5379869" cy="1955014"/>
          </a:xfrm>
          <a:prstGeom prst="rect">
            <a:avLst/>
          </a:prstGeom>
          <a:noFill/>
        </p:spPr>
        <p:txBody>
          <a:bodyPr wrap="square" lIns="0" tIns="0" rIns="0" bIns="0" rtlCol="0">
            <a:noAutofit/>
          </a:bodyPr>
          <a:lstStyle/>
          <a:p>
            <a:pPr marL="0" indent="0">
              <a:spcBef>
                <a:spcPts val="0"/>
              </a:spcBef>
              <a:spcAft>
                <a:spcPts val="0"/>
              </a:spcAft>
              <a:buNone/>
            </a:pPr>
            <a:r>
              <a:rPr lang="en-US" sz="1600">
                <a:solidFill>
                  <a:srgbClr val="0000FF"/>
                </a:solidFill>
                <a:latin typeface="Consolas" panose="020B0609020204030204" pitchFamily="49" charset="0"/>
              </a:rPr>
              <a:t>internal</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class</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Barman : Employee</a:t>
            </a:r>
            <a:r>
              <a:rPr lang="en-US" sz="1600">
                <a:solidFill>
                  <a:srgbClr val="000000"/>
                </a:solidFill>
                <a:latin typeface="Consolas" panose="020B0609020204030204" pitchFamily="49" charset="0"/>
              </a:rPr>
              <a:t> { </a:t>
            </a:r>
          </a:p>
          <a:p>
            <a:pPr marL="0" indent="0">
              <a:spcBef>
                <a:spcPts val="0"/>
              </a:spcBef>
              <a:spcAft>
                <a:spcPts val="0"/>
              </a:spcAft>
              <a:buNone/>
            </a:pPr>
            <a:endParaRPr lang="en-US" sz="1600">
              <a:solidFill>
                <a:srgbClr val="000000"/>
              </a:solidFill>
              <a:latin typeface="Consolas" panose="020B0609020204030204" pitchFamily="49" charset="0"/>
            </a:endParaRPr>
          </a:p>
          <a:p>
            <a:pPr marL="0" indent="0">
              <a:spcBef>
                <a:spcPts val="0"/>
              </a:spcBef>
              <a:spcAft>
                <a:spcPts val="0"/>
              </a:spcAft>
              <a:buNone/>
            </a:pP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private</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Passport</a:t>
            </a:r>
            <a:r>
              <a:rPr lang="en-US" sz="1600">
                <a:solidFill>
                  <a:srgbClr val="000000"/>
                </a:solidFill>
                <a:latin typeface="Consolas" panose="020B0609020204030204" pitchFamily="49" charset="0"/>
              </a:rPr>
              <a:t> _passport = new </a:t>
            </a:r>
            <a:r>
              <a:rPr lang="en-US" sz="1600">
                <a:solidFill>
                  <a:srgbClr val="2B91AF"/>
                </a:solidFill>
                <a:latin typeface="Consolas" panose="020B0609020204030204" pitchFamily="49" charset="0"/>
              </a:rPr>
              <a:t>Passport</a:t>
            </a:r>
            <a:r>
              <a:rPr lang="en-US" sz="1600">
                <a:solidFill>
                  <a:srgbClr val="000000"/>
                </a:solidFill>
                <a:latin typeface="Consolas" panose="020B0609020204030204" pitchFamily="49" charset="0"/>
              </a:rPr>
              <a:t>();</a:t>
            </a:r>
          </a:p>
          <a:p>
            <a:pPr marL="0" indent="0">
              <a:spcBef>
                <a:spcPts val="0"/>
              </a:spcBef>
              <a:spcAft>
                <a:spcPts val="0"/>
              </a:spcAft>
              <a:buNone/>
            </a:pPr>
            <a:r>
              <a:rPr lang="en-US" sz="1600">
                <a:solidFill>
                  <a:srgbClr val="000000"/>
                </a:solidFill>
                <a:latin typeface="Consolas" panose="020B0609020204030204" pitchFamily="49" charset="0"/>
              </a:rPr>
              <a:t>        </a:t>
            </a:r>
          </a:p>
          <a:p>
            <a:pPr marL="0" indent="0">
              <a:spcBef>
                <a:spcPts val="0"/>
              </a:spcBef>
              <a:spcAft>
                <a:spcPts val="0"/>
              </a:spcAft>
              <a:buNone/>
            </a:pPr>
            <a:r>
              <a:rPr lang="en-US" sz="1600">
                <a:solidFill>
                  <a:srgbClr val="000000"/>
                </a:solidFill>
                <a:latin typeface="Consolas" panose="020B0609020204030204" pitchFamily="49" charset="0"/>
              </a:rPr>
              <a:t>}</a:t>
            </a:r>
            <a:endParaRPr lang="en-US" sz="1600"/>
          </a:p>
          <a:p>
            <a:pPr marL="0" indent="0" defTabSz="179388">
              <a:buClr>
                <a:srgbClr val="00DEE6"/>
              </a:buClr>
              <a:buFont typeface="Arial" panose="020B0604020202020204" pitchFamily="34" charset="0"/>
              <a:buNone/>
            </a:pPr>
            <a:endParaRPr lang="en-US" sz="1600">
              <a:latin typeface="+mn-lt"/>
            </a:endParaRPr>
          </a:p>
        </p:txBody>
      </p:sp>
      <p:sp>
        <p:nvSpPr>
          <p:cNvPr id="8" name="TextBox 7">
            <a:extLst>
              <a:ext uri="{FF2B5EF4-FFF2-40B4-BE49-F238E27FC236}">
                <a16:creationId xmlns:a16="http://schemas.microsoft.com/office/drawing/2014/main" id="{092BC544-203C-4582-A82E-76FBD3109C09}"/>
              </a:ext>
            </a:extLst>
          </p:cNvPr>
          <p:cNvSpPr txBox="1"/>
          <p:nvPr/>
        </p:nvSpPr>
        <p:spPr>
          <a:xfrm>
            <a:off x="6430132" y="4536239"/>
            <a:ext cx="2286000" cy="270793"/>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400">
                <a:solidFill>
                  <a:srgbClr val="E6AF00"/>
                </a:solidFill>
                <a:latin typeface="Consolas" panose="020B0609020204030204" pitchFamily="49" charset="0"/>
                <a:cs typeface="Calibri" panose="020F0502020204030204" pitchFamily="34" charset="0"/>
              </a:rPr>
              <a:t>HAS-A relation (Composition)</a:t>
            </a:r>
          </a:p>
        </p:txBody>
      </p:sp>
      <p:sp>
        <p:nvSpPr>
          <p:cNvPr id="10" name="TextBox 9">
            <a:extLst>
              <a:ext uri="{FF2B5EF4-FFF2-40B4-BE49-F238E27FC236}">
                <a16:creationId xmlns:a16="http://schemas.microsoft.com/office/drawing/2014/main" id="{7DEDC0D7-A847-4C2F-859F-D6748B491FF8}"/>
              </a:ext>
            </a:extLst>
          </p:cNvPr>
          <p:cNvSpPr txBox="1"/>
          <p:nvPr/>
        </p:nvSpPr>
        <p:spPr>
          <a:xfrm>
            <a:off x="6430132" y="4048823"/>
            <a:ext cx="2286000" cy="270793"/>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400">
                <a:solidFill>
                  <a:srgbClr val="E6AF00"/>
                </a:solidFill>
                <a:latin typeface="Consolas" panose="020B0609020204030204" pitchFamily="49" charset="0"/>
                <a:cs typeface="Calibri" panose="020F0502020204030204" pitchFamily="34" charset="0"/>
              </a:rPr>
              <a:t>IS-A relation (Inheritance</a:t>
            </a:r>
            <a:r>
              <a:rPr lang="en-US" sz="1400">
                <a:solidFill>
                  <a:srgbClr val="FFC000"/>
                </a:solidFill>
                <a:latin typeface="Consolas" panose="020B0609020204030204" pitchFamily="49" charset="0"/>
                <a:cs typeface="Calibri" panose="020F0502020204030204" pitchFamily="34" charset="0"/>
              </a:rPr>
              <a:t>)</a:t>
            </a:r>
          </a:p>
        </p:txBody>
      </p:sp>
    </p:spTree>
    <p:extLst>
      <p:ext uri="{BB962C8B-B14F-4D97-AF65-F5344CB8AC3E}">
        <p14:creationId xmlns:p14="http://schemas.microsoft.com/office/powerpoint/2010/main" val="2535197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EXAMPLE</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INHERITANCE</a:t>
            </a:r>
          </a:p>
        </p:txBody>
      </p:sp>
      <p:sp>
        <p:nvSpPr>
          <p:cNvPr id="9" name="Content Placeholder 8">
            <a:extLst>
              <a:ext uri="{FF2B5EF4-FFF2-40B4-BE49-F238E27FC236}">
                <a16:creationId xmlns:a16="http://schemas.microsoft.com/office/drawing/2014/main" id="{E85841E7-E700-413F-BE73-3BDDCF9DD235}"/>
              </a:ext>
            </a:extLst>
          </p:cNvPr>
          <p:cNvSpPr>
            <a:spLocks noGrp="1"/>
          </p:cNvSpPr>
          <p:nvPr>
            <p:ph sz="quarter" idx="19"/>
          </p:nvPr>
        </p:nvSpPr>
        <p:spPr/>
        <p:txBody>
          <a:bodyPr/>
          <a:lstStyle/>
          <a:p>
            <a:pPr marL="0" indent="0">
              <a:buNone/>
            </a:pPr>
            <a:r>
              <a:rPr lang="en-GB" sz="2000">
                <a:solidFill>
                  <a:schemeClr val="accent2"/>
                </a:solidFill>
              </a:rPr>
              <a:t>Employee</a:t>
            </a:r>
            <a:r>
              <a:rPr lang="en-GB" sz="2000"/>
              <a:t> in this example is a </a:t>
            </a:r>
            <a:r>
              <a:rPr lang="en-GB" sz="2000" b="1"/>
              <a:t>base class</a:t>
            </a:r>
            <a:r>
              <a:rPr lang="en-GB" sz="2000"/>
              <a:t>, while </a:t>
            </a:r>
            <a:r>
              <a:rPr lang="en-GB" sz="2000">
                <a:solidFill>
                  <a:schemeClr val="accent2"/>
                </a:solidFill>
              </a:rPr>
              <a:t>Barman</a:t>
            </a:r>
            <a:r>
              <a:rPr lang="en-GB" sz="2000"/>
              <a:t>, </a:t>
            </a:r>
            <a:r>
              <a:rPr lang="en-GB" sz="2000">
                <a:solidFill>
                  <a:schemeClr val="accent2"/>
                </a:solidFill>
              </a:rPr>
              <a:t>Cleaning Person</a:t>
            </a:r>
            <a:r>
              <a:rPr lang="en-GB" sz="2000"/>
              <a:t> and </a:t>
            </a:r>
            <a:r>
              <a:rPr lang="en-GB" sz="2000">
                <a:solidFill>
                  <a:schemeClr val="accent2"/>
                </a:solidFill>
              </a:rPr>
              <a:t>Waiter</a:t>
            </a:r>
            <a:r>
              <a:rPr lang="en-GB" sz="2000"/>
              <a:t> are </a:t>
            </a:r>
            <a:r>
              <a:rPr lang="en-GB" sz="2000" b="1"/>
              <a:t>derived classes</a:t>
            </a:r>
            <a:r>
              <a:rPr lang="en-GB" sz="2000"/>
              <a:t>.</a:t>
            </a:r>
          </a:p>
          <a:p>
            <a:pPr marL="0" indent="0">
              <a:buNone/>
            </a:pPr>
            <a:endParaRPr lang="en-GB" sz="2000"/>
          </a:p>
          <a:p>
            <a:endParaRPr lang="en-GB" sz="2000"/>
          </a:p>
          <a:p>
            <a:pPr marL="0" indent="0">
              <a:buNone/>
            </a:pPr>
            <a:endParaRPr lang="en-US"/>
          </a:p>
        </p:txBody>
      </p:sp>
      <p:sp>
        <p:nvSpPr>
          <p:cNvPr id="5" name="Rectangle: Rounded Corners 4">
            <a:extLst>
              <a:ext uri="{FF2B5EF4-FFF2-40B4-BE49-F238E27FC236}">
                <a16:creationId xmlns:a16="http://schemas.microsoft.com/office/drawing/2014/main" id="{7070A9BC-C7FA-4957-B578-030B288B87EE}"/>
              </a:ext>
            </a:extLst>
          </p:cNvPr>
          <p:cNvSpPr/>
          <p:nvPr/>
        </p:nvSpPr>
        <p:spPr>
          <a:xfrm>
            <a:off x="4252404" y="2494625"/>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Employee</a:t>
            </a:r>
          </a:p>
        </p:txBody>
      </p:sp>
      <p:sp>
        <p:nvSpPr>
          <p:cNvPr id="6" name="Rectangle: Rounded Corners 5">
            <a:extLst>
              <a:ext uri="{FF2B5EF4-FFF2-40B4-BE49-F238E27FC236}">
                <a16:creationId xmlns:a16="http://schemas.microsoft.com/office/drawing/2014/main" id="{4451A19B-6E28-41B7-AB68-701E9CBB1F93}"/>
              </a:ext>
            </a:extLst>
          </p:cNvPr>
          <p:cNvSpPr/>
          <p:nvPr/>
        </p:nvSpPr>
        <p:spPr>
          <a:xfrm>
            <a:off x="2188052" y="4027643"/>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Barman</a:t>
            </a:r>
          </a:p>
        </p:txBody>
      </p:sp>
      <p:sp>
        <p:nvSpPr>
          <p:cNvPr id="7" name="Rectangle: Rounded Corners 6">
            <a:extLst>
              <a:ext uri="{FF2B5EF4-FFF2-40B4-BE49-F238E27FC236}">
                <a16:creationId xmlns:a16="http://schemas.microsoft.com/office/drawing/2014/main" id="{ECBEAB5E-A461-4F5C-9D62-17DB2833E7FE}"/>
              </a:ext>
            </a:extLst>
          </p:cNvPr>
          <p:cNvSpPr/>
          <p:nvPr/>
        </p:nvSpPr>
        <p:spPr>
          <a:xfrm>
            <a:off x="4240698" y="4086247"/>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Waiter</a:t>
            </a:r>
          </a:p>
        </p:txBody>
      </p:sp>
      <p:sp>
        <p:nvSpPr>
          <p:cNvPr id="13" name="Rectangle: Rounded Corners 12">
            <a:extLst>
              <a:ext uri="{FF2B5EF4-FFF2-40B4-BE49-F238E27FC236}">
                <a16:creationId xmlns:a16="http://schemas.microsoft.com/office/drawing/2014/main" id="{E7DC5B6B-F458-4F2E-BB95-4C94BC78272C}"/>
              </a:ext>
            </a:extLst>
          </p:cNvPr>
          <p:cNvSpPr/>
          <p:nvPr/>
        </p:nvSpPr>
        <p:spPr>
          <a:xfrm>
            <a:off x="6293344" y="4042749"/>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Cleaning Person</a:t>
            </a:r>
          </a:p>
        </p:txBody>
      </p:sp>
      <p:sp>
        <p:nvSpPr>
          <p:cNvPr id="15" name="Rectangle: Rounded Corners 14">
            <a:extLst>
              <a:ext uri="{FF2B5EF4-FFF2-40B4-BE49-F238E27FC236}">
                <a16:creationId xmlns:a16="http://schemas.microsoft.com/office/drawing/2014/main" id="{D907271D-3714-4FE5-AD0D-4B1358DE2025}"/>
              </a:ext>
            </a:extLst>
          </p:cNvPr>
          <p:cNvSpPr/>
          <p:nvPr/>
        </p:nvSpPr>
        <p:spPr>
          <a:xfrm>
            <a:off x="1160481" y="2517105"/>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Passport</a:t>
            </a:r>
          </a:p>
        </p:txBody>
      </p:sp>
      <p:sp>
        <p:nvSpPr>
          <p:cNvPr id="23" name="TextBox 22">
            <a:extLst>
              <a:ext uri="{FF2B5EF4-FFF2-40B4-BE49-F238E27FC236}">
                <a16:creationId xmlns:a16="http://schemas.microsoft.com/office/drawing/2014/main" id="{51C84698-9402-46DC-84AC-82A2E6E35331}"/>
              </a:ext>
            </a:extLst>
          </p:cNvPr>
          <p:cNvSpPr txBox="1"/>
          <p:nvPr/>
        </p:nvSpPr>
        <p:spPr>
          <a:xfrm rot="3122666">
            <a:off x="6486810" y="3512030"/>
            <a:ext cx="521644" cy="153975"/>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200">
                <a:solidFill>
                  <a:srgbClr val="00B050"/>
                </a:solidFill>
                <a:latin typeface="+mn-lt"/>
              </a:rPr>
              <a:t>IS-A</a:t>
            </a:r>
          </a:p>
        </p:txBody>
      </p:sp>
      <p:sp>
        <p:nvSpPr>
          <p:cNvPr id="27" name="TextBox 26">
            <a:extLst>
              <a:ext uri="{FF2B5EF4-FFF2-40B4-BE49-F238E27FC236}">
                <a16:creationId xmlns:a16="http://schemas.microsoft.com/office/drawing/2014/main" id="{38A84F27-3D61-45C8-B6D3-4F573D458460}"/>
              </a:ext>
            </a:extLst>
          </p:cNvPr>
          <p:cNvSpPr txBox="1"/>
          <p:nvPr/>
        </p:nvSpPr>
        <p:spPr>
          <a:xfrm rot="18877243">
            <a:off x="3554912" y="3398860"/>
            <a:ext cx="521644" cy="153975"/>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200">
                <a:solidFill>
                  <a:srgbClr val="00B050"/>
                </a:solidFill>
                <a:latin typeface="+mn-lt"/>
              </a:rPr>
              <a:t>IS-A</a:t>
            </a:r>
          </a:p>
        </p:txBody>
      </p:sp>
      <p:sp>
        <p:nvSpPr>
          <p:cNvPr id="29" name="TextBox 28">
            <a:extLst>
              <a:ext uri="{FF2B5EF4-FFF2-40B4-BE49-F238E27FC236}">
                <a16:creationId xmlns:a16="http://schemas.microsoft.com/office/drawing/2014/main" id="{326BA358-1AB9-4126-9FEA-FF31568F4180}"/>
              </a:ext>
            </a:extLst>
          </p:cNvPr>
          <p:cNvSpPr txBox="1"/>
          <p:nvPr/>
        </p:nvSpPr>
        <p:spPr>
          <a:xfrm rot="5400000">
            <a:off x="5148340" y="3689834"/>
            <a:ext cx="521644" cy="153975"/>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200">
                <a:solidFill>
                  <a:srgbClr val="00B050"/>
                </a:solidFill>
                <a:latin typeface="+mn-lt"/>
              </a:rPr>
              <a:t>IS-A</a:t>
            </a:r>
          </a:p>
        </p:txBody>
      </p:sp>
      <p:sp>
        <p:nvSpPr>
          <p:cNvPr id="31" name="TextBox 30">
            <a:extLst>
              <a:ext uri="{FF2B5EF4-FFF2-40B4-BE49-F238E27FC236}">
                <a16:creationId xmlns:a16="http://schemas.microsoft.com/office/drawing/2014/main" id="{4B711411-AAD4-46AF-B6A5-060A1CF34C2B}"/>
              </a:ext>
            </a:extLst>
          </p:cNvPr>
          <p:cNvSpPr txBox="1"/>
          <p:nvPr/>
        </p:nvSpPr>
        <p:spPr>
          <a:xfrm>
            <a:off x="6367519" y="2704369"/>
            <a:ext cx="760225" cy="153975"/>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200">
                <a:solidFill>
                  <a:srgbClr val="FF0000"/>
                </a:solidFill>
                <a:latin typeface="+mn-lt"/>
              </a:rPr>
              <a:t>NOT IS-A</a:t>
            </a:r>
          </a:p>
        </p:txBody>
      </p:sp>
      <p:pic>
        <p:nvPicPr>
          <p:cNvPr id="2052" name="Picture 4" descr="Class diagram - Wikipedia">
            <a:extLst>
              <a:ext uri="{FF2B5EF4-FFF2-40B4-BE49-F238E27FC236}">
                <a16:creationId xmlns:a16="http://schemas.microsoft.com/office/drawing/2014/main" id="{4953264A-B726-43EC-AE71-5B64DB963F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9996" y="4284662"/>
            <a:ext cx="28575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Class diagram - Wikipedia">
            <a:extLst>
              <a:ext uri="{FF2B5EF4-FFF2-40B4-BE49-F238E27FC236}">
                <a16:creationId xmlns:a16="http://schemas.microsoft.com/office/drawing/2014/main" id="{B150E8C4-5AC8-4065-8FA2-685915F6C6EF}"/>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rot="16200000">
            <a:off x="4803539" y="3588410"/>
            <a:ext cx="824184" cy="17503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4" descr="Class diagram - Wikipedia">
            <a:extLst>
              <a:ext uri="{FF2B5EF4-FFF2-40B4-BE49-F238E27FC236}">
                <a16:creationId xmlns:a16="http://schemas.microsoft.com/office/drawing/2014/main" id="{4A0872D5-8B7B-4D5A-A52C-2D9F89D29054}"/>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rot="13999719">
            <a:off x="6063729" y="3554215"/>
            <a:ext cx="824184" cy="17503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Class diagram - Wikipedia">
            <a:extLst>
              <a:ext uri="{FF2B5EF4-FFF2-40B4-BE49-F238E27FC236}">
                <a16:creationId xmlns:a16="http://schemas.microsoft.com/office/drawing/2014/main" id="{CA6D5558-8A32-48C2-8E2B-708D3E27A46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rot="18645880">
            <a:off x="3604421" y="3550370"/>
            <a:ext cx="824184" cy="17503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Rounded Corners 11">
            <a:extLst>
              <a:ext uri="{FF2B5EF4-FFF2-40B4-BE49-F238E27FC236}">
                <a16:creationId xmlns:a16="http://schemas.microsoft.com/office/drawing/2014/main" id="{53300E3C-1370-4843-914D-C657446DAE4B}"/>
              </a:ext>
            </a:extLst>
          </p:cNvPr>
          <p:cNvSpPr/>
          <p:nvPr/>
        </p:nvSpPr>
        <p:spPr>
          <a:xfrm>
            <a:off x="7175039" y="2553720"/>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Passport</a:t>
            </a:r>
          </a:p>
        </p:txBody>
      </p:sp>
      <p:pic>
        <p:nvPicPr>
          <p:cNvPr id="14" name="Picture 4" descr="Class diagram - Wikipedia">
            <a:extLst>
              <a:ext uri="{FF2B5EF4-FFF2-40B4-BE49-F238E27FC236}">
                <a16:creationId xmlns:a16="http://schemas.microsoft.com/office/drawing/2014/main" id="{EC89347F-62EA-4138-A895-280B05598270}"/>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rot="10800000">
            <a:off x="6221033" y="2871926"/>
            <a:ext cx="824184" cy="175030"/>
          </a:xfrm>
          <a:prstGeom prst="rect">
            <a:avLst/>
          </a:prstGeom>
          <a:noFill/>
          <a:extLst>
            <a:ext uri="{909E8E84-426E-40DD-AFC4-6F175D3DCCD1}">
              <a14:hiddenFill xmlns:a14="http://schemas.microsoft.com/office/drawing/2010/main">
                <a:solidFill>
                  <a:srgbClr val="FFFFFF"/>
                </a:solidFill>
              </a14:hiddenFill>
            </a:ext>
          </a:extLst>
        </p:spPr>
      </p:pic>
      <p:pic>
        <p:nvPicPr>
          <p:cNvPr id="2048" name="Picture 4" descr="Class diagram - Wikipedia">
            <a:extLst>
              <a:ext uri="{FF2B5EF4-FFF2-40B4-BE49-F238E27FC236}">
                <a16:creationId xmlns:a16="http://schemas.microsoft.com/office/drawing/2014/main" id="{7C042518-5479-48FB-AAFE-53B96DF040C5}"/>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a:stretch/>
        </p:blipFill>
        <p:spPr bwMode="auto">
          <a:xfrm>
            <a:off x="3134425" y="2837211"/>
            <a:ext cx="1095508" cy="177518"/>
          </a:xfrm>
          <a:prstGeom prst="rect">
            <a:avLst/>
          </a:prstGeom>
          <a:noFill/>
          <a:extLst>
            <a:ext uri="{909E8E84-426E-40DD-AFC4-6F175D3DCCD1}">
              <a14:hiddenFill xmlns:a14="http://schemas.microsoft.com/office/drawing/2010/main">
                <a:solidFill>
                  <a:srgbClr val="FFFFFF"/>
                </a:solidFill>
              </a14:hiddenFill>
            </a:ext>
          </a:extLst>
        </p:spPr>
      </p:pic>
      <p:sp>
        <p:nvSpPr>
          <p:cNvPr id="28" name="TextBox 1">
            <a:extLst>
              <a:ext uri="{FF2B5EF4-FFF2-40B4-BE49-F238E27FC236}">
                <a16:creationId xmlns:a16="http://schemas.microsoft.com/office/drawing/2014/main" id="{28229435-77E1-40AA-87AD-E6C565A6D62C}"/>
              </a:ext>
            </a:extLst>
          </p:cNvPr>
          <p:cNvSpPr txBox="1"/>
          <p:nvPr/>
        </p:nvSpPr>
        <p:spPr>
          <a:xfrm>
            <a:off x="3314213" y="2692525"/>
            <a:ext cx="521644" cy="153975"/>
          </a:xfrm>
          <a:prstGeom prst="rect">
            <a:avLst/>
          </a:prstGeom>
          <a:noFill/>
        </p:spPr>
        <p:txBody>
          <a:bodyPr wrap="square" lIns="0" tIns="0" rIns="0" bIns="0" rtlCol="0">
            <a:noAutofit/>
          </a:bodyPr>
          <a:lstStyle>
            <a:defPPr>
              <a:defRPr lang="en-US"/>
            </a:defPPr>
            <a:lvl1pPr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1pPr>
            <a:lvl2pPr marL="609585"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2pPr>
            <a:lvl3pPr marL="1219170"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3pPr>
            <a:lvl4pPr marL="1828754"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4pPr>
            <a:lvl5pPr marL="2438339" algn="l" defTabSz="609585" rtl="0" fontAlgn="base">
              <a:spcBef>
                <a:spcPct val="0"/>
              </a:spcBef>
              <a:spcAft>
                <a:spcPct val="0"/>
              </a:spcAft>
              <a:defRPr kern="1200">
                <a:solidFill>
                  <a:schemeClr val="tx1"/>
                </a:solidFill>
                <a:latin typeface="Calibri" charset="0"/>
                <a:ea typeface="ＭＳ Ｐゴシック" charset="0"/>
                <a:cs typeface="ＭＳ Ｐゴシック" charset="0"/>
              </a:defRPr>
            </a:lvl5pPr>
            <a:lvl6pPr marL="3047924" algn="l" defTabSz="609585" rtl="0" eaLnBrk="1" latinLnBrk="0" hangingPunct="1">
              <a:defRPr kern="1200">
                <a:solidFill>
                  <a:schemeClr val="tx1"/>
                </a:solidFill>
                <a:latin typeface="Calibri" charset="0"/>
                <a:ea typeface="ＭＳ Ｐゴシック" charset="0"/>
                <a:cs typeface="ＭＳ Ｐゴシック" charset="0"/>
              </a:defRPr>
            </a:lvl6pPr>
            <a:lvl7pPr marL="3657509" algn="l" defTabSz="609585" rtl="0" eaLnBrk="1" latinLnBrk="0" hangingPunct="1">
              <a:defRPr kern="1200">
                <a:solidFill>
                  <a:schemeClr val="tx1"/>
                </a:solidFill>
                <a:latin typeface="Calibri" charset="0"/>
                <a:ea typeface="ＭＳ Ｐゴシック" charset="0"/>
                <a:cs typeface="ＭＳ Ｐゴシック" charset="0"/>
              </a:defRPr>
            </a:lvl7pPr>
            <a:lvl8pPr marL="4267093" algn="l" defTabSz="609585" rtl="0" eaLnBrk="1" latinLnBrk="0" hangingPunct="1">
              <a:defRPr kern="1200">
                <a:solidFill>
                  <a:schemeClr val="tx1"/>
                </a:solidFill>
                <a:latin typeface="Calibri" charset="0"/>
                <a:ea typeface="ＭＳ Ｐゴシック" charset="0"/>
                <a:cs typeface="ＭＳ Ｐゴシック" charset="0"/>
              </a:defRPr>
            </a:lvl8pPr>
            <a:lvl9pPr marL="4876678" algn="l" defTabSz="609585" rtl="0" eaLnBrk="1" latinLnBrk="0" hangingPunct="1">
              <a:defRPr kern="1200">
                <a:solidFill>
                  <a:schemeClr val="tx1"/>
                </a:solidFill>
                <a:latin typeface="Calibri" charset="0"/>
                <a:ea typeface="ＭＳ Ｐゴシック" charset="0"/>
                <a:cs typeface="ＭＳ Ｐゴシック" charset="0"/>
              </a:defRPr>
            </a:lvl9pPr>
          </a:lstStyle>
          <a:p>
            <a:pPr marL="0" indent="0" defTabSz="179388">
              <a:buClr>
                <a:srgbClr val="00DEE6"/>
              </a:buClr>
              <a:buFont typeface="Arial" panose="020B0604020202020204" pitchFamily="34" charset="0"/>
              <a:buNone/>
            </a:pPr>
            <a:r>
              <a:rPr lang="en-US" sz="1200">
                <a:solidFill>
                  <a:srgbClr val="00B050"/>
                </a:solidFill>
                <a:latin typeface="+mn-lt"/>
              </a:rPr>
              <a:t>HAS-A</a:t>
            </a:r>
          </a:p>
        </p:txBody>
      </p:sp>
    </p:spTree>
    <p:extLst>
      <p:ext uri="{BB962C8B-B14F-4D97-AF65-F5344CB8AC3E}">
        <p14:creationId xmlns:p14="http://schemas.microsoft.com/office/powerpoint/2010/main" val="1570857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14</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EXAMPLE</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INHERITANCE</a:t>
            </a:r>
          </a:p>
        </p:txBody>
      </p:sp>
      <p:sp>
        <p:nvSpPr>
          <p:cNvPr id="9" name="Content Placeholder 8">
            <a:extLst>
              <a:ext uri="{FF2B5EF4-FFF2-40B4-BE49-F238E27FC236}">
                <a16:creationId xmlns:a16="http://schemas.microsoft.com/office/drawing/2014/main" id="{E85841E7-E700-413F-BE73-3BDDCF9DD235}"/>
              </a:ext>
            </a:extLst>
          </p:cNvPr>
          <p:cNvSpPr>
            <a:spLocks noGrp="1"/>
          </p:cNvSpPr>
          <p:nvPr>
            <p:ph sz="quarter" idx="19"/>
          </p:nvPr>
        </p:nvSpPr>
        <p:spPr/>
        <p:txBody>
          <a:bodyPr/>
          <a:lstStyle/>
          <a:p>
            <a:pPr marL="0" indent="0">
              <a:buNone/>
            </a:pPr>
            <a:endParaRPr lang="en-GB" sz="2000"/>
          </a:p>
          <a:p>
            <a:pPr marL="0" indent="0">
              <a:buNone/>
            </a:pPr>
            <a:endParaRPr lang="en-US"/>
          </a:p>
        </p:txBody>
      </p:sp>
      <p:pic>
        <p:nvPicPr>
          <p:cNvPr id="2052" name="Picture 4" descr="Class diagram - Wikipedia">
            <a:extLst>
              <a:ext uri="{FF2B5EF4-FFF2-40B4-BE49-F238E27FC236}">
                <a16:creationId xmlns:a16="http://schemas.microsoft.com/office/drawing/2014/main" id="{4953264A-B726-43EC-AE71-5B64DB963F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9996" y="4284662"/>
            <a:ext cx="2857500" cy="1905000"/>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804B8B45-BFBE-4548-B420-1817765EF8AC}"/>
              </a:ext>
            </a:extLst>
          </p:cNvPr>
          <p:cNvGrpSpPr/>
          <p:nvPr/>
        </p:nvGrpSpPr>
        <p:grpSpPr>
          <a:xfrm>
            <a:off x="869971" y="1754389"/>
            <a:ext cx="5779362" cy="754602"/>
            <a:chOff x="869971" y="1754389"/>
            <a:chExt cx="5779362" cy="754602"/>
          </a:xfrm>
        </p:grpSpPr>
        <p:sp>
          <p:nvSpPr>
            <p:cNvPr id="6" name="Rectangle: Rounded Corners 5">
              <a:extLst>
                <a:ext uri="{FF2B5EF4-FFF2-40B4-BE49-F238E27FC236}">
                  <a16:creationId xmlns:a16="http://schemas.microsoft.com/office/drawing/2014/main" id="{4451A19B-6E28-41B7-AB68-701E9CBB1F93}"/>
                </a:ext>
              </a:extLst>
            </p:cNvPr>
            <p:cNvSpPr/>
            <p:nvPr/>
          </p:nvSpPr>
          <p:spPr>
            <a:xfrm>
              <a:off x="869971" y="1754389"/>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Doctor</a:t>
              </a:r>
            </a:p>
          </p:txBody>
        </p:sp>
        <p:sp>
          <p:nvSpPr>
            <p:cNvPr id="15" name="Rectangle: Rounded Corners 14">
              <a:extLst>
                <a:ext uri="{FF2B5EF4-FFF2-40B4-BE49-F238E27FC236}">
                  <a16:creationId xmlns:a16="http://schemas.microsoft.com/office/drawing/2014/main" id="{D907271D-3714-4FE5-AD0D-4B1358DE2025}"/>
                </a:ext>
              </a:extLst>
            </p:cNvPr>
            <p:cNvSpPr/>
            <p:nvPr/>
          </p:nvSpPr>
          <p:spPr>
            <a:xfrm>
              <a:off x="4722879" y="1754389"/>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Patient</a:t>
              </a:r>
            </a:p>
          </p:txBody>
        </p:sp>
        <p:pic>
          <p:nvPicPr>
            <p:cNvPr id="28" name="Picture 4" descr="Class diagram - Wikipedia">
              <a:extLst>
                <a:ext uri="{FF2B5EF4-FFF2-40B4-BE49-F238E27FC236}">
                  <a16:creationId xmlns:a16="http://schemas.microsoft.com/office/drawing/2014/main" id="{7E0474F1-CA78-4C02-9D2E-616F72AED29A}"/>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2796425" y="2105068"/>
              <a:ext cx="1926454" cy="89813"/>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2FD7CAC3-CF17-48C2-B19D-07B1A3FD097D}"/>
                </a:ext>
              </a:extLst>
            </p:cNvPr>
            <p:cNvSpPr txBox="1"/>
            <p:nvPr/>
          </p:nvSpPr>
          <p:spPr>
            <a:xfrm>
              <a:off x="2879029" y="1864656"/>
              <a:ext cx="553748" cy="267034"/>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1 ... *</a:t>
              </a:r>
            </a:p>
          </p:txBody>
        </p:sp>
        <p:sp>
          <p:nvSpPr>
            <p:cNvPr id="30" name="TextBox 29">
              <a:extLst>
                <a:ext uri="{FF2B5EF4-FFF2-40B4-BE49-F238E27FC236}">
                  <a16:creationId xmlns:a16="http://schemas.microsoft.com/office/drawing/2014/main" id="{F9E06D0B-719B-46B3-933C-92E8A33E5827}"/>
                </a:ext>
              </a:extLst>
            </p:cNvPr>
            <p:cNvSpPr txBox="1"/>
            <p:nvPr/>
          </p:nvSpPr>
          <p:spPr>
            <a:xfrm>
              <a:off x="4184296" y="2191798"/>
              <a:ext cx="553748" cy="267034"/>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1 ... *</a:t>
              </a:r>
            </a:p>
          </p:txBody>
        </p:sp>
        <p:sp>
          <p:nvSpPr>
            <p:cNvPr id="17" name="TextBox 16">
              <a:extLst>
                <a:ext uri="{FF2B5EF4-FFF2-40B4-BE49-F238E27FC236}">
                  <a16:creationId xmlns:a16="http://schemas.microsoft.com/office/drawing/2014/main" id="{8771D9D2-4409-4B65-A954-FFBD8876331A}"/>
                </a:ext>
              </a:extLst>
            </p:cNvPr>
            <p:cNvSpPr txBox="1"/>
            <p:nvPr/>
          </p:nvSpPr>
          <p:spPr>
            <a:xfrm>
              <a:off x="2879029" y="2191798"/>
              <a:ext cx="664407" cy="228971"/>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heals</a:t>
              </a:r>
              <a:endParaRPr lang="en-US"/>
            </a:p>
          </p:txBody>
        </p:sp>
        <p:sp>
          <p:nvSpPr>
            <p:cNvPr id="18" name="TextBox 17">
              <a:extLst>
                <a:ext uri="{FF2B5EF4-FFF2-40B4-BE49-F238E27FC236}">
                  <a16:creationId xmlns:a16="http://schemas.microsoft.com/office/drawing/2014/main" id="{F7319F81-1498-46DF-9779-49744D569E62}"/>
                </a:ext>
              </a:extLst>
            </p:cNvPr>
            <p:cNvSpPr txBox="1"/>
            <p:nvPr/>
          </p:nvSpPr>
          <p:spPr>
            <a:xfrm>
              <a:off x="3990465" y="1860987"/>
              <a:ext cx="747579" cy="244082"/>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attends</a:t>
              </a:r>
            </a:p>
          </p:txBody>
        </p:sp>
      </p:grpSp>
      <p:grpSp>
        <p:nvGrpSpPr>
          <p:cNvPr id="2054" name="Group 2053">
            <a:extLst>
              <a:ext uri="{FF2B5EF4-FFF2-40B4-BE49-F238E27FC236}">
                <a16:creationId xmlns:a16="http://schemas.microsoft.com/office/drawing/2014/main" id="{9995DB9E-BD79-4847-B7E6-F595BB3D134A}"/>
              </a:ext>
            </a:extLst>
          </p:cNvPr>
          <p:cNvGrpSpPr/>
          <p:nvPr/>
        </p:nvGrpSpPr>
        <p:grpSpPr>
          <a:xfrm>
            <a:off x="869970" y="3245834"/>
            <a:ext cx="5779362" cy="754602"/>
            <a:chOff x="869971" y="3261535"/>
            <a:chExt cx="5779362" cy="754602"/>
          </a:xfrm>
        </p:grpSpPr>
        <p:sp>
          <p:nvSpPr>
            <p:cNvPr id="32" name="Rectangle: Rounded Corners 31">
              <a:extLst>
                <a:ext uri="{FF2B5EF4-FFF2-40B4-BE49-F238E27FC236}">
                  <a16:creationId xmlns:a16="http://schemas.microsoft.com/office/drawing/2014/main" id="{8B360146-169C-46B9-9B80-95163B1F669F}"/>
                </a:ext>
              </a:extLst>
            </p:cNvPr>
            <p:cNvSpPr/>
            <p:nvPr/>
          </p:nvSpPr>
          <p:spPr>
            <a:xfrm>
              <a:off x="869971" y="3261535"/>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Person</a:t>
              </a:r>
            </a:p>
          </p:txBody>
        </p:sp>
        <p:sp>
          <p:nvSpPr>
            <p:cNvPr id="33" name="Rectangle: Rounded Corners 32">
              <a:extLst>
                <a:ext uri="{FF2B5EF4-FFF2-40B4-BE49-F238E27FC236}">
                  <a16:creationId xmlns:a16="http://schemas.microsoft.com/office/drawing/2014/main" id="{D91B75D4-CC7A-41E4-938C-4C3D0770A0DC}"/>
                </a:ext>
              </a:extLst>
            </p:cNvPr>
            <p:cNvSpPr/>
            <p:nvPr/>
          </p:nvSpPr>
          <p:spPr>
            <a:xfrm>
              <a:off x="4722879" y="3261535"/>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Car</a:t>
              </a:r>
            </a:p>
          </p:txBody>
        </p:sp>
        <p:sp>
          <p:nvSpPr>
            <p:cNvPr id="35" name="TextBox 34">
              <a:extLst>
                <a:ext uri="{FF2B5EF4-FFF2-40B4-BE49-F238E27FC236}">
                  <a16:creationId xmlns:a16="http://schemas.microsoft.com/office/drawing/2014/main" id="{BC02E7AC-8858-428B-B61C-9FBAE2E0A30C}"/>
                </a:ext>
              </a:extLst>
            </p:cNvPr>
            <p:cNvSpPr txBox="1"/>
            <p:nvPr/>
          </p:nvSpPr>
          <p:spPr>
            <a:xfrm>
              <a:off x="4161548" y="3390542"/>
              <a:ext cx="553748" cy="267034"/>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1 ... *</a:t>
              </a:r>
            </a:p>
          </p:txBody>
        </p:sp>
        <p:pic>
          <p:nvPicPr>
            <p:cNvPr id="22" name="Picture 21">
              <a:extLst>
                <a:ext uri="{FF2B5EF4-FFF2-40B4-BE49-F238E27FC236}">
                  <a16:creationId xmlns:a16="http://schemas.microsoft.com/office/drawing/2014/main" id="{0C2DDCA2-D674-4429-BC82-813EF7881699}"/>
                </a:ext>
              </a:extLst>
            </p:cNvPr>
            <p:cNvPicPr>
              <a:picLocks noChangeAspect="1"/>
            </p:cNvPicPr>
            <p:nvPr/>
          </p:nvPicPr>
          <p:blipFill rotWithShape="1">
            <a:blip r:embed="rId5"/>
            <a:srcRect l="1891" t="1" r="38379" b="15656"/>
            <a:stretch/>
          </p:blipFill>
          <p:spPr>
            <a:xfrm rot="10800000">
              <a:off x="2823698" y="3588965"/>
              <a:ext cx="1899180" cy="267033"/>
            </a:xfrm>
            <a:prstGeom prst="rect">
              <a:avLst/>
            </a:prstGeom>
          </p:spPr>
        </p:pic>
      </p:grpSp>
      <p:grpSp>
        <p:nvGrpSpPr>
          <p:cNvPr id="2050" name="Group 2049">
            <a:extLst>
              <a:ext uri="{FF2B5EF4-FFF2-40B4-BE49-F238E27FC236}">
                <a16:creationId xmlns:a16="http://schemas.microsoft.com/office/drawing/2014/main" id="{35C8DD12-064A-4C4C-B270-30ADD7113E5E}"/>
              </a:ext>
            </a:extLst>
          </p:cNvPr>
          <p:cNvGrpSpPr/>
          <p:nvPr/>
        </p:nvGrpSpPr>
        <p:grpSpPr>
          <a:xfrm>
            <a:off x="869971" y="4787709"/>
            <a:ext cx="5779362" cy="849390"/>
            <a:chOff x="869971" y="4663120"/>
            <a:chExt cx="5779362" cy="849390"/>
          </a:xfrm>
        </p:grpSpPr>
        <p:sp>
          <p:nvSpPr>
            <p:cNvPr id="41" name="Rectangle: Rounded Corners 40">
              <a:extLst>
                <a:ext uri="{FF2B5EF4-FFF2-40B4-BE49-F238E27FC236}">
                  <a16:creationId xmlns:a16="http://schemas.microsoft.com/office/drawing/2014/main" id="{7EA3727A-5B4E-4CBD-9233-7BBE86CCC761}"/>
                </a:ext>
              </a:extLst>
            </p:cNvPr>
            <p:cNvSpPr/>
            <p:nvPr/>
          </p:nvSpPr>
          <p:spPr>
            <a:xfrm>
              <a:off x="869971" y="4663120"/>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Person</a:t>
              </a:r>
            </a:p>
          </p:txBody>
        </p:sp>
        <p:sp>
          <p:nvSpPr>
            <p:cNvPr id="42" name="Rectangle: Rounded Corners 41">
              <a:extLst>
                <a:ext uri="{FF2B5EF4-FFF2-40B4-BE49-F238E27FC236}">
                  <a16:creationId xmlns:a16="http://schemas.microsoft.com/office/drawing/2014/main" id="{EECF6575-D981-4310-A7B8-F14280711977}"/>
                </a:ext>
              </a:extLst>
            </p:cNvPr>
            <p:cNvSpPr/>
            <p:nvPr/>
          </p:nvSpPr>
          <p:spPr>
            <a:xfrm>
              <a:off x="4722879" y="4663120"/>
              <a:ext cx="1926454" cy="754602"/>
            </a:xfrm>
            <a:prstGeom prst="roundRec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a:solidFill>
                    <a:schemeClr val="tx1"/>
                  </a:solidFill>
                </a:rPr>
                <a:t>Heart</a:t>
              </a:r>
            </a:p>
          </p:txBody>
        </p:sp>
        <p:sp>
          <p:nvSpPr>
            <p:cNvPr id="43" name="TextBox 42">
              <a:extLst>
                <a:ext uri="{FF2B5EF4-FFF2-40B4-BE49-F238E27FC236}">
                  <a16:creationId xmlns:a16="http://schemas.microsoft.com/office/drawing/2014/main" id="{DE27DB71-24A3-433B-BF6C-58C9FFC89D21}"/>
                </a:ext>
              </a:extLst>
            </p:cNvPr>
            <p:cNvSpPr txBox="1"/>
            <p:nvPr/>
          </p:nvSpPr>
          <p:spPr>
            <a:xfrm>
              <a:off x="4438422" y="5245476"/>
              <a:ext cx="261065" cy="267034"/>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1</a:t>
              </a:r>
            </a:p>
          </p:txBody>
        </p:sp>
        <p:pic>
          <p:nvPicPr>
            <p:cNvPr id="25" name="Picture 24">
              <a:extLst>
                <a:ext uri="{FF2B5EF4-FFF2-40B4-BE49-F238E27FC236}">
                  <a16:creationId xmlns:a16="http://schemas.microsoft.com/office/drawing/2014/main" id="{0B1BDAD0-051F-4B6C-B13B-26A7B71FC237}"/>
                </a:ext>
              </a:extLst>
            </p:cNvPr>
            <p:cNvPicPr>
              <a:picLocks noChangeAspect="1"/>
            </p:cNvPicPr>
            <p:nvPr/>
          </p:nvPicPr>
          <p:blipFill>
            <a:blip r:embed="rId6"/>
            <a:stretch>
              <a:fillRect/>
            </a:stretch>
          </p:blipFill>
          <p:spPr>
            <a:xfrm rot="10800000">
              <a:off x="2804009" y="4981525"/>
              <a:ext cx="1911286" cy="314325"/>
            </a:xfrm>
            <a:prstGeom prst="rect">
              <a:avLst/>
            </a:prstGeom>
          </p:spPr>
        </p:pic>
        <p:sp>
          <p:nvSpPr>
            <p:cNvPr id="47" name="TextBox 46">
              <a:extLst>
                <a:ext uri="{FF2B5EF4-FFF2-40B4-BE49-F238E27FC236}">
                  <a16:creationId xmlns:a16="http://schemas.microsoft.com/office/drawing/2014/main" id="{E2A5EBD7-3FA1-4E26-9FA2-953F8DA1911F}"/>
                </a:ext>
              </a:extLst>
            </p:cNvPr>
            <p:cNvSpPr txBox="1"/>
            <p:nvPr/>
          </p:nvSpPr>
          <p:spPr>
            <a:xfrm>
              <a:off x="2939722" y="4716528"/>
              <a:ext cx="364012" cy="267034"/>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1</a:t>
              </a:r>
            </a:p>
          </p:txBody>
        </p:sp>
      </p:grpSp>
    </p:spTree>
    <p:extLst>
      <p:ext uri="{BB962C8B-B14F-4D97-AF65-F5344CB8AC3E}">
        <p14:creationId xmlns:p14="http://schemas.microsoft.com/office/powerpoint/2010/main" val="1298757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15</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BASE KEYWORD</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INHERITANCE</a:t>
            </a:r>
          </a:p>
        </p:txBody>
      </p:sp>
      <p:sp>
        <p:nvSpPr>
          <p:cNvPr id="7" name="TextBox 6">
            <a:extLst>
              <a:ext uri="{FF2B5EF4-FFF2-40B4-BE49-F238E27FC236}">
                <a16:creationId xmlns:a16="http://schemas.microsoft.com/office/drawing/2014/main" id="{5A58F802-CDED-4B68-BC45-A08CEDF5FEE5}"/>
              </a:ext>
            </a:extLst>
          </p:cNvPr>
          <p:cNvSpPr txBox="1"/>
          <p:nvPr/>
        </p:nvSpPr>
        <p:spPr>
          <a:xfrm>
            <a:off x="524933" y="1752600"/>
            <a:ext cx="6152578" cy="2836333"/>
          </a:xfrm>
          <a:prstGeom prst="rect">
            <a:avLst/>
          </a:prstGeom>
          <a:noFill/>
        </p:spPr>
        <p:txBody>
          <a:bodyPr wrap="square" lIns="0" tIns="0" rIns="0" bIns="0" rtlCol="0">
            <a:noAutofit/>
          </a:bodyPr>
          <a:lstStyle/>
          <a:p>
            <a:pPr marL="0" indent="0">
              <a:spcBef>
                <a:spcPts val="0"/>
              </a:spcBef>
              <a:spcAft>
                <a:spcPts val="0"/>
              </a:spcAft>
              <a:buNone/>
            </a:pPr>
            <a:r>
              <a:rPr lang="en-US" sz="1600">
                <a:solidFill>
                  <a:srgbClr val="0000FF"/>
                </a:solidFill>
                <a:latin typeface="Consolas" panose="020B0609020204030204" pitchFamily="49" charset="0"/>
              </a:rPr>
              <a:t>internal</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class</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Employee</a:t>
            </a:r>
            <a:r>
              <a:rPr lang="en-US" sz="1600">
                <a:solidFill>
                  <a:srgbClr val="000000"/>
                </a:solidFill>
                <a:latin typeface="Consolas" panose="020B0609020204030204" pitchFamily="49" charset="0"/>
              </a:rPr>
              <a:t> {</a:t>
            </a:r>
          </a:p>
          <a:p>
            <a:pPr marL="0" indent="0">
              <a:spcBef>
                <a:spcPts val="0"/>
              </a:spcBef>
              <a:spcAft>
                <a:spcPts val="0"/>
              </a:spcAft>
              <a:buNone/>
            </a:pP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public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Name { </a:t>
            </a:r>
            <a:r>
              <a:rPr lang="en-US" sz="1600">
                <a:solidFill>
                  <a:srgbClr val="0000FF"/>
                </a:solidFill>
                <a:latin typeface="Consolas" panose="020B0609020204030204" pitchFamily="49" charset="0"/>
              </a:rPr>
              <a:t>get</a:t>
            </a:r>
            <a:r>
              <a:rPr lang="en-US" sz="1600">
                <a:solidFill>
                  <a:srgbClr val="000000"/>
                </a:solidFill>
                <a:latin typeface="Consolas" panose="020B0609020204030204" pitchFamily="49" charset="0"/>
              </a:rPr>
              <a:t>; }</a:t>
            </a:r>
          </a:p>
          <a:p>
            <a:pPr marL="0" indent="0">
              <a:spcBef>
                <a:spcPts val="0"/>
              </a:spcBef>
              <a:spcAft>
                <a:spcPts val="0"/>
              </a:spcAft>
              <a:buNone/>
            </a:pP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public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double</a:t>
            </a:r>
            <a:r>
              <a:rPr lang="en-US" sz="1600">
                <a:solidFill>
                  <a:srgbClr val="000000"/>
                </a:solidFill>
                <a:latin typeface="Consolas" panose="020B0609020204030204" pitchFamily="49" charset="0"/>
              </a:rPr>
              <a:t> Salary { </a:t>
            </a:r>
            <a:r>
              <a:rPr lang="en-US" sz="1600">
                <a:solidFill>
                  <a:srgbClr val="0000FF"/>
                </a:solidFill>
                <a:latin typeface="Consolas" panose="020B0609020204030204" pitchFamily="49" charset="0"/>
              </a:rPr>
              <a:t>get</a:t>
            </a:r>
            <a:r>
              <a:rPr lang="en-US" sz="1600">
                <a:solidFill>
                  <a:srgbClr val="000000"/>
                </a:solidFill>
                <a:latin typeface="Consolas" panose="020B0609020204030204" pitchFamily="49" charset="0"/>
              </a:rPr>
              <a:t>; }</a:t>
            </a:r>
          </a:p>
          <a:p>
            <a:pPr marL="0" indent="0">
              <a:spcBef>
                <a:spcPts val="0"/>
              </a:spcBef>
              <a:spcAft>
                <a:spcPts val="0"/>
              </a:spcAft>
              <a:buNone/>
            </a:pPr>
            <a:r>
              <a:rPr lang="en-US" sz="1600">
                <a:solidFill>
                  <a:srgbClr val="0000FF"/>
                </a:solidFill>
                <a:latin typeface="Consolas" panose="020B0609020204030204" pitchFamily="49" charset="0"/>
              </a:rPr>
              <a:t>        </a:t>
            </a:r>
            <a:endParaRPr lang="en-US" sz="1600">
              <a:solidFill>
                <a:srgbClr val="000000"/>
              </a:solidFill>
              <a:latin typeface="Consolas" panose="020B0609020204030204" pitchFamily="49" charset="0"/>
            </a:endParaRPr>
          </a:p>
          <a:p>
            <a:pPr marL="0" indent="0">
              <a:spcBef>
                <a:spcPts val="0"/>
              </a:spcBef>
              <a:spcAft>
                <a:spcPts val="0"/>
              </a:spcAft>
              <a:buNone/>
            </a:pP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internal</a:t>
            </a:r>
            <a:r>
              <a:rPr lang="en-US" sz="1600">
                <a:solidFill>
                  <a:srgbClr val="000000"/>
                </a:solidFill>
                <a:latin typeface="Consolas" panose="020B0609020204030204" pitchFamily="49" charset="0"/>
              </a:rPr>
              <a:t> Employee(</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name, </a:t>
            </a:r>
            <a:r>
              <a:rPr lang="en-US" sz="1600">
                <a:solidFill>
                  <a:srgbClr val="0000FF"/>
                </a:solidFill>
                <a:latin typeface="Consolas" panose="020B0609020204030204" pitchFamily="49" charset="0"/>
              </a:rPr>
              <a:t>double</a:t>
            </a:r>
            <a:r>
              <a:rPr lang="en-US" sz="1600">
                <a:solidFill>
                  <a:srgbClr val="000000"/>
                </a:solidFill>
                <a:latin typeface="Consolas" panose="020B0609020204030204" pitchFamily="49" charset="0"/>
              </a:rPr>
              <a:t> salary) {</a:t>
            </a:r>
          </a:p>
          <a:p>
            <a:pPr marL="0" indent="0">
              <a:spcBef>
                <a:spcPts val="0"/>
              </a:spcBef>
              <a:spcAft>
                <a:spcPts val="0"/>
              </a:spcAft>
              <a:buNone/>
            </a:pPr>
            <a:r>
              <a:rPr lang="en-US" sz="1600">
                <a:solidFill>
                  <a:srgbClr val="000000"/>
                </a:solidFill>
                <a:latin typeface="Consolas" panose="020B0609020204030204" pitchFamily="49" charset="0"/>
              </a:rPr>
              <a:t>            Name = name;</a:t>
            </a:r>
          </a:p>
          <a:p>
            <a:pPr marL="0" indent="0">
              <a:spcBef>
                <a:spcPts val="0"/>
              </a:spcBef>
              <a:spcAft>
                <a:spcPts val="0"/>
              </a:spcAft>
              <a:buNone/>
            </a:pPr>
            <a:r>
              <a:rPr lang="en-US" sz="1600">
                <a:solidFill>
                  <a:srgbClr val="000000"/>
                </a:solidFill>
                <a:latin typeface="Consolas" panose="020B0609020204030204" pitchFamily="49" charset="0"/>
              </a:rPr>
              <a:t>            Salary = salary;</a:t>
            </a:r>
          </a:p>
          <a:p>
            <a:pPr marL="0" indent="0">
              <a:spcBef>
                <a:spcPts val="0"/>
              </a:spcBef>
              <a:spcAft>
                <a:spcPts val="0"/>
              </a:spcAft>
              <a:buNone/>
            </a:pPr>
            <a:r>
              <a:rPr lang="en-US" sz="1600">
                <a:solidFill>
                  <a:srgbClr val="000000"/>
                </a:solidFill>
                <a:latin typeface="Consolas" panose="020B0609020204030204" pitchFamily="49" charset="0"/>
              </a:rPr>
              <a:t>        }</a:t>
            </a:r>
          </a:p>
          <a:p>
            <a:pPr marL="0" indent="0">
              <a:spcBef>
                <a:spcPts val="0"/>
              </a:spcBef>
              <a:spcAft>
                <a:spcPts val="0"/>
              </a:spcAft>
              <a:buNone/>
            </a:pPr>
            <a:r>
              <a:rPr lang="en-US" sz="1600">
                <a:solidFill>
                  <a:srgbClr val="000000"/>
                </a:solidFill>
                <a:latin typeface="Consolas" panose="020B0609020204030204" pitchFamily="49" charset="0"/>
              </a:rPr>
              <a:t>}</a:t>
            </a:r>
          </a:p>
          <a:p>
            <a:pPr marL="0" indent="0">
              <a:spcBef>
                <a:spcPts val="0"/>
              </a:spcBef>
              <a:spcAft>
                <a:spcPts val="0"/>
              </a:spcAft>
              <a:buNone/>
            </a:pPr>
            <a:endParaRPr lang="en-US" sz="1600">
              <a:solidFill>
                <a:srgbClr val="000000"/>
              </a:solidFill>
              <a:latin typeface="Consolas" panose="020B0609020204030204" pitchFamily="49" charset="0"/>
            </a:endParaRPr>
          </a:p>
          <a:p>
            <a:pPr marL="0" indent="0" defTabSz="179388">
              <a:buClr>
                <a:srgbClr val="00DEE6"/>
              </a:buClr>
              <a:buFont typeface="Arial" panose="020B0604020202020204" pitchFamily="34" charset="0"/>
              <a:buNone/>
            </a:pPr>
            <a:endParaRPr lang="en-US" sz="1600">
              <a:latin typeface="+mn-lt"/>
            </a:endParaRPr>
          </a:p>
        </p:txBody>
      </p:sp>
      <p:sp>
        <p:nvSpPr>
          <p:cNvPr id="10" name="Content Placeholder 9">
            <a:extLst>
              <a:ext uri="{FF2B5EF4-FFF2-40B4-BE49-F238E27FC236}">
                <a16:creationId xmlns:a16="http://schemas.microsoft.com/office/drawing/2014/main" id="{B92829B0-F3CB-448C-865A-CE488E245287}"/>
              </a:ext>
            </a:extLst>
          </p:cNvPr>
          <p:cNvSpPr>
            <a:spLocks noGrp="1"/>
          </p:cNvSpPr>
          <p:nvPr>
            <p:ph sz="quarter" idx="19"/>
          </p:nvPr>
        </p:nvSpPr>
        <p:spPr>
          <a:xfrm>
            <a:off x="6883399" y="1666876"/>
            <a:ext cx="5308601" cy="4568825"/>
          </a:xfrm>
        </p:spPr>
        <p:txBody>
          <a:bodyPr/>
          <a:lstStyle/>
          <a:p>
            <a:pPr marL="0" indent="0">
              <a:buNone/>
            </a:pPr>
            <a:r>
              <a:rPr lang="en-US"/>
              <a:t>The </a:t>
            </a:r>
            <a:r>
              <a:rPr lang="en-US">
                <a:solidFill>
                  <a:schemeClr val="accent2"/>
                </a:solidFill>
              </a:rPr>
              <a:t>base</a:t>
            </a:r>
            <a:r>
              <a:rPr lang="en-US"/>
              <a:t> keyword is used to access members of the base class from within a derived class:</a:t>
            </a:r>
          </a:p>
          <a:p>
            <a:r>
              <a:rPr lang="en-US"/>
              <a:t>Call a method on the base class that has been overridden by another method.</a:t>
            </a:r>
          </a:p>
          <a:p>
            <a:r>
              <a:rPr lang="en-US"/>
              <a:t>Specify which base-class constructor should be called when creating instances of the derived class.</a:t>
            </a:r>
          </a:p>
        </p:txBody>
      </p:sp>
      <p:sp>
        <p:nvSpPr>
          <p:cNvPr id="5" name="TextBox 4">
            <a:extLst>
              <a:ext uri="{FF2B5EF4-FFF2-40B4-BE49-F238E27FC236}">
                <a16:creationId xmlns:a16="http://schemas.microsoft.com/office/drawing/2014/main" id="{8339DDAE-BB7B-479C-B61F-ED8E1FAD6061}"/>
              </a:ext>
            </a:extLst>
          </p:cNvPr>
          <p:cNvSpPr txBox="1"/>
          <p:nvPr/>
        </p:nvSpPr>
        <p:spPr>
          <a:xfrm>
            <a:off x="524933" y="4724400"/>
            <a:ext cx="8678334" cy="1511301"/>
          </a:xfrm>
          <a:prstGeom prst="rect">
            <a:avLst/>
          </a:prstGeom>
          <a:noFill/>
        </p:spPr>
        <p:txBody>
          <a:bodyPr wrap="square" lIns="0" tIns="0" rIns="0" bIns="0" rtlCol="0">
            <a:noAutofit/>
          </a:bodyPr>
          <a:lstStyle/>
          <a:p>
            <a:pPr marL="0" indent="0">
              <a:spcBef>
                <a:spcPts val="0"/>
              </a:spcBef>
              <a:spcAft>
                <a:spcPts val="0"/>
              </a:spcAft>
              <a:buNone/>
            </a:pPr>
            <a:r>
              <a:rPr lang="en-US" sz="1600">
                <a:solidFill>
                  <a:srgbClr val="0000FF"/>
                </a:solidFill>
                <a:latin typeface="Consolas" panose="020B0609020204030204" pitchFamily="49" charset="0"/>
              </a:rPr>
              <a:t>internal</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class</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Barman</a:t>
            </a:r>
            <a:r>
              <a:rPr lang="en-US" sz="1600">
                <a:solidFill>
                  <a:srgbClr val="000000"/>
                </a:solidFill>
                <a:latin typeface="Consolas" panose="020B0609020204030204" pitchFamily="49" charset="0"/>
              </a:rPr>
              <a:t> : </a:t>
            </a:r>
            <a:r>
              <a:rPr lang="en-US" sz="1600">
                <a:solidFill>
                  <a:srgbClr val="2B91AF"/>
                </a:solidFill>
                <a:latin typeface="Consolas" panose="020B0609020204030204" pitchFamily="49" charset="0"/>
              </a:rPr>
              <a:t>Employee</a:t>
            </a:r>
            <a:r>
              <a:rPr lang="en-US" sz="1600">
                <a:solidFill>
                  <a:srgbClr val="000000"/>
                </a:solidFill>
                <a:latin typeface="Consolas" panose="020B0609020204030204" pitchFamily="49" charset="0"/>
              </a:rPr>
              <a:t> {</a:t>
            </a:r>
          </a:p>
          <a:p>
            <a:pPr marL="0" indent="0">
              <a:spcBef>
                <a:spcPts val="0"/>
              </a:spcBef>
              <a:spcAft>
                <a:spcPts val="0"/>
              </a:spcAft>
              <a:buNone/>
            </a:pP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public</a:t>
            </a:r>
            <a:r>
              <a:rPr lang="en-US" sz="1600">
                <a:solidFill>
                  <a:srgbClr val="000000"/>
                </a:solidFill>
                <a:latin typeface="Consolas" panose="020B0609020204030204" pitchFamily="49" charset="0"/>
              </a:rPr>
              <a:t> Barman(</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name, </a:t>
            </a:r>
            <a:r>
              <a:rPr lang="en-US" sz="1600">
                <a:solidFill>
                  <a:srgbClr val="0000FF"/>
                </a:solidFill>
                <a:latin typeface="Consolas" panose="020B0609020204030204" pitchFamily="49" charset="0"/>
              </a:rPr>
              <a:t>double</a:t>
            </a:r>
            <a:r>
              <a:rPr lang="en-US" sz="1600">
                <a:solidFill>
                  <a:srgbClr val="000000"/>
                </a:solidFill>
                <a:latin typeface="Consolas" panose="020B0609020204030204" pitchFamily="49" charset="0"/>
              </a:rPr>
              <a:t> salary) : </a:t>
            </a:r>
            <a:r>
              <a:rPr lang="en-US" sz="1600">
                <a:solidFill>
                  <a:srgbClr val="C00000"/>
                </a:solidFill>
                <a:latin typeface="Consolas" panose="020B0609020204030204" pitchFamily="49" charset="0"/>
              </a:rPr>
              <a:t>base</a:t>
            </a:r>
            <a:r>
              <a:rPr lang="en-US" sz="1600">
                <a:solidFill>
                  <a:srgbClr val="000000"/>
                </a:solidFill>
                <a:latin typeface="Consolas" panose="020B0609020204030204" pitchFamily="49" charset="0"/>
              </a:rPr>
              <a:t>(name, salary) { }</a:t>
            </a:r>
            <a:r>
              <a:rPr lang="en-US" sz="1600">
                <a:solidFill>
                  <a:srgbClr val="0000FF"/>
                </a:solidFill>
                <a:latin typeface="Consolas" panose="020B0609020204030204" pitchFamily="49" charset="0"/>
              </a:rPr>
              <a:t>	</a:t>
            </a:r>
          </a:p>
          <a:p>
            <a:pPr marL="0" indent="0">
              <a:spcBef>
                <a:spcPts val="0"/>
              </a:spcBef>
              <a:spcAft>
                <a:spcPts val="0"/>
              </a:spcAft>
              <a:buNone/>
            </a:pPr>
            <a:r>
              <a:rPr lang="en-US" sz="1600">
                <a:solidFill>
                  <a:srgbClr val="000000"/>
                </a:solidFill>
                <a:latin typeface="Consolas" panose="020B0609020204030204" pitchFamily="49" charset="0"/>
              </a:rPr>
              <a:t>}</a:t>
            </a:r>
          </a:p>
          <a:p>
            <a:pPr marL="0" indent="0" defTabSz="179388">
              <a:buClr>
                <a:srgbClr val="00DEE6"/>
              </a:buClr>
              <a:buFont typeface="Arial" panose="020B0604020202020204" pitchFamily="34" charset="0"/>
              <a:buNone/>
            </a:pPr>
            <a:endParaRPr lang="en-US" sz="1600" err="1">
              <a:latin typeface="+mn-lt"/>
            </a:endParaRPr>
          </a:p>
        </p:txBody>
      </p:sp>
    </p:spTree>
    <p:extLst>
      <p:ext uri="{BB962C8B-B14F-4D97-AF65-F5344CB8AC3E}">
        <p14:creationId xmlns:p14="http://schemas.microsoft.com/office/powerpoint/2010/main" val="4069137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16</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MEMBERS ACCESSIBILITY</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INHERITANCE</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buNone/>
            </a:pPr>
            <a:r>
              <a:rPr lang="en-US" sz="2400" b="0" i="0">
                <a:solidFill>
                  <a:srgbClr val="171717"/>
                </a:solidFill>
                <a:effectLst/>
                <a:latin typeface="+mn-lt"/>
              </a:rPr>
              <a:t>While all other members of a base class are inherited by derived classes, whether they are visible or not depends on their </a:t>
            </a:r>
            <a:r>
              <a:rPr lang="en-US" sz="2400">
                <a:solidFill>
                  <a:srgbClr val="171717"/>
                </a:solidFill>
                <a:latin typeface="+mn-lt"/>
              </a:rPr>
              <a:t>accessibility</a:t>
            </a:r>
            <a:r>
              <a:rPr lang="en-US" sz="2400" b="0" i="0">
                <a:solidFill>
                  <a:srgbClr val="171717"/>
                </a:solidFill>
                <a:effectLst/>
                <a:latin typeface="+mn-lt"/>
              </a:rPr>
              <a:t>. </a:t>
            </a:r>
          </a:p>
          <a:p>
            <a:pPr marL="0" indent="0">
              <a:spcBef>
                <a:spcPts val="0"/>
              </a:spcBef>
              <a:spcAft>
                <a:spcPts val="0"/>
              </a:spcAft>
              <a:buNone/>
            </a:pPr>
            <a:r>
              <a:rPr lang="en-US" sz="1100">
                <a:solidFill>
                  <a:srgbClr val="0000FF"/>
                </a:solidFill>
                <a:latin typeface="Consolas" panose="020B0609020204030204" pitchFamily="49" charset="0"/>
              </a:rPr>
              <a:t> </a:t>
            </a: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00"/>
                </a:solidFill>
                <a:latin typeface="Consolas" panose="020B0609020204030204" pitchFamily="49" charset="0"/>
              </a:rPr>
              <a:t>    </a:t>
            </a:r>
            <a:endParaRPr lang="en-US" sz="1600">
              <a:latin typeface="+mn-lt"/>
            </a:endParaRPr>
          </a:p>
        </p:txBody>
      </p:sp>
      <p:sp>
        <p:nvSpPr>
          <p:cNvPr id="6" name="TextBox 5">
            <a:extLst>
              <a:ext uri="{FF2B5EF4-FFF2-40B4-BE49-F238E27FC236}">
                <a16:creationId xmlns:a16="http://schemas.microsoft.com/office/drawing/2014/main" id="{D7347CD8-CD5F-4C0E-BAF6-4CF0A0F46043}"/>
              </a:ext>
            </a:extLst>
          </p:cNvPr>
          <p:cNvSpPr txBox="1"/>
          <p:nvPr/>
        </p:nvSpPr>
        <p:spPr>
          <a:xfrm>
            <a:off x="4800600" y="2508991"/>
            <a:ext cx="6199632" cy="3983821"/>
          </a:xfrm>
          <a:prstGeom prst="rect">
            <a:avLst/>
          </a:prstGeom>
          <a:noFill/>
        </p:spPr>
        <p:txBody>
          <a:bodyPr wrap="square" lIns="0" tIns="0" rIns="0" bIns="0" rtlCol="0">
            <a:noAutofit/>
          </a:bodyPr>
          <a:lstStyle/>
          <a:p>
            <a:pPr marL="0" indent="0">
              <a:spcBef>
                <a:spcPts val="0"/>
              </a:spcBef>
              <a:spcAft>
                <a:spcPts val="0"/>
              </a:spcAft>
              <a:buNone/>
            </a:pPr>
            <a:r>
              <a:rPr lang="en-US" sz="1100">
                <a:solidFill>
                  <a:srgbClr val="0000FF"/>
                </a:solidFill>
                <a:latin typeface="Consolas" panose="020B0609020204030204" pitchFamily="49" charset="0"/>
              </a:rPr>
              <a:t>   internal</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class</a:t>
            </a:r>
            <a:r>
              <a:rPr lang="en-US" sz="1100">
                <a:solidFill>
                  <a:srgbClr val="000000"/>
                </a:solidFill>
                <a:latin typeface="Consolas" panose="020B0609020204030204" pitchFamily="49" charset="0"/>
              </a:rPr>
              <a:t> </a:t>
            </a:r>
            <a:r>
              <a:rPr lang="en-US" sz="1100">
                <a:solidFill>
                  <a:srgbClr val="2B91AF"/>
                </a:solidFill>
                <a:latin typeface="Consolas" panose="020B0609020204030204" pitchFamily="49" charset="0"/>
              </a:rPr>
              <a:t>Barman</a:t>
            </a:r>
            <a:r>
              <a:rPr lang="en-US" sz="1100">
                <a:solidFill>
                  <a:srgbClr val="000000"/>
                </a:solidFill>
                <a:latin typeface="Consolas" panose="020B0609020204030204" pitchFamily="49" charset="0"/>
              </a:rPr>
              <a:t> : </a:t>
            </a:r>
            <a:r>
              <a:rPr lang="en-US" sz="1100">
                <a:solidFill>
                  <a:srgbClr val="2B91AF"/>
                </a:solidFill>
                <a:latin typeface="Consolas" panose="020B0609020204030204" pitchFamily="49" charset="0"/>
              </a:rPr>
              <a:t>Employee</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public</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void</a:t>
            </a:r>
            <a:r>
              <a:rPr lang="en-US" sz="1100">
                <a:solidFill>
                  <a:srgbClr val="000000"/>
                </a:solidFill>
                <a:latin typeface="Consolas" panose="020B0609020204030204" pitchFamily="49" charset="0"/>
              </a:rPr>
              <a:t> Test() {</a:t>
            </a: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double</a:t>
            </a:r>
            <a:r>
              <a:rPr lang="en-US" sz="1100">
                <a:solidFill>
                  <a:srgbClr val="000000"/>
                </a:solidFill>
                <a:latin typeface="Consolas" panose="020B0609020204030204" pitchFamily="49" charset="0"/>
              </a:rPr>
              <a:t> salary = </a:t>
            </a:r>
            <a:r>
              <a:rPr lang="en-US" sz="1100">
                <a:solidFill>
                  <a:srgbClr val="0000FF"/>
                </a:solidFill>
                <a:latin typeface="Consolas" panose="020B0609020204030204" pitchFamily="49" charset="0"/>
              </a:rPr>
              <a:t>base</a:t>
            </a:r>
            <a:r>
              <a:rPr lang="en-US" sz="1100">
                <a:solidFill>
                  <a:srgbClr val="000000"/>
                </a:solidFill>
                <a:latin typeface="Consolas" panose="020B0609020204030204" pitchFamily="49" charset="0"/>
              </a:rPr>
              <a:t>.Salary;</a:t>
            </a: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string</a:t>
            </a:r>
            <a:r>
              <a:rPr lang="en-US" sz="1100">
                <a:solidFill>
                  <a:srgbClr val="000000"/>
                </a:solidFill>
                <a:latin typeface="Consolas" panose="020B0609020204030204" pitchFamily="49" charset="0"/>
              </a:rPr>
              <a:t> name = </a:t>
            </a:r>
            <a:r>
              <a:rPr lang="en-US" sz="1100">
                <a:solidFill>
                  <a:srgbClr val="0000FF"/>
                </a:solidFill>
                <a:latin typeface="Consolas" panose="020B0609020204030204" pitchFamily="49" charset="0"/>
              </a:rPr>
              <a:t>base</a:t>
            </a:r>
            <a:r>
              <a:rPr lang="en-US" sz="1100">
                <a:solidFill>
                  <a:srgbClr val="000000"/>
                </a:solidFill>
                <a:latin typeface="Consolas" panose="020B0609020204030204" pitchFamily="49" charset="0"/>
              </a:rPr>
              <a:t>.Name;</a:t>
            </a:r>
          </a:p>
          <a:p>
            <a:pPr>
              <a:spcBef>
                <a:spcPts val="0"/>
              </a:spcBef>
              <a:spcAft>
                <a:spcPts val="0"/>
              </a:spcAft>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string</a:t>
            </a:r>
            <a:r>
              <a:rPr lang="en-US" sz="1100">
                <a:solidFill>
                  <a:srgbClr val="000000"/>
                </a:solidFill>
                <a:latin typeface="Consolas" panose="020B0609020204030204" pitchFamily="49" charset="0"/>
              </a:rPr>
              <a:t> password = </a:t>
            </a:r>
            <a:r>
              <a:rPr lang="en-US" sz="1100">
                <a:solidFill>
                  <a:srgbClr val="0000FF"/>
                </a:solidFill>
                <a:latin typeface="Consolas" panose="020B0609020204030204" pitchFamily="49" charset="0"/>
              </a:rPr>
              <a:t>base</a:t>
            </a:r>
            <a:r>
              <a:rPr lang="en-US" sz="1100">
                <a:solidFill>
                  <a:srgbClr val="000000"/>
                </a:solidFill>
                <a:latin typeface="Consolas" panose="020B0609020204030204" pitchFamily="49" charset="0"/>
              </a:rPr>
              <a:t>.Password;</a:t>
            </a:r>
          </a:p>
          <a:p>
            <a:pPr marL="0" indent="0">
              <a:spcBef>
                <a:spcPts val="0"/>
              </a:spcBef>
              <a:spcAft>
                <a:spcPts val="0"/>
              </a:spcAft>
              <a:buNone/>
            </a:pPr>
            <a:r>
              <a:rPr lang="en-US" sz="1100">
                <a:solidFill>
                  <a:srgbClr val="0000FF"/>
                </a:solidFill>
                <a:latin typeface="Consolas" panose="020B0609020204030204" pitchFamily="49" charset="0"/>
              </a:rPr>
              <a:t>	    long</a:t>
            </a:r>
            <a:r>
              <a:rPr lang="en-US" sz="1100">
                <a:solidFill>
                  <a:srgbClr val="000000"/>
                </a:solidFill>
                <a:latin typeface="Consolas" panose="020B0609020204030204" pitchFamily="49" charset="0"/>
              </a:rPr>
              <a:t> id = </a:t>
            </a:r>
            <a:r>
              <a:rPr lang="en-US" sz="1100">
                <a:solidFill>
                  <a:srgbClr val="0000FF"/>
                </a:solidFill>
                <a:latin typeface="Consolas" panose="020B0609020204030204" pitchFamily="49" charset="0"/>
              </a:rPr>
              <a:t>base</a:t>
            </a:r>
            <a:r>
              <a:rPr lang="en-US" sz="1100">
                <a:solidFill>
                  <a:srgbClr val="000000"/>
                </a:solidFill>
                <a:latin typeface="Consolas" panose="020B0609020204030204" pitchFamily="49" charset="0"/>
              </a:rPr>
              <a:t>.</a:t>
            </a:r>
            <a:r>
              <a:rPr lang="en-US" sz="1100">
                <a:solidFill>
                  <a:srgbClr val="FF0000"/>
                </a:solidFill>
                <a:latin typeface="Consolas" panose="020B0609020204030204" pitchFamily="49" charset="0"/>
              </a:rPr>
              <a:t>ID</a:t>
            </a:r>
            <a:r>
              <a:rPr lang="en-US" sz="1100">
                <a:solidFill>
                  <a:srgbClr val="000000"/>
                </a:solidFill>
                <a:latin typeface="Consolas" panose="020B0609020204030204" pitchFamily="49" charset="0"/>
              </a:rPr>
              <a:t>;</a:t>
            </a:r>
          </a:p>
          <a:p>
            <a:pPr marL="0" indent="0">
              <a:spcBef>
                <a:spcPts val="0"/>
              </a:spcBef>
              <a:spcAft>
                <a:spcPts val="0"/>
              </a:spcAft>
              <a:buNone/>
            </a:pPr>
            <a:r>
              <a:rPr lang="en-US" sz="1100">
                <a:solidFill>
                  <a:srgbClr val="000000"/>
                </a:solidFill>
                <a:latin typeface="Consolas" panose="020B0609020204030204" pitchFamily="49" charset="0"/>
              </a:rPr>
              <a:t>	}</a:t>
            </a:r>
          </a:p>
          <a:p>
            <a:pPr marL="0" indent="0">
              <a:spcBef>
                <a:spcPts val="0"/>
              </a:spcBef>
              <a:spcAft>
                <a:spcPts val="0"/>
              </a:spcAft>
              <a:buNone/>
            </a:pPr>
            <a:endParaRPr lang="en-US" sz="1100">
              <a:solidFill>
                <a:srgbClr val="000000"/>
              </a:solidFill>
              <a:latin typeface="Consolas" panose="020B0609020204030204" pitchFamily="49" charset="0"/>
            </a:endParaRP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internal</a:t>
            </a:r>
            <a:r>
              <a:rPr lang="en-US" sz="1100">
                <a:solidFill>
                  <a:srgbClr val="000000"/>
                </a:solidFill>
                <a:latin typeface="Consolas" panose="020B0609020204030204" pitchFamily="49" charset="0"/>
              </a:rPr>
              <a:t> Barmen(</a:t>
            </a:r>
            <a:r>
              <a:rPr lang="en-US" sz="1100">
                <a:solidFill>
                  <a:srgbClr val="0000FF"/>
                </a:solidFill>
                <a:latin typeface="Consolas" panose="020B0609020204030204" pitchFamily="49" charset="0"/>
              </a:rPr>
              <a:t>string</a:t>
            </a:r>
            <a:r>
              <a:rPr lang="en-US" sz="1100">
                <a:solidFill>
                  <a:srgbClr val="000000"/>
                </a:solidFill>
                <a:latin typeface="Consolas" panose="020B0609020204030204" pitchFamily="49" charset="0"/>
              </a:rPr>
              <a:t> name, </a:t>
            </a:r>
            <a:r>
              <a:rPr lang="en-US" sz="1100">
                <a:solidFill>
                  <a:srgbClr val="0000FF"/>
                </a:solidFill>
                <a:latin typeface="Consolas" panose="020B0609020204030204" pitchFamily="49" charset="0"/>
              </a:rPr>
              <a:t>double</a:t>
            </a:r>
            <a:r>
              <a:rPr lang="en-US" sz="1100">
                <a:solidFill>
                  <a:srgbClr val="000000"/>
                </a:solidFill>
                <a:latin typeface="Consolas" panose="020B0609020204030204" pitchFamily="49" charset="0"/>
              </a:rPr>
              <a:t> salary) : </a:t>
            </a:r>
            <a:r>
              <a:rPr lang="en-US" sz="1100">
                <a:solidFill>
                  <a:srgbClr val="0000FF"/>
                </a:solidFill>
                <a:latin typeface="Consolas" panose="020B0609020204030204" pitchFamily="49" charset="0"/>
              </a:rPr>
              <a:t>base</a:t>
            </a:r>
            <a:r>
              <a:rPr lang="en-US" sz="1100">
                <a:solidFill>
                  <a:srgbClr val="000000"/>
                </a:solidFill>
                <a:latin typeface="Consolas" panose="020B0609020204030204" pitchFamily="49" charset="0"/>
              </a:rPr>
              <a:t>(name, salary) { }</a:t>
            </a:r>
          </a:p>
          <a:p>
            <a:pPr marL="0" indent="0">
              <a:spcBef>
                <a:spcPts val="0"/>
              </a:spcBef>
              <a:spcAft>
                <a:spcPts val="0"/>
              </a:spcAft>
              <a:buNone/>
            </a:pPr>
            <a:r>
              <a:rPr lang="en-US" sz="1100">
                <a:solidFill>
                  <a:srgbClr val="000000"/>
                </a:solidFill>
                <a:latin typeface="Consolas" panose="020B0609020204030204" pitchFamily="49" charset="0"/>
              </a:rPr>
              <a:t>    }</a:t>
            </a:r>
          </a:p>
          <a:p>
            <a:pPr marL="0" indent="0">
              <a:spcBef>
                <a:spcPts val="0"/>
              </a:spcBef>
              <a:spcAft>
                <a:spcPts val="0"/>
              </a:spcAft>
              <a:buNone/>
            </a:pPr>
            <a:endParaRPr lang="en-US" sz="1100">
              <a:solidFill>
                <a:srgbClr val="000000"/>
              </a:solidFill>
              <a:latin typeface="Consolas" panose="020B0609020204030204" pitchFamily="49" charset="0"/>
            </a:endParaRP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internal</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class</a:t>
            </a:r>
            <a:r>
              <a:rPr lang="en-US" sz="1100">
                <a:solidFill>
                  <a:srgbClr val="000000"/>
                </a:solidFill>
                <a:latin typeface="Consolas" panose="020B0609020204030204" pitchFamily="49" charset="0"/>
              </a:rPr>
              <a:t> </a:t>
            </a:r>
            <a:r>
              <a:rPr lang="en-US" sz="1100">
                <a:solidFill>
                  <a:srgbClr val="2B91AF"/>
                </a:solidFill>
                <a:latin typeface="Consolas" panose="020B0609020204030204" pitchFamily="49" charset="0"/>
              </a:rPr>
              <a:t>Program</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public</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void</a:t>
            </a:r>
            <a:r>
              <a:rPr lang="en-US" sz="1100">
                <a:solidFill>
                  <a:srgbClr val="000000"/>
                </a:solidFill>
                <a:latin typeface="Consolas" panose="020B0609020204030204" pitchFamily="49" charset="0"/>
              </a:rPr>
              <a:t> Test() {</a:t>
            </a: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2B91AF"/>
                </a:solidFill>
                <a:latin typeface="Consolas" panose="020B0609020204030204" pitchFamily="49" charset="0"/>
              </a:rPr>
              <a:t>Employee</a:t>
            </a:r>
            <a:r>
              <a:rPr lang="en-US" sz="1100">
                <a:solidFill>
                  <a:srgbClr val="000000"/>
                </a:solidFill>
                <a:latin typeface="Consolas" panose="020B0609020204030204" pitchFamily="49" charset="0"/>
              </a:rPr>
              <a:t> employee = </a:t>
            </a:r>
            <a:r>
              <a:rPr lang="en-US" sz="1100">
                <a:solidFill>
                  <a:srgbClr val="0000FF"/>
                </a:solidFill>
                <a:latin typeface="Consolas" panose="020B0609020204030204" pitchFamily="49" charset="0"/>
              </a:rPr>
              <a:t>new</a:t>
            </a:r>
            <a:r>
              <a:rPr lang="en-US" sz="1100">
                <a:solidFill>
                  <a:srgbClr val="000000"/>
                </a:solidFill>
                <a:latin typeface="Consolas" panose="020B0609020204030204" pitchFamily="49" charset="0"/>
              </a:rPr>
              <a:t> </a:t>
            </a:r>
            <a:r>
              <a:rPr lang="en-US" sz="1100">
                <a:solidFill>
                  <a:srgbClr val="2B91AF"/>
                </a:solidFill>
                <a:latin typeface="Consolas" panose="020B0609020204030204" pitchFamily="49" charset="0"/>
              </a:rPr>
              <a:t>Employee</a:t>
            </a:r>
            <a:r>
              <a:rPr lang="en-US" sz="1100">
                <a:solidFill>
                  <a:srgbClr val="000000"/>
                </a:solidFill>
                <a:latin typeface="Consolas" panose="020B0609020204030204" pitchFamily="49" charset="0"/>
              </a:rPr>
              <a:t>(</a:t>
            </a:r>
            <a:r>
              <a:rPr lang="en-US" sz="1100">
                <a:solidFill>
                  <a:srgbClr val="A31515"/>
                </a:solidFill>
                <a:latin typeface="Consolas" panose="020B0609020204030204" pitchFamily="49" charset="0"/>
              </a:rPr>
              <a:t>"Alex"</a:t>
            </a:r>
            <a:r>
              <a:rPr lang="en-US" sz="1100">
                <a:solidFill>
                  <a:srgbClr val="000000"/>
                </a:solidFill>
                <a:latin typeface="Consolas" panose="020B0609020204030204" pitchFamily="49" charset="0"/>
              </a:rPr>
              <a:t>, 1000);</a:t>
            </a: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double</a:t>
            </a:r>
            <a:r>
              <a:rPr lang="en-US" sz="1100">
                <a:solidFill>
                  <a:srgbClr val="000000"/>
                </a:solidFill>
                <a:latin typeface="Consolas" panose="020B0609020204030204" pitchFamily="49" charset="0"/>
              </a:rPr>
              <a:t> salary = employee.Salary;</a:t>
            </a: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string</a:t>
            </a:r>
            <a:r>
              <a:rPr lang="en-US" sz="1100">
                <a:solidFill>
                  <a:srgbClr val="000000"/>
                </a:solidFill>
                <a:latin typeface="Consolas" panose="020B0609020204030204" pitchFamily="49" charset="0"/>
              </a:rPr>
              <a:t> name = employee.Name;</a:t>
            </a: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string</a:t>
            </a:r>
            <a:r>
              <a:rPr lang="en-US" sz="1100">
                <a:solidFill>
                  <a:srgbClr val="000000"/>
                </a:solidFill>
                <a:latin typeface="Consolas" panose="020B0609020204030204" pitchFamily="49" charset="0"/>
              </a:rPr>
              <a:t> password = employee.</a:t>
            </a:r>
            <a:r>
              <a:rPr lang="en-US" sz="1100">
                <a:solidFill>
                  <a:srgbClr val="FF0000"/>
                </a:solidFill>
                <a:latin typeface="Consolas" panose="020B0609020204030204" pitchFamily="49" charset="0"/>
              </a:rPr>
              <a:t>Password</a:t>
            </a:r>
            <a:r>
              <a:rPr lang="en-US" sz="1100">
                <a:solidFill>
                  <a:srgbClr val="000000"/>
                </a:solidFill>
                <a:latin typeface="Consolas" panose="020B0609020204030204" pitchFamily="49" charset="0"/>
              </a:rPr>
              <a:t>;</a:t>
            </a: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int</a:t>
            </a:r>
            <a:r>
              <a:rPr lang="en-US" sz="1100">
                <a:solidFill>
                  <a:srgbClr val="000000"/>
                </a:solidFill>
                <a:latin typeface="Consolas" panose="020B0609020204030204" pitchFamily="49" charset="0"/>
              </a:rPr>
              <a:t> id = employee.</a:t>
            </a:r>
            <a:r>
              <a:rPr lang="en-US" sz="1100">
                <a:solidFill>
                  <a:srgbClr val="FF0000"/>
                </a:solidFill>
                <a:latin typeface="Consolas" panose="020B0609020204030204" pitchFamily="49" charset="0"/>
              </a:rPr>
              <a:t>ID</a:t>
            </a:r>
            <a:r>
              <a:rPr lang="en-US" sz="1100">
                <a:solidFill>
                  <a:srgbClr val="000000"/>
                </a:solidFill>
                <a:latin typeface="Consolas" panose="020B0609020204030204" pitchFamily="49" charset="0"/>
              </a:rPr>
              <a:t>;</a:t>
            </a:r>
          </a:p>
          <a:p>
            <a:pPr marL="0" indent="0">
              <a:spcBef>
                <a:spcPts val="0"/>
              </a:spcBef>
              <a:spcAft>
                <a:spcPts val="0"/>
              </a:spcAft>
              <a:buNone/>
            </a:pP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00"/>
                </a:solidFill>
                <a:latin typeface="Consolas" panose="020B0609020204030204" pitchFamily="49" charset="0"/>
              </a:rPr>
              <a:t>    }</a:t>
            </a:r>
            <a:endParaRPr lang="en-US" sz="1400">
              <a:latin typeface="+mn-lt"/>
            </a:endParaRPr>
          </a:p>
        </p:txBody>
      </p:sp>
      <p:sp>
        <p:nvSpPr>
          <p:cNvPr id="11" name="TextBox 10">
            <a:extLst>
              <a:ext uri="{FF2B5EF4-FFF2-40B4-BE49-F238E27FC236}">
                <a16:creationId xmlns:a16="http://schemas.microsoft.com/office/drawing/2014/main" id="{43FF5BB7-1E6F-42EC-A3FF-D709A35D88E4}"/>
              </a:ext>
            </a:extLst>
          </p:cNvPr>
          <p:cNvSpPr txBox="1"/>
          <p:nvPr/>
        </p:nvSpPr>
        <p:spPr>
          <a:xfrm>
            <a:off x="7703402" y="2474612"/>
            <a:ext cx="3371948" cy="253753"/>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GB" sz="1400">
                <a:solidFill>
                  <a:srgbClr val="00B050"/>
                </a:solidFill>
                <a:latin typeface="Consolas" panose="020B0609020204030204" pitchFamily="49" charset="0"/>
                <a:cs typeface="Calibri" panose="020F0502020204030204" pitchFamily="34" charset="0"/>
              </a:rPr>
              <a:t>Barman is inherited from Employee</a:t>
            </a:r>
            <a:endParaRPr lang="en-US" sz="1400" err="1">
              <a:solidFill>
                <a:srgbClr val="00B050"/>
              </a:solidFill>
              <a:latin typeface="Consolas" panose="020B0609020204030204" pitchFamily="49" charset="0"/>
              <a:cs typeface="Calibri" panose="020F0502020204030204" pitchFamily="34" charset="0"/>
            </a:endParaRPr>
          </a:p>
        </p:txBody>
      </p:sp>
      <p:sp>
        <p:nvSpPr>
          <p:cNvPr id="13" name="TextBox 12">
            <a:extLst>
              <a:ext uri="{FF2B5EF4-FFF2-40B4-BE49-F238E27FC236}">
                <a16:creationId xmlns:a16="http://schemas.microsoft.com/office/drawing/2014/main" id="{F2F17830-811F-4694-8214-5454BE070594}"/>
              </a:ext>
            </a:extLst>
          </p:cNvPr>
          <p:cNvSpPr txBox="1"/>
          <p:nvPr/>
        </p:nvSpPr>
        <p:spPr>
          <a:xfrm>
            <a:off x="9211745" y="2795962"/>
            <a:ext cx="2052828" cy="520351"/>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GB" sz="1400">
                <a:solidFill>
                  <a:srgbClr val="00B050"/>
                </a:solidFill>
                <a:latin typeface="Consolas" panose="020B0609020204030204" pitchFamily="49" charset="0"/>
                <a:cs typeface="Calibri" panose="020F0502020204030204" pitchFamily="34" charset="0"/>
              </a:rPr>
              <a:t>Public/protected </a:t>
            </a:r>
          </a:p>
          <a:p>
            <a:pPr marL="0" indent="0" defTabSz="179388">
              <a:buClr>
                <a:srgbClr val="00DEE6"/>
              </a:buClr>
              <a:buFont typeface="Arial" panose="020B0604020202020204" pitchFamily="34" charset="0"/>
              <a:buNone/>
            </a:pPr>
            <a:r>
              <a:rPr lang="en-GB" sz="1400">
                <a:solidFill>
                  <a:srgbClr val="00B050"/>
                </a:solidFill>
                <a:latin typeface="Consolas" panose="020B0609020204030204" pitchFamily="49" charset="0"/>
                <a:cs typeface="Calibri" panose="020F0502020204030204" pitchFamily="34" charset="0"/>
              </a:rPr>
              <a:t>members are visible</a:t>
            </a:r>
            <a:endParaRPr lang="en-US" sz="1400" err="1">
              <a:solidFill>
                <a:srgbClr val="00B050"/>
              </a:solidFill>
              <a:latin typeface="Consolas" panose="020B0609020204030204" pitchFamily="49" charset="0"/>
              <a:cs typeface="Calibri" panose="020F0502020204030204" pitchFamily="34" charset="0"/>
            </a:endParaRPr>
          </a:p>
        </p:txBody>
      </p:sp>
      <p:sp>
        <p:nvSpPr>
          <p:cNvPr id="15" name="TextBox 14">
            <a:extLst>
              <a:ext uri="{FF2B5EF4-FFF2-40B4-BE49-F238E27FC236}">
                <a16:creationId xmlns:a16="http://schemas.microsoft.com/office/drawing/2014/main" id="{E8A59042-98DD-4418-94ED-4C7651ABEE87}"/>
              </a:ext>
            </a:extLst>
          </p:cNvPr>
          <p:cNvSpPr txBox="1"/>
          <p:nvPr/>
        </p:nvSpPr>
        <p:spPr>
          <a:xfrm>
            <a:off x="8446008" y="3316313"/>
            <a:ext cx="2286000" cy="270793"/>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400">
                <a:solidFill>
                  <a:srgbClr val="FF0000"/>
                </a:solidFill>
                <a:latin typeface="Consolas" panose="020B0609020204030204" pitchFamily="49" charset="0"/>
                <a:cs typeface="Calibri" panose="020F0502020204030204" pitchFamily="34" charset="0"/>
              </a:rPr>
              <a:t>Private members are not visible</a:t>
            </a:r>
          </a:p>
        </p:txBody>
      </p:sp>
      <p:sp>
        <p:nvSpPr>
          <p:cNvPr id="16" name="Right Brace 15">
            <a:extLst>
              <a:ext uri="{FF2B5EF4-FFF2-40B4-BE49-F238E27FC236}">
                <a16:creationId xmlns:a16="http://schemas.microsoft.com/office/drawing/2014/main" id="{2E82E09B-5528-4547-902D-AE043B633D1D}"/>
              </a:ext>
            </a:extLst>
          </p:cNvPr>
          <p:cNvSpPr/>
          <p:nvPr/>
        </p:nvSpPr>
        <p:spPr>
          <a:xfrm>
            <a:off x="8796528" y="2787873"/>
            <a:ext cx="274320" cy="520351"/>
          </a:xfrm>
          <a:prstGeom prst="rightBrac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4CF802C-89CD-41B3-B6A9-8348525E06E8}"/>
              </a:ext>
            </a:extLst>
          </p:cNvPr>
          <p:cNvSpPr txBox="1"/>
          <p:nvPr/>
        </p:nvSpPr>
        <p:spPr>
          <a:xfrm>
            <a:off x="9532817" y="5205539"/>
            <a:ext cx="2052828" cy="520351"/>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GB" sz="1400">
                <a:solidFill>
                  <a:srgbClr val="FF0000"/>
                </a:solidFill>
                <a:latin typeface="Consolas" panose="020B0609020204030204" pitchFamily="49" charset="0"/>
                <a:cs typeface="Calibri" panose="020F0502020204030204" pitchFamily="34" charset="0"/>
              </a:rPr>
              <a:t>Private/protected </a:t>
            </a:r>
          </a:p>
          <a:p>
            <a:pPr marL="0" indent="0" defTabSz="179388">
              <a:buClr>
                <a:srgbClr val="00DEE6"/>
              </a:buClr>
              <a:buFont typeface="Arial" panose="020B0604020202020204" pitchFamily="34" charset="0"/>
              <a:buNone/>
            </a:pPr>
            <a:r>
              <a:rPr lang="en-GB" sz="1400">
                <a:solidFill>
                  <a:srgbClr val="FF0000"/>
                </a:solidFill>
                <a:latin typeface="Consolas" panose="020B0609020204030204" pitchFamily="49" charset="0"/>
                <a:cs typeface="Calibri" panose="020F0502020204030204" pitchFamily="34" charset="0"/>
              </a:rPr>
              <a:t>members are not visible</a:t>
            </a:r>
            <a:endParaRPr lang="en-US" sz="1400" err="1">
              <a:solidFill>
                <a:srgbClr val="FF0000"/>
              </a:solidFill>
              <a:latin typeface="Consolas" panose="020B0609020204030204" pitchFamily="49" charset="0"/>
              <a:cs typeface="Calibri" panose="020F0502020204030204" pitchFamily="34" charset="0"/>
            </a:endParaRPr>
          </a:p>
        </p:txBody>
      </p:sp>
      <p:sp>
        <p:nvSpPr>
          <p:cNvPr id="26" name="Right Brace 25">
            <a:extLst>
              <a:ext uri="{FF2B5EF4-FFF2-40B4-BE49-F238E27FC236}">
                <a16:creationId xmlns:a16="http://schemas.microsoft.com/office/drawing/2014/main" id="{6F3B1859-3FBF-4D7D-81A1-61003E36DAAC}"/>
              </a:ext>
            </a:extLst>
          </p:cNvPr>
          <p:cNvSpPr/>
          <p:nvPr/>
        </p:nvSpPr>
        <p:spPr>
          <a:xfrm>
            <a:off x="9117599" y="5159930"/>
            <a:ext cx="274320" cy="368747"/>
          </a:xfrm>
          <a:prstGeom prst="rightBrac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5DFD314B-4263-4B29-A13F-DAA38101230F}"/>
              </a:ext>
            </a:extLst>
          </p:cNvPr>
          <p:cNvSpPr txBox="1"/>
          <p:nvPr/>
        </p:nvSpPr>
        <p:spPr>
          <a:xfrm>
            <a:off x="9745145" y="4780045"/>
            <a:ext cx="2286000" cy="452841"/>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400">
                <a:solidFill>
                  <a:srgbClr val="00B050"/>
                </a:solidFill>
                <a:latin typeface="Consolas" panose="020B0609020204030204" pitchFamily="49" charset="0"/>
                <a:cs typeface="Calibri" panose="020F0502020204030204" pitchFamily="34" charset="0"/>
              </a:rPr>
              <a:t>Public members </a:t>
            </a:r>
            <a:endParaRPr lang="ru-RU" sz="1400">
              <a:solidFill>
                <a:srgbClr val="00B050"/>
              </a:solidFill>
              <a:latin typeface="Consolas" panose="020B0609020204030204" pitchFamily="49" charset="0"/>
              <a:cs typeface="Calibri" panose="020F0502020204030204" pitchFamily="34" charset="0"/>
            </a:endParaRPr>
          </a:p>
          <a:p>
            <a:pPr marL="0" indent="0" defTabSz="179388">
              <a:buClr>
                <a:srgbClr val="00DEE6"/>
              </a:buClr>
              <a:buFont typeface="Arial" panose="020B0604020202020204" pitchFamily="34" charset="0"/>
              <a:buNone/>
            </a:pPr>
            <a:r>
              <a:rPr lang="en-US" sz="1400">
                <a:solidFill>
                  <a:srgbClr val="00B050"/>
                </a:solidFill>
                <a:latin typeface="Consolas" panose="020B0609020204030204" pitchFamily="49" charset="0"/>
                <a:cs typeface="Calibri" panose="020F0502020204030204" pitchFamily="34" charset="0"/>
              </a:rPr>
              <a:t>are visible</a:t>
            </a:r>
          </a:p>
        </p:txBody>
      </p:sp>
      <p:sp>
        <p:nvSpPr>
          <p:cNvPr id="30" name="Right Brace 29">
            <a:extLst>
              <a:ext uri="{FF2B5EF4-FFF2-40B4-BE49-F238E27FC236}">
                <a16:creationId xmlns:a16="http://schemas.microsoft.com/office/drawing/2014/main" id="{27DF773A-BCD7-4140-8874-6AEB6AA063CB}"/>
              </a:ext>
            </a:extLst>
          </p:cNvPr>
          <p:cNvSpPr/>
          <p:nvPr/>
        </p:nvSpPr>
        <p:spPr>
          <a:xfrm>
            <a:off x="9391919" y="4813157"/>
            <a:ext cx="274320" cy="329584"/>
          </a:xfrm>
          <a:prstGeom prst="rightBrace">
            <a:avLst>
              <a:gd name="adj1" fmla="val 8333"/>
              <a:gd name="adj2" fmla="val 55272"/>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0E7DDBC5-E0A8-41A6-92EF-7FC41D94EC3D}"/>
              </a:ext>
            </a:extLst>
          </p:cNvPr>
          <p:cNvSpPr txBox="1"/>
          <p:nvPr/>
        </p:nvSpPr>
        <p:spPr>
          <a:xfrm>
            <a:off x="7459145" y="4346798"/>
            <a:ext cx="2286000" cy="270793"/>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GB" sz="1400">
                <a:solidFill>
                  <a:srgbClr val="00B050"/>
                </a:solidFill>
                <a:latin typeface="Consolas" panose="020B0609020204030204" pitchFamily="49" charset="0"/>
                <a:cs typeface="Calibri" panose="020F0502020204030204" pitchFamily="34" charset="0"/>
              </a:rPr>
              <a:t>Not inherited from Employee</a:t>
            </a:r>
            <a:endParaRPr lang="en-US" sz="1400" err="1">
              <a:solidFill>
                <a:srgbClr val="00B050"/>
              </a:solidFill>
              <a:latin typeface="Consolas" panose="020B0609020204030204" pitchFamily="49" charset="0"/>
              <a:cs typeface="Calibri" panose="020F0502020204030204" pitchFamily="34" charset="0"/>
            </a:endParaRPr>
          </a:p>
        </p:txBody>
      </p:sp>
      <p:sp>
        <p:nvSpPr>
          <p:cNvPr id="10" name="TextBox 9">
            <a:extLst>
              <a:ext uri="{FF2B5EF4-FFF2-40B4-BE49-F238E27FC236}">
                <a16:creationId xmlns:a16="http://schemas.microsoft.com/office/drawing/2014/main" id="{88CA6EBA-8460-4420-83B2-D0716EDE6ACA}"/>
              </a:ext>
            </a:extLst>
          </p:cNvPr>
          <p:cNvSpPr txBox="1"/>
          <p:nvPr/>
        </p:nvSpPr>
        <p:spPr>
          <a:xfrm>
            <a:off x="388521" y="2508991"/>
            <a:ext cx="4274479" cy="3363103"/>
          </a:xfrm>
          <a:prstGeom prst="rect">
            <a:avLst/>
          </a:prstGeom>
          <a:noFill/>
        </p:spPr>
        <p:txBody>
          <a:bodyPr wrap="square" lIns="0" tIns="0" rIns="0" bIns="0" rtlCol="0">
            <a:noAutofit/>
          </a:bodyPr>
          <a:lstStyle/>
          <a:p>
            <a:pPr marL="0" indent="0">
              <a:spcBef>
                <a:spcPts val="0"/>
              </a:spcBef>
              <a:spcAft>
                <a:spcPts val="0"/>
              </a:spcAft>
              <a:buNone/>
            </a:pPr>
            <a:r>
              <a:rPr lang="en-US" sz="1100">
                <a:solidFill>
                  <a:srgbClr val="0000FF"/>
                </a:solidFill>
                <a:latin typeface="Consolas" panose="020B0609020204030204" pitchFamily="49" charset="0"/>
              </a:rPr>
              <a:t>internal</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class</a:t>
            </a:r>
            <a:r>
              <a:rPr lang="en-US" sz="1100">
                <a:solidFill>
                  <a:srgbClr val="000000"/>
                </a:solidFill>
                <a:latin typeface="Consolas" panose="020B0609020204030204" pitchFamily="49" charset="0"/>
              </a:rPr>
              <a:t> </a:t>
            </a:r>
            <a:r>
              <a:rPr lang="en-US" sz="1100">
                <a:solidFill>
                  <a:srgbClr val="2B91AF"/>
                </a:solidFill>
                <a:latin typeface="Consolas" panose="020B0609020204030204" pitchFamily="49" charset="0"/>
              </a:rPr>
              <a:t>Employee</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FF"/>
                </a:solidFill>
                <a:latin typeface="Consolas" panose="020B0609020204030204" pitchFamily="49" charset="0"/>
              </a:rPr>
              <a:t>        public</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string</a:t>
            </a:r>
            <a:r>
              <a:rPr lang="en-US" sz="1100">
                <a:solidFill>
                  <a:srgbClr val="000000"/>
                </a:solidFill>
                <a:latin typeface="Consolas" panose="020B0609020204030204" pitchFamily="49" charset="0"/>
              </a:rPr>
              <a:t> Name { </a:t>
            </a:r>
            <a:r>
              <a:rPr lang="en-US" sz="1100">
                <a:solidFill>
                  <a:srgbClr val="0000FF"/>
                </a:solidFill>
                <a:latin typeface="Consolas" panose="020B0609020204030204" pitchFamily="49" charset="0"/>
              </a:rPr>
              <a:t>get</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public</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double</a:t>
            </a:r>
            <a:r>
              <a:rPr lang="en-US" sz="1100">
                <a:solidFill>
                  <a:srgbClr val="000000"/>
                </a:solidFill>
                <a:latin typeface="Consolas" panose="020B0609020204030204" pitchFamily="49" charset="0"/>
              </a:rPr>
              <a:t> Salary { </a:t>
            </a:r>
            <a:r>
              <a:rPr lang="en-US" sz="1100">
                <a:solidFill>
                  <a:srgbClr val="0000FF"/>
                </a:solidFill>
                <a:latin typeface="Consolas" panose="020B0609020204030204" pitchFamily="49" charset="0"/>
              </a:rPr>
              <a:t>get</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FF"/>
                </a:solidFill>
                <a:latin typeface="Consolas" panose="020B0609020204030204" pitchFamily="49" charset="0"/>
              </a:rPr>
              <a:t>        protected</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string</a:t>
            </a:r>
            <a:r>
              <a:rPr lang="en-US" sz="1100">
                <a:solidFill>
                  <a:srgbClr val="000000"/>
                </a:solidFill>
                <a:latin typeface="Consolas" panose="020B0609020204030204" pitchFamily="49" charset="0"/>
              </a:rPr>
              <a:t> Password { </a:t>
            </a:r>
            <a:r>
              <a:rPr lang="en-US" sz="1100">
                <a:solidFill>
                  <a:srgbClr val="0000FF"/>
                </a:solidFill>
                <a:latin typeface="Consolas" panose="020B0609020204030204" pitchFamily="49" charset="0"/>
              </a:rPr>
              <a:t>get</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set</a:t>
            </a:r>
            <a:r>
              <a:rPr lang="en-US" sz="1100">
                <a:solidFill>
                  <a:srgbClr val="000000"/>
                </a:solidFill>
                <a:latin typeface="Consolas" panose="020B0609020204030204" pitchFamily="49" charset="0"/>
              </a:rPr>
              <a:t>; }</a:t>
            </a:r>
          </a:p>
          <a:p>
            <a:pPr>
              <a:spcBef>
                <a:spcPts val="0"/>
              </a:spcBef>
              <a:spcAft>
                <a:spcPts val="0"/>
              </a:spcAft>
            </a:pPr>
            <a:r>
              <a:rPr lang="en-US" sz="1100">
                <a:solidFill>
                  <a:srgbClr val="0000FF"/>
                </a:solidFill>
                <a:latin typeface="Consolas" panose="020B0609020204030204" pitchFamily="49" charset="0"/>
              </a:rPr>
              <a:t>	private</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long</a:t>
            </a:r>
            <a:r>
              <a:rPr lang="en-US" sz="1100">
                <a:solidFill>
                  <a:srgbClr val="000000"/>
                </a:solidFill>
                <a:latin typeface="Consolas" panose="020B0609020204030204" pitchFamily="49" charset="0"/>
              </a:rPr>
              <a:t> ID;</a:t>
            </a:r>
          </a:p>
          <a:p>
            <a:pPr marL="0" indent="0">
              <a:spcBef>
                <a:spcPts val="0"/>
              </a:spcBef>
              <a:spcAft>
                <a:spcPts val="0"/>
              </a:spcAft>
              <a:buNone/>
            </a:pPr>
            <a:endParaRPr lang="en-US" sz="1100">
              <a:solidFill>
                <a:srgbClr val="000000"/>
              </a:solidFill>
              <a:latin typeface="Consolas" panose="020B0609020204030204" pitchFamily="49" charset="0"/>
            </a:endParaRP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internal</a:t>
            </a:r>
            <a:r>
              <a:rPr lang="en-US" sz="1100">
                <a:solidFill>
                  <a:srgbClr val="000000"/>
                </a:solidFill>
                <a:latin typeface="Consolas" panose="020B0609020204030204" pitchFamily="49" charset="0"/>
              </a:rPr>
              <a:t> Employee(</a:t>
            </a:r>
            <a:r>
              <a:rPr lang="en-US" sz="1100">
                <a:solidFill>
                  <a:srgbClr val="0000FF"/>
                </a:solidFill>
                <a:latin typeface="Consolas" panose="020B0609020204030204" pitchFamily="49" charset="0"/>
              </a:rPr>
              <a:t>string</a:t>
            </a:r>
            <a:r>
              <a:rPr lang="en-US" sz="1100">
                <a:solidFill>
                  <a:srgbClr val="000000"/>
                </a:solidFill>
                <a:latin typeface="Consolas" panose="020B0609020204030204" pitchFamily="49" charset="0"/>
              </a:rPr>
              <a:t> name, </a:t>
            </a:r>
            <a:r>
              <a:rPr lang="en-US" sz="1100">
                <a:solidFill>
                  <a:srgbClr val="0000FF"/>
                </a:solidFill>
                <a:latin typeface="Consolas" panose="020B0609020204030204" pitchFamily="49" charset="0"/>
              </a:rPr>
              <a:t>double</a:t>
            </a:r>
            <a:r>
              <a:rPr lang="en-US" sz="1100">
                <a:solidFill>
                  <a:srgbClr val="000000"/>
                </a:solidFill>
                <a:latin typeface="Consolas" panose="020B0609020204030204" pitchFamily="49" charset="0"/>
              </a:rPr>
              <a:t> salary) {</a:t>
            </a:r>
          </a:p>
          <a:p>
            <a:pPr marL="0" indent="0">
              <a:spcBef>
                <a:spcPts val="0"/>
              </a:spcBef>
              <a:spcAft>
                <a:spcPts val="0"/>
              </a:spcAft>
              <a:buNone/>
            </a:pPr>
            <a:r>
              <a:rPr lang="en-US" sz="1100">
                <a:solidFill>
                  <a:srgbClr val="000000"/>
                </a:solidFill>
                <a:latin typeface="Consolas" panose="020B0609020204030204" pitchFamily="49" charset="0"/>
              </a:rPr>
              <a:t>            Name = name;</a:t>
            </a:r>
          </a:p>
          <a:p>
            <a:pPr marL="0" indent="0">
              <a:spcBef>
                <a:spcPts val="0"/>
              </a:spcBef>
              <a:spcAft>
                <a:spcPts val="0"/>
              </a:spcAft>
              <a:buNone/>
            </a:pPr>
            <a:r>
              <a:rPr lang="en-US" sz="1100">
                <a:solidFill>
                  <a:srgbClr val="000000"/>
                </a:solidFill>
                <a:latin typeface="Consolas" panose="020B0609020204030204" pitchFamily="49" charset="0"/>
              </a:rPr>
              <a:t>            Salary = salary;</a:t>
            </a:r>
          </a:p>
          <a:p>
            <a:pPr marL="0" indent="0">
              <a:spcBef>
                <a:spcPts val="0"/>
              </a:spcBef>
              <a:spcAft>
                <a:spcPts val="0"/>
              </a:spcAft>
              <a:buNone/>
            </a:pP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00"/>
                </a:solidFill>
                <a:latin typeface="Consolas" panose="020B0609020204030204" pitchFamily="49" charset="0"/>
              </a:rPr>
              <a:t>    }</a:t>
            </a:r>
          </a:p>
          <a:p>
            <a:pPr marL="0" indent="0" defTabSz="179388">
              <a:buClr>
                <a:srgbClr val="00DEE6"/>
              </a:buClr>
              <a:buFont typeface="Arial" panose="020B0604020202020204" pitchFamily="34" charset="0"/>
              <a:buNone/>
            </a:pPr>
            <a:endParaRPr lang="en-US" sz="1100" err="1">
              <a:latin typeface="+mn-lt"/>
            </a:endParaRPr>
          </a:p>
        </p:txBody>
      </p:sp>
    </p:spTree>
    <p:extLst>
      <p:ext uri="{BB962C8B-B14F-4D97-AF65-F5344CB8AC3E}">
        <p14:creationId xmlns:p14="http://schemas.microsoft.com/office/powerpoint/2010/main" val="2320042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nodeType="clickEffect">
                                  <p:stCondLst>
                                    <p:cond delay="0"/>
                                  </p:stCondLst>
                                  <p:childTnLst>
                                    <p:animClr clrSpc="rgb" dir="cw">
                                      <p:cBhvr override="childStyle">
                                        <p:cTn id="6" dur="1500" autoRev="1" fill="remove"/>
                                        <p:tgtEl>
                                          <p:spTgt spid="10">
                                            <p:txEl>
                                              <p:pRg st="1" end="1"/>
                                            </p:txEl>
                                          </p:spTgt>
                                        </p:tgtEl>
                                        <p:attrNameLst>
                                          <p:attrName>style.color</p:attrName>
                                        </p:attrNameLst>
                                      </p:cBhvr>
                                      <p:to>
                                        <a:srgbClr val="FFC000"/>
                                      </p:to>
                                    </p:animClr>
                                    <p:animClr clrSpc="rgb" dir="cw">
                                      <p:cBhvr>
                                        <p:cTn id="7" dur="1500" autoRev="1" fill="remove"/>
                                        <p:tgtEl>
                                          <p:spTgt spid="10">
                                            <p:txEl>
                                              <p:pRg st="1" end="1"/>
                                            </p:txEl>
                                          </p:spTgt>
                                        </p:tgtEl>
                                        <p:attrNameLst>
                                          <p:attrName>fillcolor</p:attrName>
                                        </p:attrNameLst>
                                      </p:cBhvr>
                                      <p:to>
                                        <a:srgbClr val="FFC000"/>
                                      </p:to>
                                    </p:animClr>
                                    <p:set>
                                      <p:cBhvr>
                                        <p:cTn id="8" dur="1500" autoRev="1" fill="remove"/>
                                        <p:tgtEl>
                                          <p:spTgt spid="10">
                                            <p:txEl>
                                              <p:pRg st="1" end="1"/>
                                            </p:txEl>
                                          </p:spTgt>
                                        </p:tgtEl>
                                        <p:attrNameLst>
                                          <p:attrName>fill.type</p:attrName>
                                        </p:attrNameLst>
                                      </p:cBhvr>
                                      <p:to>
                                        <p:strVal val="solid"/>
                                      </p:to>
                                    </p:set>
                                    <p:set>
                                      <p:cBhvr>
                                        <p:cTn id="9" dur="1500" autoRev="1" fill="remove"/>
                                        <p:tgtEl>
                                          <p:spTgt spid="10">
                                            <p:txEl>
                                              <p:pRg st="1" end="1"/>
                                            </p:txEl>
                                          </p:spTgt>
                                        </p:tgtEl>
                                        <p:attrNameLst>
                                          <p:attrName>fill.on</p:attrName>
                                        </p:attrNameLst>
                                      </p:cBhvr>
                                      <p:to>
                                        <p:strVal val="true"/>
                                      </p:to>
                                    </p:set>
                                  </p:childTnLst>
                                </p:cTn>
                              </p:par>
                              <p:par>
                                <p:cTn id="10" presetID="10" presetClass="entr" presetSubtype="0" fill="hold" grpId="0"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3000"/>
                                        <p:tgtEl>
                                          <p:spTgt spid="13"/>
                                        </p:tgtEl>
                                      </p:cBhvr>
                                    </p:animEffect>
                                  </p:childTnLst>
                                </p:cTn>
                              </p:par>
                              <p:par>
                                <p:cTn id="13" presetID="27" presetClass="emph" presetSubtype="0" fill="remove" nodeType="withEffect">
                                  <p:stCondLst>
                                    <p:cond delay="0"/>
                                  </p:stCondLst>
                                  <p:childTnLst>
                                    <p:animClr clrSpc="rgb" dir="cw">
                                      <p:cBhvr override="childStyle">
                                        <p:cTn id="14" dur="1500" autoRev="1" fill="remove"/>
                                        <p:tgtEl>
                                          <p:spTgt spid="10">
                                            <p:txEl>
                                              <p:pRg st="2" end="2"/>
                                            </p:txEl>
                                          </p:spTgt>
                                        </p:tgtEl>
                                        <p:attrNameLst>
                                          <p:attrName>style.color</p:attrName>
                                        </p:attrNameLst>
                                      </p:cBhvr>
                                      <p:to>
                                        <a:srgbClr val="FFC000"/>
                                      </p:to>
                                    </p:animClr>
                                    <p:animClr clrSpc="rgb" dir="cw">
                                      <p:cBhvr>
                                        <p:cTn id="15" dur="1500" autoRev="1" fill="remove"/>
                                        <p:tgtEl>
                                          <p:spTgt spid="10">
                                            <p:txEl>
                                              <p:pRg st="2" end="2"/>
                                            </p:txEl>
                                          </p:spTgt>
                                        </p:tgtEl>
                                        <p:attrNameLst>
                                          <p:attrName>fillcolor</p:attrName>
                                        </p:attrNameLst>
                                      </p:cBhvr>
                                      <p:to>
                                        <a:srgbClr val="FFC000"/>
                                      </p:to>
                                    </p:animClr>
                                    <p:set>
                                      <p:cBhvr>
                                        <p:cTn id="16" dur="1500" autoRev="1" fill="remove"/>
                                        <p:tgtEl>
                                          <p:spTgt spid="10">
                                            <p:txEl>
                                              <p:pRg st="2" end="2"/>
                                            </p:txEl>
                                          </p:spTgt>
                                        </p:tgtEl>
                                        <p:attrNameLst>
                                          <p:attrName>fill.type</p:attrName>
                                        </p:attrNameLst>
                                      </p:cBhvr>
                                      <p:to>
                                        <p:strVal val="solid"/>
                                      </p:to>
                                    </p:set>
                                    <p:set>
                                      <p:cBhvr>
                                        <p:cTn id="17" dur="1500" autoRev="1" fill="remove"/>
                                        <p:tgtEl>
                                          <p:spTgt spid="10">
                                            <p:txEl>
                                              <p:pRg st="2" end="2"/>
                                            </p:txEl>
                                          </p:spTgt>
                                        </p:tgtEl>
                                        <p:attrNameLst>
                                          <p:attrName>fill.on</p:attrName>
                                        </p:attrNameLst>
                                      </p:cBhvr>
                                      <p:to>
                                        <p:strVal val="true"/>
                                      </p:to>
                                    </p:set>
                                  </p:childTnLst>
                                </p:cTn>
                              </p:par>
                              <p:par>
                                <p:cTn id="18" presetID="27" presetClass="emph" presetSubtype="0" fill="remove" nodeType="withEffect">
                                  <p:stCondLst>
                                    <p:cond delay="0"/>
                                  </p:stCondLst>
                                  <p:childTnLst>
                                    <p:animClr clrSpc="rgb" dir="cw">
                                      <p:cBhvr override="childStyle">
                                        <p:cTn id="19" dur="1500" autoRev="1" fill="remove"/>
                                        <p:tgtEl>
                                          <p:spTgt spid="6">
                                            <p:txEl>
                                              <p:pRg st="2" end="2"/>
                                            </p:txEl>
                                          </p:spTgt>
                                        </p:tgtEl>
                                        <p:attrNameLst>
                                          <p:attrName>style.color</p:attrName>
                                        </p:attrNameLst>
                                      </p:cBhvr>
                                      <p:to>
                                        <a:srgbClr val="FFC000"/>
                                      </p:to>
                                    </p:animClr>
                                    <p:animClr clrSpc="rgb" dir="cw">
                                      <p:cBhvr>
                                        <p:cTn id="20" dur="1500" autoRev="1" fill="remove"/>
                                        <p:tgtEl>
                                          <p:spTgt spid="6">
                                            <p:txEl>
                                              <p:pRg st="2" end="2"/>
                                            </p:txEl>
                                          </p:spTgt>
                                        </p:tgtEl>
                                        <p:attrNameLst>
                                          <p:attrName>fillcolor</p:attrName>
                                        </p:attrNameLst>
                                      </p:cBhvr>
                                      <p:to>
                                        <a:srgbClr val="FFC000"/>
                                      </p:to>
                                    </p:animClr>
                                    <p:set>
                                      <p:cBhvr>
                                        <p:cTn id="21" dur="1500" autoRev="1" fill="remove"/>
                                        <p:tgtEl>
                                          <p:spTgt spid="6">
                                            <p:txEl>
                                              <p:pRg st="2" end="2"/>
                                            </p:txEl>
                                          </p:spTgt>
                                        </p:tgtEl>
                                        <p:attrNameLst>
                                          <p:attrName>fill.type</p:attrName>
                                        </p:attrNameLst>
                                      </p:cBhvr>
                                      <p:to>
                                        <p:strVal val="solid"/>
                                      </p:to>
                                    </p:set>
                                    <p:set>
                                      <p:cBhvr>
                                        <p:cTn id="22" dur="1500" autoRev="1" fill="remove"/>
                                        <p:tgtEl>
                                          <p:spTgt spid="6">
                                            <p:txEl>
                                              <p:pRg st="2" end="2"/>
                                            </p:txEl>
                                          </p:spTgt>
                                        </p:tgtEl>
                                        <p:attrNameLst>
                                          <p:attrName>fill.on</p:attrName>
                                        </p:attrNameLst>
                                      </p:cBhvr>
                                      <p:to>
                                        <p:strVal val="true"/>
                                      </p:to>
                                    </p:set>
                                  </p:childTnLst>
                                </p:cTn>
                              </p:par>
                              <p:par>
                                <p:cTn id="23" presetID="27" presetClass="emph" presetSubtype="0" fill="remove" nodeType="withEffect">
                                  <p:stCondLst>
                                    <p:cond delay="0"/>
                                  </p:stCondLst>
                                  <p:childTnLst>
                                    <p:animClr clrSpc="rgb" dir="cw">
                                      <p:cBhvr override="childStyle">
                                        <p:cTn id="24" dur="1500" autoRev="1" fill="remove"/>
                                        <p:tgtEl>
                                          <p:spTgt spid="6">
                                            <p:txEl>
                                              <p:pRg st="3" end="3"/>
                                            </p:txEl>
                                          </p:spTgt>
                                        </p:tgtEl>
                                        <p:attrNameLst>
                                          <p:attrName>style.color</p:attrName>
                                        </p:attrNameLst>
                                      </p:cBhvr>
                                      <p:to>
                                        <a:srgbClr val="FFC000"/>
                                      </p:to>
                                    </p:animClr>
                                    <p:animClr clrSpc="rgb" dir="cw">
                                      <p:cBhvr>
                                        <p:cTn id="25" dur="1500" autoRev="1" fill="remove"/>
                                        <p:tgtEl>
                                          <p:spTgt spid="6">
                                            <p:txEl>
                                              <p:pRg st="3" end="3"/>
                                            </p:txEl>
                                          </p:spTgt>
                                        </p:tgtEl>
                                        <p:attrNameLst>
                                          <p:attrName>fillcolor</p:attrName>
                                        </p:attrNameLst>
                                      </p:cBhvr>
                                      <p:to>
                                        <a:srgbClr val="FFC000"/>
                                      </p:to>
                                    </p:animClr>
                                    <p:set>
                                      <p:cBhvr>
                                        <p:cTn id="26" dur="1500" autoRev="1" fill="remove"/>
                                        <p:tgtEl>
                                          <p:spTgt spid="6">
                                            <p:txEl>
                                              <p:pRg st="3" end="3"/>
                                            </p:txEl>
                                          </p:spTgt>
                                        </p:tgtEl>
                                        <p:attrNameLst>
                                          <p:attrName>fill.type</p:attrName>
                                        </p:attrNameLst>
                                      </p:cBhvr>
                                      <p:to>
                                        <p:strVal val="solid"/>
                                      </p:to>
                                    </p:set>
                                    <p:set>
                                      <p:cBhvr>
                                        <p:cTn id="27" dur="1500" autoRev="1" fill="remove"/>
                                        <p:tgtEl>
                                          <p:spTgt spid="6">
                                            <p:txEl>
                                              <p:pRg st="3" end="3"/>
                                            </p:txEl>
                                          </p:spTgt>
                                        </p:tgtEl>
                                        <p:attrNameLst>
                                          <p:attrName>fill.on</p:attrName>
                                        </p:attrNameLst>
                                      </p:cBhvr>
                                      <p:to>
                                        <p:strVal val="true"/>
                                      </p:to>
                                    </p:set>
                                  </p:childTnLst>
                                </p:cTn>
                              </p:par>
                              <p:par>
                                <p:cTn id="28" presetID="27" presetClass="emph" presetSubtype="0" fill="remove" nodeType="withEffect">
                                  <p:stCondLst>
                                    <p:cond delay="0"/>
                                  </p:stCondLst>
                                  <p:childTnLst>
                                    <p:animClr clrSpc="rgb" dir="cw">
                                      <p:cBhvr override="childStyle">
                                        <p:cTn id="29" dur="1500" autoRev="1" fill="remove"/>
                                        <p:tgtEl>
                                          <p:spTgt spid="6">
                                            <p:txEl>
                                              <p:pRg st="14" end="14"/>
                                            </p:txEl>
                                          </p:spTgt>
                                        </p:tgtEl>
                                        <p:attrNameLst>
                                          <p:attrName>style.color</p:attrName>
                                        </p:attrNameLst>
                                      </p:cBhvr>
                                      <p:to>
                                        <a:srgbClr val="FFC000"/>
                                      </p:to>
                                    </p:animClr>
                                    <p:animClr clrSpc="rgb" dir="cw">
                                      <p:cBhvr>
                                        <p:cTn id="30" dur="1500" autoRev="1" fill="remove"/>
                                        <p:tgtEl>
                                          <p:spTgt spid="6">
                                            <p:txEl>
                                              <p:pRg st="14" end="14"/>
                                            </p:txEl>
                                          </p:spTgt>
                                        </p:tgtEl>
                                        <p:attrNameLst>
                                          <p:attrName>fillcolor</p:attrName>
                                        </p:attrNameLst>
                                      </p:cBhvr>
                                      <p:to>
                                        <a:srgbClr val="FFC000"/>
                                      </p:to>
                                    </p:animClr>
                                    <p:set>
                                      <p:cBhvr>
                                        <p:cTn id="31" dur="1500" autoRev="1" fill="remove"/>
                                        <p:tgtEl>
                                          <p:spTgt spid="6">
                                            <p:txEl>
                                              <p:pRg st="14" end="14"/>
                                            </p:txEl>
                                          </p:spTgt>
                                        </p:tgtEl>
                                        <p:attrNameLst>
                                          <p:attrName>fill.type</p:attrName>
                                        </p:attrNameLst>
                                      </p:cBhvr>
                                      <p:to>
                                        <p:strVal val="solid"/>
                                      </p:to>
                                    </p:set>
                                    <p:set>
                                      <p:cBhvr>
                                        <p:cTn id="32" dur="1500" autoRev="1" fill="remove"/>
                                        <p:tgtEl>
                                          <p:spTgt spid="6">
                                            <p:txEl>
                                              <p:pRg st="14" end="14"/>
                                            </p:txEl>
                                          </p:spTgt>
                                        </p:tgtEl>
                                        <p:attrNameLst>
                                          <p:attrName>fill.on</p:attrName>
                                        </p:attrNameLst>
                                      </p:cBhvr>
                                      <p:to>
                                        <p:strVal val="true"/>
                                      </p:to>
                                    </p:set>
                                  </p:childTnLst>
                                </p:cTn>
                              </p:par>
                              <p:par>
                                <p:cTn id="33" presetID="27" presetClass="emph" presetSubtype="0" fill="remove" nodeType="withEffect">
                                  <p:stCondLst>
                                    <p:cond delay="0"/>
                                  </p:stCondLst>
                                  <p:childTnLst>
                                    <p:animClr clrSpc="rgb" dir="cw">
                                      <p:cBhvr override="childStyle">
                                        <p:cTn id="34" dur="1500" autoRev="1" fill="remove"/>
                                        <p:tgtEl>
                                          <p:spTgt spid="6">
                                            <p:txEl>
                                              <p:pRg st="15" end="15"/>
                                            </p:txEl>
                                          </p:spTgt>
                                        </p:tgtEl>
                                        <p:attrNameLst>
                                          <p:attrName>style.color</p:attrName>
                                        </p:attrNameLst>
                                      </p:cBhvr>
                                      <p:to>
                                        <a:srgbClr val="FFC000"/>
                                      </p:to>
                                    </p:animClr>
                                    <p:animClr clrSpc="rgb" dir="cw">
                                      <p:cBhvr>
                                        <p:cTn id="35" dur="1500" autoRev="1" fill="remove"/>
                                        <p:tgtEl>
                                          <p:spTgt spid="6">
                                            <p:txEl>
                                              <p:pRg st="15" end="15"/>
                                            </p:txEl>
                                          </p:spTgt>
                                        </p:tgtEl>
                                        <p:attrNameLst>
                                          <p:attrName>fillcolor</p:attrName>
                                        </p:attrNameLst>
                                      </p:cBhvr>
                                      <p:to>
                                        <a:srgbClr val="FFC000"/>
                                      </p:to>
                                    </p:animClr>
                                    <p:set>
                                      <p:cBhvr>
                                        <p:cTn id="36" dur="1500" autoRev="1" fill="remove"/>
                                        <p:tgtEl>
                                          <p:spTgt spid="6">
                                            <p:txEl>
                                              <p:pRg st="15" end="15"/>
                                            </p:txEl>
                                          </p:spTgt>
                                        </p:tgtEl>
                                        <p:attrNameLst>
                                          <p:attrName>fill.type</p:attrName>
                                        </p:attrNameLst>
                                      </p:cBhvr>
                                      <p:to>
                                        <p:strVal val="solid"/>
                                      </p:to>
                                    </p:set>
                                    <p:set>
                                      <p:cBhvr>
                                        <p:cTn id="37" dur="1500" autoRev="1" fill="remove"/>
                                        <p:tgtEl>
                                          <p:spTgt spid="6">
                                            <p:txEl>
                                              <p:pRg st="15" end="15"/>
                                            </p:txEl>
                                          </p:spTgt>
                                        </p:tgtEl>
                                        <p:attrNameLst>
                                          <p:attrName>fill.on</p:attrName>
                                        </p:attrNameLst>
                                      </p:cBhvr>
                                      <p:to>
                                        <p:strVal val="true"/>
                                      </p:to>
                                    </p:set>
                                  </p:childTnLst>
                                </p:cTn>
                              </p:par>
                              <p:par>
                                <p:cTn id="38" presetID="10" presetClass="entr" presetSubtype="0" fill="hold" grpId="0"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3000"/>
                                        <p:tgtEl>
                                          <p:spTgt spid="28"/>
                                        </p:tgtEl>
                                      </p:cBhvr>
                                    </p:animEffect>
                                  </p:childTnLst>
                                </p:cTn>
                              </p:par>
                            </p:childTnLst>
                          </p:cTn>
                        </p:par>
                      </p:childTnLst>
                    </p:cTn>
                  </p:par>
                  <p:par>
                    <p:cTn id="41" fill="hold">
                      <p:stCondLst>
                        <p:cond delay="indefinite"/>
                      </p:stCondLst>
                      <p:childTnLst>
                        <p:par>
                          <p:cTn id="42" fill="hold">
                            <p:stCondLst>
                              <p:cond delay="0"/>
                            </p:stCondLst>
                            <p:childTnLst>
                              <p:par>
                                <p:cTn id="43" presetID="27" presetClass="emph" presetSubtype="0" fill="remove" nodeType="clickEffect">
                                  <p:stCondLst>
                                    <p:cond delay="0"/>
                                  </p:stCondLst>
                                  <p:childTnLst>
                                    <p:animClr clrSpc="rgb" dir="cw">
                                      <p:cBhvr override="childStyle">
                                        <p:cTn id="44" dur="1500" autoRev="1" fill="remove"/>
                                        <p:tgtEl>
                                          <p:spTgt spid="10">
                                            <p:txEl>
                                              <p:pRg st="3" end="3"/>
                                            </p:txEl>
                                          </p:spTgt>
                                        </p:tgtEl>
                                        <p:attrNameLst>
                                          <p:attrName>style.color</p:attrName>
                                        </p:attrNameLst>
                                      </p:cBhvr>
                                      <p:to>
                                        <a:srgbClr val="FFFF00"/>
                                      </p:to>
                                    </p:animClr>
                                    <p:animClr clrSpc="rgb" dir="cw">
                                      <p:cBhvr>
                                        <p:cTn id="45" dur="1500" autoRev="1" fill="remove"/>
                                        <p:tgtEl>
                                          <p:spTgt spid="10">
                                            <p:txEl>
                                              <p:pRg st="3" end="3"/>
                                            </p:txEl>
                                          </p:spTgt>
                                        </p:tgtEl>
                                        <p:attrNameLst>
                                          <p:attrName>fillcolor</p:attrName>
                                        </p:attrNameLst>
                                      </p:cBhvr>
                                      <p:to>
                                        <a:srgbClr val="FFFF00"/>
                                      </p:to>
                                    </p:animClr>
                                    <p:set>
                                      <p:cBhvr>
                                        <p:cTn id="46" dur="1500" autoRev="1" fill="remove"/>
                                        <p:tgtEl>
                                          <p:spTgt spid="10">
                                            <p:txEl>
                                              <p:pRg st="3" end="3"/>
                                            </p:txEl>
                                          </p:spTgt>
                                        </p:tgtEl>
                                        <p:attrNameLst>
                                          <p:attrName>fill.type</p:attrName>
                                        </p:attrNameLst>
                                      </p:cBhvr>
                                      <p:to>
                                        <p:strVal val="solid"/>
                                      </p:to>
                                    </p:set>
                                    <p:set>
                                      <p:cBhvr>
                                        <p:cTn id="47" dur="1500" autoRev="1" fill="remove"/>
                                        <p:tgtEl>
                                          <p:spTgt spid="10">
                                            <p:txEl>
                                              <p:pRg st="3" end="3"/>
                                            </p:txEl>
                                          </p:spTgt>
                                        </p:tgtEl>
                                        <p:attrNameLst>
                                          <p:attrName>fill.on</p:attrName>
                                        </p:attrNameLst>
                                      </p:cBhvr>
                                      <p:to>
                                        <p:strVal val="true"/>
                                      </p:to>
                                    </p:set>
                                  </p:childTnLst>
                                </p:cTn>
                              </p:par>
                              <p:par>
                                <p:cTn id="48" presetID="27" presetClass="emph" presetSubtype="0" fill="remove" nodeType="withEffect">
                                  <p:stCondLst>
                                    <p:cond delay="0"/>
                                  </p:stCondLst>
                                  <p:childTnLst>
                                    <p:animClr clrSpc="rgb" dir="cw">
                                      <p:cBhvr override="childStyle">
                                        <p:cTn id="49" dur="1500" autoRev="1" fill="remove"/>
                                        <p:tgtEl>
                                          <p:spTgt spid="6">
                                            <p:txEl>
                                              <p:pRg st="4" end="4"/>
                                            </p:txEl>
                                          </p:spTgt>
                                        </p:tgtEl>
                                        <p:attrNameLst>
                                          <p:attrName>style.color</p:attrName>
                                        </p:attrNameLst>
                                      </p:cBhvr>
                                      <p:to>
                                        <a:srgbClr val="FFFF00"/>
                                      </p:to>
                                    </p:animClr>
                                    <p:animClr clrSpc="rgb" dir="cw">
                                      <p:cBhvr>
                                        <p:cTn id="50" dur="1500" autoRev="1" fill="remove"/>
                                        <p:tgtEl>
                                          <p:spTgt spid="6">
                                            <p:txEl>
                                              <p:pRg st="4" end="4"/>
                                            </p:txEl>
                                          </p:spTgt>
                                        </p:tgtEl>
                                        <p:attrNameLst>
                                          <p:attrName>fillcolor</p:attrName>
                                        </p:attrNameLst>
                                      </p:cBhvr>
                                      <p:to>
                                        <a:srgbClr val="FFFF00"/>
                                      </p:to>
                                    </p:animClr>
                                    <p:set>
                                      <p:cBhvr>
                                        <p:cTn id="51" dur="1500" autoRev="1" fill="remove"/>
                                        <p:tgtEl>
                                          <p:spTgt spid="6">
                                            <p:txEl>
                                              <p:pRg st="4" end="4"/>
                                            </p:txEl>
                                          </p:spTgt>
                                        </p:tgtEl>
                                        <p:attrNameLst>
                                          <p:attrName>fill.type</p:attrName>
                                        </p:attrNameLst>
                                      </p:cBhvr>
                                      <p:to>
                                        <p:strVal val="solid"/>
                                      </p:to>
                                    </p:set>
                                    <p:set>
                                      <p:cBhvr>
                                        <p:cTn id="52" dur="1500" autoRev="1" fill="remove"/>
                                        <p:tgtEl>
                                          <p:spTgt spid="6">
                                            <p:txEl>
                                              <p:pRg st="4" end="4"/>
                                            </p:txEl>
                                          </p:spTgt>
                                        </p:tgtEl>
                                        <p:attrNameLst>
                                          <p:attrName>fill.on</p:attrName>
                                        </p:attrNameLst>
                                      </p:cBhvr>
                                      <p:to>
                                        <p:strVal val="true"/>
                                      </p:to>
                                    </p:set>
                                  </p:childTnLst>
                                </p:cTn>
                              </p:par>
                              <p:par>
                                <p:cTn id="53" presetID="27" presetClass="emph" presetSubtype="0" fill="remove" nodeType="withEffect">
                                  <p:stCondLst>
                                    <p:cond delay="0"/>
                                  </p:stCondLst>
                                  <p:childTnLst>
                                    <p:animClr clrSpc="rgb" dir="cw">
                                      <p:cBhvr override="childStyle">
                                        <p:cTn id="54" dur="1500" autoRev="1" fill="remove"/>
                                        <p:tgtEl>
                                          <p:spTgt spid="6">
                                            <p:txEl>
                                              <p:pRg st="16" end="16"/>
                                            </p:txEl>
                                          </p:spTgt>
                                        </p:tgtEl>
                                        <p:attrNameLst>
                                          <p:attrName>style.color</p:attrName>
                                        </p:attrNameLst>
                                      </p:cBhvr>
                                      <p:to>
                                        <a:srgbClr val="FFFF00"/>
                                      </p:to>
                                    </p:animClr>
                                    <p:animClr clrSpc="rgb" dir="cw">
                                      <p:cBhvr>
                                        <p:cTn id="55" dur="1500" autoRev="1" fill="remove"/>
                                        <p:tgtEl>
                                          <p:spTgt spid="6">
                                            <p:txEl>
                                              <p:pRg st="16" end="16"/>
                                            </p:txEl>
                                          </p:spTgt>
                                        </p:tgtEl>
                                        <p:attrNameLst>
                                          <p:attrName>fillcolor</p:attrName>
                                        </p:attrNameLst>
                                      </p:cBhvr>
                                      <p:to>
                                        <a:srgbClr val="FFFF00"/>
                                      </p:to>
                                    </p:animClr>
                                    <p:set>
                                      <p:cBhvr>
                                        <p:cTn id="56" dur="1500" autoRev="1" fill="remove"/>
                                        <p:tgtEl>
                                          <p:spTgt spid="6">
                                            <p:txEl>
                                              <p:pRg st="16" end="16"/>
                                            </p:txEl>
                                          </p:spTgt>
                                        </p:tgtEl>
                                        <p:attrNameLst>
                                          <p:attrName>fill.type</p:attrName>
                                        </p:attrNameLst>
                                      </p:cBhvr>
                                      <p:to>
                                        <p:strVal val="solid"/>
                                      </p:to>
                                    </p:set>
                                    <p:set>
                                      <p:cBhvr>
                                        <p:cTn id="57" dur="1500" autoRev="1" fill="remove"/>
                                        <p:tgtEl>
                                          <p:spTgt spid="6">
                                            <p:txEl>
                                              <p:pRg st="16" end="16"/>
                                            </p:txEl>
                                          </p:spTgt>
                                        </p:tgtEl>
                                        <p:attrNameLst>
                                          <p:attrName>fill.on</p:attrName>
                                        </p:attrNameLst>
                                      </p:cBhvr>
                                      <p:to>
                                        <p:strVal val="true"/>
                                      </p:to>
                                    </p:se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3000"/>
                                        <p:tgtEl>
                                          <p:spTgt spid="24"/>
                                        </p:tgtEl>
                                      </p:cBhvr>
                                    </p:animEffect>
                                  </p:childTnLst>
                                </p:cTn>
                              </p:par>
                            </p:childTnLst>
                          </p:cTn>
                        </p:par>
                      </p:childTnLst>
                    </p:cTn>
                  </p:par>
                  <p:par>
                    <p:cTn id="61" fill="hold">
                      <p:stCondLst>
                        <p:cond delay="indefinite"/>
                      </p:stCondLst>
                      <p:childTnLst>
                        <p:par>
                          <p:cTn id="62" fill="hold">
                            <p:stCondLst>
                              <p:cond delay="0"/>
                            </p:stCondLst>
                            <p:childTnLst>
                              <p:par>
                                <p:cTn id="63" presetID="27" presetClass="emph" presetSubtype="0" fill="remove" nodeType="clickEffect">
                                  <p:stCondLst>
                                    <p:cond delay="0"/>
                                  </p:stCondLst>
                                  <p:childTnLst>
                                    <p:animClr clrSpc="rgb" dir="cw">
                                      <p:cBhvr override="childStyle">
                                        <p:cTn id="64" dur="1500" autoRev="1" fill="remove"/>
                                        <p:tgtEl>
                                          <p:spTgt spid="10">
                                            <p:txEl>
                                              <p:pRg st="4" end="4"/>
                                            </p:txEl>
                                          </p:spTgt>
                                        </p:tgtEl>
                                        <p:attrNameLst>
                                          <p:attrName>style.color</p:attrName>
                                        </p:attrNameLst>
                                      </p:cBhvr>
                                      <p:to>
                                        <a:srgbClr val="FF0000"/>
                                      </p:to>
                                    </p:animClr>
                                    <p:animClr clrSpc="rgb" dir="cw">
                                      <p:cBhvr>
                                        <p:cTn id="65" dur="1500" autoRev="1" fill="remove"/>
                                        <p:tgtEl>
                                          <p:spTgt spid="10">
                                            <p:txEl>
                                              <p:pRg st="4" end="4"/>
                                            </p:txEl>
                                          </p:spTgt>
                                        </p:tgtEl>
                                        <p:attrNameLst>
                                          <p:attrName>fillcolor</p:attrName>
                                        </p:attrNameLst>
                                      </p:cBhvr>
                                      <p:to>
                                        <a:srgbClr val="FF0000"/>
                                      </p:to>
                                    </p:animClr>
                                    <p:set>
                                      <p:cBhvr>
                                        <p:cTn id="66" dur="1500" autoRev="1" fill="remove"/>
                                        <p:tgtEl>
                                          <p:spTgt spid="10">
                                            <p:txEl>
                                              <p:pRg st="4" end="4"/>
                                            </p:txEl>
                                          </p:spTgt>
                                        </p:tgtEl>
                                        <p:attrNameLst>
                                          <p:attrName>fill.type</p:attrName>
                                        </p:attrNameLst>
                                      </p:cBhvr>
                                      <p:to>
                                        <p:strVal val="solid"/>
                                      </p:to>
                                    </p:set>
                                    <p:set>
                                      <p:cBhvr>
                                        <p:cTn id="67" dur="1500" autoRev="1" fill="remove"/>
                                        <p:tgtEl>
                                          <p:spTgt spid="10">
                                            <p:txEl>
                                              <p:pRg st="4" end="4"/>
                                            </p:txEl>
                                          </p:spTgt>
                                        </p:tgtEl>
                                        <p:attrNameLst>
                                          <p:attrName>fill.on</p:attrName>
                                        </p:attrNameLst>
                                      </p:cBhvr>
                                      <p:to>
                                        <p:strVal val="true"/>
                                      </p:to>
                                    </p:set>
                                  </p:childTnLst>
                                </p:cTn>
                              </p:par>
                              <p:par>
                                <p:cTn id="68" presetID="27" presetClass="emph" presetSubtype="0" fill="remove" nodeType="withEffect">
                                  <p:stCondLst>
                                    <p:cond delay="0"/>
                                  </p:stCondLst>
                                  <p:childTnLst>
                                    <p:animClr clrSpc="rgb" dir="cw">
                                      <p:cBhvr override="childStyle">
                                        <p:cTn id="69" dur="1500" autoRev="1" fill="remove"/>
                                        <p:tgtEl>
                                          <p:spTgt spid="6">
                                            <p:txEl>
                                              <p:pRg st="5" end="5"/>
                                            </p:txEl>
                                          </p:spTgt>
                                        </p:tgtEl>
                                        <p:attrNameLst>
                                          <p:attrName>style.color</p:attrName>
                                        </p:attrNameLst>
                                      </p:cBhvr>
                                      <p:to>
                                        <a:srgbClr val="FF0000"/>
                                      </p:to>
                                    </p:animClr>
                                    <p:animClr clrSpc="rgb" dir="cw">
                                      <p:cBhvr>
                                        <p:cTn id="70" dur="1500" autoRev="1" fill="remove"/>
                                        <p:tgtEl>
                                          <p:spTgt spid="6">
                                            <p:txEl>
                                              <p:pRg st="5" end="5"/>
                                            </p:txEl>
                                          </p:spTgt>
                                        </p:tgtEl>
                                        <p:attrNameLst>
                                          <p:attrName>fillcolor</p:attrName>
                                        </p:attrNameLst>
                                      </p:cBhvr>
                                      <p:to>
                                        <a:srgbClr val="FF0000"/>
                                      </p:to>
                                    </p:animClr>
                                    <p:set>
                                      <p:cBhvr>
                                        <p:cTn id="71" dur="1500" autoRev="1" fill="remove"/>
                                        <p:tgtEl>
                                          <p:spTgt spid="6">
                                            <p:txEl>
                                              <p:pRg st="5" end="5"/>
                                            </p:txEl>
                                          </p:spTgt>
                                        </p:tgtEl>
                                        <p:attrNameLst>
                                          <p:attrName>fill.type</p:attrName>
                                        </p:attrNameLst>
                                      </p:cBhvr>
                                      <p:to>
                                        <p:strVal val="solid"/>
                                      </p:to>
                                    </p:set>
                                    <p:set>
                                      <p:cBhvr>
                                        <p:cTn id="72" dur="1500" autoRev="1" fill="remove"/>
                                        <p:tgtEl>
                                          <p:spTgt spid="6">
                                            <p:txEl>
                                              <p:pRg st="5" end="5"/>
                                            </p:txEl>
                                          </p:spTgt>
                                        </p:tgtEl>
                                        <p:attrNameLst>
                                          <p:attrName>fill.on</p:attrName>
                                        </p:attrNameLst>
                                      </p:cBhvr>
                                      <p:to>
                                        <p:strVal val="true"/>
                                      </p:to>
                                    </p:set>
                                  </p:childTnLst>
                                </p:cTn>
                              </p:par>
                              <p:par>
                                <p:cTn id="73" presetID="10" presetClass="entr" presetSubtype="0" fill="hold" grpId="0" nodeType="with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fade">
                                      <p:cBhvr>
                                        <p:cTn id="75" dur="500"/>
                                        <p:tgtEl>
                                          <p:spTgt spid="15"/>
                                        </p:tgtEl>
                                      </p:cBhvr>
                                    </p:animEffect>
                                  </p:childTnLst>
                                </p:cTn>
                              </p:par>
                              <p:par>
                                <p:cTn id="76" presetID="27" presetClass="emph" presetSubtype="0" fill="remove" nodeType="withEffect">
                                  <p:stCondLst>
                                    <p:cond delay="0"/>
                                  </p:stCondLst>
                                  <p:childTnLst>
                                    <p:animClr clrSpc="rgb" dir="cw">
                                      <p:cBhvr override="childStyle">
                                        <p:cTn id="77" dur="1500" autoRev="1" fill="remove"/>
                                        <p:tgtEl>
                                          <p:spTgt spid="6">
                                            <p:txEl>
                                              <p:pRg st="17" end="17"/>
                                            </p:txEl>
                                          </p:spTgt>
                                        </p:tgtEl>
                                        <p:attrNameLst>
                                          <p:attrName>style.color</p:attrName>
                                        </p:attrNameLst>
                                      </p:cBhvr>
                                      <p:to>
                                        <a:srgbClr val="FF0000"/>
                                      </p:to>
                                    </p:animClr>
                                    <p:animClr clrSpc="rgb" dir="cw">
                                      <p:cBhvr>
                                        <p:cTn id="78" dur="1500" autoRev="1" fill="remove"/>
                                        <p:tgtEl>
                                          <p:spTgt spid="6">
                                            <p:txEl>
                                              <p:pRg st="17" end="17"/>
                                            </p:txEl>
                                          </p:spTgt>
                                        </p:tgtEl>
                                        <p:attrNameLst>
                                          <p:attrName>fillcolor</p:attrName>
                                        </p:attrNameLst>
                                      </p:cBhvr>
                                      <p:to>
                                        <a:srgbClr val="FF0000"/>
                                      </p:to>
                                    </p:animClr>
                                    <p:set>
                                      <p:cBhvr>
                                        <p:cTn id="79" dur="1500" autoRev="1" fill="remove"/>
                                        <p:tgtEl>
                                          <p:spTgt spid="6">
                                            <p:txEl>
                                              <p:pRg st="17" end="17"/>
                                            </p:txEl>
                                          </p:spTgt>
                                        </p:tgtEl>
                                        <p:attrNameLst>
                                          <p:attrName>fill.type</p:attrName>
                                        </p:attrNameLst>
                                      </p:cBhvr>
                                      <p:to>
                                        <p:strVal val="solid"/>
                                      </p:to>
                                    </p:set>
                                    <p:set>
                                      <p:cBhvr>
                                        <p:cTn id="80" dur="1500" autoRev="1" fill="remove"/>
                                        <p:tgtEl>
                                          <p:spTgt spid="6">
                                            <p:txEl>
                                              <p:pRg st="17" end="17"/>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24" grpId="0"/>
      <p:bldP spid="2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17</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Implicit inheritance</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INHERITANCE</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buNone/>
            </a:pPr>
            <a:r>
              <a:rPr lang="en-US" sz="2400"/>
              <a:t>All types in the .NET type system implicitly inherit from </a:t>
            </a:r>
            <a:r>
              <a:rPr lang="en-US" sz="2400">
                <a:solidFill>
                  <a:schemeClr val="accent2"/>
                </a:solidFill>
              </a:rPr>
              <a:t>Object</a:t>
            </a:r>
            <a:r>
              <a:rPr lang="en-US" sz="2400"/>
              <a:t> or a type derived from it. </a:t>
            </a:r>
          </a:p>
          <a:p>
            <a:pPr marL="0" indent="0">
              <a:buNone/>
            </a:pPr>
            <a:r>
              <a:rPr lang="en-US" sz="2400"/>
              <a:t>The common functionality of </a:t>
            </a:r>
            <a:r>
              <a:rPr lang="en-US" sz="2400">
                <a:solidFill>
                  <a:schemeClr val="accent2"/>
                </a:solidFill>
              </a:rPr>
              <a:t>Object</a:t>
            </a:r>
            <a:r>
              <a:rPr lang="en-US" sz="2400"/>
              <a:t> is available for any type.</a:t>
            </a:r>
          </a:p>
          <a:p>
            <a:pPr marL="0" indent="0">
              <a:spcBef>
                <a:spcPts val="0"/>
              </a:spcBef>
              <a:spcAft>
                <a:spcPts val="0"/>
              </a:spcAft>
              <a:buNone/>
            </a:pPr>
            <a:r>
              <a:rPr lang="en-US" sz="1600">
                <a:solidFill>
                  <a:srgbClr val="0000FF"/>
                </a:solidFill>
                <a:latin typeface="Consolas" panose="020B0609020204030204" pitchFamily="49" charset="0"/>
              </a:rPr>
              <a:t>public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class</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Object</a:t>
            </a:r>
            <a:r>
              <a:rPr lang="en-US" sz="1600">
                <a:solidFill>
                  <a:srgbClr val="000000"/>
                </a:solidFill>
                <a:latin typeface="Consolas" panose="020B0609020204030204" pitchFamily="49" charset="0"/>
              </a:rPr>
              <a:t> {</a:t>
            </a:r>
          </a:p>
          <a:p>
            <a:pPr marL="0" indent="0">
              <a:spcBef>
                <a:spcPts val="0"/>
              </a:spcBef>
              <a:spcAft>
                <a:spcPts val="0"/>
              </a:spcAft>
              <a:buNone/>
            </a:pPr>
            <a:r>
              <a:rPr lang="en-US" sz="1600">
                <a:solidFill>
                  <a:srgbClr val="0000FF"/>
                </a:solidFill>
                <a:latin typeface="Consolas" panose="020B0609020204030204" pitchFamily="49" charset="0"/>
              </a:rPr>
              <a:t>	public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virtual</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string</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ToString</a:t>
            </a:r>
            <a:r>
              <a:rPr lang="en-US" sz="1600">
                <a:solidFill>
                  <a:srgbClr val="000000"/>
                </a:solidFill>
                <a:latin typeface="Consolas" panose="020B0609020204030204" pitchFamily="49" charset="0"/>
              </a:rPr>
              <a:t>()</a:t>
            </a:r>
          </a:p>
          <a:p>
            <a:pPr marL="0" indent="0">
              <a:spcBef>
                <a:spcPts val="0"/>
              </a:spcBef>
              <a:spcAft>
                <a:spcPts val="0"/>
              </a:spcAft>
              <a:buNone/>
            </a:pPr>
            <a:r>
              <a:rPr lang="en-US" sz="1600">
                <a:solidFill>
                  <a:srgbClr val="0000FF"/>
                </a:solidFill>
                <a:latin typeface="Consolas" panose="020B0609020204030204" pitchFamily="49" charset="0"/>
              </a:rPr>
              <a:t>	public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virtual</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bool</a:t>
            </a:r>
            <a:r>
              <a:rPr lang="en-US" sz="1600">
                <a:solidFill>
                  <a:srgbClr val="000000"/>
                </a:solidFill>
                <a:latin typeface="Consolas" panose="020B0609020204030204" pitchFamily="49" charset="0"/>
              </a:rPr>
              <a:t> Equals(</a:t>
            </a:r>
            <a:r>
              <a:rPr lang="en-US" sz="1600">
                <a:solidFill>
                  <a:srgbClr val="0000FF"/>
                </a:solidFill>
                <a:latin typeface="Consolas" panose="020B0609020204030204" pitchFamily="49" charset="0"/>
              </a:rPr>
              <a:t>object</a:t>
            </a:r>
            <a:r>
              <a:rPr lang="en-US" sz="1600">
                <a:solidFill>
                  <a:srgbClr val="000000"/>
                </a:solidFill>
                <a:latin typeface="Consolas" panose="020B0609020204030204" pitchFamily="49" charset="0"/>
              </a:rPr>
              <a:t> obj)</a:t>
            </a:r>
          </a:p>
          <a:p>
            <a:pPr marL="0" indent="0">
              <a:spcBef>
                <a:spcPts val="0"/>
              </a:spcBef>
              <a:spcAft>
                <a:spcPts val="0"/>
              </a:spcAft>
              <a:buNone/>
            </a:pPr>
            <a:r>
              <a:rPr lang="en-US" sz="1600">
                <a:solidFill>
                  <a:srgbClr val="0000FF"/>
                </a:solidFill>
                <a:latin typeface="Consolas" panose="020B0609020204030204" pitchFamily="49" charset="0"/>
              </a:rPr>
              <a:t>	public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bool</a:t>
            </a:r>
            <a:r>
              <a:rPr lang="en-US" sz="1600">
                <a:solidFill>
                  <a:srgbClr val="000000"/>
                </a:solidFill>
                <a:latin typeface="Consolas" panose="020B0609020204030204" pitchFamily="49" charset="0"/>
              </a:rPr>
              <a:t> Equals(</a:t>
            </a:r>
            <a:r>
              <a:rPr lang="en-US" sz="1600">
                <a:solidFill>
                  <a:srgbClr val="0000FF"/>
                </a:solidFill>
                <a:latin typeface="Consolas" panose="020B0609020204030204" pitchFamily="49" charset="0"/>
              </a:rPr>
              <a:t>object</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objA</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object</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objB</a:t>
            </a:r>
            <a:r>
              <a:rPr lang="en-US" sz="1600">
                <a:solidFill>
                  <a:srgbClr val="000000"/>
                </a:solidFill>
                <a:latin typeface="Consolas" panose="020B0609020204030204" pitchFamily="49" charset="0"/>
              </a:rPr>
              <a:t>)</a:t>
            </a:r>
          </a:p>
          <a:p>
            <a:pPr marL="0" indent="0">
              <a:spcBef>
                <a:spcPts val="0"/>
              </a:spcBef>
              <a:spcAft>
                <a:spcPts val="0"/>
              </a:spcAft>
              <a:buNone/>
            </a:pPr>
            <a:r>
              <a:rPr lang="en-US" sz="1600">
                <a:solidFill>
                  <a:srgbClr val="0000FF"/>
                </a:solidFill>
                <a:latin typeface="Consolas" panose="020B0609020204030204" pitchFamily="49" charset="0"/>
              </a:rPr>
              <a:t>	public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static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bool</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ReferenceEquals</a:t>
            </a:r>
            <a:r>
              <a:rPr lang="en-US" sz="1600">
                <a:solidFill>
                  <a:srgbClr val="000000"/>
                </a:solidFill>
                <a:latin typeface="Consolas" panose="020B0609020204030204" pitchFamily="49" charset="0"/>
              </a:rPr>
              <a:t>(</a:t>
            </a:r>
            <a:r>
              <a:rPr lang="en-US" sz="1600">
                <a:solidFill>
                  <a:srgbClr val="0000FF"/>
                </a:solidFill>
                <a:latin typeface="Consolas" panose="020B0609020204030204" pitchFamily="49" charset="0"/>
              </a:rPr>
              <a:t>object</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objA</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object</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objB</a:t>
            </a:r>
            <a:r>
              <a:rPr lang="en-US" sz="1600">
                <a:solidFill>
                  <a:srgbClr val="000000"/>
                </a:solidFill>
                <a:latin typeface="Consolas" panose="020B0609020204030204" pitchFamily="49" charset="0"/>
              </a:rPr>
              <a:t>)</a:t>
            </a:r>
          </a:p>
          <a:p>
            <a:pPr marL="0" indent="0">
              <a:spcBef>
                <a:spcPts val="0"/>
              </a:spcBef>
              <a:spcAft>
                <a:spcPts val="0"/>
              </a:spcAft>
              <a:buNone/>
            </a:pPr>
            <a:r>
              <a:rPr lang="en-US" sz="1600">
                <a:solidFill>
                  <a:srgbClr val="0000FF"/>
                </a:solidFill>
                <a:latin typeface="Consolas" panose="020B0609020204030204" pitchFamily="49" charset="0"/>
              </a:rPr>
              <a:t>	public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virtual</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int</a:t>
            </a:r>
            <a:r>
              <a:rPr lang="en-US" sz="1600">
                <a:solidFill>
                  <a:srgbClr val="000000"/>
                </a:solidFill>
                <a:latin typeface="Consolas" panose="020B0609020204030204" pitchFamily="49" charset="0"/>
              </a:rPr>
              <a:t> GetHashCode()</a:t>
            </a:r>
          </a:p>
          <a:p>
            <a:pPr marL="0" indent="0">
              <a:spcBef>
                <a:spcPts val="0"/>
              </a:spcBef>
              <a:spcAft>
                <a:spcPts val="0"/>
              </a:spcAft>
              <a:buNone/>
            </a:pPr>
            <a:r>
              <a:rPr lang="en-US" sz="1600">
                <a:solidFill>
                  <a:srgbClr val="0000FF"/>
                </a:solidFill>
                <a:latin typeface="Consolas" panose="020B0609020204030204" pitchFamily="49" charset="0"/>
              </a:rPr>
              <a:t>	public</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extern</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Type</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GetType</a:t>
            </a:r>
            <a:r>
              <a:rPr lang="en-US" sz="1600">
                <a:solidFill>
                  <a:srgbClr val="000000"/>
                </a:solidFill>
                <a:latin typeface="Consolas" panose="020B0609020204030204" pitchFamily="49" charset="0"/>
              </a:rPr>
              <a:t>();</a:t>
            </a:r>
          </a:p>
          <a:p>
            <a:pPr marL="0" indent="0">
              <a:spcBef>
                <a:spcPts val="0"/>
              </a:spcBef>
              <a:spcAft>
                <a:spcPts val="0"/>
              </a:spcAft>
              <a:buNone/>
            </a:pPr>
            <a:r>
              <a:rPr lang="en-US" sz="1600">
                <a:solidFill>
                  <a:srgbClr val="0000FF"/>
                </a:solidFill>
                <a:latin typeface="Consolas" panose="020B0609020204030204" pitchFamily="49" charset="0"/>
              </a:rPr>
              <a:t>	protected</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extern</a:t>
            </a:r>
            <a:r>
              <a:rPr lang="en-US" sz="1600">
                <a:solidFill>
                  <a:srgbClr val="000000"/>
                </a:solidFill>
                <a:latin typeface="Consolas" panose="020B0609020204030204" pitchFamily="49" charset="0"/>
              </a:rPr>
              <a:t> </a:t>
            </a:r>
            <a:r>
              <a:rPr lang="en-US" sz="1600">
                <a:solidFill>
                  <a:srgbClr val="0000FF"/>
                </a:solidFill>
                <a:latin typeface="Consolas" panose="020B0609020204030204" pitchFamily="49" charset="0"/>
              </a:rPr>
              <a:t>object</a:t>
            </a:r>
            <a:r>
              <a:rPr lang="en-US" sz="1600">
                <a:solidFill>
                  <a:srgbClr val="000000"/>
                </a:solidFill>
                <a:latin typeface="Consolas" panose="020B0609020204030204" pitchFamily="49" charset="0"/>
              </a:rPr>
              <a:t> </a:t>
            </a:r>
            <a:r>
              <a:rPr lang="en-US" sz="1600" err="1">
                <a:solidFill>
                  <a:srgbClr val="000000"/>
                </a:solidFill>
                <a:latin typeface="Consolas" panose="020B0609020204030204" pitchFamily="49" charset="0"/>
              </a:rPr>
              <a:t>MemberwiseClone</a:t>
            </a:r>
            <a:r>
              <a:rPr lang="en-US" sz="1600">
                <a:solidFill>
                  <a:srgbClr val="000000"/>
                </a:solidFill>
                <a:latin typeface="Consolas" panose="020B0609020204030204" pitchFamily="49" charset="0"/>
              </a:rPr>
              <a:t>();</a:t>
            </a:r>
          </a:p>
          <a:p>
            <a:pPr marL="0" indent="0">
              <a:spcBef>
                <a:spcPts val="0"/>
              </a:spcBef>
              <a:spcAft>
                <a:spcPts val="0"/>
              </a:spcAft>
              <a:buNone/>
            </a:pPr>
            <a:r>
              <a:rPr lang="en-US" sz="1600">
                <a:solidFill>
                  <a:srgbClr val="000000"/>
                </a:solidFill>
                <a:latin typeface="Consolas" panose="020B0609020204030204" pitchFamily="49" charset="0"/>
              </a:rPr>
              <a:t>}</a:t>
            </a:r>
            <a:endParaRPr lang="en-US" sz="2000"/>
          </a:p>
        </p:txBody>
      </p:sp>
    </p:spTree>
    <p:extLst>
      <p:ext uri="{BB962C8B-B14F-4D97-AF65-F5344CB8AC3E}">
        <p14:creationId xmlns:p14="http://schemas.microsoft.com/office/powerpoint/2010/main" val="2873708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18</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EQUALS AND HASHCODE</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INHERITANCE</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algn="l">
              <a:buFont typeface="Arial" panose="020B0604020202020204" pitchFamily="34" charset="0"/>
              <a:buChar char="•"/>
            </a:pPr>
            <a:r>
              <a:rPr lang="en-US" sz="2400" b="0" i="0">
                <a:solidFill>
                  <a:srgbClr val="171717"/>
                </a:solidFill>
                <a:effectLst/>
                <a:latin typeface="Segoe UI" panose="020B0502040204020203" pitchFamily="34" charset="0"/>
              </a:rPr>
              <a:t>If you are implementing a value type, you should consider overriding the </a:t>
            </a:r>
            <a:r>
              <a:rPr lang="en-US" sz="2400" b="1" i="0">
                <a:solidFill>
                  <a:srgbClr val="171717"/>
                </a:solidFill>
                <a:effectLst/>
                <a:latin typeface="Segoe UI" panose="020B0502040204020203" pitchFamily="34" charset="0"/>
              </a:rPr>
              <a:t>Equals</a:t>
            </a:r>
            <a:r>
              <a:rPr lang="en-US" sz="2400" b="0" i="0">
                <a:solidFill>
                  <a:srgbClr val="171717"/>
                </a:solidFill>
                <a:effectLst/>
                <a:latin typeface="Segoe UI" panose="020B0502040204020203" pitchFamily="34" charset="0"/>
              </a:rPr>
              <a:t> method to gain increased performance over the default implementation of the Equals method on ValueType.</a:t>
            </a:r>
          </a:p>
          <a:p>
            <a:pPr algn="l">
              <a:buFont typeface="Arial" panose="020B0604020202020204" pitchFamily="34" charset="0"/>
              <a:buChar char="•"/>
            </a:pPr>
            <a:r>
              <a:rPr lang="en-US" sz="2400" b="0" i="0">
                <a:solidFill>
                  <a:srgbClr val="171717"/>
                </a:solidFill>
                <a:effectLst/>
                <a:latin typeface="Segoe UI" panose="020B0502040204020203" pitchFamily="34" charset="0"/>
              </a:rPr>
              <a:t>If you are implementing a reference type, you should consider overriding the </a:t>
            </a:r>
            <a:r>
              <a:rPr lang="en-US" sz="2400" b="1" i="0">
                <a:solidFill>
                  <a:srgbClr val="171717"/>
                </a:solidFill>
                <a:effectLst/>
                <a:latin typeface="Segoe UI" panose="020B0502040204020203" pitchFamily="34" charset="0"/>
              </a:rPr>
              <a:t>Equals</a:t>
            </a:r>
            <a:r>
              <a:rPr lang="en-US" sz="2400" b="0" i="0">
                <a:solidFill>
                  <a:srgbClr val="171717"/>
                </a:solidFill>
                <a:effectLst/>
                <a:latin typeface="Segoe UI" panose="020B0502040204020203" pitchFamily="34" charset="0"/>
              </a:rPr>
              <a:t> method if your type looks like a base type, such as Point, String, BigNumber, and so on.</a:t>
            </a:r>
          </a:p>
          <a:p>
            <a:pPr algn="l">
              <a:buFont typeface="Arial" panose="020B0604020202020204" pitchFamily="34" charset="0"/>
              <a:buChar char="•"/>
            </a:pPr>
            <a:r>
              <a:rPr lang="en-US" sz="2400" b="0" i="0">
                <a:solidFill>
                  <a:srgbClr val="171717"/>
                </a:solidFill>
                <a:effectLst/>
                <a:latin typeface="Segoe UI" panose="020B0502040204020203" pitchFamily="34" charset="0"/>
              </a:rPr>
              <a:t>Override the </a:t>
            </a:r>
            <a:r>
              <a:rPr lang="en-US" sz="2400" b="1" i="0">
                <a:solidFill>
                  <a:srgbClr val="171717"/>
                </a:solidFill>
                <a:effectLst/>
                <a:latin typeface="Segoe UI" panose="020B0502040204020203" pitchFamily="34" charset="0"/>
              </a:rPr>
              <a:t>GetHashCode</a:t>
            </a:r>
            <a:r>
              <a:rPr lang="en-US" sz="2400" b="0" i="0">
                <a:solidFill>
                  <a:srgbClr val="171717"/>
                </a:solidFill>
                <a:effectLst/>
                <a:latin typeface="Segoe UI" panose="020B0502040204020203" pitchFamily="34" charset="0"/>
              </a:rPr>
              <a:t> method to allow a type to work correctly in a hash table</a:t>
            </a:r>
          </a:p>
        </p:txBody>
      </p:sp>
    </p:spTree>
    <p:extLst>
      <p:ext uri="{BB962C8B-B14F-4D97-AF65-F5344CB8AC3E}">
        <p14:creationId xmlns:p14="http://schemas.microsoft.com/office/powerpoint/2010/main" val="1670504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3B9BB8-ADDE-41B6-830E-DDDAEBCD1920}"/>
              </a:ext>
            </a:extLst>
          </p:cNvPr>
          <p:cNvSpPr>
            <a:spLocks noGrp="1"/>
          </p:cNvSpPr>
          <p:nvPr>
            <p:ph type="title"/>
          </p:nvPr>
        </p:nvSpPr>
        <p:spPr>
          <a:xfrm>
            <a:off x="649139" y="5393"/>
            <a:ext cx="10878759" cy="1052738"/>
          </a:xfrm>
        </p:spPr>
        <p:txBody>
          <a:bodyPr wrap="square" anchor="b">
            <a:normAutofit/>
          </a:bodyPr>
          <a:lstStyle/>
          <a:p>
            <a:r>
              <a:rPr lang="en-US" b="0" i="0" cap="all">
                <a:effectLst/>
              </a:rPr>
              <a:t>Project for hands on tasks</a:t>
            </a:r>
            <a:endParaRPr lang="en-US"/>
          </a:p>
        </p:txBody>
      </p:sp>
      <p:sp>
        <p:nvSpPr>
          <p:cNvPr id="2" name="Slide Number Placeholder 1">
            <a:extLst>
              <a:ext uri="{FF2B5EF4-FFF2-40B4-BE49-F238E27FC236}">
                <a16:creationId xmlns:a16="http://schemas.microsoft.com/office/drawing/2014/main" id="{6F9A7702-B543-4CBE-B44A-13F3C303255B}"/>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19</a:t>
            </a:fld>
            <a:endParaRPr lang="da-DK"/>
          </a:p>
        </p:txBody>
      </p:sp>
      <p:sp>
        <p:nvSpPr>
          <p:cNvPr id="12" name="Text Placeholder 3">
            <a:extLst>
              <a:ext uri="{FF2B5EF4-FFF2-40B4-BE49-F238E27FC236}">
                <a16:creationId xmlns:a16="http://schemas.microsoft.com/office/drawing/2014/main" id="{9676F2AE-85E3-474D-AA23-7C3D425E0531}"/>
              </a:ext>
            </a:extLst>
          </p:cNvPr>
          <p:cNvSpPr>
            <a:spLocks noGrp="1"/>
          </p:cNvSpPr>
          <p:nvPr>
            <p:ph type="body" sz="quarter" idx="17"/>
          </p:nvPr>
        </p:nvSpPr>
        <p:spPr>
          <a:xfrm>
            <a:off x="670985" y="1056000"/>
            <a:ext cx="10850033" cy="402384"/>
          </a:xfrm>
        </p:spPr>
        <p:txBody>
          <a:bodyPr/>
          <a:lstStyle/>
          <a:p>
            <a:r>
              <a:rPr lang="en-US"/>
              <a:t>Preparation before the first practice </a:t>
            </a:r>
          </a:p>
        </p:txBody>
      </p:sp>
      <p:sp>
        <p:nvSpPr>
          <p:cNvPr id="14" name="Content Placeholder 5">
            <a:extLst>
              <a:ext uri="{FF2B5EF4-FFF2-40B4-BE49-F238E27FC236}">
                <a16:creationId xmlns:a16="http://schemas.microsoft.com/office/drawing/2014/main" id="{77E84008-BDAC-469F-8428-2B9B986F2729}"/>
              </a:ext>
            </a:extLst>
          </p:cNvPr>
          <p:cNvSpPr>
            <a:spLocks noGrp="1"/>
          </p:cNvSpPr>
          <p:nvPr>
            <p:ph sz="quarter" idx="19"/>
          </p:nvPr>
        </p:nvSpPr>
        <p:spPr>
          <a:xfrm>
            <a:off x="6096000" y="1620838"/>
            <a:ext cx="5422900" cy="4568825"/>
          </a:xfrm>
        </p:spPr>
        <p:txBody>
          <a:bodyPr vert="horz" lIns="0" tIns="0" rIns="0" bIns="0" rtlCol="0" anchor="t">
            <a:noAutofit/>
          </a:bodyPr>
          <a:lstStyle/>
          <a:p>
            <a:r>
              <a:rPr lang="en-US" dirty="0">
                <a:cs typeface="Calibri"/>
              </a:rPr>
              <a:t>Clone the following GIT repo:</a:t>
            </a:r>
            <a:br>
              <a:rPr lang="en-US" dirty="0"/>
            </a:br>
            <a:r>
              <a:rPr lang="en-US" dirty="0">
                <a:ea typeface="+mj-lt"/>
                <a:cs typeface="+mj-lt"/>
                <a:hlinkClick r:id="rId3"/>
              </a:rPr>
              <a:t>https://github.com/d-okhrimenko/CSharpForTestAutomationMaterials.git</a:t>
            </a:r>
            <a:br>
              <a:rPr lang="en-US" dirty="0"/>
            </a:br>
            <a:r>
              <a:rPr lang="en-US" dirty="0">
                <a:cs typeface="Calibri"/>
              </a:rPr>
              <a:t>Or make fetch/pull if you have a local copy of this repo from the previous day.</a:t>
            </a:r>
          </a:p>
          <a:p>
            <a:r>
              <a:rPr lang="en-US" dirty="0">
                <a:cs typeface="Calibri"/>
              </a:rPr>
              <a:t>Checkout </a:t>
            </a:r>
            <a:r>
              <a:rPr lang="en-US" b="1" i="1" dirty="0">
                <a:cs typeface="Calibri"/>
              </a:rPr>
              <a:t>mod4_initial</a:t>
            </a:r>
            <a:r>
              <a:rPr lang="en-US" dirty="0">
                <a:cs typeface="Calibri"/>
              </a:rPr>
              <a:t> branch.</a:t>
            </a:r>
          </a:p>
        </p:txBody>
      </p:sp>
      <p:pic>
        <p:nvPicPr>
          <p:cNvPr id="8" name="Content Placeholder 7">
            <a:extLst>
              <a:ext uri="{FF2B5EF4-FFF2-40B4-BE49-F238E27FC236}">
                <a16:creationId xmlns:a16="http://schemas.microsoft.com/office/drawing/2014/main" id="{789515E7-0940-49AC-AB74-72D57E3A6003}"/>
              </a:ext>
            </a:extLst>
          </p:cNvPr>
          <p:cNvPicPr>
            <a:picLocks noGrp="1" noChangeAspect="1"/>
          </p:cNvPicPr>
          <p:nvPr>
            <p:ph sz="quarter" idx="18"/>
          </p:nvPr>
        </p:nvPicPr>
        <p:blipFill>
          <a:blip r:embed="rId4"/>
          <a:stretch>
            <a:fillRect/>
          </a:stretch>
        </p:blipFill>
        <p:spPr>
          <a:xfrm>
            <a:off x="689207" y="1620837"/>
            <a:ext cx="5006743" cy="2780317"/>
          </a:xfrm>
        </p:spPr>
      </p:pic>
    </p:spTree>
    <p:extLst>
      <p:ext uri="{BB962C8B-B14F-4D97-AF65-F5344CB8AC3E}">
        <p14:creationId xmlns:p14="http://schemas.microsoft.com/office/powerpoint/2010/main" val="746354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9266FE6-A6E4-42BB-B3DC-DCB7EA7B54AC}"/>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20</a:t>
            </a:fld>
            <a:endParaRPr lang="da-DK"/>
          </a:p>
        </p:txBody>
      </p:sp>
      <p:sp>
        <p:nvSpPr>
          <p:cNvPr id="4" name="Text Placeholder 3">
            <a:extLst>
              <a:ext uri="{FF2B5EF4-FFF2-40B4-BE49-F238E27FC236}">
                <a16:creationId xmlns:a16="http://schemas.microsoft.com/office/drawing/2014/main" id="{71134BAA-E410-4170-8CE7-80C012AF4442}"/>
              </a:ext>
            </a:extLst>
          </p:cNvPr>
          <p:cNvSpPr>
            <a:spLocks noGrp="1"/>
          </p:cNvSpPr>
          <p:nvPr>
            <p:ph type="body" sz="quarter" idx="17"/>
          </p:nvPr>
        </p:nvSpPr>
        <p:spPr>
          <a:xfrm>
            <a:off x="670985" y="1056000"/>
            <a:ext cx="10850033" cy="402384"/>
          </a:xfrm>
        </p:spPr>
        <p:txBody>
          <a:bodyPr anchor="t">
            <a:normAutofit/>
          </a:bodyPr>
          <a:lstStyle/>
          <a:p>
            <a:r>
              <a:rPr lang="en-US"/>
              <a:t>INHERITANCE</a:t>
            </a:r>
          </a:p>
        </p:txBody>
      </p:sp>
      <p:sp>
        <p:nvSpPr>
          <p:cNvPr id="2" name="Title 1">
            <a:extLst>
              <a:ext uri="{FF2B5EF4-FFF2-40B4-BE49-F238E27FC236}">
                <a16:creationId xmlns:a16="http://schemas.microsoft.com/office/drawing/2014/main" id="{D071A115-70AF-49FD-A064-DF17453FC54E}"/>
              </a:ext>
            </a:extLst>
          </p:cNvPr>
          <p:cNvSpPr>
            <a:spLocks noGrp="1"/>
          </p:cNvSpPr>
          <p:nvPr>
            <p:ph type="title"/>
          </p:nvPr>
        </p:nvSpPr>
        <p:spPr>
          <a:xfrm>
            <a:off x="649139" y="5393"/>
            <a:ext cx="10878759" cy="1052738"/>
          </a:xfrm>
        </p:spPr>
        <p:txBody>
          <a:bodyPr wrap="square" anchor="b">
            <a:normAutofit/>
          </a:bodyPr>
          <a:lstStyle/>
          <a:p>
            <a:r>
              <a:rPr lang="en-GB"/>
              <a:t>PRACTIcE </a:t>
            </a:r>
            <a:r>
              <a:rPr lang="ru-RU"/>
              <a:t>1</a:t>
            </a:r>
            <a:endParaRPr lang="en-US"/>
          </a:p>
        </p:txBody>
      </p:sp>
      <p:sp>
        <p:nvSpPr>
          <p:cNvPr id="5" name="Content Placeholder 4">
            <a:extLst>
              <a:ext uri="{FF2B5EF4-FFF2-40B4-BE49-F238E27FC236}">
                <a16:creationId xmlns:a16="http://schemas.microsoft.com/office/drawing/2014/main" id="{F27E284C-A3D5-465E-B3A3-B9539D3FCA46}"/>
              </a:ext>
            </a:extLst>
          </p:cNvPr>
          <p:cNvSpPr>
            <a:spLocks noGrp="1"/>
          </p:cNvSpPr>
          <p:nvPr>
            <p:ph sz="quarter" idx="19"/>
          </p:nvPr>
        </p:nvSpPr>
        <p:spPr>
          <a:xfrm>
            <a:off x="672001" y="1620838"/>
            <a:ext cx="10856912" cy="4568825"/>
          </a:xfrm>
        </p:spPr>
        <p:txBody>
          <a:bodyPr vert="horz" lIns="0" tIns="0" rIns="0" bIns="0" rtlCol="0" anchor="t">
            <a:normAutofit/>
          </a:bodyPr>
          <a:lstStyle/>
          <a:p>
            <a:pPr marL="457200" indent="-457200">
              <a:spcBef>
                <a:spcPts val="0"/>
              </a:spcBef>
              <a:buFont typeface="+mj-lt"/>
              <a:buAutoNum type="arabicPeriod"/>
            </a:pPr>
            <a:r>
              <a:rPr lang="en-US" sz="2000" dirty="0">
                <a:cs typeface="Calibri"/>
              </a:rPr>
              <a:t>Clone this </a:t>
            </a:r>
            <a:r>
              <a:rPr lang="en-US" sz="2000" dirty="0">
                <a:cs typeface="Calibri"/>
                <a:hlinkClick r:id="rId3"/>
              </a:rPr>
              <a:t>repo</a:t>
            </a:r>
            <a:r>
              <a:rPr lang="en-US" sz="2000" dirty="0">
                <a:cs typeface="Calibri"/>
              </a:rPr>
              <a:t> and checkout </a:t>
            </a:r>
            <a:r>
              <a:rPr lang="en-US" sz="2000" i="1" dirty="0">
                <a:cs typeface="Calibri"/>
              </a:rPr>
              <a:t>mod4_initial </a:t>
            </a:r>
            <a:r>
              <a:rPr lang="en-US" sz="2000" dirty="0">
                <a:cs typeface="Calibri"/>
              </a:rPr>
              <a:t>branch</a:t>
            </a:r>
            <a:endParaRPr lang="uk-UA" sz="2000" dirty="0">
              <a:cs typeface="Calibri"/>
            </a:endParaRPr>
          </a:p>
          <a:p>
            <a:pPr marL="457200" indent="-457200">
              <a:spcBef>
                <a:spcPts val="0"/>
              </a:spcBef>
              <a:buFont typeface="+mj-lt"/>
              <a:buAutoNum type="arabicPeriod"/>
            </a:pPr>
            <a:r>
              <a:rPr lang="en-US" sz="2000" dirty="0">
                <a:cs typeface="Calibri"/>
              </a:rPr>
              <a:t>Create classes – </a:t>
            </a:r>
            <a:r>
              <a:rPr lang="en-GB" sz="2000" dirty="0">
                <a:solidFill>
                  <a:srgbClr val="2B91AF"/>
                </a:solidFill>
                <a:latin typeface="Consolas"/>
                <a:cs typeface="Calibri"/>
              </a:rPr>
              <a:t>Barman</a:t>
            </a:r>
            <a:r>
              <a:rPr lang="en-US" sz="2000" dirty="0">
                <a:cs typeface="Calibri"/>
              </a:rPr>
              <a:t>, </a:t>
            </a:r>
            <a:r>
              <a:rPr lang="en-US" sz="2000" dirty="0">
                <a:solidFill>
                  <a:srgbClr val="2B91AF"/>
                </a:solidFill>
                <a:latin typeface="Consolas"/>
                <a:cs typeface="Calibri"/>
              </a:rPr>
              <a:t>Waiter</a:t>
            </a:r>
            <a:r>
              <a:rPr lang="en-US" sz="2000" dirty="0">
                <a:cs typeface="Calibri"/>
              </a:rPr>
              <a:t> and </a:t>
            </a:r>
            <a:r>
              <a:rPr lang="en-US" sz="2000" dirty="0" err="1">
                <a:solidFill>
                  <a:srgbClr val="2B91AF"/>
                </a:solidFill>
                <a:latin typeface="Consolas"/>
                <a:cs typeface="Calibri"/>
              </a:rPr>
              <a:t>CleaningPerson</a:t>
            </a:r>
            <a:r>
              <a:rPr lang="en-US" sz="2000" dirty="0">
                <a:cs typeface="Calibri"/>
              </a:rPr>
              <a:t> and inherit them from </a:t>
            </a:r>
            <a:r>
              <a:rPr lang="en-US" sz="2000" dirty="0">
                <a:solidFill>
                  <a:srgbClr val="2B91AF"/>
                </a:solidFill>
                <a:latin typeface="Consolas"/>
                <a:cs typeface="Calibri"/>
              </a:rPr>
              <a:t>Employee</a:t>
            </a:r>
            <a:r>
              <a:rPr lang="en-US" sz="2000" dirty="0">
                <a:cs typeface="Calibri"/>
              </a:rPr>
              <a:t> class</a:t>
            </a:r>
          </a:p>
          <a:p>
            <a:pPr marL="457200" indent="-457200">
              <a:spcBef>
                <a:spcPts val="0"/>
              </a:spcBef>
              <a:buFont typeface="+mj-lt"/>
              <a:buAutoNum type="arabicPeriod"/>
            </a:pPr>
            <a:r>
              <a:rPr lang="en-US" sz="2000" dirty="0">
                <a:cs typeface="Calibri"/>
              </a:rPr>
              <a:t>Create method </a:t>
            </a:r>
            <a:r>
              <a:rPr lang="en-GB" sz="2000" dirty="0" err="1">
                <a:solidFill>
                  <a:srgbClr val="000000"/>
                </a:solidFill>
                <a:latin typeface="Consolas"/>
                <a:cs typeface="Calibri"/>
              </a:rPr>
              <a:t>DoJob</a:t>
            </a:r>
            <a:r>
              <a:rPr lang="en-GB" sz="2000" dirty="0">
                <a:solidFill>
                  <a:srgbClr val="000000"/>
                </a:solidFill>
                <a:latin typeface="Consolas"/>
                <a:cs typeface="Calibri"/>
              </a:rPr>
              <a:t>()</a:t>
            </a:r>
            <a:r>
              <a:rPr lang="en-US" sz="2000" dirty="0">
                <a:cs typeface="Calibri"/>
              </a:rPr>
              <a:t> for each employee in derived classes:</a:t>
            </a:r>
          </a:p>
          <a:p>
            <a:pPr marL="379095" lvl="1"/>
            <a:r>
              <a:rPr lang="en-US" sz="1800" dirty="0">
                <a:cs typeface="Calibri"/>
              </a:rPr>
              <a:t>For </a:t>
            </a:r>
            <a:r>
              <a:rPr lang="en-US" sz="2000" dirty="0" err="1">
                <a:solidFill>
                  <a:srgbClr val="2B91AF"/>
                </a:solidFill>
                <a:latin typeface="Consolas"/>
                <a:cs typeface="Calibri"/>
              </a:rPr>
              <a:t>CleaningPerson</a:t>
            </a:r>
            <a:r>
              <a:rPr lang="en-US" sz="1800" dirty="0">
                <a:cs typeface="Calibri"/>
              </a:rPr>
              <a:t> method should print in console</a:t>
            </a:r>
            <a:r>
              <a:rPr lang="en-GB" sz="1800" dirty="0">
                <a:cs typeface="Calibri"/>
              </a:rPr>
              <a:t>:</a:t>
            </a:r>
            <a:r>
              <a:rPr lang="en-US" sz="1800" dirty="0">
                <a:cs typeface="Calibri"/>
              </a:rPr>
              <a:t> </a:t>
            </a:r>
            <a:r>
              <a:rPr lang="en-GB" sz="1800" dirty="0">
                <a:solidFill>
                  <a:srgbClr val="A31515"/>
                </a:solidFill>
                <a:latin typeface="Consolas"/>
                <a:cs typeface="Calibri"/>
              </a:rPr>
              <a:t>$"</a:t>
            </a:r>
            <a:r>
              <a:rPr lang="en-GB" sz="1800" dirty="0">
                <a:solidFill>
                  <a:srgbClr val="000000"/>
                </a:solidFill>
                <a:latin typeface="Consolas"/>
                <a:cs typeface="Calibri"/>
              </a:rPr>
              <a:t>{Name}</a:t>
            </a:r>
            <a:r>
              <a:rPr lang="en-GB" sz="1800" dirty="0">
                <a:solidFill>
                  <a:srgbClr val="A31515"/>
                </a:solidFill>
                <a:latin typeface="Consolas"/>
                <a:cs typeface="Calibri"/>
              </a:rPr>
              <a:t> - cleans the floor"</a:t>
            </a:r>
            <a:endParaRPr lang="en-US" sz="1800" dirty="0">
              <a:latin typeface="Consolas"/>
              <a:cs typeface="Calibri"/>
            </a:endParaRPr>
          </a:p>
          <a:p>
            <a:pPr marL="379095" lvl="1"/>
            <a:r>
              <a:rPr lang="en-US" sz="1800" dirty="0">
                <a:cs typeface="Calibri"/>
              </a:rPr>
              <a:t>For </a:t>
            </a:r>
            <a:r>
              <a:rPr lang="en-US" sz="2000" dirty="0">
                <a:solidFill>
                  <a:srgbClr val="2B91AF"/>
                </a:solidFill>
                <a:latin typeface="Consolas"/>
                <a:cs typeface="Calibri"/>
              </a:rPr>
              <a:t>Waiter</a:t>
            </a:r>
            <a:r>
              <a:rPr lang="en-US" sz="1800" dirty="0">
                <a:cs typeface="Calibri"/>
              </a:rPr>
              <a:t> method should print in console: </a:t>
            </a:r>
            <a:r>
              <a:rPr lang="en-GB" sz="1800" dirty="0">
                <a:solidFill>
                  <a:srgbClr val="A31515"/>
                </a:solidFill>
                <a:latin typeface="Consolas"/>
                <a:cs typeface="Calibri"/>
              </a:rPr>
              <a:t>$"</a:t>
            </a:r>
            <a:r>
              <a:rPr lang="en-GB" sz="1800" dirty="0">
                <a:solidFill>
                  <a:srgbClr val="000000"/>
                </a:solidFill>
                <a:latin typeface="Consolas"/>
                <a:cs typeface="Calibri"/>
              </a:rPr>
              <a:t>{Name}</a:t>
            </a:r>
            <a:r>
              <a:rPr lang="en-GB" sz="1800" dirty="0">
                <a:solidFill>
                  <a:srgbClr val="A31515"/>
                </a:solidFill>
                <a:latin typeface="Consolas"/>
                <a:cs typeface="Calibri"/>
              </a:rPr>
              <a:t> - serves the visitors."</a:t>
            </a:r>
            <a:endParaRPr lang="en-US" sz="1800" dirty="0">
              <a:latin typeface="Consolas"/>
              <a:cs typeface="Calibri"/>
            </a:endParaRPr>
          </a:p>
          <a:p>
            <a:pPr marL="379095" lvl="1"/>
            <a:r>
              <a:rPr lang="en-US" sz="1800" dirty="0">
                <a:cs typeface="Calibri"/>
              </a:rPr>
              <a:t>For </a:t>
            </a:r>
            <a:r>
              <a:rPr lang="en-US" sz="2000" dirty="0">
                <a:solidFill>
                  <a:srgbClr val="2B91AF"/>
                </a:solidFill>
                <a:latin typeface="Consolas"/>
                <a:cs typeface="Calibri"/>
              </a:rPr>
              <a:t>Barman</a:t>
            </a:r>
            <a:r>
              <a:rPr lang="en-US" sz="1800" dirty="0">
                <a:cs typeface="Calibri"/>
              </a:rPr>
              <a:t> method should print in console: </a:t>
            </a:r>
            <a:r>
              <a:rPr lang="en-GB" sz="1800" dirty="0">
                <a:solidFill>
                  <a:srgbClr val="A31515"/>
                </a:solidFill>
                <a:latin typeface="Consolas"/>
                <a:cs typeface="Calibri"/>
              </a:rPr>
              <a:t>$"</a:t>
            </a:r>
            <a:r>
              <a:rPr lang="en-GB" sz="1800" dirty="0">
                <a:solidFill>
                  <a:srgbClr val="000000"/>
                </a:solidFill>
                <a:latin typeface="Consolas"/>
                <a:cs typeface="Calibri"/>
              </a:rPr>
              <a:t>{Name}</a:t>
            </a:r>
            <a:r>
              <a:rPr lang="en-GB" sz="1800" dirty="0">
                <a:solidFill>
                  <a:srgbClr val="A31515"/>
                </a:solidFill>
                <a:latin typeface="Consolas"/>
                <a:cs typeface="Calibri"/>
              </a:rPr>
              <a:t> - makes the drinks."</a:t>
            </a:r>
            <a:endParaRPr lang="en-US" sz="1800" dirty="0">
              <a:latin typeface="Consolas"/>
              <a:cs typeface="Calibri"/>
            </a:endParaRPr>
          </a:p>
          <a:p>
            <a:pPr marL="457200" indent="-457200">
              <a:buFont typeface="+mj-lt"/>
              <a:buAutoNum type="arabicPeriod"/>
            </a:pPr>
            <a:r>
              <a:rPr lang="en-US" sz="2000" dirty="0">
                <a:cs typeface="Calibri"/>
              </a:rPr>
              <a:t>Try to create the instance of each class and invoke method </a:t>
            </a:r>
            <a:r>
              <a:rPr lang="en-US" sz="2000" dirty="0" err="1">
                <a:solidFill>
                  <a:srgbClr val="000000"/>
                </a:solidFill>
                <a:latin typeface="Consolas"/>
                <a:cs typeface="Calibri"/>
              </a:rPr>
              <a:t>DoJob</a:t>
            </a:r>
            <a:r>
              <a:rPr lang="en-US" sz="2000" dirty="0">
                <a:solidFill>
                  <a:srgbClr val="000000"/>
                </a:solidFill>
                <a:latin typeface="Consolas"/>
                <a:cs typeface="Calibri"/>
              </a:rPr>
              <a:t>()</a:t>
            </a:r>
            <a:endParaRPr lang="en-US" sz="2000" dirty="0">
              <a:latin typeface="Consolas"/>
              <a:cs typeface="Calibri"/>
            </a:endParaRPr>
          </a:p>
          <a:p>
            <a:pPr marL="0" indent="0">
              <a:buNone/>
            </a:pPr>
            <a:endParaRPr lang="en-US" sz="2000" dirty="0"/>
          </a:p>
        </p:txBody>
      </p:sp>
      <p:pic>
        <p:nvPicPr>
          <p:cNvPr id="6" name="Graphic 5" descr="Flask">
            <a:extLst>
              <a:ext uri="{FF2B5EF4-FFF2-40B4-BE49-F238E27FC236}">
                <a16:creationId xmlns:a16="http://schemas.microsoft.com/office/drawing/2014/main" id="{F6E11283-12F8-4DB4-874D-577829D12D8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510387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023A34-7D57-41D7-9355-9EF611FB2316}"/>
              </a:ext>
            </a:extLst>
          </p:cNvPr>
          <p:cNvSpPr>
            <a:spLocks noGrp="1"/>
          </p:cNvSpPr>
          <p:nvPr>
            <p:ph type="sldNum" sz="quarter" idx="11"/>
          </p:nvPr>
        </p:nvSpPr>
        <p:spPr/>
        <p:txBody>
          <a:bodyPr/>
          <a:lstStyle/>
          <a:p>
            <a:fld id="{E16BA917-7F09-4B8D-AF07-F52890C14046}" type="slidenum">
              <a:rPr lang="da-DK" smtClean="0"/>
              <a:pPr/>
              <a:t>21</a:t>
            </a:fld>
            <a:endParaRPr lang="da-DK"/>
          </a:p>
        </p:txBody>
      </p:sp>
      <p:sp>
        <p:nvSpPr>
          <p:cNvPr id="3" name="Text Placeholder 2">
            <a:extLst>
              <a:ext uri="{FF2B5EF4-FFF2-40B4-BE49-F238E27FC236}">
                <a16:creationId xmlns:a16="http://schemas.microsoft.com/office/drawing/2014/main" id="{BD0B27C1-00B4-4E6B-B394-958F74748AED}"/>
              </a:ext>
            </a:extLst>
          </p:cNvPr>
          <p:cNvSpPr>
            <a:spLocks noGrp="1"/>
          </p:cNvSpPr>
          <p:nvPr>
            <p:ph type="body" sz="quarter" idx="17"/>
          </p:nvPr>
        </p:nvSpPr>
        <p:spPr/>
        <p:txBody>
          <a:bodyPr/>
          <a:lstStyle/>
          <a:p>
            <a:r>
              <a:rPr lang="en-US"/>
              <a:t>INHERITANCE</a:t>
            </a:r>
          </a:p>
        </p:txBody>
      </p:sp>
      <p:sp>
        <p:nvSpPr>
          <p:cNvPr id="4" name="Title 3">
            <a:extLst>
              <a:ext uri="{FF2B5EF4-FFF2-40B4-BE49-F238E27FC236}">
                <a16:creationId xmlns:a16="http://schemas.microsoft.com/office/drawing/2014/main" id="{2DAFD556-5A9B-4CF1-BAAD-EAE396D1FDFC}"/>
              </a:ext>
            </a:extLst>
          </p:cNvPr>
          <p:cNvSpPr>
            <a:spLocks noGrp="1"/>
          </p:cNvSpPr>
          <p:nvPr>
            <p:ph type="title"/>
          </p:nvPr>
        </p:nvSpPr>
        <p:spPr/>
        <p:txBody>
          <a:bodyPr/>
          <a:lstStyle/>
          <a:p>
            <a:r>
              <a:rPr lang="en-GB"/>
              <a:t>PRACTIcE 1</a:t>
            </a:r>
            <a:endParaRPr lang="en-US"/>
          </a:p>
        </p:txBody>
      </p:sp>
      <p:sp>
        <p:nvSpPr>
          <p:cNvPr id="5" name="Content Placeholder 4">
            <a:extLst>
              <a:ext uri="{FF2B5EF4-FFF2-40B4-BE49-F238E27FC236}">
                <a16:creationId xmlns:a16="http://schemas.microsoft.com/office/drawing/2014/main" id="{5A9C5AEA-D233-41B9-AB7C-1D72F868EBDF}"/>
              </a:ext>
            </a:extLst>
          </p:cNvPr>
          <p:cNvSpPr>
            <a:spLocks noGrp="1"/>
          </p:cNvSpPr>
          <p:nvPr>
            <p:ph sz="quarter" idx="19"/>
          </p:nvPr>
        </p:nvSpPr>
        <p:spPr/>
        <p:txBody>
          <a:bodyPr vert="horz" lIns="0" tIns="0" rIns="0" bIns="0" rtlCol="0" anchor="t">
            <a:noAutofit/>
          </a:bodyPr>
          <a:lstStyle/>
          <a:p>
            <a:pPr marL="0" indent="0">
              <a:spcBef>
                <a:spcPts val="0"/>
              </a:spcBef>
              <a:spcAft>
                <a:spcPts val="0"/>
              </a:spcAft>
              <a:buNone/>
            </a:pPr>
            <a:r>
              <a:rPr lang="en-US" sz="1200">
                <a:solidFill>
                  <a:srgbClr val="0000FF"/>
                </a:solidFill>
                <a:latin typeface="Consolas"/>
                <a:cs typeface="Calibri"/>
              </a:rPr>
              <a:t>    internal</a:t>
            </a:r>
            <a:r>
              <a:rPr lang="en-US" sz="1200">
                <a:solidFill>
                  <a:srgbClr val="000000"/>
                </a:solidFill>
                <a:latin typeface="Consolas"/>
                <a:cs typeface="Calibri"/>
              </a:rPr>
              <a:t> </a:t>
            </a:r>
            <a:r>
              <a:rPr lang="en-US" sz="1200">
                <a:solidFill>
                  <a:srgbClr val="0000FF"/>
                </a:solidFill>
                <a:latin typeface="Consolas"/>
                <a:cs typeface="Calibri"/>
              </a:rPr>
              <a:t>class</a:t>
            </a:r>
            <a:r>
              <a:rPr lang="en-US" sz="1200">
                <a:solidFill>
                  <a:srgbClr val="000000"/>
                </a:solidFill>
                <a:latin typeface="Consolas"/>
                <a:cs typeface="Calibri"/>
              </a:rPr>
              <a:t> </a:t>
            </a:r>
            <a:r>
              <a:rPr lang="en-US" sz="1200">
                <a:solidFill>
                  <a:srgbClr val="2B91AF"/>
                </a:solidFill>
                <a:latin typeface="Consolas"/>
                <a:cs typeface="Calibri"/>
              </a:rPr>
              <a:t>CleaningPerson</a:t>
            </a:r>
            <a:r>
              <a:rPr lang="en-US" sz="1200">
                <a:solidFill>
                  <a:srgbClr val="000000"/>
                </a:solidFill>
                <a:latin typeface="Consolas"/>
                <a:cs typeface="Calibri"/>
              </a:rPr>
              <a:t> : </a:t>
            </a:r>
            <a:r>
              <a:rPr lang="en-US" sz="1200">
                <a:solidFill>
                  <a:srgbClr val="2B91AF"/>
                </a:solidFill>
                <a:latin typeface="Consolas"/>
                <a:cs typeface="Calibri"/>
              </a:rPr>
              <a:t>Employee</a:t>
            </a:r>
            <a:r>
              <a:rPr lang="en-US" sz="1200">
                <a:solidFill>
                  <a:srgbClr val="000000"/>
                </a:solidFill>
                <a:latin typeface="Consolas"/>
                <a:cs typeface="Calibri"/>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CleaningPerson(</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name, </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salary) : </a:t>
            </a:r>
            <a:r>
              <a:rPr lang="en-US" sz="1200">
                <a:solidFill>
                  <a:srgbClr val="0000FF"/>
                </a:solidFill>
                <a:latin typeface="Consolas" panose="020B0609020204030204" pitchFamily="49" charset="0"/>
              </a:rPr>
              <a:t>base</a:t>
            </a:r>
            <a:r>
              <a:rPr lang="en-US" sz="1200">
                <a:solidFill>
                  <a:srgbClr val="000000"/>
                </a:solidFill>
                <a:latin typeface="Consolas" panose="020B0609020204030204" pitchFamily="49" charset="0"/>
              </a:rPr>
              <a:t>(name, salary) { }</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void</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DoJob</a:t>
            </a: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Console</a:t>
            </a:r>
            <a:r>
              <a:rPr lang="en-US" sz="1200" err="1">
                <a:solidFill>
                  <a:srgbClr val="000000"/>
                </a:solidFill>
                <a:latin typeface="Consolas" panose="020B0609020204030204" pitchFamily="49" charset="0"/>
              </a:rPr>
              <a:t>.WriteLine</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a:t>
            </a:r>
            <a:r>
              <a:rPr lang="en-US" sz="1200">
                <a:solidFill>
                  <a:srgbClr val="000000"/>
                </a:solidFill>
                <a:latin typeface="Consolas" panose="020B0609020204030204" pitchFamily="49" charset="0"/>
              </a:rPr>
              <a:t>{</a:t>
            </a:r>
            <a:r>
              <a:rPr lang="en-US" sz="1200">
                <a:solidFill>
                  <a:srgbClr val="0000FF"/>
                </a:solidFill>
                <a:latin typeface="Consolas" panose="020B0609020204030204" pitchFamily="49" charset="0"/>
              </a:rPr>
              <a:t>this</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 - cleans the floor."</a:t>
            </a:r>
            <a:r>
              <a:rPr lang="en-US" sz="1200">
                <a:solidFill>
                  <a:srgbClr val="000000"/>
                </a:solidFill>
                <a:latin typeface="Consolas" panose="020B0609020204030204" pitchFamily="49" charset="0"/>
              </a:rPr>
              <a:t>);</a:t>
            </a:r>
          </a:p>
          <a:p>
            <a:pPr marL="0" indent="0">
              <a:spcBef>
                <a:spcPts val="0"/>
              </a:spcBef>
              <a:spcAft>
                <a:spcPts val="0"/>
              </a:spcAft>
              <a:buNone/>
            </a:pP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00"/>
                </a:solidFill>
                <a:latin typeface="Consolas"/>
                <a:cs typeface="Calibri"/>
              </a:rPr>
              <a:t>    </a:t>
            </a:r>
            <a:r>
              <a:rPr lang="en-US" sz="1200">
                <a:solidFill>
                  <a:srgbClr val="0000FF"/>
                </a:solidFill>
                <a:latin typeface="Consolas"/>
                <a:cs typeface="Calibri"/>
              </a:rPr>
              <a:t>internal</a:t>
            </a:r>
            <a:r>
              <a:rPr lang="en-US" sz="1200">
                <a:solidFill>
                  <a:srgbClr val="000000"/>
                </a:solidFill>
                <a:latin typeface="Consolas"/>
                <a:cs typeface="Calibri"/>
              </a:rPr>
              <a:t> </a:t>
            </a:r>
            <a:r>
              <a:rPr lang="en-US" sz="1200">
                <a:solidFill>
                  <a:srgbClr val="0000FF"/>
                </a:solidFill>
                <a:latin typeface="Consolas"/>
                <a:cs typeface="Calibri"/>
              </a:rPr>
              <a:t>class</a:t>
            </a:r>
            <a:r>
              <a:rPr lang="en-US" sz="1200">
                <a:solidFill>
                  <a:srgbClr val="000000"/>
                </a:solidFill>
                <a:latin typeface="Consolas"/>
                <a:cs typeface="Calibri"/>
              </a:rPr>
              <a:t> </a:t>
            </a:r>
            <a:r>
              <a:rPr lang="en-US" sz="1200">
                <a:solidFill>
                  <a:srgbClr val="2B91AF"/>
                </a:solidFill>
                <a:latin typeface="Consolas"/>
                <a:cs typeface="Calibri"/>
              </a:rPr>
              <a:t>Waiter</a:t>
            </a:r>
            <a:r>
              <a:rPr lang="en-US" sz="1200">
                <a:solidFill>
                  <a:srgbClr val="000000"/>
                </a:solidFill>
                <a:latin typeface="Consolas"/>
                <a:cs typeface="Calibri"/>
              </a:rPr>
              <a:t> : </a:t>
            </a:r>
            <a:r>
              <a:rPr lang="en-US" sz="1200">
                <a:solidFill>
                  <a:srgbClr val="2B91AF"/>
                </a:solidFill>
                <a:latin typeface="Consolas"/>
                <a:cs typeface="Calibri"/>
              </a:rPr>
              <a:t>Employee</a:t>
            </a:r>
            <a:r>
              <a:rPr lang="en-US" sz="1200">
                <a:solidFill>
                  <a:srgbClr val="000000"/>
                </a:solidFill>
                <a:latin typeface="Consolas"/>
                <a:cs typeface="Calibri"/>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Waiter(</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name, </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salary) : </a:t>
            </a:r>
            <a:r>
              <a:rPr lang="en-US" sz="1200">
                <a:solidFill>
                  <a:srgbClr val="0000FF"/>
                </a:solidFill>
                <a:latin typeface="Consolas" panose="020B0609020204030204" pitchFamily="49" charset="0"/>
              </a:rPr>
              <a:t>base</a:t>
            </a:r>
            <a:r>
              <a:rPr lang="en-US" sz="1200">
                <a:solidFill>
                  <a:srgbClr val="000000"/>
                </a:solidFill>
                <a:latin typeface="Consolas" panose="020B0609020204030204" pitchFamily="49" charset="0"/>
              </a:rPr>
              <a:t>(name, salary) { }</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void</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DoJob</a:t>
            </a: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Console</a:t>
            </a:r>
            <a:r>
              <a:rPr lang="en-US" sz="1200" err="1">
                <a:solidFill>
                  <a:srgbClr val="000000"/>
                </a:solidFill>
                <a:latin typeface="Consolas" panose="020B0609020204030204" pitchFamily="49" charset="0"/>
              </a:rPr>
              <a:t>.WriteLine</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a:t>
            </a:r>
            <a:r>
              <a:rPr lang="en-US" sz="1200">
                <a:solidFill>
                  <a:srgbClr val="000000"/>
                </a:solidFill>
                <a:latin typeface="Consolas" panose="020B0609020204030204" pitchFamily="49" charset="0"/>
              </a:rPr>
              <a:t>{</a:t>
            </a:r>
            <a:r>
              <a:rPr lang="en-US" sz="1200">
                <a:solidFill>
                  <a:srgbClr val="0000FF"/>
                </a:solidFill>
                <a:latin typeface="Consolas" panose="020B0609020204030204" pitchFamily="49" charset="0"/>
              </a:rPr>
              <a:t>this</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 - serves the visitors."</a:t>
            </a:r>
            <a:r>
              <a:rPr lang="en-US" sz="1200">
                <a:solidFill>
                  <a:srgbClr val="000000"/>
                </a:solidFill>
                <a:latin typeface="Consolas" panose="020B0609020204030204" pitchFamily="49" charset="0"/>
              </a:rPr>
              <a:t>);</a:t>
            </a:r>
          </a:p>
          <a:p>
            <a:pPr marL="0" indent="0">
              <a:spcBef>
                <a:spcPts val="0"/>
              </a:spcBef>
              <a:spcAft>
                <a:spcPts val="0"/>
              </a:spcAft>
              <a:buNone/>
            </a:pP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00"/>
                </a:solidFill>
                <a:latin typeface="Consolas"/>
                <a:cs typeface="Calibri"/>
              </a:rPr>
              <a:t>    </a:t>
            </a:r>
            <a:r>
              <a:rPr lang="en-US" sz="1200">
                <a:solidFill>
                  <a:srgbClr val="0000FF"/>
                </a:solidFill>
                <a:latin typeface="Consolas"/>
                <a:cs typeface="Calibri"/>
              </a:rPr>
              <a:t>internal</a:t>
            </a:r>
            <a:r>
              <a:rPr lang="en-US" sz="1200">
                <a:solidFill>
                  <a:srgbClr val="000000"/>
                </a:solidFill>
                <a:latin typeface="Consolas"/>
                <a:cs typeface="Calibri"/>
              </a:rPr>
              <a:t> </a:t>
            </a:r>
            <a:r>
              <a:rPr lang="en-US" sz="1200">
                <a:solidFill>
                  <a:srgbClr val="0000FF"/>
                </a:solidFill>
                <a:latin typeface="Consolas"/>
                <a:cs typeface="Calibri"/>
              </a:rPr>
              <a:t>class</a:t>
            </a:r>
            <a:r>
              <a:rPr lang="en-US" sz="1200">
                <a:solidFill>
                  <a:srgbClr val="000000"/>
                </a:solidFill>
                <a:latin typeface="Consolas"/>
                <a:cs typeface="Calibri"/>
              </a:rPr>
              <a:t> </a:t>
            </a:r>
            <a:r>
              <a:rPr lang="en-US" sz="1200">
                <a:solidFill>
                  <a:srgbClr val="2B91AF"/>
                </a:solidFill>
                <a:latin typeface="Consolas"/>
                <a:cs typeface="Calibri"/>
              </a:rPr>
              <a:t>Barman</a:t>
            </a:r>
            <a:r>
              <a:rPr lang="en-US" sz="1200">
                <a:solidFill>
                  <a:srgbClr val="000000"/>
                </a:solidFill>
                <a:latin typeface="Consolas"/>
                <a:cs typeface="Calibri"/>
              </a:rPr>
              <a:t> : </a:t>
            </a:r>
            <a:r>
              <a:rPr lang="en-US" sz="1200">
                <a:solidFill>
                  <a:srgbClr val="2B91AF"/>
                </a:solidFill>
                <a:latin typeface="Consolas"/>
                <a:cs typeface="Calibri"/>
              </a:rPr>
              <a:t>Employee</a:t>
            </a:r>
            <a:r>
              <a:rPr lang="en-US" sz="1200">
                <a:solidFill>
                  <a:srgbClr val="000000"/>
                </a:solidFill>
                <a:latin typeface="Consolas"/>
                <a:cs typeface="Calibri"/>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Barman(</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name, </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salary) : </a:t>
            </a:r>
            <a:r>
              <a:rPr lang="en-US" sz="1200">
                <a:solidFill>
                  <a:srgbClr val="0000FF"/>
                </a:solidFill>
                <a:latin typeface="Consolas" panose="020B0609020204030204" pitchFamily="49" charset="0"/>
              </a:rPr>
              <a:t>base</a:t>
            </a:r>
            <a:r>
              <a:rPr lang="en-US" sz="1200">
                <a:solidFill>
                  <a:srgbClr val="000000"/>
                </a:solidFill>
                <a:latin typeface="Consolas" panose="020B0609020204030204" pitchFamily="49" charset="0"/>
              </a:rPr>
              <a:t>(name, salary) { }</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void</a:t>
            </a: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DoJob</a:t>
            </a: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err="1">
                <a:solidFill>
                  <a:srgbClr val="2B91AF"/>
                </a:solidFill>
                <a:latin typeface="Consolas" panose="020B0609020204030204" pitchFamily="49" charset="0"/>
              </a:rPr>
              <a:t>Console</a:t>
            </a:r>
            <a:r>
              <a:rPr lang="en-US" sz="1200" err="1">
                <a:solidFill>
                  <a:srgbClr val="000000"/>
                </a:solidFill>
                <a:latin typeface="Consolas" panose="020B0609020204030204" pitchFamily="49" charset="0"/>
              </a:rPr>
              <a:t>.WriteLine</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a:t>
            </a:r>
            <a:r>
              <a:rPr lang="en-US" sz="1200">
                <a:solidFill>
                  <a:srgbClr val="000000"/>
                </a:solidFill>
                <a:latin typeface="Consolas" panose="020B0609020204030204" pitchFamily="49" charset="0"/>
              </a:rPr>
              <a:t>{</a:t>
            </a:r>
            <a:r>
              <a:rPr lang="en-US" sz="1200">
                <a:solidFill>
                  <a:srgbClr val="0000FF"/>
                </a:solidFill>
                <a:latin typeface="Consolas" panose="020B0609020204030204" pitchFamily="49" charset="0"/>
              </a:rPr>
              <a:t>this</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 - makes drinks."</a:t>
            </a:r>
            <a:r>
              <a:rPr lang="en-US" sz="1200">
                <a:solidFill>
                  <a:srgbClr val="000000"/>
                </a:solidFill>
                <a:latin typeface="Consolas" panose="020B0609020204030204" pitchFamily="49" charset="0"/>
              </a:rPr>
              <a:t>);</a:t>
            </a:r>
          </a:p>
          <a:p>
            <a:pPr marL="0" indent="0">
              <a:spcBef>
                <a:spcPts val="0"/>
              </a:spcBef>
              <a:spcAft>
                <a:spcPts val="0"/>
              </a:spcAft>
              <a:buNone/>
            </a:pP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endParaRPr lang="en-US" sz="900"/>
          </a:p>
        </p:txBody>
      </p:sp>
      <p:pic>
        <p:nvPicPr>
          <p:cNvPr id="7" name="Graphic 6" descr="Flask">
            <a:extLst>
              <a:ext uri="{FF2B5EF4-FFF2-40B4-BE49-F238E27FC236}">
                <a16:creationId xmlns:a16="http://schemas.microsoft.com/office/drawing/2014/main" id="{B654CA58-80B8-49F1-9EA8-EEB384C30AC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7591011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023A34-7D57-41D7-9355-9EF611FB2316}"/>
              </a:ext>
            </a:extLst>
          </p:cNvPr>
          <p:cNvSpPr>
            <a:spLocks noGrp="1"/>
          </p:cNvSpPr>
          <p:nvPr>
            <p:ph type="sldNum" sz="quarter" idx="11"/>
          </p:nvPr>
        </p:nvSpPr>
        <p:spPr/>
        <p:txBody>
          <a:bodyPr/>
          <a:lstStyle/>
          <a:p>
            <a:fld id="{E16BA917-7F09-4B8D-AF07-F52890C14046}" type="slidenum">
              <a:rPr lang="da-DK" smtClean="0"/>
              <a:pPr/>
              <a:t>22</a:t>
            </a:fld>
            <a:endParaRPr lang="da-DK"/>
          </a:p>
        </p:txBody>
      </p:sp>
      <p:sp>
        <p:nvSpPr>
          <p:cNvPr id="3" name="Text Placeholder 2">
            <a:extLst>
              <a:ext uri="{FF2B5EF4-FFF2-40B4-BE49-F238E27FC236}">
                <a16:creationId xmlns:a16="http://schemas.microsoft.com/office/drawing/2014/main" id="{BD0B27C1-00B4-4E6B-B394-958F74748AED}"/>
              </a:ext>
            </a:extLst>
          </p:cNvPr>
          <p:cNvSpPr>
            <a:spLocks noGrp="1"/>
          </p:cNvSpPr>
          <p:nvPr>
            <p:ph type="body" sz="quarter" idx="17"/>
          </p:nvPr>
        </p:nvSpPr>
        <p:spPr/>
        <p:txBody>
          <a:bodyPr/>
          <a:lstStyle/>
          <a:p>
            <a:r>
              <a:rPr lang="en-US"/>
              <a:t>INHERITANCE</a:t>
            </a:r>
          </a:p>
        </p:txBody>
      </p:sp>
      <p:sp>
        <p:nvSpPr>
          <p:cNvPr id="4" name="Title 3">
            <a:extLst>
              <a:ext uri="{FF2B5EF4-FFF2-40B4-BE49-F238E27FC236}">
                <a16:creationId xmlns:a16="http://schemas.microsoft.com/office/drawing/2014/main" id="{2DAFD556-5A9B-4CF1-BAAD-EAE396D1FDFC}"/>
              </a:ext>
            </a:extLst>
          </p:cNvPr>
          <p:cNvSpPr>
            <a:spLocks noGrp="1"/>
          </p:cNvSpPr>
          <p:nvPr>
            <p:ph type="title"/>
          </p:nvPr>
        </p:nvSpPr>
        <p:spPr/>
        <p:txBody>
          <a:bodyPr/>
          <a:lstStyle/>
          <a:p>
            <a:r>
              <a:rPr lang="en-GB"/>
              <a:t>PRACTIcE 1</a:t>
            </a:r>
            <a:endParaRPr lang="en-US"/>
          </a:p>
        </p:txBody>
      </p:sp>
      <p:sp>
        <p:nvSpPr>
          <p:cNvPr id="5" name="Content Placeholder 4">
            <a:extLst>
              <a:ext uri="{FF2B5EF4-FFF2-40B4-BE49-F238E27FC236}">
                <a16:creationId xmlns:a16="http://schemas.microsoft.com/office/drawing/2014/main" id="{5A9C5AEA-D233-41B9-AB7C-1D72F868EBDF}"/>
              </a:ext>
            </a:extLst>
          </p:cNvPr>
          <p:cNvSpPr>
            <a:spLocks noGrp="1"/>
          </p:cNvSpPr>
          <p:nvPr>
            <p:ph sz="quarter" idx="19"/>
          </p:nvPr>
        </p:nvSpPr>
        <p:spPr/>
        <p:txBody>
          <a:bodyPr vert="horz" lIns="0" tIns="0" rIns="0" bIns="0" rtlCol="0" anchor="t">
            <a:noAutofit/>
          </a:bodyPr>
          <a:lstStyle/>
          <a:p>
            <a:pPr marL="0" indent="0">
              <a:spcBef>
                <a:spcPts val="0"/>
              </a:spcBef>
              <a:spcAft>
                <a:spcPts val="0"/>
              </a:spcAft>
              <a:buNone/>
            </a:pPr>
            <a:r>
              <a:rPr lang="en-US" sz="1600">
                <a:solidFill>
                  <a:srgbClr val="0000FF"/>
                </a:solidFill>
                <a:latin typeface="Consolas"/>
                <a:cs typeface="Calibri"/>
              </a:rPr>
              <a:t>static</a:t>
            </a:r>
            <a:r>
              <a:rPr lang="en-US" sz="1600">
                <a:solidFill>
                  <a:srgbClr val="000000"/>
                </a:solidFill>
                <a:latin typeface="Consolas"/>
                <a:cs typeface="Calibri"/>
              </a:rPr>
              <a:t> </a:t>
            </a:r>
            <a:r>
              <a:rPr lang="en-US" sz="1600">
                <a:solidFill>
                  <a:srgbClr val="0000FF"/>
                </a:solidFill>
                <a:latin typeface="Consolas"/>
                <a:cs typeface="Calibri"/>
              </a:rPr>
              <a:t>void</a:t>
            </a:r>
            <a:r>
              <a:rPr lang="en-US" sz="1600">
                <a:solidFill>
                  <a:srgbClr val="000000"/>
                </a:solidFill>
                <a:latin typeface="Consolas"/>
                <a:cs typeface="Calibri"/>
              </a:rPr>
              <a:t> Main(</a:t>
            </a:r>
            <a:r>
              <a:rPr lang="en-US" sz="1600">
                <a:solidFill>
                  <a:srgbClr val="0000FF"/>
                </a:solidFill>
                <a:latin typeface="Consolas"/>
                <a:cs typeface="Calibri"/>
              </a:rPr>
              <a:t>string</a:t>
            </a:r>
            <a:r>
              <a:rPr lang="en-US" sz="1600">
                <a:solidFill>
                  <a:srgbClr val="000000"/>
                </a:solidFill>
                <a:latin typeface="Consolas"/>
                <a:cs typeface="Calibri"/>
              </a:rPr>
              <a:t>[] </a:t>
            </a:r>
            <a:r>
              <a:rPr lang="en-US" sz="1600" err="1">
                <a:solidFill>
                  <a:srgbClr val="000000"/>
                </a:solidFill>
                <a:latin typeface="Consolas"/>
                <a:cs typeface="Calibri"/>
              </a:rPr>
              <a:t>args</a:t>
            </a:r>
            <a:r>
              <a:rPr lang="en-US" sz="1600">
                <a:solidFill>
                  <a:srgbClr val="000000"/>
                </a:solidFill>
                <a:latin typeface="Consolas"/>
                <a:cs typeface="Calibri"/>
              </a:rPr>
              <a:t>) {</a:t>
            </a:r>
          </a:p>
          <a:p>
            <a:pPr marL="0" indent="0">
              <a:spcBef>
                <a:spcPts val="0"/>
              </a:spcBef>
              <a:spcAft>
                <a:spcPts val="0"/>
              </a:spcAft>
              <a:buNone/>
            </a:pPr>
            <a:r>
              <a:rPr lang="sv-SE" sz="1600">
                <a:solidFill>
                  <a:srgbClr val="000000"/>
                </a:solidFill>
                <a:latin typeface="Consolas"/>
                <a:cs typeface="Calibri"/>
              </a:rPr>
              <a:t>            </a:t>
            </a:r>
            <a:r>
              <a:rPr lang="sv-SE" sz="1600" err="1">
                <a:solidFill>
                  <a:srgbClr val="000000"/>
                </a:solidFill>
                <a:latin typeface="Consolas"/>
                <a:cs typeface="Calibri"/>
              </a:rPr>
              <a:t>Barman</a:t>
            </a:r>
            <a:r>
              <a:rPr lang="sv-SE" sz="1600">
                <a:solidFill>
                  <a:srgbClr val="000000"/>
                </a:solidFill>
                <a:latin typeface="Consolas"/>
                <a:cs typeface="Calibri"/>
              </a:rPr>
              <a:t> </a:t>
            </a:r>
            <a:r>
              <a:rPr lang="sv-SE" sz="1600" err="1">
                <a:solidFill>
                  <a:srgbClr val="000000"/>
                </a:solidFill>
                <a:latin typeface="Consolas"/>
                <a:cs typeface="Calibri"/>
              </a:rPr>
              <a:t>barman</a:t>
            </a:r>
            <a:r>
              <a:rPr lang="sv-SE" sz="1600">
                <a:solidFill>
                  <a:srgbClr val="000000"/>
                </a:solidFill>
                <a:latin typeface="Consolas"/>
                <a:cs typeface="Calibri"/>
              </a:rPr>
              <a:t> = </a:t>
            </a:r>
            <a:r>
              <a:rPr lang="sv-SE" sz="1600">
                <a:solidFill>
                  <a:srgbClr val="0000FF"/>
                </a:solidFill>
                <a:latin typeface="Consolas"/>
                <a:cs typeface="Calibri"/>
              </a:rPr>
              <a:t>new</a:t>
            </a:r>
            <a:r>
              <a:rPr lang="sv-SE" sz="1600">
                <a:solidFill>
                  <a:srgbClr val="000000"/>
                </a:solidFill>
                <a:latin typeface="Consolas"/>
                <a:cs typeface="Calibri"/>
              </a:rPr>
              <a:t> </a:t>
            </a:r>
            <a:r>
              <a:rPr lang="sv-SE" sz="1600" err="1">
                <a:solidFill>
                  <a:srgbClr val="000000"/>
                </a:solidFill>
                <a:latin typeface="Consolas"/>
                <a:cs typeface="Calibri"/>
              </a:rPr>
              <a:t>Barman</a:t>
            </a:r>
            <a:r>
              <a:rPr lang="sv-SE" sz="1600">
                <a:solidFill>
                  <a:srgbClr val="000000"/>
                </a:solidFill>
                <a:latin typeface="Consolas"/>
                <a:cs typeface="Calibri"/>
              </a:rPr>
              <a:t>(</a:t>
            </a:r>
            <a:r>
              <a:rPr lang="sv-SE" sz="1600">
                <a:solidFill>
                  <a:srgbClr val="A31515"/>
                </a:solidFill>
                <a:latin typeface="Consolas"/>
                <a:cs typeface="Calibri"/>
              </a:rPr>
              <a:t>"</a:t>
            </a:r>
            <a:r>
              <a:rPr lang="sv-SE" sz="1600" err="1">
                <a:solidFill>
                  <a:srgbClr val="A31515"/>
                </a:solidFill>
                <a:latin typeface="Consolas"/>
                <a:cs typeface="Calibri"/>
              </a:rPr>
              <a:t>Serhii</a:t>
            </a:r>
            <a:r>
              <a:rPr lang="sv-SE" sz="1600">
                <a:solidFill>
                  <a:srgbClr val="A31515"/>
                </a:solidFill>
                <a:latin typeface="Consolas"/>
                <a:cs typeface="Calibri"/>
              </a:rPr>
              <a:t>"</a:t>
            </a:r>
            <a:r>
              <a:rPr lang="sv-SE" sz="1600">
                <a:solidFill>
                  <a:srgbClr val="000000"/>
                </a:solidFill>
                <a:latin typeface="Consolas"/>
                <a:cs typeface="Calibri"/>
              </a:rPr>
              <a:t>, 1300);</a:t>
            </a:r>
          </a:p>
          <a:p>
            <a:pPr marL="0" indent="0">
              <a:spcBef>
                <a:spcPts val="0"/>
              </a:spcBef>
              <a:spcAft>
                <a:spcPts val="0"/>
              </a:spcAft>
              <a:buNone/>
            </a:pPr>
            <a:r>
              <a:rPr lang="en-US" sz="1600">
                <a:solidFill>
                  <a:srgbClr val="000000"/>
                </a:solidFill>
                <a:latin typeface="Consolas"/>
                <a:cs typeface="Calibri"/>
              </a:rPr>
              <a:t>            Waiter </a:t>
            </a:r>
            <a:r>
              <a:rPr lang="en-US" sz="1600" err="1">
                <a:solidFill>
                  <a:srgbClr val="000000"/>
                </a:solidFill>
                <a:latin typeface="Consolas"/>
                <a:cs typeface="Calibri"/>
              </a:rPr>
              <a:t>waiter</a:t>
            </a:r>
            <a:r>
              <a:rPr lang="en-US" sz="1600">
                <a:solidFill>
                  <a:srgbClr val="000000"/>
                </a:solidFill>
                <a:latin typeface="Consolas"/>
                <a:cs typeface="Calibri"/>
              </a:rPr>
              <a:t> = </a:t>
            </a:r>
            <a:r>
              <a:rPr lang="en-US" sz="1600">
                <a:solidFill>
                  <a:srgbClr val="0000FF"/>
                </a:solidFill>
                <a:latin typeface="Consolas"/>
                <a:cs typeface="Calibri"/>
              </a:rPr>
              <a:t>new</a:t>
            </a:r>
            <a:r>
              <a:rPr lang="en-US" sz="1600">
                <a:solidFill>
                  <a:srgbClr val="000000"/>
                </a:solidFill>
                <a:latin typeface="Consolas"/>
                <a:cs typeface="Calibri"/>
              </a:rPr>
              <a:t> Waiter(</a:t>
            </a:r>
            <a:r>
              <a:rPr lang="en-US" sz="1600">
                <a:solidFill>
                  <a:srgbClr val="A31515"/>
                </a:solidFill>
                <a:latin typeface="Consolas"/>
                <a:cs typeface="Calibri"/>
              </a:rPr>
              <a:t>"Ivan"</a:t>
            </a:r>
            <a:r>
              <a:rPr lang="en-US" sz="1600">
                <a:solidFill>
                  <a:srgbClr val="000000"/>
                </a:solidFill>
                <a:latin typeface="Consolas"/>
                <a:cs typeface="Calibri"/>
              </a:rPr>
              <a:t>, 1300);</a:t>
            </a:r>
          </a:p>
          <a:p>
            <a:pPr marL="0" indent="0">
              <a:spcBef>
                <a:spcPts val="0"/>
              </a:spcBef>
              <a:spcAft>
                <a:spcPts val="0"/>
              </a:spcAft>
              <a:buNone/>
            </a:pPr>
            <a:r>
              <a:rPr lang="en-US" sz="1600">
                <a:solidFill>
                  <a:srgbClr val="000000"/>
                </a:solidFill>
                <a:latin typeface="Consolas"/>
                <a:cs typeface="Calibri"/>
              </a:rPr>
              <a:t>            </a:t>
            </a:r>
            <a:r>
              <a:rPr lang="en-US" sz="1600" err="1">
                <a:solidFill>
                  <a:srgbClr val="000000"/>
                </a:solidFill>
                <a:latin typeface="Consolas"/>
                <a:cs typeface="Calibri"/>
              </a:rPr>
              <a:t>CleaningPerson</a:t>
            </a:r>
            <a:r>
              <a:rPr lang="en-US" sz="1600">
                <a:solidFill>
                  <a:srgbClr val="000000"/>
                </a:solidFill>
                <a:latin typeface="Consolas"/>
                <a:cs typeface="Calibri"/>
              </a:rPr>
              <a:t> </a:t>
            </a:r>
            <a:r>
              <a:rPr lang="en-US" sz="1600" err="1">
                <a:solidFill>
                  <a:srgbClr val="000000"/>
                </a:solidFill>
                <a:latin typeface="Consolas"/>
                <a:cs typeface="Calibri"/>
              </a:rPr>
              <a:t>cleaningPerson</a:t>
            </a:r>
            <a:r>
              <a:rPr lang="en-US" sz="1600">
                <a:solidFill>
                  <a:srgbClr val="000000"/>
                </a:solidFill>
                <a:latin typeface="Consolas"/>
                <a:cs typeface="Calibri"/>
              </a:rPr>
              <a:t> = </a:t>
            </a:r>
            <a:r>
              <a:rPr lang="en-US" sz="1600">
                <a:solidFill>
                  <a:srgbClr val="0000FF"/>
                </a:solidFill>
                <a:latin typeface="Consolas"/>
                <a:cs typeface="Calibri"/>
              </a:rPr>
              <a:t>new</a:t>
            </a:r>
            <a:r>
              <a:rPr lang="en-US" sz="1600">
                <a:solidFill>
                  <a:srgbClr val="000000"/>
                </a:solidFill>
                <a:latin typeface="Consolas"/>
                <a:cs typeface="Calibri"/>
              </a:rPr>
              <a:t> </a:t>
            </a:r>
            <a:r>
              <a:rPr lang="en-US" sz="1600" err="1">
                <a:solidFill>
                  <a:srgbClr val="000000"/>
                </a:solidFill>
                <a:latin typeface="Consolas"/>
                <a:cs typeface="Calibri"/>
              </a:rPr>
              <a:t>CleaningPerson</a:t>
            </a:r>
            <a:r>
              <a:rPr lang="en-US" sz="1600">
                <a:solidFill>
                  <a:srgbClr val="000000"/>
                </a:solidFill>
                <a:latin typeface="Consolas"/>
                <a:cs typeface="Calibri"/>
              </a:rPr>
              <a:t>(</a:t>
            </a:r>
            <a:r>
              <a:rPr lang="en-US" sz="1600">
                <a:solidFill>
                  <a:srgbClr val="A31515"/>
                </a:solidFill>
                <a:latin typeface="Consolas"/>
                <a:cs typeface="Calibri"/>
              </a:rPr>
              <a:t>“Alex"</a:t>
            </a:r>
            <a:r>
              <a:rPr lang="en-US" sz="1600">
                <a:solidFill>
                  <a:srgbClr val="000000"/>
                </a:solidFill>
                <a:latin typeface="Consolas"/>
                <a:cs typeface="Calibri"/>
              </a:rPr>
              <a:t>, 1300);</a:t>
            </a:r>
          </a:p>
          <a:p>
            <a:pPr marL="0" indent="0">
              <a:spcBef>
                <a:spcPts val="0"/>
              </a:spcBef>
              <a:spcAft>
                <a:spcPts val="0"/>
              </a:spcAft>
              <a:buNone/>
            </a:pPr>
            <a:r>
              <a:rPr lang="en-US" sz="1600">
                <a:solidFill>
                  <a:srgbClr val="000000"/>
                </a:solidFill>
                <a:latin typeface="Consolas"/>
                <a:cs typeface="Calibri"/>
              </a:rPr>
              <a:t>            </a:t>
            </a:r>
            <a:r>
              <a:rPr lang="en-US" sz="1600" err="1">
                <a:solidFill>
                  <a:srgbClr val="000000"/>
                </a:solidFill>
                <a:latin typeface="Consolas"/>
                <a:cs typeface="Calibri"/>
              </a:rPr>
              <a:t>barman.DoJob</a:t>
            </a:r>
            <a:r>
              <a:rPr lang="en-US" sz="1600">
                <a:solidFill>
                  <a:srgbClr val="000000"/>
                </a:solidFill>
                <a:latin typeface="Consolas"/>
                <a:cs typeface="Calibri"/>
              </a:rPr>
              <a:t>();</a:t>
            </a:r>
          </a:p>
          <a:p>
            <a:pPr marL="0" indent="0">
              <a:spcBef>
                <a:spcPts val="0"/>
              </a:spcBef>
              <a:spcAft>
                <a:spcPts val="0"/>
              </a:spcAft>
              <a:buNone/>
            </a:pPr>
            <a:r>
              <a:rPr lang="en-US" sz="1600">
                <a:solidFill>
                  <a:srgbClr val="000000"/>
                </a:solidFill>
                <a:latin typeface="Consolas"/>
                <a:cs typeface="Calibri"/>
              </a:rPr>
              <a:t>            </a:t>
            </a:r>
            <a:r>
              <a:rPr lang="en-US" sz="1600" err="1">
                <a:solidFill>
                  <a:srgbClr val="000000"/>
                </a:solidFill>
                <a:latin typeface="Consolas"/>
                <a:cs typeface="Calibri"/>
              </a:rPr>
              <a:t>waiter.DoJob</a:t>
            </a:r>
            <a:r>
              <a:rPr lang="en-US" sz="1600">
                <a:solidFill>
                  <a:srgbClr val="000000"/>
                </a:solidFill>
                <a:latin typeface="Consolas"/>
                <a:cs typeface="Calibri"/>
              </a:rPr>
              <a:t>();</a:t>
            </a:r>
          </a:p>
          <a:p>
            <a:pPr marL="0" indent="0">
              <a:spcBef>
                <a:spcPts val="0"/>
              </a:spcBef>
              <a:spcAft>
                <a:spcPts val="0"/>
              </a:spcAft>
              <a:buNone/>
            </a:pPr>
            <a:r>
              <a:rPr lang="en-US" sz="1600">
                <a:solidFill>
                  <a:srgbClr val="000000"/>
                </a:solidFill>
                <a:latin typeface="Consolas"/>
                <a:cs typeface="Calibri"/>
              </a:rPr>
              <a:t>            </a:t>
            </a:r>
            <a:r>
              <a:rPr lang="en-US" sz="1600" err="1">
                <a:solidFill>
                  <a:srgbClr val="000000"/>
                </a:solidFill>
                <a:latin typeface="Consolas"/>
                <a:cs typeface="Calibri"/>
              </a:rPr>
              <a:t>cleaningPerson.DoJob</a:t>
            </a:r>
            <a:r>
              <a:rPr lang="en-US" sz="1600">
                <a:solidFill>
                  <a:srgbClr val="000000"/>
                </a:solidFill>
                <a:latin typeface="Consolas"/>
                <a:cs typeface="Calibri"/>
              </a:rPr>
              <a:t>();</a:t>
            </a:r>
          </a:p>
          <a:p>
            <a:pPr marL="0" indent="0">
              <a:spcBef>
                <a:spcPts val="0"/>
              </a:spcBef>
              <a:spcAft>
                <a:spcPts val="0"/>
              </a:spcAft>
              <a:buNone/>
            </a:pPr>
            <a:endParaRPr lang="en-US" sz="1600">
              <a:solidFill>
                <a:srgbClr val="000000"/>
              </a:solidFill>
              <a:latin typeface="Consolas" panose="020B0609020204030204" pitchFamily="49" charset="0"/>
            </a:endParaRPr>
          </a:p>
          <a:p>
            <a:pPr marL="0" indent="0">
              <a:spcBef>
                <a:spcPts val="0"/>
              </a:spcBef>
              <a:spcAft>
                <a:spcPts val="0"/>
              </a:spcAft>
              <a:buNone/>
            </a:pPr>
            <a:r>
              <a:rPr lang="en-US" sz="1600">
                <a:solidFill>
                  <a:srgbClr val="000000"/>
                </a:solidFill>
                <a:latin typeface="Consolas"/>
                <a:cs typeface="Calibri"/>
              </a:rPr>
              <a:t>            </a:t>
            </a:r>
            <a:r>
              <a:rPr lang="en-US" sz="1600" err="1">
                <a:solidFill>
                  <a:srgbClr val="2B91AF"/>
                </a:solidFill>
                <a:latin typeface="Consolas"/>
                <a:cs typeface="Calibri"/>
              </a:rPr>
              <a:t>Console</a:t>
            </a:r>
            <a:r>
              <a:rPr lang="en-US" sz="1600" err="1">
                <a:solidFill>
                  <a:srgbClr val="000000"/>
                </a:solidFill>
                <a:latin typeface="Consolas"/>
                <a:cs typeface="Calibri"/>
              </a:rPr>
              <a:t>.ReadLine</a:t>
            </a:r>
            <a:r>
              <a:rPr lang="en-US" sz="1600">
                <a:solidFill>
                  <a:srgbClr val="000000"/>
                </a:solidFill>
                <a:latin typeface="Consolas"/>
                <a:cs typeface="Calibri"/>
              </a:rPr>
              <a:t>();</a:t>
            </a:r>
          </a:p>
          <a:p>
            <a:pPr marL="0" indent="0">
              <a:spcBef>
                <a:spcPts val="0"/>
              </a:spcBef>
              <a:spcAft>
                <a:spcPts val="0"/>
              </a:spcAft>
              <a:buNone/>
            </a:pPr>
            <a:r>
              <a:rPr lang="en-US" sz="1600">
                <a:solidFill>
                  <a:srgbClr val="000000"/>
                </a:solidFill>
                <a:latin typeface="Consolas"/>
                <a:cs typeface="Calibri"/>
              </a:rPr>
              <a:t>}</a:t>
            </a:r>
            <a:endParaRPr lang="en-US" sz="800">
              <a:latin typeface="Consolas"/>
              <a:cs typeface="Calibri"/>
            </a:endParaRPr>
          </a:p>
        </p:txBody>
      </p:sp>
      <p:pic>
        <p:nvPicPr>
          <p:cNvPr id="7" name="Graphic 6" descr="Flask">
            <a:extLst>
              <a:ext uri="{FF2B5EF4-FFF2-40B4-BE49-F238E27FC236}">
                <a16:creationId xmlns:a16="http://schemas.microsoft.com/office/drawing/2014/main" id="{B654CA58-80B8-49F1-9EA8-EEB384C30AC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2775933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Coffee Break</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23</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5" name="Picture 4">
            <a:extLst>
              <a:ext uri="{FF2B5EF4-FFF2-40B4-BE49-F238E27FC236}">
                <a16:creationId xmlns:a16="http://schemas.microsoft.com/office/drawing/2014/main" id="{65FDD960-1849-49D7-888A-2C7731945A12}"/>
              </a:ext>
            </a:extLst>
          </p:cNvPr>
          <p:cNvPicPr>
            <a:picLocks noChangeAspect="1"/>
          </p:cNvPicPr>
          <p:nvPr/>
        </p:nvPicPr>
        <p:blipFill>
          <a:blip r:embed="rId3"/>
          <a:stretch>
            <a:fillRect/>
          </a:stretch>
        </p:blipFill>
        <p:spPr>
          <a:xfrm>
            <a:off x="3931520" y="1620838"/>
            <a:ext cx="4328961" cy="4568825"/>
          </a:xfrm>
          <a:prstGeom prst="rect">
            <a:avLst/>
          </a:prstGeom>
          <a:noFill/>
        </p:spPr>
      </p:pic>
    </p:spTree>
    <p:extLst>
      <p:ext uri="{BB962C8B-B14F-4D97-AF65-F5344CB8AC3E}">
        <p14:creationId xmlns:p14="http://schemas.microsoft.com/office/powerpoint/2010/main" val="1702899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24</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abstract</a:t>
            </a:r>
            <a:r>
              <a:rPr lang="en-US"/>
              <a:t> KEYWORD</a:t>
            </a:r>
            <a:r>
              <a:rPr lang="en-GB"/>
              <a:t> </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INHERITANCE</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672001" y="1629803"/>
            <a:ext cx="10856912" cy="4568825"/>
          </a:xfrm>
        </p:spPr>
        <p:txBody>
          <a:bodyPr/>
          <a:lstStyle/>
          <a:p>
            <a:pPr marL="0" indent="0">
              <a:spcBef>
                <a:spcPts val="0"/>
              </a:spcBef>
              <a:spcAft>
                <a:spcPts val="0"/>
              </a:spcAft>
              <a:buNone/>
            </a:pPr>
            <a:r>
              <a:rPr lang="en-US" sz="2000" noProof="1">
                <a:solidFill>
                  <a:srgbClr val="171717"/>
                </a:solidFill>
                <a:latin typeface="+mn-lt"/>
              </a:rPr>
              <a:t>The </a:t>
            </a:r>
            <a:r>
              <a:rPr lang="en-US" sz="2000" noProof="1">
                <a:solidFill>
                  <a:schemeClr val="accent2"/>
                </a:solidFill>
                <a:latin typeface="Consolas" panose="020B0609020204030204" pitchFamily="49" charset="0"/>
              </a:rPr>
              <a:t>abstract</a:t>
            </a:r>
            <a:r>
              <a:rPr lang="en-US" sz="2000" noProof="1">
                <a:solidFill>
                  <a:srgbClr val="171717"/>
                </a:solidFill>
                <a:latin typeface="+mn-lt"/>
              </a:rPr>
              <a:t> keyword enables you to create classes and class members that are incomplete and must be implemented in a derived class.</a:t>
            </a:r>
          </a:p>
          <a:p>
            <a:pPr marL="0" indent="0">
              <a:spcBef>
                <a:spcPts val="0"/>
              </a:spcBef>
              <a:buNone/>
            </a:pPr>
            <a:r>
              <a:rPr lang="en-US" sz="2000" b="0" i="0">
                <a:solidFill>
                  <a:srgbClr val="171717"/>
                </a:solidFill>
                <a:effectLst/>
                <a:latin typeface="+mn-lt"/>
              </a:rPr>
              <a:t>An abstract class cannot be instantiated. The purpose of an abstract class is to provide a common definition of a base class that multiple derived classes can share.</a:t>
            </a:r>
          </a:p>
          <a:p>
            <a:pPr marL="0" indent="0">
              <a:spcBef>
                <a:spcPts val="0"/>
              </a:spcBef>
              <a:spcAft>
                <a:spcPts val="0"/>
              </a:spcAft>
              <a:buNone/>
            </a:pPr>
            <a:r>
              <a:rPr lang="en-US" sz="1100" noProof="1">
                <a:solidFill>
                  <a:srgbClr val="0000FF"/>
                </a:solidFill>
                <a:latin typeface="Consolas" panose="020B0609020204030204" pitchFamily="49" charset="0"/>
              </a:rPr>
              <a:t>internal</a:t>
            </a:r>
            <a:r>
              <a:rPr lang="en-US" sz="1100" noProof="1">
                <a:solidFill>
                  <a:srgbClr val="000000"/>
                </a:solidFill>
                <a:latin typeface="Consolas" panose="020B0609020204030204" pitchFamily="49" charset="0"/>
              </a:rPr>
              <a:t> </a:t>
            </a:r>
            <a:r>
              <a:rPr lang="en-US" sz="1100" noProof="1">
                <a:solidFill>
                  <a:srgbClr val="0000FF"/>
                </a:solidFill>
                <a:highlight>
                  <a:srgbClr val="FFFF00"/>
                </a:highlight>
                <a:latin typeface="Consolas" panose="020B0609020204030204" pitchFamily="49" charset="0"/>
              </a:rPr>
              <a:t>abstract</a:t>
            </a:r>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class</a:t>
            </a:r>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AbstractEmployee</a:t>
            </a:r>
            <a:r>
              <a:rPr lang="en-US" sz="1100" noProof="1">
                <a:solidFill>
                  <a:srgbClr val="000000"/>
                </a:solidFill>
                <a:latin typeface="Consolas" panose="020B0609020204030204" pitchFamily="49" charset="0"/>
              </a:rPr>
              <a:t> {</a:t>
            </a:r>
          </a:p>
          <a:p>
            <a:pPr marL="0" indent="0">
              <a:spcBef>
                <a:spcPts val="0"/>
              </a:spcBef>
              <a:spcAft>
                <a:spcPts val="0"/>
              </a:spcAft>
              <a:buNone/>
            </a:pPr>
            <a:r>
              <a:rPr lang="en-US" sz="1100" noProof="1">
                <a:solidFill>
                  <a:srgbClr val="000000"/>
                </a:solidFill>
                <a:latin typeface="Consolas" panose="020B0609020204030204" pitchFamily="49" charset="0"/>
              </a:rPr>
              <a:t>        </a:t>
            </a:r>
            <a:r>
              <a:rPr lang="en-US" sz="1100" noProof="1">
                <a:solidFill>
                  <a:schemeClr val="bg1">
                    <a:lumMod val="75000"/>
                  </a:schemeClr>
                </a:solidFill>
                <a:latin typeface="Consolas" panose="020B0609020204030204" pitchFamily="49" charset="0"/>
              </a:rPr>
              <a:t>//... other methods and properties</a:t>
            </a:r>
          </a:p>
          <a:p>
            <a:pPr marL="0" indent="0">
              <a:spcBef>
                <a:spcPts val="0"/>
              </a:spcBef>
              <a:spcAft>
                <a:spcPts val="0"/>
              </a:spcAft>
              <a:buNone/>
            </a:pPr>
            <a:r>
              <a:rPr lang="en-US" sz="1100" noProof="1">
                <a:solidFill>
                  <a:srgbClr val="0000FF"/>
                </a:solidFill>
                <a:latin typeface="Consolas" panose="020B0609020204030204" pitchFamily="49" charset="0"/>
              </a:rPr>
              <a:t>        </a:t>
            </a:r>
            <a:r>
              <a:rPr lang="en-US" sz="1100" noProof="1">
                <a:solidFill>
                  <a:srgbClr val="0000FF"/>
                </a:solidFill>
                <a:highlight>
                  <a:srgbClr val="FFFF00"/>
                </a:highlight>
                <a:latin typeface="Consolas" panose="020B0609020204030204" pitchFamily="49" charset="0"/>
              </a:rPr>
              <a:t>public</a:t>
            </a:r>
            <a:r>
              <a:rPr lang="en-US" sz="1100" noProof="1">
                <a:solidFill>
                  <a:srgbClr val="000000"/>
                </a:solidFill>
                <a:highlight>
                  <a:srgbClr val="FFFF00"/>
                </a:highlight>
                <a:latin typeface="Consolas" panose="020B0609020204030204" pitchFamily="49" charset="0"/>
              </a:rPr>
              <a:t> </a:t>
            </a:r>
            <a:r>
              <a:rPr lang="en-US" sz="1100" noProof="1">
                <a:solidFill>
                  <a:srgbClr val="2B91AF"/>
                </a:solidFill>
                <a:highlight>
                  <a:srgbClr val="FFFF00"/>
                </a:highlight>
                <a:latin typeface="Consolas" panose="020B0609020204030204" pitchFamily="49" charset="0"/>
              </a:rPr>
              <a:t>DayOfWeek</a:t>
            </a:r>
            <a:r>
              <a:rPr lang="en-US" sz="1100" noProof="1">
                <a:solidFill>
                  <a:srgbClr val="000000"/>
                </a:solidFill>
                <a:highlight>
                  <a:srgbClr val="FFFF00"/>
                </a:highlight>
                <a:latin typeface="Consolas" panose="020B0609020204030204" pitchFamily="49" charset="0"/>
              </a:rPr>
              <a:t>[] GetWorkSchedule() { //method is implemented in base class and available for any derived classes</a:t>
            </a:r>
          </a:p>
          <a:p>
            <a:pPr marL="0" indent="0">
              <a:spcBef>
                <a:spcPts val="0"/>
              </a:spcBef>
              <a:spcAft>
                <a:spcPts val="0"/>
              </a:spcAft>
              <a:buNone/>
            </a:pPr>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return</a:t>
            </a:r>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new</a:t>
            </a:r>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DayOfWeek</a:t>
            </a:r>
            <a:r>
              <a:rPr lang="en-US" sz="1100" noProof="1">
                <a:solidFill>
                  <a:srgbClr val="000000"/>
                </a:solidFill>
                <a:latin typeface="Consolas" panose="020B0609020204030204" pitchFamily="49" charset="0"/>
              </a:rPr>
              <a:t>[] {</a:t>
            </a:r>
          </a:p>
          <a:p>
            <a:pPr marL="0" indent="0">
              <a:spcBef>
                <a:spcPts val="0"/>
              </a:spcBef>
              <a:spcAft>
                <a:spcPts val="0"/>
              </a:spcAft>
              <a:buNone/>
            </a:pPr>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DayOfWeek</a:t>
            </a:r>
            <a:r>
              <a:rPr lang="en-US" sz="1100" noProof="1">
                <a:solidFill>
                  <a:srgbClr val="000000"/>
                </a:solidFill>
                <a:latin typeface="Consolas" panose="020B0609020204030204" pitchFamily="49" charset="0"/>
              </a:rPr>
              <a:t>.Monday,</a:t>
            </a:r>
          </a:p>
          <a:p>
            <a:pPr marL="0" indent="0">
              <a:spcBef>
                <a:spcPts val="0"/>
              </a:spcBef>
              <a:spcAft>
                <a:spcPts val="0"/>
              </a:spcAft>
              <a:buNone/>
            </a:pPr>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DayOfWeek</a:t>
            </a:r>
            <a:r>
              <a:rPr lang="en-US" sz="1100" noProof="1">
                <a:solidFill>
                  <a:srgbClr val="000000"/>
                </a:solidFill>
                <a:latin typeface="Consolas" panose="020B0609020204030204" pitchFamily="49" charset="0"/>
              </a:rPr>
              <a:t>.Tuesday,</a:t>
            </a:r>
          </a:p>
          <a:p>
            <a:pPr marL="0" indent="0">
              <a:spcBef>
                <a:spcPts val="0"/>
              </a:spcBef>
              <a:spcAft>
                <a:spcPts val="0"/>
              </a:spcAft>
              <a:buNone/>
            </a:pPr>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DayOfWeek</a:t>
            </a:r>
            <a:r>
              <a:rPr lang="en-US" sz="1100" noProof="1">
                <a:solidFill>
                  <a:srgbClr val="000000"/>
                </a:solidFill>
                <a:latin typeface="Consolas" panose="020B0609020204030204" pitchFamily="49" charset="0"/>
              </a:rPr>
              <a:t>.Wednesday,</a:t>
            </a:r>
          </a:p>
          <a:p>
            <a:pPr marL="0" indent="0">
              <a:spcBef>
                <a:spcPts val="0"/>
              </a:spcBef>
              <a:spcAft>
                <a:spcPts val="0"/>
              </a:spcAft>
              <a:buNone/>
            </a:pPr>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DayOfWeek</a:t>
            </a:r>
            <a:r>
              <a:rPr lang="en-US" sz="1100" noProof="1">
                <a:solidFill>
                  <a:srgbClr val="000000"/>
                </a:solidFill>
                <a:latin typeface="Consolas" panose="020B0609020204030204" pitchFamily="49" charset="0"/>
              </a:rPr>
              <a:t>.Tuesday,</a:t>
            </a:r>
          </a:p>
          <a:p>
            <a:pPr marL="0" indent="0">
              <a:spcBef>
                <a:spcPts val="0"/>
              </a:spcBef>
              <a:spcAft>
                <a:spcPts val="0"/>
              </a:spcAft>
              <a:buNone/>
            </a:pPr>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DayOfWeek</a:t>
            </a:r>
            <a:r>
              <a:rPr lang="en-US" sz="1100" noProof="1">
                <a:solidFill>
                  <a:srgbClr val="000000"/>
                </a:solidFill>
                <a:latin typeface="Consolas" panose="020B0609020204030204" pitchFamily="49" charset="0"/>
              </a:rPr>
              <a:t>.Friday</a:t>
            </a:r>
          </a:p>
          <a:p>
            <a:pPr marL="0" indent="0">
              <a:spcBef>
                <a:spcPts val="0"/>
              </a:spcBef>
              <a:spcAft>
                <a:spcPts val="0"/>
              </a:spcAft>
              <a:buNone/>
            </a:pPr>
            <a:r>
              <a:rPr lang="en-US" sz="1100" noProof="1">
                <a:solidFill>
                  <a:srgbClr val="000000"/>
                </a:solidFill>
                <a:latin typeface="Consolas" panose="020B0609020204030204" pitchFamily="49" charset="0"/>
              </a:rPr>
              <a:t>            };</a:t>
            </a:r>
          </a:p>
          <a:p>
            <a:pPr marL="0" indent="0">
              <a:spcBef>
                <a:spcPts val="0"/>
              </a:spcBef>
              <a:spcAft>
                <a:spcPts val="0"/>
              </a:spcAft>
              <a:buNone/>
            </a:pPr>
            <a:r>
              <a:rPr lang="en-US" sz="1100" noProof="1">
                <a:solidFill>
                  <a:srgbClr val="000000"/>
                </a:solidFill>
                <a:latin typeface="Consolas" panose="020B0609020204030204" pitchFamily="49" charset="0"/>
              </a:rPr>
              <a:t>        }</a:t>
            </a:r>
          </a:p>
          <a:p>
            <a:pPr marL="0" indent="0">
              <a:spcBef>
                <a:spcPts val="0"/>
              </a:spcBef>
              <a:spcAft>
                <a:spcPts val="0"/>
              </a:spcAft>
              <a:buNone/>
            </a:pPr>
            <a:r>
              <a:rPr lang="en-US" sz="1100" noProof="1">
                <a:solidFill>
                  <a:srgbClr val="000000"/>
                </a:solidFill>
                <a:latin typeface="Consolas" panose="020B0609020204030204" pitchFamily="49" charset="0"/>
              </a:rPr>
              <a:t>        </a:t>
            </a:r>
            <a:r>
              <a:rPr lang="en-US" sz="1100" noProof="1">
                <a:solidFill>
                  <a:srgbClr val="0000FF"/>
                </a:solidFill>
                <a:highlight>
                  <a:srgbClr val="FFFF00"/>
                </a:highlight>
                <a:latin typeface="Consolas" panose="020B0609020204030204" pitchFamily="49" charset="0"/>
              </a:rPr>
              <a:t>public</a:t>
            </a:r>
            <a:r>
              <a:rPr lang="en-US" sz="1100" noProof="1">
                <a:solidFill>
                  <a:srgbClr val="000000"/>
                </a:solidFill>
                <a:highlight>
                  <a:srgbClr val="FFFF00"/>
                </a:highlight>
                <a:latin typeface="Consolas" panose="020B0609020204030204" pitchFamily="49" charset="0"/>
              </a:rPr>
              <a:t> </a:t>
            </a:r>
            <a:r>
              <a:rPr lang="en-US" sz="1100" noProof="1">
                <a:solidFill>
                  <a:srgbClr val="0000FF"/>
                </a:solidFill>
                <a:highlight>
                  <a:srgbClr val="FFFF00"/>
                </a:highlight>
                <a:latin typeface="Consolas" panose="020B0609020204030204" pitchFamily="49" charset="0"/>
              </a:rPr>
              <a:t>abstract</a:t>
            </a:r>
            <a:r>
              <a:rPr lang="en-US" sz="1100" noProof="1">
                <a:solidFill>
                  <a:srgbClr val="000000"/>
                </a:solidFill>
                <a:highlight>
                  <a:srgbClr val="FFFF00"/>
                </a:highlight>
                <a:latin typeface="Consolas" panose="020B0609020204030204" pitchFamily="49" charset="0"/>
              </a:rPr>
              <a:t> </a:t>
            </a:r>
            <a:r>
              <a:rPr lang="en-US" sz="1100" noProof="1">
                <a:solidFill>
                  <a:srgbClr val="0000FF"/>
                </a:solidFill>
                <a:highlight>
                  <a:srgbClr val="FFFF00"/>
                </a:highlight>
                <a:latin typeface="Consolas" panose="020B0609020204030204" pitchFamily="49" charset="0"/>
              </a:rPr>
              <a:t>void</a:t>
            </a:r>
            <a:r>
              <a:rPr lang="en-US" sz="1100" noProof="1">
                <a:solidFill>
                  <a:srgbClr val="000000"/>
                </a:solidFill>
                <a:highlight>
                  <a:srgbClr val="FFFF00"/>
                </a:highlight>
                <a:latin typeface="Consolas" panose="020B0609020204030204" pitchFamily="49" charset="0"/>
              </a:rPr>
              <a:t> DoJob(); //implementation of this method will be provided in derived classes – Barman, Waiter etc.</a:t>
            </a:r>
          </a:p>
          <a:p>
            <a:pPr marL="0" indent="0">
              <a:spcBef>
                <a:spcPts val="0"/>
              </a:spcBef>
              <a:spcAft>
                <a:spcPts val="0"/>
              </a:spcAft>
              <a:buNone/>
            </a:pPr>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public</a:t>
            </a:r>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override</a:t>
            </a:r>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string</a:t>
            </a:r>
            <a:r>
              <a:rPr lang="en-US" sz="1100" noProof="1">
                <a:solidFill>
                  <a:srgbClr val="000000"/>
                </a:solidFill>
                <a:latin typeface="Consolas" panose="020B0609020204030204" pitchFamily="49" charset="0"/>
              </a:rPr>
              <a:t> ToString() =&gt; </a:t>
            </a:r>
            <a:r>
              <a:rPr lang="en-US" sz="1100" noProof="1">
                <a:solidFill>
                  <a:srgbClr val="A31515"/>
                </a:solidFill>
                <a:latin typeface="Consolas" panose="020B0609020204030204" pitchFamily="49" charset="0"/>
              </a:rPr>
              <a:t>$"Employee: </a:t>
            </a:r>
            <a:r>
              <a:rPr lang="en-US" sz="1100" noProof="1">
                <a:solidFill>
                  <a:srgbClr val="000000"/>
                </a:solidFill>
                <a:latin typeface="Consolas" panose="020B0609020204030204" pitchFamily="49" charset="0"/>
              </a:rPr>
              <a:t>{</a:t>
            </a:r>
            <a:r>
              <a:rPr lang="en-US" sz="1100" noProof="1">
                <a:solidFill>
                  <a:srgbClr val="0000FF"/>
                </a:solidFill>
                <a:latin typeface="Consolas" panose="020B0609020204030204" pitchFamily="49" charset="0"/>
              </a:rPr>
              <a:t>this</a:t>
            </a:r>
            <a:r>
              <a:rPr lang="en-US" sz="1100" noProof="1">
                <a:solidFill>
                  <a:srgbClr val="000000"/>
                </a:solidFill>
                <a:latin typeface="Consolas" panose="020B0609020204030204" pitchFamily="49" charset="0"/>
              </a:rPr>
              <a:t>.Name}</a:t>
            </a:r>
            <a:r>
              <a:rPr lang="en-US" sz="1100" noProof="1">
                <a:solidFill>
                  <a:srgbClr val="A31515"/>
                </a:solidFill>
                <a:latin typeface="Consolas" panose="020B0609020204030204" pitchFamily="49" charset="0"/>
              </a:rPr>
              <a:t>"</a:t>
            </a:r>
            <a:r>
              <a:rPr lang="en-US" sz="1100" noProof="1">
                <a:solidFill>
                  <a:srgbClr val="000000"/>
                </a:solidFill>
                <a:latin typeface="Consolas" panose="020B0609020204030204" pitchFamily="49" charset="0"/>
              </a:rPr>
              <a:t>;   </a:t>
            </a:r>
          </a:p>
          <a:p>
            <a:pPr marL="0" indent="0">
              <a:spcBef>
                <a:spcPts val="0"/>
              </a:spcBef>
              <a:spcAft>
                <a:spcPts val="0"/>
              </a:spcAft>
              <a:buNone/>
            </a:pPr>
            <a:r>
              <a:rPr lang="en-US" sz="900" noProof="1">
                <a:solidFill>
                  <a:srgbClr val="000000"/>
                </a:solidFill>
                <a:latin typeface="Consolas" panose="020B0609020204030204" pitchFamily="49" charset="0"/>
              </a:rPr>
              <a:t>}</a:t>
            </a:r>
            <a:endParaRPr lang="en-US" sz="600" noProof="1">
              <a:solidFill>
                <a:srgbClr val="0000FF"/>
              </a:solidFill>
              <a:latin typeface="Consolas" panose="020B0609020204030204" pitchFamily="49" charset="0"/>
            </a:endParaRPr>
          </a:p>
          <a:p>
            <a:pPr marL="0" indent="0">
              <a:spcBef>
                <a:spcPts val="0"/>
              </a:spcBef>
              <a:spcAft>
                <a:spcPts val="0"/>
              </a:spcAft>
              <a:buNone/>
            </a:pPr>
            <a:endParaRPr lang="en-US" sz="2400" noProof="1">
              <a:solidFill>
                <a:srgbClr val="171717"/>
              </a:solidFill>
              <a:latin typeface="Segoe UI" panose="020B0502040204020203" pitchFamily="34" charset="0"/>
            </a:endParaRPr>
          </a:p>
          <a:p>
            <a:pPr marL="0" indent="0">
              <a:spcBef>
                <a:spcPts val="0"/>
              </a:spcBef>
              <a:spcAft>
                <a:spcPts val="0"/>
              </a:spcAft>
              <a:buNone/>
            </a:pPr>
            <a:endParaRPr lang="en-US" noProof="1"/>
          </a:p>
          <a:p>
            <a:pPr marL="0" indent="0">
              <a:spcBef>
                <a:spcPts val="0"/>
              </a:spcBef>
              <a:spcAft>
                <a:spcPts val="0"/>
              </a:spcAft>
              <a:buNone/>
            </a:pPr>
            <a:endParaRPr lang="en-US" sz="1200" noProof="1">
              <a:solidFill>
                <a:srgbClr val="0000FF"/>
              </a:solidFill>
              <a:latin typeface="Consolas" panose="020B0609020204030204" pitchFamily="49" charset="0"/>
            </a:endParaRPr>
          </a:p>
          <a:p>
            <a:pPr marL="0" indent="0">
              <a:buNone/>
            </a:pPr>
            <a:endParaRPr lang="en-US" sz="2400"/>
          </a:p>
          <a:p>
            <a:pPr marL="0" indent="0">
              <a:buNone/>
            </a:pPr>
            <a:endParaRPr lang="en-US" sz="2400"/>
          </a:p>
          <a:p>
            <a:pPr marL="0" indent="0">
              <a:buNone/>
            </a:pPr>
            <a:endParaRPr lang="en-US" sz="2400"/>
          </a:p>
        </p:txBody>
      </p:sp>
      <p:sp>
        <p:nvSpPr>
          <p:cNvPr id="10" name="TextBox 9">
            <a:extLst>
              <a:ext uri="{FF2B5EF4-FFF2-40B4-BE49-F238E27FC236}">
                <a16:creationId xmlns:a16="http://schemas.microsoft.com/office/drawing/2014/main" id="{35F538E1-3839-4295-9BAC-325AABB1B901}"/>
              </a:ext>
            </a:extLst>
          </p:cNvPr>
          <p:cNvSpPr txBox="1"/>
          <p:nvPr/>
        </p:nvSpPr>
        <p:spPr>
          <a:xfrm>
            <a:off x="5640456" y="8825948"/>
            <a:ext cx="914400" cy="9144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endParaRPr lang="en-US" sz="1600">
              <a:latin typeface="+mn-lt"/>
            </a:endParaRPr>
          </a:p>
        </p:txBody>
      </p:sp>
      <p:sp>
        <p:nvSpPr>
          <p:cNvPr id="11" name="TextBox 10">
            <a:extLst>
              <a:ext uri="{FF2B5EF4-FFF2-40B4-BE49-F238E27FC236}">
                <a16:creationId xmlns:a16="http://schemas.microsoft.com/office/drawing/2014/main" id="{4120285B-0541-427F-A522-47B6558AC860}"/>
              </a:ext>
            </a:extLst>
          </p:cNvPr>
          <p:cNvSpPr txBox="1"/>
          <p:nvPr/>
        </p:nvSpPr>
        <p:spPr>
          <a:xfrm>
            <a:off x="8875643" y="8955157"/>
            <a:ext cx="914400" cy="91440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endParaRPr lang="en-US" sz="1600">
              <a:latin typeface="+mn-lt"/>
            </a:endParaRPr>
          </a:p>
        </p:txBody>
      </p:sp>
    </p:spTree>
    <p:extLst>
      <p:ext uri="{BB962C8B-B14F-4D97-AF65-F5344CB8AC3E}">
        <p14:creationId xmlns:p14="http://schemas.microsoft.com/office/powerpoint/2010/main" val="40464602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25</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SEALED</a:t>
            </a:r>
            <a:r>
              <a:rPr lang="en-US"/>
              <a:t> KEYWORD</a:t>
            </a:r>
            <a:r>
              <a:rPr lang="en-GB"/>
              <a:t> </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INHERITANCE</a:t>
            </a: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spcBef>
                <a:spcPts val="0"/>
              </a:spcBef>
              <a:spcAft>
                <a:spcPts val="0"/>
              </a:spcAft>
              <a:buNone/>
            </a:pPr>
            <a:r>
              <a:rPr lang="en-US" sz="2000" noProof="1"/>
              <a:t>When applied to a class, the </a:t>
            </a:r>
            <a:r>
              <a:rPr lang="en-US" sz="2000" noProof="1">
                <a:solidFill>
                  <a:schemeClr val="accent2"/>
                </a:solidFill>
                <a:latin typeface="Consolas" panose="020B0609020204030204" pitchFamily="49" charset="0"/>
              </a:rPr>
              <a:t>sealed</a:t>
            </a:r>
            <a:r>
              <a:rPr lang="en-US" sz="2000" noProof="1"/>
              <a:t> modifier prevents other classes from inheriting from it.</a:t>
            </a:r>
          </a:p>
          <a:p>
            <a:pPr marL="0" indent="0">
              <a:spcBef>
                <a:spcPts val="0"/>
              </a:spcBef>
              <a:spcAft>
                <a:spcPts val="0"/>
              </a:spcAft>
              <a:buNone/>
            </a:pPr>
            <a:r>
              <a:rPr lang="en-US" sz="2000" noProof="1"/>
              <a:t>For example, we can put </a:t>
            </a:r>
            <a:r>
              <a:rPr lang="en-US" sz="2000" noProof="1">
                <a:latin typeface="Consolas" panose="020B0609020204030204" pitchFamily="49" charset="0"/>
              </a:rPr>
              <a:t>sealed</a:t>
            </a:r>
            <a:r>
              <a:rPr lang="en-US" sz="2000" noProof="1"/>
              <a:t> modifier to </a:t>
            </a:r>
            <a:r>
              <a:rPr lang="en-US" sz="2000" noProof="1">
                <a:latin typeface="Consolas" panose="020B0609020204030204" pitchFamily="49" charset="0"/>
              </a:rPr>
              <a:t>Waiter</a:t>
            </a:r>
            <a:r>
              <a:rPr lang="en-US" sz="2000" noProof="1"/>
              <a:t>, </a:t>
            </a:r>
            <a:r>
              <a:rPr lang="en-US" sz="2000" noProof="1">
                <a:latin typeface="Consolas" panose="020B0609020204030204" pitchFamily="49" charset="0"/>
              </a:rPr>
              <a:t>Barman</a:t>
            </a:r>
            <a:r>
              <a:rPr lang="en-US" sz="2000" noProof="1"/>
              <a:t> and </a:t>
            </a:r>
            <a:r>
              <a:rPr lang="en-US" sz="2000" noProof="1">
                <a:latin typeface="Consolas" panose="020B0609020204030204" pitchFamily="49" charset="0"/>
              </a:rPr>
              <a:t>CleaningPerson</a:t>
            </a:r>
            <a:r>
              <a:rPr lang="en-US" sz="2000" noProof="1"/>
              <a:t> classes because we do not expect that deeper inheritance.</a:t>
            </a:r>
          </a:p>
          <a:p>
            <a:pPr marL="0" indent="0">
              <a:spcBef>
                <a:spcPts val="0"/>
              </a:spcBef>
              <a:spcAft>
                <a:spcPts val="0"/>
              </a:spcAft>
              <a:buNone/>
            </a:pPr>
            <a:endParaRPr lang="en-US" sz="2000" noProof="1"/>
          </a:p>
          <a:p>
            <a:pPr marL="0" indent="0">
              <a:spcBef>
                <a:spcPts val="0"/>
              </a:spcBef>
              <a:spcAft>
                <a:spcPts val="0"/>
              </a:spcAft>
              <a:buNone/>
            </a:pPr>
            <a:r>
              <a:rPr lang="en-US" sz="1600" noProof="1">
                <a:solidFill>
                  <a:srgbClr val="0000FF"/>
                </a:solidFill>
                <a:latin typeface="Consolas" panose="020B0609020204030204" pitchFamily="49" charset="0"/>
              </a:rPr>
              <a:t>internal</a:t>
            </a:r>
            <a:r>
              <a:rPr lang="en-US" sz="1600" noProof="1">
                <a:solidFill>
                  <a:srgbClr val="000000"/>
                </a:solidFill>
                <a:latin typeface="Consolas" panose="020B0609020204030204" pitchFamily="49" charset="0"/>
              </a:rPr>
              <a:t> </a:t>
            </a:r>
            <a:r>
              <a:rPr lang="en-US" sz="1600" noProof="1">
                <a:solidFill>
                  <a:srgbClr val="0000FF"/>
                </a:solidFill>
                <a:highlight>
                  <a:srgbClr val="FFFF00"/>
                </a:highlight>
                <a:latin typeface="Consolas" panose="020B0609020204030204" pitchFamily="49" charset="0"/>
              </a:rPr>
              <a:t>sealed</a:t>
            </a:r>
            <a:r>
              <a:rPr lang="en-US" sz="1600" noProof="1">
                <a:solidFill>
                  <a:srgbClr val="000000"/>
                </a:solidFill>
                <a:latin typeface="Consolas" panose="020B0609020204030204" pitchFamily="49" charset="0"/>
              </a:rPr>
              <a:t> </a:t>
            </a:r>
            <a:r>
              <a:rPr lang="en-US" sz="1600" noProof="1">
                <a:solidFill>
                  <a:srgbClr val="0000FF"/>
                </a:solidFill>
                <a:latin typeface="Consolas" panose="020B0609020204030204" pitchFamily="49" charset="0"/>
              </a:rPr>
              <a:t>class</a:t>
            </a:r>
            <a:r>
              <a:rPr lang="en-US" sz="1600" noProof="1">
                <a:solidFill>
                  <a:srgbClr val="000000"/>
                </a:solidFill>
                <a:latin typeface="Consolas" panose="020B0609020204030204" pitchFamily="49" charset="0"/>
              </a:rPr>
              <a:t> </a:t>
            </a:r>
            <a:r>
              <a:rPr lang="en-US" sz="1600" noProof="1">
                <a:solidFill>
                  <a:srgbClr val="2B91AF"/>
                </a:solidFill>
                <a:latin typeface="Consolas" panose="020B0609020204030204" pitchFamily="49" charset="0"/>
              </a:rPr>
              <a:t>Barman</a:t>
            </a:r>
            <a:r>
              <a:rPr lang="en-US" sz="1600" noProof="1">
                <a:solidFill>
                  <a:srgbClr val="000000"/>
                </a:solidFill>
                <a:latin typeface="Consolas" panose="020B0609020204030204" pitchFamily="49" charset="0"/>
              </a:rPr>
              <a:t> : </a:t>
            </a:r>
            <a:r>
              <a:rPr lang="en-US" sz="1600" noProof="1">
                <a:solidFill>
                  <a:srgbClr val="2B91AF"/>
                </a:solidFill>
                <a:latin typeface="Consolas" panose="020B0609020204030204" pitchFamily="49" charset="0"/>
              </a:rPr>
              <a:t>AbstractEmployee</a:t>
            </a:r>
            <a:r>
              <a:rPr lang="en-US" sz="1600" noProof="1">
                <a:solidFill>
                  <a:srgbClr val="000000"/>
                </a:solidFill>
                <a:latin typeface="Consolas" panose="020B0609020204030204" pitchFamily="49" charset="0"/>
              </a:rPr>
              <a:t> {</a:t>
            </a:r>
          </a:p>
          <a:p>
            <a:pPr marL="0" indent="0">
              <a:spcBef>
                <a:spcPts val="0"/>
              </a:spcBef>
              <a:spcAft>
                <a:spcPts val="0"/>
              </a:spcAft>
              <a:buNone/>
            </a:pPr>
            <a:r>
              <a:rPr lang="en-US" sz="1600" noProof="1">
                <a:solidFill>
                  <a:srgbClr val="000000"/>
                </a:solidFill>
                <a:latin typeface="Consolas" panose="020B0609020204030204" pitchFamily="49" charset="0"/>
              </a:rPr>
              <a:t>        </a:t>
            </a:r>
            <a:r>
              <a:rPr lang="en-US" sz="1600" noProof="1">
                <a:solidFill>
                  <a:srgbClr val="0000FF"/>
                </a:solidFill>
                <a:latin typeface="Consolas" panose="020B0609020204030204" pitchFamily="49" charset="0"/>
              </a:rPr>
              <a:t>public</a:t>
            </a:r>
            <a:r>
              <a:rPr lang="en-US" sz="1600" noProof="1">
                <a:solidFill>
                  <a:srgbClr val="000000"/>
                </a:solidFill>
                <a:latin typeface="Consolas" panose="020B0609020204030204" pitchFamily="49" charset="0"/>
              </a:rPr>
              <a:t> Barman(</a:t>
            </a:r>
            <a:r>
              <a:rPr lang="en-US" sz="1600" noProof="1">
                <a:solidFill>
                  <a:srgbClr val="0000FF"/>
                </a:solidFill>
                <a:latin typeface="Consolas" panose="020B0609020204030204" pitchFamily="49" charset="0"/>
              </a:rPr>
              <a:t>string</a:t>
            </a:r>
            <a:r>
              <a:rPr lang="en-US" sz="1600" noProof="1">
                <a:solidFill>
                  <a:srgbClr val="000000"/>
                </a:solidFill>
                <a:latin typeface="Consolas" panose="020B0609020204030204" pitchFamily="49" charset="0"/>
              </a:rPr>
              <a:t> name, </a:t>
            </a:r>
            <a:r>
              <a:rPr lang="en-US" sz="1600" noProof="1">
                <a:solidFill>
                  <a:srgbClr val="0000FF"/>
                </a:solidFill>
                <a:latin typeface="Consolas" panose="020B0609020204030204" pitchFamily="49" charset="0"/>
              </a:rPr>
              <a:t>double</a:t>
            </a:r>
            <a:r>
              <a:rPr lang="en-US" sz="1600" noProof="1">
                <a:solidFill>
                  <a:srgbClr val="000000"/>
                </a:solidFill>
                <a:latin typeface="Consolas" panose="020B0609020204030204" pitchFamily="49" charset="0"/>
              </a:rPr>
              <a:t> salary) : </a:t>
            </a:r>
            <a:r>
              <a:rPr lang="en-US" sz="1600" noProof="1">
                <a:solidFill>
                  <a:srgbClr val="0000FF"/>
                </a:solidFill>
                <a:latin typeface="Consolas" panose="020B0609020204030204" pitchFamily="49" charset="0"/>
              </a:rPr>
              <a:t>base</a:t>
            </a:r>
            <a:r>
              <a:rPr lang="en-US" sz="1600" noProof="1">
                <a:solidFill>
                  <a:srgbClr val="000000"/>
                </a:solidFill>
                <a:latin typeface="Consolas" panose="020B0609020204030204" pitchFamily="49" charset="0"/>
              </a:rPr>
              <a:t>(name, salary) { }</a:t>
            </a:r>
          </a:p>
          <a:p>
            <a:pPr marL="0" indent="0">
              <a:spcBef>
                <a:spcPts val="0"/>
              </a:spcBef>
              <a:spcAft>
                <a:spcPts val="0"/>
              </a:spcAft>
              <a:buNone/>
            </a:pPr>
            <a:endParaRPr lang="en-US" sz="1600" noProof="1">
              <a:solidFill>
                <a:srgbClr val="000000"/>
              </a:solidFill>
              <a:latin typeface="Consolas" panose="020B0609020204030204" pitchFamily="49" charset="0"/>
            </a:endParaRPr>
          </a:p>
          <a:p>
            <a:pPr marL="0" indent="0">
              <a:spcBef>
                <a:spcPts val="0"/>
              </a:spcBef>
              <a:spcAft>
                <a:spcPts val="0"/>
              </a:spcAft>
              <a:buNone/>
            </a:pPr>
            <a:r>
              <a:rPr lang="en-US" sz="1600" noProof="1">
                <a:solidFill>
                  <a:srgbClr val="000000"/>
                </a:solidFill>
                <a:latin typeface="Consolas" panose="020B0609020204030204" pitchFamily="49" charset="0"/>
              </a:rPr>
              <a:t>        </a:t>
            </a:r>
            <a:r>
              <a:rPr lang="en-US" sz="1600" noProof="1">
                <a:solidFill>
                  <a:srgbClr val="0000FF"/>
                </a:solidFill>
                <a:latin typeface="Consolas" panose="020B0609020204030204" pitchFamily="49" charset="0"/>
              </a:rPr>
              <a:t>public</a:t>
            </a:r>
            <a:r>
              <a:rPr lang="en-US" sz="1600" noProof="1">
                <a:solidFill>
                  <a:srgbClr val="000000"/>
                </a:solidFill>
                <a:latin typeface="Consolas" panose="020B0609020204030204" pitchFamily="49" charset="0"/>
              </a:rPr>
              <a:t> </a:t>
            </a:r>
            <a:r>
              <a:rPr lang="en-US" sz="1600" noProof="1">
                <a:solidFill>
                  <a:srgbClr val="0000FF"/>
                </a:solidFill>
                <a:latin typeface="Consolas" panose="020B0609020204030204" pitchFamily="49" charset="0"/>
              </a:rPr>
              <a:t>override</a:t>
            </a:r>
            <a:r>
              <a:rPr lang="en-US" sz="1600" noProof="1">
                <a:solidFill>
                  <a:srgbClr val="000000"/>
                </a:solidFill>
                <a:latin typeface="Consolas" panose="020B0609020204030204" pitchFamily="49" charset="0"/>
              </a:rPr>
              <a:t> </a:t>
            </a:r>
            <a:r>
              <a:rPr lang="en-US" sz="1600" noProof="1">
                <a:solidFill>
                  <a:srgbClr val="0000FF"/>
                </a:solidFill>
                <a:latin typeface="Consolas" panose="020B0609020204030204" pitchFamily="49" charset="0"/>
              </a:rPr>
              <a:t>void</a:t>
            </a:r>
            <a:r>
              <a:rPr lang="en-US" sz="1600" noProof="1">
                <a:solidFill>
                  <a:srgbClr val="000000"/>
                </a:solidFill>
                <a:latin typeface="Consolas" panose="020B0609020204030204" pitchFamily="49" charset="0"/>
              </a:rPr>
              <a:t> DoJob() {</a:t>
            </a:r>
          </a:p>
          <a:p>
            <a:pPr marL="0" indent="0">
              <a:spcBef>
                <a:spcPts val="0"/>
              </a:spcBef>
              <a:spcAft>
                <a:spcPts val="0"/>
              </a:spcAft>
              <a:buNone/>
            </a:pPr>
            <a:r>
              <a:rPr lang="en-US" sz="1600" noProof="1">
                <a:solidFill>
                  <a:srgbClr val="000000"/>
                </a:solidFill>
                <a:latin typeface="Consolas" panose="020B0609020204030204" pitchFamily="49" charset="0"/>
              </a:rPr>
              <a:t>            </a:t>
            </a:r>
            <a:r>
              <a:rPr lang="en-US" sz="1600" noProof="1">
                <a:solidFill>
                  <a:srgbClr val="2B91AF"/>
                </a:solidFill>
                <a:latin typeface="Consolas" panose="020B0609020204030204" pitchFamily="49" charset="0"/>
              </a:rPr>
              <a:t>Console</a:t>
            </a:r>
            <a:r>
              <a:rPr lang="en-US" sz="1600" noProof="1">
                <a:solidFill>
                  <a:srgbClr val="000000"/>
                </a:solidFill>
                <a:latin typeface="Consolas" panose="020B0609020204030204" pitchFamily="49" charset="0"/>
              </a:rPr>
              <a:t>.WriteLine(</a:t>
            </a:r>
            <a:r>
              <a:rPr lang="en-US" sz="1600" noProof="1">
                <a:solidFill>
                  <a:srgbClr val="A31515"/>
                </a:solidFill>
                <a:latin typeface="Consolas" panose="020B0609020204030204" pitchFamily="49" charset="0"/>
              </a:rPr>
              <a:t>$"</a:t>
            </a:r>
            <a:r>
              <a:rPr lang="en-US" sz="1600" noProof="1">
                <a:solidFill>
                  <a:srgbClr val="000000"/>
                </a:solidFill>
                <a:latin typeface="Consolas" panose="020B0609020204030204" pitchFamily="49" charset="0"/>
              </a:rPr>
              <a:t>{</a:t>
            </a:r>
            <a:r>
              <a:rPr lang="en-US" sz="1600" noProof="1">
                <a:solidFill>
                  <a:srgbClr val="0000FF"/>
                </a:solidFill>
                <a:latin typeface="Consolas" panose="020B0609020204030204" pitchFamily="49" charset="0"/>
              </a:rPr>
              <a:t>this</a:t>
            </a:r>
            <a:r>
              <a:rPr lang="en-US" sz="1600" noProof="1">
                <a:solidFill>
                  <a:srgbClr val="000000"/>
                </a:solidFill>
                <a:latin typeface="Consolas" panose="020B0609020204030204" pitchFamily="49" charset="0"/>
              </a:rPr>
              <a:t>}</a:t>
            </a:r>
            <a:r>
              <a:rPr lang="en-US" sz="1600" noProof="1">
                <a:solidFill>
                  <a:srgbClr val="A31515"/>
                </a:solidFill>
                <a:latin typeface="Consolas" panose="020B0609020204030204" pitchFamily="49" charset="0"/>
              </a:rPr>
              <a:t> - makes drinks."</a:t>
            </a:r>
            <a:r>
              <a:rPr lang="en-US" sz="1600" noProof="1">
                <a:solidFill>
                  <a:srgbClr val="000000"/>
                </a:solidFill>
                <a:latin typeface="Consolas" panose="020B0609020204030204" pitchFamily="49" charset="0"/>
              </a:rPr>
              <a:t>);</a:t>
            </a:r>
          </a:p>
          <a:p>
            <a:pPr marL="0" indent="0">
              <a:spcBef>
                <a:spcPts val="0"/>
              </a:spcBef>
              <a:spcAft>
                <a:spcPts val="0"/>
              </a:spcAft>
              <a:buNone/>
            </a:pPr>
            <a:r>
              <a:rPr lang="en-US" sz="1600" noProof="1">
                <a:solidFill>
                  <a:srgbClr val="000000"/>
                </a:solidFill>
                <a:latin typeface="Consolas" panose="020B0609020204030204" pitchFamily="49" charset="0"/>
              </a:rPr>
              <a:t>        }</a:t>
            </a:r>
          </a:p>
          <a:p>
            <a:pPr marL="0" indent="0">
              <a:spcBef>
                <a:spcPts val="0"/>
              </a:spcBef>
              <a:spcAft>
                <a:spcPts val="0"/>
              </a:spcAft>
              <a:buNone/>
            </a:pPr>
            <a:r>
              <a:rPr lang="en-US" sz="1600" noProof="1">
                <a:solidFill>
                  <a:srgbClr val="000000"/>
                </a:solidFill>
                <a:latin typeface="Consolas" panose="020B0609020204030204" pitchFamily="49" charset="0"/>
              </a:rPr>
              <a:t>    }</a:t>
            </a:r>
            <a:endParaRPr lang="en-US" sz="2000" noProof="1"/>
          </a:p>
          <a:p>
            <a:pPr marL="0" indent="0">
              <a:spcBef>
                <a:spcPts val="0"/>
              </a:spcBef>
              <a:spcAft>
                <a:spcPts val="0"/>
              </a:spcAft>
              <a:buNone/>
            </a:pPr>
            <a:endParaRPr lang="en-US" noProof="1"/>
          </a:p>
          <a:p>
            <a:pPr marL="0" indent="0">
              <a:buNone/>
            </a:pPr>
            <a:endParaRPr lang="en-US" sz="2400"/>
          </a:p>
          <a:p>
            <a:pPr marL="0" indent="0">
              <a:buNone/>
            </a:pPr>
            <a:endParaRPr lang="en-US" sz="2400"/>
          </a:p>
          <a:p>
            <a:pPr marL="0" indent="0">
              <a:buNone/>
            </a:pPr>
            <a:endParaRPr lang="en-US" sz="2400"/>
          </a:p>
        </p:txBody>
      </p:sp>
      <p:sp>
        <p:nvSpPr>
          <p:cNvPr id="10" name="TextBox 9">
            <a:extLst>
              <a:ext uri="{FF2B5EF4-FFF2-40B4-BE49-F238E27FC236}">
                <a16:creationId xmlns:a16="http://schemas.microsoft.com/office/drawing/2014/main" id="{35F538E1-3839-4295-9BAC-325AABB1B901}"/>
              </a:ext>
            </a:extLst>
          </p:cNvPr>
          <p:cNvSpPr txBox="1"/>
          <p:nvPr/>
        </p:nvSpPr>
        <p:spPr>
          <a:xfrm>
            <a:off x="5640456" y="8825948"/>
            <a:ext cx="914400" cy="9144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endParaRPr lang="en-US" sz="1600">
              <a:latin typeface="+mn-lt"/>
            </a:endParaRPr>
          </a:p>
        </p:txBody>
      </p:sp>
      <p:sp>
        <p:nvSpPr>
          <p:cNvPr id="11" name="TextBox 10">
            <a:extLst>
              <a:ext uri="{FF2B5EF4-FFF2-40B4-BE49-F238E27FC236}">
                <a16:creationId xmlns:a16="http://schemas.microsoft.com/office/drawing/2014/main" id="{4120285B-0541-427F-A522-47B6558AC860}"/>
              </a:ext>
            </a:extLst>
          </p:cNvPr>
          <p:cNvSpPr txBox="1"/>
          <p:nvPr/>
        </p:nvSpPr>
        <p:spPr>
          <a:xfrm>
            <a:off x="8875643" y="8955157"/>
            <a:ext cx="914400" cy="91440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endParaRPr lang="en-US" sz="1600">
              <a:latin typeface="+mn-lt"/>
            </a:endParaRPr>
          </a:p>
        </p:txBody>
      </p:sp>
    </p:spTree>
    <p:extLst>
      <p:ext uri="{BB962C8B-B14F-4D97-AF65-F5344CB8AC3E}">
        <p14:creationId xmlns:p14="http://schemas.microsoft.com/office/powerpoint/2010/main" val="27284828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9266FE6-A6E4-42BB-B3DC-DCB7EA7B54AC}"/>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26</a:t>
            </a:fld>
            <a:endParaRPr lang="da-DK"/>
          </a:p>
        </p:txBody>
      </p:sp>
      <p:sp>
        <p:nvSpPr>
          <p:cNvPr id="4" name="Text Placeholder 3">
            <a:extLst>
              <a:ext uri="{FF2B5EF4-FFF2-40B4-BE49-F238E27FC236}">
                <a16:creationId xmlns:a16="http://schemas.microsoft.com/office/drawing/2014/main" id="{71134BAA-E410-4170-8CE7-80C012AF4442}"/>
              </a:ext>
            </a:extLst>
          </p:cNvPr>
          <p:cNvSpPr>
            <a:spLocks noGrp="1"/>
          </p:cNvSpPr>
          <p:nvPr>
            <p:ph type="body" sz="quarter" idx="17"/>
          </p:nvPr>
        </p:nvSpPr>
        <p:spPr>
          <a:xfrm>
            <a:off x="670985" y="1056000"/>
            <a:ext cx="10850033" cy="402384"/>
          </a:xfrm>
        </p:spPr>
        <p:txBody>
          <a:bodyPr anchor="t">
            <a:normAutofit/>
          </a:bodyPr>
          <a:lstStyle/>
          <a:p>
            <a:r>
              <a:rPr lang="en-US"/>
              <a:t>INHERITANCE</a:t>
            </a:r>
          </a:p>
        </p:txBody>
      </p:sp>
      <p:sp>
        <p:nvSpPr>
          <p:cNvPr id="2" name="Title 1">
            <a:extLst>
              <a:ext uri="{FF2B5EF4-FFF2-40B4-BE49-F238E27FC236}">
                <a16:creationId xmlns:a16="http://schemas.microsoft.com/office/drawing/2014/main" id="{D071A115-70AF-49FD-A064-DF17453FC54E}"/>
              </a:ext>
            </a:extLst>
          </p:cNvPr>
          <p:cNvSpPr>
            <a:spLocks noGrp="1"/>
          </p:cNvSpPr>
          <p:nvPr>
            <p:ph type="title"/>
          </p:nvPr>
        </p:nvSpPr>
        <p:spPr>
          <a:xfrm>
            <a:off x="649139" y="5393"/>
            <a:ext cx="10878759" cy="1052738"/>
          </a:xfrm>
        </p:spPr>
        <p:txBody>
          <a:bodyPr wrap="square" anchor="b">
            <a:normAutofit/>
          </a:bodyPr>
          <a:lstStyle/>
          <a:p>
            <a:r>
              <a:rPr lang="en-GB"/>
              <a:t>PRACTIcE 2</a:t>
            </a:r>
            <a:endParaRPr lang="en-US"/>
          </a:p>
        </p:txBody>
      </p:sp>
      <p:sp>
        <p:nvSpPr>
          <p:cNvPr id="5" name="Content Placeholder 4">
            <a:extLst>
              <a:ext uri="{FF2B5EF4-FFF2-40B4-BE49-F238E27FC236}">
                <a16:creationId xmlns:a16="http://schemas.microsoft.com/office/drawing/2014/main" id="{F27E284C-A3D5-465E-B3A3-B9539D3FCA46}"/>
              </a:ext>
            </a:extLst>
          </p:cNvPr>
          <p:cNvSpPr>
            <a:spLocks noGrp="1"/>
          </p:cNvSpPr>
          <p:nvPr>
            <p:ph sz="quarter" idx="19"/>
          </p:nvPr>
        </p:nvSpPr>
        <p:spPr>
          <a:xfrm>
            <a:off x="672001" y="1620838"/>
            <a:ext cx="10856912" cy="4568825"/>
          </a:xfrm>
        </p:spPr>
        <p:txBody>
          <a:bodyPr vert="horz" lIns="0" tIns="0" rIns="0" bIns="0" rtlCol="0" anchor="t">
            <a:normAutofit/>
          </a:bodyPr>
          <a:lstStyle/>
          <a:p>
            <a:pPr marL="457200" indent="-457200">
              <a:spcBef>
                <a:spcPts val="0"/>
              </a:spcBef>
              <a:spcAft>
                <a:spcPts val="600"/>
              </a:spcAft>
              <a:buFont typeface="+mj-lt"/>
              <a:buAutoNum type="arabicPeriod"/>
            </a:pPr>
            <a:r>
              <a:rPr lang="en-US" sz="2000" noProof="1">
                <a:cs typeface="Calibri"/>
              </a:rPr>
              <a:t>Rename class </a:t>
            </a:r>
            <a:r>
              <a:rPr lang="en-GB" sz="2000">
                <a:solidFill>
                  <a:srgbClr val="2B91AF"/>
                </a:solidFill>
                <a:latin typeface="Consolas"/>
                <a:cs typeface="Calibri"/>
              </a:rPr>
              <a:t>Employee</a:t>
            </a:r>
            <a:r>
              <a:rPr lang="en-US" sz="2000" noProof="1">
                <a:cs typeface="Calibri"/>
              </a:rPr>
              <a:t> to </a:t>
            </a:r>
            <a:r>
              <a:rPr lang="en-GB" sz="2000" err="1">
                <a:solidFill>
                  <a:srgbClr val="2B91AF"/>
                </a:solidFill>
                <a:latin typeface="Consolas"/>
                <a:cs typeface="Calibri"/>
              </a:rPr>
              <a:t>AbstractEmployee</a:t>
            </a:r>
            <a:r>
              <a:rPr lang="en-US" sz="2000" noProof="1">
                <a:cs typeface="Calibri"/>
              </a:rPr>
              <a:t> and make it </a:t>
            </a:r>
            <a:r>
              <a:rPr lang="en-GB" sz="2000">
                <a:solidFill>
                  <a:srgbClr val="0000FF"/>
                </a:solidFill>
                <a:latin typeface="Consolas"/>
                <a:cs typeface="Calibri"/>
              </a:rPr>
              <a:t>abstract</a:t>
            </a:r>
            <a:r>
              <a:rPr lang="en-GB">
                <a:solidFill>
                  <a:srgbClr val="000000"/>
                </a:solidFill>
                <a:latin typeface="Consolas"/>
                <a:cs typeface="Calibri"/>
              </a:rPr>
              <a:t> </a:t>
            </a:r>
            <a:endParaRPr lang="en-US" sz="2000" noProof="1"/>
          </a:p>
          <a:p>
            <a:pPr marL="645795" lvl="1" indent="-457200">
              <a:spcAft>
                <a:spcPts val="600"/>
              </a:spcAft>
            </a:pPr>
            <a:r>
              <a:rPr lang="en-US" sz="2000" noProof="1">
                <a:cs typeface="Calibri"/>
              </a:rPr>
              <a:t>try to create instance of </a:t>
            </a:r>
            <a:r>
              <a:rPr lang="en-GB" sz="2000" err="1">
                <a:solidFill>
                  <a:srgbClr val="2B91AF"/>
                </a:solidFill>
                <a:latin typeface="Consolas"/>
                <a:cs typeface="Calibri"/>
              </a:rPr>
              <a:t>AbstractEmployee</a:t>
            </a:r>
            <a:r>
              <a:rPr lang="en-US" sz="2000" noProof="1">
                <a:cs typeface="Calibri"/>
              </a:rPr>
              <a:t>, is it possible? Why?</a:t>
            </a:r>
          </a:p>
          <a:p>
            <a:pPr marL="457200" indent="-457200">
              <a:spcBef>
                <a:spcPts val="0"/>
              </a:spcBef>
              <a:spcAft>
                <a:spcPts val="600"/>
              </a:spcAft>
              <a:buFont typeface="+mj-lt"/>
              <a:buAutoNum type="arabicPeriod"/>
            </a:pPr>
            <a:r>
              <a:rPr lang="en-US" sz="2000" noProof="1">
                <a:cs typeface="Calibri"/>
              </a:rPr>
              <a:t>Prohibit </a:t>
            </a:r>
            <a:r>
              <a:rPr lang="en-GB" sz="2000">
                <a:solidFill>
                  <a:srgbClr val="2B91AF"/>
                </a:solidFill>
                <a:latin typeface="Consolas"/>
                <a:cs typeface="Calibri"/>
              </a:rPr>
              <a:t>Waiter</a:t>
            </a:r>
            <a:r>
              <a:rPr lang="en-US" sz="2000" noProof="1">
                <a:cs typeface="Calibri"/>
              </a:rPr>
              <a:t>, </a:t>
            </a:r>
            <a:r>
              <a:rPr lang="en-US" sz="2000" noProof="1">
                <a:solidFill>
                  <a:srgbClr val="2B91AF"/>
                </a:solidFill>
                <a:latin typeface="Consolas"/>
                <a:cs typeface="Calibri"/>
              </a:rPr>
              <a:t>CleaningPerson</a:t>
            </a:r>
            <a:r>
              <a:rPr lang="en-US" sz="2000" noProof="1">
                <a:cs typeface="Calibri"/>
              </a:rPr>
              <a:t> and </a:t>
            </a:r>
            <a:r>
              <a:rPr lang="en-GB" sz="2000">
                <a:solidFill>
                  <a:srgbClr val="2B91AF"/>
                </a:solidFill>
                <a:latin typeface="Consolas"/>
                <a:cs typeface="Calibri"/>
              </a:rPr>
              <a:t>Barman</a:t>
            </a:r>
            <a:r>
              <a:rPr lang="en-US" sz="2000" noProof="1">
                <a:cs typeface="Calibri"/>
              </a:rPr>
              <a:t> classes from inheritance</a:t>
            </a:r>
          </a:p>
          <a:p>
            <a:pPr marL="645795" lvl="1" indent="-457200">
              <a:spcAft>
                <a:spcPts val="600"/>
              </a:spcAft>
            </a:pPr>
            <a:r>
              <a:rPr lang="en-US" sz="2000" noProof="1">
                <a:cs typeface="Calibri"/>
              </a:rPr>
              <a:t>try to create class </a:t>
            </a:r>
            <a:r>
              <a:rPr lang="en-US" sz="2000" noProof="1">
                <a:solidFill>
                  <a:srgbClr val="2B91AF"/>
                </a:solidFill>
                <a:latin typeface="Consolas"/>
                <a:cs typeface="Calibri"/>
              </a:rPr>
              <a:t>ExperiencedWaiter</a:t>
            </a:r>
            <a:r>
              <a:rPr lang="en-US" sz="2000" noProof="1">
                <a:cs typeface="Calibri"/>
              </a:rPr>
              <a:t> and inherit from </a:t>
            </a:r>
            <a:r>
              <a:rPr lang="en-US" sz="2000" noProof="1">
                <a:solidFill>
                  <a:srgbClr val="2B91AF"/>
                </a:solidFill>
                <a:latin typeface="Consolas"/>
                <a:cs typeface="Calibri"/>
              </a:rPr>
              <a:t>Waiter</a:t>
            </a:r>
            <a:r>
              <a:rPr lang="en-US" sz="2000" noProof="1">
                <a:cs typeface="Calibri"/>
              </a:rPr>
              <a:t> class</a:t>
            </a:r>
          </a:p>
        </p:txBody>
      </p:sp>
      <p:pic>
        <p:nvPicPr>
          <p:cNvPr id="6" name="Graphic 5" descr="Flask">
            <a:extLst>
              <a:ext uri="{FF2B5EF4-FFF2-40B4-BE49-F238E27FC236}">
                <a16:creationId xmlns:a16="http://schemas.microsoft.com/office/drawing/2014/main" id="{F6E11283-12F8-4DB4-874D-577829D12D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6688649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023A34-7D57-41D7-9355-9EF611FB2316}"/>
              </a:ext>
            </a:extLst>
          </p:cNvPr>
          <p:cNvSpPr>
            <a:spLocks noGrp="1"/>
          </p:cNvSpPr>
          <p:nvPr>
            <p:ph type="sldNum" sz="quarter" idx="11"/>
          </p:nvPr>
        </p:nvSpPr>
        <p:spPr/>
        <p:txBody>
          <a:bodyPr/>
          <a:lstStyle/>
          <a:p>
            <a:fld id="{E16BA917-7F09-4B8D-AF07-F52890C14046}" type="slidenum">
              <a:rPr lang="da-DK" smtClean="0"/>
              <a:pPr/>
              <a:t>27</a:t>
            </a:fld>
            <a:endParaRPr lang="da-DK"/>
          </a:p>
        </p:txBody>
      </p:sp>
      <p:sp>
        <p:nvSpPr>
          <p:cNvPr id="3" name="Text Placeholder 2">
            <a:extLst>
              <a:ext uri="{FF2B5EF4-FFF2-40B4-BE49-F238E27FC236}">
                <a16:creationId xmlns:a16="http://schemas.microsoft.com/office/drawing/2014/main" id="{BD0B27C1-00B4-4E6B-B394-958F74748AED}"/>
              </a:ext>
            </a:extLst>
          </p:cNvPr>
          <p:cNvSpPr>
            <a:spLocks noGrp="1"/>
          </p:cNvSpPr>
          <p:nvPr>
            <p:ph type="body" sz="quarter" idx="17"/>
          </p:nvPr>
        </p:nvSpPr>
        <p:spPr/>
        <p:txBody>
          <a:bodyPr/>
          <a:lstStyle/>
          <a:p>
            <a:r>
              <a:rPr lang="en-US"/>
              <a:t>INHERITANCE</a:t>
            </a:r>
          </a:p>
        </p:txBody>
      </p:sp>
      <p:sp>
        <p:nvSpPr>
          <p:cNvPr id="4" name="Title 3">
            <a:extLst>
              <a:ext uri="{FF2B5EF4-FFF2-40B4-BE49-F238E27FC236}">
                <a16:creationId xmlns:a16="http://schemas.microsoft.com/office/drawing/2014/main" id="{2DAFD556-5A9B-4CF1-BAAD-EAE396D1FDFC}"/>
              </a:ext>
            </a:extLst>
          </p:cNvPr>
          <p:cNvSpPr>
            <a:spLocks noGrp="1"/>
          </p:cNvSpPr>
          <p:nvPr>
            <p:ph type="title"/>
          </p:nvPr>
        </p:nvSpPr>
        <p:spPr/>
        <p:txBody>
          <a:bodyPr/>
          <a:lstStyle/>
          <a:p>
            <a:r>
              <a:rPr lang="en-GB"/>
              <a:t>PRACTIcE 2</a:t>
            </a:r>
            <a:endParaRPr lang="en-US"/>
          </a:p>
        </p:txBody>
      </p:sp>
      <p:sp>
        <p:nvSpPr>
          <p:cNvPr id="5" name="Content Placeholder 4">
            <a:extLst>
              <a:ext uri="{FF2B5EF4-FFF2-40B4-BE49-F238E27FC236}">
                <a16:creationId xmlns:a16="http://schemas.microsoft.com/office/drawing/2014/main" id="{5A9C5AEA-D233-41B9-AB7C-1D72F868EBDF}"/>
              </a:ext>
            </a:extLst>
          </p:cNvPr>
          <p:cNvSpPr>
            <a:spLocks noGrp="1"/>
          </p:cNvSpPr>
          <p:nvPr>
            <p:ph sz="quarter" idx="19"/>
          </p:nvPr>
        </p:nvSpPr>
        <p:spPr/>
        <p:txBody>
          <a:bodyPr/>
          <a:lstStyle/>
          <a:p>
            <a:pPr marL="0" indent="0">
              <a:spcBef>
                <a:spcPts val="0"/>
              </a:spcBef>
              <a:spcAft>
                <a:spcPts val="0"/>
              </a:spcAft>
              <a:buNone/>
            </a:pPr>
            <a:r>
              <a:rPr lang="en-US" sz="1000">
                <a:solidFill>
                  <a:srgbClr val="0000FF"/>
                </a:solidFill>
                <a:latin typeface="Consolas" panose="020B0609020204030204" pitchFamily="49" charset="0"/>
              </a:rPr>
              <a:t>    internal</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sealed</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class</a:t>
            </a: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CleaningPerson</a:t>
            </a:r>
            <a:r>
              <a:rPr lang="en-US" sz="1000">
                <a:solidFill>
                  <a:srgbClr val="000000"/>
                </a:solidFill>
                <a:latin typeface="Consolas" panose="020B0609020204030204" pitchFamily="49" charset="0"/>
              </a:rPr>
              <a:t> : </a:t>
            </a:r>
            <a:r>
              <a:rPr lang="en-US" sz="1000" noProof="1">
                <a:solidFill>
                  <a:srgbClr val="2B91AF"/>
                </a:solidFill>
                <a:latin typeface="Consolas" panose="020B0609020204030204" pitchFamily="49" charset="0"/>
              </a:rPr>
              <a:t>AbstractEmployee</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CleaningPerson(</a:t>
            </a:r>
            <a:r>
              <a:rPr lang="en-US" sz="1000">
                <a:solidFill>
                  <a:srgbClr val="0000FF"/>
                </a:solidFill>
                <a:latin typeface="Consolas" panose="020B0609020204030204" pitchFamily="49" charset="0"/>
              </a:rPr>
              <a:t>string</a:t>
            </a:r>
            <a:r>
              <a:rPr lang="en-US" sz="1000">
                <a:solidFill>
                  <a:srgbClr val="000000"/>
                </a:solidFill>
                <a:latin typeface="Consolas" panose="020B0609020204030204" pitchFamily="49" charset="0"/>
              </a:rPr>
              <a:t> name, </a:t>
            </a:r>
            <a:r>
              <a:rPr lang="en-US" sz="1000">
                <a:solidFill>
                  <a:srgbClr val="0000FF"/>
                </a:solidFill>
                <a:latin typeface="Consolas" panose="020B0609020204030204" pitchFamily="49" charset="0"/>
              </a:rPr>
              <a:t>double</a:t>
            </a:r>
            <a:r>
              <a:rPr lang="en-US" sz="1000">
                <a:solidFill>
                  <a:srgbClr val="000000"/>
                </a:solidFill>
                <a:latin typeface="Consolas" panose="020B0609020204030204" pitchFamily="49" charset="0"/>
              </a:rPr>
              <a:t> salary) : </a:t>
            </a:r>
            <a:r>
              <a:rPr lang="en-US" sz="1000">
                <a:solidFill>
                  <a:srgbClr val="0000FF"/>
                </a:solidFill>
                <a:latin typeface="Consolas" panose="020B0609020204030204" pitchFamily="49" charset="0"/>
              </a:rPr>
              <a:t>base</a:t>
            </a:r>
            <a:r>
              <a:rPr lang="en-US" sz="1000">
                <a:solidFill>
                  <a:srgbClr val="000000"/>
                </a:solidFill>
                <a:latin typeface="Consolas" panose="020B0609020204030204" pitchFamily="49" charset="0"/>
              </a:rPr>
              <a:t>(name, salary) { }</a:t>
            </a:r>
          </a:p>
          <a:p>
            <a:pPr marL="0" indent="0">
              <a:spcBef>
                <a:spcPts val="0"/>
              </a:spcBef>
              <a:spcAft>
                <a:spcPts val="0"/>
              </a:spcAft>
              <a:buNone/>
            </a:pPr>
            <a:r>
              <a:rPr lang="en-US" sz="1000">
                <a:solidFill>
                  <a:srgbClr val="0000FF"/>
                </a:solidFill>
                <a:latin typeface="Consolas" panose="020B0609020204030204" pitchFamily="49" charset="0"/>
              </a:rPr>
              <a:t>        public</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void</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DoJob</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Console</a:t>
            </a:r>
            <a:r>
              <a:rPr lang="en-US" sz="1000" err="1">
                <a:solidFill>
                  <a:srgbClr val="000000"/>
                </a:solidFill>
                <a:latin typeface="Consolas" panose="020B0609020204030204" pitchFamily="49" charset="0"/>
              </a:rPr>
              <a:t>.WriteLine</a:t>
            </a:r>
            <a:r>
              <a:rPr lang="en-US" sz="1000">
                <a:solidFill>
                  <a:srgbClr val="000000"/>
                </a:solidFill>
                <a:latin typeface="Consolas" panose="020B0609020204030204" pitchFamily="49" charset="0"/>
              </a:rPr>
              <a:t>(</a:t>
            </a:r>
            <a:r>
              <a:rPr lang="en-US" sz="1000">
                <a:solidFill>
                  <a:srgbClr val="A31515"/>
                </a:solidFill>
                <a:latin typeface="Consolas" panose="020B0609020204030204" pitchFamily="49" charset="0"/>
              </a:rPr>
              <a:t>$"</a:t>
            </a:r>
            <a:r>
              <a:rPr lang="en-US" sz="1000">
                <a:solidFill>
                  <a:srgbClr val="000000"/>
                </a:solidFill>
                <a:latin typeface="Consolas" panose="020B0609020204030204" pitchFamily="49" charset="0"/>
              </a:rPr>
              <a:t>{</a:t>
            </a:r>
            <a:r>
              <a:rPr lang="en-US" sz="1000">
                <a:solidFill>
                  <a:srgbClr val="0000FF"/>
                </a:solidFill>
                <a:latin typeface="Consolas" panose="020B0609020204030204" pitchFamily="49" charset="0"/>
              </a:rPr>
              <a:t>this</a:t>
            </a:r>
            <a:r>
              <a:rPr lang="en-US" sz="1000">
                <a:solidFill>
                  <a:srgbClr val="000000"/>
                </a:solidFill>
                <a:latin typeface="Consolas" panose="020B0609020204030204" pitchFamily="49" charset="0"/>
              </a:rPr>
              <a:t>}</a:t>
            </a:r>
            <a:r>
              <a:rPr lang="en-US" sz="1000">
                <a:solidFill>
                  <a:srgbClr val="A31515"/>
                </a:solidFill>
                <a:latin typeface="Consolas" panose="020B0609020204030204" pitchFamily="49" charset="0"/>
              </a:rPr>
              <a:t> - cleans the floor."</a:t>
            </a:r>
            <a:r>
              <a:rPr lang="en-US" sz="1000">
                <a:solidFill>
                  <a:srgbClr val="000000"/>
                </a:solidFill>
                <a:latin typeface="Consolas" panose="020B0609020204030204" pitchFamily="49" charset="0"/>
              </a:rPr>
              <a:t>);</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endParaRPr lang="en-US" sz="1000">
              <a:solidFill>
                <a:srgbClr val="000000"/>
              </a:solidFill>
              <a:latin typeface="Consolas" panose="020B0609020204030204" pitchFamily="49" charset="0"/>
            </a:endParaRP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internal</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sealed</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class</a:t>
            </a: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Waiter</a:t>
            </a:r>
            <a:r>
              <a:rPr lang="en-US" sz="1000">
                <a:solidFill>
                  <a:srgbClr val="000000"/>
                </a:solidFill>
                <a:latin typeface="Consolas" panose="020B0609020204030204" pitchFamily="49" charset="0"/>
              </a:rPr>
              <a:t> : </a:t>
            </a:r>
            <a:r>
              <a:rPr lang="en-US" sz="1000" noProof="1">
                <a:solidFill>
                  <a:srgbClr val="2B91AF"/>
                </a:solidFill>
                <a:latin typeface="Consolas" panose="020B0609020204030204" pitchFamily="49" charset="0"/>
              </a:rPr>
              <a:t>AbstractEmployee</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Waiter(</a:t>
            </a:r>
            <a:r>
              <a:rPr lang="en-US" sz="1000">
                <a:solidFill>
                  <a:srgbClr val="0000FF"/>
                </a:solidFill>
                <a:latin typeface="Consolas" panose="020B0609020204030204" pitchFamily="49" charset="0"/>
              </a:rPr>
              <a:t>string</a:t>
            </a:r>
            <a:r>
              <a:rPr lang="en-US" sz="1000">
                <a:solidFill>
                  <a:srgbClr val="000000"/>
                </a:solidFill>
                <a:latin typeface="Consolas" panose="020B0609020204030204" pitchFamily="49" charset="0"/>
              </a:rPr>
              <a:t> name, </a:t>
            </a:r>
            <a:r>
              <a:rPr lang="en-US" sz="1000">
                <a:solidFill>
                  <a:srgbClr val="0000FF"/>
                </a:solidFill>
                <a:latin typeface="Consolas" panose="020B0609020204030204" pitchFamily="49" charset="0"/>
              </a:rPr>
              <a:t>double</a:t>
            </a:r>
            <a:r>
              <a:rPr lang="en-US" sz="1000">
                <a:solidFill>
                  <a:srgbClr val="000000"/>
                </a:solidFill>
                <a:latin typeface="Consolas" panose="020B0609020204030204" pitchFamily="49" charset="0"/>
              </a:rPr>
              <a:t> salary) : </a:t>
            </a:r>
            <a:r>
              <a:rPr lang="en-US" sz="1000">
                <a:solidFill>
                  <a:srgbClr val="0000FF"/>
                </a:solidFill>
                <a:latin typeface="Consolas" panose="020B0609020204030204" pitchFamily="49" charset="0"/>
              </a:rPr>
              <a:t>base</a:t>
            </a:r>
            <a:r>
              <a:rPr lang="en-US" sz="1000">
                <a:solidFill>
                  <a:srgbClr val="000000"/>
                </a:solidFill>
                <a:latin typeface="Consolas" panose="020B0609020204030204" pitchFamily="49" charset="0"/>
              </a:rPr>
              <a:t>(name, salary) {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void</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DoJob</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Console</a:t>
            </a:r>
            <a:r>
              <a:rPr lang="en-US" sz="1000" err="1">
                <a:solidFill>
                  <a:srgbClr val="000000"/>
                </a:solidFill>
                <a:latin typeface="Consolas" panose="020B0609020204030204" pitchFamily="49" charset="0"/>
              </a:rPr>
              <a:t>.WriteLine</a:t>
            </a:r>
            <a:r>
              <a:rPr lang="en-US" sz="1000">
                <a:solidFill>
                  <a:srgbClr val="000000"/>
                </a:solidFill>
                <a:latin typeface="Consolas" panose="020B0609020204030204" pitchFamily="49" charset="0"/>
              </a:rPr>
              <a:t>(</a:t>
            </a:r>
            <a:r>
              <a:rPr lang="en-US" sz="1000">
                <a:solidFill>
                  <a:srgbClr val="A31515"/>
                </a:solidFill>
                <a:latin typeface="Consolas" panose="020B0609020204030204" pitchFamily="49" charset="0"/>
              </a:rPr>
              <a:t>$"</a:t>
            </a:r>
            <a:r>
              <a:rPr lang="en-US" sz="1000">
                <a:solidFill>
                  <a:srgbClr val="000000"/>
                </a:solidFill>
                <a:latin typeface="Consolas" panose="020B0609020204030204" pitchFamily="49" charset="0"/>
              </a:rPr>
              <a:t>{</a:t>
            </a:r>
            <a:r>
              <a:rPr lang="en-US" sz="1000">
                <a:solidFill>
                  <a:srgbClr val="0000FF"/>
                </a:solidFill>
                <a:latin typeface="Consolas" panose="020B0609020204030204" pitchFamily="49" charset="0"/>
              </a:rPr>
              <a:t>this</a:t>
            </a:r>
            <a:r>
              <a:rPr lang="en-US" sz="1000">
                <a:solidFill>
                  <a:srgbClr val="000000"/>
                </a:solidFill>
                <a:latin typeface="Consolas" panose="020B0609020204030204" pitchFamily="49" charset="0"/>
              </a:rPr>
              <a:t>}</a:t>
            </a:r>
            <a:r>
              <a:rPr lang="en-US" sz="1000">
                <a:solidFill>
                  <a:srgbClr val="A31515"/>
                </a:solidFill>
                <a:latin typeface="Consolas" panose="020B0609020204030204" pitchFamily="49" charset="0"/>
              </a:rPr>
              <a:t> - serves the visitors."</a:t>
            </a:r>
            <a:r>
              <a:rPr lang="en-US" sz="1000">
                <a:solidFill>
                  <a:srgbClr val="000000"/>
                </a:solidFill>
                <a:latin typeface="Consolas" panose="020B0609020204030204" pitchFamily="49" charset="0"/>
              </a:rPr>
              <a:t>);</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endParaRPr lang="en-US" sz="1000">
              <a:solidFill>
                <a:srgbClr val="000000"/>
              </a:solidFill>
              <a:latin typeface="Consolas" panose="020B0609020204030204" pitchFamily="49" charset="0"/>
            </a:endParaRP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internal</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sealed</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class</a:t>
            </a: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Barman</a:t>
            </a:r>
            <a:r>
              <a:rPr lang="en-US" sz="1000">
                <a:solidFill>
                  <a:srgbClr val="000000"/>
                </a:solidFill>
                <a:latin typeface="Consolas" panose="020B0609020204030204" pitchFamily="49" charset="0"/>
              </a:rPr>
              <a:t> : </a:t>
            </a:r>
            <a:r>
              <a:rPr lang="en-US" sz="1000" noProof="1">
                <a:solidFill>
                  <a:srgbClr val="2B91AF"/>
                </a:solidFill>
                <a:latin typeface="Consolas" panose="020B0609020204030204" pitchFamily="49" charset="0"/>
              </a:rPr>
              <a:t>AbstractEmployee</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Barman(</a:t>
            </a:r>
            <a:r>
              <a:rPr lang="en-US" sz="1000">
                <a:solidFill>
                  <a:srgbClr val="0000FF"/>
                </a:solidFill>
                <a:latin typeface="Consolas" panose="020B0609020204030204" pitchFamily="49" charset="0"/>
              </a:rPr>
              <a:t>string</a:t>
            </a:r>
            <a:r>
              <a:rPr lang="en-US" sz="1000">
                <a:solidFill>
                  <a:srgbClr val="000000"/>
                </a:solidFill>
                <a:latin typeface="Consolas" panose="020B0609020204030204" pitchFamily="49" charset="0"/>
              </a:rPr>
              <a:t> name, </a:t>
            </a:r>
            <a:r>
              <a:rPr lang="en-US" sz="1000">
                <a:solidFill>
                  <a:srgbClr val="0000FF"/>
                </a:solidFill>
                <a:latin typeface="Consolas" panose="020B0609020204030204" pitchFamily="49" charset="0"/>
              </a:rPr>
              <a:t>double</a:t>
            </a:r>
            <a:r>
              <a:rPr lang="en-US" sz="1000">
                <a:solidFill>
                  <a:srgbClr val="000000"/>
                </a:solidFill>
                <a:latin typeface="Consolas" panose="020B0609020204030204" pitchFamily="49" charset="0"/>
              </a:rPr>
              <a:t> salary) : </a:t>
            </a:r>
            <a:r>
              <a:rPr lang="en-US" sz="1000">
                <a:solidFill>
                  <a:srgbClr val="0000FF"/>
                </a:solidFill>
                <a:latin typeface="Consolas" panose="020B0609020204030204" pitchFamily="49" charset="0"/>
              </a:rPr>
              <a:t>base</a:t>
            </a:r>
            <a:r>
              <a:rPr lang="en-US" sz="1000">
                <a:solidFill>
                  <a:srgbClr val="000000"/>
                </a:solidFill>
                <a:latin typeface="Consolas" panose="020B0609020204030204" pitchFamily="49" charset="0"/>
              </a:rPr>
              <a:t>(name, salary) {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void</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DoJob</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Console</a:t>
            </a:r>
            <a:r>
              <a:rPr lang="en-US" sz="1000" err="1">
                <a:solidFill>
                  <a:srgbClr val="000000"/>
                </a:solidFill>
                <a:latin typeface="Consolas" panose="020B0609020204030204" pitchFamily="49" charset="0"/>
              </a:rPr>
              <a:t>.WriteLine</a:t>
            </a:r>
            <a:r>
              <a:rPr lang="en-US" sz="1000">
                <a:solidFill>
                  <a:srgbClr val="000000"/>
                </a:solidFill>
                <a:latin typeface="Consolas" panose="020B0609020204030204" pitchFamily="49" charset="0"/>
              </a:rPr>
              <a:t>(</a:t>
            </a:r>
            <a:r>
              <a:rPr lang="en-US" sz="1000">
                <a:solidFill>
                  <a:srgbClr val="A31515"/>
                </a:solidFill>
                <a:latin typeface="Consolas" panose="020B0609020204030204" pitchFamily="49" charset="0"/>
              </a:rPr>
              <a:t>$"</a:t>
            </a:r>
            <a:r>
              <a:rPr lang="en-US" sz="1000">
                <a:solidFill>
                  <a:srgbClr val="000000"/>
                </a:solidFill>
                <a:latin typeface="Consolas" panose="020B0609020204030204" pitchFamily="49" charset="0"/>
              </a:rPr>
              <a:t>{</a:t>
            </a:r>
            <a:r>
              <a:rPr lang="en-US" sz="1000">
                <a:solidFill>
                  <a:srgbClr val="0000FF"/>
                </a:solidFill>
                <a:latin typeface="Consolas" panose="020B0609020204030204" pitchFamily="49" charset="0"/>
              </a:rPr>
              <a:t>this</a:t>
            </a:r>
            <a:r>
              <a:rPr lang="en-US" sz="1000">
                <a:solidFill>
                  <a:srgbClr val="000000"/>
                </a:solidFill>
                <a:latin typeface="Consolas" panose="020B0609020204030204" pitchFamily="49" charset="0"/>
              </a:rPr>
              <a:t>}</a:t>
            </a:r>
            <a:r>
              <a:rPr lang="en-US" sz="1000">
                <a:solidFill>
                  <a:srgbClr val="A31515"/>
                </a:solidFill>
                <a:latin typeface="Consolas" panose="020B0609020204030204" pitchFamily="49" charset="0"/>
              </a:rPr>
              <a:t> - prepares drinks."</a:t>
            </a:r>
            <a:r>
              <a:rPr lang="en-US" sz="1000">
                <a:solidFill>
                  <a:srgbClr val="000000"/>
                </a:solidFill>
                <a:latin typeface="Consolas" panose="020B0609020204030204" pitchFamily="49" charset="0"/>
              </a:rPr>
              <a:t>);</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endParaRPr lang="en-US" sz="1000">
              <a:solidFill>
                <a:srgbClr val="000000"/>
              </a:solidFill>
              <a:latin typeface="Consolas" panose="020B0609020204030204" pitchFamily="49" charset="0"/>
            </a:endParaRP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internal</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class</a:t>
            </a:r>
            <a:r>
              <a:rPr lang="en-US" sz="1000">
                <a:solidFill>
                  <a:srgbClr val="000000"/>
                </a:solidFill>
                <a:latin typeface="Consolas" panose="020B0609020204030204" pitchFamily="49" charset="0"/>
              </a:rPr>
              <a:t> </a:t>
            </a:r>
            <a:r>
              <a:rPr lang="en-US" sz="1000" err="1">
                <a:solidFill>
                  <a:srgbClr val="2B91AF"/>
                </a:solidFill>
                <a:highlight>
                  <a:srgbClr val="FFFF00"/>
                </a:highlight>
                <a:latin typeface="Consolas" panose="020B0609020204030204" pitchFamily="49" charset="0"/>
              </a:rPr>
              <a:t>ExperiencedWaiter</a:t>
            </a:r>
            <a:r>
              <a:rPr lang="en-US" sz="1000">
                <a:solidFill>
                  <a:srgbClr val="000000"/>
                </a:solidFill>
                <a:highlight>
                  <a:srgbClr val="FFFF00"/>
                </a:highlight>
                <a:latin typeface="Consolas" panose="020B0609020204030204" pitchFamily="49" charset="0"/>
              </a:rPr>
              <a:t> : </a:t>
            </a:r>
            <a:r>
              <a:rPr lang="en-US" sz="1000" noProof="1">
                <a:solidFill>
                  <a:srgbClr val="2B91AF"/>
                </a:solidFill>
                <a:highlight>
                  <a:srgbClr val="FFFF00"/>
                </a:highlight>
                <a:latin typeface="Consolas" panose="020B0609020204030204" pitchFamily="49" charset="0"/>
              </a:rPr>
              <a:t>Waiter</a:t>
            </a:r>
            <a:r>
              <a:rPr lang="en-US" sz="1000">
                <a:solidFill>
                  <a:srgbClr val="000000"/>
                </a:solidFill>
                <a:highlight>
                  <a:srgbClr val="FFFF00"/>
                </a:highlight>
                <a:latin typeface="Consolas" panose="020B0609020204030204" pitchFamily="49" charset="0"/>
              </a:rPr>
              <a:t> </a:t>
            </a:r>
            <a:r>
              <a:rPr lang="en-US" sz="1000">
                <a:solidFill>
                  <a:srgbClr val="000000"/>
                </a:solidFill>
                <a:latin typeface="Consolas" panose="020B0609020204030204" pitchFamily="49" charset="0"/>
              </a:rPr>
              <a:t>{</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ExperiencedWaiter</a:t>
            </a:r>
            <a:r>
              <a:rPr lang="en-US" sz="1000">
                <a:solidFill>
                  <a:srgbClr val="000000"/>
                </a:solidFill>
                <a:latin typeface="Consolas" panose="020B0609020204030204" pitchFamily="49" charset="0"/>
              </a:rPr>
              <a:t>(</a:t>
            </a:r>
            <a:r>
              <a:rPr lang="en-US" sz="1000">
                <a:solidFill>
                  <a:srgbClr val="0000FF"/>
                </a:solidFill>
                <a:latin typeface="Consolas" panose="020B0609020204030204" pitchFamily="49" charset="0"/>
              </a:rPr>
              <a:t>string</a:t>
            </a:r>
            <a:r>
              <a:rPr lang="en-US" sz="1000">
                <a:solidFill>
                  <a:srgbClr val="000000"/>
                </a:solidFill>
                <a:latin typeface="Consolas" panose="020B0609020204030204" pitchFamily="49" charset="0"/>
              </a:rPr>
              <a:t> name, </a:t>
            </a:r>
            <a:r>
              <a:rPr lang="en-US" sz="1000">
                <a:solidFill>
                  <a:srgbClr val="0000FF"/>
                </a:solidFill>
                <a:latin typeface="Consolas" panose="020B0609020204030204" pitchFamily="49" charset="0"/>
              </a:rPr>
              <a:t>double</a:t>
            </a:r>
            <a:r>
              <a:rPr lang="en-US" sz="1000">
                <a:solidFill>
                  <a:srgbClr val="000000"/>
                </a:solidFill>
                <a:latin typeface="Consolas" panose="020B0609020204030204" pitchFamily="49" charset="0"/>
              </a:rPr>
              <a:t> salary) : </a:t>
            </a:r>
            <a:r>
              <a:rPr lang="en-US" sz="1000">
                <a:solidFill>
                  <a:srgbClr val="0000FF"/>
                </a:solidFill>
                <a:latin typeface="Consolas" panose="020B0609020204030204" pitchFamily="49" charset="0"/>
              </a:rPr>
              <a:t>base</a:t>
            </a:r>
            <a:r>
              <a:rPr lang="en-US" sz="1000">
                <a:solidFill>
                  <a:srgbClr val="000000"/>
                </a:solidFill>
                <a:latin typeface="Consolas" panose="020B0609020204030204" pitchFamily="49" charset="0"/>
              </a:rPr>
              <a:t>(name, salary) {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void</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DoJob</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Console</a:t>
            </a:r>
            <a:r>
              <a:rPr lang="en-US" sz="1000" err="1">
                <a:solidFill>
                  <a:srgbClr val="000000"/>
                </a:solidFill>
                <a:latin typeface="Consolas" panose="020B0609020204030204" pitchFamily="49" charset="0"/>
              </a:rPr>
              <a:t>.WriteLine</a:t>
            </a:r>
            <a:r>
              <a:rPr lang="en-US" sz="1000">
                <a:solidFill>
                  <a:srgbClr val="000000"/>
                </a:solidFill>
                <a:latin typeface="Consolas" panose="020B0609020204030204" pitchFamily="49" charset="0"/>
              </a:rPr>
              <a:t>(</a:t>
            </a:r>
            <a:r>
              <a:rPr lang="en-US" sz="1000">
                <a:solidFill>
                  <a:srgbClr val="A31515"/>
                </a:solidFill>
                <a:latin typeface="Consolas" panose="020B0609020204030204" pitchFamily="49" charset="0"/>
              </a:rPr>
              <a:t>$"</a:t>
            </a:r>
            <a:r>
              <a:rPr lang="en-US" sz="1000">
                <a:solidFill>
                  <a:srgbClr val="000000"/>
                </a:solidFill>
                <a:latin typeface="Consolas" panose="020B0609020204030204" pitchFamily="49" charset="0"/>
              </a:rPr>
              <a:t>{</a:t>
            </a:r>
            <a:r>
              <a:rPr lang="en-US" sz="1000">
                <a:solidFill>
                  <a:srgbClr val="0000FF"/>
                </a:solidFill>
                <a:latin typeface="Consolas" panose="020B0609020204030204" pitchFamily="49" charset="0"/>
              </a:rPr>
              <a:t>this</a:t>
            </a:r>
            <a:r>
              <a:rPr lang="en-US" sz="1000">
                <a:solidFill>
                  <a:srgbClr val="000000"/>
                </a:solidFill>
                <a:latin typeface="Consolas" panose="020B0609020204030204" pitchFamily="49" charset="0"/>
              </a:rPr>
              <a:t>}</a:t>
            </a:r>
            <a:r>
              <a:rPr lang="en-US" sz="1000">
                <a:solidFill>
                  <a:srgbClr val="A31515"/>
                </a:solidFill>
                <a:latin typeface="Consolas" panose="020B0609020204030204" pitchFamily="49" charset="0"/>
              </a:rPr>
              <a:t> - serves the visitors</a:t>
            </a:r>
            <a:r>
              <a:rPr lang="ru-RU" sz="1000">
                <a:solidFill>
                  <a:srgbClr val="A31515"/>
                </a:solidFill>
                <a:latin typeface="Consolas" panose="020B0609020204030204" pitchFamily="49" charset="0"/>
              </a:rPr>
              <a:t> </a:t>
            </a:r>
            <a:r>
              <a:rPr lang="en-GB" sz="1000">
                <a:solidFill>
                  <a:srgbClr val="A31515"/>
                </a:solidFill>
                <a:latin typeface="Consolas" panose="020B0609020204030204" pitchFamily="49" charset="0"/>
              </a:rPr>
              <a:t>with high quality</a:t>
            </a:r>
            <a:r>
              <a:rPr lang="en-US" sz="1000">
                <a:solidFill>
                  <a:srgbClr val="A31515"/>
                </a:solidFill>
                <a:latin typeface="Consolas" panose="020B0609020204030204" pitchFamily="49" charset="0"/>
              </a:rPr>
              <a:t>."</a:t>
            </a:r>
            <a:r>
              <a:rPr lang="en-US" sz="1000">
                <a:solidFill>
                  <a:srgbClr val="000000"/>
                </a:solidFill>
                <a:latin typeface="Consolas" panose="020B0609020204030204" pitchFamily="49" charset="0"/>
              </a:rPr>
              <a:t>);</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endParaRPr lang="en-US" sz="600"/>
          </a:p>
        </p:txBody>
      </p:sp>
      <p:pic>
        <p:nvPicPr>
          <p:cNvPr id="7" name="Graphic 6" descr="Flask">
            <a:extLst>
              <a:ext uri="{FF2B5EF4-FFF2-40B4-BE49-F238E27FC236}">
                <a16:creationId xmlns:a16="http://schemas.microsoft.com/office/drawing/2014/main" id="{91246328-9720-47C1-854A-4255F1FBDEE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7868044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Coffee Break</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28</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5" name="Picture 4">
            <a:extLst>
              <a:ext uri="{FF2B5EF4-FFF2-40B4-BE49-F238E27FC236}">
                <a16:creationId xmlns:a16="http://schemas.microsoft.com/office/drawing/2014/main" id="{65FDD960-1849-49D7-888A-2C7731945A12}"/>
              </a:ext>
            </a:extLst>
          </p:cNvPr>
          <p:cNvPicPr>
            <a:picLocks noChangeAspect="1"/>
          </p:cNvPicPr>
          <p:nvPr/>
        </p:nvPicPr>
        <p:blipFill>
          <a:blip r:embed="rId3"/>
          <a:stretch>
            <a:fillRect/>
          </a:stretch>
        </p:blipFill>
        <p:spPr>
          <a:xfrm>
            <a:off x="3931520" y="1620838"/>
            <a:ext cx="4328961" cy="4568825"/>
          </a:xfrm>
          <a:prstGeom prst="rect">
            <a:avLst/>
          </a:prstGeom>
          <a:noFill/>
        </p:spPr>
      </p:pic>
    </p:spTree>
    <p:extLst>
      <p:ext uri="{BB962C8B-B14F-4D97-AF65-F5344CB8AC3E}">
        <p14:creationId xmlns:p14="http://schemas.microsoft.com/office/powerpoint/2010/main" val="26746692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29</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DEFINITION</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INTERFACES</a:t>
            </a:r>
            <a:endParaRPr lang="en-US" b="0" i="0">
              <a:solidFill>
                <a:srgbClr val="212121"/>
              </a:solidFill>
              <a:effectLst/>
            </a:endParaRPr>
          </a:p>
        </p:txBody>
      </p:sp>
      <p:sp>
        <p:nvSpPr>
          <p:cNvPr id="8" name="Content Placeholder 7">
            <a:extLst>
              <a:ext uri="{FF2B5EF4-FFF2-40B4-BE49-F238E27FC236}">
                <a16:creationId xmlns:a16="http://schemas.microsoft.com/office/drawing/2014/main" id="{7684AB7A-770E-4C0E-A729-4E7C16BD2FE0}"/>
              </a:ext>
            </a:extLst>
          </p:cNvPr>
          <p:cNvSpPr>
            <a:spLocks noGrp="1"/>
          </p:cNvSpPr>
          <p:nvPr>
            <p:ph sz="quarter" idx="19"/>
          </p:nvPr>
        </p:nvSpPr>
        <p:spPr/>
        <p:txBody>
          <a:bodyPr vert="horz" lIns="0" tIns="0" rIns="0" bIns="0" rtlCol="0" anchor="t">
            <a:noAutofit/>
          </a:bodyPr>
          <a:lstStyle/>
          <a:p>
            <a:pPr marL="0" indent="0">
              <a:spcBef>
                <a:spcPts val="0"/>
              </a:spcBef>
              <a:spcAft>
                <a:spcPts val="600"/>
              </a:spcAft>
              <a:buNone/>
            </a:pPr>
            <a:r>
              <a:rPr lang="en-US" sz="2000">
                <a:latin typeface="+mn-lt"/>
              </a:rPr>
              <a:t>An </a:t>
            </a:r>
            <a:r>
              <a:rPr lang="en-US" sz="2000">
                <a:solidFill>
                  <a:schemeClr val="accent2"/>
                </a:solidFill>
                <a:latin typeface="Consolas" panose="020B0609020204030204" pitchFamily="49" charset="0"/>
              </a:rPr>
              <a:t>interface</a:t>
            </a:r>
            <a:r>
              <a:rPr lang="en-US" sz="2000">
                <a:latin typeface="+mn-lt"/>
              </a:rPr>
              <a:t> contains definitions for a group of related functionalities or “contract” that a non-abstract class must implement. </a:t>
            </a:r>
          </a:p>
          <a:p>
            <a:pPr marL="0" indent="0">
              <a:spcBef>
                <a:spcPts val="0"/>
              </a:spcBef>
              <a:spcAft>
                <a:spcPts val="600"/>
              </a:spcAft>
              <a:buNone/>
            </a:pPr>
            <a:r>
              <a:rPr lang="en-US" sz="2000" b="0" i="0">
                <a:solidFill>
                  <a:srgbClr val="171717"/>
                </a:solidFill>
                <a:effectLst/>
                <a:latin typeface="+mn-lt"/>
                <a:cs typeface="Calibri"/>
              </a:rPr>
              <a:t>By using interfaces, you can, for example, include behavior from multiple sources in a class. That capability is important because multiple inheritance of classes</a:t>
            </a:r>
            <a:r>
              <a:rPr lang="en-US" sz="2000">
                <a:solidFill>
                  <a:srgbClr val="171717"/>
                </a:solidFill>
                <a:latin typeface="+mn-lt"/>
                <a:cs typeface="Calibri"/>
              </a:rPr>
              <a:t> is not supported in</a:t>
            </a:r>
            <a:r>
              <a:rPr lang="en-US" sz="2000">
                <a:solidFill>
                  <a:srgbClr val="171717"/>
                </a:solidFill>
                <a:latin typeface="+mn-lt"/>
                <a:cs typeface="Arial"/>
              </a:rPr>
              <a:t> C# </a:t>
            </a:r>
            <a:r>
              <a:rPr lang="en-US" sz="2000" b="0" i="0">
                <a:solidFill>
                  <a:srgbClr val="171717"/>
                </a:solidFill>
                <a:effectLst/>
                <a:latin typeface="+mn-lt"/>
                <a:cs typeface="Calibri"/>
              </a:rPr>
              <a:t>.</a:t>
            </a:r>
          </a:p>
          <a:p>
            <a:pPr marL="0" indent="0">
              <a:spcBef>
                <a:spcPts val="0"/>
              </a:spcBef>
              <a:buNone/>
            </a:pPr>
            <a:r>
              <a:rPr lang="en-US" sz="2000" b="0" i="0">
                <a:solidFill>
                  <a:srgbClr val="171717"/>
                </a:solidFill>
                <a:effectLst/>
                <a:latin typeface="+mn-lt"/>
              </a:rPr>
              <a:t>The name of an interface must be a valid C# identifier name. By convention, interface names begin with a capital </a:t>
            </a:r>
            <a:r>
              <a:rPr lang="en-US" sz="2000">
                <a:solidFill>
                  <a:srgbClr val="171717"/>
                </a:solidFill>
                <a:latin typeface="+mn-lt"/>
              </a:rPr>
              <a:t>“I”</a:t>
            </a:r>
            <a:r>
              <a:rPr lang="en-US" sz="2000" b="0" i="0">
                <a:solidFill>
                  <a:srgbClr val="171717"/>
                </a:solidFill>
                <a:effectLst/>
                <a:latin typeface="+mn-lt"/>
              </a:rPr>
              <a:t>.</a:t>
            </a:r>
            <a:endParaRPr lang="en-US">
              <a:solidFill>
                <a:srgbClr val="171717"/>
              </a:solidFill>
              <a:latin typeface="Segoe UI" panose="020B0502040204020203" pitchFamily="34" charset="0"/>
            </a:endParaRPr>
          </a:p>
        </p:txBody>
      </p:sp>
    </p:spTree>
    <p:extLst>
      <p:ext uri="{BB962C8B-B14F-4D97-AF65-F5344CB8AC3E}">
        <p14:creationId xmlns:p14="http://schemas.microsoft.com/office/powerpoint/2010/main" val="24010775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30</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A PROBLEM TO SOLVE</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INTERFACES</a:t>
            </a:r>
            <a:endParaRPr lang="en-US" b="0" i="0">
              <a:solidFill>
                <a:srgbClr val="212121"/>
              </a:solidFill>
              <a:effectLst/>
            </a:endParaRPr>
          </a:p>
        </p:txBody>
      </p:sp>
      <p:sp>
        <p:nvSpPr>
          <p:cNvPr id="8" name="Content Placeholder 7">
            <a:extLst>
              <a:ext uri="{FF2B5EF4-FFF2-40B4-BE49-F238E27FC236}">
                <a16:creationId xmlns:a16="http://schemas.microsoft.com/office/drawing/2014/main" id="{7684AB7A-770E-4C0E-A729-4E7C16BD2FE0}"/>
              </a:ext>
            </a:extLst>
          </p:cNvPr>
          <p:cNvSpPr>
            <a:spLocks noGrp="1"/>
          </p:cNvSpPr>
          <p:nvPr>
            <p:ph sz="quarter" idx="19"/>
          </p:nvPr>
        </p:nvSpPr>
        <p:spPr/>
        <p:txBody>
          <a:bodyPr/>
          <a:lstStyle/>
          <a:p>
            <a:pPr marL="0" indent="0">
              <a:spcBef>
                <a:spcPts val="0"/>
              </a:spcBef>
              <a:spcAft>
                <a:spcPts val="0"/>
              </a:spcAft>
              <a:buNone/>
            </a:pPr>
            <a:endParaRPr lang="en-US" sz="1400" noProof="1">
              <a:solidFill>
                <a:srgbClr val="0000FF"/>
              </a:solidFill>
              <a:latin typeface="Consolas" panose="020B0609020204030204" pitchFamily="49" charset="0"/>
            </a:endParaRPr>
          </a:p>
          <a:p>
            <a:pPr marL="0" indent="0">
              <a:spcBef>
                <a:spcPts val="0"/>
              </a:spcBef>
              <a:spcAft>
                <a:spcPts val="0"/>
              </a:spcAft>
              <a:buNone/>
            </a:pPr>
            <a:endParaRPr lang="en-US" sz="1400" noProof="1">
              <a:solidFill>
                <a:srgbClr val="0000FF"/>
              </a:solidFill>
              <a:latin typeface="Consolas" panose="020B0609020204030204" pitchFamily="49" charset="0"/>
            </a:endParaRPr>
          </a:p>
        </p:txBody>
      </p:sp>
      <p:sp>
        <p:nvSpPr>
          <p:cNvPr id="5" name="Oval 4">
            <a:extLst>
              <a:ext uri="{FF2B5EF4-FFF2-40B4-BE49-F238E27FC236}">
                <a16:creationId xmlns:a16="http://schemas.microsoft.com/office/drawing/2014/main" id="{792E79DF-955E-47A5-B379-F6F4305BA6AA}"/>
              </a:ext>
            </a:extLst>
          </p:cNvPr>
          <p:cNvSpPr/>
          <p:nvPr/>
        </p:nvSpPr>
        <p:spPr>
          <a:xfrm>
            <a:off x="3031310" y="2817976"/>
            <a:ext cx="2640651" cy="1222048"/>
          </a:xfrm>
          <a:prstGeom prst="ellipse">
            <a:avLst/>
          </a:prstGeom>
          <a:solidFill>
            <a:schemeClr val="accent3">
              <a:lumMod val="40000"/>
              <a:lumOff val="6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ru-RU" sz="1600">
                <a:solidFill>
                  <a:srgbClr val="171717"/>
                </a:solidFill>
                <a:latin typeface="Segoe UI" panose="020B0502040204020203" pitchFamily="34" charset="0"/>
              </a:rPr>
              <a:t>      </a:t>
            </a:r>
            <a:r>
              <a:rPr lang="en-US" sz="1600">
                <a:solidFill>
                  <a:srgbClr val="171717"/>
                </a:solidFill>
                <a:latin typeface="Segoe UI" panose="020B0502040204020203" pitchFamily="34" charset="0"/>
              </a:rPr>
              <a:t>Accountant</a:t>
            </a:r>
          </a:p>
        </p:txBody>
      </p:sp>
      <p:sp>
        <p:nvSpPr>
          <p:cNvPr id="6" name="Thought Bubble: Cloud 5">
            <a:extLst>
              <a:ext uri="{FF2B5EF4-FFF2-40B4-BE49-F238E27FC236}">
                <a16:creationId xmlns:a16="http://schemas.microsoft.com/office/drawing/2014/main" id="{277466F6-B24C-4D6D-8DFA-EE09C2E730A1}"/>
              </a:ext>
            </a:extLst>
          </p:cNvPr>
          <p:cNvSpPr/>
          <p:nvPr/>
        </p:nvSpPr>
        <p:spPr>
          <a:xfrm flipH="1">
            <a:off x="240389" y="1620838"/>
            <a:ext cx="4043947" cy="1394176"/>
          </a:xfrm>
          <a:prstGeom prst="cloudCallou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tx1"/>
                </a:solidFill>
              </a:rPr>
              <a:t>I want every employee to have – Name, Salary, BankAccount</a:t>
            </a:r>
            <a:endParaRPr lang="en-US" sz="1600" err="1">
              <a:solidFill>
                <a:schemeClr val="tx1"/>
              </a:solidFill>
            </a:endParaRPr>
          </a:p>
        </p:txBody>
      </p:sp>
      <p:sp>
        <p:nvSpPr>
          <p:cNvPr id="9" name="Oval 8">
            <a:extLst>
              <a:ext uri="{FF2B5EF4-FFF2-40B4-BE49-F238E27FC236}">
                <a16:creationId xmlns:a16="http://schemas.microsoft.com/office/drawing/2014/main" id="{AC7AA652-A1AE-440F-827A-CA2DAF2F89EB}"/>
              </a:ext>
            </a:extLst>
          </p:cNvPr>
          <p:cNvSpPr/>
          <p:nvPr/>
        </p:nvSpPr>
        <p:spPr>
          <a:xfrm>
            <a:off x="5852578" y="2812305"/>
            <a:ext cx="2640651" cy="1222048"/>
          </a:xfrm>
          <a:prstGeom prst="ellipse">
            <a:avLst/>
          </a:prstGeom>
          <a:solidFill>
            <a:schemeClr val="accent2">
              <a:lumMod val="20000"/>
              <a:lumOff val="8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ru-RU" sz="1600">
                <a:solidFill>
                  <a:srgbClr val="171717"/>
                </a:solidFill>
                <a:latin typeface="Segoe UI" panose="020B0502040204020203" pitchFamily="34" charset="0"/>
              </a:rPr>
              <a:t>      </a:t>
            </a:r>
            <a:r>
              <a:rPr lang="en-US" sz="1600">
                <a:solidFill>
                  <a:srgbClr val="171717"/>
                </a:solidFill>
                <a:latin typeface="Segoe UI" panose="020B0502040204020203" pitchFamily="34" charset="0"/>
              </a:rPr>
              <a:t>HR officer</a:t>
            </a:r>
          </a:p>
        </p:txBody>
      </p:sp>
      <p:sp>
        <p:nvSpPr>
          <p:cNvPr id="10" name="Thought Bubble: Cloud 9">
            <a:extLst>
              <a:ext uri="{FF2B5EF4-FFF2-40B4-BE49-F238E27FC236}">
                <a16:creationId xmlns:a16="http://schemas.microsoft.com/office/drawing/2014/main" id="{3AD71C32-36DD-409C-A8A2-2841D661E255}"/>
              </a:ext>
            </a:extLst>
          </p:cNvPr>
          <p:cNvSpPr/>
          <p:nvPr/>
        </p:nvSpPr>
        <p:spPr>
          <a:xfrm>
            <a:off x="7341487" y="1518843"/>
            <a:ext cx="3824140" cy="1491323"/>
          </a:xfrm>
          <a:prstGeom prst="cloudCallout">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tx1"/>
                </a:solidFill>
              </a:rPr>
              <a:t>I want every employee to  have – Name, HireDate</a:t>
            </a:r>
          </a:p>
        </p:txBody>
      </p:sp>
      <p:sp>
        <p:nvSpPr>
          <p:cNvPr id="7" name="Oval 6">
            <a:extLst>
              <a:ext uri="{FF2B5EF4-FFF2-40B4-BE49-F238E27FC236}">
                <a16:creationId xmlns:a16="http://schemas.microsoft.com/office/drawing/2014/main" id="{A0BF1F97-1BC1-4326-949D-9ED10C2A9638}"/>
              </a:ext>
            </a:extLst>
          </p:cNvPr>
          <p:cNvSpPr/>
          <p:nvPr/>
        </p:nvSpPr>
        <p:spPr>
          <a:xfrm>
            <a:off x="4315182" y="5509164"/>
            <a:ext cx="2713558" cy="1085382"/>
          </a:xfrm>
          <a:prstGeom prst="ellipse">
            <a:avLst/>
          </a:prstGeom>
          <a:solidFill>
            <a:schemeClr val="accent6">
              <a:lumMod val="90000"/>
            </a:schemeClr>
          </a:solid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tx1"/>
                </a:solidFill>
              </a:rPr>
              <a:t>Developer</a:t>
            </a:r>
            <a:endParaRPr lang="en-US" sz="1600" err="1">
              <a:solidFill>
                <a:schemeClr val="tx1"/>
              </a:solidFill>
            </a:endParaRPr>
          </a:p>
        </p:txBody>
      </p:sp>
      <p:sp>
        <p:nvSpPr>
          <p:cNvPr id="14" name="Explosion: 8 Points 13">
            <a:extLst>
              <a:ext uri="{FF2B5EF4-FFF2-40B4-BE49-F238E27FC236}">
                <a16:creationId xmlns:a16="http://schemas.microsoft.com/office/drawing/2014/main" id="{9984A710-EFB3-417C-A640-D66751750F50}"/>
              </a:ext>
            </a:extLst>
          </p:cNvPr>
          <p:cNvSpPr/>
          <p:nvPr/>
        </p:nvSpPr>
        <p:spPr>
          <a:xfrm>
            <a:off x="6306418" y="4107830"/>
            <a:ext cx="4048119" cy="1728942"/>
          </a:xfrm>
          <a:prstGeom prst="irregularSeal1">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tx1"/>
                </a:solidFill>
              </a:rPr>
              <a:t>I have an interface for you - </a:t>
            </a:r>
            <a:r>
              <a:rPr lang="en-GB">
                <a:solidFill>
                  <a:schemeClr val="accent2"/>
                </a:solidFill>
                <a:latin typeface="+mj-lt"/>
                <a:ea typeface="ＭＳ Ｐゴシック"/>
                <a:cs typeface="Calibri"/>
              </a:rPr>
              <a:t>IEmployeeHiring</a:t>
            </a:r>
            <a:endParaRPr lang="en-US" err="1">
              <a:solidFill>
                <a:schemeClr val="accent2"/>
              </a:solidFill>
              <a:latin typeface="+mj-lt"/>
              <a:ea typeface="ＭＳ Ｐゴシック"/>
              <a:cs typeface="Calibri"/>
            </a:endParaRPr>
          </a:p>
        </p:txBody>
      </p:sp>
      <p:sp>
        <p:nvSpPr>
          <p:cNvPr id="15" name="Explosion: 8 Points 14">
            <a:extLst>
              <a:ext uri="{FF2B5EF4-FFF2-40B4-BE49-F238E27FC236}">
                <a16:creationId xmlns:a16="http://schemas.microsoft.com/office/drawing/2014/main" id="{3C636153-D9BF-4E95-98CD-CFA16B72F8EF}"/>
              </a:ext>
            </a:extLst>
          </p:cNvPr>
          <p:cNvSpPr/>
          <p:nvPr/>
        </p:nvSpPr>
        <p:spPr>
          <a:xfrm>
            <a:off x="1599403" y="4107830"/>
            <a:ext cx="3729971" cy="1728942"/>
          </a:xfrm>
          <a:prstGeom prst="irregularSeal1">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tx1"/>
                </a:solidFill>
              </a:rPr>
              <a:t>I have an interface for you - </a:t>
            </a:r>
            <a:r>
              <a:rPr lang="en-GB" sz="1600">
                <a:solidFill>
                  <a:schemeClr val="accent2"/>
                </a:solidFill>
                <a:latin typeface="+mj-lt"/>
                <a:ea typeface="ＭＳ Ｐゴシック"/>
                <a:cs typeface="Calibri"/>
              </a:rPr>
              <a:t>IEmployeeSalary</a:t>
            </a:r>
            <a:endParaRPr lang="en-US" sz="1600" err="1">
              <a:solidFill>
                <a:schemeClr val="accent2"/>
              </a:solidFill>
              <a:latin typeface="+mj-lt"/>
              <a:ea typeface="ＭＳ Ｐゴシック"/>
              <a:cs typeface="Calibri"/>
            </a:endParaRPr>
          </a:p>
        </p:txBody>
      </p:sp>
    </p:spTree>
    <p:extLst>
      <p:ext uri="{BB962C8B-B14F-4D97-AF65-F5344CB8AC3E}">
        <p14:creationId xmlns:p14="http://schemas.microsoft.com/office/powerpoint/2010/main" val="40774042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31</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EXAMPLE</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INTERFACES</a:t>
            </a:r>
            <a:endParaRPr lang="en-US" b="0" i="0">
              <a:solidFill>
                <a:srgbClr val="212121"/>
              </a:solidFill>
              <a:effectLst/>
            </a:endParaRPr>
          </a:p>
        </p:txBody>
      </p:sp>
      <p:sp>
        <p:nvSpPr>
          <p:cNvPr id="8" name="Content Placeholder 7">
            <a:extLst>
              <a:ext uri="{FF2B5EF4-FFF2-40B4-BE49-F238E27FC236}">
                <a16:creationId xmlns:a16="http://schemas.microsoft.com/office/drawing/2014/main" id="{7684AB7A-770E-4C0E-A729-4E7C16BD2FE0}"/>
              </a:ext>
            </a:extLst>
          </p:cNvPr>
          <p:cNvSpPr>
            <a:spLocks noGrp="1"/>
          </p:cNvSpPr>
          <p:nvPr>
            <p:ph sz="quarter" idx="19"/>
          </p:nvPr>
        </p:nvSpPr>
        <p:spPr/>
        <p:txBody>
          <a:bodyPr/>
          <a:lstStyle/>
          <a:p>
            <a:pPr marL="0" indent="0">
              <a:spcBef>
                <a:spcPts val="0"/>
              </a:spcBef>
              <a:spcAft>
                <a:spcPts val="0"/>
              </a:spcAft>
              <a:buNone/>
            </a:pPr>
            <a:r>
              <a:rPr lang="en-US" sz="1400" noProof="1">
                <a:solidFill>
                  <a:srgbClr val="0000FF"/>
                </a:solidFill>
                <a:latin typeface="Consolas" panose="020B0609020204030204" pitchFamily="49" charset="0"/>
              </a:rPr>
              <a:t>internal</a:t>
            </a: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interface</a:t>
            </a:r>
            <a:r>
              <a:rPr lang="en-US" sz="1400" noProof="1">
                <a:solidFill>
                  <a:srgbClr val="000000"/>
                </a:solidFill>
                <a:latin typeface="Consolas" panose="020B0609020204030204" pitchFamily="49" charset="0"/>
              </a:rPr>
              <a:t> </a:t>
            </a:r>
            <a:r>
              <a:rPr lang="en-US" sz="1400" noProof="1">
                <a:solidFill>
                  <a:srgbClr val="2B91AF"/>
                </a:solidFill>
                <a:latin typeface="Consolas" panose="020B0609020204030204" pitchFamily="49" charset="0"/>
              </a:rPr>
              <a:t>IEmployeeHiring</a:t>
            </a:r>
            <a:r>
              <a:rPr lang="en-US" sz="1400" noProof="1">
                <a:solidFill>
                  <a:srgbClr val="000000"/>
                </a:solidFill>
                <a:latin typeface="Consolas" panose="020B0609020204030204" pitchFamily="49" charset="0"/>
              </a:rPr>
              <a:t> {</a:t>
            </a:r>
          </a:p>
          <a:p>
            <a:pPr marL="0" indent="0">
              <a:spcBef>
                <a:spcPts val="0"/>
              </a:spcBef>
              <a:spcAft>
                <a:spcPts val="0"/>
              </a:spcAft>
              <a:buNone/>
            </a:pP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string</a:t>
            </a:r>
            <a:r>
              <a:rPr lang="en-US" sz="1400" noProof="1">
                <a:solidFill>
                  <a:srgbClr val="000000"/>
                </a:solidFill>
                <a:latin typeface="Consolas" panose="020B0609020204030204" pitchFamily="49" charset="0"/>
              </a:rPr>
              <a:t> Name { </a:t>
            </a:r>
            <a:r>
              <a:rPr lang="en-US" sz="1400" noProof="1">
                <a:solidFill>
                  <a:srgbClr val="0000FF"/>
                </a:solidFill>
                <a:latin typeface="Consolas" panose="020B0609020204030204" pitchFamily="49" charset="0"/>
              </a:rPr>
              <a:t>get</a:t>
            </a:r>
            <a:r>
              <a:rPr lang="en-US" sz="1400" noProof="1">
                <a:solidFill>
                  <a:srgbClr val="000000"/>
                </a:solidFill>
                <a:latin typeface="Consolas" panose="020B0609020204030204" pitchFamily="49" charset="0"/>
              </a:rPr>
              <a:t>; }</a:t>
            </a:r>
          </a:p>
          <a:p>
            <a:pPr marL="0" indent="0">
              <a:spcBef>
                <a:spcPts val="0"/>
              </a:spcBef>
              <a:spcAft>
                <a:spcPts val="0"/>
              </a:spcAft>
              <a:buNone/>
            </a:pPr>
            <a:r>
              <a:rPr lang="en-US" sz="1400" noProof="1">
                <a:solidFill>
                  <a:srgbClr val="000000"/>
                </a:solidFill>
                <a:latin typeface="Consolas" panose="020B0609020204030204" pitchFamily="49" charset="0"/>
              </a:rPr>
              <a:t>        </a:t>
            </a:r>
            <a:r>
              <a:rPr lang="en-US" sz="1400" noProof="1">
                <a:solidFill>
                  <a:srgbClr val="2B91AF"/>
                </a:solidFill>
                <a:latin typeface="Consolas" panose="020B0609020204030204" pitchFamily="49" charset="0"/>
              </a:rPr>
              <a:t>DateTime</a:t>
            </a:r>
            <a:r>
              <a:rPr lang="en-US" sz="1400" noProof="1">
                <a:solidFill>
                  <a:srgbClr val="000000"/>
                </a:solidFill>
                <a:latin typeface="Consolas" panose="020B0609020204030204" pitchFamily="49" charset="0"/>
              </a:rPr>
              <a:t> HireDate { </a:t>
            </a:r>
            <a:r>
              <a:rPr lang="en-US" sz="1400" noProof="1">
                <a:solidFill>
                  <a:srgbClr val="0000FF"/>
                </a:solidFill>
                <a:latin typeface="Consolas" panose="020B0609020204030204" pitchFamily="49" charset="0"/>
              </a:rPr>
              <a:t>get</a:t>
            </a: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set</a:t>
            </a:r>
            <a:r>
              <a:rPr lang="en-US" sz="1400" noProof="1">
                <a:solidFill>
                  <a:srgbClr val="000000"/>
                </a:solidFill>
                <a:latin typeface="Consolas" panose="020B0609020204030204" pitchFamily="49" charset="0"/>
              </a:rPr>
              <a:t>; }</a:t>
            </a:r>
          </a:p>
          <a:p>
            <a:pPr marL="0" indent="0">
              <a:spcBef>
                <a:spcPts val="0"/>
              </a:spcBef>
              <a:spcAft>
                <a:spcPts val="0"/>
              </a:spcAft>
              <a:buNone/>
            </a:pPr>
            <a:r>
              <a:rPr lang="en-US" sz="1400" noProof="1">
                <a:solidFill>
                  <a:srgbClr val="000000"/>
                </a:solidFill>
                <a:latin typeface="Consolas" panose="020B0609020204030204" pitchFamily="49" charset="0"/>
              </a:rPr>
              <a:t>}</a:t>
            </a:r>
          </a:p>
          <a:p>
            <a:pPr marL="0" indent="0">
              <a:spcBef>
                <a:spcPts val="0"/>
              </a:spcBef>
              <a:spcAft>
                <a:spcPts val="0"/>
              </a:spcAft>
              <a:buNone/>
            </a:pPr>
            <a:endParaRPr lang="en-US" sz="1400" b="0" i="0" noProof="1">
              <a:solidFill>
                <a:srgbClr val="000000"/>
              </a:solidFill>
              <a:effectLst/>
              <a:latin typeface="Consolas" panose="020B0609020204030204" pitchFamily="49" charset="0"/>
            </a:endParaRPr>
          </a:p>
          <a:p>
            <a:pPr marL="0" indent="0">
              <a:spcBef>
                <a:spcPts val="0"/>
              </a:spcBef>
              <a:spcAft>
                <a:spcPts val="0"/>
              </a:spcAft>
              <a:buNone/>
            </a:pPr>
            <a:r>
              <a:rPr lang="en-US" sz="1400" noProof="1">
                <a:solidFill>
                  <a:srgbClr val="0000FF"/>
                </a:solidFill>
                <a:latin typeface="Consolas" panose="020B0609020204030204" pitchFamily="49" charset="0"/>
              </a:rPr>
              <a:t>internal</a:t>
            </a: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interface</a:t>
            </a:r>
            <a:r>
              <a:rPr lang="en-US" sz="1400" noProof="1">
                <a:solidFill>
                  <a:srgbClr val="000000"/>
                </a:solidFill>
                <a:latin typeface="Consolas" panose="020B0609020204030204" pitchFamily="49" charset="0"/>
              </a:rPr>
              <a:t> </a:t>
            </a:r>
            <a:r>
              <a:rPr lang="en-US" sz="1400" noProof="1">
                <a:solidFill>
                  <a:srgbClr val="2B91AF"/>
                </a:solidFill>
                <a:latin typeface="Consolas" panose="020B0609020204030204" pitchFamily="49" charset="0"/>
              </a:rPr>
              <a:t>IEmployeeSalary</a:t>
            </a:r>
            <a:r>
              <a:rPr lang="en-US" sz="1400" noProof="1">
                <a:solidFill>
                  <a:srgbClr val="000000"/>
                </a:solidFill>
                <a:latin typeface="Consolas" panose="020B0609020204030204" pitchFamily="49" charset="0"/>
              </a:rPr>
              <a:t> {</a:t>
            </a:r>
          </a:p>
          <a:p>
            <a:pPr marL="0" indent="0">
              <a:spcBef>
                <a:spcPts val="0"/>
              </a:spcBef>
              <a:spcAft>
                <a:spcPts val="0"/>
              </a:spcAft>
              <a:buNone/>
            </a:pP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string</a:t>
            </a:r>
            <a:r>
              <a:rPr lang="en-US" sz="1400" noProof="1">
                <a:solidFill>
                  <a:srgbClr val="000000"/>
                </a:solidFill>
                <a:latin typeface="Consolas" panose="020B0609020204030204" pitchFamily="49" charset="0"/>
              </a:rPr>
              <a:t> Name { </a:t>
            </a:r>
            <a:r>
              <a:rPr lang="en-US" sz="1400" noProof="1">
                <a:solidFill>
                  <a:srgbClr val="0000FF"/>
                </a:solidFill>
                <a:latin typeface="Consolas" panose="020B0609020204030204" pitchFamily="49" charset="0"/>
              </a:rPr>
              <a:t>get</a:t>
            </a:r>
            <a:r>
              <a:rPr lang="en-US" sz="1400" noProof="1">
                <a:solidFill>
                  <a:srgbClr val="000000"/>
                </a:solidFill>
                <a:latin typeface="Consolas" panose="020B0609020204030204" pitchFamily="49" charset="0"/>
              </a:rPr>
              <a:t>; }</a:t>
            </a:r>
          </a:p>
          <a:p>
            <a:pPr marL="0" indent="0">
              <a:spcBef>
                <a:spcPts val="0"/>
              </a:spcBef>
              <a:spcAft>
                <a:spcPts val="0"/>
              </a:spcAft>
              <a:buNone/>
            </a:pP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double</a:t>
            </a:r>
            <a:r>
              <a:rPr lang="en-US" sz="1400" noProof="1">
                <a:solidFill>
                  <a:srgbClr val="000000"/>
                </a:solidFill>
                <a:latin typeface="Consolas" panose="020B0609020204030204" pitchFamily="49" charset="0"/>
              </a:rPr>
              <a:t> Salary { </a:t>
            </a:r>
            <a:r>
              <a:rPr lang="en-US" sz="1400" noProof="1">
                <a:solidFill>
                  <a:srgbClr val="0000FF"/>
                </a:solidFill>
                <a:latin typeface="Consolas" panose="020B0609020204030204" pitchFamily="49" charset="0"/>
              </a:rPr>
              <a:t>get</a:t>
            </a:r>
            <a:r>
              <a:rPr lang="en-US" sz="1400" noProof="1">
                <a:solidFill>
                  <a:srgbClr val="000000"/>
                </a:solidFill>
                <a:latin typeface="Consolas" panose="020B0609020204030204" pitchFamily="49" charset="0"/>
              </a:rPr>
              <a:t>; }</a:t>
            </a:r>
          </a:p>
          <a:p>
            <a:pPr marL="0" indent="0">
              <a:spcBef>
                <a:spcPts val="0"/>
              </a:spcBef>
              <a:spcAft>
                <a:spcPts val="0"/>
              </a:spcAft>
              <a:buNone/>
            </a:pP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int</a:t>
            </a:r>
            <a:r>
              <a:rPr lang="en-US" sz="1400" noProof="1">
                <a:solidFill>
                  <a:srgbClr val="000000"/>
                </a:solidFill>
                <a:latin typeface="Consolas" panose="020B0609020204030204" pitchFamily="49" charset="0"/>
              </a:rPr>
              <a:t> BankAccount { </a:t>
            </a:r>
            <a:r>
              <a:rPr lang="en-US" sz="1400" noProof="1">
                <a:solidFill>
                  <a:srgbClr val="0000FF"/>
                </a:solidFill>
                <a:latin typeface="Consolas" panose="020B0609020204030204" pitchFamily="49" charset="0"/>
              </a:rPr>
              <a:t>get</a:t>
            </a: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set</a:t>
            </a:r>
            <a:r>
              <a:rPr lang="en-US" sz="1400" noProof="1">
                <a:solidFill>
                  <a:srgbClr val="000000"/>
                </a:solidFill>
                <a:latin typeface="Consolas" panose="020B0609020204030204" pitchFamily="49" charset="0"/>
              </a:rPr>
              <a:t>; }</a:t>
            </a:r>
          </a:p>
          <a:p>
            <a:pPr marL="0" indent="0">
              <a:spcBef>
                <a:spcPts val="0"/>
              </a:spcBef>
              <a:spcAft>
                <a:spcPts val="0"/>
              </a:spcAft>
              <a:buNone/>
            </a:pPr>
            <a:r>
              <a:rPr lang="en-US" sz="1400" noProof="1">
                <a:solidFill>
                  <a:srgbClr val="000000"/>
                </a:solidFill>
                <a:latin typeface="Consolas" panose="020B0609020204030204" pitchFamily="49" charset="0"/>
              </a:rPr>
              <a:t>}</a:t>
            </a:r>
            <a:endParaRPr lang="en-US" sz="1100" b="0" i="0" noProof="1">
              <a:solidFill>
                <a:srgbClr val="171717"/>
              </a:solidFill>
              <a:effectLst/>
              <a:latin typeface="Segoe UI" panose="020B0502040204020203" pitchFamily="34" charset="0"/>
            </a:endParaRPr>
          </a:p>
          <a:p>
            <a:endParaRPr lang="en-US">
              <a:solidFill>
                <a:srgbClr val="171717"/>
              </a:solidFill>
              <a:latin typeface="Segoe UI" panose="020B0502040204020203" pitchFamily="34" charset="0"/>
            </a:endParaRPr>
          </a:p>
          <a:p>
            <a:endParaRPr lang="en-US"/>
          </a:p>
        </p:txBody>
      </p:sp>
      <p:sp>
        <p:nvSpPr>
          <p:cNvPr id="11" name="TextBox 10">
            <a:extLst>
              <a:ext uri="{FF2B5EF4-FFF2-40B4-BE49-F238E27FC236}">
                <a16:creationId xmlns:a16="http://schemas.microsoft.com/office/drawing/2014/main" id="{9AB51BEC-2CB3-4C63-B546-C54915CB1DF9}"/>
              </a:ext>
            </a:extLst>
          </p:cNvPr>
          <p:cNvSpPr txBox="1"/>
          <p:nvPr/>
        </p:nvSpPr>
        <p:spPr>
          <a:xfrm>
            <a:off x="4936100" y="1619101"/>
            <a:ext cx="6172034" cy="2653795"/>
          </a:xfrm>
          <a:prstGeom prst="rect">
            <a:avLst/>
          </a:prstGeom>
          <a:noFill/>
        </p:spPr>
        <p:txBody>
          <a:bodyPr wrap="square" lIns="0" tIns="0" rIns="0" bIns="0" rtlCol="0" anchor="t">
            <a:noAutofit/>
          </a:bodyPr>
          <a:lstStyle/>
          <a:p>
            <a:pPr marL="0" indent="0" defTabSz="179388">
              <a:spcBef>
                <a:spcPts val="300"/>
              </a:spcBef>
              <a:spcAft>
                <a:spcPts val="300"/>
              </a:spcAft>
              <a:buClr>
                <a:srgbClr val="00DEE6"/>
              </a:buClr>
              <a:buFont typeface="Arial" panose="020B0604020202020204" pitchFamily="34" charset="0"/>
              <a:buNone/>
            </a:pPr>
            <a:r>
              <a:rPr lang="en-US">
                <a:latin typeface="+mn-lt"/>
              </a:rPr>
              <a:t>In this example we defined two interfaces – </a:t>
            </a:r>
            <a:r>
              <a:rPr lang="en-US">
                <a:solidFill>
                  <a:schemeClr val="accent2"/>
                </a:solidFill>
                <a:latin typeface="+mj-lt"/>
                <a:cs typeface="Calibri" panose="020F0502020204030204" pitchFamily="34" charset="0"/>
              </a:rPr>
              <a:t>IEmployeeHiring</a:t>
            </a:r>
            <a:r>
              <a:rPr lang="en-US">
                <a:latin typeface="+mn-lt"/>
              </a:rPr>
              <a:t> and </a:t>
            </a:r>
            <a:r>
              <a:rPr lang="en-US">
                <a:solidFill>
                  <a:schemeClr val="accent2"/>
                </a:solidFill>
                <a:latin typeface="+mj-lt"/>
                <a:cs typeface="Calibri" panose="020F0502020204030204" pitchFamily="34" charset="0"/>
              </a:rPr>
              <a:t>IEmployeeSalary</a:t>
            </a:r>
            <a:r>
              <a:rPr lang="en-US">
                <a:latin typeface="+mn-lt"/>
              </a:rPr>
              <a:t>.</a:t>
            </a:r>
          </a:p>
          <a:p>
            <a:pPr marL="285750" indent="-285750" defTabSz="179388">
              <a:spcBef>
                <a:spcPts val="300"/>
              </a:spcBef>
              <a:spcAft>
                <a:spcPts val="300"/>
              </a:spcAft>
              <a:buClr>
                <a:srgbClr val="00DEE6"/>
              </a:buClr>
              <a:buFont typeface="Arial" panose="020B0604020202020204" pitchFamily="34" charset="0"/>
              <a:buChar char="•"/>
            </a:pPr>
            <a:r>
              <a:rPr lang="en-US">
                <a:solidFill>
                  <a:schemeClr val="accent2"/>
                </a:solidFill>
                <a:latin typeface="+mj-lt"/>
                <a:ea typeface="ＭＳ Ｐゴシック"/>
                <a:cs typeface="Calibri"/>
              </a:rPr>
              <a:t>IEmployeeHiring</a:t>
            </a:r>
            <a:r>
              <a:rPr lang="ru-RU">
                <a:solidFill>
                  <a:schemeClr val="accent2"/>
                </a:solidFill>
                <a:latin typeface="+mn-lt"/>
                <a:ea typeface="ＭＳ Ｐゴシック"/>
                <a:cs typeface="Calibri"/>
              </a:rPr>
              <a:t> </a:t>
            </a:r>
            <a:r>
              <a:rPr lang="en-GB">
                <a:latin typeface="+mn-lt"/>
                <a:ea typeface="ＭＳ Ｐゴシック"/>
              </a:rPr>
              <a:t>requires a</a:t>
            </a:r>
            <a:r>
              <a:rPr lang="en-US">
                <a:latin typeface="+mn-lt"/>
                <a:ea typeface="ＭＳ Ｐゴシック"/>
              </a:rPr>
              <a:t>ny class or struct that implements this interface must implement all its members - </a:t>
            </a:r>
            <a:r>
              <a:rPr lang="en-US" b="1">
                <a:latin typeface="Consolas"/>
                <a:ea typeface="ＭＳ Ｐゴシック"/>
              </a:rPr>
              <a:t>Name</a:t>
            </a:r>
            <a:r>
              <a:rPr lang="en-US">
                <a:latin typeface="+mn-lt"/>
                <a:ea typeface="ＭＳ Ｐゴシック"/>
              </a:rPr>
              <a:t> and </a:t>
            </a:r>
            <a:r>
              <a:rPr lang="en-US" b="1">
                <a:latin typeface="Consolas"/>
                <a:ea typeface="ＭＳ Ｐゴシック"/>
              </a:rPr>
              <a:t>HireDate</a:t>
            </a:r>
            <a:r>
              <a:rPr lang="en-US">
                <a:latin typeface="+mn-lt"/>
                <a:ea typeface="ＭＳ Ｐゴシック"/>
              </a:rPr>
              <a:t>.</a:t>
            </a:r>
            <a:endParaRPr lang="en-US">
              <a:latin typeface="Arial"/>
            </a:endParaRPr>
          </a:p>
          <a:p>
            <a:pPr marL="285750" indent="-285750" defTabSz="179388">
              <a:spcBef>
                <a:spcPts val="300"/>
              </a:spcBef>
              <a:spcAft>
                <a:spcPts val="300"/>
              </a:spcAft>
              <a:buClr>
                <a:srgbClr val="00DEE6"/>
              </a:buClr>
              <a:buFont typeface="Arial" panose="020B0604020202020204" pitchFamily="34" charset="0"/>
              <a:buChar char="•"/>
            </a:pPr>
            <a:r>
              <a:rPr lang="en-US">
                <a:solidFill>
                  <a:schemeClr val="accent2"/>
                </a:solidFill>
                <a:latin typeface="+mj-lt"/>
                <a:ea typeface="ＭＳ Ｐゴシック"/>
                <a:cs typeface="Calibri"/>
              </a:rPr>
              <a:t>IEmployeeSalary</a:t>
            </a:r>
            <a:r>
              <a:rPr lang="en-US">
                <a:latin typeface="+mn-lt"/>
                <a:ea typeface="ＭＳ Ｐゴシック"/>
              </a:rPr>
              <a:t> </a:t>
            </a:r>
            <a:r>
              <a:rPr lang="en-GB">
                <a:latin typeface="+mn-lt"/>
                <a:ea typeface="ＭＳ Ｐゴシック"/>
              </a:rPr>
              <a:t>requires a</a:t>
            </a:r>
            <a:r>
              <a:rPr lang="en-US">
                <a:latin typeface="+mn-lt"/>
                <a:ea typeface="ＭＳ Ｐゴシック"/>
              </a:rPr>
              <a:t>ny class or struct that implements this interface must implement all its members - </a:t>
            </a:r>
            <a:r>
              <a:rPr lang="en-US" b="1">
                <a:latin typeface="Consolas"/>
                <a:ea typeface="ＭＳ Ｐゴシック"/>
              </a:rPr>
              <a:t>Name</a:t>
            </a:r>
            <a:r>
              <a:rPr lang="en-US">
                <a:latin typeface="Consolas"/>
                <a:ea typeface="ＭＳ Ｐゴシック"/>
              </a:rPr>
              <a:t>, </a:t>
            </a:r>
            <a:r>
              <a:rPr lang="en-US" b="1">
                <a:latin typeface="Consolas"/>
                <a:ea typeface="ＭＳ Ｐゴシック"/>
              </a:rPr>
              <a:t>Salary </a:t>
            </a:r>
            <a:r>
              <a:rPr lang="en-US">
                <a:latin typeface="+mn-lt"/>
                <a:ea typeface="ＭＳ Ｐゴシック"/>
              </a:rPr>
              <a:t>and  </a:t>
            </a:r>
            <a:r>
              <a:rPr lang="en-US" b="1">
                <a:latin typeface="Consolas"/>
                <a:ea typeface="ＭＳ Ｐゴシック"/>
              </a:rPr>
              <a:t>BankAccount</a:t>
            </a:r>
            <a:r>
              <a:rPr lang="en-US">
                <a:latin typeface="Consolas"/>
                <a:ea typeface="ＭＳ Ｐゴシック"/>
              </a:rPr>
              <a:t> </a:t>
            </a:r>
            <a:r>
              <a:rPr lang="en-US">
                <a:latin typeface="+mn-lt"/>
                <a:ea typeface="ＭＳ Ｐゴシック"/>
              </a:rPr>
              <a:t>properties.</a:t>
            </a:r>
          </a:p>
        </p:txBody>
      </p:sp>
    </p:spTree>
    <p:extLst>
      <p:ext uri="{BB962C8B-B14F-4D97-AF65-F5344CB8AC3E}">
        <p14:creationId xmlns:p14="http://schemas.microsoft.com/office/powerpoint/2010/main" val="25096313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32</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EXAMPLE</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INTERFACES</a:t>
            </a:r>
            <a:endParaRPr lang="en-US" b="0" i="0">
              <a:solidFill>
                <a:srgbClr val="212121"/>
              </a:solidFill>
              <a:effectLst/>
            </a:endParaRPr>
          </a:p>
        </p:txBody>
      </p:sp>
      <p:sp>
        <p:nvSpPr>
          <p:cNvPr id="9" name="Content Placeholder 8">
            <a:extLst>
              <a:ext uri="{FF2B5EF4-FFF2-40B4-BE49-F238E27FC236}">
                <a16:creationId xmlns:a16="http://schemas.microsoft.com/office/drawing/2014/main" id="{E85841E7-E700-413F-BE73-3BDDCF9DD235}"/>
              </a:ext>
            </a:extLst>
          </p:cNvPr>
          <p:cNvSpPr>
            <a:spLocks noGrp="1"/>
          </p:cNvSpPr>
          <p:nvPr>
            <p:ph sz="quarter" idx="19"/>
          </p:nvPr>
        </p:nvSpPr>
        <p:spPr>
          <a:xfrm>
            <a:off x="5174428" y="1620838"/>
            <a:ext cx="6509571" cy="4568825"/>
          </a:xfrm>
        </p:spPr>
        <p:txBody>
          <a:bodyPr/>
          <a:lstStyle/>
          <a:p>
            <a:pPr marL="0" indent="0">
              <a:buNone/>
            </a:pPr>
            <a:r>
              <a:rPr lang="en-GB">
                <a:solidFill>
                  <a:schemeClr val="accent2"/>
                </a:solidFill>
              </a:rPr>
              <a:t>AbstractEmployee</a:t>
            </a:r>
            <a:r>
              <a:rPr lang="en-GB"/>
              <a:t> in this example is a base class, which inherits from </a:t>
            </a:r>
            <a:r>
              <a:rPr lang="en-GB">
                <a:solidFill>
                  <a:schemeClr val="accent2"/>
                </a:solidFill>
              </a:rPr>
              <a:t>IEmployeeSalary</a:t>
            </a:r>
            <a:r>
              <a:rPr lang="en-GB"/>
              <a:t> and </a:t>
            </a:r>
            <a:r>
              <a:rPr lang="en-GB">
                <a:solidFill>
                  <a:schemeClr val="accent2"/>
                </a:solidFill>
              </a:rPr>
              <a:t>IEmployeeHiring.</a:t>
            </a:r>
          </a:p>
          <a:p>
            <a:pPr marL="0" indent="0">
              <a:buNone/>
            </a:pPr>
            <a:r>
              <a:rPr lang="en-US"/>
              <a:t>This imposes requirements on the </a:t>
            </a:r>
            <a:r>
              <a:rPr lang="en-GB">
                <a:solidFill>
                  <a:schemeClr val="accent2"/>
                </a:solidFill>
              </a:rPr>
              <a:t>AbstractEmployee</a:t>
            </a:r>
            <a:r>
              <a:rPr lang="en-US"/>
              <a:t> class – it should implement all the properties and methods from both interfaces or use abstract key word:</a:t>
            </a:r>
          </a:p>
          <a:p>
            <a:r>
              <a:rPr lang="en-US"/>
              <a:t>BankAccount, Name, Salary - </a:t>
            </a:r>
            <a:r>
              <a:rPr lang="en-GB">
                <a:solidFill>
                  <a:schemeClr val="accent2"/>
                </a:solidFill>
              </a:rPr>
              <a:t>IEmployeeSalary</a:t>
            </a:r>
            <a:endParaRPr lang="en-US"/>
          </a:p>
          <a:p>
            <a:r>
              <a:rPr lang="en-US"/>
              <a:t>HireDate, Name - </a:t>
            </a:r>
            <a:r>
              <a:rPr lang="en-GB">
                <a:solidFill>
                  <a:schemeClr val="accent2"/>
                </a:solidFill>
              </a:rPr>
              <a:t>IEmployeeHiring</a:t>
            </a:r>
            <a:endParaRPr lang="en-GB"/>
          </a:p>
          <a:p>
            <a:endParaRPr lang="en-GB"/>
          </a:p>
          <a:p>
            <a:endParaRPr lang="en-US"/>
          </a:p>
        </p:txBody>
      </p:sp>
      <p:pic>
        <p:nvPicPr>
          <p:cNvPr id="7" name="Picture 6">
            <a:extLst>
              <a:ext uri="{FF2B5EF4-FFF2-40B4-BE49-F238E27FC236}">
                <a16:creationId xmlns:a16="http://schemas.microsoft.com/office/drawing/2014/main" id="{F8E61B24-68D0-4D23-9138-563CDA3CD89F}"/>
              </a:ext>
            </a:extLst>
          </p:cNvPr>
          <p:cNvPicPr>
            <a:picLocks noChangeAspect="1"/>
          </p:cNvPicPr>
          <p:nvPr/>
        </p:nvPicPr>
        <p:blipFill>
          <a:blip r:embed="rId3"/>
          <a:stretch>
            <a:fillRect/>
          </a:stretch>
        </p:blipFill>
        <p:spPr>
          <a:xfrm>
            <a:off x="649139" y="1472545"/>
            <a:ext cx="4480834" cy="5110851"/>
          </a:xfrm>
          <a:prstGeom prst="rect">
            <a:avLst/>
          </a:prstGeom>
        </p:spPr>
      </p:pic>
    </p:spTree>
    <p:extLst>
      <p:ext uri="{BB962C8B-B14F-4D97-AF65-F5344CB8AC3E}">
        <p14:creationId xmlns:p14="http://schemas.microsoft.com/office/powerpoint/2010/main" val="29005949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EXAMPLE</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INTERFACES</a:t>
            </a:r>
            <a:endParaRPr lang="en-US" b="0" i="0">
              <a:solidFill>
                <a:srgbClr val="212121"/>
              </a:solidFill>
              <a:effectLst/>
            </a:endParaRPr>
          </a:p>
        </p:txBody>
      </p:sp>
      <p:sp>
        <p:nvSpPr>
          <p:cNvPr id="9" name="Content Placeholder 8">
            <a:extLst>
              <a:ext uri="{FF2B5EF4-FFF2-40B4-BE49-F238E27FC236}">
                <a16:creationId xmlns:a16="http://schemas.microsoft.com/office/drawing/2014/main" id="{E85841E7-E700-413F-BE73-3BDDCF9DD235}"/>
              </a:ext>
            </a:extLst>
          </p:cNvPr>
          <p:cNvSpPr>
            <a:spLocks noGrp="1"/>
          </p:cNvSpPr>
          <p:nvPr>
            <p:ph sz="quarter" idx="19"/>
          </p:nvPr>
        </p:nvSpPr>
        <p:spPr>
          <a:xfrm>
            <a:off x="672000" y="1620838"/>
            <a:ext cx="11011999" cy="4568825"/>
          </a:xfrm>
        </p:spPr>
        <p:txBody>
          <a:bodyPr/>
          <a:lstStyle/>
          <a:p>
            <a:pPr marL="0" indent="0">
              <a:buNone/>
            </a:pPr>
            <a:endParaRPr lang="en-GB"/>
          </a:p>
          <a:p>
            <a:endParaRPr lang="en-US"/>
          </a:p>
        </p:txBody>
      </p:sp>
      <p:sp>
        <p:nvSpPr>
          <p:cNvPr id="6" name="TextBox 5">
            <a:extLst>
              <a:ext uri="{FF2B5EF4-FFF2-40B4-BE49-F238E27FC236}">
                <a16:creationId xmlns:a16="http://schemas.microsoft.com/office/drawing/2014/main" id="{FB734BDE-AD4B-47F2-9F56-83BF1BED943C}"/>
              </a:ext>
            </a:extLst>
          </p:cNvPr>
          <p:cNvSpPr txBox="1"/>
          <p:nvPr/>
        </p:nvSpPr>
        <p:spPr>
          <a:xfrm>
            <a:off x="649139" y="1620838"/>
            <a:ext cx="7006529" cy="4274124"/>
          </a:xfrm>
          <a:prstGeom prst="rect">
            <a:avLst/>
          </a:prstGeom>
          <a:noFill/>
        </p:spPr>
        <p:txBody>
          <a:bodyPr wrap="none" lIns="0" tIns="0" rIns="0" bIns="0" rtlCol="0">
            <a:noAutofit/>
          </a:bodyPr>
          <a:lstStyle/>
          <a:p>
            <a:r>
              <a:rPr lang="en-US" sz="1400" noProof="1">
                <a:solidFill>
                  <a:srgbClr val="0000FF"/>
                </a:solidFill>
                <a:latin typeface="Consolas" panose="020B0609020204030204" pitchFamily="49" charset="0"/>
              </a:rPr>
              <a:t>internal</a:t>
            </a: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abstract</a:t>
            </a: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class</a:t>
            </a:r>
            <a:r>
              <a:rPr lang="en-US" sz="1400" noProof="1">
                <a:solidFill>
                  <a:srgbClr val="000000"/>
                </a:solidFill>
                <a:latin typeface="Consolas" panose="020B0609020204030204" pitchFamily="49" charset="0"/>
              </a:rPr>
              <a:t> </a:t>
            </a:r>
            <a:r>
              <a:rPr lang="en-US" sz="1400" noProof="1">
                <a:solidFill>
                  <a:srgbClr val="2B91AF"/>
                </a:solidFill>
                <a:latin typeface="Consolas" panose="020B0609020204030204" pitchFamily="49" charset="0"/>
              </a:rPr>
              <a:t>AbstractEmployee</a:t>
            </a:r>
            <a:r>
              <a:rPr lang="en-US" sz="1400" noProof="1">
                <a:solidFill>
                  <a:srgbClr val="000000"/>
                </a:solidFill>
                <a:latin typeface="Consolas" panose="020B0609020204030204" pitchFamily="49" charset="0"/>
              </a:rPr>
              <a:t> : </a:t>
            </a:r>
            <a:r>
              <a:rPr lang="en-US" sz="1400" noProof="1">
                <a:solidFill>
                  <a:srgbClr val="2B91AF"/>
                </a:solidFill>
                <a:latin typeface="Consolas" panose="020B0609020204030204" pitchFamily="49" charset="0"/>
              </a:rPr>
              <a:t>IEmployeeSalary</a:t>
            </a:r>
            <a:r>
              <a:rPr lang="en-US" sz="1400" noProof="1">
                <a:solidFill>
                  <a:srgbClr val="000000"/>
                </a:solidFill>
                <a:latin typeface="Consolas" panose="020B0609020204030204" pitchFamily="49" charset="0"/>
              </a:rPr>
              <a:t>, </a:t>
            </a:r>
            <a:r>
              <a:rPr lang="en-US" sz="1400" noProof="1">
                <a:solidFill>
                  <a:srgbClr val="2B91AF"/>
                </a:solidFill>
                <a:latin typeface="Consolas" panose="020B0609020204030204" pitchFamily="49" charset="0"/>
              </a:rPr>
              <a:t>IEmployeeHiring</a:t>
            </a:r>
            <a:r>
              <a:rPr lang="en-US" sz="1400" noProof="1">
                <a:solidFill>
                  <a:srgbClr val="000000"/>
                </a:solidFill>
                <a:latin typeface="Consolas" panose="020B0609020204030204" pitchFamily="49" charset="0"/>
              </a:rPr>
              <a:t> {</a:t>
            </a:r>
          </a:p>
          <a:p>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public</a:t>
            </a: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string</a:t>
            </a:r>
            <a:r>
              <a:rPr lang="en-US" sz="1400" noProof="1">
                <a:solidFill>
                  <a:srgbClr val="000000"/>
                </a:solidFill>
                <a:latin typeface="Consolas" panose="020B0609020204030204" pitchFamily="49" charset="0"/>
              </a:rPr>
              <a:t> Name { </a:t>
            </a:r>
            <a:r>
              <a:rPr lang="en-US" sz="1400" noProof="1">
                <a:solidFill>
                  <a:srgbClr val="0000FF"/>
                </a:solidFill>
                <a:latin typeface="Consolas" panose="020B0609020204030204" pitchFamily="49" charset="0"/>
              </a:rPr>
              <a:t>get</a:t>
            </a:r>
            <a:r>
              <a:rPr lang="en-US" sz="1400" noProof="1">
                <a:solidFill>
                  <a:srgbClr val="000000"/>
                </a:solidFill>
                <a:latin typeface="Consolas" panose="020B0609020204030204" pitchFamily="49" charset="0"/>
              </a:rPr>
              <a:t>; }</a:t>
            </a:r>
          </a:p>
          <a:p>
            <a:r>
              <a:rPr lang="en-US" sz="1400" noProof="1">
                <a:solidFill>
                  <a:srgbClr val="000000"/>
                </a:solidFill>
                <a:latin typeface="Consolas" panose="020B0609020204030204" pitchFamily="49" charset="0"/>
              </a:rPr>
              <a:t>        </a:t>
            </a:r>
            <a:r>
              <a:rPr lang="en-US" sz="1400" noProof="1">
                <a:solidFill>
                  <a:srgbClr val="0000FF"/>
                </a:solidFill>
                <a:highlight>
                  <a:srgbClr val="FFFF00"/>
                </a:highlight>
                <a:latin typeface="Consolas" panose="020B0609020204030204" pitchFamily="49" charset="0"/>
              </a:rPr>
              <a:t>public</a:t>
            </a:r>
            <a:r>
              <a:rPr lang="en-US" sz="1400" noProof="1">
                <a:solidFill>
                  <a:srgbClr val="000000"/>
                </a:solidFill>
                <a:highlight>
                  <a:srgbClr val="FFFF00"/>
                </a:highlight>
                <a:latin typeface="Consolas" panose="020B0609020204030204" pitchFamily="49" charset="0"/>
              </a:rPr>
              <a:t> </a:t>
            </a:r>
            <a:r>
              <a:rPr lang="en-US" sz="1400" noProof="1">
                <a:solidFill>
                  <a:srgbClr val="2B91AF"/>
                </a:solidFill>
                <a:highlight>
                  <a:srgbClr val="FFFF00"/>
                </a:highlight>
                <a:latin typeface="Consolas" panose="020B0609020204030204" pitchFamily="49" charset="0"/>
              </a:rPr>
              <a:t>DateTime</a:t>
            </a:r>
            <a:r>
              <a:rPr lang="en-US" sz="1400" noProof="1">
                <a:solidFill>
                  <a:srgbClr val="000000"/>
                </a:solidFill>
                <a:highlight>
                  <a:srgbClr val="FFFF00"/>
                </a:highlight>
                <a:latin typeface="Consolas" panose="020B0609020204030204" pitchFamily="49" charset="0"/>
              </a:rPr>
              <a:t> HireDate { </a:t>
            </a:r>
            <a:r>
              <a:rPr lang="en-US" sz="1400" noProof="1">
                <a:solidFill>
                  <a:srgbClr val="0000FF"/>
                </a:solidFill>
                <a:highlight>
                  <a:srgbClr val="FFFF00"/>
                </a:highlight>
                <a:latin typeface="Consolas" panose="020B0609020204030204" pitchFamily="49" charset="0"/>
              </a:rPr>
              <a:t>get</a:t>
            </a:r>
            <a:r>
              <a:rPr lang="en-US" sz="1400" noProof="1">
                <a:solidFill>
                  <a:srgbClr val="000000"/>
                </a:solidFill>
                <a:highlight>
                  <a:srgbClr val="FFFF00"/>
                </a:highlight>
                <a:latin typeface="Consolas" panose="020B0609020204030204" pitchFamily="49" charset="0"/>
              </a:rPr>
              <a:t>; </a:t>
            </a:r>
            <a:r>
              <a:rPr lang="en-US" sz="1400" noProof="1">
                <a:solidFill>
                  <a:srgbClr val="0000FF"/>
                </a:solidFill>
                <a:highlight>
                  <a:srgbClr val="FFFF00"/>
                </a:highlight>
                <a:latin typeface="Consolas" panose="020B0609020204030204" pitchFamily="49" charset="0"/>
              </a:rPr>
              <a:t>set</a:t>
            </a:r>
            <a:r>
              <a:rPr lang="en-US" sz="1400" noProof="1">
                <a:solidFill>
                  <a:srgbClr val="000000"/>
                </a:solidFill>
                <a:highlight>
                  <a:srgbClr val="FFFF00"/>
                </a:highlight>
                <a:latin typeface="Consolas" panose="020B0609020204030204" pitchFamily="49" charset="0"/>
              </a:rPr>
              <a:t>; }</a:t>
            </a:r>
          </a:p>
          <a:p>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public</a:t>
            </a: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double</a:t>
            </a:r>
            <a:r>
              <a:rPr lang="en-US" sz="1400" noProof="1">
                <a:solidFill>
                  <a:srgbClr val="000000"/>
                </a:solidFill>
                <a:latin typeface="Consolas" panose="020B0609020204030204" pitchFamily="49" charset="0"/>
              </a:rPr>
              <a:t> Salary { </a:t>
            </a:r>
            <a:r>
              <a:rPr lang="en-US" sz="1400" noProof="1">
                <a:solidFill>
                  <a:srgbClr val="0000FF"/>
                </a:solidFill>
                <a:latin typeface="Consolas" panose="020B0609020204030204" pitchFamily="49" charset="0"/>
              </a:rPr>
              <a:t>get</a:t>
            </a:r>
            <a:r>
              <a:rPr lang="en-US" sz="1400" noProof="1">
                <a:solidFill>
                  <a:srgbClr val="000000"/>
                </a:solidFill>
                <a:latin typeface="Consolas" panose="020B0609020204030204" pitchFamily="49" charset="0"/>
              </a:rPr>
              <a:t>; }</a:t>
            </a:r>
          </a:p>
          <a:p>
            <a:r>
              <a:rPr lang="en-US" sz="1400" noProof="1">
                <a:solidFill>
                  <a:srgbClr val="000000"/>
                </a:solidFill>
                <a:latin typeface="Consolas" panose="020B0609020204030204" pitchFamily="49" charset="0"/>
              </a:rPr>
              <a:t>        </a:t>
            </a:r>
            <a:r>
              <a:rPr lang="en-US" sz="1400" noProof="1">
                <a:solidFill>
                  <a:srgbClr val="0000FF"/>
                </a:solidFill>
                <a:highlight>
                  <a:srgbClr val="FFFF00"/>
                </a:highlight>
                <a:latin typeface="Consolas" panose="020B0609020204030204" pitchFamily="49" charset="0"/>
              </a:rPr>
              <a:t>public</a:t>
            </a:r>
            <a:r>
              <a:rPr lang="en-US" sz="1400" noProof="1">
                <a:solidFill>
                  <a:srgbClr val="000000"/>
                </a:solidFill>
                <a:highlight>
                  <a:srgbClr val="FFFF00"/>
                </a:highlight>
                <a:latin typeface="Consolas" panose="020B0609020204030204" pitchFamily="49" charset="0"/>
              </a:rPr>
              <a:t> </a:t>
            </a:r>
            <a:r>
              <a:rPr lang="en-US" sz="1400" noProof="1">
                <a:solidFill>
                  <a:srgbClr val="0000FF"/>
                </a:solidFill>
                <a:highlight>
                  <a:srgbClr val="FFFF00"/>
                </a:highlight>
                <a:latin typeface="Consolas" panose="020B0609020204030204" pitchFamily="49" charset="0"/>
              </a:rPr>
              <a:t>int</a:t>
            </a:r>
            <a:r>
              <a:rPr lang="en-US" sz="1400" noProof="1">
                <a:solidFill>
                  <a:srgbClr val="000000"/>
                </a:solidFill>
                <a:highlight>
                  <a:srgbClr val="FFFF00"/>
                </a:highlight>
                <a:latin typeface="Consolas" panose="020B0609020204030204" pitchFamily="49" charset="0"/>
              </a:rPr>
              <a:t> BankAccount { </a:t>
            </a:r>
            <a:r>
              <a:rPr lang="en-US" sz="1400" noProof="1">
                <a:solidFill>
                  <a:srgbClr val="0000FF"/>
                </a:solidFill>
                <a:highlight>
                  <a:srgbClr val="FFFF00"/>
                </a:highlight>
                <a:latin typeface="Consolas" panose="020B0609020204030204" pitchFamily="49" charset="0"/>
              </a:rPr>
              <a:t>get</a:t>
            </a:r>
            <a:r>
              <a:rPr lang="en-US" sz="1400" noProof="1">
                <a:solidFill>
                  <a:srgbClr val="000000"/>
                </a:solidFill>
                <a:highlight>
                  <a:srgbClr val="FFFF00"/>
                </a:highlight>
                <a:latin typeface="Consolas" panose="020B0609020204030204" pitchFamily="49" charset="0"/>
              </a:rPr>
              <a:t>; </a:t>
            </a:r>
            <a:r>
              <a:rPr lang="en-US" sz="1400" noProof="1">
                <a:solidFill>
                  <a:srgbClr val="0000FF"/>
                </a:solidFill>
                <a:highlight>
                  <a:srgbClr val="FFFF00"/>
                </a:highlight>
                <a:latin typeface="Consolas" panose="020B0609020204030204" pitchFamily="49" charset="0"/>
              </a:rPr>
              <a:t>set</a:t>
            </a:r>
            <a:r>
              <a:rPr lang="en-US" sz="1400" noProof="1">
                <a:solidFill>
                  <a:srgbClr val="000000"/>
                </a:solidFill>
                <a:highlight>
                  <a:srgbClr val="FFFF00"/>
                </a:highlight>
                <a:latin typeface="Consolas" panose="020B0609020204030204" pitchFamily="49" charset="0"/>
              </a:rPr>
              <a:t>; }</a:t>
            </a:r>
          </a:p>
          <a:p>
            <a:endParaRPr lang="en-US" sz="1400" noProof="1">
              <a:solidFill>
                <a:srgbClr val="000000"/>
              </a:solidFill>
              <a:latin typeface="Consolas" panose="020B0609020204030204" pitchFamily="49" charset="0"/>
            </a:endParaRPr>
          </a:p>
          <a:p>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protected</a:t>
            </a:r>
            <a:r>
              <a:rPr lang="en-US" sz="1400" noProof="1">
                <a:solidFill>
                  <a:srgbClr val="000000"/>
                </a:solidFill>
                <a:latin typeface="Consolas" panose="020B0609020204030204" pitchFamily="49" charset="0"/>
              </a:rPr>
              <a:t> Employee(</a:t>
            </a:r>
            <a:r>
              <a:rPr lang="en-US" sz="1400" noProof="1">
                <a:solidFill>
                  <a:srgbClr val="0000FF"/>
                </a:solidFill>
                <a:latin typeface="Consolas" panose="020B0609020204030204" pitchFamily="49" charset="0"/>
              </a:rPr>
              <a:t>string</a:t>
            </a:r>
            <a:r>
              <a:rPr lang="en-US" sz="1400" noProof="1">
                <a:solidFill>
                  <a:srgbClr val="000000"/>
                </a:solidFill>
                <a:latin typeface="Consolas" panose="020B0609020204030204" pitchFamily="49" charset="0"/>
              </a:rPr>
              <a:t> name, </a:t>
            </a:r>
            <a:r>
              <a:rPr lang="en-US" sz="1400" noProof="1">
                <a:solidFill>
                  <a:srgbClr val="0000FF"/>
                </a:solidFill>
                <a:latin typeface="Consolas" panose="020B0609020204030204" pitchFamily="49" charset="0"/>
              </a:rPr>
              <a:t>double</a:t>
            </a:r>
            <a:r>
              <a:rPr lang="en-US" sz="1400" noProof="1">
                <a:solidFill>
                  <a:srgbClr val="000000"/>
                </a:solidFill>
                <a:latin typeface="Consolas" panose="020B0609020204030204" pitchFamily="49" charset="0"/>
              </a:rPr>
              <a:t> salary) {</a:t>
            </a:r>
          </a:p>
          <a:p>
            <a:r>
              <a:rPr lang="en-US" sz="1400" noProof="1">
                <a:solidFill>
                  <a:srgbClr val="000000"/>
                </a:solidFill>
                <a:latin typeface="Consolas" panose="020B0609020204030204" pitchFamily="49" charset="0"/>
              </a:rPr>
              <a:t>            Name = name;</a:t>
            </a:r>
          </a:p>
          <a:p>
            <a:r>
              <a:rPr lang="en-US" sz="1400" noProof="1">
                <a:solidFill>
                  <a:srgbClr val="000000"/>
                </a:solidFill>
                <a:latin typeface="Consolas" panose="020B0609020204030204" pitchFamily="49" charset="0"/>
              </a:rPr>
              <a:t>            Salary = salary;</a:t>
            </a:r>
          </a:p>
          <a:p>
            <a:r>
              <a:rPr lang="en-US" sz="1400" noProof="1">
                <a:solidFill>
                  <a:srgbClr val="000000"/>
                </a:solidFill>
                <a:latin typeface="Consolas" panose="020B0609020204030204" pitchFamily="49" charset="0"/>
              </a:rPr>
              <a:t>        }</a:t>
            </a:r>
          </a:p>
          <a:p>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public</a:t>
            </a: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abstract</a:t>
            </a: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void</a:t>
            </a:r>
            <a:r>
              <a:rPr lang="en-US" sz="1400" noProof="1">
                <a:solidFill>
                  <a:srgbClr val="000000"/>
                </a:solidFill>
                <a:latin typeface="Consolas" panose="020B0609020204030204" pitchFamily="49" charset="0"/>
              </a:rPr>
              <a:t> DoJob();</a:t>
            </a:r>
          </a:p>
          <a:p>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public</a:t>
            </a: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virtual</a:t>
            </a:r>
            <a:r>
              <a:rPr lang="en-US" sz="1400" noProof="1">
                <a:solidFill>
                  <a:srgbClr val="000000"/>
                </a:solidFill>
                <a:latin typeface="Consolas" panose="020B0609020204030204" pitchFamily="49" charset="0"/>
              </a:rPr>
              <a:t> </a:t>
            </a:r>
            <a:r>
              <a:rPr lang="en-US" sz="1400" noProof="1">
                <a:solidFill>
                  <a:srgbClr val="2B91AF"/>
                </a:solidFill>
                <a:latin typeface="Consolas" panose="020B0609020204030204" pitchFamily="49" charset="0"/>
              </a:rPr>
              <a:t>DayOfWeek</a:t>
            </a:r>
            <a:r>
              <a:rPr lang="en-US" sz="1400" noProof="1">
                <a:solidFill>
                  <a:srgbClr val="000000"/>
                </a:solidFill>
                <a:latin typeface="Consolas" panose="020B0609020204030204" pitchFamily="49" charset="0"/>
              </a:rPr>
              <a:t>[] GetWorkSchedule() {</a:t>
            </a:r>
          </a:p>
          <a:p>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return</a:t>
            </a: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new</a:t>
            </a:r>
            <a:r>
              <a:rPr lang="en-US" sz="1400" noProof="1">
                <a:solidFill>
                  <a:srgbClr val="000000"/>
                </a:solidFill>
                <a:latin typeface="Consolas" panose="020B0609020204030204" pitchFamily="49" charset="0"/>
              </a:rPr>
              <a:t> [] {</a:t>
            </a:r>
          </a:p>
          <a:p>
            <a:r>
              <a:rPr lang="en-US" sz="1400" noProof="1">
                <a:solidFill>
                  <a:srgbClr val="000000"/>
                </a:solidFill>
                <a:latin typeface="Consolas" panose="020B0609020204030204" pitchFamily="49" charset="0"/>
              </a:rPr>
              <a:t>                </a:t>
            </a:r>
            <a:r>
              <a:rPr lang="en-US" sz="1400" noProof="1">
                <a:solidFill>
                  <a:srgbClr val="2B91AF"/>
                </a:solidFill>
                <a:latin typeface="Consolas" panose="020B0609020204030204" pitchFamily="49" charset="0"/>
              </a:rPr>
              <a:t>DayOfWeek</a:t>
            </a:r>
            <a:r>
              <a:rPr lang="en-US" sz="1400" noProof="1">
                <a:solidFill>
                  <a:srgbClr val="000000"/>
                </a:solidFill>
                <a:latin typeface="Consolas" panose="020B0609020204030204" pitchFamily="49" charset="0"/>
              </a:rPr>
              <a:t>.Monday,</a:t>
            </a:r>
          </a:p>
          <a:p>
            <a:r>
              <a:rPr lang="en-US" sz="1400" noProof="1">
                <a:solidFill>
                  <a:srgbClr val="000000"/>
                </a:solidFill>
                <a:latin typeface="Consolas" panose="020B0609020204030204" pitchFamily="49" charset="0"/>
              </a:rPr>
              <a:t>                </a:t>
            </a:r>
            <a:r>
              <a:rPr lang="en-US" sz="1400" noProof="1">
                <a:solidFill>
                  <a:srgbClr val="2B91AF"/>
                </a:solidFill>
                <a:latin typeface="Consolas" panose="020B0609020204030204" pitchFamily="49" charset="0"/>
              </a:rPr>
              <a:t>DayOfWeek</a:t>
            </a:r>
            <a:r>
              <a:rPr lang="en-US" sz="1400" noProof="1">
                <a:solidFill>
                  <a:srgbClr val="000000"/>
                </a:solidFill>
                <a:latin typeface="Consolas" panose="020B0609020204030204" pitchFamily="49" charset="0"/>
              </a:rPr>
              <a:t>.Tuesday,</a:t>
            </a:r>
          </a:p>
          <a:p>
            <a:r>
              <a:rPr lang="en-US" sz="1400" noProof="1">
                <a:solidFill>
                  <a:srgbClr val="000000"/>
                </a:solidFill>
                <a:latin typeface="Consolas" panose="020B0609020204030204" pitchFamily="49" charset="0"/>
              </a:rPr>
              <a:t>                </a:t>
            </a:r>
            <a:r>
              <a:rPr lang="en-US" sz="1400" noProof="1">
                <a:solidFill>
                  <a:srgbClr val="2B91AF"/>
                </a:solidFill>
                <a:latin typeface="Consolas" panose="020B0609020204030204" pitchFamily="49" charset="0"/>
              </a:rPr>
              <a:t>DayOfWeek</a:t>
            </a:r>
            <a:r>
              <a:rPr lang="en-US" sz="1400" noProof="1">
                <a:solidFill>
                  <a:srgbClr val="000000"/>
                </a:solidFill>
                <a:latin typeface="Consolas" panose="020B0609020204030204" pitchFamily="49" charset="0"/>
              </a:rPr>
              <a:t>.Wednesday,</a:t>
            </a:r>
          </a:p>
          <a:p>
            <a:r>
              <a:rPr lang="en-US" sz="1400" noProof="1">
                <a:solidFill>
                  <a:srgbClr val="000000"/>
                </a:solidFill>
                <a:latin typeface="Consolas" panose="020B0609020204030204" pitchFamily="49" charset="0"/>
              </a:rPr>
              <a:t>                </a:t>
            </a:r>
            <a:r>
              <a:rPr lang="en-US" sz="1400" noProof="1">
                <a:solidFill>
                  <a:srgbClr val="2B91AF"/>
                </a:solidFill>
                <a:latin typeface="Consolas" panose="020B0609020204030204" pitchFamily="49" charset="0"/>
              </a:rPr>
              <a:t>DayOfWeek</a:t>
            </a:r>
            <a:r>
              <a:rPr lang="en-US" sz="1400" noProof="1">
                <a:solidFill>
                  <a:srgbClr val="000000"/>
                </a:solidFill>
                <a:latin typeface="Consolas" panose="020B0609020204030204" pitchFamily="49" charset="0"/>
              </a:rPr>
              <a:t>.Tuesday,</a:t>
            </a:r>
          </a:p>
          <a:p>
            <a:r>
              <a:rPr lang="en-US" sz="1400" noProof="1">
                <a:solidFill>
                  <a:srgbClr val="000000"/>
                </a:solidFill>
                <a:latin typeface="Consolas" panose="020B0609020204030204" pitchFamily="49" charset="0"/>
              </a:rPr>
              <a:t>                </a:t>
            </a:r>
            <a:r>
              <a:rPr lang="en-US" sz="1400" noProof="1">
                <a:solidFill>
                  <a:srgbClr val="2B91AF"/>
                </a:solidFill>
                <a:latin typeface="Consolas" panose="020B0609020204030204" pitchFamily="49" charset="0"/>
              </a:rPr>
              <a:t>DayOfWeek</a:t>
            </a:r>
            <a:r>
              <a:rPr lang="en-US" sz="1400" noProof="1">
                <a:solidFill>
                  <a:srgbClr val="000000"/>
                </a:solidFill>
                <a:latin typeface="Consolas" panose="020B0609020204030204" pitchFamily="49" charset="0"/>
              </a:rPr>
              <a:t>.Friday</a:t>
            </a:r>
          </a:p>
          <a:p>
            <a:r>
              <a:rPr lang="en-US" sz="1400" noProof="1">
                <a:solidFill>
                  <a:srgbClr val="000000"/>
                </a:solidFill>
                <a:latin typeface="Consolas" panose="020B0609020204030204" pitchFamily="49" charset="0"/>
              </a:rPr>
              <a:t>            };</a:t>
            </a:r>
          </a:p>
          <a:p>
            <a:r>
              <a:rPr lang="en-US" sz="1400" noProof="1">
                <a:solidFill>
                  <a:srgbClr val="000000"/>
                </a:solidFill>
                <a:latin typeface="Consolas" panose="020B0609020204030204" pitchFamily="49" charset="0"/>
              </a:rPr>
              <a:t>        }</a:t>
            </a:r>
          </a:p>
          <a:p>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public</a:t>
            </a: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override</a:t>
            </a:r>
            <a:r>
              <a:rPr lang="en-US" sz="1400" noProof="1">
                <a:solidFill>
                  <a:srgbClr val="000000"/>
                </a:solidFill>
                <a:latin typeface="Consolas" panose="020B0609020204030204" pitchFamily="49" charset="0"/>
              </a:rPr>
              <a:t> </a:t>
            </a:r>
            <a:r>
              <a:rPr lang="en-US" sz="1400" noProof="1">
                <a:solidFill>
                  <a:srgbClr val="0000FF"/>
                </a:solidFill>
                <a:latin typeface="Consolas" panose="020B0609020204030204" pitchFamily="49" charset="0"/>
              </a:rPr>
              <a:t>string</a:t>
            </a:r>
            <a:r>
              <a:rPr lang="en-US" sz="1400" noProof="1">
                <a:solidFill>
                  <a:srgbClr val="000000"/>
                </a:solidFill>
                <a:latin typeface="Consolas" panose="020B0609020204030204" pitchFamily="49" charset="0"/>
              </a:rPr>
              <a:t> ToString() =&gt; </a:t>
            </a:r>
            <a:r>
              <a:rPr lang="en-US" sz="1400" noProof="1">
                <a:solidFill>
                  <a:srgbClr val="A31515"/>
                </a:solidFill>
                <a:latin typeface="Consolas" panose="020B0609020204030204" pitchFamily="49" charset="0"/>
              </a:rPr>
              <a:t>$"Employee: </a:t>
            </a:r>
            <a:r>
              <a:rPr lang="en-US" sz="1400" noProof="1">
                <a:solidFill>
                  <a:srgbClr val="000000"/>
                </a:solidFill>
                <a:latin typeface="Consolas" panose="020B0609020204030204" pitchFamily="49" charset="0"/>
              </a:rPr>
              <a:t>{</a:t>
            </a:r>
            <a:r>
              <a:rPr lang="en-US" sz="1400" noProof="1">
                <a:solidFill>
                  <a:srgbClr val="0000FF"/>
                </a:solidFill>
                <a:latin typeface="Consolas" panose="020B0609020204030204" pitchFamily="49" charset="0"/>
              </a:rPr>
              <a:t>this</a:t>
            </a:r>
            <a:r>
              <a:rPr lang="en-US" sz="1400" noProof="1">
                <a:solidFill>
                  <a:srgbClr val="000000"/>
                </a:solidFill>
                <a:latin typeface="Consolas" panose="020B0609020204030204" pitchFamily="49" charset="0"/>
              </a:rPr>
              <a:t>.Name}</a:t>
            </a:r>
            <a:r>
              <a:rPr lang="en-US" sz="1400" noProof="1">
                <a:solidFill>
                  <a:srgbClr val="A31515"/>
                </a:solidFill>
                <a:latin typeface="Consolas" panose="020B0609020204030204" pitchFamily="49" charset="0"/>
              </a:rPr>
              <a:t>"</a:t>
            </a:r>
            <a:r>
              <a:rPr lang="en-US" sz="1400" noProof="1">
                <a:solidFill>
                  <a:srgbClr val="000000"/>
                </a:solidFill>
                <a:latin typeface="Consolas" panose="020B0609020204030204" pitchFamily="49" charset="0"/>
              </a:rPr>
              <a:t>;     </a:t>
            </a:r>
          </a:p>
          <a:p>
            <a:r>
              <a:rPr lang="en-US" sz="1400" noProof="1">
                <a:solidFill>
                  <a:srgbClr val="000000"/>
                </a:solidFill>
                <a:latin typeface="Consolas" panose="020B0609020204030204" pitchFamily="49" charset="0"/>
              </a:rPr>
              <a:t>    }</a:t>
            </a:r>
            <a:endParaRPr lang="en-US" sz="1200" noProof="1">
              <a:latin typeface="+mn-lt"/>
            </a:endParaRPr>
          </a:p>
        </p:txBody>
      </p:sp>
    </p:spTree>
    <p:extLst>
      <p:ext uri="{BB962C8B-B14F-4D97-AF65-F5344CB8AC3E}">
        <p14:creationId xmlns:p14="http://schemas.microsoft.com/office/powerpoint/2010/main" val="28560143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34</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UPCASTING</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TYPE CASTING</a:t>
            </a:r>
          </a:p>
        </p:txBody>
      </p:sp>
      <p:sp>
        <p:nvSpPr>
          <p:cNvPr id="8" name="Content Placeholder 7">
            <a:extLst>
              <a:ext uri="{FF2B5EF4-FFF2-40B4-BE49-F238E27FC236}">
                <a16:creationId xmlns:a16="http://schemas.microsoft.com/office/drawing/2014/main" id="{7684AB7A-770E-4C0E-A729-4E7C16BD2FE0}"/>
              </a:ext>
            </a:extLst>
          </p:cNvPr>
          <p:cNvSpPr>
            <a:spLocks noGrp="1"/>
          </p:cNvSpPr>
          <p:nvPr>
            <p:ph sz="quarter" idx="19"/>
          </p:nvPr>
        </p:nvSpPr>
        <p:spPr/>
        <p:txBody>
          <a:bodyPr/>
          <a:lstStyle/>
          <a:p>
            <a:pPr marL="0" indent="0">
              <a:spcBef>
                <a:spcPts val="0"/>
              </a:spcBef>
              <a:spcAft>
                <a:spcPts val="600"/>
              </a:spcAft>
              <a:buNone/>
            </a:pPr>
            <a:r>
              <a:rPr lang="en-US" sz="2000"/>
              <a:t>When you define a new interface, you are defining a new </a:t>
            </a:r>
            <a:r>
              <a:rPr lang="en-US" sz="2000">
                <a:solidFill>
                  <a:schemeClr val="accent2"/>
                </a:solidFill>
              </a:rPr>
              <a:t>reference data type</a:t>
            </a:r>
            <a:r>
              <a:rPr lang="en-US" sz="2000"/>
              <a:t>.</a:t>
            </a:r>
          </a:p>
          <a:p>
            <a:pPr marL="0" indent="0">
              <a:spcBef>
                <a:spcPts val="0"/>
              </a:spcBef>
              <a:spcAft>
                <a:spcPts val="600"/>
              </a:spcAft>
              <a:buNone/>
            </a:pPr>
            <a:r>
              <a:rPr lang="en-US" sz="2000" noProof="1"/>
              <a:t>Just as classes, an interface can be used as a data type for a reference variable.</a:t>
            </a:r>
          </a:p>
          <a:p>
            <a:pPr marL="0" indent="0">
              <a:buNone/>
            </a:pPr>
            <a:endParaRPr lang="en-US" sz="1400" noProof="1">
              <a:solidFill>
                <a:srgbClr val="2B91AF"/>
              </a:solidFill>
              <a:latin typeface="Consolas" panose="020B0609020204030204" pitchFamily="49" charset="0"/>
            </a:endParaRPr>
          </a:p>
          <a:p>
            <a:pPr marL="0" indent="0">
              <a:buNone/>
            </a:pPr>
            <a:endParaRPr lang="en-US" sz="1400" noProof="1">
              <a:solidFill>
                <a:srgbClr val="2B91AF"/>
              </a:solidFill>
              <a:latin typeface="Consolas" panose="020B0609020204030204" pitchFamily="49" charset="0"/>
            </a:endParaRPr>
          </a:p>
          <a:p>
            <a:pPr marL="0" indent="0">
              <a:buNone/>
            </a:pPr>
            <a:endParaRPr lang="en-US" sz="1400" noProof="1">
              <a:solidFill>
                <a:srgbClr val="2B91AF"/>
              </a:solidFill>
              <a:latin typeface="Consolas" panose="020B0609020204030204" pitchFamily="49" charset="0"/>
            </a:endParaRPr>
          </a:p>
          <a:p>
            <a:pPr marL="0" indent="0">
              <a:buNone/>
            </a:pPr>
            <a:endParaRPr lang="en-US" sz="1400" noProof="1">
              <a:solidFill>
                <a:srgbClr val="2B91AF"/>
              </a:solidFill>
              <a:latin typeface="Consolas" panose="020B0609020204030204" pitchFamily="49" charset="0"/>
            </a:endParaRPr>
          </a:p>
          <a:p>
            <a:pPr marL="0" indent="0">
              <a:spcBef>
                <a:spcPts val="0"/>
              </a:spcBef>
              <a:spcAft>
                <a:spcPts val="0"/>
              </a:spcAft>
              <a:buNone/>
            </a:pPr>
            <a:r>
              <a:rPr lang="en-US" sz="1200" noProof="1">
                <a:solidFill>
                  <a:srgbClr val="2B91AF"/>
                </a:solidFill>
                <a:latin typeface="Consolas" panose="020B0609020204030204" pitchFamily="49" charset="0"/>
              </a:rPr>
              <a:t>IEmployeeHiring</a:t>
            </a:r>
            <a:r>
              <a:rPr lang="en-US" sz="1200" noProof="1">
                <a:solidFill>
                  <a:srgbClr val="000000"/>
                </a:solidFill>
                <a:latin typeface="Consolas" panose="020B0609020204030204" pitchFamily="49" charset="0"/>
              </a:rPr>
              <a:t> employee1 = </a:t>
            </a:r>
            <a:r>
              <a:rPr lang="en-US" sz="1200" noProof="1">
                <a:solidFill>
                  <a:srgbClr val="0000FF"/>
                </a:solidFill>
                <a:latin typeface="Consolas" panose="020B0609020204030204" pitchFamily="49" charset="0"/>
              </a:rPr>
              <a:t>new</a:t>
            </a:r>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Barman</a:t>
            </a:r>
            <a:r>
              <a:rPr lang="en-US" sz="1200" noProof="1">
                <a:solidFill>
                  <a:srgbClr val="000000"/>
                </a:solidFill>
                <a:latin typeface="Consolas" panose="020B0609020204030204" pitchFamily="49" charset="0"/>
              </a:rPr>
              <a:t>(</a:t>
            </a:r>
            <a:r>
              <a:rPr lang="en-US" sz="1200" noProof="1">
                <a:solidFill>
                  <a:srgbClr val="A31515"/>
                </a:solidFill>
                <a:latin typeface="Consolas" panose="020B0609020204030204" pitchFamily="49" charset="0"/>
              </a:rPr>
              <a:t>"Alex"</a:t>
            </a:r>
            <a:r>
              <a:rPr lang="en-US" sz="1200" noProof="1">
                <a:solidFill>
                  <a:srgbClr val="000000"/>
                </a:solidFill>
                <a:latin typeface="Consolas" panose="020B0609020204030204" pitchFamily="49" charset="0"/>
              </a:rPr>
              <a:t>, 2000);</a:t>
            </a:r>
          </a:p>
          <a:p>
            <a:pPr marL="0" indent="0">
              <a:spcBef>
                <a:spcPts val="0"/>
              </a:spcBef>
              <a:spcAft>
                <a:spcPts val="0"/>
              </a:spcAft>
              <a:buNone/>
            </a:pPr>
            <a:r>
              <a:rPr lang="en-US" sz="1200" noProof="1">
                <a:solidFill>
                  <a:srgbClr val="2B91AF"/>
                </a:solidFill>
                <a:latin typeface="Consolas" panose="020B0609020204030204" pitchFamily="49" charset="0"/>
              </a:rPr>
              <a:t>IEmployeeSalary</a:t>
            </a:r>
            <a:r>
              <a:rPr lang="en-US" sz="1200" noProof="1">
                <a:solidFill>
                  <a:srgbClr val="000000"/>
                </a:solidFill>
                <a:latin typeface="Consolas" panose="020B0609020204030204" pitchFamily="49" charset="0"/>
              </a:rPr>
              <a:t> employee2 = </a:t>
            </a:r>
            <a:r>
              <a:rPr lang="en-US" sz="1200" noProof="1">
                <a:solidFill>
                  <a:srgbClr val="0000FF"/>
                </a:solidFill>
                <a:latin typeface="Consolas" panose="020B0609020204030204" pitchFamily="49" charset="0"/>
              </a:rPr>
              <a:t>new</a:t>
            </a:r>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Barman</a:t>
            </a:r>
            <a:r>
              <a:rPr lang="en-US" sz="1200" noProof="1">
                <a:solidFill>
                  <a:srgbClr val="000000"/>
                </a:solidFill>
                <a:latin typeface="Consolas" panose="020B0609020204030204" pitchFamily="49" charset="0"/>
              </a:rPr>
              <a:t>(</a:t>
            </a:r>
            <a:r>
              <a:rPr lang="en-US" sz="1200" noProof="1">
                <a:solidFill>
                  <a:srgbClr val="A31515"/>
                </a:solidFill>
                <a:latin typeface="Consolas" panose="020B0609020204030204" pitchFamily="49" charset="0"/>
              </a:rPr>
              <a:t>"Alex"</a:t>
            </a:r>
            <a:r>
              <a:rPr lang="en-US" sz="1200" noProof="1">
                <a:solidFill>
                  <a:srgbClr val="000000"/>
                </a:solidFill>
                <a:latin typeface="Consolas" panose="020B0609020204030204" pitchFamily="49" charset="0"/>
              </a:rPr>
              <a:t>, 2000); </a:t>
            </a:r>
          </a:p>
          <a:p>
            <a:pPr marL="0" indent="0">
              <a:spcBef>
                <a:spcPts val="0"/>
              </a:spcBef>
              <a:spcAft>
                <a:spcPts val="0"/>
              </a:spcAft>
              <a:buNone/>
            </a:pPr>
            <a:r>
              <a:rPr lang="en-US" sz="1200" noProof="1">
                <a:solidFill>
                  <a:srgbClr val="0000FF"/>
                </a:solidFill>
                <a:latin typeface="Consolas" panose="020B0609020204030204" pitchFamily="49" charset="0"/>
              </a:rPr>
              <a:t>object</a:t>
            </a:r>
            <a:r>
              <a:rPr lang="en-US" sz="1200" noProof="1">
                <a:solidFill>
                  <a:srgbClr val="000000"/>
                </a:solidFill>
                <a:latin typeface="Consolas" panose="020B0609020204030204" pitchFamily="49" charset="0"/>
              </a:rPr>
              <a:t> employee3 = </a:t>
            </a:r>
            <a:r>
              <a:rPr lang="en-US" sz="1200" noProof="1">
                <a:solidFill>
                  <a:srgbClr val="0000FF"/>
                </a:solidFill>
                <a:latin typeface="Consolas" panose="020B0609020204030204" pitchFamily="49" charset="0"/>
              </a:rPr>
              <a:t>new</a:t>
            </a:r>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Barman</a:t>
            </a:r>
            <a:r>
              <a:rPr lang="en-US" sz="1200" noProof="1">
                <a:solidFill>
                  <a:srgbClr val="000000"/>
                </a:solidFill>
                <a:latin typeface="Consolas" panose="020B0609020204030204" pitchFamily="49" charset="0"/>
              </a:rPr>
              <a:t>(</a:t>
            </a:r>
            <a:r>
              <a:rPr lang="en-US" sz="1200" noProof="1">
                <a:solidFill>
                  <a:srgbClr val="A31515"/>
                </a:solidFill>
                <a:latin typeface="Consolas" panose="020B0609020204030204" pitchFamily="49" charset="0"/>
              </a:rPr>
              <a:t>"Alex"</a:t>
            </a:r>
            <a:r>
              <a:rPr lang="en-US" sz="1200" noProof="1">
                <a:solidFill>
                  <a:srgbClr val="000000"/>
                </a:solidFill>
                <a:latin typeface="Consolas" panose="020B0609020204030204" pitchFamily="49" charset="0"/>
              </a:rPr>
              <a:t>, 2000);</a:t>
            </a:r>
          </a:p>
          <a:p>
            <a:pPr marL="0" indent="0">
              <a:spcBef>
                <a:spcPts val="0"/>
              </a:spcBef>
              <a:spcAft>
                <a:spcPts val="0"/>
              </a:spcAft>
              <a:buNone/>
            </a:pPr>
            <a:r>
              <a:rPr lang="en-US" sz="1200" noProof="1">
                <a:solidFill>
                  <a:srgbClr val="2B91AF"/>
                </a:solidFill>
                <a:latin typeface="Consolas" panose="020B0609020204030204" pitchFamily="49" charset="0"/>
              </a:rPr>
              <a:t>AbstractEmployee</a:t>
            </a:r>
            <a:r>
              <a:rPr lang="en-US" sz="1200" noProof="1">
                <a:solidFill>
                  <a:srgbClr val="000000"/>
                </a:solidFill>
                <a:latin typeface="Consolas" panose="020B0609020204030204" pitchFamily="49" charset="0"/>
              </a:rPr>
              <a:t> employee4 = </a:t>
            </a:r>
            <a:r>
              <a:rPr lang="en-US" sz="1200" noProof="1">
                <a:solidFill>
                  <a:srgbClr val="0000FF"/>
                </a:solidFill>
                <a:latin typeface="Consolas" panose="020B0609020204030204" pitchFamily="49" charset="0"/>
              </a:rPr>
              <a:t>new</a:t>
            </a:r>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Barman</a:t>
            </a:r>
            <a:r>
              <a:rPr lang="en-US" sz="1200" noProof="1">
                <a:solidFill>
                  <a:srgbClr val="000000"/>
                </a:solidFill>
                <a:latin typeface="Consolas" panose="020B0609020204030204" pitchFamily="49" charset="0"/>
              </a:rPr>
              <a:t>(</a:t>
            </a:r>
            <a:r>
              <a:rPr lang="en-US" sz="1200" noProof="1">
                <a:solidFill>
                  <a:srgbClr val="A31515"/>
                </a:solidFill>
                <a:latin typeface="Consolas" panose="020B0609020204030204" pitchFamily="49" charset="0"/>
              </a:rPr>
              <a:t>"Alex"</a:t>
            </a:r>
            <a:r>
              <a:rPr lang="en-US" sz="1200" noProof="1">
                <a:solidFill>
                  <a:srgbClr val="000000"/>
                </a:solidFill>
                <a:latin typeface="Consolas" panose="020B0609020204030204" pitchFamily="49" charset="0"/>
              </a:rPr>
              <a:t>, 2000);</a:t>
            </a:r>
          </a:p>
          <a:p>
            <a:pPr marL="0" indent="0">
              <a:spcBef>
                <a:spcPts val="0"/>
              </a:spcBef>
              <a:spcAft>
                <a:spcPts val="0"/>
              </a:spcAft>
              <a:buNone/>
            </a:pPr>
            <a:r>
              <a:rPr lang="en-US" sz="1200" noProof="1">
                <a:solidFill>
                  <a:srgbClr val="2B91AF"/>
                </a:solidFill>
                <a:latin typeface="Consolas" panose="020B0609020204030204" pitchFamily="49" charset="0"/>
              </a:rPr>
              <a:t>Barman</a:t>
            </a:r>
            <a:r>
              <a:rPr lang="en-US" sz="1200" noProof="1">
                <a:solidFill>
                  <a:srgbClr val="000000"/>
                </a:solidFill>
                <a:latin typeface="Consolas" panose="020B0609020204030204" pitchFamily="49" charset="0"/>
              </a:rPr>
              <a:t> employee5 = </a:t>
            </a:r>
            <a:r>
              <a:rPr lang="en-US" sz="1200" noProof="1">
                <a:solidFill>
                  <a:srgbClr val="0000FF"/>
                </a:solidFill>
                <a:latin typeface="Consolas" panose="020B0609020204030204" pitchFamily="49" charset="0"/>
              </a:rPr>
              <a:t>new</a:t>
            </a:r>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Barman</a:t>
            </a:r>
            <a:r>
              <a:rPr lang="en-US" sz="1200" noProof="1">
                <a:solidFill>
                  <a:srgbClr val="000000"/>
                </a:solidFill>
                <a:latin typeface="Consolas" panose="020B0609020204030204" pitchFamily="49" charset="0"/>
              </a:rPr>
              <a:t>(</a:t>
            </a:r>
            <a:r>
              <a:rPr lang="en-US" sz="1200" noProof="1">
                <a:solidFill>
                  <a:srgbClr val="A31515"/>
                </a:solidFill>
                <a:latin typeface="Consolas" panose="020B0609020204030204" pitchFamily="49" charset="0"/>
              </a:rPr>
              <a:t>"Alex"</a:t>
            </a:r>
            <a:r>
              <a:rPr lang="en-US" sz="1200" noProof="1">
                <a:solidFill>
                  <a:srgbClr val="000000"/>
                </a:solidFill>
                <a:latin typeface="Consolas" panose="020B0609020204030204" pitchFamily="49" charset="0"/>
              </a:rPr>
              <a:t>, 2000);</a:t>
            </a:r>
          </a:p>
          <a:p>
            <a:pPr marL="0" indent="0">
              <a:spcBef>
                <a:spcPts val="0"/>
              </a:spcBef>
              <a:spcAft>
                <a:spcPts val="0"/>
              </a:spcAft>
              <a:buNone/>
            </a:pPr>
            <a:endParaRPr lang="en-US" sz="1200" noProof="1">
              <a:solidFill>
                <a:srgbClr val="000000"/>
              </a:solidFill>
              <a:latin typeface="Consolas" panose="020B0609020204030204" pitchFamily="49" charset="0"/>
            </a:endParaRPr>
          </a:p>
          <a:p>
            <a:pPr marL="0" indent="0">
              <a:spcBef>
                <a:spcPts val="0"/>
              </a:spcBef>
              <a:spcAft>
                <a:spcPts val="0"/>
              </a:spcAft>
              <a:buNone/>
            </a:pPr>
            <a:r>
              <a:rPr lang="en-US" sz="1200" noProof="1">
                <a:solidFill>
                  <a:srgbClr val="2B91AF"/>
                </a:solidFill>
                <a:latin typeface="Consolas" panose="020B0609020204030204" pitchFamily="49" charset="0"/>
              </a:rPr>
              <a:t>Console</a:t>
            </a:r>
            <a:r>
              <a:rPr lang="en-US" sz="1200" noProof="1">
                <a:solidFill>
                  <a:srgbClr val="000000"/>
                </a:solidFill>
                <a:latin typeface="Consolas" panose="020B0609020204030204" pitchFamily="49" charset="0"/>
              </a:rPr>
              <a:t>.WriteLine(employee1.GetType());</a:t>
            </a:r>
          </a:p>
          <a:p>
            <a:pPr marL="0" indent="0">
              <a:spcBef>
                <a:spcPts val="0"/>
              </a:spcBef>
              <a:spcAft>
                <a:spcPts val="0"/>
              </a:spcAft>
              <a:buNone/>
            </a:pPr>
            <a:r>
              <a:rPr lang="en-US" sz="1200" noProof="1">
                <a:solidFill>
                  <a:srgbClr val="2B91AF"/>
                </a:solidFill>
                <a:latin typeface="Consolas" panose="020B0609020204030204" pitchFamily="49" charset="0"/>
              </a:rPr>
              <a:t>Console</a:t>
            </a:r>
            <a:r>
              <a:rPr lang="en-US" sz="1200" noProof="1">
                <a:solidFill>
                  <a:srgbClr val="000000"/>
                </a:solidFill>
                <a:latin typeface="Consolas" panose="020B0609020204030204" pitchFamily="49" charset="0"/>
              </a:rPr>
              <a:t>.WriteLine(employee2.GetType());</a:t>
            </a:r>
          </a:p>
          <a:p>
            <a:pPr marL="0" indent="0">
              <a:spcBef>
                <a:spcPts val="0"/>
              </a:spcBef>
              <a:spcAft>
                <a:spcPts val="0"/>
              </a:spcAft>
              <a:buNone/>
            </a:pPr>
            <a:r>
              <a:rPr lang="en-US" sz="1200" noProof="1">
                <a:solidFill>
                  <a:srgbClr val="2B91AF"/>
                </a:solidFill>
                <a:latin typeface="Consolas" panose="020B0609020204030204" pitchFamily="49" charset="0"/>
              </a:rPr>
              <a:t>Console</a:t>
            </a:r>
            <a:r>
              <a:rPr lang="en-US" sz="1200" noProof="1">
                <a:solidFill>
                  <a:srgbClr val="000000"/>
                </a:solidFill>
                <a:latin typeface="Consolas" panose="020B0609020204030204" pitchFamily="49" charset="0"/>
              </a:rPr>
              <a:t>.WriteLine(employee3.GetType());</a:t>
            </a:r>
          </a:p>
          <a:p>
            <a:pPr marL="0" indent="0">
              <a:spcBef>
                <a:spcPts val="0"/>
              </a:spcBef>
              <a:spcAft>
                <a:spcPts val="0"/>
              </a:spcAft>
              <a:buNone/>
            </a:pPr>
            <a:r>
              <a:rPr lang="en-US" sz="1200" noProof="1">
                <a:solidFill>
                  <a:srgbClr val="2B91AF"/>
                </a:solidFill>
                <a:latin typeface="Consolas" panose="020B0609020204030204" pitchFamily="49" charset="0"/>
              </a:rPr>
              <a:t>Console</a:t>
            </a:r>
            <a:r>
              <a:rPr lang="en-US" sz="1200" noProof="1">
                <a:solidFill>
                  <a:srgbClr val="000000"/>
                </a:solidFill>
                <a:latin typeface="Consolas" panose="020B0609020204030204" pitchFamily="49" charset="0"/>
              </a:rPr>
              <a:t>.WriteLine(employee4.GetType());</a:t>
            </a:r>
          </a:p>
          <a:p>
            <a:pPr marL="0" indent="0">
              <a:spcBef>
                <a:spcPts val="0"/>
              </a:spcBef>
              <a:spcAft>
                <a:spcPts val="0"/>
              </a:spcAft>
              <a:buNone/>
            </a:pPr>
            <a:r>
              <a:rPr lang="en-US" sz="1200" noProof="1">
                <a:solidFill>
                  <a:srgbClr val="2B91AF"/>
                </a:solidFill>
                <a:latin typeface="Consolas" panose="020B0609020204030204" pitchFamily="49" charset="0"/>
              </a:rPr>
              <a:t>Console</a:t>
            </a:r>
            <a:r>
              <a:rPr lang="en-US" sz="1200" noProof="1">
                <a:solidFill>
                  <a:srgbClr val="000000"/>
                </a:solidFill>
                <a:latin typeface="Consolas" panose="020B0609020204030204" pitchFamily="49" charset="0"/>
              </a:rPr>
              <a:t>.WriteLine(employee5.GetType());</a:t>
            </a:r>
            <a:endParaRPr lang="en-US" sz="1200" noProof="1"/>
          </a:p>
        </p:txBody>
      </p:sp>
      <p:sp>
        <p:nvSpPr>
          <p:cNvPr id="15" name="Arrow: Right 14">
            <a:extLst>
              <a:ext uri="{FF2B5EF4-FFF2-40B4-BE49-F238E27FC236}">
                <a16:creationId xmlns:a16="http://schemas.microsoft.com/office/drawing/2014/main" id="{BE2CF6E7-8F89-4CB1-A6EE-1A70A16F55CF}"/>
              </a:ext>
            </a:extLst>
          </p:cNvPr>
          <p:cNvSpPr/>
          <p:nvPr/>
        </p:nvSpPr>
        <p:spPr>
          <a:xfrm>
            <a:off x="4043081" y="5324211"/>
            <a:ext cx="2481281" cy="378353"/>
          </a:xfrm>
          <a:prstGeom prst="rightArrow">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pic>
        <p:nvPicPr>
          <p:cNvPr id="16" name="Picture 15">
            <a:extLst>
              <a:ext uri="{FF2B5EF4-FFF2-40B4-BE49-F238E27FC236}">
                <a16:creationId xmlns:a16="http://schemas.microsoft.com/office/drawing/2014/main" id="{DD3166CE-8066-4695-945F-C787482CC7CC}"/>
              </a:ext>
            </a:extLst>
          </p:cNvPr>
          <p:cNvPicPr>
            <a:picLocks noChangeAspect="1"/>
          </p:cNvPicPr>
          <p:nvPr/>
        </p:nvPicPr>
        <p:blipFill rotWithShape="1">
          <a:blip r:embed="rId3"/>
          <a:srcRect r="21128"/>
          <a:stretch/>
        </p:blipFill>
        <p:spPr>
          <a:xfrm>
            <a:off x="6682174" y="4837113"/>
            <a:ext cx="4334716" cy="1352550"/>
          </a:xfrm>
          <a:prstGeom prst="rect">
            <a:avLst/>
          </a:prstGeom>
        </p:spPr>
      </p:pic>
      <p:sp>
        <p:nvSpPr>
          <p:cNvPr id="23" name="TextBox 22">
            <a:extLst>
              <a:ext uri="{FF2B5EF4-FFF2-40B4-BE49-F238E27FC236}">
                <a16:creationId xmlns:a16="http://schemas.microsoft.com/office/drawing/2014/main" id="{EEED2BDB-2869-4DC0-9936-665EF2627586}"/>
              </a:ext>
            </a:extLst>
          </p:cNvPr>
          <p:cNvSpPr txBox="1"/>
          <p:nvPr/>
        </p:nvSpPr>
        <p:spPr>
          <a:xfrm>
            <a:off x="5736535" y="4060380"/>
            <a:ext cx="4919013" cy="815551"/>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600">
                <a:solidFill>
                  <a:schemeClr val="accent2"/>
                </a:solidFill>
                <a:latin typeface="+mn-lt"/>
              </a:rPr>
              <a:t>implicit upcasting </a:t>
            </a:r>
            <a:r>
              <a:rPr lang="en-US" sz="1600">
                <a:latin typeface="+mn-lt"/>
              </a:rPr>
              <a:t>is fully safe, since </a:t>
            </a:r>
          </a:p>
          <a:p>
            <a:pPr marL="0" indent="0" defTabSz="179388">
              <a:buClr>
                <a:srgbClr val="00DEE6"/>
              </a:buClr>
              <a:buFont typeface="Arial" panose="020B0604020202020204" pitchFamily="34" charset="0"/>
              <a:buNone/>
            </a:pPr>
            <a:r>
              <a:rPr lang="en-US" sz="1600">
                <a:latin typeface="+mn-lt"/>
              </a:rPr>
              <a:t>we are casting our object "upwards" to its parent type</a:t>
            </a:r>
          </a:p>
        </p:txBody>
      </p:sp>
      <p:sp>
        <p:nvSpPr>
          <p:cNvPr id="5" name="Right Brace 4">
            <a:extLst>
              <a:ext uri="{FF2B5EF4-FFF2-40B4-BE49-F238E27FC236}">
                <a16:creationId xmlns:a16="http://schemas.microsoft.com/office/drawing/2014/main" id="{439F94AF-BB51-4A35-9CA9-C83A1DA58A48}"/>
              </a:ext>
            </a:extLst>
          </p:cNvPr>
          <p:cNvSpPr/>
          <p:nvPr/>
        </p:nvSpPr>
        <p:spPr>
          <a:xfrm>
            <a:off x="5375193" y="3953932"/>
            <a:ext cx="262467" cy="815551"/>
          </a:xfrm>
          <a:prstGeom prst="rightBrace">
            <a:avLst/>
          </a:prstGeom>
          <a:no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366A3B91-A90C-4C7B-B31A-1DBE989E18C9}"/>
              </a:ext>
            </a:extLst>
          </p:cNvPr>
          <p:cNvCxnSpPr>
            <a:cxnSpLocks/>
          </p:cNvCxnSpPr>
          <p:nvPr/>
        </p:nvCxnSpPr>
        <p:spPr>
          <a:xfrm>
            <a:off x="1469877" y="3230310"/>
            <a:ext cx="153824" cy="723623"/>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7" name="Straight Arrow Connector 16">
            <a:extLst>
              <a:ext uri="{FF2B5EF4-FFF2-40B4-BE49-F238E27FC236}">
                <a16:creationId xmlns:a16="http://schemas.microsoft.com/office/drawing/2014/main" id="{6F765A93-1FA9-4B94-BA5B-F133902D5E86}"/>
              </a:ext>
            </a:extLst>
          </p:cNvPr>
          <p:cNvCxnSpPr>
            <a:cxnSpLocks/>
          </p:cNvCxnSpPr>
          <p:nvPr/>
        </p:nvCxnSpPr>
        <p:spPr>
          <a:xfrm flipH="1">
            <a:off x="2549764" y="3230309"/>
            <a:ext cx="313077" cy="723623"/>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12" name="TextBox 11">
            <a:extLst>
              <a:ext uri="{FF2B5EF4-FFF2-40B4-BE49-F238E27FC236}">
                <a16:creationId xmlns:a16="http://schemas.microsoft.com/office/drawing/2014/main" id="{8B5307CA-247D-409D-BF24-B0E2E181FACC}"/>
              </a:ext>
            </a:extLst>
          </p:cNvPr>
          <p:cNvSpPr txBox="1"/>
          <p:nvPr/>
        </p:nvSpPr>
        <p:spPr>
          <a:xfrm>
            <a:off x="1068225" y="2934676"/>
            <a:ext cx="1230593" cy="402384"/>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Data type</a:t>
            </a:r>
          </a:p>
        </p:txBody>
      </p:sp>
      <p:sp>
        <p:nvSpPr>
          <p:cNvPr id="18" name="TextBox 17">
            <a:extLst>
              <a:ext uri="{FF2B5EF4-FFF2-40B4-BE49-F238E27FC236}">
                <a16:creationId xmlns:a16="http://schemas.microsoft.com/office/drawing/2014/main" id="{00E55F0C-F3C0-4DF8-8DA9-4AD447A28497}"/>
              </a:ext>
            </a:extLst>
          </p:cNvPr>
          <p:cNvSpPr txBox="1"/>
          <p:nvPr/>
        </p:nvSpPr>
        <p:spPr>
          <a:xfrm>
            <a:off x="2549764" y="2747764"/>
            <a:ext cx="1412368" cy="402384"/>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a:latin typeface="+mn-lt"/>
              </a:rPr>
              <a:t>Reference type variable</a:t>
            </a:r>
          </a:p>
        </p:txBody>
      </p:sp>
    </p:spTree>
    <p:extLst>
      <p:ext uri="{BB962C8B-B14F-4D97-AF65-F5344CB8AC3E}">
        <p14:creationId xmlns:p14="http://schemas.microsoft.com/office/powerpoint/2010/main" val="30913026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35</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DOWNCASTING</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US" b="0" i="0">
                <a:solidFill>
                  <a:srgbClr val="212121"/>
                </a:solidFill>
                <a:effectLst/>
              </a:rPr>
              <a:t>TYPE CASTING</a:t>
            </a:r>
          </a:p>
        </p:txBody>
      </p:sp>
      <p:sp>
        <p:nvSpPr>
          <p:cNvPr id="8" name="Content Placeholder 7">
            <a:extLst>
              <a:ext uri="{FF2B5EF4-FFF2-40B4-BE49-F238E27FC236}">
                <a16:creationId xmlns:a16="http://schemas.microsoft.com/office/drawing/2014/main" id="{7684AB7A-770E-4C0E-A729-4E7C16BD2FE0}"/>
              </a:ext>
            </a:extLst>
          </p:cNvPr>
          <p:cNvSpPr>
            <a:spLocks noGrp="1"/>
          </p:cNvSpPr>
          <p:nvPr>
            <p:ph sz="quarter" idx="19"/>
          </p:nvPr>
        </p:nvSpPr>
        <p:spPr>
          <a:xfrm>
            <a:off x="672000" y="1620838"/>
            <a:ext cx="11326959" cy="4568825"/>
          </a:xfrm>
        </p:spPr>
        <p:txBody>
          <a:bodyPr vert="horz" lIns="0" tIns="0" rIns="0" bIns="0" rtlCol="0" anchor="t">
            <a:noAutofit/>
          </a:bodyPr>
          <a:lstStyle/>
          <a:p>
            <a:pPr marL="0" indent="0">
              <a:spcBef>
                <a:spcPts val="0"/>
              </a:spcBef>
              <a:spcAft>
                <a:spcPts val="600"/>
              </a:spcAft>
              <a:buNone/>
            </a:pPr>
            <a:r>
              <a:rPr lang="en-US" sz="2000">
                <a:solidFill>
                  <a:schemeClr val="accent2"/>
                </a:solidFill>
                <a:latin typeface="+mn-lt"/>
              </a:rPr>
              <a:t>Abstraction</a:t>
            </a:r>
            <a:r>
              <a:rPr lang="en-US" sz="2000">
                <a:latin typeface="+mn-lt"/>
              </a:rPr>
              <a:t> allows making relevant information visible and </a:t>
            </a:r>
            <a:r>
              <a:rPr lang="en-US" sz="2000" b="1">
                <a:latin typeface="+mn-lt"/>
              </a:rPr>
              <a:t>encapsulation</a:t>
            </a:r>
            <a:r>
              <a:rPr lang="en-US" sz="2000">
                <a:latin typeface="+mn-lt"/>
              </a:rPr>
              <a:t> enables a programmer to implement the desired level of abstraction. </a:t>
            </a:r>
          </a:p>
          <a:p>
            <a:pPr marL="0" indent="0">
              <a:spcBef>
                <a:spcPts val="0"/>
              </a:spcBef>
              <a:spcAft>
                <a:spcPts val="600"/>
              </a:spcAft>
              <a:buNone/>
            </a:pPr>
            <a:r>
              <a:rPr lang="en-US" sz="2000" i="0">
                <a:solidFill>
                  <a:schemeClr val="accent2"/>
                </a:solidFill>
                <a:effectLst/>
                <a:latin typeface="+mn-lt"/>
              </a:rPr>
              <a:t>Downcasting</a:t>
            </a:r>
            <a:r>
              <a:rPr lang="en-US" sz="2000" b="0" i="0">
                <a:solidFill>
                  <a:srgbClr val="222222"/>
                </a:solidFill>
                <a:effectLst/>
                <a:latin typeface="+mn-lt"/>
              </a:rPr>
              <a:t> merely refers to the process of casting an object of a base class type to a derived class type.</a:t>
            </a:r>
          </a:p>
          <a:p>
            <a:pPr marL="0" indent="0">
              <a:buNone/>
            </a:pPr>
            <a:endParaRPr lang="en-US"/>
          </a:p>
          <a:p>
            <a:pPr marL="0" indent="0">
              <a:buNone/>
            </a:pPr>
            <a:endParaRPr lang="en-US"/>
          </a:p>
          <a:p>
            <a:pPr marL="0" indent="0">
              <a:buNone/>
            </a:pPr>
            <a:endParaRPr lang="en-US"/>
          </a:p>
          <a:p>
            <a:pPr marL="0" indent="0">
              <a:buNone/>
            </a:pPr>
            <a:endParaRPr lang="en-US"/>
          </a:p>
          <a:p>
            <a:pPr marL="0" indent="0">
              <a:buNone/>
            </a:pPr>
            <a:r>
              <a:rPr lang="en-US" sz="2000">
                <a:latin typeface="+mn-lt"/>
                <a:cs typeface="Calibri"/>
              </a:rPr>
              <a:t>In this example, on each </a:t>
            </a:r>
            <a:r>
              <a:rPr lang="en-US" sz="2000">
                <a:solidFill>
                  <a:schemeClr val="accent2"/>
                </a:solidFill>
                <a:latin typeface="+mn-lt"/>
                <a:cs typeface="Calibri"/>
              </a:rPr>
              <a:t>downcasting </a:t>
            </a:r>
            <a:r>
              <a:rPr lang="en-US" sz="2000">
                <a:latin typeface="+mn-lt"/>
                <a:cs typeface="Calibri"/>
              </a:rPr>
              <a:t>step we achieve different level of class method/properties visibility, it increases on each step, unless </a:t>
            </a:r>
            <a:r>
              <a:rPr lang="en-US" sz="2000">
                <a:solidFill>
                  <a:srgbClr val="222222"/>
                </a:solidFill>
                <a:latin typeface="+mn-lt"/>
                <a:cs typeface="Calibri"/>
              </a:rPr>
              <a:t>u</a:t>
            </a:r>
            <a:r>
              <a:rPr lang="en-US" sz="2000" b="0" i="0">
                <a:solidFill>
                  <a:srgbClr val="222222"/>
                </a:solidFill>
                <a:effectLst/>
                <a:latin typeface="+mn-lt"/>
                <a:cs typeface="Calibri"/>
              </a:rPr>
              <a:t>pcasting</a:t>
            </a:r>
            <a:r>
              <a:rPr lang="da-DK" sz="2000">
                <a:solidFill>
                  <a:srgbClr val="222222"/>
                </a:solidFill>
                <a:latin typeface="+mn-lt"/>
                <a:cs typeface="Calibri"/>
              </a:rPr>
              <a:t>,</a:t>
            </a:r>
            <a:r>
              <a:rPr lang="en-US" sz="2000" b="0" i="0">
                <a:solidFill>
                  <a:srgbClr val="222222"/>
                </a:solidFill>
                <a:effectLst/>
                <a:latin typeface="+mn-lt"/>
                <a:cs typeface="Calibri"/>
              </a:rPr>
              <a:t> where </a:t>
            </a:r>
            <a:r>
              <a:rPr lang="en-US" sz="2000">
                <a:latin typeface="+mn-lt"/>
                <a:cs typeface="Calibri"/>
              </a:rPr>
              <a:t>visibility decreases on each </a:t>
            </a:r>
            <a:r>
              <a:rPr lang="en-US" sz="2000">
                <a:solidFill>
                  <a:schemeClr val="accent2"/>
                </a:solidFill>
                <a:latin typeface="+mn-lt"/>
                <a:cs typeface="Calibri"/>
              </a:rPr>
              <a:t>upcasting</a:t>
            </a:r>
            <a:r>
              <a:rPr lang="en-US" sz="2000">
                <a:latin typeface="+mn-lt"/>
                <a:cs typeface="Calibri"/>
              </a:rPr>
              <a:t>.</a:t>
            </a:r>
          </a:p>
        </p:txBody>
      </p:sp>
      <p:pic>
        <p:nvPicPr>
          <p:cNvPr id="19" name="Picture 18">
            <a:extLst>
              <a:ext uri="{FF2B5EF4-FFF2-40B4-BE49-F238E27FC236}">
                <a16:creationId xmlns:a16="http://schemas.microsoft.com/office/drawing/2014/main" id="{44C9BC2B-4E97-4606-8398-C5DB4C7A53B9}"/>
              </a:ext>
            </a:extLst>
          </p:cNvPr>
          <p:cNvPicPr>
            <a:picLocks noChangeAspect="1"/>
          </p:cNvPicPr>
          <p:nvPr/>
        </p:nvPicPr>
        <p:blipFill>
          <a:blip r:embed="rId3"/>
          <a:stretch>
            <a:fillRect/>
          </a:stretch>
        </p:blipFill>
        <p:spPr>
          <a:xfrm>
            <a:off x="672001" y="3030069"/>
            <a:ext cx="3083472" cy="1619530"/>
          </a:xfrm>
          <a:prstGeom prst="rect">
            <a:avLst/>
          </a:prstGeom>
        </p:spPr>
      </p:pic>
      <p:pic>
        <p:nvPicPr>
          <p:cNvPr id="20" name="Picture 19">
            <a:extLst>
              <a:ext uri="{FF2B5EF4-FFF2-40B4-BE49-F238E27FC236}">
                <a16:creationId xmlns:a16="http://schemas.microsoft.com/office/drawing/2014/main" id="{EC6828B2-179F-4113-BF9C-83B2418AF0B3}"/>
              </a:ext>
            </a:extLst>
          </p:cNvPr>
          <p:cNvPicPr>
            <a:picLocks noChangeAspect="1"/>
          </p:cNvPicPr>
          <p:nvPr/>
        </p:nvPicPr>
        <p:blipFill>
          <a:blip r:embed="rId4"/>
          <a:stretch>
            <a:fillRect/>
          </a:stretch>
        </p:blipFill>
        <p:spPr>
          <a:xfrm>
            <a:off x="4230034" y="2928185"/>
            <a:ext cx="3083472" cy="1677572"/>
          </a:xfrm>
          <a:prstGeom prst="rect">
            <a:avLst/>
          </a:prstGeom>
        </p:spPr>
      </p:pic>
      <p:pic>
        <p:nvPicPr>
          <p:cNvPr id="27" name="Picture 26">
            <a:extLst>
              <a:ext uri="{FF2B5EF4-FFF2-40B4-BE49-F238E27FC236}">
                <a16:creationId xmlns:a16="http://schemas.microsoft.com/office/drawing/2014/main" id="{B16D0754-88B8-41F3-B346-18EF046431EC}"/>
              </a:ext>
            </a:extLst>
          </p:cNvPr>
          <p:cNvPicPr>
            <a:picLocks noChangeAspect="1"/>
          </p:cNvPicPr>
          <p:nvPr/>
        </p:nvPicPr>
        <p:blipFill>
          <a:blip r:embed="rId5"/>
          <a:stretch>
            <a:fillRect/>
          </a:stretch>
        </p:blipFill>
        <p:spPr>
          <a:xfrm>
            <a:off x="8483405" y="2918676"/>
            <a:ext cx="2959194" cy="1687081"/>
          </a:xfrm>
          <a:prstGeom prst="rect">
            <a:avLst/>
          </a:prstGeom>
        </p:spPr>
      </p:pic>
      <p:sp>
        <p:nvSpPr>
          <p:cNvPr id="26" name="TextBox 25">
            <a:extLst>
              <a:ext uri="{FF2B5EF4-FFF2-40B4-BE49-F238E27FC236}">
                <a16:creationId xmlns:a16="http://schemas.microsoft.com/office/drawing/2014/main" id="{CF87A733-2580-4CB0-9909-452459D98ABE}"/>
              </a:ext>
            </a:extLst>
          </p:cNvPr>
          <p:cNvSpPr txBox="1"/>
          <p:nvPr/>
        </p:nvSpPr>
        <p:spPr>
          <a:xfrm>
            <a:off x="7606264" y="3413114"/>
            <a:ext cx="1527576" cy="281520"/>
          </a:xfrm>
          <a:prstGeom prst="rect">
            <a:avLst/>
          </a:prstGeom>
          <a:noFill/>
        </p:spPr>
        <p:txBody>
          <a:bodyPr wrap="none" lIns="0" tIns="0" rIns="0" bIns="0" rtlCol="0">
            <a:noAutofit/>
          </a:bodyPr>
          <a:lstStyle/>
          <a:p>
            <a:pPr marL="0" indent="0" algn="ctr" defTabSz="179388">
              <a:buClr>
                <a:srgbClr val="00DEE6"/>
              </a:buClr>
              <a:buFont typeface="Arial" panose="020B0604020202020204" pitchFamily="34" charset="0"/>
              <a:buNone/>
            </a:pPr>
            <a:r>
              <a:rPr lang="en-US" sz="1200" b="1">
                <a:solidFill>
                  <a:schemeClr val="accent2"/>
                </a:solidFill>
                <a:latin typeface="+mn-lt"/>
              </a:rPr>
              <a:t>explicit downcast</a:t>
            </a:r>
          </a:p>
        </p:txBody>
      </p:sp>
      <p:sp>
        <p:nvSpPr>
          <p:cNvPr id="22" name="Arrow: Right 21">
            <a:extLst>
              <a:ext uri="{FF2B5EF4-FFF2-40B4-BE49-F238E27FC236}">
                <a16:creationId xmlns:a16="http://schemas.microsoft.com/office/drawing/2014/main" id="{453B24AD-DD99-4129-A120-0869831CD98F}"/>
              </a:ext>
            </a:extLst>
          </p:cNvPr>
          <p:cNvSpPr/>
          <p:nvPr/>
        </p:nvSpPr>
        <p:spPr>
          <a:xfrm>
            <a:off x="7700375" y="3635774"/>
            <a:ext cx="1237868" cy="466165"/>
          </a:xfrm>
          <a:prstGeom prst="rightArrow">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9" name="Arrow: Right 8">
            <a:extLst>
              <a:ext uri="{FF2B5EF4-FFF2-40B4-BE49-F238E27FC236}">
                <a16:creationId xmlns:a16="http://schemas.microsoft.com/office/drawing/2014/main" id="{6B225991-F6E5-4F96-9559-567751F36C30}"/>
              </a:ext>
            </a:extLst>
          </p:cNvPr>
          <p:cNvSpPr/>
          <p:nvPr/>
        </p:nvSpPr>
        <p:spPr>
          <a:xfrm>
            <a:off x="3257787" y="3635774"/>
            <a:ext cx="1237868" cy="466165"/>
          </a:xfrm>
          <a:prstGeom prst="rightArrow">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21" name="TextBox 20">
            <a:extLst>
              <a:ext uri="{FF2B5EF4-FFF2-40B4-BE49-F238E27FC236}">
                <a16:creationId xmlns:a16="http://schemas.microsoft.com/office/drawing/2014/main" id="{CC0C79BE-CF15-47EF-8F0B-A28587669AB4}"/>
              </a:ext>
            </a:extLst>
          </p:cNvPr>
          <p:cNvSpPr txBox="1"/>
          <p:nvPr/>
        </p:nvSpPr>
        <p:spPr>
          <a:xfrm>
            <a:off x="3257787" y="3425734"/>
            <a:ext cx="1210731" cy="28152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sz="1200" b="1">
                <a:solidFill>
                  <a:schemeClr val="accent2"/>
                </a:solidFill>
                <a:latin typeface="+mn-lt"/>
              </a:rPr>
              <a:t>explicit downcast</a:t>
            </a:r>
          </a:p>
        </p:txBody>
      </p:sp>
    </p:spTree>
    <p:extLst>
      <p:ext uri="{BB962C8B-B14F-4D97-AF65-F5344CB8AC3E}">
        <p14:creationId xmlns:p14="http://schemas.microsoft.com/office/powerpoint/2010/main" val="42032497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9266FE6-A6E4-42BB-B3DC-DCB7EA7B54AC}"/>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36</a:t>
            </a:fld>
            <a:endParaRPr lang="da-DK"/>
          </a:p>
        </p:txBody>
      </p:sp>
      <p:sp>
        <p:nvSpPr>
          <p:cNvPr id="4" name="Text Placeholder 3">
            <a:extLst>
              <a:ext uri="{FF2B5EF4-FFF2-40B4-BE49-F238E27FC236}">
                <a16:creationId xmlns:a16="http://schemas.microsoft.com/office/drawing/2014/main" id="{71134BAA-E410-4170-8CE7-80C012AF4442}"/>
              </a:ext>
            </a:extLst>
          </p:cNvPr>
          <p:cNvSpPr>
            <a:spLocks noGrp="1"/>
          </p:cNvSpPr>
          <p:nvPr>
            <p:ph type="body" sz="quarter" idx="17"/>
          </p:nvPr>
        </p:nvSpPr>
        <p:spPr>
          <a:xfrm>
            <a:off x="670985" y="1056000"/>
            <a:ext cx="10850033" cy="402384"/>
          </a:xfrm>
        </p:spPr>
        <p:txBody>
          <a:bodyPr anchor="t">
            <a:normAutofit/>
          </a:bodyPr>
          <a:lstStyle/>
          <a:p>
            <a:r>
              <a:rPr lang="en-US"/>
              <a:t>CASTING</a:t>
            </a:r>
          </a:p>
        </p:txBody>
      </p:sp>
      <p:sp>
        <p:nvSpPr>
          <p:cNvPr id="2" name="Title 1">
            <a:extLst>
              <a:ext uri="{FF2B5EF4-FFF2-40B4-BE49-F238E27FC236}">
                <a16:creationId xmlns:a16="http://schemas.microsoft.com/office/drawing/2014/main" id="{D071A115-70AF-49FD-A064-DF17453FC54E}"/>
              </a:ext>
            </a:extLst>
          </p:cNvPr>
          <p:cNvSpPr>
            <a:spLocks noGrp="1"/>
          </p:cNvSpPr>
          <p:nvPr>
            <p:ph type="title"/>
          </p:nvPr>
        </p:nvSpPr>
        <p:spPr>
          <a:xfrm>
            <a:off x="649139" y="5393"/>
            <a:ext cx="10878759" cy="1052738"/>
          </a:xfrm>
        </p:spPr>
        <p:txBody>
          <a:bodyPr wrap="square" anchor="b">
            <a:normAutofit/>
          </a:bodyPr>
          <a:lstStyle/>
          <a:p>
            <a:r>
              <a:rPr lang="en-GB"/>
              <a:t>PRACTIcE 3</a:t>
            </a:r>
            <a:endParaRPr lang="en-US"/>
          </a:p>
        </p:txBody>
      </p:sp>
      <p:sp>
        <p:nvSpPr>
          <p:cNvPr id="5" name="Content Placeholder 4">
            <a:extLst>
              <a:ext uri="{FF2B5EF4-FFF2-40B4-BE49-F238E27FC236}">
                <a16:creationId xmlns:a16="http://schemas.microsoft.com/office/drawing/2014/main" id="{F27E284C-A3D5-465E-B3A3-B9539D3FCA46}"/>
              </a:ext>
            </a:extLst>
          </p:cNvPr>
          <p:cNvSpPr>
            <a:spLocks noGrp="1"/>
          </p:cNvSpPr>
          <p:nvPr>
            <p:ph sz="quarter" idx="19"/>
          </p:nvPr>
        </p:nvSpPr>
        <p:spPr>
          <a:xfrm>
            <a:off x="672001" y="1620838"/>
            <a:ext cx="10856912" cy="4568825"/>
          </a:xfrm>
        </p:spPr>
        <p:txBody>
          <a:bodyPr vert="horz" lIns="0" tIns="0" rIns="0" bIns="0" rtlCol="0" anchor="t">
            <a:normAutofit/>
          </a:bodyPr>
          <a:lstStyle/>
          <a:p>
            <a:pPr marL="457200" indent="-457200">
              <a:spcBef>
                <a:spcPts val="0"/>
              </a:spcBef>
              <a:buFont typeface="+mj-lt"/>
              <a:buAutoNum type="arabicPeriod"/>
            </a:pPr>
            <a:r>
              <a:rPr lang="en-US" sz="2000" noProof="1">
                <a:cs typeface="Calibri"/>
              </a:rPr>
              <a:t>Create the local variables in Main method. Is it downcast or uppercast?</a:t>
            </a:r>
          </a:p>
          <a:p>
            <a:pPr marL="457200" indent="-457200">
              <a:spcBef>
                <a:spcPts val="0"/>
              </a:spcBef>
              <a:buFont typeface="+mj-lt"/>
              <a:buAutoNum type="arabicPeriod"/>
            </a:pPr>
            <a:endParaRPr lang="en-US" sz="2000" noProof="1"/>
          </a:p>
          <a:p>
            <a:pPr marL="457200" indent="-457200">
              <a:spcBef>
                <a:spcPts val="0"/>
              </a:spcBef>
              <a:buFont typeface="+mj-lt"/>
              <a:buAutoNum type="arabicPeriod"/>
            </a:pPr>
            <a:r>
              <a:rPr lang="en-US" sz="2000" noProof="1">
                <a:cs typeface="Calibri"/>
              </a:rPr>
              <a:t>Comment out all code that leads to compile errors. You will fix this in the next practice</a:t>
            </a:r>
          </a:p>
          <a:p>
            <a:pPr marL="457200" indent="-457200">
              <a:spcBef>
                <a:spcPts val="0"/>
              </a:spcBef>
              <a:buFont typeface="+mj-lt"/>
              <a:buAutoNum type="arabicPeriod"/>
            </a:pPr>
            <a:r>
              <a:rPr lang="en-US" sz="2000" noProof="1">
                <a:cs typeface="Calibri"/>
              </a:rPr>
              <a:t>Modify the </a:t>
            </a:r>
            <a:r>
              <a:rPr lang="en-GB" sz="2000">
                <a:solidFill>
                  <a:srgbClr val="2B91AF"/>
                </a:solidFill>
                <a:latin typeface="Consolas"/>
                <a:cs typeface="Calibri"/>
              </a:rPr>
              <a:t>Barman</a:t>
            </a:r>
            <a:r>
              <a:rPr lang="en-US" sz="2000" noProof="1">
                <a:cs typeface="Calibri"/>
              </a:rPr>
              <a:t> class with new method – DoJob2()</a:t>
            </a:r>
          </a:p>
          <a:p>
            <a:pPr marL="645795" lvl="1" indent="-457200"/>
            <a:r>
              <a:rPr lang="en-US" sz="1800" noProof="1">
                <a:cs typeface="Calibri"/>
              </a:rPr>
              <a:t>New method should print in the Console - </a:t>
            </a:r>
            <a:r>
              <a:rPr lang="en-GB" sz="1800">
                <a:solidFill>
                  <a:srgbClr val="A31515"/>
                </a:solidFill>
                <a:latin typeface="Consolas"/>
                <a:cs typeface="Calibri"/>
              </a:rPr>
              <a:t>$"</a:t>
            </a:r>
            <a:r>
              <a:rPr lang="en-GB" sz="1800">
                <a:solidFill>
                  <a:srgbClr val="000000"/>
                </a:solidFill>
                <a:latin typeface="Consolas"/>
                <a:cs typeface="Calibri"/>
              </a:rPr>
              <a:t>{Name}</a:t>
            </a:r>
            <a:r>
              <a:rPr lang="en-GB" sz="1800">
                <a:solidFill>
                  <a:srgbClr val="A31515"/>
                </a:solidFill>
                <a:latin typeface="Consolas"/>
                <a:cs typeface="Calibri"/>
              </a:rPr>
              <a:t> - cleaning the workplace."</a:t>
            </a:r>
            <a:endParaRPr lang="en-US" sz="1800" noProof="1">
              <a:solidFill>
                <a:srgbClr val="A31515"/>
              </a:solidFill>
              <a:latin typeface="Consolas"/>
              <a:cs typeface="Calibri"/>
            </a:endParaRPr>
          </a:p>
          <a:p>
            <a:pPr marL="457200" indent="-457200">
              <a:buFont typeface="+mj-lt"/>
              <a:buAutoNum type="arabicPeriod"/>
            </a:pPr>
            <a:r>
              <a:rPr lang="en-US" sz="2000" noProof="1">
                <a:cs typeface="Calibri"/>
              </a:rPr>
              <a:t>Check the available methods on variable – barman: is method DoJob2() visible, how you can invoke it?</a:t>
            </a:r>
          </a:p>
          <a:p>
            <a:pPr marL="457200" indent="-457200">
              <a:buFont typeface="+mj-lt"/>
              <a:buAutoNum type="arabicPeriod"/>
            </a:pPr>
            <a:r>
              <a:rPr lang="en-US" sz="2000" noProof="1">
                <a:cs typeface="Calibri"/>
              </a:rPr>
              <a:t>Try to cast waiter variable to </a:t>
            </a:r>
            <a:r>
              <a:rPr lang="en-US" sz="2000">
                <a:solidFill>
                  <a:srgbClr val="2B91AF"/>
                </a:solidFill>
                <a:latin typeface="Consolas"/>
                <a:cs typeface="Calibri"/>
              </a:rPr>
              <a:t>Barman </a:t>
            </a:r>
            <a:r>
              <a:rPr lang="en-US" sz="2000">
                <a:cs typeface="Calibri"/>
              </a:rPr>
              <a:t>class, is it possible? Try to run the program.</a:t>
            </a:r>
          </a:p>
        </p:txBody>
      </p:sp>
      <p:pic>
        <p:nvPicPr>
          <p:cNvPr id="6" name="Graphic 5" descr="Flask">
            <a:extLst>
              <a:ext uri="{FF2B5EF4-FFF2-40B4-BE49-F238E27FC236}">
                <a16:creationId xmlns:a16="http://schemas.microsoft.com/office/drawing/2014/main" id="{F6E11283-12F8-4DB4-874D-577829D12D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
        <p:nvSpPr>
          <p:cNvPr id="7" name="TextBox 6">
            <a:extLst>
              <a:ext uri="{FF2B5EF4-FFF2-40B4-BE49-F238E27FC236}">
                <a16:creationId xmlns:a16="http://schemas.microsoft.com/office/drawing/2014/main" id="{2C58B095-DA14-4265-825B-CA66DD170FCC}"/>
              </a:ext>
            </a:extLst>
          </p:cNvPr>
          <p:cNvSpPr txBox="1"/>
          <p:nvPr/>
        </p:nvSpPr>
        <p:spPr>
          <a:xfrm>
            <a:off x="1231231" y="2021091"/>
            <a:ext cx="6372727" cy="611828"/>
          </a:xfrm>
          <a:prstGeom prst="rect">
            <a:avLst/>
          </a:prstGeom>
          <a:noFill/>
        </p:spPr>
        <p:txBody>
          <a:bodyPr wrap="square" lIns="0" tIns="0" rIns="0" bIns="0" rtlCol="0" anchor="t">
            <a:noAutofit/>
          </a:bodyPr>
          <a:lstStyle/>
          <a:p>
            <a:pPr marL="0" indent="0">
              <a:spcBef>
                <a:spcPts val="0"/>
              </a:spcBef>
              <a:spcAft>
                <a:spcPts val="0"/>
              </a:spcAft>
              <a:buNone/>
            </a:pPr>
            <a:r>
              <a:rPr lang="en-US" sz="1600">
                <a:solidFill>
                  <a:srgbClr val="2B91AF"/>
                </a:solidFill>
                <a:latin typeface="Consolas"/>
                <a:ea typeface="ＭＳ Ｐゴシック"/>
              </a:rPr>
              <a:t>AbstractEmployee</a:t>
            </a:r>
            <a:r>
              <a:rPr lang="en-US" sz="1600">
                <a:solidFill>
                  <a:srgbClr val="000000"/>
                </a:solidFill>
                <a:latin typeface="Consolas"/>
                <a:ea typeface="ＭＳ Ｐゴシック"/>
              </a:rPr>
              <a:t> barman = </a:t>
            </a:r>
            <a:r>
              <a:rPr lang="en-US" sz="1600">
                <a:solidFill>
                  <a:srgbClr val="0000FF"/>
                </a:solidFill>
                <a:latin typeface="Consolas"/>
                <a:ea typeface="ＭＳ Ｐゴシック"/>
              </a:rPr>
              <a:t>new</a:t>
            </a:r>
            <a:r>
              <a:rPr lang="en-US" sz="1600">
                <a:solidFill>
                  <a:srgbClr val="000000"/>
                </a:solidFill>
                <a:latin typeface="Consolas"/>
                <a:ea typeface="ＭＳ Ｐゴシック"/>
              </a:rPr>
              <a:t> </a:t>
            </a:r>
            <a:r>
              <a:rPr lang="en-US" sz="1600">
                <a:solidFill>
                  <a:srgbClr val="2B91AF"/>
                </a:solidFill>
                <a:latin typeface="Consolas"/>
                <a:ea typeface="ＭＳ Ｐゴシック"/>
              </a:rPr>
              <a:t>Barman</a:t>
            </a:r>
            <a:r>
              <a:rPr lang="en-US" sz="1600">
                <a:solidFill>
                  <a:srgbClr val="000000"/>
                </a:solidFill>
                <a:latin typeface="Consolas"/>
                <a:ea typeface="ＭＳ Ｐゴシック"/>
              </a:rPr>
              <a:t>(</a:t>
            </a:r>
            <a:r>
              <a:rPr lang="en-US" sz="1600">
                <a:solidFill>
                  <a:srgbClr val="A31515"/>
                </a:solidFill>
                <a:latin typeface="Consolas"/>
                <a:ea typeface="ＭＳ Ｐゴシック"/>
              </a:rPr>
              <a:t>"Serhii"</a:t>
            </a:r>
            <a:r>
              <a:rPr lang="en-US" sz="1600">
                <a:solidFill>
                  <a:srgbClr val="000000"/>
                </a:solidFill>
                <a:latin typeface="Consolas"/>
                <a:ea typeface="ＭＳ Ｐゴシック"/>
              </a:rPr>
              <a:t>, 1500);</a:t>
            </a:r>
          </a:p>
          <a:p>
            <a:pPr marL="0" indent="0">
              <a:spcBef>
                <a:spcPts val="0"/>
              </a:spcBef>
              <a:spcAft>
                <a:spcPts val="0"/>
              </a:spcAft>
              <a:buNone/>
            </a:pPr>
            <a:r>
              <a:rPr lang="en-US" sz="1600">
                <a:solidFill>
                  <a:srgbClr val="2B91AF"/>
                </a:solidFill>
                <a:latin typeface="Consolas" panose="020B0609020204030204" pitchFamily="49" charset="0"/>
              </a:rPr>
              <a:t>AbstractEmployee</a:t>
            </a:r>
            <a:r>
              <a:rPr lang="en-US" sz="1600">
                <a:solidFill>
                  <a:srgbClr val="000000"/>
                </a:solidFill>
                <a:latin typeface="Consolas" panose="020B0609020204030204" pitchFamily="49" charset="0"/>
              </a:rPr>
              <a:t> waiter = </a:t>
            </a:r>
            <a:r>
              <a:rPr lang="en-US" sz="1600">
                <a:solidFill>
                  <a:srgbClr val="0000FF"/>
                </a:solidFill>
                <a:latin typeface="Consolas" panose="020B0609020204030204" pitchFamily="49" charset="0"/>
              </a:rPr>
              <a:t>new</a:t>
            </a:r>
            <a:r>
              <a:rPr lang="en-US" sz="1600">
                <a:solidFill>
                  <a:srgbClr val="000000"/>
                </a:solidFill>
                <a:latin typeface="Consolas" panose="020B0609020204030204" pitchFamily="49" charset="0"/>
              </a:rPr>
              <a:t> </a:t>
            </a:r>
            <a:r>
              <a:rPr lang="en-US" sz="1600">
                <a:solidFill>
                  <a:srgbClr val="2B91AF"/>
                </a:solidFill>
                <a:latin typeface="Consolas" panose="020B0609020204030204" pitchFamily="49" charset="0"/>
              </a:rPr>
              <a:t>Waiter</a:t>
            </a:r>
            <a:r>
              <a:rPr lang="en-US" sz="1600">
                <a:solidFill>
                  <a:srgbClr val="000000"/>
                </a:solidFill>
                <a:latin typeface="Consolas" panose="020B0609020204030204" pitchFamily="49" charset="0"/>
              </a:rPr>
              <a:t>(</a:t>
            </a:r>
            <a:r>
              <a:rPr lang="en-US" sz="1600">
                <a:solidFill>
                  <a:srgbClr val="A31515"/>
                </a:solidFill>
                <a:latin typeface="Consolas" panose="020B0609020204030204" pitchFamily="49" charset="0"/>
              </a:rPr>
              <a:t>"Alex"</a:t>
            </a:r>
            <a:r>
              <a:rPr lang="en-US" sz="1600">
                <a:solidFill>
                  <a:srgbClr val="000000"/>
                </a:solidFill>
                <a:latin typeface="Consolas" panose="020B0609020204030204" pitchFamily="49" charset="0"/>
              </a:rPr>
              <a:t>, 1600);</a:t>
            </a:r>
          </a:p>
        </p:txBody>
      </p:sp>
    </p:spTree>
    <p:extLst>
      <p:ext uri="{BB962C8B-B14F-4D97-AF65-F5344CB8AC3E}">
        <p14:creationId xmlns:p14="http://schemas.microsoft.com/office/powerpoint/2010/main" val="26805774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023A34-7D57-41D7-9355-9EF611FB2316}"/>
              </a:ext>
            </a:extLst>
          </p:cNvPr>
          <p:cNvSpPr>
            <a:spLocks noGrp="1"/>
          </p:cNvSpPr>
          <p:nvPr>
            <p:ph type="sldNum" sz="quarter" idx="11"/>
          </p:nvPr>
        </p:nvSpPr>
        <p:spPr/>
        <p:txBody>
          <a:bodyPr/>
          <a:lstStyle/>
          <a:p>
            <a:fld id="{E16BA917-7F09-4B8D-AF07-F52890C14046}" type="slidenum">
              <a:rPr lang="da-DK" smtClean="0"/>
              <a:pPr/>
              <a:t>37</a:t>
            </a:fld>
            <a:endParaRPr lang="da-DK"/>
          </a:p>
        </p:txBody>
      </p:sp>
      <p:sp>
        <p:nvSpPr>
          <p:cNvPr id="3" name="Text Placeholder 2">
            <a:extLst>
              <a:ext uri="{FF2B5EF4-FFF2-40B4-BE49-F238E27FC236}">
                <a16:creationId xmlns:a16="http://schemas.microsoft.com/office/drawing/2014/main" id="{BD0B27C1-00B4-4E6B-B394-958F74748AED}"/>
              </a:ext>
            </a:extLst>
          </p:cNvPr>
          <p:cNvSpPr>
            <a:spLocks noGrp="1"/>
          </p:cNvSpPr>
          <p:nvPr>
            <p:ph type="body" sz="quarter" idx="17"/>
          </p:nvPr>
        </p:nvSpPr>
        <p:spPr/>
        <p:txBody>
          <a:bodyPr/>
          <a:lstStyle/>
          <a:p>
            <a:r>
              <a:rPr lang="en-US"/>
              <a:t>CASTING</a:t>
            </a:r>
          </a:p>
        </p:txBody>
      </p:sp>
      <p:sp>
        <p:nvSpPr>
          <p:cNvPr id="4" name="Title 3">
            <a:extLst>
              <a:ext uri="{FF2B5EF4-FFF2-40B4-BE49-F238E27FC236}">
                <a16:creationId xmlns:a16="http://schemas.microsoft.com/office/drawing/2014/main" id="{2DAFD556-5A9B-4CF1-BAAD-EAE396D1FDFC}"/>
              </a:ext>
            </a:extLst>
          </p:cNvPr>
          <p:cNvSpPr>
            <a:spLocks noGrp="1"/>
          </p:cNvSpPr>
          <p:nvPr>
            <p:ph type="title"/>
          </p:nvPr>
        </p:nvSpPr>
        <p:spPr/>
        <p:txBody>
          <a:bodyPr/>
          <a:lstStyle/>
          <a:p>
            <a:r>
              <a:rPr lang="en-GB"/>
              <a:t>PRACTIcE 3</a:t>
            </a:r>
            <a:endParaRPr lang="en-US"/>
          </a:p>
        </p:txBody>
      </p:sp>
      <p:sp>
        <p:nvSpPr>
          <p:cNvPr id="5" name="Content Placeholder 4">
            <a:extLst>
              <a:ext uri="{FF2B5EF4-FFF2-40B4-BE49-F238E27FC236}">
                <a16:creationId xmlns:a16="http://schemas.microsoft.com/office/drawing/2014/main" id="{5A9C5AEA-D233-41B9-AB7C-1D72F868EBDF}"/>
              </a:ext>
            </a:extLst>
          </p:cNvPr>
          <p:cNvSpPr>
            <a:spLocks noGrp="1"/>
          </p:cNvSpPr>
          <p:nvPr>
            <p:ph sz="quarter" idx="19"/>
          </p:nvPr>
        </p:nvSpPr>
        <p:spPr/>
        <p:txBody>
          <a:bodyPr vert="horz" lIns="0" tIns="0" rIns="0" bIns="0" rtlCol="0" anchor="t">
            <a:noAutofit/>
          </a:bodyPr>
          <a:lstStyle/>
          <a:p>
            <a:pPr marL="0" indent="0">
              <a:spcBef>
                <a:spcPts val="0"/>
              </a:spcBef>
              <a:spcAft>
                <a:spcPts val="0"/>
              </a:spcAft>
              <a:buNone/>
            </a:pPr>
            <a:r>
              <a:rPr lang="en-US" sz="1400">
                <a:solidFill>
                  <a:srgbClr val="0000FF"/>
                </a:solidFill>
                <a:latin typeface="Consolas" panose="020B0609020204030204" pitchFamily="49" charset="0"/>
              </a:rPr>
              <a:t>internal</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class</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Program</a:t>
            </a: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static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Main(</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a:t>
            </a:r>
            <a:r>
              <a:rPr lang="en-US" sz="1400" err="1">
                <a:solidFill>
                  <a:srgbClr val="000000"/>
                </a:solidFill>
                <a:latin typeface="Consolas" panose="020B0609020204030204" pitchFamily="49" charset="0"/>
              </a:rPr>
              <a:t>args</a:t>
            </a:r>
            <a:r>
              <a:rPr lang="en-US" sz="1400">
                <a:solidFill>
                  <a:srgbClr val="000000"/>
                </a:solidFill>
                <a:latin typeface="Consolas" panose="020B0609020204030204" pitchFamily="49" charset="0"/>
              </a:rPr>
              <a:t>) { </a:t>
            </a:r>
            <a:endParaRPr lang="ru-RU" sz="1400">
              <a:solidFill>
                <a:srgbClr val="000000"/>
              </a:solidFill>
              <a:latin typeface="Consolas" panose="020B0609020204030204" pitchFamily="49" charset="0"/>
            </a:endParaRPr>
          </a:p>
          <a:p>
            <a:pPr marL="0" indent="0">
              <a:spcBef>
                <a:spcPts val="0"/>
              </a:spcBef>
              <a:spcAft>
                <a:spcPts val="0"/>
              </a:spcAft>
              <a:buNone/>
            </a:pPr>
            <a:r>
              <a:rPr lang="en-US" sz="1400">
                <a:solidFill>
                  <a:srgbClr val="2B91AF"/>
                </a:solidFill>
                <a:latin typeface="Consolas"/>
                <a:cs typeface="Calibri"/>
              </a:rPr>
              <a:t>		AbstractEmployee</a:t>
            </a:r>
            <a:r>
              <a:rPr lang="en-US" sz="1400">
                <a:solidFill>
                  <a:srgbClr val="000000"/>
                </a:solidFill>
                <a:latin typeface="Consolas"/>
                <a:cs typeface="Calibri"/>
              </a:rPr>
              <a:t> barman = </a:t>
            </a:r>
            <a:r>
              <a:rPr lang="en-US" sz="1400">
                <a:solidFill>
                  <a:srgbClr val="0000FF"/>
                </a:solidFill>
                <a:latin typeface="Consolas"/>
                <a:cs typeface="Calibri"/>
              </a:rPr>
              <a:t>new</a:t>
            </a:r>
            <a:r>
              <a:rPr lang="en-US" sz="1400">
                <a:solidFill>
                  <a:srgbClr val="000000"/>
                </a:solidFill>
                <a:latin typeface="Consolas"/>
                <a:cs typeface="Calibri"/>
              </a:rPr>
              <a:t> </a:t>
            </a:r>
            <a:r>
              <a:rPr lang="en-US" sz="1400">
                <a:solidFill>
                  <a:srgbClr val="2B91AF"/>
                </a:solidFill>
                <a:latin typeface="Consolas"/>
                <a:cs typeface="Calibri"/>
              </a:rPr>
              <a:t>Barman</a:t>
            </a:r>
            <a:r>
              <a:rPr lang="en-US" sz="1400">
                <a:solidFill>
                  <a:srgbClr val="000000"/>
                </a:solidFill>
                <a:latin typeface="Consolas"/>
                <a:cs typeface="Calibri"/>
              </a:rPr>
              <a:t>(</a:t>
            </a:r>
            <a:r>
              <a:rPr lang="en-US" sz="1400">
                <a:solidFill>
                  <a:srgbClr val="A31515"/>
                </a:solidFill>
                <a:latin typeface="Consolas"/>
                <a:cs typeface="Calibri"/>
              </a:rPr>
              <a:t>"Serhii"</a:t>
            </a:r>
            <a:r>
              <a:rPr lang="en-US" sz="1400">
                <a:solidFill>
                  <a:srgbClr val="000000"/>
                </a:solidFill>
                <a:latin typeface="Consolas"/>
                <a:cs typeface="Calibri"/>
              </a:rPr>
              <a:t>, 1500);</a:t>
            </a:r>
          </a:p>
          <a:p>
            <a:pPr marL="0" indent="0">
              <a:spcBef>
                <a:spcPts val="0"/>
              </a:spcBef>
              <a:spcAft>
                <a:spcPts val="0"/>
              </a:spcAft>
              <a:buNone/>
            </a:pPr>
            <a:r>
              <a:rPr lang="en-US" sz="1400">
                <a:solidFill>
                  <a:srgbClr val="2B91AF"/>
                </a:solidFill>
                <a:latin typeface="Consolas" panose="020B0609020204030204" pitchFamily="49" charset="0"/>
              </a:rPr>
              <a:t>		AbstractEmployee</a:t>
            </a:r>
            <a:r>
              <a:rPr lang="en-US" sz="1400">
                <a:solidFill>
                  <a:srgbClr val="000000"/>
                </a:solidFill>
                <a:latin typeface="Consolas" panose="020B0609020204030204" pitchFamily="49" charset="0"/>
              </a:rPr>
              <a:t> waiter = </a:t>
            </a:r>
            <a:r>
              <a:rPr lang="en-US" sz="1400">
                <a:solidFill>
                  <a:srgbClr val="0000FF"/>
                </a:solidFill>
                <a:latin typeface="Consolas" panose="020B0609020204030204" pitchFamily="49" charset="0"/>
              </a:rPr>
              <a:t>new</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Waiter</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"Alex"</a:t>
            </a:r>
            <a:r>
              <a:rPr lang="en-US" sz="1400">
                <a:solidFill>
                  <a:srgbClr val="000000"/>
                </a:solidFill>
                <a:latin typeface="Consolas" panose="020B0609020204030204" pitchFamily="49" charset="0"/>
              </a:rPr>
              <a:t>, 1600);</a:t>
            </a:r>
          </a:p>
          <a:p>
            <a:pPr marL="0" indent="0">
              <a:spcBef>
                <a:spcPts val="0"/>
              </a:spcBef>
              <a:spcAft>
                <a:spcPts val="0"/>
              </a:spcAft>
              <a:buNone/>
            </a:pPr>
            <a:endParaRPr lang="en-US" sz="1400">
              <a:solidFill>
                <a:srgbClr val="000000"/>
              </a:solidFill>
              <a:latin typeface="Consolas" panose="020B0609020204030204" pitchFamily="49" charset="0"/>
            </a:endParaRPr>
          </a:p>
          <a:p>
            <a:pPr marL="0" indent="0">
              <a:spcBef>
                <a:spcPts val="0"/>
              </a:spcBef>
              <a:spcAft>
                <a:spcPts val="0"/>
              </a:spcAft>
              <a:buNone/>
            </a:pPr>
            <a:r>
              <a:rPr lang="en-US" sz="1400">
                <a:solidFill>
                  <a:srgbClr val="000000"/>
                </a:solidFill>
                <a:latin typeface="Consolas"/>
                <a:cs typeface="Calibri"/>
              </a:rPr>
              <a:t>		((</a:t>
            </a:r>
            <a:r>
              <a:rPr lang="en-US" sz="1400">
                <a:solidFill>
                  <a:srgbClr val="2B91AF"/>
                </a:solidFill>
                <a:latin typeface="Consolas"/>
                <a:cs typeface="Calibri"/>
              </a:rPr>
              <a:t>Barman</a:t>
            </a:r>
            <a:r>
              <a:rPr lang="en-US" sz="1400">
                <a:solidFill>
                  <a:srgbClr val="000000"/>
                </a:solidFill>
                <a:latin typeface="Consolas"/>
                <a:cs typeface="Calibri"/>
              </a:rPr>
              <a:t>) barman).DoJob2();</a:t>
            </a:r>
          </a:p>
          <a:p>
            <a:pPr marL="0" indent="0">
              <a:spcBef>
                <a:spcPts val="0"/>
              </a:spcBef>
              <a:spcAft>
                <a:spcPts val="0"/>
              </a:spcAft>
              <a:buNone/>
            </a:pPr>
            <a:r>
              <a:rPr lang="en-US" sz="1400">
                <a:solidFill>
                  <a:srgbClr val="2B91AF"/>
                </a:solidFill>
                <a:latin typeface="Consolas" panose="020B0609020204030204" pitchFamily="49" charset="0"/>
              </a:rPr>
              <a:t>		Barman</a:t>
            </a:r>
            <a:r>
              <a:rPr lang="en-US" sz="1400">
                <a:solidFill>
                  <a:srgbClr val="000000"/>
                </a:solidFill>
                <a:latin typeface="Consolas" panose="020B0609020204030204" pitchFamily="49" charset="0"/>
              </a:rPr>
              <a:t> barman2 = (</a:t>
            </a:r>
            <a:r>
              <a:rPr lang="en-US" sz="1400">
                <a:solidFill>
                  <a:srgbClr val="2B91AF"/>
                </a:solidFill>
                <a:latin typeface="Consolas" panose="020B0609020204030204" pitchFamily="49" charset="0"/>
              </a:rPr>
              <a:t>Barman</a:t>
            </a:r>
            <a:r>
              <a:rPr lang="en-US" sz="1400">
                <a:solidFill>
                  <a:srgbClr val="000000"/>
                </a:solidFill>
                <a:latin typeface="Consolas" panose="020B0609020204030204" pitchFamily="49" charset="0"/>
              </a:rPr>
              <a:t>) waiter;</a:t>
            </a:r>
          </a:p>
          <a:p>
            <a:pPr marL="0" indent="0">
              <a:spcBef>
                <a:spcPts val="0"/>
              </a:spcBef>
              <a:spcAft>
                <a:spcPts val="0"/>
              </a:spcAft>
              <a:buNone/>
            </a:pPr>
            <a:endParaRPr lang="en-US" sz="1400">
              <a:solidFill>
                <a:srgbClr val="000000"/>
              </a:solidFill>
              <a:latin typeface="Consolas"/>
              <a:cs typeface="Calibri"/>
            </a:endParaRPr>
          </a:p>
          <a:p>
            <a:pPr marL="0" indent="0">
              <a:spcBef>
                <a:spcPts val="0"/>
              </a:spcBef>
              <a:spcAft>
                <a:spcPts val="0"/>
              </a:spcAft>
              <a:buNone/>
            </a:pPr>
            <a:r>
              <a:rPr lang="en-US" sz="1400">
                <a:ea typeface="+mj-lt"/>
                <a:cs typeface="+mj-lt"/>
              </a:rPr>
              <a:t>                         </a:t>
            </a:r>
            <a:r>
              <a:rPr lang="en-US" sz="1400">
                <a:solidFill>
                  <a:srgbClr val="2B91AF"/>
                </a:solidFill>
                <a:latin typeface="Consolas" panose="020B0609020204030204" pitchFamily="49" charset="0"/>
              </a:rPr>
              <a:t>Console</a:t>
            </a:r>
            <a:r>
              <a:rPr lang="en-US" sz="1400">
                <a:ea typeface="+mj-lt"/>
                <a:cs typeface="+mj-lt"/>
              </a:rPr>
              <a:t>.</a:t>
            </a:r>
            <a:r>
              <a:rPr lang="en-US" sz="1400">
                <a:solidFill>
                  <a:srgbClr val="000000"/>
                </a:solidFill>
                <a:latin typeface="Consolas" panose="020B0609020204030204" pitchFamily="49" charset="0"/>
              </a:rPr>
              <a:t>ReadLine</a:t>
            </a:r>
            <a:r>
              <a:rPr lang="en-US" sz="1400">
                <a:ea typeface="+mj-lt"/>
                <a:cs typeface="+mj-lt"/>
              </a:rPr>
              <a:t>();</a:t>
            </a:r>
            <a:endParaRPr lang="en-US"/>
          </a:p>
          <a:p>
            <a:pPr marL="0" indent="0">
              <a:spcBef>
                <a:spcPts val="0"/>
              </a:spcBef>
              <a:spcAft>
                <a:spcPts val="0"/>
              </a:spcAft>
              <a:buNone/>
            </a:pPr>
            <a:r>
              <a:rPr lang="en-US" sz="1400">
                <a:solidFill>
                  <a:srgbClr val="000000"/>
                </a:solidFill>
                <a:latin typeface="Consolas" panose="020B0609020204030204" pitchFamily="49" charset="0"/>
              </a:rPr>
              <a:t>	}</a:t>
            </a:r>
            <a:endParaRPr lang="ru-RU" sz="1400">
              <a:solidFill>
                <a:srgbClr val="000000"/>
              </a:solidFill>
              <a:latin typeface="Consolas" panose="020B0609020204030204" pitchFamily="49" charset="0"/>
            </a:endParaRPr>
          </a:p>
          <a:p>
            <a:pPr marL="0" indent="0">
              <a:spcBef>
                <a:spcPts val="0"/>
              </a:spcBef>
              <a:spcAft>
                <a:spcPts val="0"/>
              </a:spcAft>
              <a:buNone/>
            </a:pPr>
            <a:r>
              <a:rPr lang="en-GB" sz="1400">
                <a:solidFill>
                  <a:srgbClr val="000000"/>
                </a:solidFill>
                <a:latin typeface="Consolas" panose="020B0609020204030204" pitchFamily="49" charset="0"/>
              </a:rPr>
              <a:t>}</a:t>
            </a:r>
            <a:endParaRPr lang="ru-RU" sz="1400">
              <a:solidFill>
                <a:srgbClr val="000000"/>
              </a:solidFill>
              <a:latin typeface="Consolas" panose="020B0609020204030204" pitchFamily="49" charset="0"/>
            </a:endParaRPr>
          </a:p>
          <a:p>
            <a:pPr marL="0" indent="0">
              <a:spcBef>
                <a:spcPts val="0"/>
              </a:spcBef>
              <a:spcAft>
                <a:spcPts val="0"/>
              </a:spcAft>
              <a:buNone/>
            </a:pPr>
            <a:endParaRPr lang="en-US" sz="1400">
              <a:solidFill>
                <a:srgbClr val="000000"/>
              </a:solidFill>
              <a:latin typeface="Consolas" panose="020B0609020204030204" pitchFamily="49" charset="0"/>
            </a:endParaRPr>
          </a:p>
          <a:p>
            <a:pPr marL="0" indent="0">
              <a:spcBef>
                <a:spcPts val="0"/>
              </a:spcBef>
              <a:spcAft>
                <a:spcPts val="0"/>
              </a:spcAft>
              <a:buNone/>
            </a:pPr>
            <a:r>
              <a:rPr lang="en-US" sz="1400">
                <a:solidFill>
                  <a:srgbClr val="0000FF"/>
                </a:solidFill>
                <a:latin typeface="Consolas" panose="020B0609020204030204" pitchFamily="49" charset="0"/>
              </a:rPr>
              <a:t>internal</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sealed</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class</a:t>
            </a: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Barman</a:t>
            </a:r>
            <a:r>
              <a:rPr lang="en-US" sz="1400">
                <a:solidFill>
                  <a:srgbClr val="000000"/>
                </a:solidFill>
                <a:latin typeface="Consolas" panose="020B0609020204030204" pitchFamily="49" charset="0"/>
              </a:rPr>
              <a:t> : </a:t>
            </a:r>
            <a:r>
              <a:rPr lang="en-US" sz="1400">
                <a:solidFill>
                  <a:srgbClr val="2B91AF"/>
                </a:solidFill>
                <a:latin typeface="Consolas" panose="020B0609020204030204" pitchFamily="49" charset="0"/>
              </a:rPr>
              <a:t>AbstractEmployee</a:t>
            </a: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Barman(</a:t>
            </a:r>
            <a:r>
              <a:rPr lang="en-US" sz="1400">
                <a:solidFill>
                  <a:srgbClr val="0000FF"/>
                </a:solidFill>
                <a:latin typeface="Consolas" panose="020B0609020204030204" pitchFamily="49" charset="0"/>
              </a:rPr>
              <a:t>string</a:t>
            </a:r>
            <a:r>
              <a:rPr lang="en-US" sz="1400">
                <a:solidFill>
                  <a:srgbClr val="000000"/>
                </a:solidFill>
                <a:latin typeface="Consolas" panose="020B0609020204030204" pitchFamily="49" charset="0"/>
              </a:rPr>
              <a:t> name, </a:t>
            </a:r>
            <a:r>
              <a:rPr lang="en-US" sz="1400">
                <a:solidFill>
                  <a:srgbClr val="0000FF"/>
                </a:solidFill>
                <a:latin typeface="Consolas" panose="020B0609020204030204" pitchFamily="49" charset="0"/>
              </a:rPr>
              <a:t>double</a:t>
            </a:r>
            <a:r>
              <a:rPr lang="en-US" sz="1400">
                <a:solidFill>
                  <a:srgbClr val="000000"/>
                </a:solidFill>
                <a:latin typeface="Consolas" panose="020B0609020204030204" pitchFamily="49" charset="0"/>
              </a:rPr>
              <a:t> salary) : </a:t>
            </a:r>
            <a:r>
              <a:rPr lang="en-US" sz="1400">
                <a:solidFill>
                  <a:srgbClr val="0000FF"/>
                </a:solidFill>
                <a:latin typeface="Consolas" panose="020B0609020204030204" pitchFamily="49" charset="0"/>
              </a:rPr>
              <a:t>base</a:t>
            </a:r>
            <a:r>
              <a:rPr lang="en-US" sz="1400">
                <a:solidFill>
                  <a:srgbClr val="000000"/>
                </a:solidFill>
                <a:latin typeface="Consolas" panose="020B0609020204030204" pitchFamily="49" charset="0"/>
              </a:rPr>
              <a:t>(name, salary) { }</a:t>
            </a:r>
          </a:p>
          <a:p>
            <a:pPr marL="0" indent="0">
              <a:spcBef>
                <a:spcPts val="0"/>
              </a:spcBef>
              <a:spcAft>
                <a:spcPts val="0"/>
              </a:spcAft>
              <a:buNone/>
            </a:pPr>
            <a:endParaRPr lang="en-US" sz="1400">
              <a:solidFill>
                <a:srgbClr val="000000"/>
              </a:solidFill>
              <a:latin typeface="Consolas" panose="020B0609020204030204" pitchFamily="49" charset="0"/>
            </a:endParaRP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public</a:t>
            </a:r>
            <a:r>
              <a:rPr lang="en-US" sz="1400">
                <a:solidFill>
                  <a:srgbClr val="000000"/>
                </a:solidFill>
                <a:latin typeface="Consolas" panose="020B0609020204030204" pitchFamily="49" charset="0"/>
              </a:rPr>
              <a:t> </a:t>
            </a:r>
            <a:r>
              <a:rPr lang="en-US" sz="1400">
                <a:solidFill>
                  <a:srgbClr val="0000FF"/>
                </a:solidFill>
                <a:latin typeface="Consolas" panose="020B0609020204030204" pitchFamily="49" charset="0"/>
              </a:rPr>
              <a:t>void</a:t>
            </a:r>
            <a:r>
              <a:rPr lang="en-US" sz="1400">
                <a:solidFill>
                  <a:srgbClr val="000000"/>
                </a:solidFill>
                <a:latin typeface="Consolas" panose="020B0609020204030204" pitchFamily="49" charset="0"/>
              </a:rPr>
              <a:t> DoJob2() {</a:t>
            </a:r>
          </a:p>
          <a:p>
            <a:pPr marL="0" indent="0">
              <a:spcBef>
                <a:spcPts val="0"/>
              </a:spcBef>
              <a:spcAft>
                <a:spcPts val="0"/>
              </a:spcAft>
              <a:buNone/>
            </a:pPr>
            <a:r>
              <a:rPr lang="en-US" sz="1400">
                <a:solidFill>
                  <a:srgbClr val="000000"/>
                </a:solidFill>
                <a:latin typeface="Consolas"/>
                <a:cs typeface="Calibri"/>
              </a:rPr>
              <a:t>            </a:t>
            </a:r>
            <a:r>
              <a:rPr lang="en-US" sz="1400">
                <a:solidFill>
                  <a:srgbClr val="2B91AF"/>
                </a:solidFill>
                <a:latin typeface="Consolas"/>
                <a:cs typeface="Calibri"/>
              </a:rPr>
              <a:t>Console</a:t>
            </a:r>
            <a:r>
              <a:rPr lang="en-US" sz="1400">
                <a:solidFill>
                  <a:srgbClr val="000000"/>
                </a:solidFill>
                <a:latin typeface="Consolas"/>
                <a:cs typeface="Calibri"/>
              </a:rPr>
              <a:t>.WriteLine(</a:t>
            </a:r>
            <a:r>
              <a:rPr lang="en-US" sz="1400">
                <a:solidFill>
                  <a:srgbClr val="A31515"/>
                </a:solidFill>
                <a:latin typeface="Consolas"/>
                <a:cs typeface="Calibri"/>
              </a:rPr>
              <a:t>$"</a:t>
            </a:r>
            <a:r>
              <a:rPr lang="en-US" sz="1400">
                <a:solidFill>
                  <a:srgbClr val="000000"/>
                </a:solidFill>
                <a:latin typeface="Consolas"/>
                <a:cs typeface="Calibri"/>
              </a:rPr>
              <a:t>{</a:t>
            </a:r>
            <a:r>
              <a:rPr lang="en-US" sz="1400">
                <a:solidFill>
                  <a:srgbClr val="0000FF"/>
                </a:solidFill>
                <a:latin typeface="Consolas"/>
                <a:cs typeface="Calibri"/>
              </a:rPr>
              <a:t>this</a:t>
            </a:r>
            <a:r>
              <a:rPr lang="en-US" sz="1400">
                <a:solidFill>
                  <a:srgbClr val="000000"/>
                </a:solidFill>
                <a:latin typeface="Consolas"/>
                <a:cs typeface="Calibri"/>
              </a:rPr>
              <a:t>}</a:t>
            </a:r>
            <a:r>
              <a:rPr lang="en-US" sz="1400">
                <a:solidFill>
                  <a:srgbClr val="A31515"/>
                </a:solidFill>
                <a:latin typeface="Consolas"/>
                <a:cs typeface="Calibri"/>
              </a:rPr>
              <a:t> - cleaning the workplace."</a:t>
            </a:r>
            <a:r>
              <a:rPr lang="en-US" sz="1400">
                <a:solidFill>
                  <a:srgbClr val="000000"/>
                </a:solidFill>
                <a:latin typeface="Consolas"/>
                <a:cs typeface="Calibri"/>
              </a:rPr>
              <a:t>);</a:t>
            </a:r>
          </a:p>
          <a:p>
            <a:pPr marL="0" indent="0">
              <a:spcBef>
                <a:spcPts val="0"/>
              </a:spcBef>
              <a:spcAft>
                <a:spcPts val="0"/>
              </a:spcAft>
              <a:buNone/>
            </a:pPr>
            <a:r>
              <a:rPr lang="en-US" sz="1400">
                <a:solidFill>
                  <a:srgbClr val="000000"/>
                </a:solidFill>
                <a:latin typeface="Consolas" panose="020B0609020204030204" pitchFamily="49" charset="0"/>
              </a:rPr>
              <a:t>        }</a:t>
            </a:r>
          </a:p>
          <a:p>
            <a:pPr marL="0" indent="0">
              <a:spcBef>
                <a:spcPts val="0"/>
              </a:spcBef>
              <a:spcAft>
                <a:spcPts val="0"/>
              </a:spcAft>
              <a:buNone/>
            </a:pPr>
            <a:endParaRPr lang="en-US" sz="1400">
              <a:solidFill>
                <a:srgbClr val="000000"/>
              </a:solidFill>
              <a:latin typeface="Consolas" panose="020B0609020204030204" pitchFamily="49" charset="0"/>
            </a:endParaRPr>
          </a:p>
          <a:p>
            <a:pPr marL="0" indent="0">
              <a:spcBef>
                <a:spcPts val="0"/>
              </a:spcBef>
              <a:spcAft>
                <a:spcPts val="0"/>
              </a:spcAft>
              <a:buNone/>
            </a:pPr>
            <a:r>
              <a:rPr lang="en-US" sz="1400">
                <a:solidFill>
                  <a:srgbClr val="000000"/>
                </a:solidFill>
                <a:latin typeface="Consolas"/>
                <a:cs typeface="Calibri"/>
              </a:rPr>
              <a:t>        </a:t>
            </a:r>
            <a:r>
              <a:rPr lang="en-US" sz="1400">
                <a:solidFill>
                  <a:srgbClr val="0000FF"/>
                </a:solidFill>
                <a:latin typeface="Consolas"/>
                <a:cs typeface="Calibri"/>
              </a:rPr>
              <a:t>public</a:t>
            </a:r>
            <a:r>
              <a:rPr lang="en-US" sz="1400">
                <a:solidFill>
                  <a:srgbClr val="000000"/>
                </a:solidFill>
                <a:latin typeface="Consolas"/>
                <a:cs typeface="Calibri"/>
              </a:rPr>
              <a:t> </a:t>
            </a:r>
            <a:r>
              <a:rPr lang="en-US" sz="1400">
                <a:solidFill>
                  <a:srgbClr val="0000FF"/>
                </a:solidFill>
                <a:latin typeface="Consolas"/>
                <a:cs typeface="Calibri"/>
              </a:rPr>
              <a:t>void</a:t>
            </a:r>
            <a:r>
              <a:rPr lang="en-US" sz="1400">
                <a:solidFill>
                  <a:srgbClr val="000000"/>
                </a:solidFill>
                <a:latin typeface="Consolas"/>
                <a:cs typeface="Calibri"/>
              </a:rPr>
              <a:t> DoJob() {</a:t>
            </a:r>
          </a:p>
          <a:p>
            <a:pPr marL="0" indent="0">
              <a:spcBef>
                <a:spcPts val="0"/>
              </a:spcBef>
              <a:spcAft>
                <a:spcPts val="0"/>
              </a:spcAft>
              <a:buNone/>
            </a:pPr>
            <a:r>
              <a:rPr lang="en-US" sz="1400">
                <a:solidFill>
                  <a:srgbClr val="000000"/>
                </a:solidFill>
                <a:latin typeface="Consolas" panose="020B0609020204030204" pitchFamily="49" charset="0"/>
              </a:rPr>
              <a:t>            </a:t>
            </a:r>
            <a:r>
              <a:rPr lang="en-US" sz="1400">
                <a:solidFill>
                  <a:srgbClr val="2B91AF"/>
                </a:solidFill>
                <a:latin typeface="Consolas" panose="020B0609020204030204" pitchFamily="49" charset="0"/>
              </a:rPr>
              <a:t>Console</a:t>
            </a:r>
            <a:r>
              <a:rPr lang="en-US" sz="1400">
                <a:solidFill>
                  <a:srgbClr val="000000"/>
                </a:solidFill>
                <a:latin typeface="Consolas" panose="020B0609020204030204" pitchFamily="49" charset="0"/>
              </a:rPr>
              <a:t>.WriteLine(</a:t>
            </a:r>
            <a:r>
              <a:rPr lang="en-US" sz="1400">
                <a:solidFill>
                  <a:srgbClr val="A31515"/>
                </a:solidFill>
                <a:latin typeface="Consolas" panose="020B0609020204030204" pitchFamily="49" charset="0"/>
              </a:rPr>
              <a:t>$"</a:t>
            </a:r>
            <a:r>
              <a:rPr lang="en-US" sz="1400">
                <a:solidFill>
                  <a:srgbClr val="000000"/>
                </a:solidFill>
                <a:latin typeface="Consolas" panose="020B0609020204030204" pitchFamily="49" charset="0"/>
              </a:rPr>
              <a:t>{</a:t>
            </a:r>
            <a:r>
              <a:rPr lang="en-US" sz="1400">
                <a:solidFill>
                  <a:srgbClr val="0000FF"/>
                </a:solidFill>
                <a:latin typeface="Consolas" panose="020B0609020204030204" pitchFamily="49" charset="0"/>
              </a:rPr>
              <a:t>this</a:t>
            </a:r>
            <a:r>
              <a:rPr lang="en-US" sz="1400">
                <a:solidFill>
                  <a:srgbClr val="000000"/>
                </a:solidFill>
                <a:latin typeface="Consolas" panose="020B0609020204030204" pitchFamily="49" charset="0"/>
              </a:rPr>
              <a:t>}</a:t>
            </a:r>
            <a:r>
              <a:rPr lang="en-US" sz="1400">
                <a:solidFill>
                  <a:srgbClr val="A31515"/>
                </a:solidFill>
                <a:latin typeface="Consolas" panose="020B0609020204030204" pitchFamily="49" charset="0"/>
              </a:rPr>
              <a:t> - makes drinks."</a:t>
            </a:r>
            <a:r>
              <a:rPr lang="en-US" sz="1400">
                <a:solidFill>
                  <a:srgbClr val="000000"/>
                </a:solidFill>
                <a:latin typeface="Consolas" panose="020B0609020204030204" pitchFamily="49" charset="0"/>
              </a:rPr>
              <a:t>);</a:t>
            </a:r>
          </a:p>
          <a:p>
            <a:pPr marL="0" indent="0">
              <a:spcBef>
                <a:spcPts val="0"/>
              </a:spcBef>
              <a:spcAft>
                <a:spcPts val="0"/>
              </a:spcAft>
              <a:buNone/>
            </a:pPr>
            <a:r>
              <a:rPr lang="en-US" sz="1400">
                <a:solidFill>
                  <a:srgbClr val="000000"/>
                </a:solidFill>
                <a:latin typeface="Consolas" panose="020B0609020204030204" pitchFamily="49" charset="0"/>
              </a:rPr>
              <a:t>        }</a:t>
            </a:r>
          </a:p>
          <a:p>
            <a:pPr marL="0" indent="0">
              <a:spcBef>
                <a:spcPts val="0"/>
              </a:spcBef>
              <a:spcAft>
                <a:spcPts val="0"/>
              </a:spcAft>
              <a:buNone/>
            </a:pPr>
            <a:r>
              <a:rPr lang="en-US" sz="1400">
                <a:solidFill>
                  <a:srgbClr val="000000"/>
                </a:solidFill>
                <a:latin typeface="Consolas" panose="020B0609020204030204" pitchFamily="49" charset="0"/>
              </a:rPr>
              <a:t>}</a:t>
            </a:r>
            <a:endParaRPr lang="en-US" sz="400"/>
          </a:p>
        </p:txBody>
      </p:sp>
      <p:pic>
        <p:nvPicPr>
          <p:cNvPr id="7" name="Graphic 6" descr="Flask">
            <a:extLst>
              <a:ext uri="{FF2B5EF4-FFF2-40B4-BE49-F238E27FC236}">
                <a16:creationId xmlns:a16="http://schemas.microsoft.com/office/drawing/2014/main" id="{588033C9-2ED9-43C2-967F-90AAD347AAA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6137141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D6FD0-E825-488B-AA65-91273425E1E0}"/>
              </a:ext>
            </a:extLst>
          </p:cNvPr>
          <p:cNvSpPr>
            <a:spLocks noGrp="1"/>
          </p:cNvSpPr>
          <p:nvPr>
            <p:ph type="title"/>
          </p:nvPr>
        </p:nvSpPr>
        <p:spPr>
          <a:xfrm>
            <a:off x="649139" y="5393"/>
            <a:ext cx="10878759" cy="1052738"/>
          </a:xfrm>
        </p:spPr>
        <p:txBody>
          <a:bodyPr wrap="square" anchor="b">
            <a:normAutofit/>
          </a:bodyPr>
          <a:lstStyle/>
          <a:p>
            <a:r>
              <a:rPr lang="en-US"/>
              <a:t>LUNCH</a:t>
            </a:r>
          </a:p>
        </p:txBody>
      </p:sp>
      <p:sp>
        <p:nvSpPr>
          <p:cNvPr id="3" name="Slide Number Placeholder 2">
            <a:extLst>
              <a:ext uri="{FF2B5EF4-FFF2-40B4-BE49-F238E27FC236}">
                <a16:creationId xmlns:a16="http://schemas.microsoft.com/office/drawing/2014/main" id="{72C3E26E-B573-4018-AC3F-4E6156BD8492}"/>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38</a:t>
            </a:fld>
            <a:endParaRPr lang="da-DK"/>
          </a:p>
        </p:txBody>
      </p:sp>
      <p:sp>
        <p:nvSpPr>
          <p:cNvPr id="10" name="Text Placeholder 3">
            <a:extLst>
              <a:ext uri="{FF2B5EF4-FFF2-40B4-BE49-F238E27FC236}">
                <a16:creationId xmlns:a16="http://schemas.microsoft.com/office/drawing/2014/main" id="{56546A30-F4DD-42AE-B6E5-B629B36158E1}"/>
              </a:ext>
            </a:extLst>
          </p:cNvPr>
          <p:cNvSpPr>
            <a:spLocks noGrp="1"/>
          </p:cNvSpPr>
          <p:nvPr>
            <p:ph type="body" sz="quarter" idx="17"/>
          </p:nvPr>
        </p:nvSpPr>
        <p:spPr>
          <a:xfrm>
            <a:off x="670985" y="1056000"/>
            <a:ext cx="10850033" cy="402384"/>
          </a:xfrm>
        </p:spPr>
        <p:txBody>
          <a:bodyPr/>
          <a:lstStyle/>
          <a:p>
            <a:endParaRPr lang="en-US"/>
          </a:p>
        </p:txBody>
      </p:sp>
      <p:pic>
        <p:nvPicPr>
          <p:cNvPr id="6" name="Picture 5" descr="Text&#10;&#10;Description automatically generated">
            <a:extLst>
              <a:ext uri="{FF2B5EF4-FFF2-40B4-BE49-F238E27FC236}">
                <a16:creationId xmlns:a16="http://schemas.microsoft.com/office/drawing/2014/main" id="{423E40E7-A6DB-4AB5-8B69-2EF9C3C76C11}"/>
              </a:ext>
            </a:extLst>
          </p:cNvPr>
          <p:cNvPicPr>
            <a:picLocks noChangeAspect="1"/>
          </p:cNvPicPr>
          <p:nvPr/>
        </p:nvPicPr>
        <p:blipFill>
          <a:blip r:embed="rId3"/>
          <a:stretch>
            <a:fillRect/>
          </a:stretch>
        </p:blipFill>
        <p:spPr>
          <a:xfrm>
            <a:off x="3962400" y="1387795"/>
            <a:ext cx="4274975" cy="5015469"/>
          </a:xfrm>
          <a:prstGeom prst="rect">
            <a:avLst/>
          </a:prstGeom>
        </p:spPr>
      </p:pic>
    </p:spTree>
    <p:extLst>
      <p:ext uri="{BB962C8B-B14F-4D97-AF65-F5344CB8AC3E}">
        <p14:creationId xmlns:p14="http://schemas.microsoft.com/office/powerpoint/2010/main" val="36936559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39</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DEFINITION</a:t>
            </a:r>
          </a:p>
          <a:p>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Polymorphism</a:t>
            </a:r>
            <a:endParaRPr lang="en-US" b="0" i="0">
              <a:solidFill>
                <a:srgbClr val="212121"/>
              </a:solidFill>
              <a:effectLst/>
            </a:endParaRPr>
          </a:p>
        </p:txBody>
      </p:sp>
      <p:sp>
        <p:nvSpPr>
          <p:cNvPr id="8" name="Content Placeholder 7">
            <a:extLst>
              <a:ext uri="{FF2B5EF4-FFF2-40B4-BE49-F238E27FC236}">
                <a16:creationId xmlns:a16="http://schemas.microsoft.com/office/drawing/2014/main" id="{7684AB7A-770E-4C0E-A729-4E7C16BD2FE0}"/>
              </a:ext>
            </a:extLst>
          </p:cNvPr>
          <p:cNvSpPr>
            <a:spLocks noGrp="1"/>
          </p:cNvSpPr>
          <p:nvPr>
            <p:ph sz="quarter" idx="19"/>
          </p:nvPr>
        </p:nvSpPr>
        <p:spPr/>
        <p:txBody>
          <a:bodyPr/>
          <a:lstStyle/>
          <a:p>
            <a:pPr marL="0" indent="0" algn="l">
              <a:spcBef>
                <a:spcPts val="0"/>
              </a:spcBef>
              <a:spcAft>
                <a:spcPts val="600"/>
              </a:spcAft>
              <a:buNone/>
            </a:pPr>
            <a:r>
              <a:rPr lang="en-US" sz="2000" i="0">
                <a:solidFill>
                  <a:schemeClr val="accent2"/>
                </a:solidFill>
                <a:effectLst/>
                <a:latin typeface="+mn-lt"/>
              </a:rPr>
              <a:t>Polymorphism</a:t>
            </a:r>
            <a:r>
              <a:rPr lang="en-US" sz="2000" b="0" i="0">
                <a:solidFill>
                  <a:srgbClr val="171717"/>
                </a:solidFill>
                <a:effectLst/>
                <a:latin typeface="+mn-lt"/>
              </a:rPr>
              <a:t> is often referred to as the third pillar of object-oriented programming, after encapsulation and inheritance. </a:t>
            </a:r>
          </a:p>
          <a:p>
            <a:pPr marL="0" indent="0" algn="l">
              <a:spcBef>
                <a:spcPts val="0"/>
              </a:spcBef>
              <a:spcAft>
                <a:spcPts val="600"/>
              </a:spcAft>
              <a:buNone/>
            </a:pPr>
            <a:r>
              <a:rPr lang="en-US" sz="2000" b="0" i="0">
                <a:solidFill>
                  <a:srgbClr val="171717"/>
                </a:solidFill>
                <a:effectLst/>
                <a:latin typeface="+mn-lt"/>
              </a:rPr>
              <a:t>Polymorphism is a Greek word that means "many-shaped“.</a:t>
            </a:r>
          </a:p>
          <a:p>
            <a:pPr marL="0" indent="0" algn="l">
              <a:spcBef>
                <a:spcPts val="0"/>
              </a:spcBef>
              <a:spcAft>
                <a:spcPts val="600"/>
              </a:spcAft>
              <a:buNone/>
            </a:pPr>
            <a:endParaRPr lang="en-US" sz="2000">
              <a:solidFill>
                <a:srgbClr val="171717"/>
              </a:solidFill>
              <a:latin typeface="+mn-lt"/>
            </a:endParaRPr>
          </a:p>
          <a:p>
            <a:pPr marL="0" indent="0">
              <a:spcBef>
                <a:spcPts val="0"/>
              </a:spcBef>
              <a:spcAft>
                <a:spcPts val="0"/>
              </a:spcAft>
              <a:buNone/>
            </a:pPr>
            <a:r>
              <a:rPr lang="en-GB" sz="1600" noProof="1">
                <a:solidFill>
                  <a:srgbClr val="2B91AF"/>
                </a:solidFill>
                <a:latin typeface="Consolas" panose="020B0609020204030204" pitchFamily="49" charset="0"/>
              </a:rPr>
              <a:t>AbstractEmployee</a:t>
            </a:r>
            <a:r>
              <a:rPr lang="en-US" sz="1600" noProof="1">
                <a:solidFill>
                  <a:srgbClr val="000000"/>
                </a:solidFill>
                <a:latin typeface="Consolas" panose="020B0609020204030204" pitchFamily="49" charset="0"/>
              </a:rPr>
              <a:t> employee1 = </a:t>
            </a:r>
            <a:r>
              <a:rPr lang="en-US" sz="1600" noProof="1">
                <a:solidFill>
                  <a:srgbClr val="0000FF"/>
                </a:solidFill>
                <a:latin typeface="Consolas" panose="020B0609020204030204" pitchFamily="49" charset="0"/>
              </a:rPr>
              <a:t>new</a:t>
            </a:r>
            <a:r>
              <a:rPr lang="en-US" sz="1600" noProof="1">
                <a:solidFill>
                  <a:srgbClr val="000000"/>
                </a:solidFill>
                <a:latin typeface="Consolas" panose="020B0609020204030204" pitchFamily="49" charset="0"/>
              </a:rPr>
              <a:t> </a:t>
            </a:r>
            <a:r>
              <a:rPr lang="en-US" sz="1600" noProof="1">
                <a:solidFill>
                  <a:srgbClr val="2B91AF"/>
                </a:solidFill>
                <a:latin typeface="Consolas" panose="020B0609020204030204" pitchFamily="49" charset="0"/>
              </a:rPr>
              <a:t>Barman</a:t>
            </a:r>
            <a:r>
              <a:rPr lang="en-US" sz="1600" noProof="1">
                <a:solidFill>
                  <a:srgbClr val="000000"/>
                </a:solidFill>
                <a:latin typeface="Consolas" panose="020B0609020204030204" pitchFamily="49" charset="0"/>
              </a:rPr>
              <a:t>(</a:t>
            </a:r>
            <a:r>
              <a:rPr lang="en-US" sz="1600" noProof="1">
                <a:solidFill>
                  <a:srgbClr val="A31515"/>
                </a:solidFill>
                <a:latin typeface="Consolas" panose="020B0609020204030204" pitchFamily="49" charset="0"/>
              </a:rPr>
              <a:t>"Alex"</a:t>
            </a:r>
            <a:r>
              <a:rPr lang="en-US" sz="1600" noProof="1">
                <a:solidFill>
                  <a:srgbClr val="000000"/>
                </a:solidFill>
                <a:latin typeface="Consolas" panose="020B0609020204030204" pitchFamily="49" charset="0"/>
              </a:rPr>
              <a:t>, 1000);</a:t>
            </a:r>
          </a:p>
          <a:p>
            <a:pPr marL="0" indent="0">
              <a:spcBef>
                <a:spcPts val="0"/>
              </a:spcBef>
              <a:spcAft>
                <a:spcPts val="0"/>
              </a:spcAft>
              <a:buNone/>
            </a:pPr>
            <a:r>
              <a:rPr lang="en-GB" sz="1600" noProof="1">
                <a:solidFill>
                  <a:srgbClr val="2B91AF"/>
                </a:solidFill>
                <a:latin typeface="Consolas" panose="020B0609020204030204" pitchFamily="49" charset="0"/>
              </a:rPr>
              <a:t>AbstractEmployee</a:t>
            </a:r>
            <a:r>
              <a:rPr lang="en-US" sz="1600" noProof="1">
                <a:solidFill>
                  <a:srgbClr val="000000"/>
                </a:solidFill>
                <a:latin typeface="Consolas" panose="020B0609020204030204" pitchFamily="49" charset="0"/>
              </a:rPr>
              <a:t> employee2 = </a:t>
            </a:r>
            <a:r>
              <a:rPr lang="en-US" sz="1600" noProof="1">
                <a:solidFill>
                  <a:srgbClr val="0000FF"/>
                </a:solidFill>
                <a:latin typeface="Consolas" panose="020B0609020204030204" pitchFamily="49" charset="0"/>
              </a:rPr>
              <a:t>new</a:t>
            </a:r>
            <a:r>
              <a:rPr lang="en-US" sz="1600" noProof="1">
                <a:solidFill>
                  <a:srgbClr val="000000"/>
                </a:solidFill>
                <a:latin typeface="Consolas" panose="020B0609020204030204" pitchFamily="49" charset="0"/>
              </a:rPr>
              <a:t> </a:t>
            </a:r>
            <a:r>
              <a:rPr lang="en-US" sz="1600" noProof="1">
                <a:solidFill>
                  <a:srgbClr val="2B91AF"/>
                </a:solidFill>
                <a:latin typeface="Consolas" panose="020B0609020204030204" pitchFamily="49" charset="0"/>
              </a:rPr>
              <a:t>Waiter</a:t>
            </a:r>
            <a:r>
              <a:rPr lang="en-US" sz="1600" noProof="1">
                <a:solidFill>
                  <a:srgbClr val="000000"/>
                </a:solidFill>
                <a:latin typeface="Consolas" panose="020B0609020204030204" pitchFamily="49" charset="0"/>
              </a:rPr>
              <a:t>(</a:t>
            </a:r>
            <a:r>
              <a:rPr lang="en-US" sz="1600" noProof="1">
                <a:solidFill>
                  <a:srgbClr val="A31515"/>
                </a:solidFill>
                <a:latin typeface="Consolas" panose="020B0609020204030204" pitchFamily="49" charset="0"/>
              </a:rPr>
              <a:t>"Serhii"</a:t>
            </a:r>
            <a:r>
              <a:rPr lang="en-US" sz="1600" noProof="1">
                <a:solidFill>
                  <a:srgbClr val="000000"/>
                </a:solidFill>
                <a:latin typeface="Consolas" panose="020B0609020204030204" pitchFamily="49" charset="0"/>
              </a:rPr>
              <a:t>, 1000);</a:t>
            </a:r>
          </a:p>
          <a:p>
            <a:pPr marL="0" indent="0">
              <a:spcBef>
                <a:spcPts val="0"/>
              </a:spcBef>
              <a:spcAft>
                <a:spcPts val="0"/>
              </a:spcAft>
              <a:buNone/>
            </a:pPr>
            <a:endParaRPr lang="en-US" sz="1600" noProof="1">
              <a:solidFill>
                <a:srgbClr val="000000"/>
              </a:solidFill>
              <a:latin typeface="Consolas" panose="020B0609020204030204" pitchFamily="49" charset="0"/>
            </a:endParaRPr>
          </a:p>
          <a:p>
            <a:pPr marL="0" indent="0">
              <a:spcBef>
                <a:spcPts val="0"/>
              </a:spcBef>
              <a:spcAft>
                <a:spcPts val="0"/>
              </a:spcAft>
              <a:buNone/>
            </a:pPr>
            <a:r>
              <a:rPr lang="en-US" sz="1600" noProof="1">
                <a:solidFill>
                  <a:srgbClr val="000000"/>
                </a:solidFill>
                <a:latin typeface="Consolas" panose="020B0609020204030204" pitchFamily="49" charset="0"/>
              </a:rPr>
              <a:t>employee1.DoJob();</a:t>
            </a:r>
          </a:p>
          <a:p>
            <a:pPr marL="0" indent="0">
              <a:spcBef>
                <a:spcPts val="0"/>
              </a:spcBef>
              <a:spcAft>
                <a:spcPts val="0"/>
              </a:spcAft>
              <a:buNone/>
            </a:pPr>
            <a:r>
              <a:rPr lang="en-US" sz="1600" noProof="1">
                <a:solidFill>
                  <a:srgbClr val="000000"/>
                </a:solidFill>
                <a:latin typeface="Consolas" panose="020B0609020204030204" pitchFamily="49" charset="0"/>
              </a:rPr>
              <a:t>employee2.DoJob();</a:t>
            </a:r>
          </a:p>
          <a:p>
            <a:pPr marL="0" indent="0" algn="l">
              <a:spcBef>
                <a:spcPts val="0"/>
              </a:spcBef>
              <a:spcAft>
                <a:spcPts val="600"/>
              </a:spcAft>
              <a:buNone/>
            </a:pPr>
            <a:endParaRPr lang="en-US" sz="2000" b="0" i="0">
              <a:solidFill>
                <a:srgbClr val="171717"/>
              </a:solidFill>
              <a:effectLst/>
              <a:latin typeface="+mn-lt"/>
            </a:endParaRPr>
          </a:p>
        </p:txBody>
      </p:sp>
      <p:sp>
        <p:nvSpPr>
          <p:cNvPr id="6" name="Arrow: Right 5">
            <a:extLst>
              <a:ext uri="{FF2B5EF4-FFF2-40B4-BE49-F238E27FC236}">
                <a16:creationId xmlns:a16="http://schemas.microsoft.com/office/drawing/2014/main" id="{DD595E12-98A6-4F66-B99D-801A49BEF7A1}"/>
              </a:ext>
            </a:extLst>
          </p:cNvPr>
          <p:cNvSpPr/>
          <p:nvPr/>
        </p:nvSpPr>
        <p:spPr>
          <a:xfrm>
            <a:off x="3081715" y="3835155"/>
            <a:ext cx="1201270" cy="402384"/>
          </a:xfrm>
          <a:prstGeom prst="rightArrow">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5" name="TextBox 4">
            <a:extLst>
              <a:ext uri="{FF2B5EF4-FFF2-40B4-BE49-F238E27FC236}">
                <a16:creationId xmlns:a16="http://schemas.microsoft.com/office/drawing/2014/main" id="{B2CCA4EA-B338-452A-9776-A2A81643CB72}"/>
              </a:ext>
            </a:extLst>
          </p:cNvPr>
          <p:cNvSpPr txBox="1"/>
          <p:nvPr/>
        </p:nvSpPr>
        <p:spPr>
          <a:xfrm>
            <a:off x="5640224" y="2734654"/>
            <a:ext cx="914400" cy="9144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
        <p:nvSpPr>
          <p:cNvPr id="9" name="TextBox 8">
            <a:extLst>
              <a:ext uri="{FF2B5EF4-FFF2-40B4-BE49-F238E27FC236}">
                <a16:creationId xmlns:a16="http://schemas.microsoft.com/office/drawing/2014/main" id="{4EA0A44B-EEDF-47DA-9A86-DF47E9E83C90}"/>
              </a:ext>
            </a:extLst>
          </p:cNvPr>
          <p:cNvSpPr txBox="1"/>
          <p:nvPr/>
        </p:nvSpPr>
        <p:spPr>
          <a:xfrm>
            <a:off x="4593950" y="3780339"/>
            <a:ext cx="4341264" cy="586562"/>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GB" sz="1600">
                <a:solidFill>
                  <a:schemeClr val="bg1">
                    <a:lumMod val="75000"/>
                  </a:schemeClr>
                </a:solidFill>
                <a:latin typeface="+mn-lt"/>
              </a:rPr>
              <a:t>Prints: </a:t>
            </a:r>
            <a:r>
              <a:rPr lang="en-GB" sz="1600">
                <a:latin typeface="+mn-lt"/>
              </a:rPr>
              <a:t>“Alex – makes drinks.”</a:t>
            </a:r>
          </a:p>
          <a:p>
            <a:pPr marL="0" indent="0" defTabSz="179388">
              <a:buClr>
                <a:srgbClr val="00DEE6"/>
              </a:buClr>
              <a:buFont typeface="Arial" panose="020B0604020202020204" pitchFamily="34" charset="0"/>
              <a:buNone/>
            </a:pPr>
            <a:r>
              <a:rPr lang="en-GB" sz="1600">
                <a:solidFill>
                  <a:schemeClr val="bg1">
                    <a:lumMod val="75000"/>
                  </a:schemeClr>
                </a:solidFill>
                <a:latin typeface="+mn-lt"/>
              </a:rPr>
              <a:t>Prints: </a:t>
            </a:r>
            <a:r>
              <a:rPr lang="en-GB" sz="1600">
                <a:latin typeface="+mn-lt"/>
              </a:rPr>
              <a:t>“Serhii – serves the visitors.”</a:t>
            </a:r>
            <a:endParaRPr lang="en-US" sz="1600" err="1">
              <a:latin typeface="+mn-lt"/>
            </a:endParaRPr>
          </a:p>
        </p:txBody>
      </p:sp>
    </p:spTree>
    <p:extLst>
      <p:ext uri="{BB962C8B-B14F-4D97-AF65-F5344CB8AC3E}">
        <p14:creationId xmlns:p14="http://schemas.microsoft.com/office/powerpoint/2010/main" val="23208590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40</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TYPES OF Polymorphism</a:t>
            </a:r>
          </a:p>
          <a:p>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Polymorphism</a:t>
            </a:r>
            <a:endParaRPr lang="en-US" b="0" i="0">
              <a:solidFill>
                <a:srgbClr val="212121"/>
              </a:solidFill>
              <a:effectLst/>
            </a:endParaRPr>
          </a:p>
        </p:txBody>
      </p:sp>
      <p:sp>
        <p:nvSpPr>
          <p:cNvPr id="8" name="Content Placeholder 7">
            <a:extLst>
              <a:ext uri="{FF2B5EF4-FFF2-40B4-BE49-F238E27FC236}">
                <a16:creationId xmlns:a16="http://schemas.microsoft.com/office/drawing/2014/main" id="{7684AB7A-770E-4C0E-A729-4E7C16BD2FE0}"/>
              </a:ext>
            </a:extLst>
          </p:cNvPr>
          <p:cNvSpPr>
            <a:spLocks noGrp="1"/>
          </p:cNvSpPr>
          <p:nvPr>
            <p:ph sz="quarter" idx="19"/>
          </p:nvPr>
        </p:nvSpPr>
        <p:spPr/>
        <p:txBody>
          <a:bodyPr/>
          <a:lstStyle/>
          <a:p>
            <a:pPr marL="0" indent="0" algn="l">
              <a:spcBef>
                <a:spcPts val="0"/>
              </a:spcBef>
              <a:spcAft>
                <a:spcPts val="600"/>
              </a:spcAft>
              <a:buNone/>
            </a:pPr>
            <a:r>
              <a:rPr lang="en-US" sz="2000" i="0">
                <a:effectLst/>
                <a:latin typeface="+mn-lt"/>
              </a:rPr>
              <a:t>There are two types of polymorphism in C# - compile time polymorphism and runtime polymorphism. </a:t>
            </a:r>
          </a:p>
        </p:txBody>
      </p:sp>
      <p:sp>
        <p:nvSpPr>
          <p:cNvPr id="5" name="Oval 4">
            <a:extLst>
              <a:ext uri="{FF2B5EF4-FFF2-40B4-BE49-F238E27FC236}">
                <a16:creationId xmlns:a16="http://schemas.microsoft.com/office/drawing/2014/main" id="{9D6EC82D-619C-4E50-836C-0C4DCFC5CF73}"/>
              </a:ext>
            </a:extLst>
          </p:cNvPr>
          <p:cNvSpPr/>
          <p:nvPr/>
        </p:nvSpPr>
        <p:spPr>
          <a:xfrm>
            <a:off x="4395066" y="2349409"/>
            <a:ext cx="2393576" cy="923364"/>
          </a:xfrm>
          <a:prstGeom prst="ellipse">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a:solidFill>
                  <a:schemeClr val="accent2"/>
                </a:solidFill>
              </a:rPr>
              <a:t>Polymorphism</a:t>
            </a:r>
            <a:endParaRPr lang="en-US" err="1">
              <a:solidFill>
                <a:schemeClr val="accent2"/>
              </a:solidFill>
            </a:endParaRPr>
          </a:p>
        </p:txBody>
      </p:sp>
      <p:sp>
        <p:nvSpPr>
          <p:cNvPr id="6" name="Rectangle: Rounded Corners 5">
            <a:extLst>
              <a:ext uri="{FF2B5EF4-FFF2-40B4-BE49-F238E27FC236}">
                <a16:creationId xmlns:a16="http://schemas.microsoft.com/office/drawing/2014/main" id="{6B6BD8A4-2EE1-402E-BCA2-4A880792CF25}"/>
              </a:ext>
            </a:extLst>
          </p:cNvPr>
          <p:cNvSpPr/>
          <p:nvPr/>
        </p:nvSpPr>
        <p:spPr>
          <a:xfrm>
            <a:off x="2709417" y="3850238"/>
            <a:ext cx="1676400" cy="699247"/>
          </a:xfrm>
          <a:prstGeom prst="roundRect">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accent2"/>
                </a:solidFill>
              </a:rPr>
              <a:t>Static</a:t>
            </a:r>
            <a:endParaRPr lang="en-US" sz="1600" err="1">
              <a:solidFill>
                <a:schemeClr val="accent2"/>
              </a:solidFill>
            </a:endParaRPr>
          </a:p>
        </p:txBody>
      </p:sp>
      <p:sp>
        <p:nvSpPr>
          <p:cNvPr id="7" name="Rectangle: Rounded Corners 6">
            <a:extLst>
              <a:ext uri="{FF2B5EF4-FFF2-40B4-BE49-F238E27FC236}">
                <a16:creationId xmlns:a16="http://schemas.microsoft.com/office/drawing/2014/main" id="{0160F77F-BF14-40B6-956A-A78F998A17C4}"/>
              </a:ext>
            </a:extLst>
          </p:cNvPr>
          <p:cNvSpPr/>
          <p:nvPr/>
        </p:nvSpPr>
        <p:spPr>
          <a:xfrm>
            <a:off x="6788642" y="3856032"/>
            <a:ext cx="1676400" cy="699247"/>
          </a:xfrm>
          <a:prstGeom prst="roundRect">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accent2"/>
                </a:solidFill>
              </a:rPr>
              <a:t>Dynamic</a:t>
            </a:r>
            <a:endParaRPr lang="en-US" sz="1600" err="1">
              <a:solidFill>
                <a:schemeClr val="accent2"/>
              </a:solidFill>
            </a:endParaRPr>
          </a:p>
        </p:txBody>
      </p:sp>
      <p:sp>
        <p:nvSpPr>
          <p:cNvPr id="11" name="Rectangle: Rounded Corners 10">
            <a:extLst>
              <a:ext uri="{FF2B5EF4-FFF2-40B4-BE49-F238E27FC236}">
                <a16:creationId xmlns:a16="http://schemas.microsoft.com/office/drawing/2014/main" id="{0AF5517F-7EBE-414A-8151-A30DC0AEEC37}"/>
              </a:ext>
            </a:extLst>
          </p:cNvPr>
          <p:cNvSpPr/>
          <p:nvPr/>
        </p:nvSpPr>
        <p:spPr>
          <a:xfrm>
            <a:off x="3704202" y="4658835"/>
            <a:ext cx="1860178" cy="699247"/>
          </a:xfrm>
          <a:prstGeom prst="roundRect">
            <a:avLst/>
          </a:prstGeom>
          <a:solidFill>
            <a:srgbClr val="FFC000"/>
          </a:solid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tx1"/>
                </a:solidFill>
              </a:rPr>
              <a:t>Operator overloading</a:t>
            </a:r>
            <a:endParaRPr lang="en-US" sz="1600" err="1">
              <a:solidFill>
                <a:schemeClr val="tx1"/>
              </a:solidFill>
            </a:endParaRPr>
          </a:p>
        </p:txBody>
      </p:sp>
      <p:sp>
        <p:nvSpPr>
          <p:cNvPr id="13" name="Rectangle: Rounded Corners 12">
            <a:extLst>
              <a:ext uri="{FF2B5EF4-FFF2-40B4-BE49-F238E27FC236}">
                <a16:creationId xmlns:a16="http://schemas.microsoft.com/office/drawing/2014/main" id="{CC272792-52FE-44BD-81CD-06700CA716E2}"/>
              </a:ext>
            </a:extLst>
          </p:cNvPr>
          <p:cNvSpPr/>
          <p:nvPr/>
        </p:nvSpPr>
        <p:spPr>
          <a:xfrm>
            <a:off x="6788642" y="4659695"/>
            <a:ext cx="1676400" cy="699247"/>
          </a:xfrm>
          <a:prstGeom prst="roundRect">
            <a:avLst/>
          </a:prstGeom>
          <a:solidFill>
            <a:srgbClr val="FFFF00"/>
          </a:solid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tx1"/>
                </a:solidFill>
              </a:rPr>
              <a:t>Method overriding</a:t>
            </a:r>
            <a:endParaRPr lang="en-US" sz="1600" err="1">
              <a:solidFill>
                <a:schemeClr val="tx1"/>
              </a:solidFill>
            </a:endParaRPr>
          </a:p>
        </p:txBody>
      </p:sp>
      <p:sp>
        <p:nvSpPr>
          <p:cNvPr id="14" name="Rectangle: Rounded Corners 13">
            <a:extLst>
              <a:ext uri="{FF2B5EF4-FFF2-40B4-BE49-F238E27FC236}">
                <a16:creationId xmlns:a16="http://schemas.microsoft.com/office/drawing/2014/main" id="{7BFD2FE5-92BE-4477-986E-54365C0DCABA}"/>
              </a:ext>
            </a:extLst>
          </p:cNvPr>
          <p:cNvSpPr/>
          <p:nvPr/>
        </p:nvSpPr>
        <p:spPr>
          <a:xfrm>
            <a:off x="1515312" y="4659488"/>
            <a:ext cx="1860177" cy="699247"/>
          </a:xfrm>
          <a:prstGeom prst="roundRect">
            <a:avLst/>
          </a:prstGeom>
          <a:solidFill>
            <a:srgbClr val="FFC000"/>
          </a:solid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sz="1600">
                <a:solidFill>
                  <a:schemeClr val="tx1"/>
                </a:solidFill>
              </a:rPr>
              <a:t>Method overloading</a:t>
            </a:r>
            <a:endParaRPr lang="en-US" sz="1600" err="1">
              <a:solidFill>
                <a:schemeClr val="tx1"/>
              </a:solidFill>
            </a:endParaRPr>
          </a:p>
        </p:txBody>
      </p:sp>
      <p:sp>
        <p:nvSpPr>
          <p:cNvPr id="17" name="Arrow: Down 16">
            <a:extLst>
              <a:ext uri="{FF2B5EF4-FFF2-40B4-BE49-F238E27FC236}">
                <a16:creationId xmlns:a16="http://schemas.microsoft.com/office/drawing/2014/main" id="{E5A07C51-F4F1-4D55-9E7A-49C8A08B42B5}"/>
              </a:ext>
            </a:extLst>
          </p:cNvPr>
          <p:cNvSpPr/>
          <p:nvPr/>
        </p:nvSpPr>
        <p:spPr>
          <a:xfrm rot="3049284">
            <a:off x="4089692" y="3141192"/>
            <a:ext cx="394431" cy="482685"/>
          </a:xfrm>
          <a:prstGeom prst="downArrow">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9" name="Arrow: Down 8">
            <a:extLst>
              <a:ext uri="{FF2B5EF4-FFF2-40B4-BE49-F238E27FC236}">
                <a16:creationId xmlns:a16="http://schemas.microsoft.com/office/drawing/2014/main" id="{EC572C31-C226-41D8-8F96-20438B3E7094}"/>
              </a:ext>
            </a:extLst>
          </p:cNvPr>
          <p:cNvSpPr/>
          <p:nvPr/>
        </p:nvSpPr>
        <p:spPr>
          <a:xfrm rot="18743697">
            <a:off x="6700053" y="3138167"/>
            <a:ext cx="394431" cy="482685"/>
          </a:xfrm>
          <a:prstGeom prst="downArrow">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Tree>
    <p:extLst>
      <p:ext uri="{BB962C8B-B14F-4D97-AF65-F5344CB8AC3E}">
        <p14:creationId xmlns:p14="http://schemas.microsoft.com/office/powerpoint/2010/main" val="26205017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41</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VIRTUAL</a:t>
            </a:r>
            <a:r>
              <a:rPr lang="en-US"/>
              <a:t> KEYWORD</a:t>
            </a:r>
            <a:r>
              <a:rPr lang="en-GB"/>
              <a:t> </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Polymorphism</a:t>
            </a:r>
            <a:endParaRPr lang="en-US" b="0" i="0">
              <a:solidFill>
                <a:srgbClr val="212121"/>
              </a:solidFill>
              <a:effectLst/>
            </a:endParaRP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vert="horz" lIns="0" tIns="0" rIns="0" bIns="0" rtlCol="0" anchor="t">
            <a:noAutofit/>
          </a:bodyPr>
          <a:lstStyle/>
          <a:p>
            <a:pPr marL="0" indent="0">
              <a:spcBef>
                <a:spcPts val="0"/>
              </a:spcBef>
              <a:spcAft>
                <a:spcPts val="600"/>
              </a:spcAft>
              <a:buNone/>
            </a:pPr>
            <a:r>
              <a:rPr lang="en-US" sz="2400">
                <a:cs typeface="Calibri"/>
              </a:rPr>
              <a:t>The </a:t>
            </a:r>
            <a:r>
              <a:rPr lang="en-US" sz="2400">
                <a:solidFill>
                  <a:schemeClr val="accent2"/>
                </a:solidFill>
                <a:cs typeface="Calibri"/>
              </a:rPr>
              <a:t>virtual</a:t>
            </a:r>
            <a:r>
              <a:rPr lang="en-US" sz="2400">
                <a:cs typeface="Calibri"/>
              </a:rPr>
              <a:t> keyword is used to modify a method, property, indexer, or event declaration and allow its override in a derived class. </a:t>
            </a:r>
            <a:endParaRPr lang="en-US" sz="2400"/>
          </a:p>
          <a:p>
            <a:pPr marL="0" indent="0">
              <a:spcBef>
                <a:spcPts val="0"/>
              </a:spcBef>
              <a:spcAft>
                <a:spcPts val="600"/>
              </a:spcAft>
              <a:buNone/>
            </a:pPr>
            <a:r>
              <a:rPr lang="en-US" sz="2400"/>
              <a:t>For example, this method can be overridden by any class that inherits it:</a:t>
            </a:r>
          </a:p>
          <a:p>
            <a:pPr marL="0" indent="0">
              <a:spcBef>
                <a:spcPts val="0"/>
              </a:spcBef>
              <a:spcAft>
                <a:spcPts val="0"/>
              </a:spcAft>
              <a:buNone/>
            </a:pPr>
            <a:endParaRPr lang="en-US" sz="2000" noProof="1">
              <a:latin typeface="Consolas" panose="020B0609020204030204" pitchFamily="49" charset="0"/>
            </a:endParaRPr>
          </a:p>
          <a:p>
            <a:pPr marL="0" indent="0">
              <a:spcBef>
                <a:spcPts val="0"/>
              </a:spcBef>
              <a:spcAft>
                <a:spcPts val="0"/>
              </a:spcAft>
              <a:buNone/>
            </a:pPr>
            <a:r>
              <a:rPr lang="en-US" sz="2000" noProof="1">
                <a:latin typeface="+mn-lt"/>
                <a:cs typeface="Calibri"/>
              </a:rPr>
              <a:t>Base class:</a:t>
            </a:r>
          </a:p>
          <a:p>
            <a:pPr marL="0" indent="0">
              <a:spcBef>
                <a:spcPts val="0"/>
              </a:spcBef>
              <a:spcAft>
                <a:spcPts val="0"/>
              </a:spcAft>
              <a:buNone/>
            </a:pPr>
            <a:endParaRPr lang="en-US" sz="1200" noProof="1">
              <a:solidFill>
                <a:srgbClr val="0000FF"/>
              </a:solidFill>
              <a:latin typeface="Consolas" panose="020B0609020204030204" pitchFamily="49" charset="0"/>
            </a:endParaRPr>
          </a:p>
          <a:p>
            <a:pPr marL="0" indent="0">
              <a:spcBef>
                <a:spcPts val="0"/>
              </a:spcBef>
              <a:spcAft>
                <a:spcPts val="0"/>
              </a:spcAft>
              <a:buNone/>
            </a:pPr>
            <a:r>
              <a:rPr lang="en-US" sz="1100" noProof="1">
                <a:solidFill>
                  <a:srgbClr val="0000FF"/>
                </a:solidFill>
                <a:latin typeface="Consolas"/>
                <a:cs typeface="Calibri"/>
              </a:rPr>
              <a:t>internal</a:t>
            </a:r>
            <a:r>
              <a:rPr lang="en-US" sz="1100" noProof="1">
                <a:solidFill>
                  <a:srgbClr val="000000"/>
                </a:solidFill>
                <a:latin typeface="Consolas"/>
                <a:cs typeface="Calibri"/>
              </a:rPr>
              <a:t> </a:t>
            </a:r>
            <a:r>
              <a:rPr lang="en-US" sz="1100" noProof="1">
                <a:solidFill>
                  <a:srgbClr val="0000FF"/>
                </a:solidFill>
                <a:latin typeface="Consolas"/>
                <a:cs typeface="Calibri"/>
              </a:rPr>
              <a:t>abstract</a:t>
            </a:r>
            <a:r>
              <a:rPr lang="en-US" sz="1100" noProof="1">
                <a:solidFill>
                  <a:srgbClr val="000000"/>
                </a:solidFill>
                <a:latin typeface="Consolas"/>
                <a:cs typeface="Calibri"/>
              </a:rPr>
              <a:t> </a:t>
            </a:r>
            <a:r>
              <a:rPr lang="en-US" sz="1100" noProof="1">
                <a:solidFill>
                  <a:srgbClr val="0000FF"/>
                </a:solidFill>
                <a:latin typeface="Consolas"/>
                <a:cs typeface="Calibri"/>
              </a:rPr>
              <a:t>class</a:t>
            </a:r>
            <a:r>
              <a:rPr lang="en-US" sz="1100" noProof="1">
                <a:solidFill>
                  <a:srgbClr val="000000"/>
                </a:solidFill>
                <a:latin typeface="Consolas"/>
                <a:cs typeface="Calibri"/>
              </a:rPr>
              <a:t> </a:t>
            </a:r>
            <a:r>
              <a:rPr lang="en-US" sz="1100" noProof="1">
                <a:solidFill>
                  <a:srgbClr val="2B91AF"/>
                </a:solidFill>
                <a:latin typeface="Consolas"/>
                <a:cs typeface="Calibri"/>
              </a:rPr>
              <a:t>AbstractEmployee</a:t>
            </a:r>
            <a:r>
              <a:rPr lang="en-US" sz="1100" noProof="1">
                <a:solidFill>
                  <a:srgbClr val="000000"/>
                </a:solidFill>
                <a:latin typeface="Consolas"/>
                <a:cs typeface="Calibri"/>
              </a:rPr>
              <a:t> {</a:t>
            </a:r>
          </a:p>
          <a:p>
            <a:pPr marL="0" indent="0">
              <a:spcBef>
                <a:spcPts val="0"/>
              </a:spcBef>
              <a:spcAft>
                <a:spcPts val="0"/>
              </a:spcAft>
              <a:buNone/>
            </a:pPr>
            <a:r>
              <a:rPr lang="en-US" sz="1100" noProof="1">
                <a:solidFill>
                  <a:srgbClr val="000000"/>
                </a:solidFill>
                <a:latin typeface="Consolas"/>
                <a:cs typeface="Calibri"/>
              </a:rPr>
              <a:t>       </a:t>
            </a:r>
            <a:r>
              <a:rPr lang="en-US" sz="1100" noProof="1">
                <a:solidFill>
                  <a:schemeClr val="bg1">
                    <a:lumMod val="75000"/>
                  </a:schemeClr>
                </a:solidFill>
                <a:latin typeface="Consolas"/>
                <a:cs typeface="Calibri"/>
              </a:rPr>
              <a:t>//... other methods and properties</a:t>
            </a:r>
          </a:p>
          <a:p>
            <a:pPr marL="0" indent="0">
              <a:spcBef>
                <a:spcPts val="0"/>
              </a:spcBef>
              <a:spcAft>
                <a:spcPts val="0"/>
              </a:spcAft>
              <a:buNone/>
            </a:pPr>
            <a:r>
              <a:rPr lang="en-US" sz="1100" noProof="1">
                <a:solidFill>
                  <a:srgbClr val="0000FF"/>
                </a:solidFill>
                <a:latin typeface="Consolas"/>
                <a:cs typeface="Calibri"/>
              </a:rPr>
              <a:t>	public</a:t>
            </a:r>
            <a:r>
              <a:rPr lang="en-US" sz="1100" noProof="1">
                <a:solidFill>
                  <a:srgbClr val="000000"/>
                </a:solidFill>
                <a:latin typeface="Consolas"/>
                <a:cs typeface="Calibri"/>
              </a:rPr>
              <a:t> </a:t>
            </a:r>
            <a:r>
              <a:rPr lang="en-US" sz="1100" noProof="1">
                <a:solidFill>
                  <a:srgbClr val="0000FF"/>
                </a:solidFill>
                <a:latin typeface="Consolas"/>
                <a:cs typeface="Calibri"/>
              </a:rPr>
              <a:t>virtual</a:t>
            </a:r>
            <a:r>
              <a:rPr lang="en-US" sz="1100" noProof="1">
                <a:solidFill>
                  <a:srgbClr val="000000"/>
                </a:solidFill>
                <a:latin typeface="Consolas"/>
                <a:cs typeface="Calibri"/>
              </a:rPr>
              <a:t> </a:t>
            </a:r>
            <a:r>
              <a:rPr lang="en-US" sz="1100" noProof="1">
                <a:solidFill>
                  <a:srgbClr val="2B91AF"/>
                </a:solidFill>
                <a:latin typeface="Consolas"/>
                <a:cs typeface="Calibri"/>
              </a:rPr>
              <a:t>DayOfWeek</a:t>
            </a:r>
            <a:r>
              <a:rPr lang="en-US" sz="1100" noProof="1">
                <a:solidFill>
                  <a:srgbClr val="000000"/>
                </a:solidFill>
                <a:latin typeface="Consolas"/>
                <a:cs typeface="Calibri"/>
              </a:rPr>
              <a:t>[] GetWorkSchedule() {</a:t>
            </a:r>
          </a:p>
          <a:p>
            <a:pPr marL="0" indent="0">
              <a:spcBef>
                <a:spcPts val="0"/>
              </a:spcBef>
              <a:spcAft>
                <a:spcPts val="0"/>
              </a:spcAft>
              <a:buNone/>
            </a:pPr>
            <a:r>
              <a:rPr lang="en-US" sz="1100" noProof="1">
                <a:solidFill>
                  <a:srgbClr val="000000"/>
                </a:solidFill>
                <a:latin typeface="Consolas"/>
                <a:cs typeface="Calibri"/>
              </a:rPr>
              <a:t>            </a:t>
            </a:r>
            <a:r>
              <a:rPr lang="en-US" sz="1100" noProof="1">
                <a:solidFill>
                  <a:srgbClr val="0000FF"/>
                </a:solidFill>
                <a:latin typeface="Consolas"/>
                <a:cs typeface="Calibri"/>
              </a:rPr>
              <a:t>return</a:t>
            </a:r>
            <a:r>
              <a:rPr lang="en-US" sz="1100" noProof="1">
                <a:solidFill>
                  <a:srgbClr val="000000"/>
                </a:solidFill>
                <a:latin typeface="Consolas"/>
                <a:cs typeface="Calibri"/>
              </a:rPr>
              <a:t> </a:t>
            </a:r>
            <a:r>
              <a:rPr lang="en-US" sz="1100" noProof="1">
                <a:solidFill>
                  <a:srgbClr val="0000FF"/>
                </a:solidFill>
                <a:latin typeface="Consolas"/>
                <a:cs typeface="Calibri"/>
              </a:rPr>
              <a:t>new</a:t>
            </a:r>
            <a:r>
              <a:rPr lang="en-US" sz="1100" noProof="1">
                <a:solidFill>
                  <a:srgbClr val="000000"/>
                </a:solidFill>
                <a:latin typeface="Consolas"/>
                <a:cs typeface="Calibri"/>
              </a:rPr>
              <a:t> [] {</a:t>
            </a:r>
          </a:p>
          <a:p>
            <a:pPr marL="0" indent="0">
              <a:spcBef>
                <a:spcPts val="0"/>
              </a:spcBef>
              <a:spcAft>
                <a:spcPts val="0"/>
              </a:spcAft>
              <a:buNone/>
            </a:pPr>
            <a:r>
              <a:rPr lang="en-US" sz="1100" noProof="1">
                <a:solidFill>
                  <a:srgbClr val="000000"/>
                </a:solidFill>
                <a:latin typeface="Consolas"/>
                <a:cs typeface="Calibri"/>
              </a:rPr>
              <a:t>                </a:t>
            </a:r>
            <a:r>
              <a:rPr lang="en-US" sz="1100" noProof="1">
                <a:solidFill>
                  <a:srgbClr val="2B91AF"/>
                </a:solidFill>
                <a:latin typeface="Consolas"/>
                <a:cs typeface="Calibri"/>
              </a:rPr>
              <a:t>DayOfWeek</a:t>
            </a:r>
            <a:r>
              <a:rPr lang="en-US" sz="1100" noProof="1">
                <a:solidFill>
                  <a:srgbClr val="000000"/>
                </a:solidFill>
                <a:latin typeface="Consolas"/>
                <a:cs typeface="Calibri"/>
              </a:rPr>
              <a:t>.Monday,</a:t>
            </a:r>
          </a:p>
          <a:p>
            <a:pPr marL="0" indent="0">
              <a:spcBef>
                <a:spcPts val="0"/>
              </a:spcBef>
              <a:spcAft>
                <a:spcPts val="0"/>
              </a:spcAft>
              <a:buNone/>
            </a:pPr>
            <a:r>
              <a:rPr lang="en-US" sz="1100" noProof="1">
                <a:solidFill>
                  <a:srgbClr val="000000"/>
                </a:solidFill>
                <a:latin typeface="Consolas"/>
                <a:cs typeface="Calibri"/>
              </a:rPr>
              <a:t>                </a:t>
            </a:r>
            <a:r>
              <a:rPr lang="en-US" sz="1100" noProof="1">
                <a:solidFill>
                  <a:srgbClr val="2B91AF"/>
                </a:solidFill>
                <a:latin typeface="Consolas"/>
                <a:cs typeface="Calibri"/>
              </a:rPr>
              <a:t>DayOfWeek</a:t>
            </a:r>
            <a:r>
              <a:rPr lang="en-US" sz="1100" noProof="1">
                <a:solidFill>
                  <a:srgbClr val="000000"/>
                </a:solidFill>
                <a:latin typeface="Consolas"/>
                <a:cs typeface="Calibri"/>
              </a:rPr>
              <a:t>.Tuesday,</a:t>
            </a:r>
          </a:p>
          <a:p>
            <a:pPr marL="0" indent="0">
              <a:spcBef>
                <a:spcPts val="0"/>
              </a:spcBef>
              <a:spcAft>
                <a:spcPts val="0"/>
              </a:spcAft>
              <a:buNone/>
            </a:pPr>
            <a:r>
              <a:rPr lang="en-US" sz="1100" noProof="1">
                <a:solidFill>
                  <a:srgbClr val="000000"/>
                </a:solidFill>
                <a:latin typeface="Consolas"/>
                <a:cs typeface="Calibri"/>
              </a:rPr>
              <a:t>                </a:t>
            </a:r>
            <a:r>
              <a:rPr lang="en-US" sz="1100" noProof="1">
                <a:solidFill>
                  <a:srgbClr val="2B91AF"/>
                </a:solidFill>
                <a:latin typeface="Consolas"/>
                <a:cs typeface="Calibri"/>
              </a:rPr>
              <a:t>DayOfWeek</a:t>
            </a:r>
            <a:r>
              <a:rPr lang="en-US" sz="1100" noProof="1">
                <a:solidFill>
                  <a:srgbClr val="000000"/>
                </a:solidFill>
                <a:latin typeface="Consolas"/>
                <a:cs typeface="Calibri"/>
              </a:rPr>
              <a:t>.Wednesday,</a:t>
            </a:r>
          </a:p>
          <a:p>
            <a:pPr marL="0" indent="0">
              <a:spcBef>
                <a:spcPts val="0"/>
              </a:spcBef>
              <a:spcAft>
                <a:spcPts val="0"/>
              </a:spcAft>
              <a:buNone/>
            </a:pPr>
            <a:r>
              <a:rPr lang="en-US" sz="1100" noProof="1">
                <a:solidFill>
                  <a:srgbClr val="000000"/>
                </a:solidFill>
                <a:latin typeface="Consolas"/>
                <a:cs typeface="Calibri"/>
              </a:rPr>
              <a:t>                </a:t>
            </a:r>
            <a:r>
              <a:rPr lang="en-US" sz="1100" noProof="1">
                <a:solidFill>
                  <a:srgbClr val="2B91AF"/>
                </a:solidFill>
                <a:latin typeface="Consolas"/>
                <a:cs typeface="Calibri"/>
              </a:rPr>
              <a:t>DayOfWeek</a:t>
            </a:r>
            <a:r>
              <a:rPr lang="en-US" sz="1100" noProof="1">
                <a:solidFill>
                  <a:srgbClr val="000000"/>
                </a:solidFill>
                <a:latin typeface="Consolas"/>
                <a:cs typeface="Calibri"/>
              </a:rPr>
              <a:t>.Tuesday,</a:t>
            </a:r>
          </a:p>
          <a:p>
            <a:pPr marL="0" indent="0">
              <a:spcBef>
                <a:spcPts val="0"/>
              </a:spcBef>
              <a:spcAft>
                <a:spcPts val="0"/>
              </a:spcAft>
              <a:buNone/>
            </a:pPr>
            <a:r>
              <a:rPr lang="en-US" sz="1100" noProof="1">
                <a:solidFill>
                  <a:srgbClr val="000000"/>
                </a:solidFill>
                <a:latin typeface="Consolas"/>
                <a:cs typeface="Calibri"/>
              </a:rPr>
              <a:t>                </a:t>
            </a:r>
            <a:r>
              <a:rPr lang="en-US" sz="1100" noProof="1">
                <a:solidFill>
                  <a:srgbClr val="2B91AF"/>
                </a:solidFill>
                <a:latin typeface="Consolas"/>
                <a:cs typeface="Calibri"/>
              </a:rPr>
              <a:t>DayOfWeek</a:t>
            </a:r>
            <a:r>
              <a:rPr lang="en-US" sz="1100" noProof="1">
                <a:solidFill>
                  <a:srgbClr val="000000"/>
                </a:solidFill>
                <a:latin typeface="Consolas"/>
                <a:cs typeface="Calibri"/>
              </a:rPr>
              <a:t>.Friday</a:t>
            </a:r>
          </a:p>
          <a:p>
            <a:pPr marL="0" indent="0">
              <a:spcBef>
                <a:spcPts val="0"/>
              </a:spcBef>
              <a:spcAft>
                <a:spcPts val="0"/>
              </a:spcAft>
              <a:buNone/>
            </a:pPr>
            <a:r>
              <a:rPr lang="en-US" sz="1100" noProof="1">
                <a:solidFill>
                  <a:srgbClr val="000000"/>
                </a:solidFill>
                <a:latin typeface="Consolas"/>
                <a:cs typeface="Calibri"/>
              </a:rPr>
              <a:t>            };</a:t>
            </a:r>
          </a:p>
          <a:p>
            <a:pPr marL="0" indent="0">
              <a:spcBef>
                <a:spcPts val="0"/>
              </a:spcBef>
              <a:spcAft>
                <a:spcPts val="0"/>
              </a:spcAft>
              <a:buNone/>
            </a:pPr>
            <a:r>
              <a:rPr lang="en-US" sz="1100" noProof="1">
                <a:solidFill>
                  <a:srgbClr val="000000"/>
                </a:solidFill>
                <a:latin typeface="Consolas"/>
                <a:cs typeface="Calibri"/>
              </a:rPr>
              <a:t>        }</a:t>
            </a:r>
            <a:endParaRPr lang="en-US" sz="1100">
              <a:latin typeface="Consolas"/>
              <a:cs typeface="Calibri"/>
            </a:endParaRPr>
          </a:p>
          <a:p>
            <a:pPr marL="0" indent="0">
              <a:spcBef>
                <a:spcPts val="0"/>
              </a:spcBef>
              <a:spcAft>
                <a:spcPts val="0"/>
              </a:spcAft>
              <a:buNone/>
            </a:pPr>
            <a:r>
              <a:rPr lang="en-US" sz="1100">
                <a:solidFill>
                  <a:srgbClr val="000000"/>
                </a:solidFill>
                <a:latin typeface="Consolas" panose="020B0609020204030204" pitchFamily="49" charset="0"/>
              </a:rPr>
              <a:t>}</a:t>
            </a:r>
          </a:p>
          <a:p>
            <a:pPr marL="0" indent="0">
              <a:buNone/>
            </a:pPr>
            <a:endParaRPr lang="en-US" sz="2400"/>
          </a:p>
        </p:txBody>
      </p:sp>
      <p:sp>
        <p:nvSpPr>
          <p:cNvPr id="9" name="TextBox 8">
            <a:extLst>
              <a:ext uri="{FF2B5EF4-FFF2-40B4-BE49-F238E27FC236}">
                <a16:creationId xmlns:a16="http://schemas.microsoft.com/office/drawing/2014/main" id="{05A44201-417F-40FC-984B-F4B6F4E0E227}"/>
              </a:ext>
            </a:extLst>
          </p:cNvPr>
          <p:cNvSpPr txBox="1"/>
          <p:nvPr/>
        </p:nvSpPr>
        <p:spPr>
          <a:xfrm>
            <a:off x="5757912" y="3003493"/>
            <a:ext cx="6375953" cy="2117923"/>
          </a:xfrm>
          <a:prstGeom prst="rect">
            <a:avLst/>
          </a:prstGeom>
          <a:noFill/>
        </p:spPr>
        <p:txBody>
          <a:bodyPr wrap="square" lIns="0" tIns="0" rIns="0" bIns="0" rtlCol="0">
            <a:noAutofit/>
          </a:bodyPr>
          <a:lstStyle/>
          <a:p>
            <a:endParaRPr lang="en-US" sz="1100" noProof="1">
              <a:solidFill>
                <a:srgbClr val="0000FF"/>
              </a:solidFill>
              <a:latin typeface="Consolas" panose="020B0609020204030204" pitchFamily="49" charset="0"/>
            </a:endParaRPr>
          </a:p>
          <a:p>
            <a:r>
              <a:rPr lang="en-US" sz="2000" noProof="1">
                <a:latin typeface="+mn-lt"/>
                <a:cs typeface="Calibri" panose="020F0502020204030204" pitchFamily="34" charset="0"/>
              </a:rPr>
              <a:t>Derived class:</a:t>
            </a:r>
          </a:p>
          <a:p>
            <a:endParaRPr lang="en-US" sz="1100" noProof="1">
              <a:solidFill>
                <a:srgbClr val="0000FF"/>
              </a:solidFill>
              <a:latin typeface="Consolas" panose="020B0609020204030204" pitchFamily="49" charset="0"/>
            </a:endParaRPr>
          </a:p>
          <a:p>
            <a:r>
              <a:rPr lang="en-US" sz="1100" noProof="1">
                <a:solidFill>
                  <a:srgbClr val="0000FF"/>
                </a:solidFill>
                <a:latin typeface="Consolas" panose="020B0609020204030204" pitchFamily="49" charset="0"/>
              </a:rPr>
              <a:t>internal</a:t>
            </a:r>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sealed</a:t>
            </a:r>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class</a:t>
            </a:r>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CleaningPerson</a:t>
            </a:r>
            <a:r>
              <a:rPr lang="en-US" sz="1100" noProof="1">
                <a:solidFill>
                  <a:srgbClr val="000000"/>
                </a:solidFill>
                <a:latin typeface="Consolas" panose="020B0609020204030204" pitchFamily="49" charset="0"/>
              </a:rPr>
              <a:t> : </a:t>
            </a:r>
            <a:r>
              <a:rPr lang="en-US" sz="1100" noProof="1">
                <a:solidFill>
                  <a:srgbClr val="2B91AF"/>
                </a:solidFill>
                <a:latin typeface="Consolas" panose="020B0609020204030204" pitchFamily="49" charset="0"/>
              </a:rPr>
              <a:t>AbstractEmployee</a:t>
            </a:r>
            <a:r>
              <a:rPr lang="en-US" sz="1100" noProof="1">
                <a:solidFill>
                  <a:srgbClr val="000000"/>
                </a:solidFill>
                <a:latin typeface="Consolas" panose="020B0609020204030204" pitchFamily="49" charset="0"/>
              </a:rPr>
              <a:t> {</a:t>
            </a:r>
          </a:p>
          <a:p>
            <a:r>
              <a:rPr lang="en-US" sz="1100" noProof="1">
                <a:solidFill>
                  <a:schemeClr val="bg1">
                    <a:lumMod val="75000"/>
                  </a:schemeClr>
                </a:solidFill>
                <a:latin typeface="Consolas" panose="020B0609020204030204" pitchFamily="49" charset="0"/>
              </a:rPr>
              <a:t>	//... other methods and properties</a:t>
            </a:r>
            <a:endParaRPr lang="en-US" sz="1100" noProof="1">
              <a:solidFill>
                <a:srgbClr val="000000"/>
              </a:solidFill>
              <a:latin typeface="Consolas" panose="020B0609020204030204" pitchFamily="49" charset="0"/>
            </a:endParaRPr>
          </a:p>
          <a:p>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public</a:t>
            </a:r>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override</a:t>
            </a:r>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DayOfWeek</a:t>
            </a:r>
            <a:r>
              <a:rPr lang="en-US" sz="1100" noProof="1">
                <a:solidFill>
                  <a:srgbClr val="000000"/>
                </a:solidFill>
                <a:latin typeface="Consolas" panose="020B0609020204030204" pitchFamily="49" charset="0"/>
              </a:rPr>
              <a:t>[] GetWorkSchedule() {</a:t>
            </a:r>
          </a:p>
          <a:p>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return</a:t>
            </a:r>
            <a:r>
              <a:rPr lang="en-US" sz="1100" noProof="1">
                <a:solidFill>
                  <a:srgbClr val="000000"/>
                </a:solidFill>
                <a:latin typeface="Consolas" panose="020B0609020204030204" pitchFamily="49" charset="0"/>
              </a:rPr>
              <a:t> </a:t>
            </a:r>
            <a:r>
              <a:rPr lang="en-US" sz="1100" noProof="1">
                <a:solidFill>
                  <a:srgbClr val="0000FF"/>
                </a:solidFill>
                <a:latin typeface="Consolas" panose="020B0609020204030204" pitchFamily="49" charset="0"/>
              </a:rPr>
              <a:t>new</a:t>
            </a:r>
            <a:r>
              <a:rPr lang="en-US" sz="1100" noProof="1">
                <a:solidFill>
                  <a:srgbClr val="000000"/>
                </a:solidFill>
                <a:latin typeface="Consolas" panose="020B0609020204030204" pitchFamily="49" charset="0"/>
              </a:rPr>
              <a:t> [] {</a:t>
            </a:r>
          </a:p>
          <a:p>
            <a:r>
              <a:rPr lang="en-US" sz="1100" noProof="1">
                <a:solidFill>
                  <a:srgbClr val="000000"/>
                </a:solidFill>
                <a:latin typeface="Consolas" panose="020B0609020204030204" pitchFamily="49" charset="0"/>
              </a:rPr>
              <a:t>                </a:t>
            </a:r>
            <a:r>
              <a:rPr lang="en-US" sz="1100" noProof="1">
                <a:solidFill>
                  <a:srgbClr val="2B91AF"/>
                </a:solidFill>
                <a:latin typeface="Consolas" panose="020B0609020204030204" pitchFamily="49" charset="0"/>
              </a:rPr>
              <a:t>DayOfWeek</a:t>
            </a:r>
            <a:r>
              <a:rPr lang="en-US" sz="1100" noProof="1">
                <a:solidFill>
                  <a:srgbClr val="000000"/>
                </a:solidFill>
                <a:latin typeface="Consolas" panose="020B0609020204030204" pitchFamily="49" charset="0"/>
              </a:rPr>
              <a:t>.Tuesday, </a:t>
            </a:r>
            <a:r>
              <a:rPr lang="en-US" sz="1100" noProof="1">
                <a:solidFill>
                  <a:srgbClr val="2B91AF"/>
                </a:solidFill>
                <a:latin typeface="Consolas" panose="020B0609020204030204" pitchFamily="49" charset="0"/>
              </a:rPr>
              <a:t>DayOfWeek</a:t>
            </a:r>
            <a:r>
              <a:rPr lang="en-US" sz="1100" noProof="1">
                <a:solidFill>
                  <a:srgbClr val="000000"/>
                </a:solidFill>
                <a:latin typeface="Consolas" panose="020B0609020204030204" pitchFamily="49" charset="0"/>
              </a:rPr>
              <a:t>.Wednesday, </a:t>
            </a:r>
            <a:r>
              <a:rPr lang="en-US" sz="1100" noProof="1">
                <a:solidFill>
                  <a:srgbClr val="2B91AF"/>
                </a:solidFill>
                <a:latin typeface="Consolas" panose="020B0609020204030204" pitchFamily="49" charset="0"/>
              </a:rPr>
              <a:t>DayOfWeek</a:t>
            </a:r>
            <a:r>
              <a:rPr lang="en-US" sz="1100" noProof="1">
                <a:solidFill>
                  <a:srgbClr val="000000"/>
                </a:solidFill>
                <a:latin typeface="Consolas" panose="020B0609020204030204" pitchFamily="49" charset="0"/>
              </a:rPr>
              <a:t>.Friday</a:t>
            </a:r>
          </a:p>
          <a:p>
            <a:r>
              <a:rPr lang="en-US" sz="1100" noProof="1">
                <a:solidFill>
                  <a:srgbClr val="000000"/>
                </a:solidFill>
                <a:latin typeface="Consolas" panose="020B0609020204030204" pitchFamily="49" charset="0"/>
              </a:rPr>
              <a:t>            };</a:t>
            </a:r>
          </a:p>
          <a:p>
            <a:r>
              <a:rPr lang="en-US" sz="1100" noProof="1">
                <a:solidFill>
                  <a:srgbClr val="000000"/>
                </a:solidFill>
                <a:latin typeface="Consolas" panose="020B0609020204030204" pitchFamily="49" charset="0"/>
              </a:rPr>
              <a:t>        }</a:t>
            </a:r>
          </a:p>
          <a:p>
            <a:r>
              <a:rPr lang="en-US" sz="1100" noProof="1">
                <a:solidFill>
                  <a:srgbClr val="000000"/>
                </a:solidFill>
                <a:latin typeface="Consolas" panose="020B0609020204030204" pitchFamily="49" charset="0"/>
              </a:rPr>
              <a:t>}</a:t>
            </a:r>
          </a:p>
          <a:p>
            <a:endParaRPr lang="en-US" sz="1050" noProof="1">
              <a:latin typeface="+mn-lt"/>
            </a:endParaRPr>
          </a:p>
        </p:txBody>
      </p:sp>
      <p:sp>
        <p:nvSpPr>
          <p:cNvPr id="10" name="TextBox 9">
            <a:extLst>
              <a:ext uri="{FF2B5EF4-FFF2-40B4-BE49-F238E27FC236}">
                <a16:creationId xmlns:a16="http://schemas.microsoft.com/office/drawing/2014/main" id="{35F538E1-3839-4295-9BAC-325AABB1B901}"/>
              </a:ext>
            </a:extLst>
          </p:cNvPr>
          <p:cNvSpPr txBox="1"/>
          <p:nvPr/>
        </p:nvSpPr>
        <p:spPr>
          <a:xfrm>
            <a:off x="5640456" y="8825948"/>
            <a:ext cx="914400" cy="9144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
        <p:nvSpPr>
          <p:cNvPr id="11" name="TextBox 10">
            <a:extLst>
              <a:ext uri="{FF2B5EF4-FFF2-40B4-BE49-F238E27FC236}">
                <a16:creationId xmlns:a16="http://schemas.microsoft.com/office/drawing/2014/main" id="{4120285B-0541-427F-A522-47B6558AC860}"/>
              </a:ext>
            </a:extLst>
          </p:cNvPr>
          <p:cNvSpPr txBox="1"/>
          <p:nvPr/>
        </p:nvSpPr>
        <p:spPr>
          <a:xfrm>
            <a:off x="8875643" y="8955157"/>
            <a:ext cx="914400" cy="91440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cxnSp>
        <p:nvCxnSpPr>
          <p:cNvPr id="12" name="Straight Arrow Connector 11">
            <a:extLst>
              <a:ext uri="{FF2B5EF4-FFF2-40B4-BE49-F238E27FC236}">
                <a16:creationId xmlns:a16="http://schemas.microsoft.com/office/drawing/2014/main" id="{68E21DAF-431B-446F-A819-0B02DD80C262}"/>
              </a:ext>
            </a:extLst>
          </p:cNvPr>
          <p:cNvCxnSpPr>
            <a:cxnSpLocks/>
          </p:cNvCxnSpPr>
          <p:nvPr/>
        </p:nvCxnSpPr>
        <p:spPr>
          <a:xfrm flipH="1" flipV="1">
            <a:off x="3856381" y="4562541"/>
            <a:ext cx="1457608" cy="763529"/>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3" name="Straight Arrow Connector 12">
            <a:extLst>
              <a:ext uri="{FF2B5EF4-FFF2-40B4-BE49-F238E27FC236}">
                <a16:creationId xmlns:a16="http://schemas.microsoft.com/office/drawing/2014/main" id="{C4BA25D0-C853-4E6D-8F53-1523C41A390D}"/>
              </a:ext>
            </a:extLst>
          </p:cNvPr>
          <p:cNvCxnSpPr>
            <a:cxnSpLocks/>
          </p:cNvCxnSpPr>
          <p:nvPr/>
        </p:nvCxnSpPr>
        <p:spPr>
          <a:xfrm flipV="1">
            <a:off x="6970773" y="4653481"/>
            <a:ext cx="588871" cy="672589"/>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14" name="TextBox 13">
            <a:extLst>
              <a:ext uri="{FF2B5EF4-FFF2-40B4-BE49-F238E27FC236}">
                <a16:creationId xmlns:a16="http://schemas.microsoft.com/office/drawing/2014/main" id="{738F0D6A-2D29-4159-946F-F1AF5A5F41DD}"/>
              </a:ext>
            </a:extLst>
          </p:cNvPr>
          <p:cNvSpPr txBox="1"/>
          <p:nvPr/>
        </p:nvSpPr>
        <p:spPr>
          <a:xfrm>
            <a:off x="3531064" y="5488524"/>
            <a:ext cx="6391137" cy="626952"/>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a:latin typeface="+mn-lt"/>
              </a:rPr>
              <a:t>A virtual keyword allows to override method DoJob </a:t>
            </a:r>
          </a:p>
          <a:p>
            <a:pPr marL="0" indent="0" defTabSz="179388">
              <a:buClr>
                <a:srgbClr val="00DEE6"/>
              </a:buClr>
              <a:buFont typeface="Arial" panose="020B0604020202020204" pitchFamily="34" charset="0"/>
              <a:buNone/>
            </a:pPr>
            <a:r>
              <a:rPr lang="en-US">
                <a:latin typeface="+mn-lt"/>
              </a:rPr>
              <a:t>implemented in base class - </a:t>
            </a:r>
            <a:r>
              <a:rPr lang="en-US">
                <a:solidFill>
                  <a:srgbClr val="2B91AF"/>
                </a:solidFill>
                <a:latin typeface="Consolas" panose="020B0609020204030204" pitchFamily="49" charset="0"/>
                <a:cs typeface="Calibri" panose="020F0502020204030204" pitchFamily="34" charset="0"/>
              </a:rPr>
              <a:t>AbstractEmployee</a:t>
            </a:r>
            <a:endParaRPr lang="en-US">
              <a:latin typeface="+mn-lt"/>
            </a:endParaRPr>
          </a:p>
        </p:txBody>
      </p:sp>
    </p:spTree>
    <p:extLst>
      <p:ext uri="{BB962C8B-B14F-4D97-AF65-F5344CB8AC3E}">
        <p14:creationId xmlns:p14="http://schemas.microsoft.com/office/powerpoint/2010/main" val="17090602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42</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OVERRIDE</a:t>
            </a:r>
            <a:r>
              <a:rPr lang="en-US"/>
              <a:t> KEYWORD</a:t>
            </a:r>
            <a:r>
              <a:rPr lang="en-GB"/>
              <a:t> </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Polymorphism</a:t>
            </a:r>
            <a:endParaRPr lang="en-US" b="0" i="0">
              <a:solidFill>
                <a:srgbClr val="212121"/>
              </a:solidFill>
              <a:effectLst/>
            </a:endParaRP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spcBef>
                <a:spcPts val="0"/>
              </a:spcBef>
              <a:spcAft>
                <a:spcPts val="0"/>
              </a:spcAft>
              <a:buNone/>
            </a:pPr>
            <a:r>
              <a:rPr lang="en-US" sz="2400" noProof="1"/>
              <a:t>The </a:t>
            </a:r>
            <a:r>
              <a:rPr lang="en-US" sz="2400" noProof="1">
                <a:solidFill>
                  <a:schemeClr val="accent2"/>
                </a:solidFill>
              </a:rPr>
              <a:t>override</a:t>
            </a:r>
            <a:r>
              <a:rPr lang="en-US" sz="2400" noProof="1"/>
              <a:t> modifier is required to extend or modify the abstract or virtual implementation of an inherited method, property, indexer, or event.</a:t>
            </a:r>
          </a:p>
          <a:p>
            <a:pPr marL="0" indent="0">
              <a:spcBef>
                <a:spcPts val="0"/>
              </a:spcBef>
              <a:spcAft>
                <a:spcPts val="0"/>
              </a:spcAft>
              <a:buNone/>
            </a:pPr>
            <a:endParaRPr lang="en-US" sz="2000" noProof="1">
              <a:latin typeface="Consolas" panose="020B0609020204030204" pitchFamily="49" charset="0"/>
            </a:endParaRPr>
          </a:p>
          <a:p>
            <a:pPr marL="0" indent="0">
              <a:spcBef>
                <a:spcPts val="0"/>
              </a:spcBef>
              <a:spcAft>
                <a:spcPts val="0"/>
              </a:spcAft>
              <a:buNone/>
            </a:pPr>
            <a:r>
              <a:rPr lang="en-US" sz="2000" noProof="1">
                <a:latin typeface="+mn-lt"/>
              </a:rPr>
              <a:t>Base class:</a:t>
            </a:r>
            <a:endParaRPr lang="en-US" sz="1200" noProof="1">
              <a:solidFill>
                <a:srgbClr val="0000FF"/>
              </a:solidFill>
              <a:latin typeface="+mn-lt"/>
            </a:endParaRPr>
          </a:p>
          <a:p>
            <a:pPr marL="0" indent="0">
              <a:spcBef>
                <a:spcPts val="0"/>
              </a:spcBef>
              <a:spcAft>
                <a:spcPts val="0"/>
              </a:spcAft>
              <a:buNone/>
            </a:pPr>
            <a:endParaRPr lang="en-US" sz="1200" noProof="1">
              <a:solidFill>
                <a:srgbClr val="0000FF"/>
              </a:solidFill>
              <a:latin typeface="Consolas" panose="020B0609020204030204" pitchFamily="49" charset="0"/>
            </a:endParaRPr>
          </a:p>
          <a:p>
            <a:pPr marL="0" indent="0">
              <a:spcBef>
                <a:spcPts val="0"/>
              </a:spcBef>
              <a:spcAft>
                <a:spcPts val="0"/>
              </a:spcAft>
              <a:buNone/>
            </a:pPr>
            <a:r>
              <a:rPr lang="en-US" sz="1200" noProof="1">
                <a:solidFill>
                  <a:srgbClr val="0000FF"/>
                </a:solidFill>
                <a:latin typeface="Consolas" panose="020B0609020204030204" pitchFamily="49" charset="0"/>
              </a:rPr>
              <a:t>internal</a:t>
            </a: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abstract</a:t>
            </a: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class</a:t>
            </a:r>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AbstractEmployee</a:t>
            </a:r>
            <a:r>
              <a:rPr lang="en-US" sz="1200" noProof="1">
                <a:solidFill>
                  <a:srgbClr val="000000"/>
                </a:solidFill>
                <a:latin typeface="Consolas" panose="020B0609020204030204" pitchFamily="49" charset="0"/>
              </a:rPr>
              <a:t> {</a:t>
            </a:r>
          </a:p>
          <a:p>
            <a:pPr marL="0" indent="0">
              <a:spcBef>
                <a:spcPts val="0"/>
              </a:spcBef>
              <a:spcAft>
                <a:spcPts val="0"/>
              </a:spcAft>
              <a:buNone/>
            </a:pPr>
            <a:r>
              <a:rPr lang="en-US" sz="1200" noProof="1">
                <a:solidFill>
                  <a:srgbClr val="000000"/>
                </a:solidFill>
                <a:latin typeface="Consolas" panose="020B0609020204030204" pitchFamily="49" charset="0"/>
              </a:rPr>
              <a:t>       </a:t>
            </a:r>
            <a:r>
              <a:rPr lang="en-US" sz="1200" noProof="1">
                <a:solidFill>
                  <a:schemeClr val="bg1">
                    <a:lumMod val="75000"/>
                  </a:schemeClr>
                </a:solidFill>
                <a:latin typeface="Consolas" panose="020B0609020204030204" pitchFamily="49" charset="0"/>
              </a:rPr>
              <a:t>//... other methods and properties</a:t>
            </a:r>
          </a:p>
          <a:p>
            <a:pPr marL="0" indent="0">
              <a:spcBef>
                <a:spcPts val="0"/>
              </a:spcBef>
              <a:spcAft>
                <a:spcPts val="0"/>
              </a:spcAft>
              <a:buNone/>
            </a:pPr>
            <a:r>
              <a:rPr lang="en-US" sz="1200" noProof="1">
                <a:solidFill>
                  <a:srgbClr val="0000FF"/>
                </a:solidFill>
                <a:latin typeface="Consolas" panose="020B0609020204030204" pitchFamily="49" charset="0"/>
              </a:rPr>
              <a:t>	public</a:t>
            </a: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abstract</a:t>
            </a: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void</a:t>
            </a:r>
            <a:r>
              <a:rPr lang="en-US" sz="1200" noProof="1">
                <a:solidFill>
                  <a:srgbClr val="000000"/>
                </a:solidFill>
                <a:latin typeface="Consolas" panose="020B0609020204030204" pitchFamily="49" charset="0"/>
              </a:rPr>
              <a:t> DoJob()</a:t>
            </a:r>
          </a:p>
          <a:p>
            <a:pPr marL="0" indent="0">
              <a:spcBef>
                <a:spcPts val="0"/>
              </a:spcBef>
              <a:spcAft>
                <a:spcPts val="0"/>
              </a:spcAft>
              <a:buNone/>
            </a:pPr>
            <a:r>
              <a:rPr lang="en-US" sz="1200" noProof="1">
                <a:solidFill>
                  <a:srgbClr val="000000"/>
                </a:solidFill>
                <a:latin typeface="Consolas" panose="020B0609020204030204" pitchFamily="49" charset="0"/>
              </a:rPr>
              <a:t>}</a:t>
            </a:r>
            <a:endParaRPr lang="en-US" sz="1600" noProof="1"/>
          </a:p>
          <a:p>
            <a:pPr marL="0" indent="0">
              <a:buNone/>
            </a:pPr>
            <a:endParaRPr lang="en-US" sz="2400"/>
          </a:p>
          <a:p>
            <a:pPr marL="0" indent="0">
              <a:buNone/>
            </a:pPr>
            <a:endParaRPr lang="en-US" sz="2400"/>
          </a:p>
          <a:p>
            <a:pPr marL="0" indent="0">
              <a:buNone/>
            </a:pPr>
            <a:endParaRPr lang="en-US" sz="2400"/>
          </a:p>
        </p:txBody>
      </p:sp>
      <p:sp>
        <p:nvSpPr>
          <p:cNvPr id="9" name="TextBox 8">
            <a:extLst>
              <a:ext uri="{FF2B5EF4-FFF2-40B4-BE49-F238E27FC236}">
                <a16:creationId xmlns:a16="http://schemas.microsoft.com/office/drawing/2014/main" id="{05A44201-417F-40FC-984B-F4B6F4E0E227}"/>
              </a:ext>
            </a:extLst>
          </p:cNvPr>
          <p:cNvSpPr txBox="1"/>
          <p:nvPr/>
        </p:nvSpPr>
        <p:spPr>
          <a:xfrm>
            <a:off x="4956313" y="2646509"/>
            <a:ext cx="7042610" cy="3085424"/>
          </a:xfrm>
          <a:prstGeom prst="rect">
            <a:avLst/>
          </a:prstGeom>
          <a:noFill/>
        </p:spPr>
        <p:txBody>
          <a:bodyPr wrap="square" lIns="0" tIns="0" rIns="0" bIns="0" rtlCol="0">
            <a:noAutofit/>
          </a:bodyPr>
          <a:lstStyle/>
          <a:p>
            <a:pPr>
              <a:spcBef>
                <a:spcPts val="0"/>
              </a:spcBef>
              <a:spcAft>
                <a:spcPts val="0"/>
              </a:spcAft>
              <a:buClr>
                <a:schemeClr val="accent2"/>
              </a:buClr>
              <a:buSzPct val="100000"/>
            </a:pPr>
            <a:r>
              <a:rPr lang="en-US" sz="2000" noProof="1">
                <a:latin typeface="+mn-lt"/>
                <a:cs typeface="Calibri" panose="020F0502020204030204" pitchFamily="34" charset="0"/>
              </a:rPr>
              <a:t>Derived class:</a:t>
            </a:r>
          </a:p>
          <a:p>
            <a:endParaRPr lang="en-US" sz="1100" noProof="1">
              <a:solidFill>
                <a:srgbClr val="0000FF"/>
              </a:solidFill>
              <a:latin typeface="Consolas" panose="020B0609020204030204" pitchFamily="49" charset="0"/>
            </a:endParaRPr>
          </a:p>
          <a:p>
            <a:r>
              <a:rPr lang="en-US" sz="1200" noProof="1">
                <a:solidFill>
                  <a:srgbClr val="0000FF"/>
                </a:solidFill>
                <a:latin typeface="Consolas" panose="020B0609020204030204" pitchFamily="49" charset="0"/>
              </a:rPr>
              <a:t>internal</a:t>
            </a: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sealed</a:t>
            </a: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class</a:t>
            </a:r>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CleaningPerson</a:t>
            </a:r>
            <a:r>
              <a:rPr lang="en-US" sz="1200" noProof="1">
                <a:solidFill>
                  <a:srgbClr val="000000"/>
                </a:solidFill>
                <a:latin typeface="Consolas" panose="020B0609020204030204" pitchFamily="49" charset="0"/>
              </a:rPr>
              <a:t> : </a:t>
            </a:r>
            <a:r>
              <a:rPr lang="en-US" sz="1200" noProof="1">
                <a:solidFill>
                  <a:srgbClr val="2B91AF"/>
                </a:solidFill>
                <a:latin typeface="Consolas" panose="020B0609020204030204" pitchFamily="49" charset="0"/>
              </a:rPr>
              <a:t>AbstractEmployee</a:t>
            </a:r>
            <a:r>
              <a:rPr lang="en-US" sz="1200" noProof="1">
                <a:solidFill>
                  <a:srgbClr val="000000"/>
                </a:solidFill>
                <a:latin typeface="Consolas" panose="020B0609020204030204" pitchFamily="49" charset="0"/>
              </a:rPr>
              <a:t> {</a:t>
            </a:r>
          </a:p>
          <a:p>
            <a:pPr marL="0" indent="0">
              <a:spcBef>
                <a:spcPts val="0"/>
              </a:spcBef>
              <a:spcAft>
                <a:spcPts val="0"/>
              </a:spcAft>
              <a:buNone/>
            </a:pPr>
            <a:r>
              <a:rPr lang="en-US" sz="1200" noProof="1">
                <a:solidFill>
                  <a:srgbClr val="000000"/>
                </a:solidFill>
                <a:latin typeface="Consolas" panose="020B0609020204030204" pitchFamily="49" charset="0"/>
              </a:rPr>
              <a:t>        </a:t>
            </a:r>
            <a:r>
              <a:rPr lang="en-US" sz="1200" noProof="1">
                <a:solidFill>
                  <a:schemeClr val="bg1">
                    <a:lumMod val="75000"/>
                  </a:schemeClr>
                </a:solidFill>
                <a:latin typeface="Consolas" panose="020B0609020204030204" pitchFamily="49" charset="0"/>
                <a:cs typeface="Calibri" panose="020F0502020204030204" pitchFamily="34" charset="0"/>
              </a:rPr>
              <a:t>//... other methods and properties</a:t>
            </a:r>
          </a:p>
          <a:p>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public</a:t>
            </a: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override</a:t>
            </a: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void</a:t>
            </a:r>
            <a:r>
              <a:rPr lang="en-US" sz="1200" noProof="1">
                <a:solidFill>
                  <a:srgbClr val="000000"/>
                </a:solidFill>
                <a:latin typeface="Consolas" panose="020B0609020204030204" pitchFamily="49" charset="0"/>
              </a:rPr>
              <a:t> DoJob() {</a:t>
            </a:r>
          </a:p>
          <a:p>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Console</a:t>
            </a:r>
            <a:r>
              <a:rPr lang="en-US" sz="1200" noProof="1">
                <a:solidFill>
                  <a:srgbClr val="000000"/>
                </a:solidFill>
                <a:latin typeface="Consolas" panose="020B0609020204030204" pitchFamily="49" charset="0"/>
              </a:rPr>
              <a:t>.WriteLine(</a:t>
            </a:r>
            <a:r>
              <a:rPr lang="en-US" sz="1200" noProof="1">
                <a:solidFill>
                  <a:srgbClr val="A31515"/>
                </a:solidFill>
                <a:latin typeface="Consolas" panose="020B0609020204030204" pitchFamily="49" charset="0"/>
              </a:rPr>
              <a:t>$"</a:t>
            </a:r>
            <a:r>
              <a:rPr lang="en-US" sz="1200" noProof="1">
                <a:solidFill>
                  <a:srgbClr val="000000"/>
                </a:solidFill>
                <a:latin typeface="Consolas" panose="020B0609020204030204" pitchFamily="49" charset="0"/>
              </a:rPr>
              <a:t>{</a:t>
            </a:r>
            <a:r>
              <a:rPr lang="en-US" sz="1200" noProof="1">
                <a:solidFill>
                  <a:srgbClr val="0000FF"/>
                </a:solidFill>
                <a:latin typeface="Consolas" panose="020B0609020204030204" pitchFamily="49" charset="0"/>
              </a:rPr>
              <a:t>this</a:t>
            </a:r>
            <a:r>
              <a:rPr lang="en-US" sz="1200" noProof="1">
                <a:solidFill>
                  <a:srgbClr val="000000"/>
                </a:solidFill>
                <a:latin typeface="Consolas" panose="020B0609020204030204" pitchFamily="49" charset="0"/>
              </a:rPr>
              <a:t>}</a:t>
            </a:r>
            <a:r>
              <a:rPr lang="en-US" sz="1200" noProof="1">
                <a:solidFill>
                  <a:srgbClr val="A31515"/>
                </a:solidFill>
                <a:latin typeface="Consolas" panose="020B0609020204030204" pitchFamily="49" charset="0"/>
              </a:rPr>
              <a:t> - cleans the floor."</a:t>
            </a:r>
            <a:r>
              <a:rPr lang="en-US" sz="1200" noProof="1">
                <a:solidFill>
                  <a:srgbClr val="000000"/>
                </a:solidFill>
                <a:latin typeface="Consolas" panose="020B0609020204030204" pitchFamily="49" charset="0"/>
              </a:rPr>
              <a:t>);</a:t>
            </a:r>
          </a:p>
          <a:p>
            <a:r>
              <a:rPr lang="en-US" sz="1200" noProof="1">
                <a:solidFill>
                  <a:srgbClr val="000000"/>
                </a:solidFill>
                <a:latin typeface="Consolas" panose="020B0609020204030204" pitchFamily="49" charset="0"/>
              </a:rPr>
              <a:t>        }</a:t>
            </a:r>
          </a:p>
          <a:p>
            <a:r>
              <a:rPr lang="en-US" sz="1200" noProof="1">
                <a:solidFill>
                  <a:srgbClr val="000000"/>
                </a:solidFill>
                <a:latin typeface="Consolas" panose="020B0609020204030204" pitchFamily="49" charset="0"/>
              </a:rPr>
              <a:t>    }</a:t>
            </a:r>
            <a:endParaRPr lang="en-US" sz="1000" noProof="1">
              <a:latin typeface="+mn-lt"/>
            </a:endParaRPr>
          </a:p>
        </p:txBody>
      </p:sp>
      <p:sp>
        <p:nvSpPr>
          <p:cNvPr id="10" name="TextBox 9">
            <a:extLst>
              <a:ext uri="{FF2B5EF4-FFF2-40B4-BE49-F238E27FC236}">
                <a16:creationId xmlns:a16="http://schemas.microsoft.com/office/drawing/2014/main" id="{35F538E1-3839-4295-9BAC-325AABB1B901}"/>
              </a:ext>
            </a:extLst>
          </p:cNvPr>
          <p:cNvSpPr txBox="1"/>
          <p:nvPr/>
        </p:nvSpPr>
        <p:spPr>
          <a:xfrm>
            <a:off x="5640456" y="8825948"/>
            <a:ext cx="914400" cy="9144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
        <p:nvSpPr>
          <p:cNvPr id="11" name="TextBox 10">
            <a:extLst>
              <a:ext uri="{FF2B5EF4-FFF2-40B4-BE49-F238E27FC236}">
                <a16:creationId xmlns:a16="http://schemas.microsoft.com/office/drawing/2014/main" id="{4120285B-0541-427F-A522-47B6558AC860}"/>
              </a:ext>
            </a:extLst>
          </p:cNvPr>
          <p:cNvSpPr txBox="1"/>
          <p:nvPr/>
        </p:nvSpPr>
        <p:spPr>
          <a:xfrm>
            <a:off x="8875643" y="8955157"/>
            <a:ext cx="914400" cy="91440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cxnSp>
        <p:nvCxnSpPr>
          <p:cNvPr id="7" name="Straight Arrow Connector 6">
            <a:extLst>
              <a:ext uri="{FF2B5EF4-FFF2-40B4-BE49-F238E27FC236}">
                <a16:creationId xmlns:a16="http://schemas.microsoft.com/office/drawing/2014/main" id="{690B42CB-4ACF-4604-B9BA-EB35A9FAD029}"/>
              </a:ext>
            </a:extLst>
          </p:cNvPr>
          <p:cNvCxnSpPr>
            <a:cxnSpLocks/>
          </p:cNvCxnSpPr>
          <p:nvPr/>
        </p:nvCxnSpPr>
        <p:spPr>
          <a:xfrm flipH="1" flipV="1">
            <a:off x="2308634" y="3784349"/>
            <a:ext cx="1457608" cy="763529"/>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cxnSp>
        <p:nvCxnSpPr>
          <p:cNvPr id="14" name="Straight Arrow Connector 13">
            <a:extLst>
              <a:ext uri="{FF2B5EF4-FFF2-40B4-BE49-F238E27FC236}">
                <a16:creationId xmlns:a16="http://schemas.microsoft.com/office/drawing/2014/main" id="{21F8FE6F-DED2-46DF-91D1-8FD4DD8BA048}"/>
              </a:ext>
            </a:extLst>
          </p:cNvPr>
          <p:cNvCxnSpPr>
            <a:cxnSpLocks/>
          </p:cNvCxnSpPr>
          <p:nvPr/>
        </p:nvCxnSpPr>
        <p:spPr>
          <a:xfrm flipV="1">
            <a:off x="5423026" y="4003762"/>
            <a:ext cx="968721" cy="544116"/>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18" name="TextBox 17">
            <a:extLst>
              <a:ext uri="{FF2B5EF4-FFF2-40B4-BE49-F238E27FC236}">
                <a16:creationId xmlns:a16="http://schemas.microsoft.com/office/drawing/2014/main" id="{316C71D2-ECFC-4F9D-9FF2-B36D7EF416EE}"/>
              </a:ext>
            </a:extLst>
          </p:cNvPr>
          <p:cNvSpPr txBox="1"/>
          <p:nvPr/>
        </p:nvSpPr>
        <p:spPr>
          <a:xfrm>
            <a:off x="1983317" y="4710332"/>
            <a:ext cx="6391137" cy="626952"/>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r>
              <a:rPr lang="en-US">
                <a:latin typeface="+mn-lt"/>
              </a:rPr>
              <a:t>An abstract method </a:t>
            </a:r>
            <a:r>
              <a:rPr lang="en-US" err="1">
                <a:latin typeface="+mn-lt"/>
              </a:rPr>
              <a:t>DoJob</a:t>
            </a:r>
            <a:r>
              <a:rPr lang="en-US">
                <a:latin typeface="+mn-lt"/>
              </a:rPr>
              <a:t> in base class - </a:t>
            </a:r>
            <a:r>
              <a:rPr lang="en-US" err="1">
                <a:solidFill>
                  <a:srgbClr val="2B91AF"/>
                </a:solidFill>
                <a:latin typeface="Consolas" panose="020B0609020204030204" pitchFamily="49" charset="0"/>
                <a:cs typeface="Calibri" panose="020F0502020204030204" pitchFamily="34" charset="0"/>
              </a:rPr>
              <a:t>AbstractEmployee</a:t>
            </a:r>
            <a:r>
              <a:rPr lang="en-US">
                <a:latin typeface="+mn-lt"/>
              </a:rPr>
              <a:t> </a:t>
            </a:r>
          </a:p>
          <a:p>
            <a:pPr marL="0" indent="0" defTabSz="179388">
              <a:buClr>
                <a:srgbClr val="00DEE6"/>
              </a:buClr>
              <a:buFont typeface="Arial" panose="020B0604020202020204" pitchFamily="34" charset="0"/>
              <a:buNone/>
            </a:pPr>
            <a:r>
              <a:rPr lang="en-US" err="1">
                <a:latin typeface="+mn-lt"/>
              </a:rPr>
              <a:t>i</a:t>
            </a:r>
            <a:r>
              <a:rPr lang="en-GB">
                <a:latin typeface="+mn-lt"/>
              </a:rPr>
              <a:t>s </a:t>
            </a:r>
            <a:r>
              <a:rPr lang="en-US">
                <a:latin typeface="+mn-lt"/>
              </a:rPr>
              <a:t>implemented in a derived class - </a:t>
            </a:r>
            <a:r>
              <a:rPr lang="en-US">
                <a:solidFill>
                  <a:srgbClr val="2B91AF"/>
                </a:solidFill>
                <a:latin typeface="Consolas" panose="020B0609020204030204" pitchFamily="49" charset="0"/>
                <a:cs typeface="Calibri" panose="020F0502020204030204" pitchFamily="34" charset="0"/>
              </a:rPr>
              <a:t>CleaningPerson</a:t>
            </a:r>
          </a:p>
        </p:txBody>
      </p:sp>
    </p:spTree>
    <p:extLst>
      <p:ext uri="{BB962C8B-B14F-4D97-AF65-F5344CB8AC3E}">
        <p14:creationId xmlns:p14="http://schemas.microsoft.com/office/powerpoint/2010/main" val="32615853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43</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OVERRIDE</a:t>
            </a:r>
            <a:r>
              <a:rPr lang="en-US"/>
              <a:t> KEYWORD, EXAMPLE</a:t>
            </a:r>
            <a:r>
              <a:rPr lang="en-GB"/>
              <a:t> </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Polymorphism</a:t>
            </a:r>
            <a:endParaRPr lang="en-US" b="0" i="0">
              <a:solidFill>
                <a:srgbClr val="212121"/>
              </a:solidFill>
              <a:effectLst/>
            </a:endParaRP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spcBef>
                <a:spcPts val="0"/>
              </a:spcBef>
              <a:spcAft>
                <a:spcPts val="0"/>
              </a:spcAft>
              <a:buNone/>
            </a:pPr>
            <a:endParaRPr lang="en-US" sz="1400" noProof="1">
              <a:latin typeface="Consolas" panose="020B0609020204030204" pitchFamily="49" charset="0"/>
            </a:endParaRPr>
          </a:p>
          <a:p>
            <a:pPr marL="0" indent="0">
              <a:spcBef>
                <a:spcPts val="0"/>
              </a:spcBef>
              <a:spcAft>
                <a:spcPts val="0"/>
              </a:spcAft>
              <a:buNone/>
            </a:pPr>
            <a:r>
              <a:rPr lang="en-US" sz="2400" noProof="1"/>
              <a:t>Polymorphism over method </a:t>
            </a:r>
            <a:r>
              <a:rPr lang="en-US" sz="2400" noProof="1">
                <a:solidFill>
                  <a:schemeClr val="accent2"/>
                </a:solidFill>
              </a:rPr>
              <a:t>overriding</a:t>
            </a:r>
            <a:r>
              <a:rPr lang="en-US" sz="2400" noProof="1"/>
              <a:t>:</a:t>
            </a:r>
          </a:p>
          <a:p>
            <a:pPr marL="0" indent="0">
              <a:spcBef>
                <a:spcPts val="0"/>
              </a:spcBef>
              <a:spcAft>
                <a:spcPts val="0"/>
              </a:spcAft>
              <a:buNone/>
            </a:pPr>
            <a:endParaRPr lang="en-US" sz="1400" noProof="1">
              <a:latin typeface="Consolas" panose="020B0609020204030204" pitchFamily="49" charset="0"/>
            </a:endParaRPr>
          </a:p>
          <a:p>
            <a:pPr marL="0" indent="0">
              <a:spcBef>
                <a:spcPts val="0"/>
              </a:spcBef>
              <a:spcAft>
                <a:spcPts val="0"/>
              </a:spcAft>
              <a:buNone/>
            </a:pPr>
            <a:r>
              <a:rPr lang="en-US" sz="1400" noProof="1">
                <a:solidFill>
                  <a:srgbClr val="2B91AF"/>
                </a:solidFill>
                <a:latin typeface="Consolas" panose="020B0609020204030204" pitchFamily="49" charset="0"/>
              </a:rPr>
              <a:t>AbstractEmployee</a:t>
            </a:r>
            <a:r>
              <a:rPr lang="en-US" sz="1400" noProof="1">
                <a:solidFill>
                  <a:srgbClr val="000000"/>
                </a:solidFill>
                <a:latin typeface="Consolas" panose="020B0609020204030204" pitchFamily="49" charset="0"/>
              </a:rPr>
              <a:t> employee1 = </a:t>
            </a:r>
            <a:r>
              <a:rPr lang="en-US" sz="1400" noProof="1">
                <a:solidFill>
                  <a:srgbClr val="0000FF"/>
                </a:solidFill>
                <a:latin typeface="Consolas" panose="020B0609020204030204" pitchFamily="49" charset="0"/>
              </a:rPr>
              <a:t>new</a:t>
            </a:r>
            <a:r>
              <a:rPr lang="en-US" sz="1400" noProof="1">
                <a:solidFill>
                  <a:srgbClr val="000000"/>
                </a:solidFill>
                <a:latin typeface="Consolas" panose="020B0609020204030204" pitchFamily="49" charset="0"/>
              </a:rPr>
              <a:t> </a:t>
            </a:r>
            <a:r>
              <a:rPr lang="en-US" sz="1400" noProof="1">
                <a:solidFill>
                  <a:srgbClr val="2B91AF"/>
                </a:solidFill>
                <a:latin typeface="Consolas" panose="020B0609020204030204" pitchFamily="49" charset="0"/>
              </a:rPr>
              <a:t>Barman</a:t>
            </a:r>
            <a:r>
              <a:rPr lang="en-US" sz="1400" noProof="1">
                <a:solidFill>
                  <a:srgbClr val="000000"/>
                </a:solidFill>
                <a:latin typeface="Consolas" panose="020B0609020204030204" pitchFamily="49" charset="0"/>
              </a:rPr>
              <a:t>(</a:t>
            </a:r>
            <a:r>
              <a:rPr lang="en-US" sz="1400" noProof="1">
                <a:solidFill>
                  <a:srgbClr val="A31515"/>
                </a:solidFill>
                <a:latin typeface="Consolas" panose="020B0609020204030204" pitchFamily="49" charset="0"/>
              </a:rPr>
              <a:t>"Alex"</a:t>
            </a:r>
            <a:r>
              <a:rPr lang="en-US" sz="1400" noProof="1">
                <a:solidFill>
                  <a:srgbClr val="000000"/>
                </a:solidFill>
                <a:latin typeface="Consolas" panose="020B0609020204030204" pitchFamily="49" charset="0"/>
              </a:rPr>
              <a:t>, 1000);</a:t>
            </a:r>
          </a:p>
          <a:p>
            <a:pPr marL="0" indent="0">
              <a:spcBef>
                <a:spcPts val="0"/>
              </a:spcBef>
              <a:spcAft>
                <a:spcPts val="0"/>
              </a:spcAft>
              <a:buNone/>
            </a:pPr>
            <a:r>
              <a:rPr lang="en-US" sz="1400" noProof="1">
                <a:solidFill>
                  <a:srgbClr val="2B91AF"/>
                </a:solidFill>
                <a:latin typeface="Consolas" panose="020B0609020204030204" pitchFamily="49" charset="0"/>
              </a:rPr>
              <a:t>AbstractEmployee</a:t>
            </a:r>
            <a:r>
              <a:rPr lang="en-US" sz="1400" noProof="1">
                <a:solidFill>
                  <a:srgbClr val="000000"/>
                </a:solidFill>
                <a:latin typeface="Consolas" panose="020B0609020204030204" pitchFamily="49" charset="0"/>
              </a:rPr>
              <a:t> employee2 = </a:t>
            </a:r>
            <a:r>
              <a:rPr lang="en-US" sz="1400" noProof="1">
                <a:solidFill>
                  <a:srgbClr val="0000FF"/>
                </a:solidFill>
                <a:latin typeface="Consolas" panose="020B0609020204030204" pitchFamily="49" charset="0"/>
              </a:rPr>
              <a:t>new</a:t>
            </a:r>
            <a:r>
              <a:rPr lang="en-US" sz="1400" noProof="1">
                <a:solidFill>
                  <a:srgbClr val="000000"/>
                </a:solidFill>
                <a:latin typeface="Consolas" panose="020B0609020204030204" pitchFamily="49" charset="0"/>
              </a:rPr>
              <a:t> </a:t>
            </a:r>
            <a:r>
              <a:rPr lang="en-US" sz="1400" noProof="1">
                <a:solidFill>
                  <a:srgbClr val="2B91AF"/>
                </a:solidFill>
                <a:latin typeface="Consolas" panose="020B0609020204030204" pitchFamily="49" charset="0"/>
              </a:rPr>
              <a:t>Waiter</a:t>
            </a:r>
            <a:r>
              <a:rPr lang="en-US" sz="1400" noProof="1">
                <a:solidFill>
                  <a:srgbClr val="000000"/>
                </a:solidFill>
                <a:latin typeface="Consolas" panose="020B0609020204030204" pitchFamily="49" charset="0"/>
              </a:rPr>
              <a:t>(</a:t>
            </a:r>
            <a:r>
              <a:rPr lang="en-US" sz="1400" noProof="1">
                <a:solidFill>
                  <a:srgbClr val="A31515"/>
                </a:solidFill>
                <a:latin typeface="Consolas" panose="020B0609020204030204" pitchFamily="49" charset="0"/>
              </a:rPr>
              <a:t>"Serhii"</a:t>
            </a:r>
            <a:r>
              <a:rPr lang="en-US" sz="1400" noProof="1">
                <a:solidFill>
                  <a:srgbClr val="000000"/>
                </a:solidFill>
                <a:latin typeface="Consolas" panose="020B0609020204030204" pitchFamily="49" charset="0"/>
              </a:rPr>
              <a:t>, 1000);</a:t>
            </a:r>
          </a:p>
          <a:p>
            <a:pPr marL="0" indent="0">
              <a:spcBef>
                <a:spcPts val="0"/>
              </a:spcBef>
              <a:spcAft>
                <a:spcPts val="0"/>
              </a:spcAft>
              <a:buNone/>
            </a:pPr>
            <a:endParaRPr lang="en-US" sz="1400" noProof="1">
              <a:solidFill>
                <a:srgbClr val="000000"/>
              </a:solidFill>
              <a:latin typeface="Consolas" panose="020B0609020204030204" pitchFamily="49" charset="0"/>
            </a:endParaRPr>
          </a:p>
          <a:p>
            <a:pPr marL="0" indent="0">
              <a:spcBef>
                <a:spcPts val="0"/>
              </a:spcBef>
              <a:spcAft>
                <a:spcPts val="0"/>
              </a:spcAft>
              <a:buNone/>
            </a:pPr>
            <a:r>
              <a:rPr lang="en-US" sz="1400" noProof="1">
                <a:solidFill>
                  <a:srgbClr val="000000"/>
                </a:solidFill>
                <a:latin typeface="Consolas" panose="020B0609020204030204" pitchFamily="49" charset="0"/>
              </a:rPr>
              <a:t>employee1.DoJob();</a:t>
            </a:r>
          </a:p>
          <a:p>
            <a:pPr marL="0" indent="0">
              <a:spcBef>
                <a:spcPts val="0"/>
              </a:spcBef>
              <a:spcAft>
                <a:spcPts val="0"/>
              </a:spcAft>
              <a:buNone/>
            </a:pPr>
            <a:r>
              <a:rPr lang="en-US" sz="1400" noProof="1">
                <a:solidFill>
                  <a:srgbClr val="000000"/>
                </a:solidFill>
                <a:latin typeface="Consolas" panose="020B0609020204030204" pitchFamily="49" charset="0"/>
              </a:rPr>
              <a:t>employee2.DoJob();</a:t>
            </a:r>
          </a:p>
          <a:p>
            <a:pPr marL="0" indent="0">
              <a:spcBef>
                <a:spcPts val="0"/>
              </a:spcBef>
              <a:spcAft>
                <a:spcPts val="0"/>
              </a:spcAft>
              <a:buNone/>
            </a:pPr>
            <a:endParaRPr lang="en-US" sz="1400" noProof="1">
              <a:solidFill>
                <a:srgbClr val="000000"/>
              </a:solidFill>
              <a:latin typeface="Consolas" panose="020B0609020204030204" pitchFamily="49" charset="0"/>
            </a:endParaRPr>
          </a:p>
          <a:p>
            <a:pPr marL="0" indent="0">
              <a:spcBef>
                <a:spcPts val="0"/>
              </a:spcBef>
              <a:spcAft>
                <a:spcPts val="0"/>
              </a:spcAft>
              <a:buNone/>
            </a:pPr>
            <a:r>
              <a:rPr lang="en-US" sz="1200" noProof="1">
                <a:solidFill>
                  <a:srgbClr val="0000FF"/>
                </a:solidFill>
                <a:latin typeface="Consolas" panose="020B0609020204030204" pitchFamily="49" charset="0"/>
              </a:rPr>
              <a:t>internal</a:t>
            </a: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sealed</a:t>
            </a: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class</a:t>
            </a:r>
            <a:r>
              <a:rPr lang="en-US" sz="1200" noProof="1">
                <a:solidFill>
                  <a:srgbClr val="000000"/>
                </a:solidFill>
                <a:latin typeface="Consolas" panose="020B0609020204030204" pitchFamily="49" charset="0"/>
              </a:rPr>
              <a:t> </a:t>
            </a:r>
            <a:r>
              <a:rPr lang="en-US" sz="1200" noProof="1">
                <a:solidFill>
                  <a:srgbClr val="2B91AF"/>
                </a:solidFill>
                <a:latin typeface="Consolas" panose="020B0609020204030204" pitchFamily="49" charset="0"/>
              </a:rPr>
              <a:t>Barman</a:t>
            </a:r>
            <a:r>
              <a:rPr lang="en-US" sz="1200" noProof="1">
                <a:solidFill>
                  <a:srgbClr val="000000"/>
                </a:solidFill>
                <a:latin typeface="Consolas" panose="020B0609020204030204" pitchFamily="49" charset="0"/>
              </a:rPr>
              <a:t> : </a:t>
            </a:r>
            <a:r>
              <a:rPr lang="en-US" sz="1200" noProof="1">
                <a:solidFill>
                  <a:srgbClr val="2B91AF"/>
                </a:solidFill>
                <a:latin typeface="Consolas" panose="020B0609020204030204" pitchFamily="49" charset="0"/>
              </a:rPr>
              <a:t>AbstractEmployee</a:t>
            </a:r>
            <a:r>
              <a:rPr lang="en-US" sz="1200" noProof="1">
                <a:solidFill>
                  <a:srgbClr val="000000"/>
                </a:solidFill>
                <a:latin typeface="Consolas" panose="020B0609020204030204" pitchFamily="49" charset="0"/>
              </a:rPr>
              <a:t> {</a:t>
            </a:r>
          </a:p>
          <a:p>
            <a:pPr marL="0" indent="0">
              <a:spcBef>
                <a:spcPts val="0"/>
              </a:spcBef>
              <a:spcAft>
                <a:spcPts val="0"/>
              </a:spcAft>
              <a:buNone/>
            </a:pPr>
            <a:r>
              <a:rPr lang="en-US" sz="1200" noProof="1">
                <a:solidFill>
                  <a:srgbClr val="000000"/>
                </a:solidFill>
                <a:latin typeface="Consolas" panose="020B0609020204030204" pitchFamily="49" charset="0"/>
              </a:rPr>
              <a:t>        </a:t>
            </a:r>
            <a:r>
              <a:rPr lang="en-US" sz="1200" noProof="1">
                <a:solidFill>
                  <a:srgbClr val="0000FF"/>
                </a:solidFill>
                <a:latin typeface="Consolas" panose="020B0609020204030204" pitchFamily="49" charset="0"/>
              </a:rPr>
              <a:t>public</a:t>
            </a:r>
            <a:r>
              <a:rPr lang="en-US" sz="1200" noProof="1">
                <a:solidFill>
                  <a:srgbClr val="000000"/>
                </a:solidFill>
                <a:latin typeface="Consolas" panose="020B0609020204030204" pitchFamily="49" charset="0"/>
              </a:rPr>
              <a:t> Barman(</a:t>
            </a:r>
            <a:r>
              <a:rPr lang="en-US" sz="1200" noProof="1">
                <a:solidFill>
                  <a:srgbClr val="0000FF"/>
                </a:solidFill>
                <a:latin typeface="Consolas" panose="020B0609020204030204" pitchFamily="49" charset="0"/>
              </a:rPr>
              <a:t>string</a:t>
            </a:r>
            <a:r>
              <a:rPr lang="en-US" sz="1200" noProof="1">
                <a:solidFill>
                  <a:srgbClr val="000000"/>
                </a:solidFill>
                <a:latin typeface="Consolas" panose="020B0609020204030204" pitchFamily="49" charset="0"/>
              </a:rPr>
              <a:t> name, </a:t>
            </a:r>
            <a:r>
              <a:rPr lang="en-US" sz="1200" noProof="1">
                <a:solidFill>
                  <a:srgbClr val="0000FF"/>
                </a:solidFill>
                <a:latin typeface="Consolas" panose="020B0609020204030204" pitchFamily="49" charset="0"/>
              </a:rPr>
              <a:t>double</a:t>
            </a:r>
            <a:r>
              <a:rPr lang="en-US" sz="1200" noProof="1">
                <a:solidFill>
                  <a:srgbClr val="000000"/>
                </a:solidFill>
                <a:latin typeface="Consolas" panose="020B0609020204030204" pitchFamily="49" charset="0"/>
              </a:rPr>
              <a:t> salary) : </a:t>
            </a:r>
            <a:r>
              <a:rPr lang="en-US" sz="1200" noProof="1">
                <a:solidFill>
                  <a:srgbClr val="0000FF"/>
                </a:solidFill>
                <a:latin typeface="Consolas" panose="020B0609020204030204" pitchFamily="49" charset="0"/>
              </a:rPr>
              <a:t>base</a:t>
            </a:r>
            <a:r>
              <a:rPr lang="en-US" sz="1200" noProof="1">
                <a:solidFill>
                  <a:srgbClr val="000000"/>
                </a:solidFill>
                <a:latin typeface="Consolas" panose="020B0609020204030204" pitchFamily="49" charset="0"/>
              </a:rPr>
              <a:t>(name, salary) { }</a:t>
            </a:r>
          </a:p>
          <a:p>
            <a:pPr marL="0" indent="0">
              <a:spcBef>
                <a:spcPts val="0"/>
              </a:spcBef>
              <a:spcAft>
                <a:spcPts val="0"/>
              </a:spcAft>
              <a:buNone/>
            </a:pPr>
            <a:endParaRPr lang="en-US" sz="1200" noProof="1">
              <a:solidFill>
                <a:srgbClr val="000000"/>
              </a:solidFill>
              <a:latin typeface="Consolas" panose="020B0609020204030204" pitchFamily="49" charset="0"/>
            </a:endParaRPr>
          </a:p>
          <a:p>
            <a:pPr marL="0" indent="0">
              <a:spcBef>
                <a:spcPts val="0"/>
              </a:spcBef>
              <a:spcAft>
                <a:spcPts val="0"/>
              </a:spcAft>
              <a:buNone/>
            </a:pPr>
            <a:r>
              <a:rPr lang="en-US" sz="1200" noProof="1">
                <a:solidFill>
                  <a:srgbClr val="000000"/>
                </a:solidFill>
                <a:latin typeface="Consolas" panose="020B0609020204030204" pitchFamily="49" charset="0"/>
              </a:rPr>
              <a:t>        </a:t>
            </a:r>
            <a:r>
              <a:rPr lang="en-US" sz="1200" noProof="1">
                <a:solidFill>
                  <a:srgbClr val="0000FF"/>
                </a:solidFill>
                <a:highlight>
                  <a:srgbClr val="FFFF00"/>
                </a:highlight>
                <a:latin typeface="Consolas" panose="020B0609020204030204" pitchFamily="49" charset="0"/>
              </a:rPr>
              <a:t>public</a:t>
            </a:r>
            <a:r>
              <a:rPr lang="en-US" sz="1200" noProof="1">
                <a:solidFill>
                  <a:srgbClr val="000000"/>
                </a:solidFill>
                <a:highlight>
                  <a:srgbClr val="FFFF00"/>
                </a:highlight>
                <a:latin typeface="Consolas" panose="020B0609020204030204" pitchFamily="49" charset="0"/>
              </a:rPr>
              <a:t> </a:t>
            </a:r>
            <a:r>
              <a:rPr lang="en-US" sz="1200" noProof="1">
                <a:solidFill>
                  <a:srgbClr val="0000FF"/>
                </a:solidFill>
                <a:highlight>
                  <a:srgbClr val="FFFF00"/>
                </a:highlight>
                <a:latin typeface="Consolas" panose="020B0609020204030204" pitchFamily="49" charset="0"/>
              </a:rPr>
              <a:t>override</a:t>
            </a:r>
            <a:r>
              <a:rPr lang="en-US" sz="1200" noProof="1">
                <a:solidFill>
                  <a:srgbClr val="000000"/>
                </a:solidFill>
                <a:highlight>
                  <a:srgbClr val="FFFF00"/>
                </a:highlight>
                <a:latin typeface="Consolas" panose="020B0609020204030204" pitchFamily="49" charset="0"/>
              </a:rPr>
              <a:t> </a:t>
            </a:r>
            <a:r>
              <a:rPr lang="en-US" sz="1200" noProof="1">
                <a:solidFill>
                  <a:srgbClr val="0000FF"/>
                </a:solidFill>
                <a:highlight>
                  <a:srgbClr val="FFFF00"/>
                </a:highlight>
                <a:latin typeface="Consolas" panose="020B0609020204030204" pitchFamily="49" charset="0"/>
              </a:rPr>
              <a:t>void</a:t>
            </a:r>
            <a:r>
              <a:rPr lang="en-US" sz="1200" noProof="1">
                <a:solidFill>
                  <a:srgbClr val="000000"/>
                </a:solidFill>
                <a:highlight>
                  <a:srgbClr val="FFFF00"/>
                </a:highlight>
                <a:latin typeface="Consolas" panose="020B0609020204030204" pitchFamily="49" charset="0"/>
              </a:rPr>
              <a:t> DoJob() {</a:t>
            </a:r>
          </a:p>
          <a:p>
            <a:pPr marL="0" indent="0">
              <a:spcBef>
                <a:spcPts val="0"/>
              </a:spcBef>
              <a:spcAft>
                <a:spcPts val="0"/>
              </a:spcAft>
              <a:buNone/>
            </a:pPr>
            <a:r>
              <a:rPr lang="en-US" sz="1200" noProof="1">
                <a:solidFill>
                  <a:srgbClr val="000000"/>
                </a:solidFill>
                <a:highlight>
                  <a:srgbClr val="FFFF00"/>
                </a:highlight>
                <a:latin typeface="Consolas" panose="020B0609020204030204" pitchFamily="49" charset="0"/>
              </a:rPr>
              <a:t>            </a:t>
            </a:r>
            <a:r>
              <a:rPr lang="en-US" sz="1200" noProof="1">
                <a:solidFill>
                  <a:srgbClr val="2B91AF"/>
                </a:solidFill>
                <a:highlight>
                  <a:srgbClr val="FFFF00"/>
                </a:highlight>
                <a:latin typeface="Consolas" panose="020B0609020204030204" pitchFamily="49" charset="0"/>
              </a:rPr>
              <a:t>Console</a:t>
            </a:r>
            <a:r>
              <a:rPr lang="en-US" sz="1200" noProof="1">
                <a:solidFill>
                  <a:srgbClr val="000000"/>
                </a:solidFill>
                <a:highlight>
                  <a:srgbClr val="FFFF00"/>
                </a:highlight>
                <a:latin typeface="Consolas" panose="020B0609020204030204" pitchFamily="49" charset="0"/>
              </a:rPr>
              <a:t>.WriteLine(</a:t>
            </a:r>
            <a:r>
              <a:rPr lang="en-US" sz="1200" noProof="1">
                <a:solidFill>
                  <a:srgbClr val="A31515"/>
                </a:solidFill>
                <a:highlight>
                  <a:srgbClr val="FFFF00"/>
                </a:highlight>
                <a:latin typeface="Consolas" panose="020B0609020204030204" pitchFamily="49" charset="0"/>
              </a:rPr>
              <a:t>$"</a:t>
            </a:r>
            <a:r>
              <a:rPr lang="en-US" sz="1200" noProof="1">
                <a:solidFill>
                  <a:srgbClr val="000000"/>
                </a:solidFill>
                <a:highlight>
                  <a:srgbClr val="FFFF00"/>
                </a:highlight>
                <a:latin typeface="Consolas" panose="020B0609020204030204" pitchFamily="49" charset="0"/>
              </a:rPr>
              <a:t>{</a:t>
            </a:r>
            <a:r>
              <a:rPr lang="en-US" sz="1200" noProof="1">
                <a:solidFill>
                  <a:srgbClr val="0000FF"/>
                </a:solidFill>
                <a:highlight>
                  <a:srgbClr val="FFFF00"/>
                </a:highlight>
                <a:latin typeface="Consolas" panose="020B0609020204030204" pitchFamily="49" charset="0"/>
              </a:rPr>
              <a:t>this</a:t>
            </a:r>
            <a:r>
              <a:rPr lang="en-US" sz="1200" noProof="1">
                <a:solidFill>
                  <a:srgbClr val="000000"/>
                </a:solidFill>
                <a:highlight>
                  <a:srgbClr val="FFFF00"/>
                </a:highlight>
                <a:latin typeface="Consolas" panose="020B0609020204030204" pitchFamily="49" charset="0"/>
              </a:rPr>
              <a:t>}</a:t>
            </a:r>
            <a:r>
              <a:rPr lang="en-US" sz="1200" noProof="1">
                <a:solidFill>
                  <a:srgbClr val="A31515"/>
                </a:solidFill>
                <a:highlight>
                  <a:srgbClr val="FFFF00"/>
                </a:highlight>
                <a:latin typeface="Consolas" panose="020B0609020204030204" pitchFamily="49" charset="0"/>
              </a:rPr>
              <a:t> - prepares drinks."</a:t>
            </a:r>
            <a:r>
              <a:rPr lang="en-US" sz="1200" noProof="1">
                <a:solidFill>
                  <a:srgbClr val="000000"/>
                </a:solidFill>
                <a:highlight>
                  <a:srgbClr val="FFFF00"/>
                </a:highlight>
                <a:latin typeface="Consolas" panose="020B0609020204030204" pitchFamily="49" charset="0"/>
              </a:rPr>
              <a:t>);</a:t>
            </a:r>
          </a:p>
          <a:p>
            <a:pPr marL="0" indent="0">
              <a:spcBef>
                <a:spcPts val="0"/>
              </a:spcBef>
              <a:spcAft>
                <a:spcPts val="0"/>
              </a:spcAft>
              <a:buNone/>
            </a:pPr>
            <a:r>
              <a:rPr lang="en-US" sz="1200" noProof="1">
                <a:solidFill>
                  <a:srgbClr val="000000"/>
                </a:solidFill>
                <a:highlight>
                  <a:srgbClr val="FFFF00"/>
                </a:highlight>
                <a:latin typeface="Consolas" panose="020B0609020204030204" pitchFamily="49" charset="0"/>
              </a:rPr>
              <a:t>        }</a:t>
            </a:r>
          </a:p>
          <a:p>
            <a:pPr marL="0" indent="0">
              <a:spcBef>
                <a:spcPts val="0"/>
              </a:spcBef>
              <a:spcAft>
                <a:spcPts val="0"/>
              </a:spcAft>
              <a:buNone/>
            </a:pPr>
            <a:r>
              <a:rPr lang="en-US" sz="1200" noProof="1">
                <a:solidFill>
                  <a:srgbClr val="000000"/>
                </a:solidFill>
                <a:latin typeface="Consolas" panose="020B0609020204030204" pitchFamily="49" charset="0"/>
              </a:rPr>
              <a:t>    }</a:t>
            </a:r>
          </a:p>
          <a:p>
            <a:pPr marL="0" indent="0">
              <a:spcBef>
                <a:spcPts val="0"/>
              </a:spcBef>
              <a:spcAft>
                <a:spcPts val="0"/>
              </a:spcAft>
              <a:buNone/>
            </a:pPr>
            <a:endParaRPr lang="en-US" sz="1200" noProof="1">
              <a:solidFill>
                <a:srgbClr val="000000"/>
              </a:solidFill>
              <a:latin typeface="Consolas" panose="020B0609020204030204" pitchFamily="49" charset="0"/>
            </a:endParaRPr>
          </a:p>
          <a:p>
            <a:pPr marL="0" indent="0">
              <a:spcBef>
                <a:spcPts val="0"/>
              </a:spcBef>
              <a:spcAft>
                <a:spcPts val="0"/>
              </a:spcAft>
              <a:buNone/>
            </a:pPr>
            <a:r>
              <a:rPr lang="en-US" sz="1200">
                <a:solidFill>
                  <a:srgbClr val="0000FF"/>
                </a:solidFill>
                <a:latin typeface="Consolas" panose="020B0609020204030204" pitchFamily="49" charset="0"/>
              </a:rPr>
              <a:t>internal</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sealed</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class</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Waiter</a:t>
            </a:r>
            <a:r>
              <a:rPr lang="en-US" sz="1200">
                <a:solidFill>
                  <a:srgbClr val="000000"/>
                </a:solidFill>
                <a:latin typeface="Consolas" panose="020B0609020204030204" pitchFamily="49" charset="0"/>
              </a:rPr>
              <a:t> : </a:t>
            </a:r>
            <a:r>
              <a:rPr lang="en-US" sz="1200">
                <a:solidFill>
                  <a:srgbClr val="2B91AF"/>
                </a:solidFill>
                <a:latin typeface="Consolas" panose="020B0609020204030204" pitchFamily="49" charset="0"/>
              </a:rPr>
              <a:t>AbstractEmployee</a:t>
            </a: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Waiter(</a:t>
            </a:r>
            <a:r>
              <a:rPr lang="en-US" sz="1200">
                <a:solidFill>
                  <a:srgbClr val="0000FF"/>
                </a:solidFill>
                <a:latin typeface="Consolas" panose="020B0609020204030204" pitchFamily="49" charset="0"/>
              </a:rPr>
              <a:t>string</a:t>
            </a:r>
            <a:r>
              <a:rPr lang="en-US" sz="1200">
                <a:solidFill>
                  <a:srgbClr val="000000"/>
                </a:solidFill>
                <a:latin typeface="Consolas" panose="020B0609020204030204" pitchFamily="49" charset="0"/>
              </a:rPr>
              <a:t> name, </a:t>
            </a:r>
            <a:r>
              <a:rPr lang="en-US" sz="1200">
                <a:solidFill>
                  <a:srgbClr val="0000FF"/>
                </a:solidFill>
                <a:latin typeface="Consolas" panose="020B0609020204030204" pitchFamily="49" charset="0"/>
              </a:rPr>
              <a:t>double</a:t>
            </a:r>
            <a:r>
              <a:rPr lang="en-US" sz="1200">
                <a:solidFill>
                  <a:srgbClr val="000000"/>
                </a:solidFill>
                <a:latin typeface="Consolas" panose="020B0609020204030204" pitchFamily="49" charset="0"/>
              </a:rPr>
              <a:t> salary) : </a:t>
            </a:r>
            <a:r>
              <a:rPr lang="en-US" sz="1200">
                <a:solidFill>
                  <a:srgbClr val="0000FF"/>
                </a:solidFill>
                <a:latin typeface="Consolas" panose="020B0609020204030204" pitchFamily="49" charset="0"/>
              </a:rPr>
              <a:t>base</a:t>
            </a:r>
            <a:r>
              <a:rPr lang="en-US" sz="1200">
                <a:solidFill>
                  <a:srgbClr val="000000"/>
                </a:solidFill>
                <a:latin typeface="Consolas" panose="020B0609020204030204" pitchFamily="49" charset="0"/>
              </a:rPr>
              <a:t>(name, salary) { }</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highlight>
                  <a:srgbClr val="FFFF00"/>
                </a:highlight>
                <a:latin typeface="Consolas" panose="020B0609020204030204" pitchFamily="49" charset="0"/>
              </a:rPr>
              <a:t>public</a:t>
            </a:r>
            <a:r>
              <a:rPr lang="en-US" sz="1200">
                <a:solidFill>
                  <a:srgbClr val="000000"/>
                </a:solidFill>
                <a:highlight>
                  <a:srgbClr val="FFFF00"/>
                </a:highlight>
                <a:latin typeface="Consolas" panose="020B0609020204030204" pitchFamily="49" charset="0"/>
              </a:rPr>
              <a:t> </a:t>
            </a:r>
            <a:r>
              <a:rPr lang="en-US" sz="1200">
                <a:solidFill>
                  <a:srgbClr val="0000FF"/>
                </a:solidFill>
                <a:highlight>
                  <a:srgbClr val="FFFF00"/>
                </a:highlight>
                <a:latin typeface="Consolas" panose="020B0609020204030204" pitchFamily="49" charset="0"/>
              </a:rPr>
              <a:t>override</a:t>
            </a:r>
            <a:r>
              <a:rPr lang="en-US" sz="1200">
                <a:solidFill>
                  <a:srgbClr val="000000"/>
                </a:solidFill>
                <a:highlight>
                  <a:srgbClr val="FFFF00"/>
                </a:highlight>
                <a:latin typeface="Consolas" panose="020B0609020204030204" pitchFamily="49" charset="0"/>
              </a:rPr>
              <a:t> </a:t>
            </a:r>
            <a:r>
              <a:rPr lang="en-US" sz="1200">
                <a:solidFill>
                  <a:srgbClr val="0000FF"/>
                </a:solidFill>
                <a:highlight>
                  <a:srgbClr val="FFFF00"/>
                </a:highlight>
                <a:latin typeface="Consolas" panose="020B0609020204030204" pitchFamily="49" charset="0"/>
              </a:rPr>
              <a:t>void</a:t>
            </a:r>
            <a:r>
              <a:rPr lang="en-US" sz="1200">
                <a:solidFill>
                  <a:srgbClr val="000000"/>
                </a:solidFill>
                <a:highlight>
                  <a:srgbClr val="FFFF00"/>
                </a:highlight>
                <a:latin typeface="Consolas" panose="020B0609020204030204" pitchFamily="49" charset="0"/>
              </a:rPr>
              <a:t> DoJob() {</a:t>
            </a:r>
          </a:p>
          <a:p>
            <a:pPr marL="0" indent="0">
              <a:spcBef>
                <a:spcPts val="0"/>
              </a:spcBef>
              <a:spcAft>
                <a:spcPts val="0"/>
              </a:spcAft>
              <a:buNone/>
            </a:pPr>
            <a:r>
              <a:rPr lang="en-US" sz="1200">
                <a:solidFill>
                  <a:srgbClr val="000000"/>
                </a:solidFill>
                <a:highlight>
                  <a:srgbClr val="FFFF00"/>
                </a:highlight>
                <a:latin typeface="Consolas" panose="020B0609020204030204" pitchFamily="49" charset="0"/>
              </a:rPr>
              <a:t>            </a:t>
            </a:r>
            <a:r>
              <a:rPr lang="en-US" sz="1200">
                <a:solidFill>
                  <a:srgbClr val="2B91AF"/>
                </a:solidFill>
                <a:highlight>
                  <a:srgbClr val="FFFF00"/>
                </a:highlight>
                <a:latin typeface="Consolas" panose="020B0609020204030204" pitchFamily="49" charset="0"/>
              </a:rPr>
              <a:t>Console</a:t>
            </a:r>
            <a:r>
              <a:rPr lang="en-US" sz="1200">
                <a:solidFill>
                  <a:srgbClr val="000000"/>
                </a:solidFill>
                <a:highlight>
                  <a:srgbClr val="FFFF00"/>
                </a:highlight>
                <a:latin typeface="Consolas" panose="020B0609020204030204" pitchFamily="49" charset="0"/>
              </a:rPr>
              <a:t>.WriteLine(</a:t>
            </a:r>
            <a:r>
              <a:rPr lang="en-US" sz="1200">
                <a:solidFill>
                  <a:srgbClr val="A31515"/>
                </a:solidFill>
                <a:highlight>
                  <a:srgbClr val="FFFF00"/>
                </a:highlight>
                <a:latin typeface="Consolas" panose="020B0609020204030204" pitchFamily="49" charset="0"/>
              </a:rPr>
              <a:t>$"</a:t>
            </a:r>
            <a:r>
              <a:rPr lang="en-US" sz="1200">
                <a:solidFill>
                  <a:srgbClr val="000000"/>
                </a:solidFill>
                <a:highlight>
                  <a:srgbClr val="FFFF00"/>
                </a:highlight>
                <a:latin typeface="Consolas" panose="020B0609020204030204" pitchFamily="49" charset="0"/>
              </a:rPr>
              <a:t>{</a:t>
            </a:r>
            <a:r>
              <a:rPr lang="en-US" sz="1200">
                <a:solidFill>
                  <a:srgbClr val="0000FF"/>
                </a:solidFill>
                <a:highlight>
                  <a:srgbClr val="FFFF00"/>
                </a:highlight>
                <a:latin typeface="Consolas" panose="020B0609020204030204" pitchFamily="49" charset="0"/>
              </a:rPr>
              <a:t>this</a:t>
            </a:r>
            <a:r>
              <a:rPr lang="en-US" sz="1200">
                <a:solidFill>
                  <a:srgbClr val="000000"/>
                </a:solidFill>
                <a:highlight>
                  <a:srgbClr val="FFFF00"/>
                </a:highlight>
                <a:latin typeface="Consolas" panose="020B0609020204030204" pitchFamily="49" charset="0"/>
              </a:rPr>
              <a:t>}</a:t>
            </a:r>
            <a:r>
              <a:rPr lang="en-US" sz="1200">
                <a:solidFill>
                  <a:srgbClr val="A31515"/>
                </a:solidFill>
                <a:highlight>
                  <a:srgbClr val="FFFF00"/>
                </a:highlight>
                <a:latin typeface="Consolas" panose="020B0609020204030204" pitchFamily="49" charset="0"/>
              </a:rPr>
              <a:t> - serves the visitors."</a:t>
            </a:r>
            <a:r>
              <a:rPr lang="en-US" sz="1200">
                <a:solidFill>
                  <a:srgbClr val="000000"/>
                </a:solidFill>
                <a:highlight>
                  <a:srgbClr val="FFFF00"/>
                </a:highlight>
                <a:latin typeface="Consolas" panose="020B0609020204030204" pitchFamily="49" charset="0"/>
              </a:rPr>
              <a:t>);</a:t>
            </a:r>
          </a:p>
          <a:p>
            <a:pPr marL="0" indent="0">
              <a:spcBef>
                <a:spcPts val="0"/>
              </a:spcBef>
              <a:spcAft>
                <a:spcPts val="0"/>
              </a:spcAft>
              <a:buNone/>
            </a:pPr>
            <a:r>
              <a:rPr lang="en-US" sz="1200">
                <a:solidFill>
                  <a:srgbClr val="000000"/>
                </a:solidFill>
                <a:highlight>
                  <a:srgbClr val="FFFF00"/>
                </a:highlight>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    }</a:t>
            </a:r>
            <a:endParaRPr lang="en-US" sz="800" noProof="1"/>
          </a:p>
          <a:p>
            <a:pPr marL="0" indent="0">
              <a:buNone/>
            </a:pPr>
            <a:endParaRPr lang="en-US" sz="2400"/>
          </a:p>
          <a:p>
            <a:pPr marL="0" indent="0">
              <a:buNone/>
            </a:pPr>
            <a:endParaRPr lang="en-US" sz="2400"/>
          </a:p>
        </p:txBody>
      </p:sp>
      <p:sp>
        <p:nvSpPr>
          <p:cNvPr id="10" name="TextBox 9">
            <a:extLst>
              <a:ext uri="{FF2B5EF4-FFF2-40B4-BE49-F238E27FC236}">
                <a16:creationId xmlns:a16="http://schemas.microsoft.com/office/drawing/2014/main" id="{35F538E1-3839-4295-9BAC-325AABB1B901}"/>
              </a:ext>
            </a:extLst>
          </p:cNvPr>
          <p:cNvSpPr txBox="1"/>
          <p:nvPr/>
        </p:nvSpPr>
        <p:spPr>
          <a:xfrm>
            <a:off x="5640456" y="8825948"/>
            <a:ext cx="914400" cy="9144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
        <p:nvSpPr>
          <p:cNvPr id="11" name="TextBox 10">
            <a:extLst>
              <a:ext uri="{FF2B5EF4-FFF2-40B4-BE49-F238E27FC236}">
                <a16:creationId xmlns:a16="http://schemas.microsoft.com/office/drawing/2014/main" id="{4120285B-0541-427F-A522-47B6558AC860}"/>
              </a:ext>
            </a:extLst>
          </p:cNvPr>
          <p:cNvSpPr txBox="1"/>
          <p:nvPr/>
        </p:nvSpPr>
        <p:spPr>
          <a:xfrm>
            <a:off x="8875643" y="8955157"/>
            <a:ext cx="914400" cy="91440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
        <p:nvSpPr>
          <p:cNvPr id="6" name="Arrow: Right 5">
            <a:extLst>
              <a:ext uri="{FF2B5EF4-FFF2-40B4-BE49-F238E27FC236}">
                <a16:creationId xmlns:a16="http://schemas.microsoft.com/office/drawing/2014/main" id="{7B15FC10-783C-4ACA-AC6E-B85C659E55B3}"/>
              </a:ext>
            </a:extLst>
          </p:cNvPr>
          <p:cNvSpPr/>
          <p:nvPr/>
        </p:nvSpPr>
        <p:spPr>
          <a:xfrm>
            <a:off x="5245832" y="3069181"/>
            <a:ext cx="1201270" cy="402384"/>
          </a:xfrm>
          <a:prstGeom prst="rightArrow">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5" name="TextBox 14">
            <a:extLst>
              <a:ext uri="{FF2B5EF4-FFF2-40B4-BE49-F238E27FC236}">
                <a16:creationId xmlns:a16="http://schemas.microsoft.com/office/drawing/2014/main" id="{2990060B-6C03-4820-8D73-E0B891CE415A}"/>
              </a:ext>
            </a:extLst>
          </p:cNvPr>
          <p:cNvSpPr txBox="1"/>
          <p:nvPr/>
        </p:nvSpPr>
        <p:spPr>
          <a:xfrm>
            <a:off x="6634977" y="3037325"/>
            <a:ext cx="4341264" cy="586562"/>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GB" sz="1600">
                <a:solidFill>
                  <a:schemeClr val="bg1">
                    <a:lumMod val="75000"/>
                  </a:schemeClr>
                </a:solidFill>
                <a:latin typeface="+mn-lt"/>
              </a:rPr>
              <a:t>Prints: </a:t>
            </a:r>
            <a:r>
              <a:rPr lang="en-GB" sz="1600">
                <a:latin typeface="+mn-lt"/>
              </a:rPr>
              <a:t>“Alex – makes drinks.”</a:t>
            </a:r>
          </a:p>
          <a:p>
            <a:pPr marL="0" indent="0" defTabSz="179388">
              <a:buClr>
                <a:srgbClr val="00DEE6"/>
              </a:buClr>
              <a:buFont typeface="Arial" panose="020B0604020202020204" pitchFamily="34" charset="0"/>
              <a:buNone/>
            </a:pPr>
            <a:r>
              <a:rPr lang="en-GB" sz="1600">
                <a:solidFill>
                  <a:schemeClr val="bg1">
                    <a:lumMod val="75000"/>
                  </a:schemeClr>
                </a:solidFill>
                <a:latin typeface="+mn-lt"/>
              </a:rPr>
              <a:t>Prints: </a:t>
            </a:r>
            <a:r>
              <a:rPr lang="en-GB" sz="1600">
                <a:latin typeface="+mn-lt"/>
              </a:rPr>
              <a:t>“Serhii – serves the visitors.”</a:t>
            </a:r>
            <a:endParaRPr lang="en-US" sz="1600" err="1">
              <a:latin typeface="+mn-lt"/>
            </a:endParaRPr>
          </a:p>
        </p:txBody>
      </p:sp>
    </p:spTree>
    <p:extLst>
      <p:ext uri="{BB962C8B-B14F-4D97-AF65-F5344CB8AC3E}">
        <p14:creationId xmlns:p14="http://schemas.microsoft.com/office/powerpoint/2010/main" val="24761563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44</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NEW</a:t>
            </a:r>
            <a:r>
              <a:rPr lang="en-US"/>
              <a:t> KEYWORD</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Polymorphism</a:t>
            </a:r>
            <a:endParaRPr lang="en-US" b="0" i="0">
              <a:solidFill>
                <a:srgbClr val="212121"/>
              </a:solidFill>
              <a:effectLst/>
            </a:endParaRP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spcBef>
                <a:spcPts val="0"/>
              </a:spcBef>
              <a:spcAft>
                <a:spcPts val="0"/>
              </a:spcAft>
              <a:buNone/>
            </a:pPr>
            <a:r>
              <a:rPr lang="en-US" sz="2400"/>
              <a:t>When used as a declaration modifier, the new keyword explicitly hides a member that is inherited from a base class. </a:t>
            </a:r>
          </a:p>
          <a:p>
            <a:pPr marL="0" indent="0">
              <a:spcBef>
                <a:spcPts val="0"/>
              </a:spcBef>
              <a:spcAft>
                <a:spcPts val="0"/>
              </a:spcAft>
              <a:buNone/>
            </a:pPr>
            <a:r>
              <a:rPr lang="en-US" sz="2400"/>
              <a:t>When you hide an inherited member, the derived version of the member replaces the base class version. </a:t>
            </a:r>
          </a:p>
          <a:p>
            <a:pPr marL="0" indent="0">
              <a:spcBef>
                <a:spcPts val="0"/>
              </a:spcBef>
              <a:spcAft>
                <a:spcPts val="0"/>
              </a:spcAft>
              <a:buNone/>
            </a:pPr>
            <a:endParaRPr lang="en-US" sz="2400">
              <a:solidFill>
                <a:srgbClr val="000000"/>
              </a:solidFill>
              <a:latin typeface="Consolas" panose="020B0609020204030204" pitchFamily="49" charset="0"/>
            </a:endParaRP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FF"/>
                </a:solidFill>
                <a:latin typeface="Consolas" panose="020B0609020204030204" pitchFamily="49" charset="0"/>
              </a:rPr>
              <a:t>internal</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sealed</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class</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Barman</a:t>
            </a:r>
            <a:r>
              <a:rPr lang="en-US" sz="1200">
                <a:solidFill>
                  <a:srgbClr val="000000"/>
                </a:solidFill>
                <a:latin typeface="Consolas" panose="020B0609020204030204" pitchFamily="49" charset="0"/>
              </a:rPr>
              <a:t> : </a:t>
            </a:r>
            <a:r>
              <a:rPr lang="en-US" sz="1200" err="1">
                <a:solidFill>
                  <a:srgbClr val="2B91AF"/>
                </a:solidFill>
                <a:latin typeface="Consolas" panose="020B0609020204030204" pitchFamily="49" charset="0"/>
              </a:rPr>
              <a:t>AbstractEmployee</a:t>
            </a:r>
            <a:r>
              <a:rPr lang="en-US" sz="1200">
                <a:solidFill>
                  <a:srgbClr val="000000"/>
                </a:solidFill>
                <a:latin typeface="Consolas" panose="020B0609020204030204" pitchFamily="49" charset="0"/>
              </a:rPr>
              <a:t> {</a:t>
            </a:r>
          </a:p>
          <a:p>
            <a:pPr marL="0" indent="0">
              <a:spcBef>
                <a:spcPts val="0"/>
              </a:spcBef>
              <a:spcAft>
                <a:spcPts val="0"/>
              </a:spcAft>
              <a:buNone/>
            </a:pPr>
            <a:r>
              <a:rPr lang="en-US" sz="1200" noProof="1">
                <a:solidFill>
                  <a:srgbClr val="000000"/>
                </a:solidFill>
                <a:latin typeface="Consolas" panose="020B0609020204030204" pitchFamily="49" charset="0"/>
                <a:cs typeface="Calibri"/>
              </a:rPr>
              <a:t>    </a:t>
            </a:r>
            <a:r>
              <a:rPr lang="en-US" sz="1200" noProof="1">
                <a:solidFill>
                  <a:schemeClr val="bg1">
                    <a:lumMod val="75000"/>
                  </a:schemeClr>
                </a:solidFill>
                <a:latin typeface="Consolas"/>
                <a:cs typeface="Calibri"/>
              </a:rPr>
              <a:t>//... other methods and properties</a:t>
            </a:r>
          </a:p>
          <a:p>
            <a:pPr marL="0" indent="0">
              <a:spcBef>
                <a:spcPts val="0"/>
              </a:spcBef>
              <a:spcAft>
                <a:spcPts val="0"/>
              </a:spcAft>
              <a:buNone/>
            </a:pP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public</a:t>
            </a:r>
            <a:r>
              <a:rPr lang="en-US" sz="1200">
                <a:solidFill>
                  <a:srgbClr val="000000"/>
                </a:solidFill>
                <a:latin typeface="Consolas" panose="020B0609020204030204" pitchFamily="49" charset="0"/>
              </a:rPr>
              <a:t> </a:t>
            </a:r>
            <a:r>
              <a:rPr lang="en-US" sz="1200">
                <a:solidFill>
                  <a:srgbClr val="0000FF"/>
                </a:solidFill>
                <a:highlight>
                  <a:srgbClr val="FFFF00"/>
                </a:highlight>
                <a:latin typeface="Consolas" panose="020B0609020204030204" pitchFamily="49" charset="0"/>
              </a:rPr>
              <a:t>new</a:t>
            </a:r>
            <a:r>
              <a:rPr lang="en-US" sz="1200">
                <a:solidFill>
                  <a:srgbClr val="000000"/>
                </a:solidFill>
                <a:latin typeface="Consolas" panose="020B0609020204030204" pitchFamily="49" charset="0"/>
              </a:rPr>
              <a:t> </a:t>
            </a:r>
            <a:r>
              <a:rPr lang="en-US" sz="1200">
                <a:solidFill>
                  <a:srgbClr val="0000FF"/>
                </a:solidFill>
                <a:latin typeface="Consolas" panose="020B0609020204030204" pitchFamily="49" charset="0"/>
              </a:rPr>
              <a:t>void</a:t>
            </a:r>
            <a:r>
              <a:rPr lang="en-US" sz="1200">
                <a:solidFill>
                  <a:srgbClr val="000000"/>
                </a:solidFill>
                <a:latin typeface="Consolas" panose="020B0609020204030204" pitchFamily="49" charset="0"/>
              </a:rPr>
              <a:t> Describe() {</a:t>
            </a:r>
          </a:p>
          <a:p>
            <a:pPr marL="0" indent="0">
              <a:spcBef>
                <a:spcPts val="0"/>
              </a:spcBef>
              <a:spcAft>
                <a:spcPts val="0"/>
              </a:spcAft>
              <a:buNone/>
            </a:pPr>
            <a:r>
              <a:rPr lang="en-US" sz="1200">
                <a:solidFill>
                  <a:srgbClr val="000000"/>
                </a:solidFill>
                <a:latin typeface="Consolas" panose="020B0609020204030204" pitchFamily="49" charset="0"/>
              </a:rPr>
              <a:t>        </a:t>
            </a:r>
            <a:r>
              <a:rPr lang="en-US" sz="1200" err="1">
                <a:solidFill>
                  <a:srgbClr val="000000"/>
                </a:solidFill>
                <a:latin typeface="Consolas" panose="020B0609020204030204" pitchFamily="49" charset="0"/>
              </a:rPr>
              <a:t>Console.WriteLine</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"Shadowed description."</a:t>
            </a:r>
            <a:r>
              <a:rPr lang="en-US" sz="1200">
                <a:solidFill>
                  <a:srgbClr val="000000"/>
                </a:solidFill>
                <a:latin typeface="Consolas" panose="020B0609020204030204" pitchFamily="49" charset="0"/>
              </a:rPr>
              <a:t>);</a:t>
            </a:r>
          </a:p>
          <a:p>
            <a:pPr marL="0" indent="0">
              <a:spcBef>
                <a:spcPts val="0"/>
              </a:spcBef>
              <a:spcAft>
                <a:spcPts val="0"/>
              </a:spcAft>
              <a:buNone/>
            </a:pPr>
            <a:r>
              <a:rPr lang="en-US" sz="1200">
                <a:solidFill>
                  <a:srgbClr val="000000"/>
                </a:solidFill>
                <a:latin typeface="Consolas" panose="020B0609020204030204" pitchFamily="49" charset="0"/>
              </a:rPr>
              <a:t>    }</a:t>
            </a:r>
          </a:p>
          <a:p>
            <a:pPr marL="0" indent="0">
              <a:spcBef>
                <a:spcPts val="0"/>
              </a:spcBef>
              <a:spcAft>
                <a:spcPts val="0"/>
              </a:spcAft>
              <a:buNone/>
            </a:pPr>
            <a:r>
              <a:rPr lang="en-US" sz="1200">
                <a:solidFill>
                  <a:srgbClr val="000000"/>
                </a:solidFill>
                <a:latin typeface="Consolas" panose="020B0609020204030204" pitchFamily="49" charset="0"/>
              </a:rPr>
              <a:t>}</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endParaRPr lang="en-US" sz="1200">
              <a:solidFill>
                <a:srgbClr val="000000"/>
              </a:solidFill>
              <a:latin typeface="Consolas" panose="020B0609020204030204" pitchFamily="49" charset="0"/>
            </a:endParaRPr>
          </a:p>
        </p:txBody>
      </p:sp>
      <p:sp>
        <p:nvSpPr>
          <p:cNvPr id="10" name="TextBox 9">
            <a:extLst>
              <a:ext uri="{FF2B5EF4-FFF2-40B4-BE49-F238E27FC236}">
                <a16:creationId xmlns:a16="http://schemas.microsoft.com/office/drawing/2014/main" id="{35F538E1-3839-4295-9BAC-325AABB1B901}"/>
              </a:ext>
            </a:extLst>
          </p:cNvPr>
          <p:cNvSpPr txBox="1"/>
          <p:nvPr/>
        </p:nvSpPr>
        <p:spPr>
          <a:xfrm>
            <a:off x="5640456" y="8825948"/>
            <a:ext cx="914400" cy="9144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
        <p:nvSpPr>
          <p:cNvPr id="11" name="TextBox 10">
            <a:extLst>
              <a:ext uri="{FF2B5EF4-FFF2-40B4-BE49-F238E27FC236}">
                <a16:creationId xmlns:a16="http://schemas.microsoft.com/office/drawing/2014/main" id="{4120285B-0541-427F-A522-47B6558AC860}"/>
              </a:ext>
            </a:extLst>
          </p:cNvPr>
          <p:cNvSpPr txBox="1"/>
          <p:nvPr/>
        </p:nvSpPr>
        <p:spPr>
          <a:xfrm>
            <a:off x="8875643" y="8955157"/>
            <a:ext cx="914400" cy="91440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Tree>
    <p:extLst>
      <p:ext uri="{BB962C8B-B14F-4D97-AF65-F5344CB8AC3E}">
        <p14:creationId xmlns:p14="http://schemas.microsoft.com/office/powerpoint/2010/main" val="7915580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45</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NEW</a:t>
            </a:r>
            <a:r>
              <a:rPr lang="en-US"/>
              <a:t> KEYWORD, EXAMPLE</a:t>
            </a:r>
            <a:r>
              <a:rPr lang="en-GB"/>
              <a:t> </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Polymorphism</a:t>
            </a:r>
            <a:endParaRPr lang="en-US" b="0" i="0">
              <a:solidFill>
                <a:srgbClr val="212121"/>
              </a:solidFill>
              <a:effectLst/>
            </a:endParaRP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spcBef>
                <a:spcPts val="0"/>
              </a:spcBef>
              <a:spcAft>
                <a:spcPts val="0"/>
              </a:spcAft>
              <a:buNone/>
            </a:pPr>
            <a:r>
              <a:rPr lang="en-US" sz="1200" err="1">
                <a:solidFill>
                  <a:srgbClr val="2B91AF"/>
                </a:solidFill>
                <a:latin typeface="Consolas" panose="020B0609020204030204" pitchFamily="49" charset="0"/>
              </a:rPr>
              <a:t>AbstractEmployee</a:t>
            </a:r>
            <a:r>
              <a:rPr lang="en-US" sz="1200">
                <a:solidFill>
                  <a:srgbClr val="000000"/>
                </a:solidFill>
                <a:latin typeface="Consolas" panose="020B0609020204030204" pitchFamily="49" charset="0"/>
              </a:rPr>
              <a:t> barman = </a:t>
            </a:r>
            <a:r>
              <a:rPr lang="en-US" sz="1200">
                <a:solidFill>
                  <a:srgbClr val="0000FF"/>
                </a:solidFill>
                <a:latin typeface="Consolas" panose="020B0609020204030204" pitchFamily="49" charset="0"/>
              </a:rPr>
              <a:t>new</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Barman</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"Alex"</a:t>
            </a:r>
            <a:r>
              <a:rPr lang="en-US" sz="1200">
                <a:solidFill>
                  <a:srgbClr val="000000"/>
                </a:solidFill>
                <a:latin typeface="Consolas" panose="020B0609020204030204" pitchFamily="49" charset="0"/>
              </a:rPr>
              <a:t>, 1000);</a:t>
            </a:r>
          </a:p>
          <a:p>
            <a:pPr marL="0" indent="0">
              <a:spcBef>
                <a:spcPts val="0"/>
              </a:spcBef>
              <a:spcAft>
                <a:spcPts val="0"/>
              </a:spcAft>
              <a:buNone/>
            </a:pPr>
            <a:r>
              <a:rPr lang="en-US" sz="1200" err="1">
                <a:solidFill>
                  <a:srgbClr val="2B91AF"/>
                </a:solidFill>
                <a:latin typeface="Consolas" panose="020B0609020204030204" pitchFamily="49" charset="0"/>
              </a:rPr>
              <a:t>AbstractEmployee</a:t>
            </a:r>
            <a:r>
              <a:rPr lang="en-US" sz="1200">
                <a:solidFill>
                  <a:srgbClr val="000000"/>
                </a:solidFill>
                <a:latin typeface="Consolas" panose="020B0609020204030204" pitchFamily="49" charset="0"/>
              </a:rPr>
              <a:t> waiter = </a:t>
            </a:r>
            <a:r>
              <a:rPr lang="en-US" sz="1200">
                <a:solidFill>
                  <a:srgbClr val="0000FF"/>
                </a:solidFill>
                <a:latin typeface="Consolas" panose="020B0609020204030204" pitchFamily="49" charset="0"/>
              </a:rPr>
              <a:t>new</a:t>
            </a:r>
            <a:r>
              <a:rPr lang="en-US" sz="1200">
                <a:solidFill>
                  <a:srgbClr val="000000"/>
                </a:solidFill>
                <a:latin typeface="Consolas" panose="020B0609020204030204" pitchFamily="49" charset="0"/>
              </a:rPr>
              <a:t> </a:t>
            </a:r>
            <a:r>
              <a:rPr lang="en-US" sz="1200">
                <a:solidFill>
                  <a:srgbClr val="2B91AF"/>
                </a:solidFill>
                <a:latin typeface="Consolas" panose="020B0609020204030204" pitchFamily="49" charset="0"/>
              </a:rPr>
              <a:t>Waiter</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"Serhii"</a:t>
            </a:r>
            <a:r>
              <a:rPr lang="en-US" sz="1200">
                <a:solidFill>
                  <a:srgbClr val="000000"/>
                </a:solidFill>
                <a:latin typeface="Consolas" panose="020B0609020204030204" pitchFamily="49" charset="0"/>
              </a:rPr>
              <a:t>, 1000);</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r>
              <a:rPr lang="en-US" sz="1200" err="1">
                <a:solidFill>
                  <a:srgbClr val="000000"/>
                </a:solidFill>
                <a:latin typeface="Consolas" panose="020B0609020204030204" pitchFamily="49" charset="0"/>
              </a:rPr>
              <a:t>barman.Describe</a:t>
            </a:r>
            <a:r>
              <a:rPr lang="en-US" sz="1200">
                <a:solidFill>
                  <a:srgbClr val="000000"/>
                </a:solidFill>
                <a:latin typeface="Consolas" panose="020B0609020204030204" pitchFamily="49" charset="0"/>
              </a:rPr>
              <a:t>();</a:t>
            </a:r>
          </a:p>
          <a:p>
            <a:pPr marL="0" indent="0">
              <a:spcBef>
                <a:spcPts val="0"/>
              </a:spcBef>
              <a:spcAft>
                <a:spcPts val="0"/>
              </a:spcAft>
              <a:buNone/>
            </a:pPr>
            <a:r>
              <a:rPr lang="en-US" sz="1200" err="1">
                <a:solidFill>
                  <a:srgbClr val="000000"/>
                </a:solidFill>
                <a:latin typeface="Consolas" panose="020B0609020204030204" pitchFamily="49" charset="0"/>
              </a:rPr>
              <a:t>waiter.Describe</a:t>
            </a:r>
            <a:r>
              <a:rPr lang="en-US" sz="1200">
                <a:solidFill>
                  <a:srgbClr val="000000"/>
                </a:solidFill>
                <a:latin typeface="Consolas" panose="020B0609020204030204" pitchFamily="49" charset="0"/>
              </a:rPr>
              <a:t>();</a:t>
            </a: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endParaRPr lang="en-US" sz="1200">
              <a:solidFill>
                <a:srgbClr val="000000"/>
              </a:solidFill>
              <a:latin typeface="Consolas" panose="020B0609020204030204" pitchFamily="49" charset="0"/>
            </a:endParaRPr>
          </a:p>
          <a:p>
            <a:pPr marL="0" indent="0">
              <a:spcBef>
                <a:spcPts val="0"/>
              </a:spcBef>
              <a:spcAft>
                <a:spcPts val="0"/>
              </a:spcAft>
              <a:buNone/>
            </a:pPr>
            <a:r>
              <a:rPr lang="en-US" sz="1200">
                <a:solidFill>
                  <a:srgbClr val="000000"/>
                </a:solidFill>
                <a:latin typeface="Consolas" panose="020B0609020204030204" pitchFamily="49" charset="0"/>
              </a:rPr>
              <a:t>((</a:t>
            </a:r>
            <a:r>
              <a:rPr lang="en-US" sz="1200">
                <a:solidFill>
                  <a:srgbClr val="2B91AF"/>
                </a:solidFill>
                <a:latin typeface="Consolas" panose="020B0609020204030204" pitchFamily="49" charset="0"/>
              </a:rPr>
              <a:t>Barman</a:t>
            </a:r>
            <a:r>
              <a:rPr lang="en-US" sz="1200">
                <a:solidFill>
                  <a:srgbClr val="000000"/>
                </a:solidFill>
                <a:latin typeface="Consolas" panose="020B0609020204030204" pitchFamily="49" charset="0"/>
              </a:rPr>
              <a:t>)barman).Describe();</a:t>
            </a:r>
          </a:p>
          <a:p>
            <a:pPr marL="0" indent="0">
              <a:spcBef>
                <a:spcPts val="0"/>
              </a:spcBef>
              <a:spcAft>
                <a:spcPts val="0"/>
              </a:spcAft>
              <a:buNone/>
            </a:pPr>
            <a:r>
              <a:rPr lang="en-US" sz="1200">
                <a:solidFill>
                  <a:srgbClr val="000000"/>
                </a:solidFill>
                <a:latin typeface="Consolas" panose="020B0609020204030204" pitchFamily="49" charset="0"/>
              </a:rPr>
              <a:t>((</a:t>
            </a:r>
            <a:r>
              <a:rPr lang="en-US" sz="1200">
                <a:solidFill>
                  <a:srgbClr val="2B91AF"/>
                </a:solidFill>
                <a:latin typeface="Consolas" panose="020B0609020204030204" pitchFamily="49" charset="0"/>
              </a:rPr>
              <a:t>Waiter</a:t>
            </a:r>
            <a:r>
              <a:rPr lang="en-US" sz="1200">
                <a:solidFill>
                  <a:srgbClr val="000000"/>
                </a:solidFill>
                <a:latin typeface="Consolas" panose="020B0609020204030204" pitchFamily="49" charset="0"/>
              </a:rPr>
              <a:t>)waiter).Describe();</a:t>
            </a:r>
          </a:p>
          <a:p>
            <a:pPr marL="0" indent="0">
              <a:spcBef>
                <a:spcPts val="0"/>
              </a:spcBef>
              <a:spcAft>
                <a:spcPts val="0"/>
              </a:spcAft>
              <a:buNone/>
            </a:pPr>
            <a:endParaRPr lang="en-US" sz="2400"/>
          </a:p>
          <a:p>
            <a:pPr marL="0" indent="0">
              <a:spcBef>
                <a:spcPts val="0"/>
              </a:spcBef>
              <a:spcAft>
                <a:spcPts val="0"/>
              </a:spcAft>
              <a:buNone/>
            </a:pPr>
            <a:r>
              <a:rPr lang="en-US" sz="900">
                <a:solidFill>
                  <a:srgbClr val="0000FF"/>
                </a:solidFill>
                <a:latin typeface="Consolas" panose="020B0609020204030204" pitchFamily="49" charset="0"/>
              </a:rPr>
              <a:t>internal</a:t>
            </a:r>
            <a:r>
              <a:rPr lang="en-US" sz="900">
                <a:solidFill>
                  <a:srgbClr val="000000"/>
                </a:solidFill>
                <a:latin typeface="Consolas" panose="020B0609020204030204" pitchFamily="49" charset="0"/>
              </a:rPr>
              <a:t> </a:t>
            </a:r>
            <a:r>
              <a:rPr lang="en-US" sz="900">
                <a:solidFill>
                  <a:srgbClr val="0000FF"/>
                </a:solidFill>
                <a:latin typeface="Consolas" panose="020B0609020204030204" pitchFamily="49" charset="0"/>
              </a:rPr>
              <a:t>abstract</a:t>
            </a:r>
            <a:r>
              <a:rPr lang="en-US" sz="900">
                <a:solidFill>
                  <a:srgbClr val="000000"/>
                </a:solidFill>
                <a:latin typeface="Consolas" panose="020B0609020204030204" pitchFamily="49" charset="0"/>
              </a:rPr>
              <a:t> </a:t>
            </a:r>
            <a:r>
              <a:rPr lang="en-US" sz="900">
                <a:solidFill>
                  <a:srgbClr val="0000FF"/>
                </a:solidFill>
                <a:latin typeface="Consolas" panose="020B0609020204030204" pitchFamily="49" charset="0"/>
              </a:rPr>
              <a:t>class</a:t>
            </a:r>
            <a:r>
              <a:rPr lang="en-US" sz="900">
                <a:solidFill>
                  <a:srgbClr val="000000"/>
                </a:solidFill>
                <a:latin typeface="Consolas" panose="020B0609020204030204" pitchFamily="49" charset="0"/>
              </a:rPr>
              <a:t> </a:t>
            </a:r>
            <a:r>
              <a:rPr lang="en-US" sz="900" err="1">
                <a:solidFill>
                  <a:srgbClr val="2B91AF"/>
                </a:solidFill>
                <a:latin typeface="Consolas" panose="020B0609020204030204" pitchFamily="49" charset="0"/>
              </a:rPr>
              <a:t>AbstractEmployee</a:t>
            </a:r>
            <a:r>
              <a:rPr lang="en-US" sz="900">
                <a:solidFill>
                  <a:srgbClr val="000000"/>
                </a:solidFill>
                <a:latin typeface="Consolas" panose="020B0609020204030204" pitchFamily="49" charset="0"/>
              </a:rPr>
              <a:t> {</a:t>
            </a:r>
          </a:p>
          <a:p>
            <a:pPr marL="0" indent="0">
              <a:spcBef>
                <a:spcPts val="0"/>
              </a:spcBef>
              <a:spcAft>
                <a:spcPts val="0"/>
              </a:spcAft>
              <a:buNone/>
            </a:pPr>
            <a:r>
              <a:rPr lang="en-US" sz="900">
                <a:solidFill>
                  <a:srgbClr val="000000"/>
                </a:solidFill>
                <a:latin typeface="Consolas" panose="020B0609020204030204" pitchFamily="49" charset="0"/>
              </a:rPr>
              <a:t>    </a:t>
            </a:r>
            <a:r>
              <a:rPr lang="en-US" sz="900" noProof="1">
                <a:solidFill>
                  <a:schemeClr val="bg1">
                    <a:lumMod val="75000"/>
                  </a:schemeClr>
                </a:solidFill>
                <a:latin typeface="Consolas"/>
                <a:cs typeface="Calibri"/>
              </a:rPr>
              <a:t>//... other methods and properties</a:t>
            </a:r>
            <a:endParaRPr lang="en-US" sz="900">
              <a:solidFill>
                <a:srgbClr val="000000"/>
              </a:solidFill>
              <a:latin typeface="Consolas" panose="020B0609020204030204" pitchFamily="49" charset="0"/>
            </a:endParaRPr>
          </a:p>
          <a:p>
            <a:pPr marL="0" indent="0">
              <a:spcBef>
                <a:spcPts val="0"/>
              </a:spcBef>
              <a:spcAft>
                <a:spcPts val="0"/>
              </a:spcAft>
              <a:buNone/>
            </a:pPr>
            <a:r>
              <a:rPr lang="en-US" sz="900">
                <a:solidFill>
                  <a:srgbClr val="000000"/>
                </a:solidFill>
                <a:latin typeface="Consolas" panose="020B0609020204030204" pitchFamily="49" charset="0"/>
              </a:rPr>
              <a:t>    </a:t>
            </a:r>
            <a:r>
              <a:rPr lang="en-US" sz="900">
                <a:solidFill>
                  <a:srgbClr val="0000FF"/>
                </a:solidFill>
                <a:latin typeface="Consolas" panose="020B0609020204030204" pitchFamily="49" charset="0"/>
              </a:rPr>
              <a:t>public</a:t>
            </a:r>
            <a:r>
              <a:rPr lang="en-US" sz="900">
                <a:solidFill>
                  <a:srgbClr val="000000"/>
                </a:solidFill>
                <a:latin typeface="Consolas" panose="020B0609020204030204" pitchFamily="49" charset="0"/>
              </a:rPr>
              <a:t> </a:t>
            </a:r>
            <a:r>
              <a:rPr lang="en-US" sz="900">
                <a:solidFill>
                  <a:srgbClr val="0000FF"/>
                </a:solidFill>
                <a:highlight>
                  <a:srgbClr val="FFFF00"/>
                </a:highlight>
                <a:latin typeface="Consolas" panose="020B0609020204030204" pitchFamily="49" charset="0"/>
              </a:rPr>
              <a:t>virtual</a:t>
            </a:r>
            <a:r>
              <a:rPr lang="en-US" sz="900">
                <a:solidFill>
                  <a:srgbClr val="000000"/>
                </a:solidFill>
                <a:latin typeface="Consolas" panose="020B0609020204030204" pitchFamily="49" charset="0"/>
              </a:rPr>
              <a:t> </a:t>
            </a:r>
            <a:r>
              <a:rPr lang="en-US" sz="900">
                <a:solidFill>
                  <a:srgbClr val="0000FF"/>
                </a:solidFill>
                <a:latin typeface="Consolas" panose="020B0609020204030204" pitchFamily="49" charset="0"/>
              </a:rPr>
              <a:t>void</a:t>
            </a:r>
            <a:r>
              <a:rPr lang="en-US" sz="900">
                <a:solidFill>
                  <a:srgbClr val="000000"/>
                </a:solidFill>
                <a:latin typeface="Consolas" panose="020B0609020204030204" pitchFamily="49" charset="0"/>
              </a:rPr>
              <a:t> Describe() {</a:t>
            </a:r>
          </a:p>
          <a:p>
            <a:pPr marL="0" indent="0">
              <a:spcBef>
                <a:spcPts val="0"/>
              </a:spcBef>
              <a:spcAft>
                <a:spcPts val="0"/>
              </a:spcAft>
              <a:buNone/>
            </a:pPr>
            <a:r>
              <a:rPr lang="en-US" sz="900">
                <a:solidFill>
                  <a:srgbClr val="000000"/>
                </a:solidFill>
                <a:latin typeface="Consolas" panose="020B0609020204030204" pitchFamily="49" charset="0"/>
              </a:rPr>
              <a:t>        </a:t>
            </a:r>
            <a:r>
              <a:rPr lang="en-US" sz="900" err="1">
                <a:solidFill>
                  <a:srgbClr val="000000"/>
                </a:solidFill>
                <a:latin typeface="Consolas" panose="020B0609020204030204" pitchFamily="49" charset="0"/>
              </a:rPr>
              <a:t>Console.WriteLine</a:t>
            </a:r>
            <a:r>
              <a:rPr lang="en-US" sz="900">
                <a:solidFill>
                  <a:srgbClr val="000000"/>
                </a:solidFill>
                <a:latin typeface="Consolas" panose="020B0609020204030204" pitchFamily="49" charset="0"/>
              </a:rPr>
              <a:t>(</a:t>
            </a:r>
            <a:r>
              <a:rPr lang="en-US" sz="900">
                <a:solidFill>
                  <a:srgbClr val="A31515"/>
                </a:solidFill>
                <a:latin typeface="Consolas" panose="020B0609020204030204" pitchFamily="49" charset="0"/>
              </a:rPr>
              <a:t>"Default description."</a:t>
            </a:r>
            <a:r>
              <a:rPr lang="en-US" sz="900">
                <a:solidFill>
                  <a:srgbClr val="000000"/>
                </a:solidFill>
                <a:latin typeface="Consolas" panose="020B0609020204030204" pitchFamily="49" charset="0"/>
              </a:rPr>
              <a:t>);</a:t>
            </a:r>
          </a:p>
          <a:p>
            <a:pPr marL="0" indent="0">
              <a:spcBef>
                <a:spcPts val="0"/>
              </a:spcBef>
              <a:spcAft>
                <a:spcPts val="0"/>
              </a:spcAft>
              <a:buNone/>
            </a:pPr>
            <a:r>
              <a:rPr lang="en-US" sz="900">
                <a:solidFill>
                  <a:srgbClr val="000000"/>
                </a:solidFill>
                <a:latin typeface="Consolas" panose="020B0609020204030204" pitchFamily="49" charset="0"/>
              </a:rPr>
              <a:t>    }</a:t>
            </a:r>
          </a:p>
          <a:p>
            <a:pPr marL="0" indent="0">
              <a:spcBef>
                <a:spcPts val="0"/>
              </a:spcBef>
              <a:spcAft>
                <a:spcPts val="0"/>
              </a:spcAft>
              <a:buNone/>
            </a:pPr>
            <a:r>
              <a:rPr lang="en-US" sz="900">
                <a:solidFill>
                  <a:srgbClr val="000000"/>
                </a:solidFill>
                <a:latin typeface="Consolas" panose="020B0609020204030204" pitchFamily="49" charset="0"/>
              </a:rPr>
              <a:t>}</a:t>
            </a:r>
          </a:p>
          <a:p>
            <a:pPr marL="0" indent="0">
              <a:spcBef>
                <a:spcPts val="0"/>
              </a:spcBef>
              <a:spcAft>
                <a:spcPts val="0"/>
              </a:spcAft>
              <a:buNone/>
            </a:pPr>
            <a:endParaRPr lang="en-US" sz="900">
              <a:solidFill>
                <a:srgbClr val="000000"/>
              </a:solidFill>
              <a:latin typeface="Consolas" panose="020B0609020204030204" pitchFamily="49" charset="0"/>
            </a:endParaRPr>
          </a:p>
          <a:p>
            <a:pPr marL="0" indent="0">
              <a:spcBef>
                <a:spcPts val="0"/>
              </a:spcBef>
              <a:spcAft>
                <a:spcPts val="0"/>
              </a:spcAft>
              <a:buNone/>
            </a:pPr>
            <a:r>
              <a:rPr lang="en-US" sz="900">
                <a:solidFill>
                  <a:srgbClr val="0000FF"/>
                </a:solidFill>
                <a:latin typeface="Consolas" panose="020B0609020204030204" pitchFamily="49" charset="0"/>
              </a:rPr>
              <a:t>internal</a:t>
            </a:r>
            <a:r>
              <a:rPr lang="en-US" sz="900">
                <a:solidFill>
                  <a:srgbClr val="000000"/>
                </a:solidFill>
                <a:latin typeface="Consolas" panose="020B0609020204030204" pitchFamily="49" charset="0"/>
              </a:rPr>
              <a:t> </a:t>
            </a:r>
            <a:r>
              <a:rPr lang="en-US" sz="900">
                <a:solidFill>
                  <a:srgbClr val="0000FF"/>
                </a:solidFill>
                <a:latin typeface="Consolas" panose="020B0609020204030204" pitchFamily="49" charset="0"/>
              </a:rPr>
              <a:t>sealed</a:t>
            </a:r>
            <a:r>
              <a:rPr lang="en-US" sz="900">
                <a:solidFill>
                  <a:srgbClr val="000000"/>
                </a:solidFill>
                <a:latin typeface="Consolas" panose="020B0609020204030204" pitchFamily="49" charset="0"/>
              </a:rPr>
              <a:t> </a:t>
            </a:r>
            <a:r>
              <a:rPr lang="en-US" sz="900">
                <a:solidFill>
                  <a:srgbClr val="0000FF"/>
                </a:solidFill>
                <a:latin typeface="Consolas" panose="020B0609020204030204" pitchFamily="49" charset="0"/>
              </a:rPr>
              <a:t>class</a:t>
            </a:r>
            <a:r>
              <a:rPr lang="en-US" sz="900">
                <a:solidFill>
                  <a:srgbClr val="000000"/>
                </a:solidFill>
                <a:latin typeface="Consolas" panose="020B0609020204030204" pitchFamily="49" charset="0"/>
              </a:rPr>
              <a:t> </a:t>
            </a:r>
            <a:r>
              <a:rPr lang="en-US" sz="900">
                <a:solidFill>
                  <a:srgbClr val="2B91AF"/>
                </a:solidFill>
                <a:latin typeface="Consolas" panose="020B0609020204030204" pitchFamily="49" charset="0"/>
              </a:rPr>
              <a:t>Barman</a:t>
            </a:r>
            <a:r>
              <a:rPr lang="en-US" sz="900">
                <a:solidFill>
                  <a:srgbClr val="000000"/>
                </a:solidFill>
                <a:latin typeface="Consolas" panose="020B0609020204030204" pitchFamily="49" charset="0"/>
              </a:rPr>
              <a:t> : </a:t>
            </a:r>
            <a:r>
              <a:rPr lang="en-US" sz="900" err="1">
                <a:solidFill>
                  <a:srgbClr val="2B91AF"/>
                </a:solidFill>
                <a:latin typeface="Consolas" panose="020B0609020204030204" pitchFamily="49" charset="0"/>
              </a:rPr>
              <a:t>AbstractEmployee</a:t>
            </a:r>
            <a:r>
              <a:rPr lang="en-US" sz="900">
                <a:solidFill>
                  <a:srgbClr val="000000"/>
                </a:solidFill>
                <a:latin typeface="Consolas" panose="020B0609020204030204" pitchFamily="49" charset="0"/>
              </a:rPr>
              <a:t> {</a:t>
            </a:r>
          </a:p>
          <a:p>
            <a:pPr marL="0" indent="0">
              <a:spcBef>
                <a:spcPts val="0"/>
              </a:spcBef>
              <a:spcAft>
                <a:spcPts val="0"/>
              </a:spcAft>
              <a:buNone/>
            </a:pPr>
            <a:r>
              <a:rPr lang="en-US" sz="900" noProof="1">
                <a:solidFill>
                  <a:srgbClr val="000000"/>
                </a:solidFill>
                <a:latin typeface="Consolas" panose="020B0609020204030204" pitchFamily="49" charset="0"/>
                <a:cs typeface="Calibri"/>
              </a:rPr>
              <a:t>    </a:t>
            </a:r>
            <a:r>
              <a:rPr lang="en-US" sz="900" noProof="1">
                <a:solidFill>
                  <a:schemeClr val="bg1">
                    <a:lumMod val="75000"/>
                  </a:schemeClr>
                </a:solidFill>
                <a:latin typeface="Consolas"/>
                <a:cs typeface="Calibri"/>
              </a:rPr>
              <a:t>//... other methods and properties</a:t>
            </a:r>
          </a:p>
          <a:p>
            <a:pPr marL="0" indent="0">
              <a:spcBef>
                <a:spcPts val="0"/>
              </a:spcBef>
              <a:spcAft>
                <a:spcPts val="0"/>
              </a:spcAft>
              <a:buNone/>
            </a:pPr>
            <a:r>
              <a:rPr lang="en-US" sz="900">
                <a:solidFill>
                  <a:srgbClr val="000000"/>
                </a:solidFill>
                <a:latin typeface="Consolas" panose="020B0609020204030204" pitchFamily="49" charset="0"/>
              </a:rPr>
              <a:t>    </a:t>
            </a:r>
            <a:r>
              <a:rPr lang="en-US" sz="900">
                <a:solidFill>
                  <a:srgbClr val="0000FF"/>
                </a:solidFill>
                <a:latin typeface="Consolas" panose="020B0609020204030204" pitchFamily="49" charset="0"/>
              </a:rPr>
              <a:t>public</a:t>
            </a:r>
            <a:r>
              <a:rPr lang="en-US" sz="900">
                <a:solidFill>
                  <a:srgbClr val="000000"/>
                </a:solidFill>
                <a:latin typeface="Consolas" panose="020B0609020204030204" pitchFamily="49" charset="0"/>
              </a:rPr>
              <a:t> </a:t>
            </a:r>
            <a:r>
              <a:rPr lang="en-US" sz="900">
                <a:solidFill>
                  <a:srgbClr val="0000FF"/>
                </a:solidFill>
                <a:highlight>
                  <a:srgbClr val="FFFF00"/>
                </a:highlight>
                <a:latin typeface="Consolas" panose="020B0609020204030204" pitchFamily="49" charset="0"/>
              </a:rPr>
              <a:t>new</a:t>
            </a:r>
            <a:r>
              <a:rPr lang="en-US" sz="900">
                <a:solidFill>
                  <a:srgbClr val="000000"/>
                </a:solidFill>
                <a:latin typeface="Consolas" panose="020B0609020204030204" pitchFamily="49" charset="0"/>
              </a:rPr>
              <a:t> </a:t>
            </a:r>
            <a:r>
              <a:rPr lang="en-US" sz="900">
                <a:solidFill>
                  <a:srgbClr val="0000FF"/>
                </a:solidFill>
                <a:latin typeface="Consolas" panose="020B0609020204030204" pitchFamily="49" charset="0"/>
              </a:rPr>
              <a:t>void</a:t>
            </a:r>
            <a:r>
              <a:rPr lang="en-US" sz="900">
                <a:solidFill>
                  <a:srgbClr val="000000"/>
                </a:solidFill>
                <a:latin typeface="Consolas" panose="020B0609020204030204" pitchFamily="49" charset="0"/>
              </a:rPr>
              <a:t> Describe() {</a:t>
            </a:r>
          </a:p>
          <a:p>
            <a:pPr marL="0" indent="0">
              <a:spcBef>
                <a:spcPts val="0"/>
              </a:spcBef>
              <a:spcAft>
                <a:spcPts val="0"/>
              </a:spcAft>
              <a:buNone/>
            </a:pPr>
            <a:r>
              <a:rPr lang="en-US" sz="900">
                <a:solidFill>
                  <a:srgbClr val="000000"/>
                </a:solidFill>
                <a:latin typeface="Consolas" panose="020B0609020204030204" pitchFamily="49" charset="0"/>
              </a:rPr>
              <a:t>        </a:t>
            </a:r>
            <a:r>
              <a:rPr lang="en-US" sz="900" err="1">
                <a:solidFill>
                  <a:srgbClr val="000000"/>
                </a:solidFill>
                <a:latin typeface="Consolas" panose="020B0609020204030204" pitchFamily="49" charset="0"/>
              </a:rPr>
              <a:t>Console.WriteLine</a:t>
            </a:r>
            <a:r>
              <a:rPr lang="en-US" sz="900">
                <a:solidFill>
                  <a:srgbClr val="000000"/>
                </a:solidFill>
                <a:latin typeface="Consolas" panose="020B0609020204030204" pitchFamily="49" charset="0"/>
              </a:rPr>
              <a:t>(</a:t>
            </a:r>
            <a:r>
              <a:rPr lang="en-US" sz="900">
                <a:solidFill>
                  <a:srgbClr val="A31515"/>
                </a:solidFill>
                <a:latin typeface="Consolas" panose="020B0609020204030204" pitchFamily="49" charset="0"/>
              </a:rPr>
              <a:t>"Shadowed description."</a:t>
            </a:r>
            <a:r>
              <a:rPr lang="en-US" sz="900">
                <a:solidFill>
                  <a:srgbClr val="000000"/>
                </a:solidFill>
                <a:latin typeface="Consolas" panose="020B0609020204030204" pitchFamily="49" charset="0"/>
              </a:rPr>
              <a:t>);</a:t>
            </a:r>
          </a:p>
          <a:p>
            <a:pPr marL="0" indent="0">
              <a:spcBef>
                <a:spcPts val="0"/>
              </a:spcBef>
              <a:spcAft>
                <a:spcPts val="0"/>
              </a:spcAft>
              <a:buNone/>
            </a:pPr>
            <a:r>
              <a:rPr lang="en-US" sz="900">
                <a:solidFill>
                  <a:srgbClr val="000000"/>
                </a:solidFill>
                <a:latin typeface="Consolas" panose="020B0609020204030204" pitchFamily="49" charset="0"/>
              </a:rPr>
              <a:t>    }</a:t>
            </a:r>
          </a:p>
          <a:p>
            <a:pPr marL="0" indent="0">
              <a:spcBef>
                <a:spcPts val="0"/>
              </a:spcBef>
              <a:spcAft>
                <a:spcPts val="0"/>
              </a:spcAft>
              <a:buNone/>
            </a:pPr>
            <a:r>
              <a:rPr lang="en-US" sz="900">
                <a:solidFill>
                  <a:srgbClr val="000000"/>
                </a:solidFill>
                <a:latin typeface="Consolas" panose="020B0609020204030204" pitchFamily="49" charset="0"/>
              </a:rPr>
              <a:t>}</a:t>
            </a:r>
          </a:p>
          <a:p>
            <a:pPr marL="0" indent="0">
              <a:spcBef>
                <a:spcPts val="0"/>
              </a:spcBef>
              <a:spcAft>
                <a:spcPts val="0"/>
              </a:spcAft>
              <a:buNone/>
            </a:pPr>
            <a:endParaRPr lang="en-US" sz="900">
              <a:solidFill>
                <a:srgbClr val="000000"/>
              </a:solidFill>
              <a:latin typeface="Consolas" panose="020B0609020204030204" pitchFamily="49" charset="0"/>
            </a:endParaRPr>
          </a:p>
          <a:p>
            <a:pPr marL="0" indent="0">
              <a:spcBef>
                <a:spcPts val="0"/>
              </a:spcBef>
              <a:spcAft>
                <a:spcPts val="0"/>
              </a:spcAft>
              <a:buNone/>
            </a:pPr>
            <a:r>
              <a:rPr lang="en-US" sz="900">
                <a:solidFill>
                  <a:srgbClr val="0000FF"/>
                </a:solidFill>
                <a:latin typeface="Consolas" panose="020B0609020204030204" pitchFamily="49" charset="0"/>
              </a:rPr>
              <a:t>internal</a:t>
            </a:r>
            <a:r>
              <a:rPr lang="en-US" sz="900">
                <a:solidFill>
                  <a:srgbClr val="000000"/>
                </a:solidFill>
                <a:latin typeface="Consolas" panose="020B0609020204030204" pitchFamily="49" charset="0"/>
              </a:rPr>
              <a:t> </a:t>
            </a:r>
            <a:r>
              <a:rPr lang="en-US" sz="900">
                <a:solidFill>
                  <a:srgbClr val="0000FF"/>
                </a:solidFill>
                <a:latin typeface="Consolas" panose="020B0609020204030204" pitchFamily="49" charset="0"/>
              </a:rPr>
              <a:t>class</a:t>
            </a:r>
            <a:r>
              <a:rPr lang="en-US" sz="900">
                <a:solidFill>
                  <a:srgbClr val="000000"/>
                </a:solidFill>
                <a:latin typeface="Consolas" panose="020B0609020204030204" pitchFamily="49" charset="0"/>
              </a:rPr>
              <a:t> </a:t>
            </a:r>
            <a:r>
              <a:rPr lang="en-US" sz="900">
                <a:solidFill>
                  <a:srgbClr val="2B91AF"/>
                </a:solidFill>
                <a:latin typeface="Consolas" panose="020B0609020204030204" pitchFamily="49" charset="0"/>
              </a:rPr>
              <a:t>Waiter</a:t>
            </a:r>
            <a:r>
              <a:rPr lang="en-US" sz="900">
                <a:solidFill>
                  <a:srgbClr val="000000"/>
                </a:solidFill>
                <a:latin typeface="Consolas" panose="020B0609020204030204" pitchFamily="49" charset="0"/>
              </a:rPr>
              <a:t> : </a:t>
            </a:r>
            <a:r>
              <a:rPr lang="en-US" sz="900" err="1">
                <a:solidFill>
                  <a:srgbClr val="2B91AF"/>
                </a:solidFill>
                <a:latin typeface="Consolas" panose="020B0609020204030204" pitchFamily="49" charset="0"/>
              </a:rPr>
              <a:t>AbstractEmployee</a:t>
            </a:r>
            <a:r>
              <a:rPr lang="en-US" sz="900">
                <a:solidFill>
                  <a:srgbClr val="000000"/>
                </a:solidFill>
                <a:latin typeface="Consolas" panose="020B0609020204030204" pitchFamily="49" charset="0"/>
              </a:rPr>
              <a:t> {</a:t>
            </a:r>
          </a:p>
          <a:p>
            <a:pPr marL="0" indent="0">
              <a:spcBef>
                <a:spcPts val="0"/>
              </a:spcBef>
              <a:spcAft>
                <a:spcPts val="0"/>
              </a:spcAft>
              <a:buNone/>
            </a:pPr>
            <a:r>
              <a:rPr lang="en-US" sz="900">
                <a:solidFill>
                  <a:srgbClr val="000000"/>
                </a:solidFill>
                <a:latin typeface="Consolas" panose="020B0609020204030204" pitchFamily="49" charset="0"/>
              </a:rPr>
              <a:t>    </a:t>
            </a:r>
            <a:r>
              <a:rPr lang="en-US" sz="900" noProof="1">
                <a:solidFill>
                  <a:schemeClr val="bg1">
                    <a:lumMod val="75000"/>
                  </a:schemeClr>
                </a:solidFill>
                <a:latin typeface="Consolas"/>
                <a:cs typeface="Calibri"/>
              </a:rPr>
              <a:t>//... other methods and properties</a:t>
            </a:r>
            <a:endParaRPr lang="en-US" sz="900">
              <a:solidFill>
                <a:srgbClr val="000000"/>
              </a:solidFill>
              <a:latin typeface="Consolas" panose="020B0609020204030204" pitchFamily="49" charset="0"/>
            </a:endParaRPr>
          </a:p>
          <a:p>
            <a:pPr marL="0" indent="0">
              <a:spcBef>
                <a:spcPts val="0"/>
              </a:spcBef>
              <a:spcAft>
                <a:spcPts val="0"/>
              </a:spcAft>
              <a:buNone/>
            </a:pPr>
            <a:r>
              <a:rPr lang="en-US" sz="900">
                <a:solidFill>
                  <a:srgbClr val="000000"/>
                </a:solidFill>
                <a:latin typeface="Consolas" panose="020B0609020204030204" pitchFamily="49" charset="0"/>
              </a:rPr>
              <a:t>    </a:t>
            </a:r>
            <a:r>
              <a:rPr lang="en-US" sz="900">
                <a:solidFill>
                  <a:srgbClr val="0000FF"/>
                </a:solidFill>
                <a:latin typeface="Consolas" panose="020B0609020204030204" pitchFamily="49" charset="0"/>
              </a:rPr>
              <a:t>public</a:t>
            </a:r>
            <a:r>
              <a:rPr lang="en-US" sz="900">
                <a:solidFill>
                  <a:srgbClr val="000000"/>
                </a:solidFill>
                <a:latin typeface="Consolas" panose="020B0609020204030204" pitchFamily="49" charset="0"/>
              </a:rPr>
              <a:t> </a:t>
            </a:r>
            <a:r>
              <a:rPr lang="en-US" sz="900">
                <a:solidFill>
                  <a:srgbClr val="0000FF"/>
                </a:solidFill>
                <a:highlight>
                  <a:srgbClr val="FFFF00"/>
                </a:highlight>
                <a:latin typeface="Consolas" panose="020B0609020204030204" pitchFamily="49" charset="0"/>
              </a:rPr>
              <a:t>override</a:t>
            </a:r>
            <a:r>
              <a:rPr lang="en-US" sz="900">
                <a:solidFill>
                  <a:srgbClr val="000000"/>
                </a:solidFill>
                <a:latin typeface="Consolas" panose="020B0609020204030204" pitchFamily="49" charset="0"/>
              </a:rPr>
              <a:t> </a:t>
            </a:r>
            <a:r>
              <a:rPr lang="en-US" sz="900">
                <a:solidFill>
                  <a:srgbClr val="0000FF"/>
                </a:solidFill>
                <a:latin typeface="Consolas" panose="020B0609020204030204" pitchFamily="49" charset="0"/>
              </a:rPr>
              <a:t>void</a:t>
            </a:r>
            <a:r>
              <a:rPr lang="en-US" sz="900">
                <a:solidFill>
                  <a:srgbClr val="000000"/>
                </a:solidFill>
                <a:latin typeface="Consolas" panose="020B0609020204030204" pitchFamily="49" charset="0"/>
              </a:rPr>
              <a:t> Describe() {</a:t>
            </a:r>
          </a:p>
          <a:p>
            <a:pPr marL="0" indent="0">
              <a:spcBef>
                <a:spcPts val="0"/>
              </a:spcBef>
              <a:spcAft>
                <a:spcPts val="0"/>
              </a:spcAft>
              <a:buNone/>
            </a:pPr>
            <a:r>
              <a:rPr lang="en-US" sz="900">
                <a:solidFill>
                  <a:srgbClr val="000000"/>
                </a:solidFill>
                <a:latin typeface="Consolas" panose="020B0609020204030204" pitchFamily="49" charset="0"/>
              </a:rPr>
              <a:t>        </a:t>
            </a:r>
            <a:r>
              <a:rPr lang="en-US" sz="900" err="1">
                <a:solidFill>
                  <a:srgbClr val="000000"/>
                </a:solidFill>
                <a:latin typeface="Consolas" panose="020B0609020204030204" pitchFamily="49" charset="0"/>
              </a:rPr>
              <a:t>Console.WriteLine</a:t>
            </a:r>
            <a:r>
              <a:rPr lang="en-US" sz="900">
                <a:solidFill>
                  <a:srgbClr val="000000"/>
                </a:solidFill>
                <a:latin typeface="Consolas" panose="020B0609020204030204" pitchFamily="49" charset="0"/>
              </a:rPr>
              <a:t>(</a:t>
            </a:r>
            <a:r>
              <a:rPr lang="en-US" sz="900">
                <a:solidFill>
                  <a:srgbClr val="A31515"/>
                </a:solidFill>
                <a:latin typeface="Consolas" panose="020B0609020204030204" pitchFamily="49" charset="0"/>
              </a:rPr>
              <a:t>"Overridden description."</a:t>
            </a:r>
            <a:r>
              <a:rPr lang="en-US" sz="900">
                <a:solidFill>
                  <a:srgbClr val="000000"/>
                </a:solidFill>
                <a:latin typeface="Consolas" panose="020B0609020204030204" pitchFamily="49" charset="0"/>
              </a:rPr>
              <a:t>);</a:t>
            </a:r>
          </a:p>
          <a:p>
            <a:pPr marL="0" indent="0">
              <a:spcBef>
                <a:spcPts val="0"/>
              </a:spcBef>
              <a:spcAft>
                <a:spcPts val="0"/>
              </a:spcAft>
              <a:buNone/>
            </a:pPr>
            <a:r>
              <a:rPr lang="en-US" sz="900">
                <a:solidFill>
                  <a:srgbClr val="000000"/>
                </a:solidFill>
                <a:latin typeface="Consolas" panose="020B0609020204030204" pitchFamily="49" charset="0"/>
              </a:rPr>
              <a:t>    }</a:t>
            </a:r>
          </a:p>
          <a:p>
            <a:pPr marL="0" indent="0">
              <a:spcBef>
                <a:spcPts val="0"/>
              </a:spcBef>
              <a:spcAft>
                <a:spcPts val="0"/>
              </a:spcAft>
              <a:buNone/>
            </a:pPr>
            <a:r>
              <a:rPr lang="en-US" sz="900">
                <a:solidFill>
                  <a:srgbClr val="000000"/>
                </a:solidFill>
                <a:latin typeface="Consolas" panose="020B0609020204030204" pitchFamily="49" charset="0"/>
              </a:rPr>
              <a:t>}</a:t>
            </a:r>
            <a:endParaRPr lang="en-US" sz="1050"/>
          </a:p>
          <a:p>
            <a:pPr marL="0" indent="0">
              <a:buNone/>
            </a:pPr>
            <a:endParaRPr lang="en-US" sz="2400"/>
          </a:p>
        </p:txBody>
      </p:sp>
      <p:sp>
        <p:nvSpPr>
          <p:cNvPr id="10" name="TextBox 9">
            <a:extLst>
              <a:ext uri="{FF2B5EF4-FFF2-40B4-BE49-F238E27FC236}">
                <a16:creationId xmlns:a16="http://schemas.microsoft.com/office/drawing/2014/main" id="{35F538E1-3839-4295-9BAC-325AABB1B901}"/>
              </a:ext>
            </a:extLst>
          </p:cNvPr>
          <p:cNvSpPr txBox="1"/>
          <p:nvPr/>
        </p:nvSpPr>
        <p:spPr>
          <a:xfrm>
            <a:off x="5640456" y="8825948"/>
            <a:ext cx="914400" cy="9144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
        <p:nvSpPr>
          <p:cNvPr id="11" name="TextBox 10">
            <a:extLst>
              <a:ext uri="{FF2B5EF4-FFF2-40B4-BE49-F238E27FC236}">
                <a16:creationId xmlns:a16="http://schemas.microsoft.com/office/drawing/2014/main" id="{4120285B-0541-427F-A522-47B6558AC860}"/>
              </a:ext>
            </a:extLst>
          </p:cNvPr>
          <p:cNvSpPr txBox="1"/>
          <p:nvPr/>
        </p:nvSpPr>
        <p:spPr>
          <a:xfrm>
            <a:off x="8875643" y="8955157"/>
            <a:ext cx="914400" cy="91440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
        <p:nvSpPr>
          <p:cNvPr id="6" name="Arrow: Right 5">
            <a:extLst>
              <a:ext uri="{FF2B5EF4-FFF2-40B4-BE49-F238E27FC236}">
                <a16:creationId xmlns:a16="http://schemas.microsoft.com/office/drawing/2014/main" id="{7B15FC10-783C-4ACA-AC6E-B85C659E55B3}"/>
              </a:ext>
            </a:extLst>
          </p:cNvPr>
          <p:cNvSpPr/>
          <p:nvPr/>
        </p:nvSpPr>
        <p:spPr>
          <a:xfrm>
            <a:off x="4652274" y="2106607"/>
            <a:ext cx="1201270" cy="402384"/>
          </a:xfrm>
          <a:prstGeom prst="rightArrow">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5" name="TextBox 14">
            <a:extLst>
              <a:ext uri="{FF2B5EF4-FFF2-40B4-BE49-F238E27FC236}">
                <a16:creationId xmlns:a16="http://schemas.microsoft.com/office/drawing/2014/main" id="{2990060B-6C03-4820-8D73-E0B891CE415A}"/>
              </a:ext>
            </a:extLst>
          </p:cNvPr>
          <p:cNvSpPr txBox="1"/>
          <p:nvPr/>
        </p:nvSpPr>
        <p:spPr>
          <a:xfrm>
            <a:off x="6009335" y="2082992"/>
            <a:ext cx="4341264" cy="586562"/>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GB" sz="1600">
                <a:solidFill>
                  <a:schemeClr val="bg1">
                    <a:lumMod val="75000"/>
                  </a:schemeClr>
                </a:solidFill>
                <a:latin typeface="+mn-lt"/>
              </a:rPr>
              <a:t>Prints: </a:t>
            </a:r>
            <a:r>
              <a:rPr lang="en-GB" sz="1600">
                <a:latin typeface="+mn-lt"/>
              </a:rPr>
              <a:t>“Default description.”</a:t>
            </a:r>
          </a:p>
          <a:p>
            <a:pPr marL="0" indent="0" defTabSz="179388">
              <a:buClr>
                <a:srgbClr val="00DEE6"/>
              </a:buClr>
              <a:buFont typeface="Arial" panose="020B0604020202020204" pitchFamily="34" charset="0"/>
              <a:buNone/>
            </a:pPr>
            <a:r>
              <a:rPr lang="en-GB" sz="1600">
                <a:solidFill>
                  <a:schemeClr val="bg1">
                    <a:lumMod val="75000"/>
                  </a:schemeClr>
                </a:solidFill>
                <a:latin typeface="+mn-lt"/>
              </a:rPr>
              <a:t>Prints: </a:t>
            </a:r>
            <a:r>
              <a:rPr lang="en-GB" sz="1600">
                <a:latin typeface="+mn-lt"/>
              </a:rPr>
              <a:t>“Overridden description.”</a:t>
            </a:r>
            <a:endParaRPr lang="en-US" sz="1600">
              <a:latin typeface="+mn-lt"/>
            </a:endParaRPr>
          </a:p>
        </p:txBody>
      </p:sp>
      <p:sp>
        <p:nvSpPr>
          <p:cNvPr id="12" name="Arrow: Right 11">
            <a:extLst>
              <a:ext uri="{FF2B5EF4-FFF2-40B4-BE49-F238E27FC236}">
                <a16:creationId xmlns:a16="http://schemas.microsoft.com/office/drawing/2014/main" id="{C45ED2EB-3A5C-46F8-B855-14183F2D4CD7}"/>
              </a:ext>
            </a:extLst>
          </p:cNvPr>
          <p:cNvSpPr/>
          <p:nvPr/>
        </p:nvSpPr>
        <p:spPr>
          <a:xfrm>
            <a:off x="4652274" y="2870506"/>
            <a:ext cx="1201270" cy="402384"/>
          </a:xfrm>
          <a:prstGeom prst="rightArrow">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
        <p:nvSpPr>
          <p:cNvPr id="13" name="TextBox 12">
            <a:extLst>
              <a:ext uri="{FF2B5EF4-FFF2-40B4-BE49-F238E27FC236}">
                <a16:creationId xmlns:a16="http://schemas.microsoft.com/office/drawing/2014/main" id="{4C4473B8-6057-4512-90DA-594E55211CA6}"/>
              </a:ext>
            </a:extLst>
          </p:cNvPr>
          <p:cNvSpPr txBox="1"/>
          <p:nvPr/>
        </p:nvSpPr>
        <p:spPr>
          <a:xfrm>
            <a:off x="6009335" y="2846891"/>
            <a:ext cx="4341264" cy="586562"/>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GB" sz="1600">
                <a:solidFill>
                  <a:schemeClr val="bg1">
                    <a:lumMod val="75000"/>
                  </a:schemeClr>
                </a:solidFill>
                <a:latin typeface="+mn-lt"/>
              </a:rPr>
              <a:t>Prints: </a:t>
            </a:r>
            <a:r>
              <a:rPr lang="en-GB" sz="1600">
                <a:latin typeface="+mn-lt"/>
              </a:rPr>
              <a:t>“Shadowed description.”</a:t>
            </a:r>
          </a:p>
          <a:p>
            <a:pPr marL="0" indent="0" defTabSz="179388">
              <a:buClr>
                <a:srgbClr val="00DEE6"/>
              </a:buClr>
              <a:buFont typeface="Arial" panose="020B0604020202020204" pitchFamily="34" charset="0"/>
              <a:buNone/>
            </a:pPr>
            <a:r>
              <a:rPr lang="en-GB" sz="1600">
                <a:solidFill>
                  <a:schemeClr val="bg1">
                    <a:lumMod val="75000"/>
                  </a:schemeClr>
                </a:solidFill>
                <a:latin typeface="+mn-lt"/>
              </a:rPr>
              <a:t>Prints: </a:t>
            </a:r>
            <a:r>
              <a:rPr lang="en-GB" sz="1600">
                <a:latin typeface="+mn-lt"/>
              </a:rPr>
              <a:t>“Overridden description.”</a:t>
            </a:r>
            <a:endParaRPr lang="en-US" sz="1600">
              <a:latin typeface="+mn-lt"/>
            </a:endParaRPr>
          </a:p>
        </p:txBody>
      </p:sp>
    </p:spTree>
    <p:extLst>
      <p:ext uri="{BB962C8B-B14F-4D97-AF65-F5344CB8AC3E}">
        <p14:creationId xmlns:p14="http://schemas.microsoft.com/office/powerpoint/2010/main" val="183726687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46</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OVERLOADING</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Polymorphism</a:t>
            </a:r>
            <a:endParaRPr lang="en-US" b="0" i="0">
              <a:solidFill>
                <a:srgbClr val="212121"/>
              </a:solidFill>
              <a:effectLst/>
            </a:endParaRP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spcBef>
                <a:spcPts val="0"/>
              </a:spcBef>
              <a:spcAft>
                <a:spcPts val="600"/>
              </a:spcAft>
              <a:buNone/>
            </a:pPr>
            <a:r>
              <a:rPr lang="en-US" sz="2400" noProof="1"/>
              <a:t>Method </a:t>
            </a:r>
            <a:r>
              <a:rPr lang="en-US" sz="2400" noProof="1">
                <a:solidFill>
                  <a:schemeClr val="accent2"/>
                </a:solidFill>
              </a:rPr>
              <a:t>Overloading</a:t>
            </a:r>
            <a:r>
              <a:rPr lang="en-US" sz="2400" noProof="1"/>
              <a:t> is the common way of implementing polymorphism.</a:t>
            </a:r>
          </a:p>
          <a:p>
            <a:pPr marL="0" indent="0">
              <a:spcBef>
                <a:spcPts val="0"/>
              </a:spcBef>
              <a:spcAft>
                <a:spcPts val="600"/>
              </a:spcAft>
              <a:buNone/>
            </a:pPr>
            <a:endParaRPr lang="en-US" sz="2400" noProof="1"/>
          </a:p>
          <a:p>
            <a:pPr marL="0" indent="0">
              <a:spcBef>
                <a:spcPts val="0"/>
              </a:spcBef>
              <a:spcAft>
                <a:spcPts val="0"/>
              </a:spcAft>
              <a:buNone/>
            </a:pPr>
            <a:r>
              <a:rPr lang="en-US" sz="1100">
                <a:solidFill>
                  <a:srgbClr val="0000FF"/>
                </a:solidFill>
                <a:latin typeface="Consolas" panose="020B0609020204030204" pitchFamily="49" charset="0"/>
              </a:rPr>
              <a:t>int</a:t>
            </a:r>
            <a:r>
              <a:rPr lang="en-US" sz="1100">
                <a:solidFill>
                  <a:srgbClr val="000000"/>
                </a:solidFill>
                <a:latin typeface="Consolas" panose="020B0609020204030204" pitchFamily="49" charset="0"/>
              </a:rPr>
              <a:t> CalculateSum(</a:t>
            </a:r>
            <a:r>
              <a:rPr lang="en-US" sz="1100">
                <a:solidFill>
                  <a:srgbClr val="0000FF"/>
                </a:solidFill>
                <a:latin typeface="Consolas" panose="020B0609020204030204" pitchFamily="49" charset="0"/>
              </a:rPr>
              <a:t>int</a:t>
            </a:r>
            <a:r>
              <a:rPr lang="en-US" sz="1100">
                <a:solidFill>
                  <a:srgbClr val="000000"/>
                </a:solidFill>
                <a:latin typeface="Consolas" panose="020B0609020204030204" pitchFamily="49" charset="0"/>
              </a:rPr>
              <a:t> x, </a:t>
            </a:r>
            <a:r>
              <a:rPr lang="en-US" sz="1100">
                <a:solidFill>
                  <a:srgbClr val="0000FF"/>
                </a:solidFill>
                <a:latin typeface="Consolas" panose="020B0609020204030204" pitchFamily="49" charset="0"/>
              </a:rPr>
              <a:t>int</a:t>
            </a:r>
            <a:r>
              <a:rPr lang="en-US" sz="1100">
                <a:solidFill>
                  <a:srgbClr val="000000"/>
                </a:solidFill>
                <a:latin typeface="Consolas" panose="020B0609020204030204" pitchFamily="49" charset="0"/>
              </a:rPr>
              <a:t> y)</a:t>
            </a:r>
          </a:p>
          <a:p>
            <a:pPr marL="0" indent="0">
              <a:spcBef>
                <a:spcPts val="0"/>
              </a:spcBef>
              <a:spcAft>
                <a:spcPts val="0"/>
              </a:spcAft>
              <a:buNone/>
            </a:pPr>
            <a:r>
              <a:rPr lang="en-US" sz="1100">
                <a:solidFill>
                  <a:srgbClr val="000000"/>
                </a:solidFill>
                <a:latin typeface="Consolas" panose="020B0609020204030204" pitchFamily="49" charset="0"/>
              </a:rPr>
              <a:t>{</a:t>
            </a:r>
          </a:p>
          <a:p>
            <a:pPr marL="0" indent="0">
              <a:spcBef>
                <a:spcPts val="0"/>
              </a:spcBef>
              <a:spcAft>
                <a:spcPts val="0"/>
              </a:spcAft>
              <a:buNone/>
            </a:pPr>
            <a:r>
              <a:rPr lang="en-US" sz="1100">
                <a:solidFill>
                  <a:srgbClr val="0000FF"/>
                </a:solidFill>
                <a:latin typeface="Consolas" panose="020B0609020204030204" pitchFamily="49" charset="0"/>
              </a:rPr>
              <a:t>	return</a:t>
            </a:r>
            <a:r>
              <a:rPr lang="en-US" sz="1100">
                <a:solidFill>
                  <a:srgbClr val="000000"/>
                </a:solidFill>
                <a:latin typeface="Consolas" panose="020B0609020204030204" pitchFamily="49" charset="0"/>
              </a:rPr>
              <a:t> x + y;</a:t>
            </a:r>
          </a:p>
          <a:p>
            <a:pPr marL="0" indent="0">
              <a:spcBef>
                <a:spcPts val="0"/>
              </a:spcBef>
              <a:spcAft>
                <a:spcPts val="0"/>
              </a:spcAft>
              <a:buNone/>
            </a:pPr>
            <a:r>
              <a:rPr lang="en-US" sz="1100">
                <a:solidFill>
                  <a:srgbClr val="000000"/>
                </a:solidFill>
                <a:latin typeface="Consolas" panose="020B0609020204030204" pitchFamily="49" charset="0"/>
              </a:rPr>
              <a:t>}</a:t>
            </a:r>
          </a:p>
          <a:p>
            <a:pPr marL="0" indent="0">
              <a:spcBef>
                <a:spcPts val="0"/>
              </a:spcBef>
              <a:spcAft>
                <a:spcPts val="0"/>
              </a:spcAft>
              <a:buNone/>
            </a:pPr>
            <a:endParaRPr lang="en-US" sz="1100">
              <a:solidFill>
                <a:srgbClr val="000000"/>
              </a:solidFill>
              <a:latin typeface="Consolas" panose="020B0609020204030204" pitchFamily="49" charset="0"/>
            </a:endParaRPr>
          </a:p>
          <a:p>
            <a:pPr marL="0" indent="0">
              <a:spcBef>
                <a:spcPts val="0"/>
              </a:spcBef>
              <a:spcAft>
                <a:spcPts val="0"/>
              </a:spcAft>
              <a:buNone/>
            </a:pPr>
            <a:r>
              <a:rPr lang="en-US" sz="1100">
                <a:solidFill>
                  <a:srgbClr val="0000FF"/>
                </a:solidFill>
                <a:latin typeface="Consolas" panose="020B0609020204030204" pitchFamily="49" charset="0"/>
              </a:rPr>
              <a:t>int</a:t>
            </a:r>
            <a:r>
              <a:rPr lang="en-US" sz="1100">
                <a:solidFill>
                  <a:srgbClr val="000000"/>
                </a:solidFill>
                <a:latin typeface="Consolas" panose="020B0609020204030204" pitchFamily="49" charset="0"/>
              </a:rPr>
              <a:t> CalculateSum(</a:t>
            </a:r>
            <a:r>
              <a:rPr lang="en-US" sz="1100">
                <a:solidFill>
                  <a:srgbClr val="0000FF"/>
                </a:solidFill>
                <a:latin typeface="Consolas" panose="020B0609020204030204" pitchFamily="49" charset="0"/>
              </a:rPr>
              <a:t>int</a:t>
            </a:r>
            <a:r>
              <a:rPr lang="en-US" sz="1100">
                <a:solidFill>
                  <a:srgbClr val="000000"/>
                </a:solidFill>
                <a:latin typeface="Consolas" panose="020B0609020204030204" pitchFamily="49" charset="0"/>
              </a:rPr>
              <a:t> x, </a:t>
            </a:r>
            <a:r>
              <a:rPr lang="en-US" sz="1100">
                <a:solidFill>
                  <a:srgbClr val="0000FF"/>
                </a:solidFill>
                <a:latin typeface="Consolas" panose="020B0609020204030204" pitchFamily="49" charset="0"/>
              </a:rPr>
              <a:t>int</a:t>
            </a:r>
            <a:r>
              <a:rPr lang="en-US" sz="1100">
                <a:solidFill>
                  <a:srgbClr val="000000"/>
                </a:solidFill>
                <a:latin typeface="Consolas" panose="020B0609020204030204" pitchFamily="49" charset="0"/>
              </a:rPr>
              <a:t> y, </a:t>
            </a:r>
            <a:r>
              <a:rPr lang="en-US" sz="1100">
                <a:solidFill>
                  <a:srgbClr val="0000FF"/>
                </a:solidFill>
                <a:latin typeface="Consolas" panose="020B0609020204030204" pitchFamily="49" charset="0"/>
              </a:rPr>
              <a:t>int</a:t>
            </a:r>
            <a:r>
              <a:rPr lang="en-US" sz="1100">
                <a:solidFill>
                  <a:srgbClr val="000000"/>
                </a:solidFill>
                <a:latin typeface="Consolas" panose="020B0609020204030204" pitchFamily="49" charset="0"/>
              </a:rPr>
              <a:t> z)</a:t>
            </a:r>
          </a:p>
          <a:p>
            <a:pPr marL="0" indent="0">
              <a:spcBef>
                <a:spcPts val="0"/>
              </a:spcBef>
              <a:spcAft>
                <a:spcPts val="0"/>
              </a:spcAft>
              <a:buNone/>
            </a:pPr>
            <a:r>
              <a:rPr lang="en-US" sz="1100">
                <a:solidFill>
                  <a:srgbClr val="000000"/>
                </a:solidFill>
                <a:latin typeface="Consolas" panose="020B0609020204030204" pitchFamily="49" charset="0"/>
              </a:rPr>
              <a:t>{</a:t>
            </a:r>
          </a:p>
          <a:p>
            <a:pPr marL="0" indent="0">
              <a:spcBef>
                <a:spcPts val="0"/>
              </a:spcBef>
              <a:spcAft>
                <a:spcPts val="0"/>
              </a:spcAft>
              <a:buNone/>
            </a:pPr>
            <a:r>
              <a:rPr lang="en-US" sz="1100">
                <a:solidFill>
                  <a:srgbClr val="0000FF"/>
                </a:solidFill>
                <a:latin typeface="Consolas" panose="020B0609020204030204" pitchFamily="49" charset="0"/>
              </a:rPr>
              <a:t>	return</a:t>
            </a:r>
            <a:r>
              <a:rPr lang="en-US" sz="1100">
                <a:solidFill>
                  <a:srgbClr val="000000"/>
                </a:solidFill>
                <a:latin typeface="Consolas" panose="020B0609020204030204" pitchFamily="49" charset="0"/>
              </a:rPr>
              <a:t> x + y + z;</a:t>
            </a:r>
          </a:p>
          <a:p>
            <a:pPr marL="0" indent="0">
              <a:spcBef>
                <a:spcPts val="0"/>
              </a:spcBef>
              <a:spcAft>
                <a:spcPts val="0"/>
              </a:spcAft>
              <a:buNone/>
            </a:pPr>
            <a:r>
              <a:rPr lang="en-US" sz="1100">
                <a:solidFill>
                  <a:srgbClr val="000000"/>
                </a:solidFill>
                <a:latin typeface="Consolas" panose="020B0609020204030204" pitchFamily="49" charset="0"/>
              </a:rPr>
              <a:t>}</a:t>
            </a:r>
          </a:p>
          <a:p>
            <a:pPr marL="0" indent="0">
              <a:spcBef>
                <a:spcPts val="0"/>
              </a:spcBef>
              <a:spcAft>
                <a:spcPts val="0"/>
              </a:spcAft>
              <a:buNone/>
            </a:pPr>
            <a:endParaRPr lang="en-US" sz="1100">
              <a:solidFill>
                <a:srgbClr val="000000"/>
              </a:solidFill>
              <a:latin typeface="Consolas" panose="020B0609020204030204" pitchFamily="49" charset="0"/>
            </a:endParaRPr>
          </a:p>
          <a:p>
            <a:pPr marL="0" indent="0">
              <a:spcBef>
                <a:spcPts val="0"/>
              </a:spcBef>
              <a:spcAft>
                <a:spcPts val="0"/>
              </a:spcAft>
              <a:buNone/>
            </a:pPr>
            <a:r>
              <a:rPr lang="fr-FR" sz="1100">
                <a:solidFill>
                  <a:srgbClr val="0000FF"/>
                </a:solidFill>
                <a:latin typeface="Consolas" panose="020B0609020204030204" pitchFamily="49" charset="0"/>
              </a:rPr>
              <a:t>double</a:t>
            </a:r>
            <a:r>
              <a:rPr lang="fr-FR" sz="1100">
                <a:solidFill>
                  <a:srgbClr val="000000"/>
                </a:solidFill>
                <a:latin typeface="Consolas" panose="020B0609020204030204" pitchFamily="49" charset="0"/>
              </a:rPr>
              <a:t> CalculateSum(</a:t>
            </a:r>
            <a:r>
              <a:rPr lang="fr-FR" sz="1100">
                <a:solidFill>
                  <a:srgbClr val="0000FF"/>
                </a:solidFill>
                <a:latin typeface="Consolas" panose="020B0609020204030204" pitchFamily="49" charset="0"/>
              </a:rPr>
              <a:t>double</a:t>
            </a:r>
            <a:r>
              <a:rPr lang="fr-FR" sz="1100">
                <a:solidFill>
                  <a:srgbClr val="000000"/>
                </a:solidFill>
                <a:latin typeface="Consolas" panose="020B0609020204030204" pitchFamily="49" charset="0"/>
              </a:rPr>
              <a:t> x, </a:t>
            </a:r>
            <a:r>
              <a:rPr lang="fr-FR" sz="1100">
                <a:solidFill>
                  <a:srgbClr val="0000FF"/>
                </a:solidFill>
                <a:latin typeface="Consolas" panose="020B0609020204030204" pitchFamily="49" charset="0"/>
              </a:rPr>
              <a:t>double</a:t>
            </a:r>
            <a:r>
              <a:rPr lang="fr-FR" sz="1100">
                <a:solidFill>
                  <a:srgbClr val="000000"/>
                </a:solidFill>
                <a:latin typeface="Consolas" panose="020B0609020204030204" pitchFamily="49" charset="0"/>
              </a:rPr>
              <a:t> y)</a:t>
            </a:r>
          </a:p>
          <a:p>
            <a:pPr marL="0" indent="0">
              <a:spcBef>
                <a:spcPts val="0"/>
              </a:spcBef>
              <a:spcAft>
                <a:spcPts val="0"/>
              </a:spcAft>
              <a:buNone/>
            </a:pPr>
            <a:r>
              <a:rPr lang="en-US" sz="1100">
                <a:solidFill>
                  <a:srgbClr val="000000"/>
                </a:solidFill>
                <a:latin typeface="Consolas" panose="020B0609020204030204" pitchFamily="49" charset="0"/>
              </a:rPr>
              <a:t>{</a:t>
            </a:r>
          </a:p>
          <a:p>
            <a:pPr marL="0" indent="0">
              <a:spcBef>
                <a:spcPts val="0"/>
              </a:spcBef>
              <a:spcAft>
                <a:spcPts val="0"/>
              </a:spcAft>
              <a:buNone/>
            </a:pPr>
            <a:r>
              <a:rPr lang="en-US" sz="1100">
                <a:solidFill>
                  <a:srgbClr val="0000FF"/>
                </a:solidFill>
                <a:latin typeface="Consolas" panose="020B0609020204030204" pitchFamily="49" charset="0"/>
              </a:rPr>
              <a:t>	return</a:t>
            </a:r>
            <a:r>
              <a:rPr lang="en-US" sz="1100">
                <a:solidFill>
                  <a:srgbClr val="000000"/>
                </a:solidFill>
                <a:latin typeface="Consolas" panose="020B0609020204030204" pitchFamily="49" charset="0"/>
              </a:rPr>
              <a:t> x + y;</a:t>
            </a:r>
          </a:p>
          <a:p>
            <a:pPr marL="0" indent="0">
              <a:spcBef>
                <a:spcPts val="0"/>
              </a:spcBef>
              <a:spcAft>
                <a:spcPts val="0"/>
              </a:spcAft>
              <a:buNone/>
            </a:pPr>
            <a:r>
              <a:rPr lang="en-US" sz="1100">
                <a:solidFill>
                  <a:srgbClr val="000000"/>
                </a:solidFill>
                <a:latin typeface="Consolas" panose="020B0609020204030204" pitchFamily="49" charset="0"/>
              </a:rPr>
              <a:t>}</a:t>
            </a:r>
          </a:p>
          <a:p>
            <a:pPr marL="0" indent="0">
              <a:spcBef>
                <a:spcPts val="0"/>
              </a:spcBef>
              <a:spcAft>
                <a:spcPts val="0"/>
              </a:spcAft>
              <a:buNone/>
            </a:pPr>
            <a:endParaRPr lang="en-US" sz="1100">
              <a:solidFill>
                <a:srgbClr val="000000"/>
              </a:solidFill>
              <a:latin typeface="Consolas" panose="020B0609020204030204" pitchFamily="49" charset="0"/>
            </a:endParaRPr>
          </a:p>
          <a:p>
            <a:pPr marL="0" indent="0">
              <a:spcBef>
                <a:spcPts val="0"/>
              </a:spcBef>
              <a:spcAft>
                <a:spcPts val="0"/>
              </a:spcAft>
              <a:buNone/>
            </a:pPr>
            <a:r>
              <a:rPr lang="fr-FR" sz="1100">
                <a:solidFill>
                  <a:srgbClr val="0000FF"/>
                </a:solidFill>
                <a:latin typeface="Consolas" panose="020B0609020204030204" pitchFamily="49" charset="0"/>
              </a:rPr>
              <a:t>int</a:t>
            </a:r>
            <a:r>
              <a:rPr lang="fr-FR" sz="1100">
                <a:solidFill>
                  <a:srgbClr val="000000"/>
                </a:solidFill>
                <a:latin typeface="Consolas" panose="020B0609020204030204" pitchFamily="49" charset="0"/>
              </a:rPr>
              <a:t> </a:t>
            </a:r>
            <a:r>
              <a:rPr lang="fr-FR" sz="1100">
                <a:solidFill>
                  <a:srgbClr val="FF0000"/>
                </a:solidFill>
                <a:latin typeface="Consolas" panose="020B0609020204030204" pitchFamily="49" charset="0"/>
              </a:rPr>
              <a:t>CalculateSum</a:t>
            </a:r>
            <a:r>
              <a:rPr lang="fr-FR" sz="1100">
                <a:solidFill>
                  <a:srgbClr val="000000"/>
                </a:solidFill>
                <a:latin typeface="Consolas" panose="020B0609020204030204" pitchFamily="49" charset="0"/>
              </a:rPr>
              <a:t>(</a:t>
            </a:r>
            <a:r>
              <a:rPr lang="fr-FR" sz="1100">
                <a:solidFill>
                  <a:srgbClr val="0000FF"/>
                </a:solidFill>
                <a:latin typeface="Consolas" panose="020B0609020204030204" pitchFamily="49" charset="0"/>
              </a:rPr>
              <a:t>double</a:t>
            </a:r>
            <a:r>
              <a:rPr lang="fr-FR" sz="1100">
                <a:solidFill>
                  <a:srgbClr val="000000"/>
                </a:solidFill>
                <a:latin typeface="Consolas" panose="020B0609020204030204" pitchFamily="49" charset="0"/>
              </a:rPr>
              <a:t> x, </a:t>
            </a:r>
            <a:r>
              <a:rPr lang="fr-FR" sz="1100">
                <a:solidFill>
                  <a:srgbClr val="0000FF"/>
                </a:solidFill>
                <a:latin typeface="Consolas" panose="020B0609020204030204" pitchFamily="49" charset="0"/>
              </a:rPr>
              <a:t>double</a:t>
            </a:r>
            <a:r>
              <a:rPr lang="fr-FR" sz="1100">
                <a:solidFill>
                  <a:srgbClr val="000000"/>
                </a:solidFill>
                <a:latin typeface="Consolas" panose="020B0609020204030204" pitchFamily="49" charset="0"/>
              </a:rPr>
              <a:t> y)</a:t>
            </a:r>
          </a:p>
          <a:p>
            <a:pPr marL="0" indent="0">
              <a:spcBef>
                <a:spcPts val="0"/>
              </a:spcBef>
              <a:spcAft>
                <a:spcPts val="0"/>
              </a:spcAft>
              <a:buNone/>
            </a:pPr>
            <a:r>
              <a:rPr lang="en-US" sz="1100">
                <a:solidFill>
                  <a:srgbClr val="000000"/>
                </a:solidFill>
                <a:latin typeface="Consolas" panose="020B0609020204030204" pitchFamily="49" charset="0"/>
              </a:rPr>
              <a:t>{</a:t>
            </a:r>
          </a:p>
          <a:p>
            <a:pPr marL="0" indent="0">
              <a:spcBef>
                <a:spcPts val="0"/>
              </a:spcBef>
              <a:spcAft>
                <a:spcPts val="0"/>
              </a:spcAft>
              <a:buNone/>
            </a:pPr>
            <a:r>
              <a:rPr lang="en-US" sz="1100">
                <a:solidFill>
                  <a:srgbClr val="0000FF"/>
                </a:solidFill>
                <a:latin typeface="Consolas" panose="020B0609020204030204" pitchFamily="49" charset="0"/>
              </a:rPr>
              <a:t>	return</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int</a:t>
            </a:r>
            <a:r>
              <a:rPr lang="en-US" sz="1100">
                <a:solidFill>
                  <a:srgbClr val="000000"/>
                </a:solidFill>
                <a:latin typeface="Consolas" panose="020B0609020204030204" pitchFamily="49" charset="0"/>
              </a:rPr>
              <a:t>)(x + y);</a:t>
            </a:r>
          </a:p>
          <a:p>
            <a:pPr marL="0" indent="0">
              <a:spcBef>
                <a:spcPts val="0"/>
              </a:spcBef>
              <a:spcAft>
                <a:spcPts val="0"/>
              </a:spcAft>
              <a:buNone/>
            </a:pPr>
            <a:r>
              <a:rPr lang="en-US" sz="1100">
                <a:solidFill>
                  <a:srgbClr val="000000"/>
                </a:solidFill>
                <a:latin typeface="Consolas" panose="020B0609020204030204" pitchFamily="49" charset="0"/>
              </a:rPr>
              <a:t>}</a:t>
            </a:r>
            <a:endParaRPr lang="en-US" sz="1000" noProof="1"/>
          </a:p>
          <a:p>
            <a:pPr marL="0" indent="0">
              <a:buNone/>
            </a:pPr>
            <a:endParaRPr lang="en-US" sz="2400"/>
          </a:p>
          <a:p>
            <a:pPr marL="0" indent="0">
              <a:buNone/>
            </a:pPr>
            <a:endParaRPr lang="en-US" sz="2400"/>
          </a:p>
        </p:txBody>
      </p:sp>
      <p:sp>
        <p:nvSpPr>
          <p:cNvPr id="10" name="TextBox 9">
            <a:extLst>
              <a:ext uri="{FF2B5EF4-FFF2-40B4-BE49-F238E27FC236}">
                <a16:creationId xmlns:a16="http://schemas.microsoft.com/office/drawing/2014/main" id="{35F538E1-3839-4295-9BAC-325AABB1B901}"/>
              </a:ext>
            </a:extLst>
          </p:cNvPr>
          <p:cNvSpPr txBox="1"/>
          <p:nvPr/>
        </p:nvSpPr>
        <p:spPr>
          <a:xfrm>
            <a:off x="5640456" y="8825948"/>
            <a:ext cx="914400" cy="9144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
        <p:nvSpPr>
          <p:cNvPr id="11" name="TextBox 10">
            <a:extLst>
              <a:ext uri="{FF2B5EF4-FFF2-40B4-BE49-F238E27FC236}">
                <a16:creationId xmlns:a16="http://schemas.microsoft.com/office/drawing/2014/main" id="{4120285B-0541-427F-A522-47B6558AC860}"/>
              </a:ext>
            </a:extLst>
          </p:cNvPr>
          <p:cNvSpPr txBox="1"/>
          <p:nvPr/>
        </p:nvSpPr>
        <p:spPr>
          <a:xfrm>
            <a:off x="8875643" y="8955157"/>
            <a:ext cx="914400" cy="91440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cxnSp>
        <p:nvCxnSpPr>
          <p:cNvPr id="9" name="Straight Arrow Connector 8">
            <a:extLst>
              <a:ext uri="{FF2B5EF4-FFF2-40B4-BE49-F238E27FC236}">
                <a16:creationId xmlns:a16="http://schemas.microsoft.com/office/drawing/2014/main" id="{C2829130-8E5B-40A4-BB59-98332D6E035F}"/>
              </a:ext>
            </a:extLst>
          </p:cNvPr>
          <p:cNvCxnSpPr/>
          <p:nvPr/>
        </p:nvCxnSpPr>
        <p:spPr>
          <a:xfrm>
            <a:off x="3127761" y="5418034"/>
            <a:ext cx="1384418" cy="0"/>
          </a:xfrm>
          <a:prstGeom prst="straightConnector1">
            <a:avLst/>
          </a:prstGeom>
          <a:noFill/>
          <a:ln>
            <a:solidFill>
              <a:schemeClr val="accent6"/>
            </a:solidFill>
            <a:tailEnd type="triangle"/>
          </a:ln>
          <a:effectLst/>
        </p:spPr>
        <p:style>
          <a:lnRef idx="1">
            <a:schemeClr val="accent1"/>
          </a:lnRef>
          <a:fillRef idx="3">
            <a:schemeClr val="accent1"/>
          </a:fillRef>
          <a:effectRef idx="2">
            <a:schemeClr val="accent1"/>
          </a:effectRef>
          <a:fontRef idx="minor">
            <a:schemeClr val="lt1"/>
          </a:fontRef>
        </p:style>
      </p:cxnSp>
      <p:sp>
        <p:nvSpPr>
          <p:cNvPr id="14" name="TextBox 13">
            <a:extLst>
              <a:ext uri="{FF2B5EF4-FFF2-40B4-BE49-F238E27FC236}">
                <a16:creationId xmlns:a16="http://schemas.microsoft.com/office/drawing/2014/main" id="{06870772-0584-4484-9629-6154AF781E00}"/>
              </a:ext>
            </a:extLst>
          </p:cNvPr>
          <p:cNvSpPr txBox="1"/>
          <p:nvPr/>
        </p:nvSpPr>
        <p:spPr>
          <a:xfrm>
            <a:off x="4625207" y="5254000"/>
            <a:ext cx="6457389" cy="57256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GB" sz="1600">
                <a:latin typeface="+mn-lt"/>
              </a:rPr>
              <a:t>compile error - method cannot be overloaded over different return type</a:t>
            </a:r>
            <a:endParaRPr lang="en-US" sz="1600">
              <a:latin typeface="+mn-lt"/>
            </a:endParaRPr>
          </a:p>
        </p:txBody>
      </p:sp>
      <p:sp>
        <p:nvSpPr>
          <p:cNvPr id="15" name="Right Brace 14">
            <a:extLst>
              <a:ext uri="{FF2B5EF4-FFF2-40B4-BE49-F238E27FC236}">
                <a16:creationId xmlns:a16="http://schemas.microsoft.com/office/drawing/2014/main" id="{5DE54A4B-8390-44D6-9983-BCC1E79DBBE9}"/>
              </a:ext>
            </a:extLst>
          </p:cNvPr>
          <p:cNvSpPr/>
          <p:nvPr/>
        </p:nvSpPr>
        <p:spPr>
          <a:xfrm>
            <a:off x="3939611" y="2529555"/>
            <a:ext cx="239282" cy="2221907"/>
          </a:xfrm>
          <a:prstGeom prst="rightBrace">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04FB68B-DB6D-444D-81A2-BCC2EF6D3CF0}"/>
              </a:ext>
            </a:extLst>
          </p:cNvPr>
          <p:cNvSpPr txBox="1"/>
          <p:nvPr/>
        </p:nvSpPr>
        <p:spPr>
          <a:xfrm>
            <a:off x="4328762" y="3246086"/>
            <a:ext cx="7050281" cy="1197727"/>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r>
              <a:rPr lang="en-US" sz="1600" i="0">
                <a:solidFill>
                  <a:srgbClr val="202124"/>
                </a:solidFill>
                <a:effectLst/>
                <a:latin typeface="arial" panose="020B0604020202020204" pitchFamily="34" charset="0"/>
              </a:rPr>
              <a:t>Shared name but different </a:t>
            </a:r>
            <a:r>
              <a:rPr lang="en-US" sz="1600" b="1" i="0">
                <a:solidFill>
                  <a:srgbClr val="202124"/>
                </a:solidFill>
                <a:effectLst/>
                <a:latin typeface="arial" panose="020B0604020202020204" pitchFamily="34" charset="0"/>
              </a:rPr>
              <a:t>method signature</a:t>
            </a:r>
            <a:r>
              <a:rPr lang="en-US" sz="1600" i="0">
                <a:solidFill>
                  <a:srgbClr val="202124"/>
                </a:solidFill>
                <a:effectLst/>
                <a:latin typeface="arial" panose="020B0604020202020204" pitchFamily="34" charset="0"/>
              </a:rPr>
              <a:t>.</a:t>
            </a:r>
          </a:p>
          <a:p>
            <a:pPr marL="0" indent="0" defTabSz="179388">
              <a:buClr>
                <a:srgbClr val="00DEE6"/>
              </a:buClr>
              <a:buFont typeface="Arial" panose="020B0604020202020204" pitchFamily="34" charset="0"/>
              <a:buNone/>
            </a:pPr>
            <a:endParaRPr lang="en-US" sz="1600" i="0">
              <a:solidFill>
                <a:srgbClr val="202124"/>
              </a:solidFill>
              <a:effectLst/>
              <a:latin typeface="arial" panose="020B0604020202020204" pitchFamily="34" charset="0"/>
            </a:endParaRPr>
          </a:p>
          <a:p>
            <a:pPr marL="0" indent="0" defTabSz="179388">
              <a:buClr>
                <a:srgbClr val="00DEE6"/>
              </a:buClr>
              <a:buFont typeface="Arial" panose="020B0604020202020204" pitchFamily="34" charset="0"/>
              <a:buNone/>
            </a:pPr>
            <a:r>
              <a:rPr lang="en-US" sz="1600" b="1" i="0">
                <a:solidFill>
                  <a:srgbClr val="202124"/>
                </a:solidFill>
                <a:effectLst/>
                <a:latin typeface="arial" panose="020B0604020202020204" pitchFamily="34" charset="0"/>
              </a:rPr>
              <a:t>Method signature</a:t>
            </a:r>
            <a:r>
              <a:rPr lang="en-US" sz="1600" b="0" i="0">
                <a:solidFill>
                  <a:srgbClr val="202124"/>
                </a:solidFill>
                <a:effectLst/>
                <a:latin typeface="arial" panose="020B0604020202020204" pitchFamily="34" charset="0"/>
              </a:rPr>
              <a:t> does not include the </a:t>
            </a:r>
            <a:r>
              <a:rPr lang="en-US" sz="1600" b="1" i="0">
                <a:solidFill>
                  <a:srgbClr val="202124"/>
                </a:solidFill>
                <a:effectLst/>
                <a:latin typeface="arial" panose="020B0604020202020204" pitchFamily="34" charset="0"/>
              </a:rPr>
              <a:t>return type</a:t>
            </a:r>
            <a:r>
              <a:rPr lang="en-US" sz="1600" b="0" i="0">
                <a:solidFill>
                  <a:srgbClr val="202124"/>
                </a:solidFill>
                <a:effectLst/>
                <a:latin typeface="arial" panose="020B0604020202020204" pitchFamily="34" charset="0"/>
              </a:rPr>
              <a:t> </a:t>
            </a:r>
            <a:r>
              <a:rPr lang="en-US" sz="1600" i="0">
                <a:solidFill>
                  <a:srgbClr val="202124"/>
                </a:solidFill>
                <a:effectLst/>
                <a:latin typeface="arial" panose="020B0604020202020204" pitchFamily="34" charset="0"/>
              </a:rPr>
              <a:t>of the method. A class cannot have two methods with same signature.</a:t>
            </a:r>
            <a:endParaRPr lang="en-US" sz="1600">
              <a:latin typeface="+mn-lt"/>
            </a:endParaRPr>
          </a:p>
        </p:txBody>
      </p:sp>
    </p:spTree>
    <p:extLst>
      <p:ext uri="{BB962C8B-B14F-4D97-AF65-F5344CB8AC3E}">
        <p14:creationId xmlns:p14="http://schemas.microsoft.com/office/powerpoint/2010/main" val="41993455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47</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OVERLOADING, EXAMPLE</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Polymorphism</a:t>
            </a:r>
            <a:endParaRPr lang="en-US" b="0" i="0">
              <a:solidFill>
                <a:srgbClr val="212121"/>
              </a:solidFill>
              <a:effectLst/>
            </a:endParaRP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spcBef>
                <a:spcPts val="0"/>
              </a:spcBef>
              <a:spcAft>
                <a:spcPts val="0"/>
              </a:spcAft>
              <a:buNone/>
            </a:pPr>
            <a:r>
              <a:rPr lang="en-US" sz="2400" noProof="1"/>
              <a:t>No method overloading, each employee type requires to call different method to accrued the salary.</a:t>
            </a:r>
          </a:p>
          <a:p>
            <a:pPr marL="0" indent="0">
              <a:spcBef>
                <a:spcPts val="0"/>
              </a:spcBef>
              <a:spcAft>
                <a:spcPts val="0"/>
              </a:spcAft>
              <a:buNone/>
            </a:pPr>
            <a:endParaRPr lang="en-US" sz="1200" noProof="1">
              <a:latin typeface="Consolas" panose="020B0609020204030204" pitchFamily="49" charset="0"/>
            </a:endParaRPr>
          </a:p>
          <a:p>
            <a:pPr marL="0" indent="0">
              <a:spcBef>
                <a:spcPts val="0"/>
              </a:spcBef>
              <a:spcAft>
                <a:spcPts val="0"/>
              </a:spcAft>
              <a:buNone/>
            </a:pPr>
            <a:r>
              <a:rPr lang="en-US" sz="1000" noProof="1">
                <a:solidFill>
                  <a:srgbClr val="0000FF"/>
                </a:solidFill>
                <a:latin typeface="Consolas" panose="020B0609020204030204" pitchFamily="49" charset="0"/>
              </a:rPr>
              <a:t>internal</a:t>
            </a: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class</a:t>
            </a:r>
            <a:r>
              <a:rPr lang="en-US" sz="1000" noProof="1">
                <a:solidFill>
                  <a:srgbClr val="000000"/>
                </a:solidFill>
                <a:latin typeface="Consolas" panose="020B0609020204030204" pitchFamily="49" charset="0"/>
              </a:rPr>
              <a:t> </a:t>
            </a:r>
            <a:r>
              <a:rPr lang="en-US" sz="1000" noProof="1">
                <a:solidFill>
                  <a:srgbClr val="2B91AF"/>
                </a:solidFill>
                <a:latin typeface="Consolas" panose="020B0609020204030204" pitchFamily="49" charset="0"/>
              </a:rPr>
              <a:t>Accountant</a:t>
            </a:r>
            <a:r>
              <a:rPr lang="en-US" sz="1000" noProof="1">
                <a:solidFill>
                  <a:srgbClr val="000000"/>
                </a:solidFill>
                <a:latin typeface="Consolas" panose="020B0609020204030204" pitchFamily="49" charset="0"/>
              </a:rPr>
              <a:t> {</a:t>
            </a:r>
          </a:p>
          <a:p>
            <a:pPr marL="0" indent="0">
              <a:spcBef>
                <a:spcPts val="0"/>
              </a:spcBef>
              <a:spcAft>
                <a:spcPts val="0"/>
              </a:spcAft>
              <a:buNone/>
            </a:pP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public</a:t>
            </a: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void</a:t>
            </a:r>
            <a:r>
              <a:rPr lang="en-US" sz="1000" noProof="1">
                <a:solidFill>
                  <a:srgbClr val="000000"/>
                </a:solidFill>
                <a:latin typeface="Consolas" panose="020B0609020204030204" pitchFamily="49" charset="0"/>
              </a:rPr>
              <a:t> AccruedWaiterSalary(</a:t>
            </a:r>
            <a:r>
              <a:rPr lang="en-US" sz="1000" noProof="1">
                <a:solidFill>
                  <a:srgbClr val="2B91AF"/>
                </a:solidFill>
                <a:latin typeface="Consolas" panose="020B0609020204030204" pitchFamily="49" charset="0"/>
              </a:rPr>
              <a:t>Waiter</a:t>
            </a:r>
            <a:r>
              <a:rPr lang="en-US" sz="1000" noProof="1">
                <a:solidFill>
                  <a:srgbClr val="000000"/>
                </a:solidFill>
                <a:latin typeface="Consolas" panose="020B0609020204030204" pitchFamily="49" charset="0"/>
              </a:rPr>
              <a:t> employee) {</a:t>
            </a:r>
          </a:p>
          <a:p>
            <a:pPr marL="0" indent="0">
              <a:spcBef>
                <a:spcPts val="0"/>
              </a:spcBef>
              <a:spcAft>
                <a:spcPts val="0"/>
              </a:spcAft>
              <a:buNone/>
            </a:pPr>
            <a:r>
              <a:rPr lang="en-US" sz="1000" noProof="1">
                <a:solidFill>
                  <a:srgbClr val="000000"/>
                </a:solidFill>
                <a:latin typeface="Consolas" panose="020B0609020204030204" pitchFamily="49" charset="0"/>
              </a:rPr>
              <a:t>            </a:t>
            </a:r>
            <a:r>
              <a:rPr lang="en-US" sz="1000" noProof="1">
                <a:solidFill>
                  <a:srgbClr val="2B91AF"/>
                </a:solidFill>
                <a:latin typeface="Consolas" panose="020B0609020204030204" pitchFamily="49" charset="0"/>
              </a:rPr>
              <a:t>Console</a:t>
            </a:r>
            <a:r>
              <a:rPr lang="en-US" sz="1000" noProof="1">
                <a:solidFill>
                  <a:srgbClr val="000000"/>
                </a:solidFill>
                <a:latin typeface="Consolas" panose="020B0609020204030204" pitchFamily="49" charset="0"/>
              </a:rPr>
              <a:t>.WriteLine(</a:t>
            </a:r>
            <a:r>
              <a:rPr lang="en-US" sz="1000" noProof="1">
                <a:solidFill>
                  <a:srgbClr val="A31515"/>
                </a:solidFill>
                <a:latin typeface="Consolas" panose="020B0609020204030204" pitchFamily="49" charset="0"/>
              </a:rPr>
              <a:t>$"Salary transferred for employee: </a:t>
            </a:r>
            <a:r>
              <a:rPr lang="en-US" sz="1000" noProof="1">
                <a:solidFill>
                  <a:srgbClr val="000000"/>
                </a:solidFill>
                <a:latin typeface="Consolas" panose="020B0609020204030204" pitchFamily="49" charset="0"/>
              </a:rPr>
              <a:t>{employee.Name}</a:t>
            </a:r>
            <a:r>
              <a:rPr lang="en-US" sz="1000" noProof="1">
                <a:solidFill>
                  <a:srgbClr val="A31515"/>
                </a:solidFill>
                <a:latin typeface="Consolas" panose="020B0609020204030204" pitchFamily="49" charset="0"/>
              </a:rPr>
              <a:t> on bank account: </a:t>
            </a:r>
            <a:r>
              <a:rPr lang="en-US" sz="1000" noProof="1">
                <a:solidFill>
                  <a:srgbClr val="000000"/>
                </a:solidFill>
                <a:latin typeface="Consolas" panose="020B0609020204030204" pitchFamily="49" charset="0"/>
              </a:rPr>
              <a:t>{employee.BankAccount}</a:t>
            </a:r>
            <a:r>
              <a:rPr lang="en-US" sz="1000" noProof="1">
                <a:solidFill>
                  <a:srgbClr val="A31515"/>
                </a:solidFill>
                <a:latin typeface="Consolas" panose="020B0609020204030204" pitchFamily="49" charset="0"/>
              </a:rPr>
              <a:t>, amount </a:t>
            </a:r>
            <a:r>
              <a:rPr lang="en-US" sz="1000" noProof="1">
                <a:solidFill>
                  <a:srgbClr val="000000"/>
                </a:solidFill>
                <a:latin typeface="Consolas" panose="020B0609020204030204" pitchFamily="49" charset="0"/>
              </a:rPr>
              <a:t>{employee.Salary}</a:t>
            </a:r>
            <a:r>
              <a:rPr lang="en-US" sz="1000" noProof="1">
                <a:solidFill>
                  <a:srgbClr val="A31515"/>
                </a:solidFill>
                <a:latin typeface="Consolas" panose="020B0609020204030204" pitchFamily="49" charset="0"/>
              </a:rPr>
              <a:t>."</a:t>
            </a:r>
            <a:r>
              <a:rPr lang="en-US" sz="1000" noProof="1">
                <a:solidFill>
                  <a:srgbClr val="000000"/>
                </a:solidFill>
                <a:latin typeface="Consolas" panose="020B0609020204030204" pitchFamily="49" charset="0"/>
              </a:rPr>
              <a:t>);</a:t>
            </a:r>
          </a:p>
          <a:p>
            <a:pPr marL="0" indent="0">
              <a:spcBef>
                <a:spcPts val="0"/>
              </a:spcBef>
              <a:spcAft>
                <a:spcPts val="0"/>
              </a:spcAft>
              <a:buNone/>
            </a:pPr>
            <a:r>
              <a:rPr lang="en-US" sz="1000" noProof="1">
                <a:solidFill>
                  <a:srgbClr val="000000"/>
                </a:solidFill>
                <a:latin typeface="Consolas" panose="020B0609020204030204" pitchFamily="49" charset="0"/>
              </a:rPr>
              <a:t>        }</a:t>
            </a:r>
          </a:p>
          <a:p>
            <a:pPr marL="0" indent="0">
              <a:spcBef>
                <a:spcPts val="0"/>
              </a:spcBef>
              <a:spcAft>
                <a:spcPts val="0"/>
              </a:spcAft>
              <a:buNone/>
            </a:pPr>
            <a:endParaRPr lang="en-US" sz="1000" noProof="1">
              <a:solidFill>
                <a:srgbClr val="000000"/>
              </a:solidFill>
              <a:latin typeface="Consolas" panose="020B0609020204030204" pitchFamily="49" charset="0"/>
            </a:endParaRPr>
          </a:p>
          <a:p>
            <a:pPr marL="0" indent="0">
              <a:spcBef>
                <a:spcPts val="0"/>
              </a:spcBef>
              <a:spcAft>
                <a:spcPts val="0"/>
              </a:spcAft>
              <a:buNone/>
            </a:pP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public</a:t>
            </a: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void</a:t>
            </a:r>
            <a:r>
              <a:rPr lang="en-US" sz="1000" noProof="1">
                <a:solidFill>
                  <a:srgbClr val="000000"/>
                </a:solidFill>
                <a:latin typeface="Consolas" panose="020B0609020204030204" pitchFamily="49" charset="0"/>
              </a:rPr>
              <a:t> AccruedBarmanSalary(</a:t>
            </a:r>
            <a:r>
              <a:rPr lang="en-US" sz="1000" noProof="1">
                <a:solidFill>
                  <a:srgbClr val="2B91AF"/>
                </a:solidFill>
                <a:latin typeface="Consolas" panose="020B0609020204030204" pitchFamily="49" charset="0"/>
              </a:rPr>
              <a:t>Barman</a:t>
            </a:r>
            <a:r>
              <a:rPr lang="en-US" sz="1000" noProof="1">
                <a:solidFill>
                  <a:srgbClr val="000000"/>
                </a:solidFill>
                <a:latin typeface="Consolas" panose="020B0609020204030204" pitchFamily="49" charset="0"/>
              </a:rPr>
              <a:t> employee) {</a:t>
            </a:r>
          </a:p>
          <a:p>
            <a:pPr marL="0" indent="0">
              <a:spcBef>
                <a:spcPts val="0"/>
              </a:spcBef>
              <a:spcAft>
                <a:spcPts val="0"/>
              </a:spcAft>
              <a:buNone/>
            </a:pPr>
            <a:r>
              <a:rPr lang="en-US" sz="1000" noProof="1">
                <a:solidFill>
                  <a:srgbClr val="000000"/>
                </a:solidFill>
                <a:latin typeface="Consolas" panose="020B0609020204030204" pitchFamily="49" charset="0"/>
              </a:rPr>
              <a:t>            </a:t>
            </a:r>
            <a:r>
              <a:rPr lang="en-US" sz="1000" noProof="1">
                <a:solidFill>
                  <a:srgbClr val="2B91AF"/>
                </a:solidFill>
                <a:latin typeface="Consolas" panose="020B0609020204030204" pitchFamily="49" charset="0"/>
              </a:rPr>
              <a:t>Console</a:t>
            </a:r>
            <a:r>
              <a:rPr lang="en-US" sz="1000" noProof="1">
                <a:solidFill>
                  <a:srgbClr val="000000"/>
                </a:solidFill>
                <a:latin typeface="Consolas" panose="020B0609020204030204" pitchFamily="49" charset="0"/>
              </a:rPr>
              <a:t>.WriteLine(</a:t>
            </a:r>
            <a:r>
              <a:rPr lang="en-US" sz="1000" noProof="1">
                <a:solidFill>
                  <a:srgbClr val="A31515"/>
                </a:solidFill>
                <a:latin typeface="Consolas" panose="020B0609020204030204" pitchFamily="49" charset="0"/>
              </a:rPr>
              <a:t>$"Salary transferred for employee: </a:t>
            </a:r>
            <a:r>
              <a:rPr lang="en-US" sz="1000" noProof="1">
                <a:solidFill>
                  <a:srgbClr val="000000"/>
                </a:solidFill>
                <a:latin typeface="Consolas" panose="020B0609020204030204" pitchFamily="49" charset="0"/>
              </a:rPr>
              <a:t>{employee.Name}</a:t>
            </a:r>
            <a:r>
              <a:rPr lang="en-US" sz="1000" noProof="1">
                <a:solidFill>
                  <a:srgbClr val="A31515"/>
                </a:solidFill>
                <a:latin typeface="Consolas" panose="020B0609020204030204" pitchFamily="49" charset="0"/>
              </a:rPr>
              <a:t> on bank account: </a:t>
            </a:r>
            <a:r>
              <a:rPr lang="en-US" sz="1000" noProof="1">
                <a:solidFill>
                  <a:srgbClr val="000000"/>
                </a:solidFill>
                <a:latin typeface="Consolas" panose="020B0609020204030204" pitchFamily="49" charset="0"/>
              </a:rPr>
              <a:t>{employee.BankAccount}</a:t>
            </a:r>
            <a:r>
              <a:rPr lang="en-US" sz="1000" noProof="1">
                <a:solidFill>
                  <a:srgbClr val="A31515"/>
                </a:solidFill>
                <a:latin typeface="Consolas" panose="020B0609020204030204" pitchFamily="49" charset="0"/>
              </a:rPr>
              <a:t>, amount </a:t>
            </a:r>
            <a:r>
              <a:rPr lang="en-US" sz="1000" noProof="1">
                <a:solidFill>
                  <a:srgbClr val="000000"/>
                </a:solidFill>
                <a:latin typeface="Consolas" panose="020B0609020204030204" pitchFamily="49" charset="0"/>
              </a:rPr>
              <a:t>{employee.Salary}</a:t>
            </a:r>
            <a:r>
              <a:rPr lang="en-US" sz="1000" noProof="1">
                <a:solidFill>
                  <a:srgbClr val="A31515"/>
                </a:solidFill>
                <a:latin typeface="Consolas" panose="020B0609020204030204" pitchFamily="49" charset="0"/>
              </a:rPr>
              <a:t>."</a:t>
            </a:r>
            <a:r>
              <a:rPr lang="en-US" sz="1000" noProof="1">
                <a:solidFill>
                  <a:srgbClr val="000000"/>
                </a:solidFill>
                <a:latin typeface="Consolas" panose="020B0609020204030204" pitchFamily="49" charset="0"/>
              </a:rPr>
              <a:t>);</a:t>
            </a:r>
          </a:p>
          <a:p>
            <a:pPr marL="0" indent="0">
              <a:spcBef>
                <a:spcPts val="0"/>
              </a:spcBef>
              <a:spcAft>
                <a:spcPts val="0"/>
              </a:spcAft>
              <a:buNone/>
            </a:pPr>
            <a:r>
              <a:rPr lang="en-US" sz="1000" noProof="1">
                <a:solidFill>
                  <a:srgbClr val="000000"/>
                </a:solidFill>
                <a:latin typeface="Consolas" panose="020B0609020204030204" pitchFamily="49" charset="0"/>
              </a:rPr>
              <a:t>        }</a:t>
            </a:r>
          </a:p>
          <a:p>
            <a:pPr marL="0" indent="0">
              <a:spcBef>
                <a:spcPts val="0"/>
              </a:spcBef>
              <a:spcAft>
                <a:spcPts val="0"/>
              </a:spcAft>
              <a:buNone/>
            </a:pPr>
            <a:endParaRPr lang="en-US" sz="1000" noProof="1">
              <a:solidFill>
                <a:srgbClr val="000000"/>
              </a:solidFill>
              <a:latin typeface="Consolas" panose="020B0609020204030204" pitchFamily="49" charset="0"/>
            </a:endParaRPr>
          </a:p>
          <a:p>
            <a:pPr marL="0" indent="0">
              <a:spcBef>
                <a:spcPts val="0"/>
              </a:spcBef>
              <a:spcAft>
                <a:spcPts val="0"/>
              </a:spcAft>
              <a:buNone/>
            </a:pP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public</a:t>
            </a: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void</a:t>
            </a:r>
            <a:r>
              <a:rPr lang="en-US" sz="1000" noProof="1">
                <a:solidFill>
                  <a:srgbClr val="000000"/>
                </a:solidFill>
                <a:latin typeface="Consolas" panose="020B0609020204030204" pitchFamily="49" charset="0"/>
              </a:rPr>
              <a:t> AccruedCleaningPersonSalary(</a:t>
            </a:r>
            <a:r>
              <a:rPr lang="en-US" sz="1000" noProof="1">
                <a:solidFill>
                  <a:srgbClr val="2B91AF"/>
                </a:solidFill>
                <a:latin typeface="Consolas" panose="020B0609020204030204" pitchFamily="49" charset="0"/>
              </a:rPr>
              <a:t>CleaningPerson</a:t>
            </a:r>
            <a:r>
              <a:rPr lang="en-US" sz="1000" noProof="1">
                <a:solidFill>
                  <a:srgbClr val="000000"/>
                </a:solidFill>
                <a:latin typeface="Consolas" panose="020B0609020204030204" pitchFamily="49" charset="0"/>
              </a:rPr>
              <a:t> employee) {</a:t>
            </a:r>
          </a:p>
          <a:p>
            <a:pPr marL="0" indent="0">
              <a:spcBef>
                <a:spcPts val="0"/>
              </a:spcBef>
              <a:spcAft>
                <a:spcPts val="0"/>
              </a:spcAft>
              <a:buNone/>
            </a:pPr>
            <a:r>
              <a:rPr lang="en-US" sz="1000" noProof="1">
                <a:solidFill>
                  <a:srgbClr val="000000"/>
                </a:solidFill>
                <a:latin typeface="Consolas" panose="020B0609020204030204" pitchFamily="49" charset="0"/>
              </a:rPr>
              <a:t>            </a:t>
            </a:r>
            <a:r>
              <a:rPr lang="en-US" sz="1000" noProof="1">
                <a:solidFill>
                  <a:srgbClr val="2B91AF"/>
                </a:solidFill>
                <a:latin typeface="Consolas" panose="020B0609020204030204" pitchFamily="49" charset="0"/>
              </a:rPr>
              <a:t>Console</a:t>
            </a:r>
            <a:r>
              <a:rPr lang="en-US" sz="1000" noProof="1">
                <a:solidFill>
                  <a:srgbClr val="000000"/>
                </a:solidFill>
                <a:latin typeface="Consolas" panose="020B0609020204030204" pitchFamily="49" charset="0"/>
              </a:rPr>
              <a:t>.WriteLine(</a:t>
            </a:r>
            <a:r>
              <a:rPr lang="en-US" sz="1000" noProof="1">
                <a:solidFill>
                  <a:srgbClr val="A31515"/>
                </a:solidFill>
                <a:latin typeface="Consolas" panose="020B0609020204030204" pitchFamily="49" charset="0"/>
              </a:rPr>
              <a:t>$"Salary transferred for employee: </a:t>
            </a:r>
            <a:r>
              <a:rPr lang="en-US" sz="1000" noProof="1">
                <a:solidFill>
                  <a:srgbClr val="000000"/>
                </a:solidFill>
                <a:latin typeface="Consolas" panose="020B0609020204030204" pitchFamily="49" charset="0"/>
              </a:rPr>
              <a:t>{employee.Name}</a:t>
            </a:r>
            <a:r>
              <a:rPr lang="en-US" sz="1000" noProof="1">
                <a:solidFill>
                  <a:srgbClr val="A31515"/>
                </a:solidFill>
                <a:latin typeface="Consolas" panose="020B0609020204030204" pitchFamily="49" charset="0"/>
              </a:rPr>
              <a:t> on bank account: </a:t>
            </a:r>
            <a:r>
              <a:rPr lang="en-US" sz="1000" noProof="1">
                <a:solidFill>
                  <a:srgbClr val="000000"/>
                </a:solidFill>
                <a:latin typeface="Consolas" panose="020B0609020204030204" pitchFamily="49" charset="0"/>
              </a:rPr>
              <a:t>{employee.BankAccount}</a:t>
            </a:r>
            <a:r>
              <a:rPr lang="en-US" sz="1000" noProof="1">
                <a:solidFill>
                  <a:srgbClr val="A31515"/>
                </a:solidFill>
                <a:latin typeface="Consolas" panose="020B0609020204030204" pitchFamily="49" charset="0"/>
              </a:rPr>
              <a:t>, amount </a:t>
            </a:r>
            <a:r>
              <a:rPr lang="en-US" sz="1000" noProof="1">
                <a:solidFill>
                  <a:srgbClr val="000000"/>
                </a:solidFill>
                <a:latin typeface="Consolas" panose="020B0609020204030204" pitchFamily="49" charset="0"/>
              </a:rPr>
              <a:t>{employee.Salary}</a:t>
            </a:r>
            <a:r>
              <a:rPr lang="en-US" sz="1000" noProof="1">
                <a:solidFill>
                  <a:srgbClr val="A31515"/>
                </a:solidFill>
                <a:latin typeface="Consolas" panose="020B0609020204030204" pitchFamily="49" charset="0"/>
              </a:rPr>
              <a:t>."</a:t>
            </a:r>
            <a:r>
              <a:rPr lang="en-US" sz="1000" noProof="1">
                <a:solidFill>
                  <a:srgbClr val="000000"/>
                </a:solidFill>
                <a:latin typeface="Consolas" panose="020B0609020204030204" pitchFamily="49" charset="0"/>
              </a:rPr>
              <a:t>);</a:t>
            </a:r>
          </a:p>
          <a:p>
            <a:pPr marL="0" indent="0">
              <a:spcBef>
                <a:spcPts val="0"/>
              </a:spcBef>
              <a:spcAft>
                <a:spcPts val="0"/>
              </a:spcAft>
              <a:buNone/>
            </a:pPr>
            <a:r>
              <a:rPr lang="en-US" sz="1000" noProof="1">
                <a:solidFill>
                  <a:srgbClr val="000000"/>
                </a:solidFill>
                <a:latin typeface="Consolas" panose="020B0609020204030204" pitchFamily="49" charset="0"/>
              </a:rPr>
              <a:t>        }</a:t>
            </a:r>
          </a:p>
          <a:p>
            <a:pPr marL="0" indent="0">
              <a:spcBef>
                <a:spcPts val="0"/>
              </a:spcBef>
              <a:spcAft>
                <a:spcPts val="0"/>
              </a:spcAft>
              <a:buNone/>
            </a:pPr>
            <a:r>
              <a:rPr lang="en-US" sz="1000" noProof="1">
                <a:solidFill>
                  <a:srgbClr val="000000"/>
                </a:solidFill>
                <a:latin typeface="Consolas" panose="020B0609020204030204" pitchFamily="49" charset="0"/>
              </a:rPr>
              <a:t>}</a:t>
            </a:r>
            <a:endParaRPr lang="en-US" sz="1000" noProof="1"/>
          </a:p>
          <a:p>
            <a:pPr marL="0" indent="0">
              <a:buNone/>
            </a:pPr>
            <a:endParaRPr lang="en-US" sz="2400"/>
          </a:p>
        </p:txBody>
      </p:sp>
      <p:sp>
        <p:nvSpPr>
          <p:cNvPr id="10" name="TextBox 9">
            <a:extLst>
              <a:ext uri="{FF2B5EF4-FFF2-40B4-BE49-F238E27FC236}">
                <a16:creationId xmlns:a16="http://schemas.microsoft.com/office/drawing/2014/main" id="{35F538E1-3839-4295-9BAC-325AABB1B901}"/>
              </a:ext>
            </a:extLst>
          </p:cNvPr>
          <p:cNvSpPr txBox="1"/>
          <p:nvPr/>
        </p:nvSpPr>
        <p:spPr>
          <a:xfrm>
            <a:off x="5640456" y="8825948"/>
            <a:ext cx="914400" cy="9144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
        <p:nvSpPr>
          <p:cNvPr id="11" name="TextBox 10">
            <a:extLst>
              <a:ext uri="{FF2B5EF4-FFF2-40B4-BE49-F238E27FC236}">
                <a16:creationId xmlns:a16="http://schemas.microsoft.com/office/drawing/2014/main" id="{4120285B-0541-427F-A522-47B6558AC860}"/>
              </a:ext>
            </a:extLst>
          </p:cNvPr>
          <p:cNvSpPr txBox="1"/>
          <p:nvPr/>
        </p:nvSpPr>
        <p:spPr>
          <a:xfrm>
            <a:off x="8875643" y="8955157"/>
            <a:ext cx="914400" cy="91440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
        <p:nvSpPr>
          <p:cNvPr id="15" name="Arrow: Down 14">
            <a:extLst>
              <a:ext uri="{FF2B5EF4-FFF2-40B4-BE49-F238E27FC236}">
                <a16:creationId xmlns:a16="http://schemas.microsoft.com/office/drawing/2014/main" id="{AEFF3F63-A4E4-433C-A08D-3A6C6EAD69C6}"/>
              </a:ext>
            </a:extLst>
          </p:cNvPr>
          <p:cNvSpPr/>
          <p:nvPr/>
        </p:nvSpPr>
        <p:spPr>
          <a:xfrm>
            <a:off x="5805262" y="4520725"/>
            <a:ext cx="581475" cy="547810"/>
          </a:xfrm>
          <a:prstGeom prst="downArrow">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Tree>
    <p:extLst>
      <p:ext uri="{BB962C8B-B14F-4D97-AF65-F5344CB8AC3E}">
        <p14:creationId xmlns:p14="http://schemas.microsoft.com/office/powerpoint/2010/main" val="5026028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48</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OVERLOADING, EXAMPLE</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Polymorphism</a:t>
            </a:r>
            <a:endParaRPr lang="en-US" b="0" i="0">
              <a:solidFill>
                <a:srgbClr val="212121"/>
              </a:solidFill>
              <a:effectLst/>
            </a:endParaRP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spcBef>
                <a:spcPts val="0"/>
              </a:spcBef>
              <a:spcAft>
                <a:spcPts val="0"/>
              </a:spcAft>
              <a:buNone/>
            </a:pPr>
            <a:r>
              <a:rPr lang="en-GB" sz="2400"/>
              <a:t>Method overloading – the shared name but can handle 3 different Objects</a:t>
            </a:r>
            <a:endParaRPr lang="en-US" sz="2400"/>
          </a:p>
          <a:p>
            <a:pPr marL="0" indent="0">
              <a:spcBef>
                <a:spcPts val="0"/>
              </a:spcBef>
              <a:spcAft>
                <a:spcPts val="0"/>
              </a:spcAft>
              <a:buNone/>
            </a:pPr>
            <a:endParaRPr lang="en-US" sz="900" noProof="1">
              <a:latin typeface="Consolas" panose="020B0609020204030204" pitchFamily="49" charset="0"/>
            </a:endParaRPr>
          </a:p>
          <a:p>
            <a:pPr marL="0" indent="0">
              <a:spcBef>
                <a:spcPts val="0"/>
              </a:spcBef>
              <a:spcAft>
                <a:spcPts val="0"/>
              </a:spcAft>
              <a:buNone/>
            </a:pPr>
            <a:r>
              <a:rPr lang="en-US" sz="1000" noProof="1">
                <a:solidFill>
                  <a:srgbClr val="0000FF"/>
                </a:solidFill>
                <a:latin typeface="Consolas" panose="020B0609020204030204" pitchFamily="49" charset="0"/>
              </a:rPr>
              <a:t>internal</a:t>
            </a: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class</a:t>
            </a:r>
            <a:r>
              <a:rPr lang="en-US" sz="1000" noProof="1">
                <a:solidFill>
                  <a:srgbClr val="000000"/>
                </a:solidFill>
                <a:latin typeface="Consolas" panose="020B0609020204030204" pitchFamily="49" charset="0"/>
              </a:rPr>
              <a:t> </a:t>
            </a:r>
            <a:r>
              <a:rPr lang="en-US" sz="1000" noProof="1">
                <a:solidFill>
                  <a:srgbClr val="2B91AF"/>
                </a:solidFill>
                <a:latin typeface="Consolas" panose="020B0609020204030204" pitchFamily="49" charset="0"/>
              </a:rPr>
              <a:t>Accountant</a:t>
            </a:r>
            <a:r>
              <a:rPr lang="en-US" sz="1000" noProof="1">
                <a:solidFill>
                  <a:srgbClr val="000000"/>
                </a:solidFill>
                <a:latin typeface="Consolas" panose="020B0609020204030204" pitchFamily="49" charset="0"/>
              </a:rPr>
              <a:t> {</a:t>
            </a:r>
          </a:p>
          <a:p>
            <a:pPr marL="0" indent="0">
              <a:spcBef>
                <a:spcPts val="0"/>
              </a:spcBef>
              <a:spcAft>
                <a:spcPts val="0"/>
              </a:spcAft>
              <a:buNone/>
            </a:pP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public</a:t>
            </a: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void</a:t>
            </a:r>
            <a:r>
              <a:rPr lang="en-US" sz="1000" noProof="1">
                <a:solidFill>
                  <a:srgbClr val="000000"/>
                </a:solidFill>
                <a:latin typeface="Consolas" panose="020B0609020204030204" pitchFamily="49" charset="0"/>
              </a:rPr>
              <a:t> AccruedSalary(</a:t>
            </a:r>
            <a:r>
              <a:rPr lang="en-US" sz="1000" noProof="1">
                <a:solidFill>
                  <a:srgbClr val="2B91AF"/>
                </a:solidFill>
                <a:latin typeface="Consolas" panose="020B0609020204030204" pitchFamily="49" charset="0"/>
              </a:rPr>
              <a:t>Waiter</a:t>
            </a:r>
            <a:r>
              <a:rPr lang="en-US" sz="1000" noProof="1">
                <a:solidFill>
                  <a:srgbClr val="000000"/>
                </a:solidFill>
                <a:latin typeface="Consolas" panose="020B0609020204030204" pitchFamily="49" charset="0"/>
              </a:rPr>
              <a:t> employee) {</a:t>
            </a:r>
          </a:p>
          <a:p>
            <a:pPr marL="0" indent="0">
              <a:spcBef>
                <a:spcPts val="0"/>
              </a:spcBef>
              <a:spcAft>
                <a:spcPts val="0"/>
              </a:spcAft>
              <a:buNone/>
            </a:pPr>
            <a:r>
              <a:rPr lang="en-US" sz="1000" noProof="1">
                <a:solidFill>
                  <a:srgbClr val="000000"/>
                </a:solidFill>
                <a:latin typeface="Consolas" panose="020B0609020204030204" pitchFamily="49" charset="0"/>
              </a:rPr>
              <a:t>            </a:t>
            </a:r>
            <a:r>
              <a:rPr lang="en-US" sz="1000" noProof="1">
                <a:solidFill>
                  <a:srgbClr val="2B91AF"/>
                </a:solidFill>
                <a:latin typeface="Consolas" panose="020B0609020204030204" pitchFamily="49" charset="0"/>
              </a:rPr>
              <a:t>Console</a:t>
            </a:r>
            <a:r>
              <a:rPr lang="en-US" sz="1000" noProof="1">
                <a:solidFill>
                  <a:srgbClr val="000000"/>
                </a:solidFill>
                <a:latin typeface="Consolas" panose="020B0609020204030204" pitchFamily="49" charset="0"/>
              </a:rPr>
              <a:t>.WriteLine(</a:t>
            </a:r>
            <a:r>
              <a:rPr lang="en-US" sz="1000" noProof="1">
                <a:solidFill>
                  <a:srgbClr val="A31515"/>
                </a:solidFill>
                <a:latin typeface="Consolas" panose="020B0609020204030204" pitchFamily="49" charset="0"/>
              </a:rPr>
              <a:t>$"Salary transferred for employee: </a:t>
            </a:r>
            <a:r>
              <a:rPr lang="en-US" sz="1000" noProof="1">
                <a:solidFill>
                  <a:srgbClr val="000000"/>
                </a:solidFill>
                <a:latin typeface="Consolas" panose="020B0609020204030204" pitchFamily="49" charset="0"/>
              </a:rPr>
              <a:t>{employee.Name}</a:t>
            </a:r>
            <a:r>
              <a:rPr lang="en-US" sz="1000" noProof="1">
                <a:solidFill>
                  <a:srgbClr val="A31515"/>
                </a:solidFill>
                <a:latin typeface="Consolas" panose="020B0609020204030204" pitchFamily="49" charset="0"/>
              </a:rPr>
              <a:t> on bank account: </a:t>
            </a:r>
            <a:r>
              <a:rPr lang="en-US" sz="1000" noProof="1">
                <a:solidFill>
                  <a:srgbClr val="000000"/>
                </a:solidFill>
                <a:latin typeface="Consolas" panose="020B0609020204030204" pitchFamily="49" charset="0"/>
              </a:rPr>
              <a:t>{employee.BankAccount}</a:t>
            </a:r>
            <a:r>
              <a:rPr lang="en-US" sz="1000" noProof="1">
                <a:solidFill>
                  <a:srgbClr val="A31515"/>
                </a:solidFill>
                <a:latin typeface="Consolas" panose="020B0609020204030204" pitchFamily="49" charset="0"/>
              </a:rPr>
              <a:t>, amount </a:t>
            </a:r>
            <a:r>
              <a:rPr lang="en-US" sz="1000" noProof="1">
                <a:solidFill>
                  <a:srgbClr val="000000"/>
                </a:solidFill>
                <a:latin typeface="Consolas" panose="020B0609020204030204" pitchFamily="49" charset="0"/>
              </a:rPr>
              <a:t>{employee.Salary}</a:t>
            </a:r>
            <a:r>
              <a:rPr lang="en-US" sz="1000" noProof="1">
                <a:solidFill>
                  <a:srgbClr val="A31515"/>
                </a:solidFill>
                <a:latin typeface="Consolas" panose="020B0609020204030204" pitchFamily="49" charset="0"/>
              </a:rPr>
              <a:t>."</a:t>
            </a:r>
            <a:r>
              <a:rPr lang="en-US" sz="1000" noProof="1">
                <a:solidFill>
                  <a:srgbClr val="000000"/>
                </a:solidFill>
                <a:latin typeface="Consolas" panose="020B0609020204030204" pitchFamily="49" charset="0"/>
              </a:rPr>
              <a:t>);</a:t>
            </a:r>
          </a:p>
          <a:p>
            <a:pPr marL="0" indent="0">
              <a:spcBef>
                <a:spcPts val="0"/>
              </a:spcBef>
              <a:spcAft>
                <a:spcPts val="0"/>
              </a:spcAft>
              <a:buNone/>
            </a:pPr>
            <a:r>
              <a:rPr lang="en-US" sz="1000" noProof="1">
                <a:solidFill>
                  <a:srgbClr val="000000"/>
                </a:solidFill>
                <a:latin typeface="Consolas" panose="020B0609020204030204" pitchFamily="49" charset="0"/>
              </a:rPr>
              <a:t>        }</a:t>
            </a:r>
          </a:p>
          <a:p>
            <a:pPr marL="0" indent="0">
              <a:spcBef>
                <a:spcPts val="0"/>
              </a:spcBef>
              <a:spcAft>
                <a:spcPts val="0"/>
              </a:spcAft>
              <a:buNone/>
            </a:pPr>
            <a:endParaRPr lang="en-US" sz="1000" noProof="1">
              <a:solidFill>
                <a:srgbClr val="000000"/>
              </a:solidFill>
              <a:latin typeface="Consolas" panose="020B0609020204030204" pitchFamily="49" charset="0"/>
            </a:endParaRPr>
          </a:p>
          <a:p>
            <a:pPr marL="0" indent="0">
              <a:spcBef>
                <a:spcPts val="0"/>
              </a:spcBef>
              <a:spcAft>
                <a:spcPts val="0"/>
              </a:spcAft>
              <a:buNone/>
            </a:pP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public</a:t>
            </a: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void</a:t>
            </a:r>
            <a:r>
              <a:rPr lang="en-US" sz="1000" noProof="1">
                <a:solidFill>
                  <a:srgbClr val="000000"/>
                </a:solidFill>
                <a:latin typeface="Consolas" panose="020B0609020204030204" pitchFamily="49" charset="0"/>
              </a:rPr>
              <a:t> AccruedSalary(</a:t>
            </a:r>
            <a:r>
              <a:rPr lang="en-US" sz="1000" noProof="1">
                <a:solidFill>
                  <a:srgbClr val="2B91AF"/>
                </a:solidFill>
                <a:latin typeface="Consolas" panose="020B0609020204030204" pitchFamily="49" charset="0"/>
              </a:rPr>
              <a:t>Barman</a:t>
            </a:r>
            <a:r>
              <a:rPr lang="en-US" sz="1000" noProof="1">
                <a:solidFill>
                  <a:srgbClr val="000000"/>
                </a:solidFill>
                <a:latin typeface="Consolas" panose="020B0609020204030204" pitchFamily="49" charset="0"/>
              </a:rPr>
              <a:t> employee) {</a:t>
            </a:r>
          </a:p>
          <a:p>
            <a:pPr marL="0" indent="0">
              <a:spcBef>
                <a:spcPts val="0"/>
              </a:spcBef>
              <a:spcAft>
                <a:spcPts val="0"/>
              </a:spcAft>
              <a:buNone/>
            </a:pPr>
            <a:r>
              <a:rPr lang="en-US" sz="1000" noProof="1">
                <a:solidFill>
                  <a:srgbClr val="000000"/>
                </a:solidFill>
                <a:latin typeface="Consolas" panose="020B0609020204030204" pitchFamily="49" charset="0"/>
              </a:rPr>
              <a:t>            </a:t>
            </a:r>
            <a:r>
              <a:rPr lang="en-US" sz="1000" noProof="1">
                <a:solidFill>
                  <a:srgbClr val="2B91AF"/>
                </a:solidFill>
                <a:latin typeface="Consolas" panose="020B0609020204030204" pitchFamily="49" charset="0"/>
              </a:rPr>
              <a:t>Console</a:t>
            </a:r>
            <a:r>
              <a:rPr lang="en-US" sz="1000" noProof="1">
                <a:solidFill>
                  <a:srgbClr val="000000"/>
                </a:solidFill>
                <a:latin typeface="Consolas" panose="020B0609020204030204" pitchFamily="49" charset="0"/>
              </a:rPr>
              <a:t>.WriteLine(</a:t>
            </a:r>
            <a:r>
              <a:rPr lang="en-US" sz="1000" noProof="1">
                <a:solidFill>
                  <a:srgbClr val="A31515"/>
                </a:solidFill>
                <a:latin typeface="Consolas" panose="020B0609020204030204" pitchFamily="49" charset="0"/>
              </a:rPr>
              <a:t>$"Salary transferred for employee: </a:t>
            </a:r>
            <a:r>
              <a:rPr lang="en-US" sz="1000" noProof="1">
                <a:solidFill>
                  <a:srgbClr val="000000"/>
                </a:solidFill>
                <a:latin typeface="Consolas" panose="020B0609020204030204" pitchFamily="49" charset="0"/>
              </a:rPr>
              <a:t>{employee.Name}</a:t>
            </a:r>
            <a:r>
              <a:rPr lang="en-US" sz="1000" noProof="1">
                <a:solidFill>
                  <a:srgbClr val="A31515"/>
                </a:solidFill>
                <a:latin typeface="Consolas" panose="020B0609020204030204" pitchFamily="49" charset="0"/>
              </a:rPr>
              <a:t> on bank account: </a:t>
            </a:r>
            <a:r>
              <a:rPr lang="en-US" sz="1000" noProof="1">
                <a:solidFill>
                  <a:srgbClr val="000000"/>
                </a:solidFill>
                <a:latin typeface="Consolas" panose="020B0609020204030204" pitchFamily="49" charset="0"/>
              </a:rPr>
              <a:t>{employee.BankAccount}</a:t>
            </a:r>
            <a:r>
              <a:rPr lang="en-US" sz="1000" noProof="1">
                <a:solidFill>
                  <a:srgbClr val="A31515"/>
                </a:solidFill>
                <a:latin typeface="Consolas" panose="020B0609020204030204" pitchFamily="49" charset="0"/>
              </a:rPr>
              <a:t>, amount </a:t>
            </a:r>
            <a:r>
              <a:rPr lang="en-US" sz="1000" noProof="1">
                <a:solidFill>
                  <a:srgbClr val="000000"/>
                </a:solidFill>
                <a:latin typeface="Consolas" panose="020B0609020204030204" pitchFamily="49" charset="0"/>
              </a:rPr>
              <a:t>{employee.Salary}</a:t>
            </a:r>
            <a:r>
              <a:rPr lang="en-US" sz="1000" noProof="1">
                <a:solidFill>
                  <a:srgbClr val="A31515"/>
                </a:solidFill>
                <a:latin typeface="Consolas" panose="020B0609020204030204" pitchFamily="49" charset="0"/>
              </a:rPr>
              <a:t>."</a:t>
            </a:r>
            <a:r>
              <a:rPr lang="en-US" sz="1000" noProof="1">
                <a:solidFill>
                  <a:srgbClr val="000000"/>
                </a:solidFill>
                <a:latin typeface="Consolas" panose="020B0609020204030204" pitchFamily="49" charset="0"/>
              </a:rPr>
              <a:t>);</a:t>
            </a:r>
          </a:p>
          <a:p>
            <a:pPr marL="0" indent="0">
              <a:spcBef>
                <a:spcPts val="0"/>
              </a:spcBef>
              <a:spcAft>
                <a:spcPts val="0"/>
              </a:spcAft>
              <a:buNone/>
            </a:pPr>
            <a:r>
              <a:rPr lang="en-US" sz="1000" noProof="1">
                <a:solidFill>
                  <a:srgbClr val="000000"/>
                </a:solidFill>
                <a:latin typeface="Consolas" panose="020B0609020204030204" pitchFamily="49" charset="0"/>
              </a:rPr>
              <a:t>        }</a:t>
            </a:r>
          </a:p>
          <a:p>
            <a:pPr marL="0" indent="0">
              <a:spcBef>
                <a:spcPts val="0"/>
              </a:spcBef>
              <a:spcAft>
                <a:spcPts val="0"/>
              </a:spcAft>
              <a:buNone/>
            </a:pPr>
            <a:endParaRPr lang="en-US" sz="1000" noProof="1">
              <a:solidFill>
                <a:srgbClr val="000000"/>
              </a:solidFill>
              <a:latin typeface="Consolas" panose="020B0609020204030204" pitchFamily="49" charset="0"/>
            </a:endParaRPr>
          </a:p>
          <a:p>
            <a:pPr marL="0" indent="0">
              <a:spcBef>
                <a:spcPts val="0"/>
              </a:spcBef>
              <a:spcAft>
                <a:spcPts val="0"/>
              </a:spcAft>
              <a:buNone/>
            </a:pP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public</a:t>
            </a: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void</a:t>
            </a:r>
            <a:r>
              <a:rPr lang="en-US" sz="1000" noProof="1">
                <a:solidFill>
                  <a:srgbClr val="000000"/>
                </a:solidFill>
                <a:latin typeface="Consolas" panose="020B0609020204030204" pitchFamily="49" charset="0"/>
              </a:rPr>
              <a:t> AccruedSalary(</a:t>
            </a:r>
            <a:r>
              <a:rPr lang="en-US" sz="1000" noProof="1">
                <a:solidFill>
                  <a:srgbClr val="2B91AF"/>
                </a:solidFill>
                <a:latin typeface="Consolas" panose="020B0609020204030204" pitchFamily="49" charset="0"/>
              </a:rPr>
              <a:t>CleaningPerson</a:t>
            </a:r>
            <a:r>
              <a:rPr lang="en-US" sz="1000" noProof="1">
                <a:solidFill>
                  <a:srgbClr val="000000"/>
                </a:solidFill>
                <a:latin typeface="Consolas" panose="020B0609020204030204" pitchFamily="49" charset="0"/>
              </a:rPr>
              <a:t> employee) {</a:t>
            </a:r>
          </a:p>
          <a:p>
            <a:pPr marL="0" indent="0">
              <a:spcBef>
                <a:spcPts val="0"/>
              </a:spcBef>
              <a:spcAft>
                <a:spcPts val="0"/>
              </a:spcAft>
              <a:buNone/>
            </a:pPr>
            <a:r>
              <a:rPr lang="en-US" sz="1000" noProof="1">
                <a:solidFill>
                  <a:srgbClr val="000000"/>
                </a:solidFill>
                <a:latin typeface="Consolas" panose="020B0609020204030204" pitchFamily="49" charset="0"/>
              </a:rPr>
              <a:t>            </a:t>
            </a:r>
            <a:r>
              <a:rPr lang="en-US" sz="1000" noProof="1">
                <a:solidFill>
                  <a:srgbClr val="2B91AF"/>
                </a:solidFill>
                <a:latin typeface="Consolas" panose="020B0609020204030204" pitchFamily="49" charset="0"/>
              </a:rPr>
              <a:t>Console</a:t>
            </a:r>
            <a:r>
              <a:rPr lang="en-US" sz="1000" noProof="1">
                <a:solidFill>
                  <a:srgbClr val="000000"/>
                </a:solidFill>
                <a:latin typeface="Consolas" panose="020B0609020204030204" pitchFamily="49" charset="0"/>
              </a:rPr>
              <a:t>.WriteLine(</a:t>
            </a:r>
            <a:r>
              <a:rPr lang="en-US" sz="1000" noProof="1">
                <a:solidFill>
                  <a:srgbClr val="A31515"/>
                </a:solidFill>
                <a:latin typeface="Consolas" panose="020B0609020204030204" pitchFamily="49" charset="0"/>
              </a:rPr>
              <a:t>$"Salary transferred for employee: </a:t>
            </a:r>
            <a:r>
              <a:rPr lang="en-US" sz="1000" noProof="1">
                <a:solidFill>
                  <a:srgbClr val="000000"/>
                </a:solidFill>
                <a:latin typeface="Consolas" panose="020B0609020204030204" pitchFamily="49" charset="0"/>
              </a:rPr>
              <a:t>{employee.Name}</a:t>
            </a:r>
            <a:r>
              <a:rPr lang="en-US" sz="1000" noProof="1">
                <a:solidFill>
                  <a:srgbClr val="A31515"/>
                </a:solidFill>
                <a:latin typeface="Consolas" panose="020B0609020204030204" pitchFamily="49" charset="0"/>
              </a:rPr>
              <a:t> on bank account: </a:t>
            </a:r>
            <a:r>
              <a:rPr lang="en-US" sz="1000" noProof="1">
                <a:solidFill>
                  <a:srgbClr val="000000"/>
                </a:solidFill>
                <a:latin typeface="Consolas" panose="020B0609020204030204" pitchFamily="49" charset="0"/>
              </a:rPr>
              <a:t>{employee.BankAccount}</a:t>
            </a:r>
            <a:r>
              <a:rPr lang="en-US" sz="1000" noProof="1">
                <a:solidFill>
                  <a:srgbClr val="A31515"/>
                </a:solidFill>
                <a:latin typeface="Consolas" panose="020B0609020204030204" pitchFamily="49" charset="0"/>
              </a:rPr>
              <a:t>, amount </a:t>
            </a:r>
            <a:r>
              <a:rPr lang="en-US" sz="1000" noProof="1">
                <a:solidFill>
                  <a:srgbClr val="000000"/>
                </a:solidFill>
                <a:latin typeface="Consolas" panose="020B0609020204030204" pitchFamily="49" charset="0"/>
              </a:rPr>
              <a:t>{employee.Salary}</a:t>
            </a:r>
            <a:r>
              <a:rPr lang="en-US" sz="1000" noProof="1">
                <a:solidFill>
                  <a:srgbClr val="A31515"/>
                </a:solidFill>
                <a:latin typeface="Consolas" panose="020B0609020204030204" pitchFamily="49" charset="0"/>
              </a:rPr>
              <a:t>."</a:t>
            </a:r>
            <a:r>
              <a:rPr lang="en-US" sz="1000" noProof="1">
                <a:solidFill>
                  <a:srgbClr val="000000"/>
                </a:solidFill>
                <a:latin typeface="Consolas" panose="020B0609020204030204" pitchFamily="49" charset="0"/>
              </a:rPr>
              <a:t>);</a:t>
            </a:r>
          </a:p>
          <a:p>
            <a:pPr marL="0" indent="0">
              <a:spcBef>
                <a:spcPts val="0"/>
              </a:spcBef>
              <a:spcAft>
                <a:spcPts val="0"/>
              </a:spcAft>
              <a:buNone/>
            </a:pPr>
            <a:r>
              <a:rPr lang="en-US" sz="900" noProof="1">
                <a:solidFill>
                  <a:srgbClr val="000000"/>
                </a:solidFill>
                <a:latin typeface="Consolas" panose="020B0609020204030204" pitchFamily="49" charset="0"/>
              </a:rPr>
              <a:t>        }</a:t>
            </a:r>
          </a:p>
          <a:p>
            <a:pPr marL="0" indent="0">
              <a:spcBef>
                <a:spcPts val="0"/>
              </a:spcBef>
              <a:spcAft>
                <a:spcPts val="0"/>
              </a:spcAft>
              <a:buNone/>
            </a:pPr>
            <a:r>
              <a:rPr lang="en-US" sz="900" noProof="1">
                <a:solidFill>
                  <a:srgbClr val="000000"/>
                </a:solidFill>
                <a:latin typeface="Consolas" panose="020B0609020204030204" pitchFamily="49" charset="0"/>
              </a:rPr>
              <a:t>}</a:t>
            </a:r>
          </a:p>
          <a:p>
            <a:pPr marL="0" indent="0">
              <a:spcBef>
                <a:spcPts val="0"/>
              </a:spcBef>
              <a:spcAft>
                <a:spcPts val="0"/>
              </a:spcAft>
              <a:buNone/>
            </a:pPr>
            <a:endParaRPr lang="en-US" sz="1050" noProof="1">
              <a:solidFill>
                <a:srgbClr val="000000"/>
              </a:solidFill>
              <a:latin typeface="Consolas" panose="020B0609020204030204" pitchFamily="49" charset="0"/>
            </a:endParaRPr>
          </a:p>
          <a:p>
            <a:pPr marL="0" indent="0">
              <a:spcBef>
                <a:spcPts val="0"/>
              </a:spcBef>
              <a:spcAft>
                <a:spcPts val="0"/>
              </a:spcAft>
              <a:buNone/>
            </a:pPr>
            <a:endParaRPr lang="en-US" sz="1050" noProof="1">
              <a:solidFill>
                <a:srgbClr val="000000"/>
              </a:solidFill>
              <a:latin typeface="Consolas" panose="020B0609020204030204" pitchFamily="49" charset="0"/>
            </a:endParaRPr>
          </a:p>
          <a:p>
            <a:pPr marL="0" indent="0">
              <a:spcBef>
                <a:spcPts val="0"/>
              </a:spcBef>
              <a:spcAft>
                <a:spcPts val="0"/>
              </a:spcAft>
              <a:buNone/>
            </a:pPr>
            <a:endParaRPr lang="en-US" sz="1050" noProof="1">
              <a:solidFill>
                <a:srgbClr val="000000"/>
              </a:solidFill>
              <a:latin typeface="Consolas" panose="020B0609020204030204" pitchFamily="49" charset="0"/>
            </a:endParaRPr>
          </a:p>
          <a:p>
            <a:pPr marL="0" indent="0" defTabSz="179388">
              <a:buClr>
                <a:srgbClr val="00DEE6"/>
              </a:buClr>
              <a:buFont typeface="Arial" panose="020B0604020202020204" pitchFamily="34" charset="0"/>
              <a:buNone/>
            </a:pPr>
            <a:r>
              <a:rPr lang="en-GB" sz="2400"/>
              <a:t>Use abstraction type - now one method can handle all employee types.</a:t>
            </a:r>
            <a:endParaRPr lang="en-US" sz="1050" noProof="1">
              <a:solidFill>
                <a:srgbClr val="000000"/>
              </a:solidFill>
              <a:latin typeface="Consolas" panose="020B0609020204030204" pitchFamily="49" charset="0"/>
            </a:endParaRPr>
          </a:p>
          <a:p>
            <a:pPr marL="0" indent="0">
              <a:spcBef>
                <a:spcPts val="0"/>
              </a:spcBef>
              <a:spcAft>
                <a:spcPts val="0"/>
              </a:spcAft>
              <a:buNone/>
            </a:pPr>
            <a:r>
              <a:rPr lang="en-US" sz="1000" noProof="1">
                <a:solidFill>
                  <a:srgbClr val="0000FF"/>
                </a:solidFill>
                <a:latin typeface="Consolas" panose="020B0609020204030204" pitchFamily="49" charset="0"/>
              </a:rPr>
              <a:t>internal</a:t>
            </a: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class</a:t>
            </a:r>
            <a:r>
              <a:rPr lang="en-US" sz="1000" noProof="1">
                <a:solidFill>
                  <a:srgbClr val="000000"/>
                </a:solidFill>
                <a:latin typeface="Consolas" panose="020B0609020204030204" pitchFamily="49" charset="0"/>
              </a:rPr>
              <a:t> </a:t>
            </a:r>
            <a:r>
              <a:rPr lang="en-US" sz="1000" noProof="1">
                <a:solidFill>
                  <a:srgbClr val="2B91AF"/>
                </a:solidFill>
                <a:latin typeface="Consolas" panose="020B0609020204030204" pitchFamily="49" charset="0"/>
              </a:rPr>
              <a:t>Accountant</a:t>
            </a:r>
            <a:r>
              <a:rPr lang="en-US" sz="1000" noProof="1">
                <a:solidFill>
                  <a:srgbClr val="000000"/>
                </a:solidFill>
                <a:latin typeface="Consolas" panose="020B0609020204030204" pitchFamily="49" charset="0"/>
              </a:rPr>
              <a:t> {</a:t>
            </a:r>
          </a:p>
          <a:p>
            <a:pPr marL="0" indent="0">
              <a:spcBef>
                <a:spcPts val="0"/>
              </a:spcBef>
              <a:spcAft>
                <a:spcPts val="0"/>
              </a:spcAft>
              <a:buNone/>
            </a:pP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public</a:t>
            </a:r>
            <a:r>
              <a:rPr lang="en-US" sz="1000" noProof="1">
                <a:solidFill>
                  <a:srgbClr val="000000"/>
                </a:solidFill>
                <a:latin typeface="Consolas" panose="020B0609020204030204" pitchFamily="49" charset="0"/>
              </a:rPr>
              <a:t> </a:t>
            </a:r>
            <a:r>
              <a:rPr lang="en-US" sz="1000" noProof="1">
                <a:solidFill>
                  <a:srgbClr val="0000FF"/>
                </a:solidFill>
                <a:latin typeface="Consolas" panose="020B0609020204030204" pitchFamily="49" charset="0"/>
              </a:rPr>
              <a:t>void</a:t>
            </a:r>
            <a:r>
              <a:rPr lang="en-US" sz="1000" noProof="1">
                <a:solidFill>
                  <a:srgbClr val="000000"/>
                </a:solidFill>
                <a:latin typeface="Consolas" panose="020B0609020204030204" pitchFamily="49" charset="0"/>
              </a:rPr>
              <a:t> AccruedSalary(</a:t>
            </a:r>
            <a:r>
              <a:rPr lang="en-US" sz="1000" noProof="1">
                <a:solidFill>
                  <a:srgbClr val="2B91AF"/>
                </a:solidFill>
                <a:latin typeface="Consolas" panose="020B0609020204030204" pitchFamily="49" charset="0"/>
              </a:rPr>
              <a:t>IEmployeeSalary</a:t>
            </a:r>
            <a:r>
              <a:rPr lang="en-US" sz="1000" noProof="1">
                <a:solidFill>
                  <a:srgbClr val="000000"/>
                </a:solidFill>
                <a:latin typeface="Consolas" panose="020B0609020204030204" pitchFamily="49" charset="0"/>
              </a:rPr>
              <a:t> employee) {</a:t>
            </a:r>
          </a:p>
          <a:p>
            <a:pPr marL="0" indent="0">
              <a:spcBef>
                <a:spcPts val="0"/>
              </a:spcBef>
              <a:spcAft>
                <a:spcPts val="0"/>
              </a:spcAft>
              <a:buNone/>
            </a:pPr>
            <a:r>
              <a:rPr lang="en-US" sz="1000" noProof="1">
                <a:solidFill>
                  <a:srgbClr val="000000"/>
                </a:solidFill>
                <a:latin typeface="Consolas" panose="020B0609020204030204" pitchFamily="49" charset="0"/>
              </a:rPr>
              <a:t>            </a:t>
            </a:r>
            <a:r>
              <a:rPr lang="en-US" sz="1000" noProof="1">
                <a:solidFill>
                  <a:srgbClr val="2B91AF"/>
                </a:solidFill>
                <a:latin typeface="Consolas" panose="020B0609020204030204" pitchFamily="49" charset="0"/>
              </a:rPr>
              <a:t>Console</a:t>
            </a:r>
            <a:r>
              <a:rPr lang="en-US" sz="1000" noProof="1">
                <a:solidFill>
                  <a:srgbClr val="000000"/>
                </a:solidFill>
                <a:latin typeface="Consolas" panose="020B0609020204030204" pitchFamily="49" charset="0"/>
              </a:rPr>
              <a:t>.WriteLine(</a:t>
            </a:r>
            <a:r>
              <a:rPr lang="en-US" sz="1000" noProof="1">
                <a:solidFill>
                  <a:srgbClr val="A31515"/>
                </a:solidFill>
                <a:latin typeface="Consolas" panose="020B0609020204030204" pitchFamily="49" charset="0"/>
              </a:rPr>
              <a:t>$"Salary transferred for employee: </a:t>
            </a:r>
            <a:r>
              <a:rPr lang="en-US" sz="1000" noProof="1">
                <a:solidFill>
                  <a:srgbClr val="000000"/>
                </a:solidFill>
                <a:latin typeface="Consolas" panose="020B0609020204030204" pitchFamily="49" charset="0"/>
              </a:rPr>
              <a:t>{employee.Name}</a:t>
            </a:r>
            <a:r>
              <a:rPr lang="en-US" sz="1000" noProof="1">
                <a:solidFill>
                  <a:srgbClr val="A31515"/>
                </a:solidFill>
                <a:latin typeface="Consolas" panose="020B0609020204030204" pitchFamily="49" charset="0"/>
              </a:rPr>
              <a:t> on bank account: </a:t>
            </a:r>
            <a:r>
              <a:rPr lang="en-US" sz="1000" noProof="1">
                <a:solidFill>
                  <a:srgbClr val="000000"/>
                </a:solidFill>
                <a:latin typeface="Consolas" panose="020B0609020204030204" pitchFamily="49" charset="0"/>
              </a:rPr>
              <a:t>{employee.BankAccount}</a:t>
            </a:r>
            <a:r>
              <a:rPr lang="en-US" sz="1000" noProof="1">
                <a:solidFill>
                  <a:srgbClr val="A31515"/>
                </a:solidFill>
                <a:latin typeface="Consolas" panose="020B0609020204030204" pitchFamily="49" charset="0"/>
              </a:rPr>
              <a:t>, amount 															</a:t>
            </a:r>
            <a:r>
              <a:rPr lang="en-US" sz="1000" noProof="1">
                <a:solidFill>
                  <a:srgbClr val="000000"/>
                </a:solidFill>
                <a:latin typeface="Consolas" panose="020B0609020204030204" pitchFamily="49" charset="0"/>
              </a:rPr>
              <a:t>{employee.Salary}</a:t>
            </a:r>
            <a:r>
              <a:rPr lang="en-US" sz="1000" noProof="1">
                <a:solidFill>
                  <a:srgbClr val="A31515"/>
                </a:solidFill>
                <a:latin typeface="Consolas" panose="020B0609020204030204" pitchFamily="49" charset="0"/>
              </a:rPr>
              <a:t>."</a:t>
            </a:r>
            <a:r>
              <a:rPr lang="en-US" sz="1000" noProof="1">
                <a:solidFill>
                  <a:srgbClr val="000000"/>
                </a:solidFill>
                <a:latin typeface="Consolas" panose="020B0609020204030204" pitchFamily="49" charset="0"/>
              </a:rPr>
              <a:t>);</a:t>
            </a:r>
          </a:p>
          <a:p>
            <a:pPr marL="0" indent="0">
              <a:spcBef>
                <a:spcPts val="0"/>
              </a:spcBef>
              <a:spcAft>
                <a:spcPts val="0"/>
              </a:spcAft>
              <a:buNone/>
            </a:pPr>
            <a:r>
              <a:rPr lang="en-US" sz="1000" noProof="1">
                <a:solidFill>
                  <a:srgbClr val="000000"/>
                </a:solidFill>
                <a:latin typeface="Consolas" panose="020B0609020204030204" pitchFamily="49" charset="0"/>
              </a:rPr>
              <a:t>        }</a:t>
            </a:r>
          </a:p>
          <a:p>
            <a:pPr marL="0" indent="0">
              <a:spcBef>
                <a:spcPts val="0"/>
              </a:spcBef>
              <a:spcAft>
                <a:spcPts val="0"/>
              </a:spcAft>
              <a:buNone/>
            </a:pPr>
            <a:r>
              <a:rPr lang="en-US" sz="1000" noProof="1">
                <a:solidFill>
                  <a:srgbClr val="000000"/>
                </a:solidFill>
                <a:latin typeface="Consolas" panose="020B0609020204030204" pitchFamily="49" charset="0"/>
              </a:rPr>
              <a:t>}</a:t>
            </a:r>
            <a:endParaRPr lang="en-US" sz="1000" noProof="1"/>
          </a:p>
          <a:p>
            <a:pPr marL="0" indent="0">
              <a:spcBef>
                <a:spcPts val="0"/>
              </a:spcBef>
              <a:spcAft>
                <a:spcPts val="0"/>
              </a:spcAft>
              <a:buNone/>
            </a:pPr>
            <a:endParaRPr lang="en-US" sz="1200" noProof="1"/>
          </a:p>
          <a:p>
            <a:pPr marL="0" indent="0">
              <a:buNone/>
            </a:pPr>
            <a:endParaRPr lang="en-US" sz="2400"/>
          </a:p>
        </p:txBody>
      </p:sp>
      <p:sp>
        <p:nvSpPr>
          <p:cNvPr id="10" name="TextBox 9">
            <a:extLst>
              <a:ext uri="{FF2B5EF4-FFF2-40B4-BE49-F238E27FC236}">
                <a16:creationId xmlns:a16="http://schemas.microsoft.com/office/drawing/2014/main" id="{35F538E1-3839-4295-9BAC-325AABB1B901}"/>
              </a:ext>
            </a:extLst>
          </p:cNvPr>
          <p:cNvSpPr txBox="1"/>
          <p:nvPr/>
        </p:nvSpPr>
        <p:spPr>
          <a:xfrm>
            <a:off x="5640456" y="8825948"/>
            <a:ext cx="914400" cy="9144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
        <p:nvSpPr>
          <p:cNvPr id="11" name="TextBox 10">
            <a:extLst>
              <a:ext uri="{FF2B5EF4-FFF2-40B4-BE49-F238E27FC236}">
                <a16:creationId xmlns:a16="http://schemas.microsoft.com/office/drawing/2014/main" id="{4120285B-0541-427F-A522-47B6558AC860}"/>
              </a:ext>
            </a:extLst>
          </p:cNvPr>
          <p:cNvSpPr txBox="1"/>
          <p:nvPr/>
        </p:nvSpPr>
        <p:spPr>
          <a:xfrm>
            <a:off x="8875643" y="8955157"/>
            <a:ext cx="914400" cy="91440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
        <p:nvSpPr>
          <p:cNvPr id="18" name="TextBox 17">
            <a:extLst>
              <a:ext uri="{FF2B5EF4-FFF2-40B4-BE49-F238E27FC236}">
                <a16:creationId xmlns:a16="http://schemas.microsoft.com/office/drawing/2014/main" id="{AE9F54C4-20C1-4F2C-9870-9928A7778738}"/>
              </a:ext>
            </a:extLst>
          </p:cNvPr>
          <p:cNvSpPr txBox="1"/>
          <p:nvPr/>
        </p:nvSpPr>
        <p:spPr>
          <a:xfrm>
            <a:off x="3917576" y="5620940"/>
            <a:ext cx="6436659" cy="625497"/>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
        <p:nvSpPr>
          <p:cNvPr id="14" name="Arrow: Down 13">
            <a:extLst>
              <a:ext uri="{FF2B5EF4-FFF2-40B4-BE49-F238E27FC236}">
                <a16:creationId xmlns:a16="http://schemas.microsoft.com/office/drawing/2014/main" id="{0AE3ABD3-351D-40EB-829A-34250BE8DD4A}"/>
              </a:ext>
            </a:extLst>
          </p:cNvPr>
          <p:cNvSpPr/>
          <p:nvPr/>
        </p:nvSpPr>
        <p:spPr>
          <a:xfrm>
            <a:off x="5742413" y="3972915"/>
            <a:ext cx="581475" cy="547810"/>
          </a:xfrm>
          <a:prstGeom prst="downArrow">
            <a:avLst/>
          </a:prstGeom>
          <a:noFill/>
          <a:ln>
            <a:solidFill>
              <a:schemeClr val="accent6"/>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err="1">
              <a:solidFill>
                <a:schemeClr val="tx1"/>
              </a:solidFill>
            </a:endParaRPr>
          </a:p>
        </p:txBody>
      </p:sp>
    </p:spTree>
    <p:extLst>
      <p:ext uri="{BB962C8B-B14F-4D97-AF65-F5344CB8AC3E}">
        <p14:creationId xmlns:p14="http://schemas.microsoft.com/office/powerpoint/2010/main" val="40815878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49</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OPERAtOR OVERLOADING</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Polymorphism</a:t>
            </a:r>
            <a:endParaRPr lang="en-US" b="0" i="0">
              <a:solidFill>
                <a:srgbClr val="212121"/>
              </a:solidFill>
              <a:effectLst/>
            </a:endParaRP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p:txBody>
          <a:bodyPr/>
          <a:lstStyle/>
          <a:p>
            <a:pPr marL="0" indent="0">
              <a:spcBef>
                <a:spcPts val="0"/>
              </a:spcBef>
              <a:spcAft>
                <a:spcPts val="0"/>
              </a:spcAft>
              <a:buNone/>
            </a:pPr>
            <a:r>
              <a:rPr lang="en-US" sz="2400" b="0" i="0">
                <a:solidFill>
                  <a:srgbClr val="171717"/>
                </a:solidFill>
                <a:effectLst/>
                <a:latin typeface="Segoe UI" panose="020B0502040204020203" pitchFamily="34" charset="0"/>
              </a:rPr>
              <a:t>A user-defined type can overload a predefined C# operator. That is, a type can provide the custom implementation of an operation in case one or both operands are of that type. </a:t>
            </a:r>
          </a:p>
        </p:txBody>
      </p:sp>
      <p:sp>
        <p:nvSpPr>
          <p:cNvPr id="10" name="TextBox 9">
            <a:extLst>
              <a:ext uri="{FF2B5EF4-FFF2-40B4-BE49-F238E27FC236}">
                <a16:creationId xmlns:a16="http://schemas.microsoft.com/office/drawing/2014/main" id="{35F538E1-3839-4295-9BAC-325AABB1B901}"/>
              </a:ext>
            </a:extLst>
          </p:cNvPr>
          <p:cNvSpPr txBox="1"/>
          <p:nvPr/>
        </p:nvSpPr>
        <p:spPr>
          <a:xfrm>
            <a:off x="5640456" y="8825948"/>
            <a:ext cx="914400" cy="9144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
        <p:nvSpPr>
          <p:cNvPr id="11" name="TextBox 10">
            <a:extLst>
              <a:ext uri="{FF2B5EF4-FFF2-40B4-BE49-F238E27FC236}">
                <a16:creationId xmlns:a16="http://schemas.microsoft.com/office/drawing/2014/main" id="{4120285B-0541-427F-A522-47B6558AC860}"/>
              </a:ext>
            </a:extLst>
          </p:cNvPr>
          <p:cNvSpPr txBox="1"/>
          <p:nvPr/>
        </p:nvSpPr>
        <p:spPr>
          <a:xfrm>
            <a:off x="8875643" y="8955157"/>
            <a:ext cx="914400" cy="91440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endParaRPr lang="en-US" sz="1600" err="1">
              <a:latin typeface="+mn-lt"/>
            </a:endParaRPr>
          </a:p>
        </p:txBody>
      </p:sp>
      <p:sp>
        <p:nvSpPr>
          <p:cNvPr id="6" name="TextBox 5">
            <a:extLst>
              <a:ext uri="{FF2B5EF4-FFF2-40B4-BE49-F238E27FC236}">
                <a16:creationId xmlns:a16="http://schemas.microsoft.com/office/drawing/2014/main" id="{5AE68E68-A046-4973-843B-64F30A4B40E7}"/>
              </a:ext>
            </a:extLst>
          </p:cNvPr>
          <p:cNvSpPr txBox="1"/>
          <p:nvPr/>
        </p:nvSpPr>
        <p:spPr>
          <a:xfrm>
            <a:off x="670985" y="3019097"/>
            <a:ext cx="10995498" cy="2782903"/>
          </a:xfrm>
          <a:prstGeom prst="rect">
            <a:avLst/>
          </a:prstGeom>
          <a:noFill/>
        </p:spPr>
        <p:txBody>
          <a:bodyPr wrap="square" lIns="0" tIns="0" rIns="0" bIns="0" rtlCol="0">
            <a:noAutofit/>
          </a:bodyPr>
          <a:lstStyle/>
          <a:p>
            <a:r>
              <a:rPr lang="en-US" sz="1800">
                <a:solidFill>
                  <a:srgbClr val="0000FF"/>
                </a:solidFill>
                <a:latin typeface="Consolas" panose="020B0609020204030204" pitchFamily="49" charset="0"/>
              </a:rPr>
              <a:t>public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static</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operator</a:t>
            </a:r>
            <a:r>
              <a:rPr lang="en-US" sz="1800">
                <a:solidFill>
                  <a:srgbClr val="000000"/>
                </a:solidFill>
                <a:latin typeface="Consolas" panose="020B0609020204030204" pitchFamily="49" charset="0"/>
              </a:rPr>
              <a:t> +(Employee employee1, Employee employee2) {</a:t>
            </a:r>
          </a:p>
          <a:p>
            <a:r>
              <a:rPr lang="en-US" sz="1800">
                <a:solidFill>
                  <a:srgbClr val="000000"/>
                </a:solidFill>
                <a:latin typeface="Consolas" panose="020B0609020204030204" pitchFamily="49" charset="0"/>
              </a:rPr>
              <a:t>     </a:t>
            </a:r>
            <a:r>
              <a:rPr lang="en-US" sz="1800">
                <a:solidFill>
                  <a:srgbClr val="0000FF"/>
                </a:solidFill>
                <a:latin typeface="Consolas" panose="020B0609020204030204" pitchFamily="49" charset="0"/>
              </a:rPr>
              <a:t>return</a:t>
            </a:r>
            <a:r>
              <a:rPr lang="en-US" sz="1800">
                <a:solidFill>
                  <a:srgbClr val="000000"/>
                </a:solidFill>
                <a:latin typeface="Consolas" panose="020B0609020204030204" pitchFamily="49" charset="0"/>
              </a:rPr>
              <a:t> employee1.Salary + employee2.Salary;</a:t>
            </a:r>
          </a:p>
          <a:p>
            <a:r>
              <a:rPr lang="en-US" sz="1800">
                <a:solidFill>
                  <a:srgbClr val="000000"/>
                </a:solidFill>
                <a:latin typeface="Consolas" panose="020B0609020204030204" pitchFamily="49" charset="0"/>
              </a:rPr>
              <a:t>}</a:t>
            </a:r>
          </a:p>
          <a:p>
            <a:endParaRPr lang="en-US">
              <a:solidFill>
                <a:srgbClr val="000000"/>
              </a:solidFill>
              <a:latin typeface="Consolas" panose="020B0609020204030204" pitchFamily="49" charset="0"/>
            </a:endParaRPr>
          </a:p>
          <a:p>
            <a:r>
              <a:rPr lang="sv-SE" sz="1800">
                <a:solidFill>
                  <a:srgbClr val="0000FF"/>
                </a:solidFill>
                <a:latin typeface="Consolas" panose="020B0609020204030204" pitchFamily="49" charset="0"/>
              </a:rPr>
              <a:t>var</a:t>
            </a:r>
            <a:r>
              <a:rPr lang="sv-SE" sz="1800">
                <a:solidFill>
                  <a:srgbClr val="000000"/>
                </a:solidFill>
                <a:latin typeface="Consolas" panose="020B0609020204030204" pitchFamily="49" charset="0"/>
              </a:rPr>
              <a:t> barmen = </a:t>
            </a:r>
            <a:r>
              <a:rPr lang="sv-SE" sz="1800">
                <a:solidFill>
                  <a:srgbClr val="0000FF"/>
                </a:solidFill>
                <a:latin typeface="Consolas" panose="020B0609020204030204" pitchFamily="49" charset="0"/>
              </a:rPr>
              <a:t>new</a:t>
            </a:r>
            <a:r>
              <a:rPr lang="sv-SE" sz="1800">
                <a:solidFill>
                  <a:srgbClr val="000000"/>
                </a:solidFill>
                <a:latin typeface="Consolas" panose="020B0609020204030204" pitchFamily="49" charset="0"/>
              </a:rPr>
              <a:t> Barmen() {</a:t>
            </a:r>
          </a:p>
          <a:p>
            <a:r>
              <a:rPr lang="en-US" sz="1800">
                <a:solidFill>
                  <a:srgbClr val="000000"/>
                </a:solidFill>
                <a:latin typeface="Consolas" panose="020B0609020204030204" pitchFamily="49" charset="0"/>
              </a:rPr>
              <a:t>	Salary = 1000</a:t>
            </a:r>
          </a:p>
          <a:p>
            <a:r>
              <a:rPr lang="en-US" sz="1800">
                <a:solidFill>
                  <a:srgbClr val="000000"/>
                </a:solidFill>
                <a:latin typeface="Consolas" panose="020B0609020204030204" pitchFamily="49" charset="0"/>
              </a:rPr>
              <a:t>};</a:t>
            </a:r>
          </a:p>
          <a:p>
            <a:r>
              <a:rPr lang="en-US" sz="1800">
                <a:solidFill>
                  <a:srgbClr val="0000FF"/>
                </a:solidFill>
                <a:latin typeface="Consolas" panose="020B0609020204030204" pitchFamily="49" charset="0"/>
              </a:rPr>
              <a:t>var</a:t>
            </a:r>
            <a:r>
              <a:rPr lang="en-US" sz="1800">
                <a:solidFill>
                  <a:srgbClr val="000000"/>
                </a:solidFill>
                <a:latin typeface="Consolas" panose="020B0609020204030204" pitchFamily="49" charset="0"/>
              </a:rPr>
              <a:t> cleaningPerson = </a:t>
            </a:r>
            <a:r>
              <a:rPr lang="en-US" sz="1800">
                <a:solidFill>
                  <a:srgbClr val="0000FF"/>
                </a:solidFill>
                <a:latin typeface="Consolas" panose="020B0609020204030204" pitchFamily="49" charset="0"/>
              </a:rPr>
              <a:t>new</a:t>
            </a:r>
            <a:r>
              <a:rPr lang="en-US" sz="1800">
                <a:solidFill>
                  <a:srgbClr val="000000"/>
                </a:solidFill>
                <a:latin typeface="Consolas" panose="020B0609020204030204" pitchFamily="49" charset="0"/>
              </a:rPr>
              <a:t> CleaningPerson() {</a:t>
            </a:r>
          </a:p>
          <a:p>
            <a:r>
              <a:rPr lang="en-US">
                <a:solidFill>
                  <a:srgbClr val="000000"/>
                </a:solidFill>
                <a:latin typeface="Consolas" panose="020B0609020204030204" pitchFamily="49" charset="0"/>
              </a:rPr>
              <a:t>	Salary = 2000</a:t>
            </a:r>
          </a:p>
          <a:p>
            <a:r>
              <a:rPr lang="en-US" sz="1800">
                <a:solidFill>
                  <a:srgbClr val="000000"/>
                </a:solidFill>
                <a:latin typeface="Consolas" panose="020B0609020204030204" pitchFamily="49" charset="0"/>
              </a:rPr>
              <a:t>};</a:t>
            </a:r>
          </a:p>
          <a:p>
            <a:r>
              <a:rPr lang="en-US" sz="1800">
                <a:solidFill>
                  <a:srgbClr val="0000FF"/>
                </a:solidFill>
                <a:latin typeface="Consolas" panose="020B0609020204030204" pitchFamily="49" charset="0"/>
              </a:rPr>
              <a:t>double</a:t>
            </a:r>
            <a:r>
              <a:rPr lang="en-US" sz="1800">
                <a:solidFill>
                  <a:srgbClr val="000000"/>
                </a:solidFill>
                <a:latin typeface="Consolas" panose="020B0609020204030204" pitchFamily="49" charset="0"/>
              </a:rPr>
              <a:t> totalSalary = barmen + cleaningPerson;</a:t>
            </a:r>
            <a:endParaRPr lang="en-US" sz="1600">
              <a:latin typeface="+mn-lt"/>
            </a:endParaRPr>
          </a:p>
        </p:txBody>
      </p:sp>
    </p:spTree>
    <p:extLst>
      <p:ext uri="{BB962C8B-B14F-4D97-AF65-F5344CB8AC3E}">
        <p14:creationId xmlns:p14="http://schemas.microsoft.com/office/powerpoint/2010/main" val="5983820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05A094-FED0-45E5-87EF-DE829DAE4714}"/>
              </a:ext>
            </a:extLst>
          </p:cNvPr>
          <p:cNvSpPr>
            <a:spLocks noGrp="1"/>
          </p:cNvSpPr>
          <p:nvPr>
            <p:ph type="sldNum" sz="quarter" idx="11"/>
          </p:nvPr>
        </p:nvSpPr>
        <p:spPr/>
        <p:txBody>
          <a:bodyPr/>
          <a:lstStyle/>
          <a:p>
            <a:fld id="{E16BA917-7F09-4B8D-AF07-F52890C14046}" type="slidenum">
              <a:rPr lang="da-DK" smtClean="0"/>
              <a:pPr/>
              <a:t>50</a:t>
            </a:fld>
            <a:endParaRPr lang="da-DK"/>
          </a:p>
        </p:txBody>
      </p:sp>
      <p:sp>
        <p:nvSpPr>
          <p:cNvPr id="3" name="Text Placeholder 2">
            <a:extLst>
              <a:ext uri="{FF2B5EF4-FFF2-40B4-BE49-F238E27FC236}">
                <a16:creationId xmlns:a16="http://schemas.microsoft.com/office/drawing/2014/main" id="{F9AA9E8E-2C29-431A-9250-D77637072257}"/>
              </a:ext>
            </a:extLst>
          </p:cNvPr>
          <p:cNvSpPr>
            <a:spLocks noGrp="1"/>
          </p:cNvSpPr>
          <p:nvPr>
            <p:ph type="body" sz="quarter" idx="17"/>
          </p:nvPr>
        </p:nvSpPr>
        <p:spPr/>
        <p:txBody>
          <a:bodyPr/>
          <a:lstStyle/>
          <a:p>
            <a:r>
              <a:rPr lang="en-GB"/>
              <a:t>Polymorphism, EXAMPLE</a:t>
            </a:r>
            <a:endParaRPr lang="da-DK"/>
          </a:p>
        </p:txBody>
      </p:sp>
      <p:sp>
        <p:nvSpPr>
          <p:cNvPr id="4" name="Title 3">
            <a:extLst>
              <a:ext uri="{FF2B5EF4-FFF2-40B4-BE49-F238E27FC236}">
                <a16:creationId xmlns:a16="http://schemas.microsoft.com/office/drawing/2014/main" id="{AF416DB9-D1F0-4056-8762-3E37E686A61C}"/>
              </a:ext>
            </a:extLst>
          </p:cNvPr>
          <p:cNvSpPr>
            <a:spLocks noGrp="1"/>
          </p:cNvSpPr>
          <p:nvPr>
            <p:ph type="title"/>
          </p:nvPr>
        </p:nvSpPr>
        <p:spPr/>
        <p:txBody>
          <a:bodyPr/>
          <a:lstStyle/>
          <a:p>
            <a:pPr algn="l"/>
            <a:r>
              <a:rPr lang="en-GB"/>
              <a:t>Polymorphism</a:t>
            </a:r>
            <a:endParaRPr lang="en-US" b="0" i="0">
              <a:solidFill>
                <a:srgbClr val="212121"/>
              </a:solidFill>
              <a:effectLst/>
            </a:endParaRPr>
          </a:p>
        </p:txBody>
      </p:sp>
      <p:sp>
        <p:nvSpPr>
          <p:cNvPr id="5" name="Content Placeholder 4">
            <a:extLst>
              <a:ext uri="{FF2B5EF4-FFF2-40B4-BE49-F238E27FC236}">
                <a16:creationId xmlns:a16="http://schemas.microsoft.com/office/drawing/2014/main" id="{F72E09AF-E54A-41AE-954B-9D77463CEECA}"/>
              </a:ext>
            </a:extLst>
          </p:cNvPr>
          <p:cNvSpPr>
            <a:spLocks noGrp="1"/>
          </p:cNvSpPr>
          <p:nvPr>
            <p:ph sz="quarter" idx="19"/>
          </p:nvPr>
        </p:nvSpPr>
        <p:spPr>
          <a:xfrm>
            <a:off x="203171" y="1647455"/>
            <a:ext cx="7325674" cy="2096721"/>
          </a:xfrm>
        </p:spPr>
        <p:txBody>
          <a:bodyPr/>
          <a:lstStyle/>
          <a:p>
            <a:pPr marL="0" indent="0">
              <a:spcBef>
                <a:spcPts val="0"/>
              </a:spcBef>
              <a:spcAft>
                <a:spcPts val="0"/>
              </a:spcAft>
              <a:buNone/>
            </a:pPr>
            <a:r>
              <a:rPr lang="en-US" sz="900">
                <a:solidFill>
                  <a:srgbClr val="0000FF"/>
                </a:solidFill>
                <a:latin typeface="Consolas" panose="020B0609020204030204" pitchFamily="49" charset="0"/>
              </a:rPr>
              <a:t>var</a:t>
            </a:r>
            <a:r>
              <a:rPr lang="en-US" sz="900">
                <a:solidFill>
                  <a:srgbClr val="000000"/>
                </a:solidFill>
                <a:latin typeface="Consolas" panose="020B0609020204030204" pitchFamily="49" charset="0"/>
              </a:rPr>
              <a:t> </a:t>
            </a:r>
            <a:r>
              <a:rPr lang="en-US" sz="900" err="1">
                <a:solidFill>
                  <a:srgbClr val="000000"/>
                </a:solidFill>
                <a:latin typeface="Consolas" panose="020B0609020204030204" pitchFamily="49" charset="0"/>
              </a:rPr>
              <a:t>humanResources</a:t>
            </a:r>
            <a:r>
              <a:rPr lang="en-US" sz="900">
                <a:solidFill>
                  <a:srgbClr val="000000"/>
                </a:solidFill>
                <a:latin typeface="Consolas" panose="020B0609020204030204" pitchFamily="49" charset="0"/>
              </a:rPr>
              <a:t> = </a:t>
            </a:r>
            <a:r>
              <a:rPr lang="en-US" sz="900">
                <a:solidFill>
                  <a:srgbClr val="0000FF"/>
                </a:solidFill>
                <a:latin typeface="Consolas" panose="020B0609020204030204" pitchFamily="49" charset="0"/>
              </a:rPr>
              <a:t>new</a:t>
            </a:r>
            <a:r>
              <a:rPr lang="en-US" sz="900">
                <a:solidFill>
                  <a:srgbClr val="000000"/>
                </a:solidFill>
                <a:latin typeface="Consolas" panose="020B0609020204030204" pitchFamily="49" charset="0"/>
              </a:rPr>
              <a:t> </a:t>
            </a:r>
            <a:r>
              <a:rPr lang="en-US" sz="900" err="1">
                <a:solidFill>
                  <a:srgbClr val="000000"/>
                </a:solidFill>
                <a:latin typeface="Consolas" panose="020B0609020204030204" pitchFamily="49" charset="0"/>
              </a:rPr>
              <a:t>HumanResources</a:t>
            </a:r>
            <a:r>
              <a:rPr lang="en-US" sz="900">
                <a:solidFill>
                  <a:srgbClr val="000000"/>
                </a:solidFill>
                <a:latin typeface="Consolas" panose="020B0609020204030204" pitchFamily="49" charset="0"/>
              </a:rPr>
              <a:t>();</a:t>
            </a:r>
          </a:p>
          <a:p>
            <a:pPr marL="0" indent="0">
              <a:spcBef>
                <a:spcPts val="0"/>
              </a:spcBef>
              <a:spcAft>
                <a:spcPts val="0"/>
              </a:spcAft>
              <a:buNone/>
            </a:pPr>
            <a:r>
              <a:rPr lang="en-US" sz="900">
                <a:solidFill>
                  <a:srgbClr val="0000FF"/>
                </a:solidFill>
                <a:latin typeface="Consolas" panose="020B0609020204030204" pitchFamily="49" charset="0"/>
              </a:rPr>
              <a:t>var</a:t>
            </a:r>
            <a:r>
              <a:rPr lang="en-US" sz="900">
                <a:solidFill>
                  <a:srgbClr val="000000"/>
                </a:solidFill>
                <a:latin typeface="Consolas" panose="020B0609020204030204" pitchFamily="49" charset="0"/>
              </a:rPr>
              <a:t> accountant = </a:t>
            </a:r>
            <a:r>
              <a:rPr lang="en-US" sz="900">
                <a:solidFill>
                  <a:srgbClr val="0000FF"/>
                </a:solidFill>
                <a:latin typeface="Consolas" panose="020B0609020204030204" pitchFamily="49" charset="0"/>
              </a:rPr>
              <a:t>new</a:t>
            </a:r>
            <a:r>
              <a:rPr lang="en-US" sz="900">
                <a:solidFill>
                  <a:srgbClr val="000000"/>
                </a:solidFill>
                <a:latin typeface="Consolas" panose="020B0609020204030204" pitchFamily="49" charset="0"/>
              </a:rPr>
              <a:t> Accountant();</a:t>
            </a:r>
          </a:p>
          <a:p>
            <a:pPr marL="0" indent="0">
              <a:spcBef>
                <a:spcPts val="0"/>
              </a:spcBef>
              <a:spcAft>
                <a:spcPts val="0"/>
              </a:spcAft>
              <a:buNone/>
            </a:pPr>
            <a:r>
              <a:rPr lang="en-US" sz="900">
                <a:solidFill>
                  <a:srgbClr val="0000FF"/>
                </a:solidFill>
                <a:latin typeface="Consolas" panose="020B0609020204030204" pitchFamily="49" charset="0"/>
              </a:rPr>
              <a:t>var</a:t>
            </a:r>
            <a:r>
              <a:rPr lang="en-US" sz="900">
                <a:solidFill>
                  <a:srgbClr val="000000"/>
                </a:solidFill>
                <a:latin typeface="Consolas" panose="020B0609020204030204" pitchFamily="49" charset="0"/>
              </a:rPr>
              <a:t> manager = </a:t>
            </a:r>
            <a:r>
              <a:rPr lang="en-US" sz="900">
                <a:solidFill>
                  <a:srgbClr val="0000FF"/>
                </a:solidFill>
                <a:latin typeface="Consolas" panose="020B0609020204030204" pitchFamily="49" charset="0"/>
              </a:rPr>
              <a:t>new</a:t>
            </a:r>
            <a:r>
              <a:rPr lang="en-US" sz="900">
                <a:solidFill>
                  <a:srgbClr val="000000"/>
                </a:solidFill>
                <a:latin typeface="Consolas" panose="020B0609020204030204" pitchFamily="49" charset="0"/>
              </a:rPr>
              <a:t> Manager(); </a:t>
            </a:r>
          </a:p>
          <a:p>
            <a:pPr marL="0" indent="0">
              <a:spcBef>
                <a:spcPts val="0"/>
              </a:spcBef>
              <a:spcAft>
                <a:spcPts val="0"/>
              </a:spcAft>
              <a:buNone/>
            </a:pPr>
            <a:r>
              <a:rPr lang="en-US" sz="900">
                <a:solidFill>
                  <a:srgbClr val="000000"/>
                </a:solidFill>
                <a:latin typeface="Consolas" panose="020B0609020204030204" pitchFamily="49" charset="0"/>
              </a:rPr>
              <a:t>            </a:t>
            </a:r>
          </a:p>
          <a:p>
            <a:pPr marL="0" indent="0">
              <a:spcBef>
                <a:spcPts val="0"/>
              </a:spcBef>
              <a:spcAft>
                <a:spcPts val="0"/>
              </a:spcAft>
              <a:buNone/>
            </a:pPr>
            <a:r>
              <a:rPr lang="en-US" sz="900">
                <a:solidFill>
                  <a:srgbClr val="000000"/>
                </a:solidFill>
                <a:latin typeface="Consolas" panose="020B0609020204030204" pitchFamily="49" charset="0"/>
              </a:rPr>
              <a:t>AbstractEmployee employee = </a:t>
            </a:r>
            <a:r>
              <a:rPr lang="en-US" sz="900" err="1">
                <a:solidFill>
                  <a:srgbClr val="000000"/>
                </a:solidFill>
                <a:latin typeface="Consolas" panose="020B0609020204030204" pitchFamily="49" charset="0"/>
              </a:rPr>
              <a:t>humanResources.FindApplicant</a:t>
            </a:r>
            <a:r>
              <a:rPr lang="en-US" sz="900">
                <a:solidFill>
                  <a:srgbClr val="000000"/>
                </a:solidFill>
                <a:latin typeface="Consolas" panose="020B0609020204030204" pitchFamily="49" charset="0"/>
              </a:rPr>
              <a:t>();</a:t>
            </a:r>
          </a:p>
          <a:p>
            <a:pPr marL="0" indent="0">
              <a:spcBef>
                <a:spcPts val="0"/>
              </a:spcBef>
              <a:spcAft>
                <a:spcPts val="0"/>
              </a:spcAft>
              <a:buNone/>
            </a:pPr>
            <a:r>
              <a:rPr lang="en-US" sz="900" err="1">
                <a:solidFill>
                  <a:srgbClr val="000000"/>
                </a:solidFill>
                <a:highlight>
                  <a:srgbClr val="FFFF00"/>
                </a:highlight>
                <a:latin typeface="Consolas" panose="020B0609020204030204" pitchFamily="49" charset="0"/>
              </a:rPr>
              <a:t>manager.HireEmployee</a:t>
            </a:r>
            <a:r>
              <a:rPr lang="en-US" sz="900">
                <a:solidFill>
                  <a:srgbClr val="000000"/>
                </a:solidFill>
                <a:highlight>
                  <a:srgbClr val="FFFF00"/>
                </a:highlight>
                <a:latin typeface="Consolas" panose="020B0609020204030204" pitchFamily="49" charset="0"/>
              </a:rPr>
              <a:t>(employee);</a:t>
            </a:r>
          </a:p>
          <a:p>
            <a:pPr marL="0" indent="0">
              <a:spcBef>
                <a:spcPts val="0"/>
              </a:spcBef>
              <a:spcAft>
                <a:spcPts val="0"/>
              </a:spcAft>
              <a:buNone/>
            </a:pPr>
            <a:r>
              <a:rPr lang="en-US" sz="900" err="1">
                <a:solidFill>
                  <a:srgbClr val="000000"/>
                </a:solidFill>
                <a:highlight>
                  <a:srgbClr val="FFFF00"/>
                </a:highlight>
                <a:latin typeface="Consolas" panose="020B0609020204030204" pitchFamily="49" charset="0"/>
              </a:rPr>
              <a:t>accountant.HireEmployee</a:t>
            </a:r>
            <a:r>
              <a:rPr lang="en-US" sz="900">
                <a:solidFill>
                  <a:srgbClr val="000000"/>
                </a:solidFill>
                <a:highlight>
                  <a:srgbClr val="FFFF00"/>
                </a:highlight>
                <a:latin typeface="Consolas" panose="020B0609020204030204" pitchFamily="49" charset="0"/>
              </a:rPr>
              <a:t>(employee);</a:t>
            </a:r>
          </a:p>
          <a:p>
            <a:pPr marL="0" indent="0">
              <a:spcBef>
                <a:spcPts val="0"/>
              </a:spcBef>
              <a:spcAft>
                <a:spcPts val="0"/>
              </a:spcAft>
              <a:buNone/>
            </a:pPr>
            <a:r>
              <a:rPr lang="en-US" sz="900" err="1">
                <a:solidFill>
                  <a:srgbClr val="000000"/>
                </a:solidFill>
                <a:highlight>
                  <a:srgbClr val="FFFF00"/>
                </a:highlight>
                <a:latin typeface="Consolas" panose="020B0609020204030204" pitchFamily="49" charset="0"/>
              </a:rPr>
              <a:t>employee.DoJob</a:t>
            </a:r>
            <a:r>
              <a:rPr lang="en-US" sz="900">
                <a:solidFill>
                  <a:srgbClr val="000000"/>
                </a:solidFill>
                <a:highlight>
                  <a:srgbClr val="FFFF00"/>
                </a:highlight>
                <a:latin typeface="Consolas" panose="020B0609020204030204" pitchFamily="49" charset="0"/>
              </a:rPr>
              <a:t>();</a:t>
            </a:r>
          </a:p>
          <a:p>
            <a:pPr marL="0" indent="0">
              <a:spcBef>
                <a:spcPts val="0"/>
              </a:spcBef>
              <a:spcAft>
                <a:spcPts val="0"/>
              </a:spcAft>
              <a:buNone/>
            </a:pPr>
            <a:r>
              <a:rPr lang="en-US" sz="900" err="1">
                <a:solidFill>
                  <a:srgbClr val="000000"/>
                </a:solidFill>
                <a:highlight>
                  <a:srgbClr val="FFFF00"/>
                </a:highlight>
                <a:latin typeface="Consolas" panose="020B0609020204030204" pitchFamily="49" charset="0"/>
              </a:rPr>
              <a:t>accountant.AccruedSalary</a:t>
            </a:r>
            <a:r>
              <a:rPr lang="en-US" sz="900">
                <a:solidFill>
                  <a:srgbClr val="000000"/>
                </a:solidFill>
                <a:highlight>
                  <a:srgbClr val="FFFF00"/>
                </a:highlight>
                <a:latin typeface="Consolas" panose="020B0609020204030204" pitchFamily="49" charset="0"/>
              </a:rPr>
              <a:t>(employee);</a:t>
            </a:r>
          </a:p>
          <a:p>
            <a:pPr marL="0" indent="0">
              <a:spcBef>
                <a:spcPts val="0"/>
              </a:spcBef>
              <a:spcAft>
                <a:spcPts val="0"/>
              </a:spcAft>
              <a:buNone/>
            </a:pPr>
            <a:r>
              <a:rPr lang="en-US" sz="900" err="1">
                <a:solidFill>
                  <a:srgbClr val="000000"/>
                </a:solidFill>
                <a:highlight>
                  <a:srgbClr val="FFFF00"/>
                </a:highlight>
                <a:latin typeface="Consolas" panose="020B0609020204030204" pitchFamily="49" charset="0"/>
              </a:rPr>
              <a:t>manager.FireEmployee</a:t>
            </a:r>
            <a:r>
              <a:rPr lang="en-US" sz="900">
                <a:solidFill>
                  <a:srgbClr val="000000"/>
                </a:solidFill>
                <a:highlight>
                  <a:srgbClr val="FFFF00"/>
                </a:highlight>
                <a:latin typeface="Consolas" panose="020B0609020204030204" pitchFamily="49" charset="0"/>
              </a:rPr>
              <a:t>(employee);</a:t>
            </a:r>
          </a:p>
          <a:p>
            <a:pPr marL="0" indent="0">
              <a:spcBef>
                <a:spcPts val="0"/>
              </a:spcBef>
              <a:spcAft>
                <a:spcPts val="0"/>
              </a:spcAft>
              <a:buNone/>
            </a:pPr>
            <a:endParaRPr lang="en-US" sz="900">
              <a:solidFill>
                <a:srgbClr val="000000"/>
              </a:solidFill>
              <a:latin typeface="Consolas" panose="020B0609020204030204" pitchFamily="49" charset="0"/>
            </a:endParaRPr>
          </a:p>
          <a:p>
            <a:pPr marL="0" indent="0">
              <a:spcBef>
                <a:spcPts val="0"/>
              </a:spcBef>
              <a:spcAft>
                <a:spcPts val="0"/>
              </a:spcAft>
              <a:buNone/>
            </a:pPr>
            <a:r>
              <a:rPr lang="en-US" sz="900" err="1">
                <a:solidFill>
                  <a:srgbClr val="000000"/>
                </a:solidFill>
                <a:latin typeface="Consolas" panose="020B0609020204030204" pitchFamily="49" charset="0"/>
              </a:rPr>
              <a:t>Console.ReadLine</a:t>
            </a:r>
            <a:r>
              <a:rPr lang="en-US" sz="900">
                <a:solidFill>
                  <a:srgbClr val="000000"/>
                </a:solidFill>
                <a:latin typeface="Consolas" panose="020B0609020204030204" pitchFamily="49" charset="0"/>
              </a:rPr>
              <a:t>();</a:t>
            </a:r>
            <a:endParaRPr lang="en-GB" sz="200" noProof="1">
              <a:solidFill>
                <a:srgbClr val="000000"/>
              </a:solidFill>
              <a:latin typeface="Consolas" panose="020B0609020204030204" pitchFamily="49" charset="0"/>
            </a:endParaRPr>
          </a:p>
          <a:p>
            <a:pPr marL="0" indent="0">
              <a:buNone/>
            </a:pPr>
            <a:endParaRPr lang="en-US" sz="2400"/>
          </a:p>
        </p:txBody>
      </p:sp>
      <p:sp>
        <p:nvSpPr>
          <p:cNvPr id="10" name="TextBox 9">
            <a:extLst>
              <a:ext uri="{FF2B5EF4-FFF2-40B4-BE49-F238E27FC236}">
                <a16:creationId xmlns:a16="http://schemas.microsoft.com/office/drawing/2014/main" id="{35F538E1-3839-4295-9BAC-325AABB1B901}"/>
              </a:ext>
            </a:extLst>
          </p:cNvPr>
          <p:cNvSpPr txBox="1"/>
          <p:nvPr/>
        </p:nvSpPr>
        <p:spPr>
          <a:xfrm>
            <a:off x="5640456" y="8825948"/>
            <a:ext cx="914400" cy="914400"/>
          </a:xfrm>
          <a:prstGeom prst="rect">
            <a:avLst/>
          </a:prstGeom>
          <a:noFill/>
        </p:spPr>
        <p:txBody>
          <a:bodyPr wrap="square" lIns="0" tIns="0" rIns="0" bIns="0" rtlCol="0">
            <a:noAutofit/>
          </a:bodyPr>
          <a:lstStyle/>
          <a:p>
            <a:pPr marL="0" indent="0" defTabSz="179388">
              <a:buClr>
                <a:srgbClr val="00DEE6"/>
              </a:buClr>
              <a:buFont typeface="Arial" panose="020B0604020202020204" pitchFamily="34" charset="0"/>
              <a:buNone/>
            </a:pPr>
            <a:endParaRPr lang="en-US" sz="1600">
              <a:latin typeface="+mn-lt"/>
            </a:endParaRPr>
          </a:p>
        </p:txBody>
      </p:sp>
      <p:sp>
        <p:nvSpPr>
          <p:cNvPr id="11" name="TextBox 10">
            <a:extLst>
              <a:ext uri="{FF2B5EF4-FFF2-40B4-BE49-F238E27FC236}">
                <a16:creationId xmlns:a16="http://schemas.microsoft.com/office/drawing/2014/main" id="{4120285B-0541-427F-A522-47B6558AC860}"/>
              </a:ext>
            </a:extLst>
          </p:cNvPr>
          <p:cNvSpPr txBox="1"/>
          <p:nvPr/>
        </p:nvSpPr>
        <p:spPr>
          <a:xfrm>
            <a:off x="8875643" y="8955157"/>
            <a:ext cx="914400" cy="91440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endParaRPr lang="en-US" sz="1600">
              <a:latin typeface="+mn-lt"/>
            </a:endParaRPr>
          </a:p>
        </p:txBody>
      </p:sp>
      <p:sp>
        <p:nvSpPr>
          <p:cNvPr id="6" name="Arrow: Right 5">
            <a:extLst>
              <a:ext uri="{FF2B5EF4-FFF2-40B4-BE49-F238E27FC236}">
                <a16:creationId xmlns:a16="http://schemas.microsoft.com/office/drawing/2014/main" id="{9658F6FA-8712-4939-8F24-A0F6DBA5C6C4}"/>
              </a:ext>
            </a:extLst>
          </p:cNvPr>
          <p:cNvSpPr/>
          <p:nvPr/>
        </p:nvSpPr>
        <p:spPr>
          <a:xfrm>
            <a:off x="6096000" y="2508991"/>
            <a:ext cx="576073" cy="298734"/>
          </a:xfrm>
          <a:prstGeom prst="rightArrow">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600">
              <a:solidFill>
                <a:schemeClr val="tx1"/>
              </a:solidFill>
            </a:endParaRPr>
          </a:p>
        </p:txBody>
      </p:sp>
      <p:sp>
        <p:nvSpPr>
          <p:cNvPr id="9" name="TextBox 8">
            <a:extLst>
              <a:ext uri="{FF2B5EF4-FFF2-40B4-BE49-F238E27FC236}">
                <a16:creationId xmlns:a16="http://schemas.microsoft.com/office/drawing/2014/main" id="{2C287C31-8A89-4CAB-8FCE-7FD40C6FC2B9}"/>
              </a:ext>
            </a:extLst>
          </p:cNvPr>
          <p:cNvSpPr txBox="1"/>
          <p:nvPr/>
        </p:nvSpPr>
        <p:spPr>
          <a:xfrm>
            <a:off x="2311040" y="4458483"/>
            <a:ext cx="2939371" cy="591793"/>
          </a:xfrm>
          <a:prstGeom prst="rect">
            <a:avLst/>
          </a:prstGeom>
          <a:noFill/>
        </p:spPr>
        <p:txBody>
          <a:bodyPr wrap="none" lIns="0" tIns="0" rIns="0" bIns="0" rtlCol="0">
            <a:noAutofit/>
          </a:bodyPr>
          <a:lstStyle/>
          <a:p>
            <a:pPr marL="0" indent="0">
              <a:spcBef>
                <a:spcPts val="0"/>
              </a:spcBef>
              <a:spcAft>
                <a:spcPts val="0"/>
              </a:spcAft>
              <a:buNone/>
            </a:pPr>
            <a:r>
              <a:rPr lang="en-GB" sz="1600" noProof="1">
                <a:latin typeface="+mn-lt"/>
              </a:rPr>
              <a:t>The same code,  but without using  </a:t>
            </a:r>
          </a:p>
          <a:p>
            <a:pPr marL="0" indent="0">
              <a:spcBef>
                <a:spcPts val="0"/>
              </a:spcBef>
              <a:spcAft>
                <a:spcPts val="0"/>
              </a:spcAft>
              <a:buNone/>
            </a:pPr>
            <a:r>
              <a:rPr lang="en-GB" sz="1600" noProof="1">
                <a:solidFill>
                  <a:schemeClr val="accent2"/>
                </a:solidFill>
                <a:latin typeface="+mn-lt"/>
              </a:rPr>
              <a:t>polymorphism</a:t>
            </a:r>
            <a:r>
              <a:rPr lang="en-GB" sz="1600" noProof="1">
                <a:latin typeface="+mn-lt"/>
              </a:rPr>
              <a:t> over </a:t>
            </a:r>
            <a:r>
              <a:rPr lang="en-GB" sz="1600" noProof="1">
                <a:solidFill>
                  <a:schemeClr val="accent2"/>
                </a:solidFill>
                <a:latin typeface="+mn-lt"/>
              </a:rPr>
              <a:t>overloading</a:t>
            </a:r>
          </a:p>
        </p:txBody>
      </p:sp>
      <p:sp>
        <p:nvSpPr>
          <p:cNvPr id="12" name="TextBox 11">
            <a:extLst>
              <a:ext uri="{FF2B5EF4-FFF2-40B4-BE49-F238E27FC236}">
                <a16:creationId xmlns:a16="http://schemas.microsoft.com/office/drawing/2014/main" id="{C0B2E731-6D27-4673-BB97-D32CB4E2F3CB}"/>
              </a:ext>
            </a:extLst>
          </p:cNvPr>
          <p:cNvSpPr txBox="1"/>
          <p:nvPr/>
        </p:nvSpPr>
        <p:spPr>
          <a:xfrm>
            <a:off x="11506051" y="4227429"/>
            <a:ext cx="914400" cy="914400"/>
          </a:xfrm>
          <a:prstGeom prst="rect">
            <a:avLst/>
          </a:prstGeom>
          <a:noFill/>
        </p:spPr>
        <p:txBody>
          <a:bodyPr wrap="none" lIns="0" tIns="0" rIns="0" bIns="0" rtlCol="0">
            <a:noAutofit/>
          </a:bodyPr>
          <a:lstStyle/>
          <a:p>
            <a:pPr marL="0" indent="0" defTabSz="179388">
              <a:buClr>
                <a:srgbClr val="00DEE6"/>
              </a:buClr>
              <a:buFont typeface="Arial" panose="020B0604020202020204" pitchFamily="34" charset="0"/>
              <a:buNone/>
            </a:pPr>
            <a:endParaRPr lang="en-GB" sz="1600" err="1">
              <a:latin typeface="+mn-lt"/>
            </a:endParaRPr>
          </a:p>
        </p:txBody>
      </p:sp>
      <p:sp>
        <p:nvSpPr>
          <p:cNvPr id="13" name="TextBox 12">
            <a:extLst>
              <a:ext uri="{FF2B5EF4-FFF2-40B4-BE49-F238E27FC236}">
                <a16:creationId xmlns:a16="http://schemas.microsoft.com/office/drawing/2014/main" id="{9A6ECA8F-37A3-4E98-BA19-F669611337ED}"/>
              </a:ext>
            </a:extLst>
          </p:cNvPr>
          <p:cNvSpPr txBox="1"/>
          <p:nvPr/>
        </p:nvSpPr>
        <p:spPr>
          <a:xfrm>
            <a:off x="5949476" y="3217496"/>
            <a:ext cx="6039353" cy="3568605"/>
          </a:xfrm>
          <a:prstGeom prst="rect">
            <a:avLst/>
          </a:prstGeom>
          <a:solidFill>
            <a:schemeClr val="bg2">
              <a:lumMod val="85000"/>
            </a:schemeClr>
          </a:solidFill>
        </p:spPr>
        <p:txBody>
          <a:bodyPr wrap="square" lIns="0" tIns="0" rIns="0" bIns="0" rtlCol="0">
            <a:noAutofit/>
          </a:bodyPr>
          <a:lstStyle/>
          <a:p>
            <a:pPr marL="0" indent="0">
              <a:spcBef>
                <a:spcPts val="0"/>
              </a:spcBef>
              <a:spcAft>
                <a:spcPts val="0"/>
              </a:spcAft>
              <a:buNone/>
            </a:pPr>
            <a:r>
              <a:rPr lang="en-US" sz="1100">
                <a:solidFill>
                  <a:srgbClr val="0000FF"/>
                </a:solidFill>
                <a:latin typeface="Consolas" panose="020B0609020204030204" pitchFamily="49" charset="0"/>
              </a:rPr>
              <a:t>    if</a:t>
            </a:r>
            <a:r>
              <a:rPr lang="en-US" sz="1100">
                <a:solidFill>
                  <a:srgbClr val="000000"/>
                </a:solidFill>
                <a:latin typeface="Consolas" panose="020B0609020204030204" pitchFamily="49" charset="0"/>
              </a:rPr>
              <a:t> (employee </a:t>
            </a:r>
            <a:r>
              <a:rPr lang="en-US" sz="1100">
                <a:solidFill>
                  <a:srgbClr val="0000FF"/>
                </a:solidFill>
                <a:latin typeface="Consolas" panose="020B0609020204030204" pitchFamily="49" charset="0"/>
              </a:rPr>
              <a:t>is</a:t>
            </a:r>
            <a:r>
              <a:rPr lang="en-US" sz="1100">
                <a:solidFill>
                  <a:srgbClr val="000000"/>
                </a:solidFill>
                <a:latin typeface="Consolas" panose="020B0609020204030204" pitchFamily="49" charset="0"/>
              </a:rPr>
              <a:t> </a:t>
            </a:r>
            <a:r>
              <a:rPr lang="en-US" sz="1100">
                <a:solidFill>
                  <a:srgbClr val="2B91AF"/>
                </a:solidFill>
                <a:latin typeface="Consolas" panose="020B0609020204030204" pitchFamily="49" charset="0"/>
              </a:rPr>
              <a:t>Waiter</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latin typeface="Consolas" panose="020B0609020204030204" pitchFamily="49" charset="0"/>
              </a:rPr>
              <a:t>	</a:t>
            </a:r>
            <a:r>
              <a:rPr lang="en-US" sz="1100" err="1">
                <a:latin typeface="Consolas" panose="020B0609020204030204" pitchFamily="49" charset="0"/>
              </a:rPr>
              <a:t>manager.HireWaiter</a:t>
            </a:r>
            <a:r>
              <a:rPr lang="en-US" sz="1100">
                <a:latin typeface="Consolas" panose="020B0609020204030204" pitchFamily="49" charset="0"/>
              </a:rPr>
              <a:t>(employee);</a:t>
            </a:r>
          </a:p>
          <a:p>
            <a:pPr marL="0" indent="0">
              <a:spcBef>
                <a:spcPts val="0"/>
              </a:spcBef>
              <a:spcAft>
                <a:spcPts val="0"/>
              </a:spcAft>
              <a:buNone/>
            </a:pPr>
            <a:r>
              <a:rPr lang="en-US" sz="1100">
                <a:latin typeface="Consolas" panose="020B0609020204030204" pitchFamily="49" charset="0"/>
              </a:rPr>
              <a:t>	</a:t>
            </a:r>
            <a:r>
              <a:rPr lang="en-US" sz="1100" err="1">
                <a:latin typeface="Consolas" panose="020B0609020204030204" pitchFamily="49" charset="0"/>
              </a:rPr>
              <a:t>accountant.HireWaiter</a:t>
            </a:r>
            <a:r>
              <a:rPr lang="en-US" sz="1100">
                <a:latin typeface="Consolas" panose="020B0609020204030204" pitchFamily="49" charset="0"/>
              </a:rPr>
              <a:t>(employee);</a:t>
            </a:r>
          </a:p>
          <a:p>
            <a:pPr marL="0" indent="0">
              <a:spcBef>
                <a:spcPts val="0"/>
              </a:spcBef>
              <a:spcAft>
                <a:spcPts val="0"/>
              </a:spcAft>
              <a:buNone/>
            </a:pPr>
            <a:r>
              <a:rPr lang="en-US" sz="1100">
                <a:latin typeface="Consolas" panose="020B0609020204030204" pitchFamily="49" charset="0"/>
              </a:rPr>
              <a:t>	</a:t>
            </a:r>
            <a:r>
              <a:rPr lang="en-US" sz="1100" err="1">
                <a:latin typeface="Consolas" panose="020B0609020204030204" pitchFamily="49" charset="0"/>
              </a:rPr>
              <a:t>employee.DoJob</a:t>
            </a:r>
            <a:r>
              <a:rPr lang="en-US" sz="1100">
                <a:latin typeface="Consolas" panose="020B0609020204030204" pitchFamily="49" charset="0"/>
              </a:rPr>
              <a:t>();</a:t>
            </a:r>
          </a:p>
          <a:p>
            <a:pPr marL="0" indent="0">
              <a:spcBef>
                <a:spcPts val="0"/>
              </a:spcBef>
              <a:spcAft>
                <a:spcPts val="0"/>
              </a:spcAft>
              <a:buNone/>
            </a:pPr>
            <a:r>
              <a:rPr lang="en-US" sz="1100">
                <a:latin typeface="Consolas" panose="020B0609020204030204" pitchFamily="49" charset="0"/>
              </a:rPr>
              <a:t>	</a:t>
            </a:r>
            <a:r>
              <a:rPr lang="en-US" sz="1100" err="1">
                <a:latin typeface="Consolas" panose="020B0609020204030204" pitchFamily="49" charset="0"/>
              </a:rPr>
              <a:t>accountant.AccruedWaiterSalary</a:t>
            </a:r>
            <a:r>
              <a:rPr lang="en-US" sz="1100">
                <a:latin typeface="Consolas" panose="020B0609020204030204" pitchFamily="49" charset="0"/>
              </a:rPr>
              <a:t>(employee);</a:t>
            </a:r>
          </a:p>
          <a:p>
            <a:pPr>
              <a:spcBef>
                <a:spcPts val="0"/>
              </a:spcBef>
              <a:spcAft>
                <a:spcPts val="0"/>
              </a:spcAft>
            </a:pPr>
            <a:r>
              <a:rPr lang="en-US" sz="1100">
                <a:latin typeface="Consolas" panose="020B0609020204030204" pitchFamily="49" charset="0"/>
              </a:rPr>
              <a:t>	</a:t>
            </a:r>
            <a:r>
              <a:rPr lang="en-US" sz="1100" err="1">
                <a:latin typeface="Consolas" panose="020B0609020204030204" pitchFamily="49" charset="0"/>
              </a:rPr>
              <a:t>manager.FireWaiter</a:t>
            </a:r>
            <a:r>
              <a:rPr lang="en-US" sz="1100">
                <a:latin typeface="Consolas" panose="020B0609020204030204" pitchFamily="49" charset="0"/>
              </a:rPr>
              <a:t>(employee);</a:t>
            </a:r>
          </a:p>
          <a:p>
            <a:pPr marL="0" indent="0">
              <a:spcBef>
                <a:spcPts val="0"/>
              </a:spcBef>
              <a:spcAft>
                <a:spcPts val="0"/>
              </a:spcAft>
              <a:buNone/>
            </a:pPr>
            <a:r>
              <a:rPr lang="en-US" sz="1100">
                <a:solidFill>
                  <a:srgbClr val="000000"/>
                </a:solidFill>
                <a:latin typeface="Consolas" panose="020B0609020204030204" pitchFamily="49" charset="0"/>
              </a:rPr>
              <a:t>    } </a:t>
            </a:r>
            <a:r>
              <a:rPr lang="en-US" sz="1100">
                <a:solidFill>
                  <a:srgbClr val="0000FF"/>
                </a:solidFill>
                <a:latin typeface="Consolas" panose="020B0609020204030204" pitchFamily="49" charset="0"/>
              </a:rPr>
              <a:t>else</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if</a:t>
            </a:r>
            <a:r>
              <a:rPr lang="en-US" sz="1100">
                <a:solidFill>
                  <a:srgbClr val="000000"/>
                </a:solidFill>
                <a:latin typeface="Consolas" panose="020B0609020204030204" pitchFamily="49" charset="0"/>
              </a:rPr>
              <a:t> (employee </a:t>
            </a:r>
            <a:r>
              <a:rPr lang="en-US" sz="1100">
                <a:solidFill>
                  <a:srgbClr val="0000FF"/>
                </a:solidFill>
                <a:latin typeface="Consolas" panose="020B0609020204030204" pitchFamily="49" charset="0"/>
              </a:rPr>
              <a:t>is</a:t>
            </a:r>
            <a:r>
              <a:rPr lang="en-US" sz="1100">
                <a:solidFill>
                  <a:srgbClr val="000000"/>
                </a:solidFill>
                <a:latin typeface="Consolas" panose="020B0609020204030204" pitchFamily="49" charset="0"/>
              </a:rPr>
              <a:t> </a:t>
            </a:r>
            <a:r>
              <a:rPr lang="en-US" sz="1100">
                <a:solidFill>
                  <a:srgbClr val="2B91AF"/>
                </a:solidFill>
                <a:latin typeface="Consolas" panose="020B0609020204030204" pitchFamily="49" charset="0"/>
              </a:rPr>
              <a:t>Barman</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latin typeface="Consolas" panose="020B0609020204030204" pitchFamily="49" charset="0"/>
              </a:rPr>
              <a:t>	</a:t>
            </a:r>
            <a:r>
              <a:rPr lang="en-US" sz="1100" err="1">
                <a:latin typeface="Consolas" panose="020B0609020204030204" pitchFamily="49" charset="0"/>
              </a:rPr>
              <a:t>manager.HireBarman</a:t>
            </a:r>
            <a:r>
              <a:rPr lang="en-US" sz="1100">
                <a:latin typeface="Consolas" panose="020B0609020204030204" pitchFamily="49" charset="0"/>
              </a:rPr>
              <a:t>(employee);</a:t>
            </a:r>
          </a:p>
          <a:p>
            <a:pPr marL="0" indent="0">
              <a:spcBef>
                <a:spcPts val="0"/>
              </a:spcBef>
              <a:spcAft>
                <a:spcPts val="0"/>
              </a:spcAft>
              <a:buNone/>
            </a:pPr>
            <a:r>
              <a:rPr lang="en-US" sz="1100">
                <a:latin typeface="Consolas" panose="020B0609020204030204" pitchFamily="49" charset="0"/>
              </a:rPr>
              <a:t>	</a:t>
            </a:r>
            <a:r>
              <a:rPr lang="en-US" sz="1100" err="1">
                <a:latin typeface="Consolas" panose="020B0609020204030204" pitchFamily="49" charset="0"/>
              </a:rPr>
              <a:t>accountant.HireBarman</a:t>
            </a:r>
            <a:r>
              <a:rPr lang="en-US" sz="1100">
                <a:latin typeface="Consolas" panose="020B0609020204030204" pitchFamily="49" charset="0"/>
              </a:rPr>
              <a:t>(employee);</a:t>
            </a:r>
          </a:p>
          <a:p>
            <a:pPr marL="0" indent="0">
              <a:spcBef>
                <a:spcPts val="0"/>
              </a:spcBef>
              <a:spcAft>
                <a:spcPts val="0"/>
              </a:spcAft>
              <a:buNone/>
            </a:pPr>
            <a:r>
              <a:rPr lang="en-US" sz="1100">
                <a:latin typeface="Consolas" panose="020B0609020204030204" pitchFamily="49" charset="0"/>
              </a:rPr>
              <a:t>	</a:t>
            </a:r>
            <a:r>
              <a:rPr lang="en-US" sz="1100" err="1">
                <a:latin typeface="Consolas" panose="020B0609020204030204" pitchFamily="49" charset="0"/>
              </a:rPr>
              <a:t>employee.DoJob</a:t>
            </a:r>
            <a:r>
              <a:rPr lang="en-US" sz="1100">
                <a:latin typeface="Consolas" panose="020B0609020204030204" pitchFamily="49" charset="0"/>
              </a:rPr>
              <a:t>();</a:t>
            </a:r>
          </a:p>
          <a:p>
            <a:pPr marL="0" indent="0">
              <a:spcBef>
                <a:spcPts val="0"/>
              </a:spcBef>
              <a:spcAft>
                <a:spcPts val="0"/>
              </a:spcAft>
              <a:buNone/>
            </a:pPr>
            <a:r>
              <a:rPr lang="en-US" sz="1100">
                <a:latin typeface="Consolas" panose="020B0609020204030204" pitchFamily="49" charset="0"/>
              </a:rPr>
              <a:t>	</a:t>
            </a:r>
            <a:r>
              <a:rPr lang="en-US" sz="1100" err="1">
                <a:latin typeface="Consolas" panose="020B0609020204030204" pitchFamily="49" charset="0"/>
              </a:rPr>
              <a:t>accountant.AccruedBarmanSalary</a:t>
            </a:r>
            <a:r>
              <a:rPr lang="en-US" sz="1100">
                <a:latin typeface="Consolas" panose="020B0609020204030204" pitchFamily="49" charset="0"/>
              </a:rPr>
              <a:t>(employee);</a:t>
            </a:r>
          </a:p>
          <a:p>
            <a:pPr>
              <a:spcBef>
                <a:spcPts val="0"/>
              </a:spcBef>
              <a:spcAft>
                <a:spcPts val="0"/>
              </a:spcAft>
            </a:pPr>
            <a:r>
              <a:rPr lang="en-US" sz="1100">
                <a:latin typeface="Consolas" panose="020B0609020204030204" pitchFamily="49" charset="0"/>
              </a:rPr>
              <a:t>	</a:t>
            </a:r>
            <a:r>
              <a:rPr lang="en-US" sz="1100" err="1">
                <a:latin typeface="Consolas" panose="020B0609020204030204" pitchFamily="49" charset="0"/>
              </a:rPr>
              <a:t>manager.FireBarman</a:t>
            </a:r>
            <a:r>
              <a:rPr lang="en-US" sz="1100">
                <a:latin typeface="Consolas" panose="020B0609020204030204" pitchFamily="49" charset="0"/>
              </a:rPr>
              <a:t>(employee);</a:t>
            </a:r>
          </a:p>
          <a:p>
            <a:pPr marL="0" indent="0">
              <a:spcBef>
                <a:spcPts val="0"/>
              </a:spcBef>
              <a:spcAft>
                <a:spcPts val="0"/>
              </a:spcAft>
              <a:buNone/>
            </a:pPr>
            <a:r>
              <a:rPr lang="en-US" sz="1100">
                <a:solidFill>
                  <a:srgbClr val="000000"/>
                </a:solidFill>
                <a:latin typeface="Consolas" panose="020B0609020204030204" pitchFamily="49" charset="0"/>
              </a:rPr>
              <a:t>    } </a:t>
            </a:r>
            <a:r>
              <a:rPr lang="en-US" sz="1100">
                <a:solidFill>
                  <a:srgbClr val="0000FF"/>
                </a:solidFill>
                <a:latin typeface="Consolas" panose="020B0609020204030204" pitchFamily="49" charset="0"/>
              </a:rPr>
              <a:t>else</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if</a:t>
            </a:r>
            <a:r>
              <a:rPr lang="en-US" sz="1100">
                <a:solidFill>
                  <a:srgbClr val="000000"/>
                </a:solidFill>
                <a:latin typeface="Consolas" panose="020B0609020204030204" pitchFamily="49" charset="0"/>
              </a:rPr>
              <a:t> (employee </a:t>
            </a:r>
            <a:r>
              <a:rPr lang="en-US" sz="1100">
                <a:solidFill>
                  <a:srgbClr val="0000FF"/>
                </a:solidFill>
                <a:latin typeface="Consolas" panose="020B0609020204030204" pitchFamily="49" charset="0"/>
              </a:rPr>
              <a:t>is</a:t>
            </a:r>
            <a:r>
              <a:rPr lang="en-US" sz="1100">
                <a:solidFill>
                  <a:srgbClr val="000000"/>
                </a:solidFill>
                <a:latin typeface="Consolas" panose="020B0609020204030204" pitchFamily="49" charset="0"/>
              </a:rPr>
              <a:t> </a:t>
            </a:r>
            <a:r>
              <a:rPr lang="en-US" sz="1100">
                <a:solidFill>
                  <a:srgbClr val="2B91AF"/>
                </a:solidFill>
                <a:latin typeface="Consolas" panose="020B0609020204030204" pitchFamily="49" charset="0"/>
              </a:rPr>
              <a:t>CleaningPerson</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latin typeface="Consolas" panose="020B0609020204030204" pitchFamily="49" charset="0"/>
              </a:rPr>
              <a:t>	</a:t>
            </a:r>
            <a:r>
              <a:rPr lang="en-US" sz="1100" err="1">
                <a:latin typeface="Consolas" panose="020B0609020204030204" pitchFamily="49" charset="0"/>
              </a:rPr>
              <a:t>manager.HireCleaningPerson</a:t>
            </a:r>
            <a:r>
              <a:rPr lang="en-US" sz="1100">
                <a:latin typeface="Consolas" panose="020B0609020204030204" pitchFamily="49" charset="0"/>
              </a:rPr>
              <a:t>(employee);</a:t>
            </a:r>
          </a:p>
          <a:p>
            <a:pPr marL="0" indent="0">
              <a:spcBef>
                <a:spcPts val="0"/>
              </a:spcBef>
              <a:spcAft>
                <a:spcPts val="0"/>
              </a:spcAft>
              <a:buNone/>
            </a:pPr>
            <a:r>
              <a:rPr lang="en-US" sz="1100">
                <a:latin typeface="Consolas" panose="020B0609020204030204" pitchFamily="49" charset="0"/>
              </a:rPr>
              <a:t>	</a:t>
            </a:r>
            <a:r>
              <a:rPr lang="en-US" sz="1100" err="1">
                <a:latin typeface="Consolas" panose="020B0609020204030204" pitchFamily="49" charset="0"/>
              </a:rPr>
              <a:t>accountant.HireCleaningPerson</a:t>
            </a:r>
            <a:r>
              <a:rPr lang="en-US" sz="1100">
                <a:latin typeface="Consolas" panose="020B0609020204030204" pitchFamily="49" charset="0"/>
              </a:rPr>
              <a:t>(employee);</a:t>
            </a:r>
          </a:p>
          <a:p>
            <a:pPr marL="0" indent="0">
              <a:spcBef>
                <a:spcPts val="0"/>
              </a:spcBef>
              <a:spcAft>
                <a:spcPts val="0"/>
              </a:spcAft>
              <a:buNone/>
            </a:pPr>
            <a:r>
              <a:rPr lang="en-US" sz="1100">
                <a:latin typeface="Consolas" panose="020B0609020204030204" pitchFamily="49" charset="0"/>
              </a:rPr>
              <a:t>	</a:t>
            </a:r>
            <a:r>
              <a:rPr lang="en-US" sz="1100" err="1">
                <a:latin typeface="Consolas" panose="020B0609020204030204" pitchFamily="49" charset="0"/>
              </a:rPr>
              <a:t>employee.DoJob</a:t>
            </a:r>
            <a:r>
              <a:rPr lang="en-US" sz="1100">
                <a:latin typeface="Consolas" panose="020B0609020204030204" pitchFamily="49" charset="0"/>
              </a:rPr>
              <a:t>();</a:t>
            </a:r>
          </a:p>
          <a:p>
            <a:pPr marL="0" indent="0">
              <a:spcBef>
                <a:spcPts val="0"/>
              </a:spcBef>
              <a:spcAft>
                <a:spcPts val="0"/>
              </a:spcAft>
              <a:buNone/>
            </a:pPr>
            <a:r>
              <a:rPr lang="en-US" sz="1100">
                <a:latin typeface="Consolas" panose="020B0609020204030204" pitchFamily="49" charset="0"/>
              </a:rPr>
              <a:t>	</a:t>
            </a:r>
            <a:r>
              <a:rPr lang="en-US" sz="1100" err="1">
                <a:latin typeface="Consolas" panose="020B0609020204030204" pitchFamily="49" charset="0"/>
              </a:rPr>
              <a:t>accountant.AccruedCleaningPersonSalary</a:t>
            </a:r>
            <a:r>
              <a:rPr lang="en-US" sz="1100">
                <a:latin typeface="Consolas" panose="020B0609020204030204" pitchFamily="49" charset="0"/>
              </a:rPr>
              <a:t>(employee);</a:t>
            </a:r>
          </a:p>
          <a:p>
            <a:pPr>
              <a:spcBef>
                <a:spcPts val="0"/>
              </a:spcBef>
              <a:spcAft>
                <a:spcPts val="0"/>
              </a:spcAft>
            </a:pPr>
            <a:r>
              <a:rPr lang="en-US" sz="1100">
                <a:latin typeface="Consolas" panose="020B0609020204030204" pitchFamily="49" charset="0"/>
              </a:rPr>
              <a:t>	</a:t>
            </a:r>
            <a:r>
              <a:rPr lang="en-US" sz="1100" err="1">
                <a:latin typeface="Consolas" panose="020B0609020204030204" pitchFamily="49" charset="0"/>
              </a:rPr>
              <a:t>manager.FireCleaningPerson</a:t>
            </a:r>
            <a:r>
              <a:rPr lang="en-US" sz="1100">
                <a:latin typeface="Consolas" panose="020B0609020204030204" pitchFamily="49" charset="0"/>
              </a:rPr>
              <a:t>(employee);</a:t>
            </a:r>
          </a:p>
          <a:p>
            <a:pPr marL="0" indent="0">
              <a:spcBef>
                <a:spcPts val="0"/>
              </a:spcBef>
              <a:spcAft>
                <a:spcPts val="0"/>
              </a:spcAft>
              <a:buNone/>
            </a:pP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00"/>
                </a:solidFill>
                <a:latin typeface="Consolas" panose="020B0609020204030204" pitchFamily="49" charset="0"/>
              </a:rPr>
              <a:t>  </a:t>
            </a:r>
            <a:r>
              <a:rPr lang="en-US" sz="1100" err="1">
                <a:solidFill>
                  <a:srgbClr val="2B91AF"/>
                </a:solidFill>
                <a:latin typeface="Consolas" panose="020B0609020204030204" pitchFamily="49" charset="0"/>
              </a:rPr>
              <a:t>Console</a:t>
            </a:r>
            <a:r>
              <a:rPr lang="en-US" sz="1100" err="1">
                <a:solidFill>
                  <a:srgbClr val="000000"/>
                </a:solidFill>
                <a:latin typeface="Consolas" panose="020B0609020204030204" pitchFamily="49" charset="0"/>
              </a:rPr>
              <a:t>.WriteLine</a:t>
            </a:r>
            <a:r>
              <a:rPr lang="en-US" sz="1100">
                <a:solidFill>
                  <a:srgbClr val="000000"/>
                </a:solidFill>
                <a:latin typeface="Consolas" panose="020B0609020204030204" pitchFamily="49" charset="0"/>
              </a:rPr>
              <a:t>();</a:t>
            </a:r>
          </a:p>
          <a:p>
            <a:pPr marL="0" indent="0">
              <a:spcBef>
                <a:spcPts val="0"/>
              </a:spcBef>
              <a:spcAft>
                <a:spcPts val="0"/>
              </a:spcAft>
              <a:buNone/>
            </a:pPr>
            <a:endParaRPr lang="ru-RU" sz="600" noProof="1"/>
          </a:p>
          <a:p>
            <a:pPr marL="0" indent="0" defTabSz="179388">
              <a:buClr>
                <a:srgbClr val="00DEE6"/>
              </a:buClr>
              <a:buFont typeface="Arial" panose="020B0604020202020204" pitchFamily="34" charset="0"/>
              <a:buNone/>
            </a:pPr>
            <a:endParaRPr lang="en-GB" sz="1600">
              <a:latin typeface="+mn-lt"/>
            </a:endParaRPr>
          </a:p>
        </p:txBody>
      </p:sp>
      <p:sp>
        <p:nvSpPr>
          <p:cNvPr id="7" name="Thought Bubble: Cloud 6">
            <a:extLst>
              <a:ext uri="{FF2B5EF4-FFF2-40B4-BE49-F238E27FC236}">
                <a16:creationId xmlns:a16="http://schemas.microsoft.com/office/drawing/2014/main" id="{112770AA-26DA-4F34-B909-8F7F08101368}"/>
              </a:ext>
            </a:extLst>
          </p:cNvPr>
          <p:cNvSpPr/>
          <p:nvPr/>
        </p:nvSpPr>
        <p:spPr>
          <a:xfrm>
            <a:off x="1848816" y="3933247"/>
            <a:ext cx="3863818" cy="1985416"/>
          </a:xfrm>
          <a:prstGeom prst="cloudCallout">
            <a:avLst>
              <a:gd name="adj1" fmla="val 67591"/>
              <a:gd name="adj2" fmla="val -2057"/>
            </a:avLst>
          </a:prstGeom>
          <a:noFill/>
          <a:ln>
            <a:solidFill>
              <a:schemeClr val="accent6">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sz="1600" err="1">
              <a:solidFill>
                <a:schemeClr val="tx1"/>
              </a:solidFill>
            </a:endParaRPr>
          </a:p>
        </p:txBody>
      </p:sp>
      <p:pic>
        <p:nvPicPr>
          <p:cNvPr id="17" name="Picture 16">
            <a:extLst>
              <a:ext uri="{FF2B5EF4-FFF2-40B4-BE49-F238E27FC236}">
                <a16:creationId xmlns:a16="http://schemas.microsoft.com/office/drawing/2014/main" id="{9AC66ED5-6911-475F-B738-905C7F22E609}"/>
              </a:ext>
            </a:extLst>
          </p:cNvPr>
          <p:cNvPicPr>
            <a:picLocks noChangeAspect="1"/>
          </p:cNvPicPr>
          <p:nvPr/>
        </p:nvPicPr>
        <p:blipFill>
          <a:blip r:embed="rId3"/>
          <a:stretch>
            <a:fillRect/>
          </a:stretch>
        </p:blipFill>
        <p:spPr>
          <a:xfrm>
            <a:off x="6786406" y="2146494"/>
            <a:ext cx="4839011" cy="963356"/>
          </a:xfrm>
          <a:prstGeom prst="rect">
            <a:avLst/>
          </a:prstGeom>
        </p:spPr>
      </p:pic>
    </p:spTree>
    <p:extLst>
      <p:ext uri="{BB962C8B-B14F-4D97-AF65-F5344CB8AC3E}">
        <p14:creationId xmlns:p14="http://schemas.microsoft.com/office/powerpoint/2010/main" val="35255874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9266FE6-A6E4-42BB-B3DC-DCB7EA7B54AC}"/>
              </a:ext>
            </a:extLst>
          </p:cNvPr>
          <p:cNvSpPr>
            <a:spLocks noGrp="1"/>
          </p:cNvSpPr>
          <p:nvPr>
            <p:ph type="sldNum" sz="quarter" idx="11"/>
          </p:nvPr>
        </p:nvSpPr>
        <p:spPr>
          <a:xfrm>
            <a:off x="672001" y="6356378"/>
            <a:ext cx="679721" cy="366183"/>
          </a:xfrm>
        </p:spPr>
        <p:txBody>
          <a:bodyPr anchor="ctr">
            <a:normAutofit/>
          </a:bodyPr>
          <a:lstStyle/>
          <a:p>
            <a:pPr>
              <a:spcAft>
                <a:spcPts val="600"/>
              </a:spcAft>
            </a:pPr>
            <a:fld id="{E16BA917-7F09-4B8D-AF07-F52890C14046}" type="slidenum">
              <a:rPr lang="da-DK" smtClean="0"/>
              <a:pPr>
                <a:spcAft>
                  <a:spcPts val="600"/>
                </a:spcAft>
              </a:pPr>
              <a:t>51</a:t>
            </a:fld>
            <a:endParaRPr lang="da-DK"/>
          </a:p>
        </p:txBody>
      </p:sp>
      <p:sp>
        <p:nvSpPr>
          <p:cNvPr id="4" name="Text Placeholder 3">
            <a:extLst>
              <a:ext uri="{FF2B5EF4-FFF2-40B4-BE49-F238E27FC236}">
                <a16:creationId xmlns:a16="http://schemas.microsoft.com/office/drawing/2014/main" id="{71134BAA-E410-4170-8CE7-80C012AF4442}"/>
              </a:ext>
            </a:extLst>
          </p:cNvPr>
          <p:cNvSpPr>
            <a:spLocks noGrp="1"/>
          </p:cNvSpPr>
          <p:nvPr>
            <p:ph type="body" sz="quarter" idx="17"/>
          </p:nvPr>
        </p:nvSpPr>
        <p:spPr>
          <a:xfrm>
            <a:off x="670985" y="1056000"/>
            <a:ext cx="10850033" cy="402384"/>
          </a:xfrm>
        </p:spPr>
        <p:txBody>
          <a:bodyPr anchor="t">
            <a:normAutofit/>
          </a:bodyPr>
          <a:lstStyle/>
          <a:p>
            <a:r>
              <a:rPr lang="en-GB"/>
              <a:t>Polymorphism</a:t>
            </a:r>
            <a:endParaRPr lang="en-US"/>
          </a:p>
        </p:txBody>
      </p:sp>
      <p:sp>
        <p:nvSpPr>
          <p:cNvPr id="2" name="Title 1">
            <a:extLst>
              <a:ext uri="{FF2B5EF4-FFF2-40B4-BE49-F238E27FC236}">
                <a16:creationId xmlns:a16="http://schemas.microsoft.com/office/drawing/2014/main" id="{D071A115-70AF-49FD-A064-DF17453FC54E}"/>
              </a:ext>
            </a:extLst>
          </p:cNvPr>
          <p:cNvSpPr>
            <a:spLocks noGrp="1"/>
          </p:cNvSpPr>
          <p:nvPr>
            <p:ph type="title"/>
          </p:nvPr>
        </p:nvSpPr>
        <p:spPr>
          <a:xfrm>
            <a:off x="649139" y="5393"/>
            <a:ext cx="10878759" cy="1052738"/>
          </a:xfrm>
        </p:spPr>
        <p:txBody>
          <a:bodyPr wrap="square" anchor="b">
            <a:normAutofit/>
          </a:bodyPr>
          <a:lstStyle/>
          <a:p>
            <a:r>
              <a:rPr lang="en-GB"/>
              <a:t>PRACTIcE 4</a:t>
            </a:r>
            <a:endParaRPr lang="en-US"/>
          </a:p>
        </p:txBody>
      </p:sp>
      <p:sp>
        <p:nvSpPr>
          <p:cNvPr id="5" name="Content Placeholder 4">
            <a:extLst>
              <a:ext uri="{FF2B5EF4-FFF2-40B4-BE49-F238E27FC236}">
                <a16:creationId xmlns:a16="http://schemas.microsoft.com/office/drawing/2014/main" id="{F27E284C-A3D5-465E-B3A3-B9539D3FCA46}"/>
              </a:ext>
            </a:extLst>
          </p:cNvPr>
          <p:cNvSpPr>
            <a:spLocks noGrp="1"/>
          </p:cNvSpPr>
          <p:nvPr>
            <p:ph sz="quarter" idx="19"/>
          </p:nvPr>
        </p:nvSpPr>
        <p:spPr>
          <a:xfrm>
            <a:off x="672001" y="1620838"/>
            <a:ext cx="10856912" cy="4568825"/>
          </a:xfrm>
        </p:spPr>
        <p:txBody>
          <a:bodyPr vert="horz" lIns="0" tIns="0" rIns="0" bIns="0" rtlCol="0" anchor="t">
            <a:normAutofit lnSpcReduction="10000"/>
          </a:bodyPr>
          <a:lstStyle/>
          <a:p>
            <a:pPr marL="457200" indent="-457200">
              <a:spcBef>
                <a:spcPts val="0"/>
              </a:spcBef>
              <a:spcAft>
                <a:spcPts val="600"/>
              </a:spcAft>
              <a:buFont typeface="+mj-lt"/>
              <a:buAutoNum type="arabicPeriod"/>
            </a:pPr>
            <a:r>
              <a:rPr lang="en-US" sz="2000">
                <a:cs typeface="Calibri"/>
              </a:rPr>
              <a:t>Provide method </a:t>
            </a:r>
            <a:r>
              <a:rPr lang="en-US" sz="2000" noProof="1">
                <a:cs typeface="Calibri"/>
              </a:rPr>
              <a:t>GetWorkSchedule() in </a:t>
            </a:r>
            <a:r>
              <a:rPr lang="en-GB" sz="2000" err="1">
                <a:solidFill>
                  <a:srgbClr val="2B91AF"/>
                </a:solidFill>
                <a:latin typeface="Consolas" panose="020B0609020204030204" pitchFamily="49" charset="0"/>
              </a:rPr>
              <a:t>AbstractEmployee</a:t>
            </a:r>
            <a:r>
              <a:rPr lang="en-US" sz="2000" noProof="1">
                <a:cs typeface="Calibri"/>
              </a:rPr>
              <a:t> class and make it </a:t>
            </a:r>
            <a:r>
              <a:rPr lang="en-GB" sz="2000">
                <a:solidFill>
                  <a:srgbClr val="0000FF"/>
                </a:solidFill>
                <a:latin typeface="Consolas" panose="020B0609020204030204" pitchFamily="49" charset="0"/>
              </a:rPr>
              <a:t>virtual</a:t>
            </a:r>
            <a:r>
              <a:rPr lang="en-US" sz="2000" noProof="1">
                <a:cs typeface="Calibri"/>
              </a:rPr>
              <a:t>, the default implementation should return </a:t>
            </a:r>
            <a:r>
              <a:rPr lang="en-GB" sz="2000" noProof="1">
                <a:cs typeface="Calibri"/>
              </a:rPr>
              <a:t>only </a:t>
            </a:r>
            <a:r>
              <a:rPr lang="en-US" sz="2000" b="0" i="0">
                <a:solidFill>
                  <a:srgbClr val="000000"/>
                </a:solidFill>
                <a:effectLst/>
                <a:latin typeface="Roboto"/>
                <a:cs typeface="Calibri"/>
              </a:rPr>
              <a:t>weekdays</a:t>
            </a:r>
            <a:r>
              <a:rPr lang="en-US" sz="2000" noProof="1">
                <a:cs typeface="Calibri"/>
              </a:rPr>
              <a:t>.</a:t>
            </a:r>
          </a:p>
          <a:p>
            <a:pPr marL="0" indent="0">
              <a:spcBef>
                <a:spcPts val="0"/>
              </a:spcBef>
              <a:spcAft>
                <a:spcPts val="600"/>
              </a:spcAft>
              <a:buNone/>
            </a:pPr>
            <a:r>
              <a:rPr lang="en-US" sz="1600" i="1" noProof="1">
                <a:solidFill>
                  <a:schemeClr val="bg2">
                    <a:lumMod val="75000"/>
                  </a:schemeClr>
                </a:solidFill>
                <a:cs typeface="Calibri"/>
              </a:rPr>
              <a:t>	Use system type – </a:t>
            </a:r>
            <a:r>
              <a:rPr lang="en-GB" sz="1800" err="1">
                <a:solidFill>
                  <a:srgbClr val="2B91AF"/>
                </a:solidFill>
                <a:latin typeface="Consolas" panose="020B0609020204030204" pitchFamily="49" charset="0"/>
              </a:rPr>
              <a:t>DayOfWeek</a:t>
            </a:r>
            <a:endParaRPr lang="en-US" sz="1600" i="1" noProof="1">
              <a:solidFill>
                <a:schemeClr val="bg2">
                  <a:lumMod val="75000"/>
                </a:schemeClr>
              </a:solidFill>
              <a:cs typeface="Calibri"/>
            </a:endParaRPr>
          </a:p>
          <a:p>
            <a:pPr marL="457200" indent="-457200">
              <a:spcBef>
                <a:spcPts val="0"/>
              </a:spcBef>
              <a:spcAft>
                <a:spcPts val="600"/>
              </a:spcAft>
              <a:buFont typeface="+mj-lt"/>
              <a:buAutoNum type="arabicPeriod" startAt="2"/>
            </a:pPr>
            <a:r>
              <a:rPr lang="en-US" sz="2000" noProof="1">
                <a:cs typeface="Calibri"/>
              </a:rPr>
              <a:t>Override GetWorkSchedule() from </a:t>
            </a:r>
            <a:r>
              <a:rPr lang="en-US" sz="2000" noProof="1">
                <a:solidFill>
                  <a:srgbClr val="2B91AF"/>
                </a:solidFill>
                <a:latin typeface="Consolas" panose="020B0609020204030204" pitchFamily="49" charset="0"/>
              </a:rPr>
              <a:t>AbstractEmployee</a:t>
            </a:r>
            <a:r>
              <a:rPr lang="en-US" sz="2000" noProof="1">
                <a:cs typeface="Calibri"/>
              </a:rPr>
              <a:t> class</a:t>
            </a:r>
          </a:p>
          <a:p>
            <a:pPr marL="645795" lvl="1" indent="-457200">
              <a:spcAft>
                <a:spcPts val="600"/>
              </a:spcAft>
            </a:pPr>
            <a:r>
              <a:rPr lang="en-US" sz="2000" noProof="1">
                <a:cs typeface="Calibri"/>
              </a:rPr>
              <a:t>working days for </a:t>
            </a:r>
            <a:r>
              <a:rPr lang="en-US" sz="2000" noProof="1">
                <a:solidFill>
                  <a:srgbClr val="2B91AF"/>
                </a:solidFill>
                <a:latin typeface="Consolas" panose="020B0609020204030204" pitchFamily="49" charset="0"/>
              </a:rPr>
              <a:t>CleaningPerson</a:t>
            </a:r>
            <a:r>
              <a:rPr lang="en-US" sz="2000" noProof="1">
                <a:cs typeface="Calibri"/>
              </a:rPr>
              <a:t>: </a:t>
            </a:r>
            <a:r>
              <a:rPr lang="en-US" sz="2000">
                <a:cs typeface="Calibri"/>
              </a:rPr>
              <a:t>Tuesday</a:t>
            </a:r>
            <a:r>
              <a:rPr lang="en-US" sz="2000" noProof="1">
                <a:cs typeface="Calibri"/>
              </a:rPr>
              <a:t>, </a:t>
            </a:r>
            <a:r>
              <a:rPr lang="en-US" sz="2000">
                <a:cs typeface="Calibri"/>
              </a:rPr>
              <a:t>Wednesday</a:t>
            </a:r>
            <a:r>
              <a:rPr lang="en-US" sz="2000" noProof="1">
                <a:cs typeface="Calibri"/>
              </a:rPr>
              <a:t>, </a:t>
            </a:r>
            <a:r>
              <a:rPr lang="en-US" sz="2000">
                <a:cs typeface="Calibri"/>
              </a:rPr>
              <a:t>Friday</a:t>
            </a:r>
          </a:p>
          <a:p>
            <a:pPr marL="645795" lvl="1" indent="-457200">
              <a:spcAft>
                <a:spcPts val="600"/>
              </a:spcAft>
            </a:pPr>
            <a:r>
              <a:rPr lang="en-US" sz="2000" noProof="1">
                <a:cs typeface="Calibri"/>
              </a:rPr>
              <a:t>working days for </a:t>
            </a:r>
            <a:r>
              <a:rPr lang="en-US" sz="2000" noProof="1">
                <a:solidFill>
                  <a:srgbClr val="2B91AF"/>
                </a:solidFill>
                <a:latin typeface="Consolas" panose="020B0609020204030204" pitchFamily="49" charset="0"/>
              </a:rPr>
              <a:t>Waiter</a:t>
            </a:r>
            <a:r>
              <a:rPr lang="en-US" sz="2000" noProof="1">
                <a:cs typeface="Calibri"/>
              </a:rPr>
              <a:t>: </a:t>
            </a:r>
            <a:r>
              <a:rPr lang="en-US" sz="2000">
                <a:cs typeface="Calibri"/>
              </a:rPr>
              <a:t>Monday</a:t>
            </a:r>
            <a:r>
              <a:rPr lang="en-US" sz="2000" noProof="1">
                <a:cs typeface="Calibri"/>
              </a:rPr>
              <a:t>, </a:t>
            </a:r>
            <a:r>
              <a:rPr lang="en-US" sz="2000">
                <a:cs typeface="Calibri"/>
              </a:rPr>
              <a:t>Wednesday</a:t>
            </a:r>
            <a:r>
              <a:rPr lang="en-US" sz="2000" noProof="1">
                <a:cs typeface="Calibri"/>
              </a:rPr>
              <a:t>, </a:t>
            </a:r>
            <a:r>
              <a:rPr lang="en-US" sz="2000">
                <a:cs typeface="Calibri"/>
              </a:rPr>
              <a:t>Saturday</a:t>
            </a:r>
            <a:endParaRPr lang="en-US" i="1">
              <a:solidFill>
                <a:schemeClr val="bg2">
                  <a:lumMod val="75000"/>
                </a:schemeClr>
              </a:solidFill>
              <a:cs typeface="Calibri"/>
            </a:endParaRPr>
          </a:p>
          <a:p>
            <a:pPr marL="457200" indent="-457200">
              <a:spcAft>
                <a:spcPts val="600"/>
              </a:spcAft>
              <a:buFont typeface="+mj-lt"/>
              <a:buAutoNum type="arabicPeriod" startAt="3"/>
            </a:pPr>
            <a:r>
              <a:rPr lang="en-US" sz="2100">
                <a:cs typeface="Calibri"/>
              </a:rPr>
              <a:t>Create abstract method </a:t>
            </a:r>
            <a:r>
              <a:rPr lang="en-US" sz="2100" err="1">
                <a:cs typeface="Calibri"/>
              </a:rPr>
              <a:t>DoJob</a:t>
            </a:r>
            <a:r>
              <a:rPr lang="en-US" sz="2100">
                <a:cs typeface="Calibri"/>
              </a:rPr>
              <a:t> in </a:t>
            </a:r>
            <a:r>
              <a:rPr lang="en-US" sz="2000" noProof="1">
                <a:solidFill>
                  <a:srgbClr val="2B91AF"/>
                </a:solidFill>
                <a:latin typeface="Consolas" panose="020B0609020204030204" pitchFamily="49" charset="0"/>
              </a:rPr>
              <a:t>AbstractEmployee</a:t>
            </a:r>
            <a:r>
              <a:rPr lang="en-US" sz="2100" noProof="1">
                <a:cs typeface="Calibri"/>
              </a:rPr>
              <a:t> class and provide necessary corrections in the derived classes</a:t>
            </a:r>
            <a:endParaRPr lang="en-US" sz="2100">
              <a:cs typeface="Calibri"/>
            </a:endParaRPr>
          </a:p>
          <a:p>
            <a:pPr marL="457200" indent="-457200">
              <a:spcAft>
                <a:spcPts val="600"/>
              </a:spcAft>
              <a:buFont typeface="+mj-lt"/>
              <a:buAutoNum type="arabicPeriod" startAt="3"/>
            </a:pPr>
            <a:r>
              <a:rPr lang="en-US" sz="2100"/>
              <a:t>Try to create the instance of each derived classes and invoke methods: </a:t>
            </a:r>
            <a:r>
              <a:rPr lang="en-US" sz="2100" err="1"/>
              <a:t>DoJob</a:t>
            </a:r>
            <a:r>
              <a:rPr lang="en-US" sz="2100"/>
              <a:t> and </a:t>
            </a:r>
            <a:r>
              <a:rPr lang="en-US" sz="2100" err="1"/>
              <a:t>GetWorkSchedule</a:t>
            </a:r>
            <a:r>
              <a:rPr lang="en-US" sz="2100"/>
              <a:t> in Console application, use </a:t>
            </a:r>
            <a:r>
              <a:rPr lang="en-US" sz="2000" err="1">
                <a:solidFill>
                  <a:srgbClr val="2B91AF"/>
                </a:solidFill>
                <a:latin typeface="Consolas" panose="020B0609020204030204" pitchFamily="49" charset="0"/>
              </a:rPr>
              <a:t>AbstractEmployee</a:t>
            </a:r>
            <a:r>
              <a:rPr lang="en-US" sz="2100"/>
              <a:t> type to store each instance.</a:t>
            </a:r>
          </a:p>
          <a:p>
            <a:pPr marL="645795" lvl="1" indent="-457200">
              <a:spcAft>
                <a:spcPts val="600"/>
              </a:spcAft>
            </a:pPr>
            <a:r>
              <a:rPr lang="en-US" sz="2000" noProof="1">
                <a:cs typeface="Calibri"/>
              </a:rPr>
              <a:t>what output did you get for </a:t>
            </a:r>
            <a:r>
              <a:rPr lang="en-US" sz="2000" noProof="1">
                <a:solidFill>
                  <a:srgbClr val="2B91AF"/>
                </a:solidFill>
                <a:latin typeface="Consolas" panose="020B0609020204030204" pitchFamily="49" charset="0"/>
              </a:rPr>
              <a:t>Waiter</a:t>
            </a:r>
            <a:r>
              <a:rPr lang="en-US" sz="2000" noProof="1">
                <a:cs typeface="Calibri"/>
              </a:rPr>
              <a:t>, </a:t>
            </a:r>
            <a:r>
              <a:rPr lang="en-US" sz="2000" noProof="1">
                <a:solidFill>
                  <a:srgbClr val="2B91AF"/>
                </a:solidFill>
                <a:latin typeface="Consolas" panose="020B0609020204030204" pitchFamily="49" charset="0"/>
              </a:rPr>
              <a:t>CleaningPerson</a:t>
            </a:r>
            <a:r>
              <a:rPr lang="en-US" sz="2000" noProof="1">
                <a:cs typeface="Calibri"/>
              </a:rPr>
              <a:t> and </a:t>
            </a:r>
            <a:r>
              <a:rPr lang="en-US" sz="2000" noProof="1">
                <a:solidFill>
                  <a:srgbClr val="2B91AF"/>
                </a:solidFill>
                <a:latin typeface="Consolas" panose="020B0609020204030204" pitchFamily="49" charset="0"/>
              </a:rPr>
              <a:t>Barman</a:t>
            </a:r>
            <a:r>
              <a:rPr lang="en-US" sz="2000" noProof="1">
                <a:cs typeface="Calibri"/>
              </a:rPr>
              <a:t>? Why?</a:t>
            </a:r>
          </a:p>
          <a:p>
            <a:pPr marL="188595" lvl="1" indent="0">
              <a:spcAft>
                <a:spcPts val="600"/>
              </a:spcAft>
              <a:buNone/>
            </a:pPr>
            <a:r>
              <a:rPr lang="en-US" sz="2000" i="1" noProof="1">
                <a:solidFill>
                  <a:schemeClr val="bg2">
                    <a:lumMod val="75000"/>
                  </a:schemeClr>
                </a:solidFill>
                <a:cs typeface="Calibri"/>
              </a:rPr>
              <a:t>	</a:t>
            </a:r>
            <a:r>
              <a:rPr lang="en-US" i="1" noProof="1">
                <a:solidFill>
                  <a:schemeClr val="bg2">
                    <a:lumMod val="75000"/>
                  </a:schemeClr>
                </a:solidFill>
                <a:cs typeface="Calibri"/>
              </a:rPr>
              <a:t>To allow output of </a:t>
            </a:r>
            <a:r>
              <a:rPr lang="en-US" i="1" noProof="1">
                <a:solidFill>
                  <a:schemeClr val="bg2">
                    <a:lumMod val="75000"/>
                  </a:schemeClr>
                </a:solidFill>
                <a:ea typeface="+mj-lt"/>
                <a:cs typeface="+mj-lt"/>
              </a:rPr>
              <a:t>the working days </a:t>
            </a:r>
            <a:r>
              <a:rPr lang="en-US" i="1" noProof="1">
                <a:solidFill>
                  <a:schemeClr val="bg2">
                    <a:lumMod val="75000"/>
                  </a:schemeClr>
                </a:solidFill>
                <a:cs typeface="Calibri"/>
              </a:rPr>
              <a:t>to console use this syntax:</a:t>
            </a:r>
          </a:p>
          <a:p>
            <a:pPr marL="188595" lvl="1" indent="0">
              <a:spcAft>
                <a:spcPts val="600"/>
              </a:spcAft>
              <a:buNone/>
            </a:pPr>
            <a:r>
              <a:rPr lang="en-US" sz="1200">
                <a:solidFill>
                  <a:srgbClr val="2B91AF"/>
                </a:solidFill>
                <a:latin typeface="Consolas" panose="020B0609020204030204" pitchFamily="49" charset="0"/>
              </a:rPr>
              <a:t>	</a:t>
            </a:r>
            <a:r>
              <a:rPr lang="en-US" sz="1200" err="1">
                <a:solidFill>
                  <a:srgbClr val="2B91AF"/>
                </a:solidFill>
                <a:latin typeface="Consolas" panose="020B0609020204030204" pitchFamily="49" charset="0"/>
              </a:rPr>
              <a:t>Console</a:t>
            </a:r>
            <a:r>
              <a:rPr lang="en-US" sz="1200" err="1">
                <a:solidFill>
                  <a:srgbClr val="000000"/>
                </a:solidFill>
                <a:latin typeface="Consolas" panose="020B0609020204030204" pitchFamily="49" charset="0"/>
              </a:rPr>
              <a:t>.WriteLine</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"Working days: "</a:t>
            </a:r>
            <a:r>
              <a:rPr lang="en-US" sz="1200">
                <a:solidFill>
                  <a:srgbClr val="000000"/>
                </a:solidFill>
                <a:latin typeface="Consolas" panose="020B0609020204030204" pitchFamily="49" charset="0"/>
              </a:rPr>
              <a:t> + </a:t>
            </a:r>
            <a:r>
              <a:rPr lang="en-US" sz="1200" err="1">
                <a:solidFill>
                  <a:srgbClr val="0000FF"/>
                </a:solidFill>
                <a:latin typeface="Consolas" panose="020B0609020204030204" pitchFamily="49" charset="0"/>
              </a:rPr>
              <a:t>string</a:t>
            </a:r>
            <a:r>
              <a:rPr lang="en-US" sz="1200" err="1">
                <a:solidFill>
                  <a:srgbClr val="000000"/>
                </a:solidFill>
                <a:latin typeface="Consolas" panose="020B0609020204030204" pitchFamily="49" charset="0"/>
              </a:rPr>
              <a:t>.Join</a:t>
            </a:r>
            <a:r>
              <a:rPr lang="en-US" sz="1200">
                <a:solidFill>
                  <a:srgbClr val="000000"/>
                </a:solidFill>
                <a:latin typeface="Consolas" panose="020B0609020204030204" pitchFamily="49" charset="0"/>
              </a:rPr>
              <a:t>(</a:t>
            </a:r>
            <a:r>
              <a:rPr lang="en-US" sz="1200">
                <a:solidFill>
                  <a:srgbClr val="A31515"/>
                </a:solidFill>
                <a:latin typeface="Consolas" panose="020B0609020204030204" pitchFamily="49" charset="0"/>
              </a:rPr>
              <a:t>", "</a:t>
            </a:r>
            <a:r>
              <a:rPr lang="en-US" sz="1200">
                <a:solidFill>
                  <a:srgbClr val="000000"/>
                </a:solidFill>
                <a:latin typeface="Consolas" panose="020B0609020204030204" pitchFamily="49" charset="0"/>
              </a:rPr>
              <a:t>, </a:t>
            </a:r>
            <a:r>
              <a:rPr lang="en-US" sz="1200" err="1">
                <a:solidFill>
                  <a:srgbClr val="000000"/>
                </a:solidFill>
                <a:highlight>
                  <a:srgbClr val="FFFF00"/>
                </a:highlight>
                <a:latin typeface="Consolas" panose="020B0609020204030204" pitchFamily="49" charset="0"/>
              </a:rPr>
              <a:t>employee</a:t>
            </a:r>
            <a:r>
              <a:rPr lang="en-US" sz="1200" err="1">
                <a:solidFill>
                  <a:srgbClr val="000000"/>
                </a:solidFill>
                <a:latin typeface="Consolas" panose="020B0609020204030204" pitchFamily="49" charset="0"/>
              </a:rPr>
              <a:t>.GetWorkSchedule</a:t>
            </a:r>
            <a:r>
              <a:rPr lang="en-US" sz="1200">
                <a:solidFill>
                  <a:srgbClr val="000000"/>
                </a:solidFill>
                <a:latin typeface="Consolas" panose="020B0609020204030204" pitchFamily="49" charset="0"/>
              </a:rPr>
              <a:t>()));</a:t>
            </a:r>
          </a:p>
        </p:txBody>
      </p:sp>
      <p:pic>
        <p:nvPicPr>
          <p:cNvPr id="6" name="Graphic 5" descr="Flask">
            <a:extLst>
              <a:ext uri="{FF2B5EF4-FFF2-40B4-BE49-F238E27FC236}">
                <a16:creationId xmlns:a16="http://schemas.microsoft.com/office/drawing/2014/main" id="{F6E11283-12F8-4DB4-874D-577829D12D8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0666924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023A34-7D57-41D7-9355-9EF611FB2316}"/>
              </a:ext>
            </a:extLst>
          </p:cNvPr>
          <p:cNvSpPr>
            <a:spLocks noGrp="1"/>
          </p:cNvSpPr>
          <p:nvPr>
            <p:ph type="sldNum" sz="quarter" idx="11"/>
          </p:nvPr>
        </p:nvSpPr>
        <p:spPr/>
        <p:txBody>
          <a:bodyPr/>
          <a:lstStyle/>
          <a:p>
            <a:fld id="{E16BA917-7F09-4B8D-AF07-F52890C14046}" type="slidenum">
              <a:rPr lang="da-DK" smtClean="0"/>
              <a:pPr/>
              <a:t>52</a:t>
            </a:fld>
            <a:endParaRPr lang="da-DK"/>
          </a:p>
        </p:txBody>
      </p:sp>
      <p:sp>
        <p:nvSpPr>
          <p:cNvPr id="3" name="Text Placeholder 2">
            <a:extLst>
              <a:ext uri="{FF2B5EF4-FFF2-40B4-BE49-F238E27FC236}">
                <a16:creationId xmlns:a16="http://schemas.microsoft.com/office/drawing/2014/main" id="{BD0B27C1-00B4-4E6B-B394-958F74748AED}"/>
              </a:ext>
            </a:extLst>
          </p:cNvPr>
          <p:cNvSpPr>
            <a:spLocks noGrp="1"/>
          </p:cNvSpPr>
          <p:nvPr>
            <p:ph type="body" sz="quarter" idx="17"/>
          </p:nvPr>
        </p:nvSpPr>
        <p:spPr/>
        <p:txBody>
          <a:bodyPr/>
          <a:lstStyle/>
          <a:p>
            <a:r>
              <a:rPr lang="en-GB"/>
              <a:t>Polymorphism</a:t>
            </a:r>
            <a:endParaRPr lang="en-US"/>
          </a:p>
        </p:txBody>
      </p:sp>
      <p:sp>
        <p:nvSpPr>
          <p:cNvPr id="4" name="Title 3">
            <a:extLst>
              <a:ext uri="{FF2B5EF4-FFF2-40B4-BE49-F238E27FC236}">
                <a16:creationId xmlns:a16="http://schemas.microsoft.com/office/drawing/2014/main" id="{2DAFD556-5A9B-4CF1-BAAD-EAE396D1FDFC}"/>
              </a:ext>
            </a:extLst>
          </p:cNvPr>
          <p:cNvSpPr>
            <a:spLocks noGrp="1"/>
          </p:cNvSpPr>
          <p:nvPr>
            <p:ph type="title"/>
          </p:nvPr>
        </p:nvSpPr>
        <p:spPr/>
        <p:txBody>
          <a:bodyPr/>
          <a:lstStyle/>
          <a:p>
            <a:r>
              <a:rPr lang="en-GB"/>
              <a:t>PRACTIcE 4</a:t>
            </a:r>
            <a:endParaRPr lang="en-US"/>
          </a:p>
        </p:txBody>
      </p:sp>
      <p:sp>
        <p:nvSpPr>
          <p:cNvPr id="5" name="Content Placeholder 4">
            <a:extLst>
              <a:ext uri="{FF2B5EF4-FFF2-40B4-BE49-F238E27FC236}">
                <a16:creationId xmlns:a16="http://schemas.microsoft.com/office/drawing/2014/main" id="{5A9C5AEA-D233-41B9-AB7C-1D72F868EBDF}"/>
              </a:ext>
            </a:extLst>
          </p:cNvPr>
          <p:cNvSpPr>
            <a:spLocks noGrp="1"/>
          </p:cNvSpPr>
          <p:nvPr>
            <p:ph sz="quarter" idx="19"/>
          </p:nvPr>
        </p:nvSpPr>
        <p:spPr/>
        <p:txBody>
          <a:bodyPr/>
          <a:lstStyle/>
          <a:p>
            <a:pPr marL="0" indent="0">
              <a:spcBef>
                <a:spcPts val="0"/>
              </a:spcBef>
              <a:spcAft>
                <a:spcPts val="0"/>
              </a:spcAft>
              <a:buNone/>
            </a:pPr>
            <a:r>
              <a:rPr lang="en-US" sz="1100">
                <a:solidFill>
                  <a:srgbClr val="0000FF"/>
                </a:solidFill>
                <a:latin typeface="Consolas" panose="020B0609020204030204" pitchFamily="49" charset="0"/>
              </a:rPr>
              <a:t>internal</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abstract</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class</a:t>
            </a:r>
            <a:r>
              <a:rPr lang="en-US" sz="1100">
                <a:solidFill>
                  <a:srgbClr val="000000"/>
                </a:solidFill>
                <a:latin typeface="Consolas" panose="020B0609020204030204" pitchFamily="49" charset="0"/>
              </a:rPr>
              <a:t> </a:t>
            </a:r>
            <a:r>
              <a:rPr lang="en-US" sz="1100">
                <a:solidFill>
                  <a:srgbClr val="2B91AF"/>
                </a:solidFill>
                <a:latin typeface="Consolas" panose="020B0609020204030204" pitchFamily="49" charset="0"/>
              </a:rPr>
              <a:t>AbstractEmployee</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public</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string</a:t>
            </a:r>
            <a:r>
              <a:rPr lang="en-US" sz="1100">
                <a:solidFill>
                  <a:srgbClr val="000000"/>
                </a:solidFill>
                <a:latin typeface="Consolas" panose="020B0609020204030204" pitchFamily="49" charset="0"/>
              </a:rPr>
              <a:t> Name { </a:t>
            </a:r>
            <a:r>
              <a:rPr lang="en-US" sz="1100">
                <a:solidFill>
                  <a:srgbClr val="0000FF"/>
                </a:solidFill>
                <a:latin typeface="Consolas" panose="020B0609020204030204" pitchFamily="49" charset="0"/>
              </a:rPr>
              <a:t>get</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FF"/>
                </a:solidFill>
                <a:latin typeface="Consolas" panose="020B0609020204030204" pitchFamily="49" charset="0"/>
              </a:rPr>
              <a:t>	public</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double</a:t>
            </a:r>
            <a:r>
              <a:rPr lang="en-US" sz="1100">
                <a:solidFill>
                  <a:srgbClr val="000000"/>
                </a:solidFill>
                <a:latin typeface="Consolas" panose="020B0609020204030204" pitchFamily="49" charset="0"/>
              </a:rPr>
              <a:t> Salary { </a:t>
            </a:r>
            <a:r>
              <a:rPr lang="en-US" sz="1100">
                <a:solidFill>
                  <a:srgbClr val="0000FF"/>
                </a:solidFill>
                <a:latin typeface="Consolas" panose="020B0609020204030204" pitchFamily="49" charset="0"/>
              </a:rPr>
              <a:t>get</a:t>
            </a:r>
            <a:r>
              <a:rPr lang="en-US" sz="1100">
                <a:solidFill>
                  <a:srgbClr val="000000"/>
                </a:solidFill>
                <a:latin typeface="Consolas" panose="020B0609020204030204" pitchFamily="49" charset="0"/>
              </a:rPr>
              <a:t>; }</a:t>
            </a:r>
          </a:p>
          <a:p>
            <a:pPr marL="0" indent="0">
              <a:spcBef>
                <a:spcPts val="0"/>
              </a:spcBef>
              <a:spcAft>
                <a:spcPts val="0"/>
              </a:spcAft>
              <a:buNone/>
            </a:pPr>
            <a:endParaRPr lang="en-US" sz="1100">
              <a:solidFill>
                <a:srgbClr val="000000"/>
              </a:solidFill>
              <a:latin typeface="Consolas" panose="020B0609020204030204" pitchFamily="49" charset="0"/>
            </a:endParaRP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protected</a:t>
            </a:r>
            <a:r>
              <a:rPr lang="en-US" sz="1100">
                <a:solidFill>
                  <a:srgbClr val="000000"/>
                </a:solidFill>
                <a:latin typeface="Consolas" panose="020B0609020204030204" pitchFamily="49" charset="0"/>
              </a:rPr>
              <a:t> </a:t>
            </a:r>
            <a:r>
              <a:rPr lang="en-US" sz="1100">
                <a:solidFill>
                  <a:srgbClr val="2B91AF"/>
                </a:solidFill>
                <a:latin typeface="Consolas" panose="020B0609020204030204" pitchFamily="49" charset="0"/>
              </a:rPr>
              <a:t>AbstractEmployee</a:t>
            </a:r>
            <a:r>
              <a:rPr lang="en-US" sz="1100">
                <a:solidFill>
                  <a:srgbClr val="000000"/>
                </a:solidFill>
                <a:latin typeface="Consolas" panose="020B0609020204030204" pitchFamily="49" charset="0"/>
              </a:rPr>
              <a:t>(</a:t>
            </a:r>
            <a:r>
              <a:rPr lang="en-US" sz="1100">
                <a:solidFill>
                  <a:srgbClr val="0000FF"/>
                </a:solidFill>
                <a:latin typeface="Consolas" panose="020B0609020204030204" pitchFamily="49" charset="0"/>
              </a:rPr>
              <a:t>string</a:t>
            </a:r>
            <a:r>
              <a:rPr lang="en-US" sz="1100">
                <a:solidFill>
                  <a:srgbClr val="000000"/>
                </a:solidFill>
                <a:latin typeface="Consolas" panose="020B0609020204030204" pitchFamily="49" charset="0"/>
              </a:rPr>
              <a:t> name, </a:t>
            </a:r>
            <a:r>
              <a:rPr lang="en-US" sz="1100">
                <a:solidFill>
                  <a:srgbClr val="0000FF"/>
                </a:solidFill>
                <a:latin typeface="Consolas" panose="020B0609020204030204" pitchFamily="49" charset="0"/>
              </a:rPr>
              <a:t>double</a:t>
            </a:r>
            <a:r>
              <a:rPr lang="en-US" sz="1100">
                <a:solidFill>
                  <a:srgbClr val="000000"/>
                </a:solidFill>
                <a:latin typeface="Consolas" panose="020B0609020204030204" pitchFamily="49" charset="0"/>
              </a:rPr>
              <a:t> salary) {</a:t>
            </a:r>
          </a:p>
          <a:p>
            <a:pPr marL="0" indent="0">
              <a:spcBef>
                <a:spcPts val="0"/>
              </a:spcBef>
              <a:spcAft>
                <a:spcPts val="0"/>
              </a:spcAft>
              <a:buNone/>
            </a:pPr>
            <a:r>
              <a:rPr lang="en-US" sz="1100">
                <a:solidFill>
                  <a:srgbClr val="000000"/>
                </a:solidFill>
                <a:latin typeface="Consolas" panose="020B0609020204030204" pitchFamily="49" charset="0"/>
              </a:rPr>
              <a:t>            Name = name;</a:t>
            </a:r>
          </a:p>
          <a:p>
            <a:pPr marL="0" indent="0">
              <a:spcBef>
                <a:spcPts val="0"/>
              </a:spcBef>
              <a:spcAft>
                <a:spcPts val="0"/>
              </a:spcAft>
              <a:buNone/>
            </a:pPr>
            <a:r>
              <a:rPr lang="en-US" sz="1100">
                <a:solidFill>
                  <a:srgbClr val="000000"/>
                </a:solidFill>
                <a:latin typeface="Consolas" panose="020B0609020204030204" pitchFamily="49" charset="0"/>
              </a:rPr>
              <a:t>            Salary = salary;</a:t>
            </a:r>
          </a:p>
          <a:p>
            <a:pPr marL="0" indent="0">
              <a:spcBef>
                <a:spcPts val="0"/>
              </a:spcBef>
              <a:spcAft>
                <a:spcPts val="0"/>
              </a:spcAft>
              <a:buNone/>
            </a:pPr>
            <a:r>
              <a:rPr lang="en-US" sz="1100">
                <a:solidFill>
                  <a:srgbClr val="000000"/>
                </a:solidFill>
                <a:latin typeface="Consolas" panose="020B0609020204030204" pitchFamily="49" charset="0"/>
              </a:rPr>
              <a:t>        }</a:t>
            </a:r>
          </a:p>
          <a:p>
            <a:pPr marL="0" indent="0">
              <a:spcBef>
                <a:spcPts val="0"/>
              </a:spcBef>
              <a:spcAft>
                <a:spcPts val="0"/>
              </a:spcAft>
              <a:buNone/>
            </a:pPr>
            <a:endParaRPr lang="en-US" sz="1100">
              <a:solidFill>
                <a:srgbClr val="000000"/>
              </a:solidFill>
              <a:latin typeface="Consolas" panose="020B0609020204030204" pitchFamily="49" charset="0"/>
            </a:endParaRP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public</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abstract</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void</a:t>
            </a:r>
            <a:r>
              <a:rPr lang="en-US" sz="1100">
                <a:solidFill>
                  <a:srgbClr val="000000"/>
                </a:solidFill>
                <a:latin typeface="Consolas" panose="020B0609020204030204" pitchFamily="49" charset="0"/>
              </a:rPr>
              <a:t> DoJob();</a:t>
            </a:r>
          </a:p>
          <a:p>
            <a:pPr marL="0" indent="0">
              <a:spcBef>
                <a:spcPts val="0"/>
              </a:spcBef>
              <a:spcAft>
                <a:spcPts val="0"/>
              </a:spcAft>
              <a:buNone/>
            </a:pPr>
            <a:endParaRPr lang="en-US" sz="1100">
              <a:solidFill>
                <a:srgbClr val="000000"/>
              </a:solidFill>
              <a:latin typeface="Consolas" panose="020B0609020204030204" pitchFamily="49" charset="0"/>
            </a:endParaRP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public</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virtual</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DayOfWeek</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GetWorkSchedule</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return</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new</a:t>
            </a:r>
            <a:r>
              <a:rPr lang="en-US" sz="1100">
                <a:solidFill>
                  <a:srgbClr val="000000"/>
                </a:solidFill>
                <a:latin typeface="Consolas" panose="020B0609020204030204" pitchFamily="49" charset="0"/>
              </a:rPr>
              <a:t> [] {</a:t>
            </a:r>
          </a:p>
          <a:p>
            <a:pPr marL="0" indent="0">
              <a:spcBef>
                <a:spcPts val="0"/>
              </a:spcBef>
              <a:spcAft>
                <a:spcPts val="0"/>
              </a:spcAft>
              <a:buNone/>
            </a:pP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DayOfWeek.Monday</a:t>
            </a:r>
            <a:r>
              <a:rPr lang="en-US" sz="1100">
                <a:solidFill>
                  <a:srgbClr val="000000"/>
                </a:solidFill>
                <a:latin typeface="Consolas" panose="020B0609020204030204" pitchFamily="49" charset="0"/>
              </a:rPr>
              <a:t>,</a:t>
            </a:r>
          </a:p>
          <a:p>
            <a:pPr marL="0" indent="0">
              <a:spcBef>
                <a:spcPts val="0"/>
              </a:spcBef>
              <a:spcAft>
                <a:spcPts val="0"/>
              </a:spcAft>
              <a:buNone/>
            </a:pP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DayOfWeek.Tuesday</a:t>
            </a:r>
            <a:r>
              <a:rPr lang="en-US" sz="1100">
                <a:solidFill>
                  <a:srgbClr val="000000"/>
                </a:solidFill>
                <a:latin typeface="Consolas" panose="020B0609020204030204" pitchFamily="49" charset="0"/>
              </a:rPr>
              <a:t>,</a:t>
            </a:r>
          </a:p>
          <a:p>
            <a:pPr marL="0" indent="0">
              <a:spcBef>
                <a:spcPts val="0"/>
              </a:spcBef>
              <a:spcAft>
                <a:spcPts val="0"/>
              </a:spcAft>
              <a:buNone/>
            </a:pP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DayOfWeek.Wednesday</a:t>
            </a:r>
            <a:r>
              <a:rPr lang="en-US" sz="1100">
                <a:solidFill>
                  <a:srgbClr val="000000"/>
                </a:solidFill>
                <a:latin typeface="Consolas" panose="020B0609020204030204" pitchFamily="49" charset="0"/>
              </a:rPr>
              <a:t>,</a:t>
            </a:r>
          </a:p>
          <a:p>
            <a:pPr marL="0" indent="0">
              <a:spcBef>
                <a:spcPts val="0"/>
              </a:spcBef>
              <a:spcAft>
                <a:spcPts val="0"/>
              </a:spcAft>
              <a:buNone/>
            </a:pP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DayOfWeek.Tuesday</a:t>
            </a:r>
            <a:r>
              <a:rPr lang="en-US" sz="1100">
                <a:solidFill>
                  <a:srgbClr val="000000"/>
                </a:solidFill>
                <a:latin typeface="Consolas" panose="020B0609020204030204" pitchFamily="49" charset="0"/>
              </a:rPr>
              <a:t>,</a:t>
            </a:r>
          </a:p>
          <a:p>
            <a:pPr marL="0" indent="0">
              <a:spcBef>
                <a:spcPts val="0"/>
              </a:spcBef>
              <a:spcAft>
                <a:spcPts val="0"/>
              </a:spcAft>
              <a:buNone/>
            </a:pP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DayOfWeek.Friday</a:t>
            </a:r>
            <a:endParaRPr lang="en-US" sz="1100">
              <a:solidFill>
                <a:srgbClr val="000000"/>
              </a:solidFill>
              <a:latin typeface="Consolas" panose="020B0609020204030204" pitchFamily="49" charset="0"/>
            </a:endParaRPr>
          </a:p>
          <a:p>
            <a:pPr marL="0" indent="0">
              <a:spcBef>
                <a:spcPts val="0"/>
              </a:spcBef>
              <a:spcAft>
                <a:spcPts val="0"/>
              </a:spcAft>
              <a:buNone/>
            </a:pP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00"/>
                </a:solidFill>
                <a:latin typeface="Consolas" panose="020B0609020204030204" pitchFamily="49" charset="0"/>
              </a:rPr>
              <a:t>        }</a:t>
            </a:r>
          </a:p>
          <a:p>
            <a:pPr marL="0" indent="0">
              <a:spcBef>
                <a:spcPts val="0"/>
              </a:spcBef>
              <a:spcAft>
                <a:spcPts val="0"/>
              </a:spcAft>
              <a:buNone/>
            </a:pPr>
            <a:endParaRPr lang="en-US" sz="1100">
              <a:solidFill>
                <a:srgbClr val="000000"/>
              </a:solidFill>
              <a:latin typeface="Consolas" panose="020B0609020204030204" pitchFamily="49" charset="0"/>
            </a:endParaRPr>
          </a:p>
          <a:p>
            <a:pPr marL="0" indent="0">
              <a:spcBef>
                <a:spcPts val="0"/>
              </a:spcBef>
              <a:spcAft>
                <a:spcPts val="0"/>
              </a:spcAft>
              <a:buNone/>
            </a:pP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public</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override</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string</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ToString</a:t>
            </a:r>
            <a:r>
              <a:rPr lang="en-US" sz="1100">
                <a:solidFill>
                  <a:srgbClr val="000000"/>
                </a:solidFill>
                <a:latin typeface="Consolas" panose="020B0609020204030204" pitchFamily="49" charset="0"/>
              </a:rPr>
              <a:t>() =&gt; Name;</a:t>
            </a:r>
          </a:p>
          <a:p>
            <a:pPr marL="0" indent="0">
              <a:spcBef>
                <a:spcPts val="0"/>
              </a:spcBef>
              <a:spcAft>
                <a:spcPts val="0"/>
              </a:spcAft>
              <a:buNone/>
            </a:pPr>
            <a:r>
              <a:rPr lang="en-US" sz="1100">
                <a:solidFill>
                  <a:srgbClr val="000000"/>
                </a:solidFill>
                <a:latin typeface="Consolas" panose="020B0609020204030204" pitchFamily="49" charset="0"/>
              </a:rPr>
              <a:t>}</a:t>
            </a:r>
            <a:endParaRPr lang="en-US" sz="200"/>
          </a:p>
        </p:txBody>
      </p:sp>
      <p:pic>
        <p:nvPicPr>
          <p:cNvPr id="7" name="Graphic 6" descr="Flask">
            <a:extLst>
              <a:ext uri="{FF2B5EF4-FFF2-40B4-BE49-F238E27FC236}">
                <a16:creationId xmlns:a16="http://schemas.microsoft.com/office/drawing/2014/main" id="{91246328-9720-47C1-854A-4255F1FBDEE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36744201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023A34-7D57-41D7-9355-9EF611FB2316}"/>
              </a:ext>
            </a:extLst>
          </p:cNvPr>
          <p:cNvSpPr>
            <a:spLocks noGrp="1"/>
          </p:cNvSpPr>
          <p:nvPr>
            <p:ph type="sldNum" sz="quarter" idx="11"/>
          </p:nvPr>
        </p:nvSpPr>
        <p:spPr/>
        <p:txBody>
          <a:bodyPr/>
          <a:lstStyle/>
          <a:p>
            <a:fld id="{E16BA917-7F09-4B8D-AF07-F52890C14046}" type="slidenum">
              <a:rPr lang="da-DK" smtClean="0"/>
              <a:pPr/>
              <a:t>53</a:t>
            </a:fld>
            <a:endParaRPr lang="da-DK"/>
          </a:p>
        </p:txBody>
      </p:sp>
      <p:sp>
        <p:nvSpPr>
          <p:cNvPr id="3" name="Text Placeholder 2">
            <a:extLst>
              <a:ext uri="{FF2B5EF4-FFF2-40B4-BE49-F238E27FC236}">
                <a16:creationId xmlns:a16="http://schemas.microsoft.com/office/drawing/2014/main" id="{BD0B27C1-00B4-4E6B-B394-958F74748AED}"/>
              </a:ext>
            </a:extLst>
          </p:cNvPr>
          <p:cNvSpPr>
            <a:spLocks noGrp="1"/>
          </p:cNvSpPr>
          <p:nvPr>
            <p:ph type="body" sz="quarter" idx="17"/>
          </p:nvPr>
        </p:nvSpPr>
        <p:spPr/>
        <p:txBody>
          <a:bodyPr/>
          <a:lstStyle/>
          <a:p>
            <a:r>
              <a:rPr lang="en-GB"/>
              <a:t>Polymorphism</a:t>
            </a:r>
            <a:endParaRPr lang="en-US"/>
          </a:p>
        </p:txBody>
      </p:sp>
      <p:sp>
        <p:nvSpPr>
          <p:cNvPr id="4" name="Title 3">
            <a:extLst>
              <a:ext uri="{FF2B5EF4-FFF2-40B4-BE49-F238E27FC236}">
                <a16:creationId xmlns:a16="http://schemas.microsoft.com/office/drawing/2014/main" id="{2DAFD556-5A9B-4CF1-BAAD-EAE396D1FDFC}"/>
              </a:ext>
            </a:extLst>
          </p:cNvPr>
          <p:cNvSpPr>
            <a:spLocks noGrp="1"/>
          </p:cNvSpPr>
          <p:nvPr>
            <p:ph type="title"/>
          </p:nvPr>
        </p:nvSpPr>
        <p:spPr/>
        <p:txBody>
          <a:bodyPr/>
          <a:lstStyle/>
          <a:p>
            <a:r>
              <a:rPr lang="en-GB"/>
              <a:t>PRACTIcE 4</a:t>
            </a:r>
            <a:endParaRPr lang="en-US"/>
          </a:p>
        </p:txBody>
      </p:sp>
      <p:sp>
        <p:nvSpPr>
          <p:cNvPr id="5" name="Content Placeholder 4">
            <a:extLst>
              <a:ext uri="{FF2B5EF4-FFF2-40B4-BE49-F238E27FC236}">
                <a16:creationId xmlns:a16="http://schemas.microsoft.com/office/drawing/2014/main" id="{5A9C5AEA-D233-41B9-AB7C-1D72F868EBDF}"/>
              </a:ext>
            </a:extLst>
          </p:cNvPr>
          <p:cNvSpPr>
            <a:spLocks noGrp="1"/>
          </p:cNvSpPr>
          <p:nvPr>
            <p:ph sz="quarter" idx="19"/>
          </p:nvPr>
        </p:nvSpPr>
        <p:spPr/>
        <p:txBody>
          <a:bodyPr/>
          <a:lstStyle/>
          <a:p>
            <a:pPr marL="0" indent="0">
              <a:spcBef>
                <a:spcPts val="0"/>
              </a:spcBef>
              <a:spcAft>
                <a:spcPts val="0"/>
              </a:spcAft>
              <a:buNone/>
            </a:pPr>
            <a:r>
              <a:rPr lang="en-US" sz="1000">
                <a:solidFill>
                  <a:srgbClr val="0000FF"/>
                </a:solidFill>
                <a:latin typeface="Consolas" panose="020B0609020204030204" pitchFamily="49" charset="0"/>
              </a:rPr>
              <a:t>    internal</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sealed</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class</a:t>
            </a: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CleaningPerson</a:t>
            </a:r>
            <a:r>
              <a:rPr lang="en-US" sz="1000">
                <a:solidFill>
                  <a:srgbClr val="000000"/>
                </a:solidFill>
                <a:latin typeface="Consolas" panose="020B0609020204030204" pitchFamily="49" charset="0"/>
              </a:rPr>
              <a:t> : </a:t>
            </a:r>
            <a:r>
              <a:rPr lang="en-US" sz="1000" noProof="1">
                <a:solidFill>
                  <a:srgbClr val="2B91AF"/>
                </a:solidFill>
                <a:latin typeface="Consolas" panose="020B0609020204030204" pitchFamily="49" charset="0"/>
              </a:rPr>
              <a:t>AbstractEmployee</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CleaningPerson(</a:t>
            </a:r>
            <a:r>
              <a:rPr lang="en-US" sz="1000">
                <a:solidFill>
                  <a:srgbClr val="0000FF"/>
                </a:solidFill>
                <a:latin typeface="Consolas" panose="020B0609020204030204" pitchFamily="49" charset="0"/>
              </a:rPr>
              <a:t>string</a:t>
            </a:r>
            <a:r>
              <a:rPr lang="en-US" sz="1000">
                <a:solidFill>
                  <a:srgbClr val="000000"/>
                </a:solidFill>
                <a:latin typeface="Consolas" panose="020B0609020204030204" pitchFamily="49" charset="0"/>
              </a:rPr>
              <a:t> name, </a:t>
            </a:r>
            <a:r>
              <a:rPr lang="en-US" sz="1000">
                <a:solidFill>
                  <a:srgbClr val="0000FF"/>
                </a:solidFill>
                <a:latin typeface="Consolas" panose="020B0609020204030204" pitchFamily="49" charset="0"/>
              </a:rPr>
              <a:t>double</a:t>
            </a:r>
            <a:r>
              <a:rPr lang="en-US" sz="1000">
                <a:solidFill>
                  <a:srgbClr val="000000"/>
                </a:solidFill>
                <a:latin typeface="Consolas" panose="020B0609020204030204" pitchFamily="49" charset="0"/>
              </a:rPr>
              <a:t> salary) : </a:t>
            </a:r>
            <a:r>
              <a:rPr lang="en-US" sz="1000">
                <a:solidFill>
                  <a:srgbClr val="0000FF"/>
                </a:solidFill>
                <a:latin typeface="Consolas" panose="020B0609020204030204" pitchFamily="49" charset="0"/>
              </a:rPr>
              <a:t>base</a:t>
            </a:r>
            <a:r>
              <a:rPr lang="en-US" sz="1000">
                <a:solidFill>
                  <a:srgbClr val="000000"/>
                </a:solidFill>
                <a:latin typeface="Consolas" panose="020B0609020204030204" pitchFamily="49" charset="0"/>
              </a:rPr>
              <a:t>(name, salary) { }</a:t>
            </a:r>
            <a:r>
              <a:rPr lang="en-US" sz="1000">
                <a:solidFill>
                  <a:srgbClr val="0000FF"/>
                </a:solidFill>
                <a:latin typeface="Consolas" panose="020B0609020204030204" pitchFamily="49" charset="0"/>
              </a:rPr>
              <a:t>  </a:t>
            </a:r>
          </a:p>
          <a:p>
            <a:pPr marL="0" indent="0">
              <a:spcBef>
                <a:spcPts val="0"/>
              </a:spcBef>
              <a:spcAft>
                <a:spcPts val="0"/>
              </a:spcAft>
              <a:buNone/>
            </a:pPr>
            <a:r>
              <a:rPr lang="en-US" sz="1000">
                <a:solidFill>
                  <a:srgbClr val="0000FF"/>
                </a:solidFill>
                <a:latin typeface="Consolas" panose="020B0609020204030204" pitchFamily="49" charset="0"/>
              </a:rPr>
              <a:t>        public</a:t>
            </a:r>
            <a:r>
              <a:rPr lang="en-US" sz="1000">
                <a:solidFill>
                  <a:srgbClr val="000000"/>
                </a:solidFill>
                <a:latin typeface="Consolas" panose="020B0609020204030204" pitchFamily="49" charset="0"/>
              </a:rPr>
              <a:t> </a:t>
            </a:r>
            <a:r>
              <a:rPr lang="en-US" sz="1000">
                <a:solidFill>
                  <a:srgbClr val="0000FF"/>
                </a:solidFill>
                <a:highlight>
                  <a:srgbClr val="FFFF00"/>
                </a:highlight>
                <a:latin typeface="Consolas" panose="020B0609020204030204" pitchFamily="49" charset="0"/>
              </a:rPr>
              <a:t>override</a:t>
            </a: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DayOfWeek</a:t>
            </a:r>
            <a:r>
              <a:rPr lang="en-US" sz="900">
                <a:solidFill>
                  <a:srgbClr val="000000"/>
                </a:solidFill>
                <a:latin typeface="Consolas" panose="020B0609020204030204" pitchFamily="49" charset="0"/>
              </a:rPr>
              <a:t>[]</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GetWorkSchedule</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return</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new</a:t>
            </a:r>
            <a:r>
              <a:rPr lang="en-US" sz="1000">
                <a:solidFill>
                  <a:srgbClr val="000000"/>
                </a:solidFill>
                <a:latin typeface="Consolas" panose="020B0609020204030204" pitchFamily="49" charset="0"/>
              </a:rPr>
              <a:t> []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DayOfWeek</a:t>
            </a:r>
            <a:r>
              <a:rPr lang="en-US" sz="1000" err="1">
                <a:solidFill>
                  <a:srgbClr val="000000"/>
                </a:solidFill>
                <a:latin typeface="Consolas" panose="020B0609020204030204" pitchFamily="49" charset="0"/>
              </a:rPr>
              <a:t>.Tuesday</a:t>
            </a: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DayOfWeek</a:t>
            </a:r>
            <a:r>
              <a:rPr lang="en-US" sz="1000" err="1">
                <a:solidFill>
                  <a:srgbClr val="000000"/>
                </a:solidFill>
                <a:latin typeface="Consolas" panose="020B0609020204030204" pitchFamily="49" charset="0"/>
              </a:rPr>
              <a:t>.Wednesday</a:t>
            </a: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DayOfWeek</a:t>
            </a:r>
            <a:r>
              <a:rPr lang="en-US" sz="1000" err="1">
                <a:solidFill>
                  <a:srgbClr val="000000"/>
                </a:solidFill>
                <a:latin typeface="Consolas" panose="020B0609020204030204" pitchFamily="49" charset="0"/>
              </a:rPr>
              <a:t>.Friday</a:t>
            </a:r>
            <a:endParaRPr lang="en-US" sz="1000">
              <a:solidFill>
                <a:srgbClr val="000000"/>
              </a:solidFill>
              <a:latin typeface="Consolas" panose="020B0609020204030204" pitchFamily="49" charset="0"/>
            </a:endParaRP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FF"/>
                </a:solidFill>
                <a:latin typeface="Consolas" panose="020B0609020204030204" pitchFamily="49" charset="0"/>
              </a:rPr>
              <a:t>        public</a:t>
            </a:r>
            <a:r>
              <a:rPr lang="en-US" sz="1000">
                <a:solidFill>
                  <a:srgbClr val="000000"/>
                </a:solidFill>
                <a:latin typeface="Consolas" panose="020B0609020204030204" pitchFamily="49" charset="0"/>
              </a:rPr>
              <a:t> </a:t>
            </a:r>
            <a:r>
              <a:rPr lang="en-US" sz="1000">
                <a:solidFill>
                  <a:srgbClr val="0000FF"/>
                </a:solidFill>
                <a:highlight>
                  <a:srgbClr val="FFFF00"/>
                </a:highlight>
                <a:latin typeface="Consolas" panose="020B0609020204030204" pitchFamily="49" charset="0"/>
              </a:rPr>
              <a:t>override</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void</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DoJob</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Console</a:t>
            </a:r>
            <a:r>
              <a:rPr lang="en-US" sz="1000" err="1">
                <a:solidFill>
                  <a:srgbClr val="000000"/>
                </a:solidFill>
                <a:latin typeface="Consolas" panose="020B0609020204030204" pitchFamily="49" charset="0"/>
              </a:rPr>
              <a:t>.WriteLine</a:t>
            </a:r>
            <a:r>
              <a:rPr lang="en-US" sz="1000">
                <a:solidFill>
                  <a:srgbClr val="000000"/>
                </a:solidFill>
                <a:latin typeface="Consolas" panose="020B0609020204030204" pitchFamily="49" charset="0"/>
              </a:rPr>
              <a:t>(</a:t>
            </a:r>
            <a:r>
              <a:rPr lang="en-US" sz="1000">
                <a:solidFill>
                  <a:srgbClr val="A31515"/>
                </a:solidFill>
                <a:latin typeface="Consolas" panose="020B0609020204030204" pitchFamily="49" charset="0"/>
              </a:rPr>
              <a:t>$"</a:t>
            </a:r>
            <a:r>
              <a:rPr lang="en-US" sz="1000">
                <a:solidFill>
                  <a:srgbClr val="000000"/>
                </a:solidFill>
                <a:latin typeface="Consolas" panose="020B0609020204030204" pitchFamily="49" charset="0"/>
              </a:rPr>
              <a:t>{</a:t>
            </a:r>
            <a:r>
              <a:rPr lang="en-US" sz="1000">
                <a:solidFill>
                  <a:srgbClr val="0000FF"/>
                </a:solidFill>
                <a:latin typeface="Consolas" panose="020B0609020204030204" pitchFamily="49" charset="0"/>
              </a:rPr>
              <a:t>this</a:t>
            </a:r>
            <a:r>
              <a:rPr lang="en-US" sz="1000">
                <a:solidFill>
                  <a:srgbClr val="000000"/>
                </a:solidFill>
                <a:latin typeface="Consolas" panose="020B0609020204030204" pitchFamily="49" charset="0"/>
              </a:rPr>
              <a:t>}</a:t>
            </a:r>
            <a:r>
              <a:rPr lang="en-US" sz="1000">
                <a:solidFill>
                  <a:srgbClr val="A31515"/>
                </a:solidFill>
                <a:latin typeface="Consolas" panose="020B0609020204030204" pitchFamily="49" charset="0"/>
              </a:rPr>
              <a:t> - cleans the floor."</a:t>
            </a:r>
            <a:r>
              <a:rPr lang="en-US" sz="1000">
                <a:solidFill>
                  <a:srgbClr val="000000"/>
                </a:solidFill>
                <a:latin typeface="Consolas" panose="020B0609020204030204" pitchFamily="49" charset="0"/>
              </a:rPr>
              <a:t>);</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endParaRPr lang="en-US" sz="1000">
              <a:solidFill>
                <a:srgbClr val="000000"/>
              </a:solidFill>
              <a:latin typeface="Consolas" panose="020B0609020204030204" pitchFamily="49" charset="0"/>
            </a:endParaRP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internal</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sealed</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class</a:t>
            </a: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Waiter</a:t>
            </a:r>
            <a:r>
              <a:rPr lang="en-US" sz="1000">
                <a:solidFill>
                  <a:srgbClr val="000000"/>
                </a:solidFill>
                <a:latin typeface="Consolas" panose="020B0609020204030204" pitchFamily="49" charset="0"/>
              </a:rPr>
              <a:t> : </a:t>
            </a:r>
            <a:r>
              <a:rPr lang="en-US" sz="1000" noProof="1">
                <a:solidFill>
                  <a:srgbClr val="2B91AF"/>
                </a:solidFill>
                <a:latin typeface="Consolas" panose="020B0609020204030204" pitchFamily="49" charset="0"/>
              </a:rPr>
              <a:t>AbstractEmployee</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Waiter(</a:t>
            </a:r>
            <a:r>
              <a:rPr lang="en-US" sz="1000">
                <a:solidFill>
                  <a:srgbClr val="0000FF"/>
                </a:solidFill>
                <a:latin typeface="Consolas" panose="020B0609020204030204" pitchFamily="49" charset="0"/>
              </a:rPr>
              <a:t>string</a:t>
            </a:r>
            <a:r>
              <a:rPr lang="en-US" sz="1000">
                <a:solidFill>
                  <a:srgbClr val="000000"/>
                </a:solidFill>
                <a:latin typeface="Consolas" panose="020B0609020204030204" pitchFamily="49" charset="0"/>
              </a:rPr>
              <a:t> name, </a:t>
            </a:r>
            <a:r>
              <a:rPr lang="en-US" sz="1000">
                <a:solidFill>
                  <a:srgbClr val="0000FF"/>
                </a:solidFill>
                <a:latin typeface="Consolas" panose="020B0609020204030204" pitchFamily="49" charset="0"/>
              </a:rPr>
              <a:t>double</a:t>
            </a:r>
            <a:r>
              <a:rPr lang="en-US" sz="1000">
                <a:solidFill>
                  <a:srgbClr val="000000"/>
                </a:solidFill>
                <a:latin typeface="Consolas" panose="020B0609020204030204" pitchFamily="49" charset="0"/>
              </a:rPr>
              <a:t> salary) : </a:t>
            </a:r>
            <a:r>
              <a:rPr lang="en-US" sz="1000">
                <a:solidFill>
                  <a:srgbClr val="0000FF"/>
                </a:solidFill>
                <a:latin typeface="Consolas" panose="020B0609020204030204" pitchFamily="49" charset="0"/>
              </a:rPr>
              <a:t>base</a:t>
            </a:r>
            <a:r>
              <a:rPr lang="en-US" sz="1000">
                <a:solidFill>
                  <a:srgbClr val="000000"/>
                </a:solidFill>
                <a:latin typeface="Consolas" panose="020B0609020204030204" pitchFamily="49" charset="0"/>
              </a:rPr>
              <a:t>(name, salary) { }</a:t>
            </a:r>
          </a:p>
          <a:p>
            <a:pPr marL="0" indent="0">
              <a:spcBef>
                <a:spcPts val="0"/>
              </a:spcBef>
              <a:spcAft>
                <a:spcPts val="0"/>
              </a:spcAft>
              <a:buNone/>
            </a:pPr>
            <a:r>
              <a:rPr lang="en-US" sz="1000">
                <a:solidFill>
                  <a:srgbClr val="0000FF"/>
                </a:solidFill>
                <a:latin typeface="Consolas" panose="020B0609020204030204" pitchFamily="49" charset="0"/>
              </a:rPr>
              <a:t>        public</a:t>
            </a:r>
            <a:r>
              <a:rPr lang="en-US" sz="1000">
                <a:solidFill>
                  <a:srgbClr val="000000"/>
                </a:solidFill>
                <a:latin typeface="Consolas" panose="020B0609020204030204" pitchFamily="49" charset="0"/>
              </a:rPr>
              <a:t> </a:t>
            </a:r>
            <a:r>
              <a:rPr lang="en-US" sz="1000">
                <a:solidFill>
                  <a:srgbClr val="0000FF"/>
                </a:solidFill>
                <a:highlight>
                  <a:srgbClr val="FFFF00"/>
                </a:highlight>
                <a:latin typeface="Consolas" panose="020B0609020204030204" pitchFamily="49" charset="0"/>
              </a:rPr>
              <a:t>override</a:t>
            </a: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DayOfWeek</a:t>
            </a:r>
            <a:r>
              <a:rPr lang="en-US" sz="900">
                <a:solidFill>
                  <a:srgbClr val="000000"/>
                </a:solidFill>
                <a:latin typeface="Consolas" panose="020B0609020204030204" pitchFamily="49" charset="0"/>
              </a:rPr>
              <a:t>[]</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GetWorkSchedule</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return</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new</a:t>
            </a:r>
            <a:r>
              <a:rPr lang="en-US" sz="1000">
                <a:solidFill>
                  <a:srgbClr val="000000"/>
                </a:solidFill>
                <a:latin typeface="Consolas" panose="020B0609020204030204" pitchFamily="49" charset="0"/>
              </a:rPr>
              <a:t> []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DayOfWeek</a:t>
            </a:r>
            <a:r>
              <a:rPr lang="en-US" sz="1000" err="1">
                <a:solidFill>
                  <a:srgbClr val="000000"/>
                </a:solidFill>
                <a:latin typeface="Consolas" panose="020B0609020204030204" pitchFamily="49" charset="0"/>
              </a:rPr>
              <a:t>.Monday</a:t>
            </a: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DayOfWeek</a:t>
            </a:r>
            <a:r>
              <a:rPr lang="en-US" sz="1000" err="1">
                <a:solidFill>
                  <a:srgbClr val="000000"/>
                </a:solidFill>
                <a:latin typeface="Consolas" panose="020B0609020204030204" pitchFamily="49" charset="0"/>
              </a:rPr>
              <a:t>.Wednesday</a:t>
            </a: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DayOfWeek</a:t>
            </a:r>
            <a:r>
              <a:rPr lang="en-US" sz="1000" err="1">
                <a:solidFill>
                  <a:srgbClr val="000000"/>
                </a:solidFill>
                <a:latin typeface="Consolas" panose="020B0609020204030204" pitchFamily="49" charset="0"/>
              </a:rPr>
              <a:t>.Saturday</a:t>
            </a:r>
            <a:endParaRPr lang="en-US" sz="1000">
              <a:solidFill>
                <a:srgbClr val="000000"/>
              </a:solidFill>
              <a:latin typeface="Consolas" panose="020B0609020204030204" pitchFamily="49" charset="0"/>
            </a:endParaRP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a:solidFill>
                  <a:srgbClr val="0000FF"/>
                </a:solidFill>
                <a:highlight>
                  <a:srgbClr val="FFFF00"/>
                </a:highlight>
                <a:latin typeface="Consolas" panose="020B0609020204030204" pitchFamily="49" charset="0"/>
              </a:rPr>
              <a:t>override</a:t>
            </a:r>
            <a:r>
              <a:rPr lang="en-US" sz="1000">
                <a:solidFill>
                  <a:srgbClr val="000000"/>
                </a:solidFill>
                <a:latin typeface="Consolas" panose="020B0609020204030204" pitchFamily="49" charset="0"/>
              </a:rPr>
              <a:t> v</a:t>
            </a:r>
            <a:r>
              <a:rPr lang="en-US" sz="1000">
                <a:solidFill>
                  <a:srgbClr val="0000FF"/>
                </a:solidFill>
                <a:latin typeface="Consolas" panose="020B0609020204030204" pitchFamily="49" charset="0"/>
              </a:rPr>
              <a:t>oid</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DoJob</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Console</a:t>
            </a:r>
            <a:r>
              <a:rPr lang="en-US" sz="1000" err="1">
                <a:solidFill>
                  <a:srgbClr val="000000"/>
                </a:solidFill>
                <a:latin typeface="Consolas" panose="020B0609020204030204" pitchFamily="49" charset="0"/>
              </a:rPr>
              <a:t>.WriteLine</a:t>
            </a:r>
            <a:r>
              <a:rPr lang="en-US" sz="1000">
                <a:solidFill>
                  <a:srgbClr val="000000"/>
                </a:solidFill>
                <a:latin typeface="Consolas" panose="020B0609020204030204" pitchFamily="49" charset="0"/>
              </a:rPr>
              <a:t>(</a:t>
            </a:r>
            <a:r>
              <a:rPr lang="en-US" sz="1000">
                <a:solidFill>
                  <a:srgbClr val="A31515"/>
                </a:solidFill>
                <a:latin typeface="Consolas" panose="020B0609020204030204" pitchFamily="49" charset="0"/>
              </a:rPr>
              <a:t>$"</a:t>
            </a:r>
            <a:r>
              <a:rPr lang="en-US" sz="1000">
                <a:solidFill>
                  <a:srgbClr val="000000"/>
                </a:solidFill>
                <a:latin typeface="Consolas" panose="020B0609020204030204" pitchFamily="49" charset="0"/>
              </a:rPr>
              <a:t>{</a:t>
            </a:r>
            <a:r>
              <a:rPr lang="en-US" sz="1000">
                <a:solidFill>
                  <a:srgbClr val="0000FF"/>
                </a:solidFill>
                <a:latin typeface="Consolas" panose="020B0609020204030204" pitchFamily="49" charset="0"/>
              </a:rPr>
              <a:t>this</a:t>
            </a:r>
            <a:r>
              <a:rPr lang="en-US" sz="1000">
                <a:solidFill>
                  <a:srgbClr val="000000"/>
                </a:solidFill>
                <a:latin typeface="Consolas" panose="020B0609020204030204" pitchFamily="49" charset="0"/>
              </a:rPr>
              <a:t>}</a:t>
            </a:r>
            <a:r>
              <a:rPr lang="en-US" sz="1000">
                <a:solidFill>
                  <a:srgbClr val="A31515"/>
                </a:solidFill>
                <a:latin typeface="Consolas" panose="020B0609020204030204" pitchFamily="49" charset="0"/>
              </a:rPr>
              <a:t> - serves the visitors."</a:t>
            </a:r>
            <a:r>
              <a:rPr lang="en-US" sz="1000">
                <a:solidFill>
                  <a:srgbClr val="000000"/>
                </a:solidFill>
                <a:latin typeface="Consolas" panose="020B0609020204030204" pitchFamily="49" charset="0"/>
              </a:rPr>
              <a:t>);</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endParaRPr lang="en-US" sz="1000">
              <a:solidFill>
                <a:srgbClr val="000000"/>
              </a:solidFill>
              <a:latin typeface="Consolas" panose="020B0609020204030204" pitchFamily="49" charset="0"/>
            </a:endParaRP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internal</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sealed</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class</a:t>
            </a:r>
            <a:r>
              <a:rPr lang="en-US" sz="1000">
                <a:solidFill>
                  <a:srgbClr val="000000"/>
                </a:solidFill>
                <a:latin typeface="Consolas" panose="020B0609020204030204" pitchFamily="49" charset="0"/>
              </a:rPr>
              <a:t> </a:t>
            </a:r>
            <a:r>
              <a:rPr lang="en-US" sz="1000">
                <a:solidFill>
                  <a:srgbClr val="2B91AF"/>
                </a:solidFill>
                <a:latin typeface="Consolas" panose="020B0609020204030204" pitchFamily="49" charset="0"/>
              </a:rPr>
              <a:t>Barman</a:t>
            </a:r>
            <a:r>
              <a:rPr lang="en-US" sz="1000">
                <a:solidFill>
                  <a:srgbClr val="000000"/>
                </a:solidFill>
                <a:latin typeface="Consolas" panose="020B0609020204030204" pitchFamily="49" charset="0"/>
              </a:rPr>
              <a:t> : </a:t>
            </a:r>
            <a:r>
              <a:rPr lang="en-US" sz="1000" noProof="1">
                <a:solidFill>
                  <a:srgbClr val="2B91AF"/>
                </a:solidFill>
                <a:latin typeface="Consolas" panose="020B0609020204030204" pitchFamily="49" charset="0"/>
              </a:rPr>
              <a:t>AbstractEmployee</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Barman(</a:t>
            </a:r>
            <a:r>
              <a:rPr lang="en-US" sz="1000">
                <a:solidFill>
                  <a:srgbClr val="0000FF"/>
                </a:solidFill>
                <a:latin typeface="Consolas" panose="020B0609020204030204" pitchFamily="49" charset="0"/>
              </a:rPr>
              <a:t>string</a:t>
            </a:r>
            <a:r>
              <a:rPr lang="en-US" sz="1000">
                <a:solidFill>
                  <a:srgbClr val="000000"/>
                </a:solidFill>
                <a:latin typeface="Consolas" panose="020B0609020204030204" pitchFamily="49" charset="0"/>
              </a:rPr>
              <a:t> name, </a:t>
            </a:r>
            <a:r>
              <a:rPr lang="en-US" sz="1000">
                <a:solidFill>
                  <a:srgbClr val="0000FF"/>
                </a:solidFill>
                <a:latin typeface="Consolas" panose="020B0609020204030204" pitchFamily="49" charset="0"/>
              </a:rPr>
              <a:t>double</a:t>
            </a:r>
            <a:r>
              <a:rPr lang="en-US" sz="1000">
                <a:solidFill>
                  <a:srgbClr val="000000"/>
                </a:solidFill>
                <a:latin typeface="Consolas" panose="020B0609020204030204" pitchFamily="49" charset="0"/>
              </a:rPr>
              <a:t> salary) : </a:t>
            </a:r>
            <a:r>
              <a:rPr lang="en-US" sz="1000">
                <a:solidFill>
                  <a:srgbClr val="0000FF"/>
                </a:solidFill>
                <a:latin typeface="Consolas" panose="020B0609020204030204" pitchFamily="49" charset="0"/>
              </a:rPr>
              <a:t>base</a:t>
            </a:r>
            <a:r>
              <a:rPr lang="en-US" sz="1000">
                <a:solidFill>
                  <a:srgbClr val="000000"/>
                </a:solidFill>
                <a:latin typeface="Consolas" panose="020B0609020204030204" pitchFamily="49" charset="0"/>
              </a:rPr>
              <a:t>(name, salary) {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public</a:t>
            </a:r>
            <a:r>
              <a:rPr lang="en-US" sz="1000">
                <a:solidFill>
                  <a:srgbClr val="000000"/>
                </a:solidFill>
                <a:latin typeface="Consolas" panose="020B0609020204030204" pitchFamily="49" charset="0"/>
              </a:rPr>
              <a:t> </a:t>
            </a:r>
            <a:r>
              <a:rPr lang="en-US" sz="1000">
                <a:solidFill>
                  <a:srgbClr val="0000FF"/>
                </a:solidFill>
                <a:highlight>
                  <a:srgbClr val="FFFF00"/>
                </a:highlight>
                <a:latin typeface="Consolas" panose="020B0609020204030204" pitchFamily="49" charset="0"/>
              </a:rPr>
              <a:t>override</a:t>
            </a:r>
            <a:r>
              <a:rPr lang="en-US" sz="1000">
                <a:solidFill>
                  <a:srgbClr val="000000"/>
                </a:solidFill>
                <a:latin typeface="Consolas" panose="020B0609020204030204" pitchFamily="49" charset="0"/>
              </a:rPr>
              <a:t> </a:t>
            </a:r>
            <a:r>
              <a:rPr lang="en-US" sz="1000">
                <a:solidFill>
                  <a:srgbClr val="0000FF"/>
                </a:solidFill>
                <a:latin typeface="Consolas" panose="020B0609020204030204" pitchFamily="49" charset="0"/>
              </a:rPr>
              <a:t>void</a:t>
            </a:r>
            <a:r>
              <a:rPr lang="en-US" sz="1000">
                <a:solidFill>
                  <a:srgbClr val="000000"/>
                </a:solidFill>
                <a:latin typeface="Consolas" panose="020B0609020204030204" pitchFamily="49" charset="0"/>
              </a:rPr>
              <a:t> </a:t>
            </a:r>
            <a:r>
              <a:rPr lang="en-US" sz="1000" err="1">
                <a:solidFill>
                  <a:srgbClr val="000000"/>
                </a:solidFill>
                <a:latin typeface="Consolas" panose="020B0609020204030204" pitchFamily="49" charset="0"/>
              </a:rPr>
              <a:t>DoJob</a:t>
            </a: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Console</a:t>
            </a:r>
            <a:r>
              <a:rPr lang="en-US" sz="1000" err="1">
                <a:solidFill>
                  <a:srgbClr val="000000"/>
                </a:solidFill>
                <a:latin typeface="Consolas" panose="020B0609020204030204" pitchFamily="49" charset="0"/>
              </a:rPr>
              <a:t>.WriteLine</a:t>
            </a:r>
            <a:r>
              <a:rPr lang="en-US" sz="1000">
                <a:solidFill>
                  <a:srgbClr val="000000"/>
                </a:solidFill>
                <a:latin typeface="Consolas" panose="020B0609020204030204" pitchFamily="49" charset="0"/>
              </a:rPr>
              <a:t>(</a:t>
            </a:r>
            <a:r>
              <a:rPr lang="en-US" sz="1000">
                <a:solidFill>
                  <a:srgbClr val="A31515"/>
                </a:solidFill>
                <a:latin typeface="Consolas" panose="020B0609020204030204" pitchFamily="49" charset="0"/>
              </a:rPr>
              <a:t>$"</a:t>
            </a:r>
            <a:r>
              <a:rPr lang="en-US" sz="1000">
                <a:solidFill>
                  <a:srgbClr val="000000"/>
                </a:solidFill>
                <a:latin typeface="Consolas" panose="020B0609020204030204" pitchFamily="49" charset="0"/>
              </a:rPr>
              <a:t>{</a:t>
            </a:r>
            <a:r>
              <a:rPr lang="en-US" sz="1000">
                <a:solidFill>
                  <a:srgbClr val="0000FF"/>
                </a:solidFill>
                <a:latin typeface="Consolas" panose="020B0609020204030204" pitchFamily="49" charset="0"/>
              </a:rPr>
              <a:t>this</a:t>
            </a:r>
            <a:r>
              <a:rPr lang="en-US" sz="1000">
                <a:solidFill>
                  <a:srgbClr val="000000"/>
                </a:solidFill>
                <a:latin typeface="Consolas" panose="020B0609020204030204" pitchFamily="49" charset="0"/>
              </a:rPr>
              <a:t>}</a:t>
            </a:r>
            <a:r>
              <a:rPr lang="en-US" sz="1000">
                <a:solidFill>
                  <a:srgbClr val="A31515"/>
                </a:solidFill>
                <a:latin typeface="Consolas" panose="020B0609020204030204" pitchFamily="49" charset="0"/>
              </a:rPr>
              <a:t> - prepares drinks."</a:t>
            </a:r>
            <a:r>
              <a:rPr lang="en-US" sz="1000">
                <a:solidFill>
                  <a:srgbClr val="000000"/>
                </a:solidFill>
                <a:latin typeface="Consolas" panose="020B0609020204030204" pitchFamily="49" charset="0"/>
              </a:rPr>
              <a:t>);</a:t>
            </a:r>
          </a:p>
          <a:p>
            <a:pPr marL="0" indent="0">
              <a:spcBef>
                <a:spcPts val="0"/>
              </a:spcBef>
              <a:spcAft>
                <a:spcPts val="0"/>
              </a:spcAft>
              <a:buNone/>
            </a:pPr>
            <a:r>
              <a:rPr lang="en-US" sz="1000">
                <a:solidFill>
                  <a:srgbClr val="000000"/>
                </a:solidFill>
                <a:latin typeface="Consolas" panose="020B0609020204030204" pitchFamily="49" charset="0"/>
              </a:rPr>
              <a:t>        }</a:t>
            </a:r>
          </a:p>
          <a:p>
            <a:pPr marL="0" indent="0">
              <a:spcBef>
                <a:spcPts val="0"/>
              </a:spcBef>
              <a:spcAft>
                <a:spcPts val="0"/>
              </a:spcAft>
              <a:buNone/>
            </a:pPr>
            <a:r>
              <a:rPr lang="en-US" sz="1000">
                <a:solidFill>
                  <a:srgbClr val="000000"/>
                </a:solidFill>
                <a:latin typeface="Consolas" panose="020B0609020204030204" pitchFamily="49" charset="0"/>
              </a:rPr>
              <a:t>    }</a:t>
            </a:r>
            <a:endParaRPr lang="en-US" sz="600"/>
          </a:p>
        </p:txBody>
      </p:sp>
      <p:pic>
        <p:nvPicPr>
          <p:cNvPr id="7" name="Graphic 6" descr="Flask">
            <a:extLst>
              <a:ext uri="{FF2B5EF4-FFF2-40B4-BE49-F238E27FC236}">
                <a16:creationId xmlns:a16="http://schemas.microsoft.com/office/drawing/2014/main" id="{91246328-9720-47C1-854A-4255F1FBDEE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5861955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0023A34-7D57-41D7-9355-9EF611FB2316}"/>
              </a:ext>
            </a:extLst>
          </p:cNvPr>
          <p:cNvSpPr>
            <a:spLocks noGrp="1"/>
          </p:cNvSpPr>
          <p:nvPr>
            <p:ph type="sldNum" sz="quarter" idx="11"/>
          </p:nvPr>
        </p:nvSpPr>
        <p:spPr/>
        <p:txBody>
          <a:bodyPr/>
          <a:lstStyle/>
          <a:p>
            <a:fld id="{E16BA917-7F09-4B8D-AF07-F52890C14046}" type="slidenum">
              <a:rPr lang="da-DK" smtClean="0"/>
              <a:pPr/>
              <a:t>54</a:t>
            </a:fld>
            <a:endParaRPr lang="da-DK"/>
          </a:p>
        </p:txBody>
      </p:sp>
      <p:sp>
        <p:nvSpPr>
          <p:cNvPr id="3" name="Text Placeholder 2">
            <a:extLst>
              <a:ext uri="{FF2B5EF4-FFF2-40B4-BE49-F238E27FC236}">
                <a16:creationId xmlns:a16="http://schemas.microsoft.com/office/drawing/2014/main" id="{BD0B27C1-00B4-4E6B-B394-958F74748AED}"/>
              </a:ext>
            </a:extLst>
          </p:cNvPr>
          <p:cNvSpPr>
            <a:spLocks noGrp="1"/>
          </p:cNvSpPr>
          <p:nvPr>
            <p:ph type="body" sz="quarter" idx="17"/>
          </p:nvPr>
        </p:nvSpPr>
        <p:spPr/>
        <p:txBody>
          <a:bodyPr/>
          <a:lstStyle/>
          <a:p>
            <a:r>
              <a:rPr lang="en-GB"/>
              <a:t>Polymorphism</a:t>
            </a:r>
            <a:endParaRPr lang="en-US"/>
          </a:p>
        </p:txBody>
      </p:sp>
      <p:sp>
        <p:nvSpPr>
          <p:cNvPr id="4" name="Title 3">
            <a:extLst>
              <a:ext uri="{FF2B5EF4-FFF2-40B4-BE49-F238E27FC236}">
                <a16:creationId xmlns:a16="http://schemas.microsoft.com/office/drawing/2014/main" id="{2DAFD556-5A9B-4CF1-BAAD-EAE396D1FDFC}"/>
              </a:ext>
            </a:extLst>
          </p:cNvPr>
          <p:cNvSpPr>
            <a:spLocks noGrp="1"/>
          </p:cNvSpPr>
          <p:nvPr>
            <p:ph type="title"/>
          </p:nvPr>
        </p:nvSpPr>
        <p:spPr/>
        <p:txBody>
          <a:bodyPr/>
          <a:lstStyle/>
          <a:p>
            <a:r>
              <a:rPr lang="en-GB"/>
              <a:t>PRACTIcE 4</a:t>
            </a:r>
            <a:endParaRPr lang="en-US"/>
          </a:p>
        </p:txBody>
      </p:sp>
      <p:sp>
        <p:nvSpPr>
          <p:cNvPr id="5" name="Content Placeholder 4">
            <a:extLst>
              <a:ext uri="{FF2B5EF4-FFF2-40B4-BE49-F238E27FC236}">
                <a16:creationId xmlns:a16="http://schemas.microsoft.com/office/drawing/2014/main" id="{5A9C5AEA-D233-41B9-AB7C-1D72F868EBDF}"/>
              </a:ext>
            </a:extLst>
          </p:cNvPr>
          <p:cNvSpPr>
            <a:spLocks noGrp="1"/>
          </p:cNvSpPr>
          <p:nvPr>
            <p:ph sz="quarter" idx="19"/>
          </p:nvPr>
        </p:nvSpPr>
        <p:spPr/>
        <p:txBody>
          <a:bodyPr vert="horz" lIns="0" tIns="0" rIns="0" bIns="0" rtlCol="0" anchor="t">
            <a:noAutofit/>
          </a:bodyPr>
          <a:lstStyle/>
          <a:p>
            <a:pPr marL="0" indent="0">
              <a:spcBef>
                <a:spcPts val="0"/>
              </a:spcBef>
              <a:spcAft>
                <a:spcPts val="0"/>
              </a:spcAft>
              <a:buNone/>
            </a:pPr>
            <a:r>
              <a:rPr lang="en-US" sz="1100">
                <a:solidFill>
                  <a:srgbClr val="0000FF"/>
                </a:solidFill>
                <a:latin typeface="Consolas" panose="020B0609020204030204" pitchFamily="49" charset="0"/>
              </a:rPr>
              <a:t>static</a:t>
            </a:r>
            <a:r>
              <a:rPr lang="en-US" sz="1100">
                <a:solidFill>
                  <a:srgbClr val="000000"/>
                </a:solidFill>
                <a:latin typeface="Consolas" panose="020B0609020204030204" pitchFamily="49" charset="0"/>
              </a:rPr>
              <a:t> </a:t>
            </a:r>
            <a:r>
              <a:rPr lang="en-US" sz="1100">
                <a:solidFill>
                  <a:srgbClr val="0000FF"/>
                </a:solidFill>
                <a:latin typeface="Consolas" panose="020B0609020204030204" pitchFamily="49" charset="0"/>
              </a:rPr>
              <a:t>void</a:t>
            </a:r>
            <a:r>
              <a:rPr lang="en-US" sz="1100">
                <a:solidFill>
                  <a:srgbClr val="000000"/>
                </a:solidFill>
                <a:latin typeface="Consolas" panose="020B0609020204030204" pitchFamily="49" charset="0"/>
              </a:rPr>
              <a:t> Main(</a:t>
            </a:r>
            <a:r>
              <a:rPr lang="en-US" sz="1100">
                <a:solidFill>
                  <a:srgbClr val="0000FF"/>
                </a:solidFill>
                <a:latin typeface="Consolas" panose="020B0609020204030204" pitchFamily="49" charset="0"/>
              </a:rPr>
              <a:t>string</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args</a:t>
            </a:r>
            <a:r>
              <a:rPr lang="en-US" sz="1100">
                <a:solidFill>
                  <a:srgbClr val="000000"/>
                </a:solidFill>
                <a:latin typeface="Consolas" panose="020B0609020204030204" pitchFamily="49" charset="0"/>
              </a:rPr>
              <a:t>) {</a:t>
            </a:r>
          </a:p>
          <a:p>
            <a:pPr marL="0" indent="0">
              <a:spcBef>
                <a:spcPts val="0"/>
              </a:spcBef>
              <a:spcAft>
                <a:spcPts val="0"/>
              </a:spcAft>
              <a:buNone/>
            </a:pPr>
            <a:r>
              <a:rPr lang="en-US" sz="1100">
                <a:solidFill>
                  <a:srgbClr val="000000"/>
                </a:solidFill>
                <a:latin typeface="Consolas"/>
                <a:cs typeface="Calibri"/>
              </a:rPr>
              <a:t>            </a:t>
            </a:r>
            <a:r>
              <a:rPr lang="en-US" sz="1100" err="1">
                <a:solidFill>
                  <a:srgbClr val="000000"/>
                </a:solidFill>
                <a:latin typeface="Consolas"/>
                <a:cs typeface="Calibri"/>
              </a:rPr>
              <a:t>AbstractEmployee</a:t>
            </a:r>
            <a:r>
              <a:rPr lang="en-US" sz="1100">
                <a:solidFill>
                  <a:srgbClr val="000000"/>
                </a:solidFill>
                <a:latin typeface="Consolas"/>
                <a:cs typeface="Calibri"/>
              </a:rPr>
              <a:t> barman = </a:t>
            </a:r>
            <a:r>
              <a:rPr lang="en-US" sz="1100">
                <a:solidFill>
                  <a:srgbClr val="0000FF"/>
                </a:solidFill>
                <a:latin typeface="Consolas"/>
                <a:cs typeface="Calibri"/>
              </a:rPr>
              <a:t>new</a:t>
            </a:r>
            <a:r>
              <a:rPr lang="en-US" sz="1100">
                <a:solidFill>
                  <a:srgbClr val="000000"/>
                </a:solidFill>
                <a:latin typeface="Consolas"/>
                <a:cs typeface="Calibri"/>
              </a:rPr>
              <a:t> Barman(</a:t>
            </a:r>
            <a:r>
              <a:rPr lang="en-US" sz="1100">
                <a:solidFill>
                  <a:srgbClr val="A31515"/>
                </a:solidFill>
                <a:latin typeface="Consolas"/>
                <a:cs typeface="Calibri"/>
              </a:rPr>
              <a:t>"Serhii"</a:t>
            </a:r>
            <a:r>
              <a:rPr lang="en-US" sz="1100">
                <a:solidFill>
                  <a:srgbClr val="000000"/>
                </a:solidFill>
                <a:latin typeface="Consolas"/>
                <a:cs typeface="Calibri"/>
              </a:rPr>
              <a:t>, 1300);</a:t>
            </a:r>
          </a:p>
          <a:p>
            <a:pPr marL="0" indent="0">
              <a:spcBef>
                <a:spcPts val="0"/>
              </a:spcBef>
              <a:spcAft>
                <a:spcPts val="0"/>
              </a:spcAft>
              <a:buNone/>
            </a:pP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AbstractEmployee</a:t>
            </a:r>
            <a:r>
              <a:rPr lang="en-US" sz="1100">
                <a:solidFill>
                  <a:srgbClr val="000000"/>
                </a:solidFill>
                <a:latin typeface="Consolas" panose="020B0609020204030204" pitchFamily="49" charset="0"/>
              </a:rPr>
              <a:t> waiter = </a:t>
            </a:r>
            <a:r>
              <a:rPr lang="en-US" sz="1100">
                <a:solidFill>
                  <a:srgbClr val="0000FF"/>
                </a:solidFill>
                <a:latin typeface="Consolas" panose="020B0609020204030204" pitchFamily="49" charset="0"/>
              </a:rPr>
              <a:t>new</a:t>
            </a:r>
            <a:r>
              <a:rPr lang="en-US" sz="1100">
                <a:solidFill>
                  <a:srgbClr val="000000"/>
                </a:solidFill>
                <a:latin typeface="Consolas" panose="020B0609020204030204" pitchFamily="49" charset="0"/>
              </a:rPr>
              <a:t> Waiter(</a:t>
            </a:r>
            <a:r>
              <a:rPr lang="en-US" sz="1100">
                <a:solidFill>
                  <a:srgbClr val="A31515"/>
                </a:solidFill>
                <a:latin typeface="Consolas" panose="020B0609020204030204" pitchFamily="49" charset="0"/>
              </a:rPr>
              <a:t>"Ivan"</a:t>
            </a:r>
            <a:r>
              <a:rPr lang="en-US" sz="1100">
                <a:solidFill>
                  <a:srgbClr val="000000"/>
                </a:solidFill>
                <a:latin typeface="Consolas" panose="020B0609020204030204" pitchFamily="49" charset="0"/>
              </a:rPr>
              <a:t>, 1300);</a:t>
            </a:r>
          </a:p>
          <a:p>
            <a:pPr marL="0" indent="0">
              <a:spcBef>
                <a:spcPts val="0"/>
              </a:spcBef>
              <a:spcAft>
                <a:spcPts val="0"/>
              </a:spcAft>
              <a:buNone/>
            </a:pPr>
            <a:r>
              <a:rPr lang="en-US" sz="1100">
                <a:solidFill>
                  <a:srgbClr val="000000"/>
                </a:solidFill>
                <a:latin typeface="Consolas"/>
                <a:cs typeface="Calibri"/>
              </a:rPr>
              <a:t>            </a:t>
            </a:r>
            <a:r>
              <a:rPr lang="en-US" sz="1100" err="1">
                <a:solidFill>
                  <a:srgbClr val="000000"/>
                </a:solidFill>
                <a:latin typeface="Consolas"/>
                <a:cs typeface="Calibri"/>
              </a:rPr>
              <a:t>AbstractEmployee</a:t>
            </a:r>
            <a:r>
              <a:rPr lang="en-US" sz="1100">
                <a:solidFill>
                  <a:srgbClr val="000000"/>
                </a:solidFill>
                <a:latin typeface="Consolas"/>
                <a:cs typeface="Calibri"/>
              </a:rPr>
              <a:t> </a:t>
            </a:r>
            <a:r>
              <a:rPr lang="en-US" sz="1100" err="1">
                <a:solidFill>
                  <a:srgbClr val="000000"/>
                </a:solidFill>
                <a:latin typeface="Consolas"/>
                <a:cs typeface="Calibri"/>
              </a:rPr>
              <a:t>CleaningPerson</a:t>
            </a:r>
            <a:r>
              <a:rPr lang="en-US" sz="1100">
                <a:solidFill>
                  <a:srgbClr val="000000"/>
                </a:solidFill>
                <a:latin typeface="Consolas"/>
                <a:cs typeface="Calibri"/>
              </a:rPr>
              <a:t> = </a:t>
            </a:r>
            <a:r>
              <a:rPr lang="en-US" sz="1100">
                <a:solidFill>
                  <a:srgbClr val="0000FF"/>
                </a:solidFill>
                <a:latin typeface="Consolas"/>
                <a:cs typeface="Calibri"/>
              </a:rPr>
              <a:t>new</a:t>
            </a:r>
            <a:r>
              <a:rPr lang="en-US" sz="1100">
                <a:solidFill>
                  <a:srgbClr val="000000"/>
                </a:solidFill>
                <a:latin typeface="Consolas"/>
                <a:cs typeface="Calibri"/>
              </a:rPr>
              <a:t> CleaningPerson(</a:t>
            </a:r>
            <a:r>
              <a:rPr lang="en-US" sz="1100">
                <a:solidFill>
                  <a:srgbClr val="A31515"/>
                </a:solidFill>
                <a:latin typeface="Consolas"/>
                <a:cs typeface="Calibri"/>
              </a:rPr>
              <a:t>"Alex"</a:t>
            </a:r>
            <a:r>
              <a:rPr lang="en-US" sz="1100">
                <a:solidFill>
                  <a:srgbClr val="000000"/>
                </a:solidFill>
                <a:latin typeface="Consolas"/>
                <a:cs typeface="Calibri"/>
              </a:rPr>
              <a:t>, 1300);</a:t>
            </a:r>
          </a:p>
          <a:p>
            <a:pPr marL="0" indent="0">
              <a:spcBef>
                <a:spcPts val="0"/>
              </a:spcBef>
              <a:spcAft>
                <a:spcPts val="0"/>
              </a:spcAft>
              <a:buNone/>
            </a:pPr>
            <a:endParaRPr lang="en-US" sz="1100">
              <a:solidFill>
                <a:srgbClr val="000000"/>
              </a:solidFill>
              <a:latin typeface="Consolas"/>
              <a:cs typeface="Calibri"/>
            </a:endParaRPr>
          </a:p>
          <a:p>
            <a:pPr marL="0" indent="0">
              <a:spcBef>
                <a:spcPts val="0"/>
              </a:spcBef>
              <a:spcAft>
                <a:spcPts val="0"/>
              </a:spcAft>
              <a:buNone/>
            </a:pPr>
            <a:r>
              <a:rPr lang="en-US" sz="1100">
                <a:solidFill>
                  <a:srgbClr val="000000"/>
                </a:solidFill>
                <a:latin typeface="Consolas"/>
                <a:cs typeface="Calibri"/>
              </a:rPr>
              <a:t>            </a:t>
            </a:r>
            <a:r>
              <a:rPr lang="en-US" sz="1100" err="1">
                <a:solidFill>
                  <a:srgbClr val="000000"/>
                </a:solidFill>
                <a:latin typeface="Consolas"/>
                <a:cs typeface="Calibri"/>
              </a:rPr>
              <a:t>barman.DoJob</a:t>
            </a:r>
            <a:r>
              <a:rPr lang="en-US" sz="1100">
                <a:solidFill>
                  <a:srgbClr val="000000"/>
                </a:solidFill>
                <a:latin typeface="Consolas"/>
                <a:cs typeface="Calibri"/>
              </a:rPr>
              <a:t>();</a:t>
            </a:r>
          </a:p>
          <a:p>
            <a:pPr marL="0" indent="0">
              <a:spcBef>
                <a:spcPts val="0"/>
              </a:spcBef>
              <a:spcAft>
                <a:spcPts val="0"/>
              </a:spcAft>
              <a:buNone/>
            </a:pPr>
            <a:r>
              <a:rPr lang="en-US" sz="1100">
                <a:solidFill>
                  <a:srgbClr val="000000"/>
                </a:solidFill>
                <a:latin typeface="Consolas"/>
                <a:cs typeface="Calibri"/>
              </a:rPr>
              <a:t>            </a:t>
            </a:r>
            <a:r>
              <a:rPr lang="en-US" sz="1000" err="1">
                <a:solidFill>
                  <a:srgbClr val="2B91AF"/>
                </a:solidFill>
                <a:latin typeface="Consolas"/>
                <a:cs typeface="Calibri"/>
              </a:rPr>
              <a:t>Console</a:t>
            </a:r>
            <a:r>
              <a:rPr lang="en-US" sz="1100" err="1">
                <a:solidFill>
                  <a:srgbClr val="000000"/>
                </a:solidFill>
                <a:latin typeface="Consolas"/>
                <a:cs typeface="Calibri"/>
              </a:rPr>
              <a:t>.WriteLine</a:t>
            </a:r>
            <a:r>
              <a:rPr lang="en-US" sz="1100">
                <a:solidFill>
                  <a:srgbClr val="000000"/>
                </a:solidFill>
                <a:latin typeface="Consolas"/>
                <a:cs typeface="Calibri"/>
              </a:rPr>
              <a:t>(</a:t>
            </a:r>
            <a:r>
              <a:rPr lang="en-US" sz="1100">
                <a:solidFill>
                  <a:srgbClr val="A31515"/>
                </a:solidFill>
                <a:latin typeface="Consolas"/>
                <a:cs typeface="Calibri"/>
              </a:rPr>
              <a:t>"Working days: "</a:t>
            </a:r>
            <a:r>
              <a:rPr lang="en-US" sz="1100">
                <a:solidFill>
                  <a:srgbClr val="000000"/>
                </a:solidFill>
                <a:latin typeface="Consolas"/>
                <a:cs typeface="Calibri"/>
              </a:rPr>
              <a:t> + </a:t>
            </a:r>
            <a:r>
              <a:rPr lang="en-US" sz="1100" err="1">
                <a:solidFill>
                  <a:srgbClr val="0000FF"/>
                </a:solidFill>
                <a:latin typeface="Consolas"/>
                <a:cs typeface="Calibri"/>
              </a:rPr>
              <a:t>string</a:t>
            </a:r>
            <a:r>
              <a:rPr lang="en-US" sz="1100" err="1">
                <a:solidFill>
                  <a:srgbClr val="000000"/>
                </a:solidFill>
                <a:latin typeface="Consolas"/>
                <a:cs typeface="Calibri"/>
              </a:rPr>
              <a:t>.Join</a:t>
            </a:r>
            <a:r>
              <a:rPr lang="en-US" sz="1100">
                <a:solidFill>
                  <a:srgbClr val="000000"/>
                </a:solidFill>
                <a:latin typeface="Consolas"/>
                <a:cs typeface="Calibri"/>
              </a:rPr>
              <a:t>(</a:t>
            </a:r>
            <a:r>
              <a:rPr lang="en-US" sz="1100">
                <a:solidFill>
                  <a:srgbClr val="A31515"/>
                </a:solidFill>
                <a:latin typeface="Consolas"/>
                <a:cs typeface="Calibri"/>
              </a:rPr>
              <a:t>", "</a:t>
            </a:r>
            <a:r>
              <a:rPr lang="en-US" sz="1100">
                <a:solidFill>
                  <a:srgbClr val="000000"/>
                </a:solidFill>
                <a:latin typeface="Consolas"/>
                <a:cs typeface="Calibri"/>
              </a:rPr>
              <a:t>, </a:t>
            </a:r>
            <a:r>
              <a:rPr lang="en-US" sz="1100" err="1">
                <a:solidFill>
                  <a:srgbClr val="000000"/>
                </a:solidFill>
                <a:latin typeface="Consolas"/>
                <a:cs typeface="Calibri"/>
              </a:rPr>
              <a:t>barman.GetWorkSchedule</a:t>
            </a:r>
            <a:r>
              <a:rPr lang="en-US" sz="1100">
                <a:solidFill>
                  <a:srgbClr val="000000"/>
                </a:solidFill>
                <a:latin typeface="Consolas"/>
                <a:cs typeface="Calibri"/>
              </a:rPr>
              <a:t>())));</a:t>
            </a:r>
          </a:p>
          <a:p>
            <a:pPr marL="0" indent="0">
              <a:spcBef>
                <a:spcPts val="0"/>
              </a:spcBef>
              <a:spcAft>
                <a:spcPts val="0"/>
              </a:spcAft>
              <a:buNone/>
            </a:pP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waiter.DoJob</a:t>
            </a:r>
            <a:r>
              <a:rPr lang="en-US" sz="1100">
                <a:solidFill>
                  <a:srgbClr val="000000"/>
                </a:solidFill>
                <a:latin typeface="Consolas" panose="020B0609020204030204" pitchFamily="49" charset="0"/>
              </a:rPr>
              <a:t>();</a:t>
            </a:r>
          </a:p>
          <a:p>
            <a:pPr marL="0" indent="0">
              <a:spcBef>
                <a:spcPts val="0"/>
              </a:spcBef>
              <a:spcAft>
                <a:spcPts val="0"/>
              </a:spcAft>
              <a:buNone/>
            </a:pPr>
            <a:r>
              <a:rPr lang="en-US" sz="11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Console</a:t>
            </a:r>
            <a:r>
              <a:rPr lang="en-US" sz="1100" err="1">
                <a:solidFill>
                  <a:srgbClr val="000000"/>
                </a:solidFill>
                <a:latin typeface="Consolas" panose="020B0609020204030204" pitchFamily="49" charset="0"/>
              </a:rPr>
              <a:t>.WriteLine</a:t>
            </a:r>
            <a:r>
              <a:rPr lang="en-US" sz="1100">
                <a:solidFill>
                  <a:srgbClr val="000000"/>
                </a:solidFill>
                <a:latin typeface="Consolas" panose="020B0609020204030204" pitchFamily="49" charset="0"/>
              </a:rPr>
              <a:t>(</a:t>
            </a:r>
            <a:r>
              <a:rPr lang="en-US" sz="1100">
                <a:solidFill>
                  <a:srgbClr val="A31515"/>
                </a:solidFill>
                <a:latin typeface="Consolas" panose="020B0609020204030204" pitchFamily="49" charset="0"/>
              </a:rPr>
              <a:t>"Working days: "</a:t>
            </a:r>
            <a:r>
              <a:rPr lang="en-US" sz="1100">
                <a:solidFill>
                  <a:srgbClr val="000000"/>
                </a:solidFill>
                <a:latin typeface="Consolas" panose="020B0609020204030204" pitchFamily="49" charset="0"/>
              </a:rPr>
              <a:t> + </a:t>
            </a:r>
            <a:r>
              <a:rPr lang="en-US" sz="1100" err="1">
                <a:solidFill>
                  <a:srgbClr val="0000FF"/>
                </a:solidFill>
                <a:latin typeface="Consolas" panose="020B0609020204030204" pitchFamily="49" charset="0"/>
              </a:rPr>
              <a:t>string</a:t>
            </a:r>
            <a:r>
              <a:rPr lang="en-US" sz="1100" err="1">
                <a:solidFill>
                  <a:srgbClr val="000000"/>
                </a:solidFill>
                <a:latin typeface="Consolas" panose="020B0609020204030204" pitchFamily="49" charset="0"/>
              </a:rPr>
              <a:t>.Join</a:t>
            </a:r>
            <a:r>
              <a:rPr lang="en-US" sz="1100">
                <a:solidFill>
                  <a:srgbClr val="000000"/>
                </a:solidFill>
                <a:latin typeface="Consolas" panose="020B0609020204030204" pitchFamily="49" charset="0"/>
              </a:rPr>
              <a:t>(</a:t>
            </a:r>
            <a:r>
              <a:rPr lang="en-US" sz="1100">
                <a:solidFill>
                  <a:srgbClr val="A31515"/>
                </a:solidFill>
                <a:latin typeface="Consolas" panose="020B0609020204030204" pitchFamily="49" charset="0"/>
              </a:rPr>
              <a:t>", "</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waiter</a:t>
            </a:r>
            <a:r>
              <a:rPr lang="en-US" sz="1100" err="1">
                <a:solidFill>
                  <a:srgbClr val="000000"/>
                </a:solidFill>
                <a:latin typeface="Consolas"/>
                <a:cs typeface="Calibri"/>
              </a:rPr>
              <a:t>.GetWorkSchedule</a:t>
            </a:r>
            <a:r>
              <a:rPr lang="en-US" sz="1100">
                <a:solidFill>
                  <a:srgbClr val="000000"/>
                </a:solidFill>
                <a:latin typeface="Consolas"/>
                <a:cs typeface="Calibri"/>
              </a:rPr>
              <a:t>())));</a:t>
            </a:r>
          </a:p>
          <a:p>
            <a:pPr marL="0" indent="0">
              <a:spcBef>
                <a:spcPts val="0"/>
              </a:spcBef>
              <a:spcAft>
                <a:spcPts val="0"/>
              </a:spcAft>
              <a:buNone/>
            </a:pP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CleaningPerson.DoJob</a:t>
            </a:r>
            <a:r>
              <a:rPr lang="en-US" sz="1100">
                <a:solidFill>
                  <a:srgbClr val="000000"/>
                </a:solidFill>
                <a:latin typeface="Consolas" panose="020B0609020204030204" pitchFamily="49" charset="0"/>
              </a:rPr>
              <a:t>();</a:t>
            </a:r>
          </a:p>
          <a:p>
            <a:pPr marL="0" indent="0">
              <a:spcBef>
                <a:spcPts val="0"/>
              </a:spcBef>
              <a:spcAft>
                <a:spcPts val="0"/>
              </a:spcAft>
              <a:buNone/>
            </a:pPr>
            <a:r>
              <a:rPr lang="en-US" sz="11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Console</a:t>
            </a:r>
            <a:r>
              <a:rPr lang="en-US" sz="1100" err="1">
                <a:solidFill>
                  <a:srgbClr val="000000"/>
                </a:solidFill>
                <a:latin typeface="Consolas" panose="020B0609020204030204" pitchFamily="49" charset="0"/>
              </a:rPr>
              <a:t>.WriteLine</a:t>
            </a:r>
            <a:r>
              <a:rPr lang="en-US" sz="1100">
                <a:solidFill>
                  <a:srgbClr val="000000"/>
                </a:solidFill>
                <a:latin typeface="Consolas" panose="020B0609020204030204" pitchFamily="49" charset="0"/>
              </a:rPr>
              <a:t>(</a:t>
            </a:r>
            <a:r>
              <a:rPr lang="en-US" sz="1100">
                <a:solidFill>
                  <a:srgbClr val="A31515"/>
                </a:solidFill>
                <a:latin typeface="Consolas" panose="020B0609020204030204" pitchFamily="49" charset="0"/>
              </a:rPr>
              <a:t>"Working days: "</a:t>
            </a:r>
            <a:r>
              <a:rPr lang="en-US" sz="1100">
                <a:solidFill>
                  <a:srgbClr val="000000"/>
                </a:solidFill>
                <a:latin typeface="Consolas" panose="020B0609020204030204" pitchFamily="49" charset="0"/>
              </a:rPr>
              <a:t> + </a:t>
            </a:r>
            <a:r>
              <a:rPr lang="en-US" sz="1100" err="1">
                <a:solidFill>
                  <a:srgbClr val="0000FF"/>
                </a:solidFill>
                <a:latin typeface="Consolas" panose="020B0609020204030204" pitchFamily="49" charset="0"/>
              </a:rPr>
              <a:t>string</a:t>
            </a:r>
            <a:r>
              <a:rPr lang="en-US" sz="1100" err="1">
                <a:solidFill>
                  <a:srgbClr val="000000"/>
                </a:solidFill>
                <a:latin typeface="Consolas" panose="020B0609020204030204" pitchFamily="49" charset="0"/>
              </a:rPr>
              <a:t>.Join</a:t>
            </a:r>
            <a:r>
              <a:rPr lang="en-US" sz="1100">
                <a:solidFill>
                  <a:srgbClr val="000000"/>
                </a:solidFill>
                <a:latin typeface="Consolas" panose="020B0609020204030204" pitchFamily="49" charset="0"/>
              </a:rPr>
              <a:t>(</a:t>
            </a:r>
            <a:r>
              <a:rPr lang="en-US" sz="1100">
                <a:solidFill>
                  <a:srgbClr val="A31515"/>
                </a:solidFill>
                <a:latin typeface="Consolas" panose="020B0609020204030204" pitchFamily="49" charset="0"/>
              </a:rPr>
              <a:t>", "</a:t>
            </a:r>
            <a:r>
              <a:rPr lang="en-US" sz="1100">
                <a:solidFill>
                  <a:srgbClr val="000000"/>
                </a:solidFill>
                <a:latin typeface="Consolas" panose="020B0609020204030204" pitchFamily="49" charset="0"/>
              </a:rPr>
              <a:t>, </a:t>
            </a:r>
            <a:r>
              <a:rPr lang="en-US" sz="1100" err="1">
                <a:solidFill>
                  <a:srgbClr val="000000"/>
                </a:solidFill>
                <a:latin typeface="Consolas" panose="020B0609020204030204" pitchFamily="49" charset="0"/>
              </a:rPr>
              <a:t>CleaningPerson</a:t>
            </a:r>
            <a:r>
              <a:rPr lang="en-US" sz="1100" err="1">
                <a:solidFill>
                  <a:srgbClr val="000000"/>
                </a:solidFill>
                <a:latin typeface="Consolas"/>
                <a:cs typeface="Calibri"/>
              </a:rPr>
              <a:t>.GetWorkSchedule</a:t>
            </a:r>
            <a:r>
              <a:rPr lang="en-US" sz="1100">
                <a:solidFill>
                  <a:srgbClr val="000000"/>
                </a:solidFill>
                <a:latin typeface="Consolas"/>
                <a:cs typeface="Calibri"/>
              </a:rPr>
              <a:t>())));</a:t>
            </a:r>
          </a:p>
          <a:p>
            <a:pPr marL="0" indent="0">
              <a:spcBef>
                <a:spcPts val="0"/>
              </a:spcBef>
              <a:spcAft>
                <a:spcPts val="0"/>
              </a:spcAft>
              <a:buNone/>
            </a:pPr>
            <a:endParaRPr lang="en-US" sz="1100">
              <a:solidFill>
                <a:srgbClr val="000000"/>
              </a:solidFill>
              <a:latin typeface="Consolas" panose="020B0609020204030204" pitchFamily="49" charset="0"/>
            </a:endParaRPr>
          </a:p>
          <a:p>
            <a:pPr marL="0" indent="0">
              <a:spcBef>
                <a:spcPts val="0"/>
              </a:spcBef>
              <a:spcAft>
                <a:spcPts val="0"/>
              </a:spcAft>
              <a:buNone/>
            </a:pPr>
            <a:r>
              <a:rPr lang="en-US" sz="1100">
                <a:solidFill>
                  <a:srgbClr val="000000"/>
                </a:solidFill>
                <a:latin typeface="Consolas" panose="020B0609020204030204" pitchFamily="49" charset="0"/>
              </a:rPr>
              <a:t>            </a:t>
            </a:r>
            <a:r>
              <a:rPr lang="en-US" sz="1000" err="1">
                <a:solidFill>
                  <a:srgbClr val="2B91AF"/>
                </a:solidFill>
                <a:latin typeface="Consolas" panose="020B0609020204030204" pitchFamily="49" charset="0"/>
              </a:rPr>
              <a:t>Console</a:t>
            </a:r>
            <a:r>
              <a:rPr lang="en-US" sz="1100" err="1">
                <a:solidFill>
                  <a:srgbClr val="000000"/>
                </a:solidFill>
                <a:latin typeface="Consolas" panose="020B0609020204030204" pitchFamily="49" charset="0"/>
              </a:rPr>
              <a:t>.ReadLine</a:t>
            </a:r>
            <a:r>
              <a:rPr lang="en-US" sz="1100">
                <a:solidFill>
                  <a:srgbClr val="000000"/>
                </a:solidFill>
                <a:latin typeface="Consolas" panose="020B0609020204030204" pitchFamily="49" charset="0"/>
              </a:rPr>
              <a:t>();</a:t>
            </a:r>
          </a:p>
          <a:p>
            <a:pPr marL="0" indent="0">
              <a:spcBef>
                <a:spcPts val="0"/>
              </a:spcBef>
              <a:spcAft>
                <a:spcPts val="0"/>
              </a:spcAft>
              <a:buNone/>
            </a:pPr>
            <a:r>
              <a:rPr lang="en-US" sz="1100">
                <a:solidFill>
                  <a:srgbClr val="000000"/>
                </a:solidFill>
                <a:latin typeface="Consolas" panose="020B0609020204030204" pitchFamily="49" charset="0"/>
              </a:rPr>
              <a:t>}</a:t>
            </a:r>
            <a:endParaRPr lang="en-US" sz="400"/>
          </a:p>
        </p:txBody>
      </p:sp>
      <p:pic>
        <p:nvPicPr>
          <p:cNvPr id="7" name="Graphic 6" descr="Flask">
            <a:extLst>
              <a:ext uri="{FF2B5EF4-FFF2-40B4-BE49-F238E27FC236}">
                <a16:creationId xmlns:a16="http://schemas.microsoft.com/office/drawing/2014/main" id="{B654CA58-80B8-49F1-9EA8-EEB384C30AC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643128" y="73497"/>
            <a:ext cx="914400" cy="914400"/>
          </a:xfrm>
          <a:prstGeom prst="rect">
            <a:avLst/>
          </a:prstGeom>
        </p:spPr>
      </p:pic>
    </p:spTree>
    <p:extLst>
      <p:ext uri="{BB962C8B-B14F-4D97-AF65-F5344CB8AC3E}">
        <p14:creationId xmlns:p14="http://schemas.microsoft.com/office/powerpoint/2010/main" val="14523691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E56B6-FB05-48D8-BFD6-EDC6AA822BA3}"/>
              </a:ext>
            </a:extLst>
          </p:cNvPr>
          <p:cNvSpPr>
            <a:spLocks noGrp="1"/>
          </p:cNvSpPr>
          <p:nvPr>
            <p:ph type="title"/>
          </p:nvPr>
        </p:nvSpPr>
        <p:spPr/>
        <p:txBody>
          <a:bodyPr/>
          <a:lstStyle/>
          <a:p>
            <a:r>
              <a:rPr lang="en-GB"/>
              <a:t>Homework</a:t>
            </a:r>
            <a:endParaRPr lang="da-DK"/>
          </a:p>
        </p:txBody>
      </p:sp>
      <p:sp>
        <p:nvSpPr>
          <p:cNvPr id="3" name="Slide Number Placeholder 2">
            <a:extLst>
              <a:ext uri="{FF2B5EF4-FFF2-40B4-BE49-F238E27FC236}">
                <a16:creationId xmlns:a16="http://schemas.microsoft.com/office/drawing/2014/main" id="{D08B2B7A-3FC1-46B8-8056-146C34FC66DF}"/>
              </a:ext>
            </a:extLst>
          </p:cNvPr>
          <p:cNvSpPr>
            <a:spLocks noGrp="1"/>
          </p:cNvSpPr>
          <p:nvPr>
            <p:ph type="sldNum" sz="quarter" idx="11"/>
          </p:nvPr>
        </p:nvSpPr>
        <p:spPr/>
        <p:txBody>
          <a:bodyPr/>
          <a:lstStyle/>
          <a:p>
            <a:fld id="{E16BA917-7F09-4B8D-AF07-F52890C14046}" type="slidenum">
              <a:rPr lang="da-DK" smtClean="0"/>
              <a:pPr/>
              <a:t>55</a:t>
            </a:fld>
            <a:endParaRPr lang="da-DK"/>
          </a:p>
        </p:txBody>
      </p:sp>
      <p:sp>
        <p:nvSpPr>
          <p:cNvPr id="4" name="Text Placeholder 3">
            <a:extLst>
              <a:ext uri="{FF2B5EF4-FFF2-40B4-BE49-F238E27FC236}">
                <a16:creationId xmlns:a16="http://schemas.microsoft.com/office/drawing/2014/main" id="{9159DD43-F7EA-4C6A-AF15-791632C0120D}"/>
              </a:ext>
            </a:extLst>
          </p:cNvPr>
          <p:cNvSpPr>
            <a:spLocks noGrp="1"/>
          </p:cNvSpPr>
          <p:nvPr>
            <p:ph type="body" sz="quarter" idx="17"/>
          </p:nvPr>
        </p:nvSpPr>
        <p:spPr/>
        <p:txBody>
          <a:bodyPr/>
          <a:lstStyle/>
          <a:p>
            <a:endParaRPr lang="da-DK"/>
          </a:p>
        </p:txBody>
      </p:sp>
    </p:spTree>
    <p:extLst>
      <p:ext uri="{BB962C8B-B14F-4D97-AF65-F5344CB8AC3E}">
        <p14:creationId xmlns:p14="http://schemas.microsoft.com/office/powerpoint/2010/main" val="241645254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UNDO_REDO_REVISION" val="0"/>
</p:tagLst>
</file>

<file path=ppt/tags/tag2.xml><?xml version="1.0" encoding="utf-8"?>
<p:tagLst xmlns:a="http://schemas.openxmlformats.org/drawingml/2006/main" xmlns:r="http://schemas.openxmlformats.org/officeDocument/2006/relationships" xmlns:p="http://schemas.openxmlformats.org/presentationml/2006/main">
  <p:tag name="MIO_FALLBACK_LAYOUT" val="7"/>
  <p:tag name="MIO_SHOW_DATE" val="False"/>
  <p:tag name="MIO_SHOW_FOOTER" val="True"/>
  <p:tag name="MIO_SHOW_PAGENUMBER" val="True"/>
  <p:tag name="MIO_AVOID_BLANK_LAYOUT" val="False"/>
  <p:tag name="MIO_NUMBER_OF_VALID_LAYOUTS" val="9"/>
  <p:tag name="MIO_MST_COLOR_1" val="0,0,0,Dark 1"/>
  <p:tag name="MIO_MST_COLOR_2" val="255,255,255,Light 1"/>
  <p:tag name="MIO_MST_COLOR_3" val="38,53,66,Dark 2"/>
  <p:tag name="MIO_MST_COLOR_4" val="255,255,255,Light 2"/>
  <p:tag name="MIO_MST_COLOR_5" val="21,166,173,Accent 1"/>
  <p:tag name="MIO_MST_COLOR_6" val="147,228,249,Accent 2"/>
  <p:tag name="MIO_MST_COLOR_7" val="33,85,205,Accent 3"/>
  <p:tag name="MIO_MST_COLOR_8" val="29,109,127,Accent 4"/>
  <p:tag name="MIO_MST_COLOR_9" val="21,137,114,Accent 5"/>
  <p:tag name="MIO_MST_COLOR_10" val="204,204,204,Accent 6"/>
  <p:tag name="MIO_MST_COLOR_11" val="118,193,226,"/>
  <p:tag name="MIO_MST_COLOR_12" val="132,138,144,"/>
  <p:tag name="MIO_HDS" val="True"/>
  <p:tag name="MIO_EK" val="2277"/>
  <p:tag name="MIO_UPDATE" val="True"/>
  <p:tag name="MIO_VERSION" val="18.03.2016 15:43:41"/>
  <p:tag name="MIO_DBID" val="25C89224-3BD0-4DAE-9699-6AD9CAF4AB96"/>
  <p:tag name="MIO_LASTDOWNLOADED" val="20.03.2016 10:29:32"/>
  <p:tag name="MIO_OBJECTNAME" val="SimCorp New Template"/>
</p:tagLst>
</file>

<file path=ppt/theme/theme1.xml><?xml version="1.0" encoding="utf-8"?>
<a:theme xmlns:a="http://schemas.openxmlformats.org/drawingml/2006/main" name="SIMCORP">
  <a:themeElements>
    <a:clrScheme name="Custom 34">
      <a:dk1>
        <a:sysClr val="windowText" lastClr="000000"/>
      </a:dk1>
      <a:lt1>
        <a:sysClr val="window" lastClr="FFFFFF"/>
      </a:lt1>
      <a:dk2>
        <a:srgbClr val="2D465D"/>
      </a:dk2>
      <a:lt2>
        <a:srgbClr val="FFFFFF"/>
      </a:lt2>
      <a:accent1>
        <a:srgbClr val="15A6AD"/>
      </a:accent1>
      <a:accent2>
        <a:srgbClr val="00C8FF"/>
      </a:accent2>
      <a:accent3>
        <a:srgbClr val="2155CD"/>
      </a:accent3>
      <a:accent4>
        <a:srgbClr val="1D6D7F"/>
      </a:accent4>
      <a:accent5>
        <a:srgbClr val="158972"/>
      </a:accent5>
      <a:accent6>
        <a:srgbClr val="CCCCCC"/>
      </a:accent6>
      <a:hlink>
        <a:srgbClr val="00C8FF"/>
      </a:hlink>
      <a:folHlink>
        <a:srgbClr val="848A9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chemeClr val="accent6"/>
          </a:solidFill>
        </a:ln>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60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noFill/>
        <a:ln>
          <a:solidFill>
            <a:schemeClr val="accent6"/>
          </a:solidFill>
        </a:ln>
        <a:effectLst/>
      </a:spPr>
      <a:bodyPr/>
      <a:lstStyle/>
      <a:style>
        <a:lnRef idx="1">
          <a:schemeClr val="accent1"/>
        </a:lnRef>
        <a:fillRef idx="3">
          <a:schemeClr val="accent1"/>
        </a:fillRef>
        <a:effectRef idx="2">
          <a:schemeClr val="accent1"/>
        </a:effectRef>
        <a:fontRef idx="minor">
          <a:schemeClr val="lt1"/>
        </a:fontRef>
      </a:style>
    </a:lnDef>
    <a:txDef>
      <a:spPr>
        <a:noFill/>
      </a:spPr>
      <a:bodyPr wrap="square" lIns="0" tIns="0" rIns="0" bIns="0" rtlCol="0">
        <a:noAutofit/>
      </a:bodyPr>
      <a:lstStyle>
        <a:defPPr marL="0" indent="0" defTabSz="179388">
          <a:buClr>
            <a:srgbClr val="00DEE6"/>
          </a:buClr>
          <a:buFont typeface="Arial" panose="020B0604020202020204" pitchFamily="34" charset="0"/>
          <a:buNone/>
          <a:defRPr sz="1600" dirty="0" err="1" smtClean="0">
            <a:latin typeface="+mn-lt"/>
          </a:defRPr>
        </a:defPPr>
      </a:lstStyle>
    </a:txDef>
  </a:objectDefaults>
  <a:extraClrSchemeLst/>
  <a:extLst>
    <a:ext uri="{05A4C25C-085E-4340-85A3-A5531E510DB2}">
      <thm15:themeFamily xmlns:thm15="http://schemas.microsoft.com/office/thememl/2012/main" name="Presentation1" id="{84EF4261-137C-4B0C-B253-9A0F13567E1C}" vid="{17252A44-A3FC-4D20-BE79-7BE3A62508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DFDFAC85D82FB4083582974A37F8301" ma:contentTypeVersion="0" ma:contentTypeDescription="Create a new document." ma:contentTypeScope="" ma:versionID="debe7fb8998e20d7e1b89ba93ebbd013">
  <xsd:schema xmlns:xsd="http://www.w3.org/2001/XMLSchema" xmlns:xs="http://www.w3.org/2001/XMLSchema" xmlns:p="http://schemas.microsoft.com/office/2006/metadata/properties" targetNamespace="http://schemas.microsoft.com/office/2006/metadata/properties" ma:root="true" ma:fieldsID="2939e06c25933291f3e5ef817cd6c5c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7F4D99E-48A7-48DB-A691-398FC9FE4E61}">
  <ds:schemaRefs>
    <ds:schemaRef ds:uri="http://schemas.microsoft.com/sharepoint/v3/contenttype/forms"/>
  </ds:schemaRefs>
</ds:datastoreItem>
</file>

<file path=customXml/itemProps2.xml><?xml version="1.0" encoding="utf-8"?>
<ds:datastoreItem xmlns:ds="http://schemas.openxmlformats.org/officeDocument/2006/customXml" ds:itemID="{E5557DA0-4402-4D05-84BC-08963EA8A819}">
  <ds:schemaRefs>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486F14C-B38A-4C9C-83C7-6E45BA6BC6CF}">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2</TotalTime>
  <Words>7212</Words>
  <Application>Microsoft Office PowerPoint</Application>
  <PresentationFormat>Widescreen</PresentationFormat>
  <Paragraphs>1072</Paragraphs>
  <Slides>55</Slides>
  <Notes>55</Notes>
  <HiddenSlides>1</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55</vt:i4>
      </vt:variant>
    </vt:vector>
  </HeadingPairs>
  <TitlesOfParts>
    <vt:vector size="69" baseType="lpstr">
      <vt:lpstr>arial</vt:lpstr>
      <vt:lpstr>arial</vt:lpstr>
      <vt:lpstr>Calibri</vt:lpstr>
      <vt:lpstr>Consolas</vt:lpstr>
      <vt:lpstr>Georgia</vt:lpstr>
      <vt:lpstr>medium-content-serif-font</vt:lpstr>
      <vt:lpstr>Myriad Pro</vt:lpstr>
      <vt:lpstr>open sans</vt:lpstr>
      <vt:lpstr>Roboto</vt:lpstr>
      <vt:lpstr>Segoe UI</vt:lpstr>
      <vt:lpstr>Slack-Lato</vt:lpstr>
      <vt:lpstr>verdana</vt:lpstr>
      <vt:lpstr>verdana</vt:lpstr>
      <vt:lpstr>SIMCORP</vt:lpstr>
      <vt:lpstr>PowerPoint Presentation</vt:lpstr>
      <vt:lpstr>Agenda</vt:lpstr>
      <vt:lpstr>Object Oriented Programming In C#</vt:lpstr>
      <vt:lpstr>Object Oriented Programming In C#</vt:lpstr>
      <vt:lpstr>Object Oriented Programming In C#</vt:lpstr>
      <vt:lpstr>Object Oriented Programming In C#</vt:lpstr>
      <vt:lpstr>Object Oriented Programming In C#</vt:lpstr>
      <vt:lpstr>INHERITANCE</vt:lpstr>
      <vt:lpstr>INHERITANCE</vt:lpstr>
      <vt:lpstr>INHERITANCE</vt:lpstr>
      <vt:lpstr>INHERITANCE</vt:lpstr>
      <vt:lpstr>INHERITANCE</vt:lpstr>
      <vt:lpstr>INHERITANCE</vt:lpstr>
      <vt:lpstr>INHERITANCE</vt:lpstr>
      <vt:lpstr>INHERITANCE</vt:lpstr>
      <vt:lpstr>INHERITANCE</vt:lpstr>
      <vt:lpstr>INHERITANCE</vt:lpstr>
      <vt:lpstr>INHERITANCE</vt:lpstr>
      <vt:lpstr>Project for hands on tasks</vt:lpstr>
      <vt:lpstr>PRACTIcE 1</vt:lpstr>
      <vt:lpstr>PRACTIcE 1</vt:lpstr>
      <vt:lpstr>PRACTIcE 1</vt:lpstr>
      <vt:lpstr>Coffee Break</vt:lpstr>
      <vt:lpstr>INHERITANCE</vt:lpstr>
      <vt:lpstr>INHERITANCE</vt:lpstr>
      <vt:lpstr>PRACTIcE 2</vt:lpstr>
      <vt:lpstr>PRACTIcE 2</vt:lpstr>
      <vt:lpstr>Coffee Break</vt:lpstr>
      <vt:lpstr>INTERFACES</vt:lpstr>
      <vt:lpstr>INTERFACES</vt:lpstr>
      <vt:lpstr>INTERFACES</vt:lpstr>
      <vt:lpstr>INTERFACES</vt:lpstr>
      <vt:lpstr>INTERFACES</vt:lpstr>
      <vt:lpstr>TYPE CASTING</vt:lpstr>
      <vt:lpstr>TYPE CASTING</vt:lpstr>
      <vt:lpstr>PRACTIcE 3</vt:lpstr>
      <vt:lpstr>PRACTIcE 3</vt:lpstr>
      <vt:lpstr>LUNCH</vt:lpstr>
      <vt:lpstr>Polymorphism</vt:lpstr>
      <vt:lpstr>Polymorphism</vt:lpstr>
      <vt:lpstr>Polymorphism</vt:lpstr>
      <vt:lpstr>Polymorphism</vt:lpstr>
      <vt:lpstr>Polymorphism</vt:lpstr>
      <vt:lpstr>Polymorphism</vt:lpstr>
      <vt:lpstr>Polymorphism</vt:lpstr>
      <vt:lpstr>Polymorphism</vt:lpstr>
      <vt:lpstr>Polymorphism</vt:lpstr>
      <vt:lpstr>Polymorphism</vt:lpstr>
      <vt:lpstr>Polymorphism</vt:lpstr>
      <vt:lpstr>Polymorphism</vt:lpstr>
      <vt:lpstr>PRACTIcE 4</vt:lpstr>
      <vt:lpstr>PRACTIcE 4</vt:lpstr>
      <vt:lpstr>PRACTIcE 4</vt:lpstr>
      <vt:lpstr>PRACTIcE 4</vt:lpstr>
      <vt:lpstr>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Mariana Sofii</dc:creator>
  <cp:lastModifiedBy>Serhii Harmash</cp:lastModifiedBy>
  <cp:revision>4</cp:revision>
  <cp:lastPrinted>2021-11-26T14:45:52Z</cp:lastPrinted>
  <dcterms:created xsi:type="dcterms:W3CDTF">2020-11-01T11:32:26Z</dcterms:created>
  <dcterms:modified xsi:type="dcterms:W3CDTF">2022-05-27T15:53:09Z</dcterms:modified>
</cp:coreProperties>
</file>