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02" r:id="rId2"/>
  </p:sldMasterIdLst>
  <p:notesMasterIdLst>
    <p:notesMasterId r:id="rId71"/>
  </p:notesMasterIdLst>
  <p:handoutMasterIdLst>
    <p:handoutMasterId r:id="rId72"/>
  </p:handoutMasterIdLst>
  <p:sldIdLst>
    <p:sldId id="256" r:id="rId3"/>
    <p:sldId id="282" r:id="rId4"/>
    <p:sldId id="352" r:id="rId5"/>
    <p:sldId id="361" r:id="rId6"/>
    <p:sldId id="362" r:id="rId7"/>
    <p:sldId id="363" r:id="rId8"/>
    <p:sldId id="364" r:id="rId9"/>
    <p:sldId id="365" r:id="rId10"/>
    <p:sldId id="340" r:id="rId11"/>
    <p:sldId id="341" r:id="rId12"/>
    <p:sldId id="375" r:id="rId13"/>
    <p:sldId id="310" r:id="rId14"/>
    <p:sldId id="354" r:id="rId15"/>
    <p:sldId id="313" r:id="rId16"/>
    <p:sldId id="366" r:id="rId17"/>
    <p:sldId id="342" r:id="rId18"/>
    <p:sldId id="312" r:id="rId19"/>
    <p:sldId id="355" r:id="rId20"/>
    <p:sldId id="314" r:id="rId21"/>
    <p:sldId id="367" r:id="rId22"/>
    <p:sldId id="326" r:id="rId23"/>
    <p:sldId id="331" r:id="rId24"/>
    <p:sldId id="332" r:id="rId25"/>
    <p:sldId id="343" r:id="rId26"/>
    <p:sldId id="349" r:id="rId27"/>
    <p:sldId id="350" r:id="rId28"/>
    <p:sldId id="356" r:id="rId29"/>
    <p:sldId id="374" r:id="rId30"/>
    <p:sldId id="324" r:id="rId31"/>
    <p:sldId id="327" r:id="rId32"/>
    <p:sldId id="389" r:id="rId33"/>
    <p:sldId id="376" r:id="rId34"/>
    <p:sldId id="378" r:id="rId35"/>
    <p:sldId id="381" r:id="rId36"/>
    <p:sldId id="382" r:id="rId37"/>
    <p:sldId id="383" r:id="rId38"/>
    <p:sldId id="380" r:id="rId39"/>
    <p:sldId id="384" r:id="rId40"/>
    <p:sldId id="385" r:id="rId41"/>
    <p:sldId id="386" r:id="rId42"/>
    <p:sldId id="387" r:id="rId43"/>
    <p:sldId id="377" r:id="rId44"/>
    <p:sldId id="269" r:id="rId45"/>
    <p:sldId id="273" r:id="rId46"/>
    <p:sldId id="337" r:id="rId47"/>
    <p:sldId id="336" r:id="rId48"/>
    <p:sldId id="323" r:id="rId49"/>
    <p:sldId id="271" r:id="rId50"/>
    <p:sldId id="344" r:id="rId51"/>
    <p:sldId id="357" r:id="rId52"/>
    <p:sldId id="358" r:id="rId53"/>
    <p:sldId id="359" r:id="rId54"/>
    <p:sldId id="370" r:id="rId55"/>
    <p:sldId id="368" r:id="rId56"/>
    <p:sldId id="316" r:id="rId57"/>
    <p:sldId id="328" r:id="rId58"/>
    <p:sldId id="373" r:id="rId59"/>
    <p:sldId id="317" r:id="rId60"/>
    <p:sldId id="318" r:id="rId61"/>
    <p:sldId id="330" r:id="rId62"/>
    <p:sldId id="329" r:id="rId63"/>
    <p:sldId id="346" r:id="rId64"/>
    <p:sldId id="360" r:id="rId65"/>
    <p:sldId id="388" r:id="rId66"/>
    <p:sldId id="371" r:id="rId67"/>
    <p:sldId id="369" r:id="rId68"/>
    <p:sldId id="372" r:id="rId69"/>
    <p:sldId id="320" r:id="rId70"/>
  </p:sldIdLst>
  <p:sldSz cx="12192000" cy="6858000"/>
  <p:notesSz cx="6858000" cy="9144000"/>
  <p:custDataLst>
    <p:tags r:id="rId73"/>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4B3D300F-5C7D-4D80-897D-A55D8E0F6760}">
          <p14:sldIdLst>
            <p14:sldId id="256"/>
            <p14:sldId id="282"/>
            <p14:sldId id="352"/>
            <p14:sldId id="361"/>
            <p14:sldId id="362"/>
            <p14:sldId id="363"/>
            <p14:sldId id="364"/>
            <p14:sldId id="365"/>
            <p14:sldId id="340"/>
            <p14:sldId id="341"/>
            <p14:sldId id="375"/>
            <p14:sldId id="310"/>
            <p14:sldId id="354"/>
            <p14:sldId id="313"/>
            <p14:sldId id="366"/>
            <p14:sldId id="342"/>
            <p14:sldId id="312"/>
            <p14:sldId id="355"/>
            <p14:sldId id="314"/>
            <p14:sldId id="367"/>
            <p14:sldId id="326"/>
            <p14:sldId id="331"/>
            <p14:sldId id="332"/>
            <p14:sldId id="343"/>
            <p14:sldId id="349"/>
            <p14:sldId id="350"/>
            <p14:sldId id="356"/>
            <p14:sldId id="374"/>
            <p14:sldId id="324"/>
            <p14:sldId id="327"/>
            <p14:sldId id="389"/>
            <p14:sldId id="376"/>
            <p14:sldId id="378"/>
            <p14:sldId id="381"/>
            <p14:sldId id="382"/>
            <p14:sldId id="383"/>
            <p14:sldId id="380"/>
            <p14:sldId id="384"/>
            <p14:sldId id="385"/>
            <p14:sldId id="386"/>
            <p14:sldId id="387"/>
            <p14:sldId id="377"/>
            <p14:sldId id="269"/>
            <p14:sldId id="273"/>
            <p14:sldId id="337"/>
            <p14:sldId id="336"/>
            <p14:sldId id="323"/>
            <p14:sldId id="271"/>
            <p14:sldId id="344"/>
            <p14:sldId id="357"/>
            <p14:sldId id="358"/>
            <p14:sldId id="359"/>
            <p14:sldId id="370"/>
            <p14:sldId id="368"/>
            <p14:sldId id="316"/>
            <p14:sldId id="328"/>
            <p14:sldId id="373"/>
            <p14:sldId id="317"/>
            <p14:sldId id="318"/>
            <p14:sldId id="330"/>
            <p14:sldId id="329"/>
            <p14:sldId id="346"/>
            <p14:sldId id="360"/>
            <p14:sldId id="388"/>
            <p14:sldId id="371"/>
            <p14:sldId id="369"/>
            <p14:sldId id="372"/>
            <p14:sldId id="32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ana Sofii" initials="MS" lastIdx="6" clrIdx="0">
    <p:extLst>
      <p:ext uri="{19B8F6BF-5375-455C-9EA6-DF929625EA0E}">
        <p15:presenceInfo xmlns:p15="http://schemas.microsoft.com/office/powerpoint/2012/main" userId="S::MSF@simcorp.com::c6efa36b-6f78-4df2-92ed-4da21e89d024" providerId="AD"/>
      </p:ext>
    </p:extLst>
  </p:cmAuthor>
  <p:cmAuthor id="2" name="Serhii Harmash" initials="SH" lastIdx="4" clrIdx="1">
    <p:extLst>
      <p:ext uri="{19B8F6BF-5375-455C-9EA6-DF929625EA0E}">
        <p15:presenceInfo xmlns:p15="http://schemas.microsoft.com/office/powerpoint/2012/main" userId="S::SHHR@simcorp.com::19965dc1-3670-4089-9e09-ab6aab33a005" providerId="AD"/>
      </p:ext>
    </p:extLst>
  </p:cmAuthor>
  <p:cmAuthor id="3" name="Oleksandr Danylenko" initials="OD" lastIdx="1" clrIdx="2">
    <p:extLst>
      <p:ext uri="{19B8F6BF-5375-455C-9EA6-DF929625EA0E}">
        <p15:presenceInfo xmlns:p15="http://schemas.microsoft.com/office/powerpoint/2012/main" userId="S::OLDN@simcorp.com::d52ba3df-87fe-4239-a178-09e585050f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EE6"/>
    <a:srgbClr val="A8A9AE"/>
    <a:srgbClr val="44B8D6"/>
    <a:srgbClr val="15AAA6"/>
    <a:srgbClr val="A5C8CF"/>
    <a:srgbClr val="547A8B"/>
    <a:srgbClr val="010B19"/>
    <a:srgbClr val="CCCCCC"/>
    <a:srgbClr val="DADADA"/>
    <a:srgbClr val="082A41"/>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B4E90B-F3E9-472B-97A4-31B8CBFAD141}" v="524" dt="2021-11-25T19:36:39.384"/>
    <p1510:client id="{C429B687-A1BE-02E0-4555-D884EE6A1812}" v="11" dt="2021-11-25T15:25:31.962"/>
    <p1510:client id="{E4B8BC46-7062-12FD-5F7F-BB557880770B}" v="5" dt="2021-11-25T07:43:10.3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commentAuthors" Target="commentAuthors.xml"/><Relationship Id="rId79" Type="http://schemas.microsoft.com/office/2016/11/relationships/changesInfo" Target="changesInfos/changesInfo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handoutMaster" Target="handoutMasters/handoutMaster1.xml"/><Relationship Id="rId80"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gs" Target="tags/tag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hii Harmash (SHHR)" userId="S::shhr@simcorp.com::19965dc1-3670-4089-9e09-ab6aab33a005" providerId="AD" clId="Web-{3DBC9598-D816-F3D9-7F3E-C75E5FA9D2FB}"/>
    <pc:docChg chg="modSld">
      <pc:chgData name="Serhii Harmash (SHHR)" userId="S::shhr@simcorp.com::19965dc1-3670-4089-9e09-ab6aab33a005" providerId="AD" clId="Web-{3DBC9598-D816-F3D9-7F3E-C75E5FA9D2FB}" dt="2021-08-26T07:21:08.601" v="22" actId="20577"/>
      <pc:docMkLst>
        <pc:docMk/>
      </pc:docMkLst>
      <pc:sldChg chg="modSp">
        <pc:chgData name="Serhii Harmash (SHHR)" userId="S::shhr@simcorp.com::19965dc1-3670-4089-9e09-ab6aab33a005" providerId="AD" clId="Web-{3DBC9598-D816-F3D9-7F3E-C75E5FA9D2FB}" dt="2021-08-26T07:20:26.161" v="6" actId="20577"/>
        <pc:sldMkLst>
          <pc:docMk/>
          <pc:sldMk cId="3829876" sldId="362"/>
        </pc:sldMkLst>
        <pc:spChg chg="mod">
          <ac:chgData name="Serhii Harmash (SHHR)" userId="S::shhr@simcorp.com::19965dc1-3670-4089-9e09-ab6aab33a005" providerId="AD" clId="Web-{3DBC9598-D816-F3D9-7F3E-C75E5FA9D2FB}" dt="2021-08-26T07:20:26.161" v="6" actId="20577"/>
          <ac:spMkLst>
            <pc:docMk/>
            <pc:sldMk cId="3829876" sldId="362"/>
            <ac:spMk id="13" creationId="{169610E4-5587-459E-B9C1-1A8892C392B9}"/>
          </ac:spMkLst>
        </pc:spChg>
      </pc:sldChg>
      <pc:sldChg chg="modSp">
        <pc:chgData name="Serhii Harmash (SHHR)" userId="S::shhr@simcorp.com::19965dc1-3670-4089-9e09-ab6aab33a005" providerId="AD" clId="Web-{3DBC9598-D816-F3D9-7F3E-C75E5FA9D2FB}" dt="2021-08-26T07:20:55.803" v="15" actId="20577"/>
        <pc:sldMkLst>
          <pc:docMk/>
          <pc:sldMk cId="2029062839" sldId="364"/>
        </pc:sldMkLst>
        <pc:spChg chg="mod">
          <ac:chgData name="Serhii Harmash (SHHR)" userId="S::shhr@simcorp.com::19965dc1-3670-4089-9e09-ab6aab33a005" providerId="AD" clId="Web-{3DBC9598-D816-F3D9-7F3E-C75E5FA9D2FB}" dt="2021-08-26T07:20:44.944" v="8" actId="20577"/>
          <ac:spMkLst>
            <pc:docMk/>
            <pc:sldMk cId="2029062839" sldId="364"/>
            <ac:spMk id="7" creationId="{0E8F0686-8A44-471A-B328-16344E090F83}"/>
          </ac:spMkLst>
        </pc:spChg>
        <pc:spChg chg="mod">
          <ac:chgData name="Serhii Harmash (SHHR)" userId="S::shhr@simcorp.com::19965dc1-3670-4089-9e09-ab6aab33a005" providerId="AD" clId="Web-{3DBC9598-D816-F3D9-7F3E-C75E5FA9D2FB}" dt="2021-08-26T07:20:55.803" v="15" actId="20577"/>
          <ac:spMkLst>
            <pc:docMk/>
            <pc:sldMk cId="2029062839" sldId="364"/>
            <ac:spMk id="8" creationId="{F925DB3B-FAF7-4EDC-AF75-4EBCA29276F4}"/>
          </ac:spMkLst>
        </pc:spChg>
      </pc:sldChg>
      <pc:sldChg chg="modSp">
        <pc:chgData name="Serhii Harmash (SHHR)" userId="S::shhr@simcorp.com::19965dc1-3670-4089-9e09-ab6aab33a005" providerId="AD" clId="Web-{3DBC9598-D816-F3D9-7F3E-C75E5FA9D2FB}" dt="2021-08-26T07:21:08.601" v="22" actId="20577"/>
        <pc:sldMkLst>
          <pc:docMk/>
          <pc:sldMk cId="1117338070" sldId="365"/>
        </pc:sldMkLst>
        <pc:spChg chg="mod">
          <ac:chgData name="Serhii Harmash (SHHR)" userId="S::shhr@simcorp.com::19965dc1-3670-4089-9e09-ab6aab33a005" providerId="AD" clId="Web-{3DBC9598-D816-F3D9-7F3E-C75E5FA9D2FB}" dt="2021-08-26T07:21:08.601" v="22" actId="20577"/>
          <ac:spMkLst>
            <pc:docMk/>
            <pc:sldMk cId="1117338070" sldId="365"/>
            <ac:spMk id="7" creationId="{80DDE099-05F8-449E-AEEB-3D9D59C0ECFA}"/>
          </ac:spMkLst>
        </pc:spChg>
      </pc:sldChg>
    </pc:docChg>
  </pc:docChgLst>
  <pc:docChgLst>
    <pc:chgData name="Valeriia Kobzar (VRKR)" userId="S::vrkr@simcorp.com::abeb4f95-95bb-4875-81dd-0cbce4da8295" providerId="AD" clId="Web-{E4B8BC46-7062-12FD-5F7F-BB557880770B}"/>
    <pc:docChg chg="addSld delSld sldOrd addMainMaster modSection">
      <pc:chgData name="Valeriia Kobzar (VRKR)" userId="S::vrkr@simcorp.com::abeb4f95-95bb-4875-81dd-0cbce4da8295" providerId="AD" clId="Web-{E4B8BC46-7062-12FD-5F7F-BB557880770B}" dt="2021-11-25T07:43:10.366" v="4"/>
      <pc:docMkLst>
        <pc:docMk/>
      </pc:docMkLst>
      <pc:sldChg chg="del">
        <pc:chgData name="Valeriia Kobzar (VRKR)" userId="S::vrkr@simcorp.com::abeb4f95-95bb-4875-81dd-0cbce4da8295" providerId="AD" clId="Web-{E4B8BC46-7062-12FD-5F7F-BB557880770B}" dt="2021-11-25T07:43:10.366" v="4"/>
        <pc:sldMkLst>
          <pc:docMk/>
          <pc:sldMk cId="4213405472" sldId="351"/>
        </pc:sldMkLst>
      </pc:sldChg>
      <pc:sldChg chg="add">
        <pc:chgData name="Valeriia Kobzar (VRKR)" userId="S::vrkr@simcorp.com::abeb4f95-95bb-4875-81dd-0cbce4da8295" providerId="AD" clId="Web-{E4B8BC46-7062-12FD-5F7F-BB557880770B}" dt="2021-11-25T07:43:04.600" v="3"/>
        <pc:sldMkLst>
          <pc:docMk/>
          <pc:sldMk cId="469550726" sldId="389"/>
        </pc:sldMkLst>
      </pc:sldChg>
      <pc:sldChg chg="add del ord replId">
        <pc:chgData name="Valeriia Kobzar (VRKR)" userId="S::vrkr@simcorp.com::abeb4f95-95bb-4875-81dd-0cbce4da8295" providerId="AD" clId="Web-{E4B8BC46-7062-12FD-5F7F-BB557880770B}" dt="2021-11-25T07:42:04.769" v="2"/>
        <pc:sldMkLst>
          <pc:docMk/>
          <pc:sldMk cId="2609622090" sldId="389"/>
        </pc:sldMkLst>
      </pc:sldChg>
      <pc:sldMasterChg chg="add addSldLayout">
        <pc:chgData name="Valeriia Kobzar (VRKR)" userId="S::vrkr@simcorp.com::abeb4f95-95bb-4875-81dd-0cbce4da8295" providerId="AD" clId="Web-{E4B8BC46-7062-12FD-5F7F-BB557880770B}" dt="2021-11-25T07:43:04.600" v="3"/>
        <pc:sldMasterMkLst>
          <pc:docMk/>
          <pc:sldMasterMk cId="0" sldId="2147483802"/>
        </pc:sldMasterMkLst>
        <pc:sldLayoutChg chg="add">
          <pc:chgData name="Valeriia Kobzar (VRKR)" userId="S::vrkr@simcorp.com::abeb4f95-95bb-4875-81dd-0cbce4da8295" providerId="AD" clId="Web-{E4B8BC46-7062-12FD-5F7F-BB557880770B}" dt="2021-11-25T07:43:04.600" v="3"/>
          <pc:sldLayoutMkLst>
            <pc:docMk/>
            <pc:sldMasterMk cId="0" sldId="2147483802"/>
            <pc:sldLayoutMk cId="0" sldId="2147483803"/>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0" sldId="2147483804"/>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0" sldId="2147483805"/>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0" sldId="2147483806"/>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0" sldId="2147483807"/>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0" sldId="2147483808"/>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0" sldId="2147483809"/>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3241396833" sldId="2147483810"/>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3094781725" sldId="2147483811"/>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912341959" sldId="2147483812"/>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577287217" sldId="2147483813"/>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2778772973" sldId="2147483814"/>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4294027685" sldId="2147483815"/>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210121491" sldId="2147483816"/>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2573078240" sldId="2147483817"/>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2728699645" sldId="2147483818"/>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329166182" sldId="2147483819"/>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223946363" sldId="2147483820"/>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4084965997" sldId="2147483821"/>
          </pc:sldLayoutMkLst>
        </pc:sldLayoutChg>
        <pc:sldLayoutChg chg="add">
          <pc:chgData name="Valeriia Kobzar (VRKR)" userId="S::vrkr@simcorp.com::abeb4f95-95bb-4875-81dd-0cbce4da8295" providerId="AD" clId="Web-{E4B8BC46-7062-12FD-5F7F-BB557880770B}" dt="2021-11-25T07:43:04.600" v="3"/>
          <pc:sldLayoutMkLst>
            <pc:docMk/>
            <pc:sldMasterMk cId="0" sldId="2147483802"/>
            <pc:sldLayoutMk cId="0" sldId="2147483822"/>
          </pc:sldLayoutMkLst>
        </pc:sldLayoutChg>
      </pc:sldMasterChg>
    </pc:docChg>
  </pc:docChgLst>
  <pc:docChgLst>
    <pc:chgData name="Serhii Harmash (SHHR)" userId="S::shhr@simcorp.com::19965dc1-3670-4089-9e09-ab6aab33a005" providerId="AD" clId="Web-{BA0A65E1-BF9E-BC20-0D8A-C39D1F35CFEC}"/>
    <pc:docChg chg="modSld">
      <pc:chgData name="Serhii Harmash (SHHR)" userId="S::shhr@simcorp.com::19965dc1-3670-4089-9e09-ab6aab33a005" providerId="AD" clId="Web-{BA0A65E1-BF9E-BC20-0D8A-C39D1F35CFEC}" dt="2021-11-18T07:35:04.417" v="0"/>
      <pc:docMkLst>
        <pc:docMk/>
      </pc:docMkLst>
      <pc:sldChg chg="mod modShow">
        <pc:chgData name="Serhii Harmash (SHHR)" userId="S::shhr@simcorp.com::19965dc1-3670-4089-9e09-ab6aab33a005" providerId="AD" clId="Web-{BA0A65E1-BF9E-BC20-0D8A-C39D1F35CFEC}" dt="2021-11-18T07:35:04.417" v="0"/>
        <pc:sldMkLst>
          <pc:docMk/>
          <pc:sldMk cId="3313302616" sldId="385"/>
        </pc:sldMkLst>
      </pc:sldChg>
    </pc:docChg>
  </pc:docChgLst>
  <pc:docChgLst>
    <pc:chgData name="Yuliia Serhiienko (IMK)" userId="S::imk@simcorp.com::edd23dcc-9af8-4661-8842-9e32cdbf806d" providerId="AD" clId="Web-{68C9163F-C9FA-B518-3913-4D1A9990655F}"/>
    <pc:docChg chg="modSld">
      <pc:chgData name="Yuliia Serhiienko (IMK)" userId="S::imk@simcorp.com::edd23dcc-9af8-4661-8842-9e32cdbf806d" providerId="AD" clId="Web-{68C9163F-C9FA-B518-3913-4D1A9990655F}" dt="2021-11-13T14:28:11.723" v="3"/>
      <pc:docMkLst>
        <pc:docMk/>
      </pc:docMkLst>
      <pc:sldChg chg="modSp">
        <pc:chgData name="Yuliia Serhiienko (IMK)" userId="S::imk@simcorp.com::edd23dcc-9af8-4661-8842-9e32cdbf806d" providerId="AD" clId="Web-{68C9163F-C9FA-B518-3913-4D1A9990655F}" dt="2021-11-13T14:28:11.723" v="3"/>
        <pc:sldMkLst>
          <pc:docMk/>
          <pc:sldMk cId="3245542654" sldId="386"/>
        </pc:sldMkLst>
        <pc:spChg chg="mod">
          <ac:chgData name="Yuliia Serhiienko (IMK)" userId="S::imk@simcorp.com::edd23dcc-9af8-4661-8842-9e32cdbf806d" providerId="AD" clId="Web-{68C9163F-C9FA-B518-3913-4D1A9990655F}" dt="2021-11-13T14:28:11.723" v="3"/>
          <ac:spMkLst>
            <pc:docMk/>
            <pc:sldMk cId="3245542654" sldId="386"/>
            <ac:spMk id="5" creationId="{C6F6F0DC-C3F8-4FDC-9B5A-732455194949}"/>
          </ac:spMkLst>
        </pc:spChg>
      </pc:sldChg>
    </pc:docChg>
  </pc:docChgLst>
  <pc:docChgLst>
    <pc:chgData name="Serhii Harmash" userId="19965dc1-3670-4089-9e09-ab6aab33a005" providerId="ADAL" clId="{70B4E90B-F3E9-472B-97A4-31B8CBFAD141}"/>
    <pc:docChg chg="undo redo custSel addSld delSld modSld sldOrd modSection">
      <pc:chgData name="Serhii Harmash" userId="19965dc1-3670-4089-9e09-ab6aab33a005" providerId="ADAL" clId="{70B4E90B-F3E9-472B-97A4-31B8CBFAD141}" dt="2021-11-25T19:36:34.591" v="5074" actId="113"/>
      <pc:docMkLst>
        <pc:docMk/>
      </pc:docMkLst>
      <pc:sldChg chg="modSp mod">
        <pc:chgData name="Serhii Harmash" userId="19965dc1-3670-4089-9e09-ab6aab33a005" providerId="ADAL" clId="{70B4E90B-F3E9-472B-97A4-31B8CBFAD141}" dt="2021-11-04T18:02:49.517" v="4714" actId="20577"/>
        <pc:sldMkLst>
          <pc:docMk/>
          <pc:sldMk cId="738792783" sldId="282"/>
        </pc:sldMkLst>
        <pc:spChg chg="mod">
          <ac:chgData name="Serhii Harmash" userId="19965dc1-3670-4089-9e09-ab6aab33a005" providerId="ADAL" clId="{70B4E90B-F3E9-472B-97A4-31B8CBFAD141}" dt="2021-11-04T18:02:49.517" v="4714" actId="20577"/>
          <ac:spMkLst>
            <pc:docMk/>
            <pc:sldMk cId="738792783" sldId="282"/>
            <ac:spMk id="5" creationId="{67E8D471-BA5C-4AAC-A2C9-82DB42DEB307}"/>
          </ac:spMkLst>
        </pc:spChg>
      </pc:sldChg>
      <pc:sldChg chg="modSp mod">
        <pc:chgData name="Serhii Harmash" userId="19965dc1-3670-4089-9e09-ab6aab33a005" providerId="ADAL" clId="{70B4E90B-F3E9-472B-97A4-31B8CBFAD141}" dt="2021-11-04T17:37:18.254" v="3929" actId="20577"/>
        <pc:sldMkLst>
          <pc:docMk/>
          <pc:sldMk cId="197362349" sldId="312"/>
        </pc:sldMkLst>
        <pc:spChg chg="mod">
          <ac:chgData name="Serhii Harmash" userId="19965dc1-3670-4089-9e09-ab6aab33a005" providerId="ADAL" clId="{70B4E90B-F3E9-472B-97A4-31B8CBFAD141}" dt="2021-11-04T17:37:18.254" v="3929" actId="20577"/>
          <ac:spMkLst>
            <pc:docMk/>
            <pc:sldMk cId="197362349" sldId="312"/>
            <ac:spMk id="5" creationId="{F18404E4-18F7-42F9-A985-AE92D9B78CDB}"/>
          </ac:spMkLst>
        </pc:spChg>
      </pc:sldChg>
      <pc:sldChg chg="modSp mod">
        <pc:chgData name="Serhii Harmash" userId="19965dc1-3670-4089-9e09-ab6aab33a005" providerId="ADAL" clId="{70B4E90B-F3E9-472B-97A4-31B8CBFAD141}" dt="2021-11-25T19:31:31.381" v="5061" actId="20577"/>
        <pc:sldMkLst>
          <pc:docMk/>
          <pc:sldMk cId="3754985677" sldId="313"/>
        </pc:sldMkLst>
        <pc:spChg chg="mod">
          <ac:chgData name="Serhii Harmash" userId="19965dc1-3670-4089-9e09-ab6aab33a005" providerId="ADAL" clId="{70B4E90B-F3E9-472B-97A4-31B8CBFAD141}" dt="2021-11-25T19:31:31.381" v="5061" actId="20577"/>
          <ac:spMkLst>
            <pc:docMk/>
            <pc:sldMk cId="3754985677" sldId="313"/>
            <ac:spMk id="5" creationId="{B22E2498-B8A9-450E-AB92-DD948BC0BD57}"/>
          </ac:spMkLst>
        </pc:spChg>
        <pc:spChg chg="mod">
          <ac:chgData name="Serhii Harmash" userId="19965dc1-3670-4089-9e09-ab6aab33a005" providerId="ADAL" clId="{70B4E90B-F3E9-472B-97A4-31B8CBFAD141}" dt="2021-11-04T15:28:23.521" v="64" actId="1076"/>
          <ac:spMkLst>
            <pc:docMk/>
            <pc:sldMk cId="3754985677" sldId="313"/>
            <ac:spMk id="9" creationId="{40E05D42-F36F-435B-A8EC-EF215D4206E0}"/>
          </ac:spMkLst>
        </pc:spChg>
        <pc:cxnChg chg="mod">
          <ac:chgData name="Serhii Harmash" userId="19965dc1-3670-4089-9e09-ab6aab33a005" providerId="ADAL" clId="{70B4E90B-F3E9-472B-97A4-31B8CBFAD141}" dt="2021-11-04T15:28:21.536" v="63" actId="14100"/>
          <ac:cxnSpMkLst>
            <pc:docMk/>
            <pc:sldMk cId="3754985677" sldId="313"/>
            <ac:cxnSpMk id="8" creationId="{9974A268-106D-45AC-91C8-B637A6043E7F}"/>
          </ac:cxnSpMkLst>
        </pc:cxnChg>
      </pc:sldChg>
      <pc:sldChg chg="modSp mod">
        <pc:chgData name="Serhii Harmash" userId="19965dc1-3670-4089-9e09-ab6aab33a005" providerId="ADAL" clId="{70B4E90B-F3E9-472B-97A4-31B8CBFAD141}" dt="2021-11-05T14:38:38.368" v="4883" actId="108"/>
        <pc:sldMkLst>
          <pc:docMk/>
          <pc:sldMk cId="2538826510" sldId="324"/>
        </pc:sldMkLst>
        <pc:spChg chg="mod">
          <ac:chgData name="Serhii Harmash" userId="19965dc1-3670-4089-9e09-ab6aab33a005" providerId="ADAL" clId="{70B4E90B-F3E9-472B-97A4-31B8CBFAD141}" dt="2021-11-05T14:38:38.368" v="4883" actId="108"/>
          <ac:spMkLst>
            <pc:docMk/>
            <pc:sldMk cId="2538826510" sldId="324"/>
            <ac:spMk id="5" creationId="{C6F6F0DC-C3F8-4FDC-9B5A-732455194949}"/>
          </ac:spMkLst>
        </pc:spChg>
      </pc:sldChg>
      <pc:sldChg chg="modSp mod">
        <pc:chgData name="Serhii Harmash" userId="19965dc1-3670-4089-9e09-ab6aab33a005" providerId="ADAL" clId="{70B4E90B-F3E9-472B-97A4-31B8CBFAD141}" dt="2021-11-25T19:36:08.234" v="5072" actId="20577"/>
        <pc:sldMkLst>
          <pc:docMk/>
          <pc:sldMk cId="407905509" sldId="327"/>
        </pc:sldMkLst>
        <pc:spChg chg="mod">
          <ac:chgData name="Serhii Harmash" userId="19965dc1-3670-4089-9e09-ab6aab33a005" providerId="ADAL" clId="{70B4E90B-F3E9-472B-97A4-31B8CBFAD141}" dt="2021-11-25T19:36:08.234" v="5072" actId="20577"/>
          <ac:spMkLst>
            <pc:docMk/>
            <pc:sldMk cId="407905509" sldId="327"/>
            <ac:spMk id="8" creationId="{3D8963B8-342B-4C4E-963C-28A21A699F50}"/>
          </ac:spMkLst>
        </pc:spChg>
      </pc:sldChg>
      <pc:sldChg chg="modSp mod">
        <pc:chgData name="Serhii Harmash" userId="19965dc1-3670-4089-9e09-ab6aab33a005" providerId="ADAL" clId="{70B4E90B-F3E9-472B-97A4-31B8CBFAD141}" dt="2021-11-05T10:48:38.100" v="4733"/>
        <pc:sldMkLst>
          <pc:docMk/>
          <pc:sldMk cId="2327942143" sldId="328"/>
        </pc:sldMkLst>
        <pc:spChg chg="mod">
          <ac:chgData name="Serhii Harmash" userId="19965dc1-3670-4089-9e09-ab6aab33a005" providerId="ADAL" clId="{70B4E90B-F3E9-472B-97A4-31B8CBFAD141}" dt="2021-11-05T10:48:38.100" v="4733"/>
          <ac:spMkLst>
            <pc:docMk/>
            <pc:sldMk cId="2327942143" sldId="328"/>
            <ac:spMk id="5" creationId="{2E95EA2A-0338-4514-968F-D26E319C6B0D}"/>
          </ac:spMkLst>
        </pc:spChg>
      </pc:sldChg>
      <pc:sldChg chg="modSp mod">
        <pc:chgData name="Serhii Harmash" userId="19965dc1-3670-4089-9e09-ab6aab33a005" providerId="ADAL" clId="{70B4E90B-F3E9-472B-97A4-31B8CBFAD141}" dt="2021-11-04T17:46:03.254" v="4236" actId="20577"/>
        <pc:sldMkLst>
          <pc:docMk/>
          <pc:sldMk cId="484700786" sldId="341"/>
        </pc:sldMkLst>
        <pc:spChg chg="mod">
          <ac:chgData name="Serhii Harmash" userId="19965dc1-3670-4089-9e09-ab6aab33a005" providerId="ADAL" clId="{70B4E90B-F3E9-472B-97A4-31B8CBFAD141}" dt="2021-11-04T17:46:03.254" v="4236" actId="20577"/>
          <ac:spMkLst>
            <pc:docMk/>
            <pc:sldMk cId="484700786" sldId="341"/>
            <ac:spMk id="5" creationId="{7043D923-59F3-437A-BF93-12F9D7C4212A}"/>
          </ac:spMkLst>
        </pc:spChg>
      </pc:sldChg>
      <pc:sldChg chg="modSp mod modNotesTx">
        <pc:chgData name="Serhii Harmash" userId="19965dc1-3670-4089-9e09-ab6aab33a005" providerId="ADAL" clId="{70B4E90B-F3E9-472B-97A4-31B8CBFAD141}" dt="2021-11-05T14:37:18.273" v="4866" actId="108"/>
        <pc:sldMkLst>
          <pc:docMk/>
          <pc:sldMk cId="956190630" sldId="343"/>
        </pc:sldMkLst>
        <pc:spChg chg="mod">
          <ac:chgData name="Serhii Harmash" userId="19965dc1-3670-4089-9e09-ab6aab33a005" providerId="ADAL" clId="{70B4E90B-F3E9-472B-97A4-31B8CBFAD141}" dt="2021-11-05T14:37:18.273" v="4866" actId="108"/>
          <ac:spMkLst>
            <pc:docMk/>
            <pc:sldMk cId="956190630" sldId="343"/>
            <ac:spMk id="5" creationId="{1ACAF619-A031-4489-9FCA-68A868FDBF23}"/>
          </ac:spMkLst>
        </pc:spChg>
      </pc:sldChg>
      <pc:sldChg chg="modSp mod">
        <pc:chgData name="Serhii Harmash" userId="19965dc1-3670-4089-9e09-ab6aab33a005" providerId="ADAL" clId="{70B4E90B-F3E9-472B-97A4-31B8CBFAD141}" dt="2021-11-05T14:37:57.431" v="4876" actId="108"/>
        <pc:sldMkLst>
          <pc:docMk/>
          <pc:sldMk cId="1579301088" sldId="349"/>
        </pc:sldMkLst>
        <pc:spChg chg="mod">
          <ac:chgData name="Serhii Harmash" userId="19965dc1-3670-4089-9e09-ab6aab33a005" providerId="ADAL" clId="{70B4E90B-F3E9-472B-97A4-31B8CBFAD141}" dt="2021-11-05T14:37:57.431" v="4876" actId="108"/>
          <ac:spMkLst>
            <pc:docMk/>
            <pc:sldMk cId="1579301088" sldId="349"/>
            <ac:spMk id="5" creationId="{1ACAF619-A031-4489-9FCA-68A868FDBF23}"/>
          </ac:spMkLst>
        </pc:spChg>
      </pc:sldChg>
      <pc:sldChg chg="modSp mod">
        <pc:chgData name="Serhii Harmash" userId="19965dc1-3670-4089-9e09-ab6aab33a005" providerId="ADAL" clId="{70B4E90B-F3E9-472B-97A4-31B8CBFAD141}" dt="2021-11-05T14:38:20.422" v="4882" actId="108"/>
        <pc:sldMkLst>
          <pc:docMk/>
          <pc:sldMk cId="1908949670" sldId="350"/>
        </pc:sldMkLst>
        <pc:spChg chg="mod">
          <ac:chgData name="Serhii Harmash" userId="19965dc1-3670-4089-9e09-ab6aab33a005" providerId="ADAL" clId="{70B4E90B-F3E9-472B-97A4-31B8CBFAD141}" dt="2021-11-05T14:38:20.422" v="4882" actId="108"/>
          <ac:spMkLst>
            <pc:docMk/>
            <pc:sldMk cId="1908949670" sldId="350"/>
            <ac:spMk id="5" creationId="{1ACAF619-A031-4489-9FCA-68A868FDBF23}"/>
          </ac:spMkLst>
        </pc:spChg>
      </pc:sldChg>
      <pc:sldChg chg="modSp mod">
        <pc:chgData name="Serhii Harmash" userId="19965dc1-3670-4089-9e09-ab6aab33a005" providerId="ADAL" clId="{70B4E90B-F3E9-472B-97A4-31B8CBFAD141}" dt="2021-11-04T15:27:33.336" v="44" actId="255"/>
        <pc:sldMkLst>
          <pc:docMk/>
          <pc:sldMk cId="4130071906" sldId="354"/>
        </pc:sldMkLst>
        <pc:spChg chg="mod">
          <ac:chgData name="Serhii Harmash" userId="19965dc1-3670-4089-9e09-ab6aab33a005" providerId="ADAL" clId="{70B4E90B-F3E9-472B-97A4-31B8CBFAD141}" dt="2021-11-04T15:26:24.784" v="25" actId="20577"/>
          <ac:spMkLst>
            <pc:docMk/>
            <pc:sldMk cId="4130071906" sldId="354"/>
            <ac:spMk id="7" creationId="{54FB7AAB-6FB2-4215-8E9E-1824ACA339E5}"/>
          </ac:spMkLst>
        </pc:spChg>
        <pc:spChg chg="mod">
          <ac:chgData name="Serhii Harmash" userId="19965dc1-3670-4089-9e09-ab6aab33a005" providerId="ADAL" clId="{70B4E90B-F3E9-472B-97A4-31B8CBFAD141}" dt="2021-11-04T15:27:33.336" v="44" actId="255"/>
          <ac:spMkLst>
            <pc:docMk/>
            <pc:sldMk cId="4130071906" sldId="354"/>
            <ac:spMk id="9" creationId="{82938C7B-D1B1-470F-810A-035A289479AA}"/>
          </ac:spMkLst>
        </pc:spChg>
      </pc:sldChg>
      <pc:sldChg chg="modSp mod">
        <pc:chgData name="Serhii Harmash" userId="19965dc1-3670-4089-9e09-ab6aab33a005" providerId="ADAL" clId="{70B4E90B-F3E9-472B-97A4-31B8CBFAD141}" dt="2021-11-04T17:37:23.196" v="3931" actId="20577"/>
        <pc:sldMkLst>
          <pc:docMk/>
          <pc:sldMk cId="4271737745" sldId="355"/>
        </pc:sldMkLst>
        <pc:spChg chg="mod">
          <ac:chgData name="Serhii Harmash" userId="19965dc1-3670-4089-9e09-ab6aab33a005" providerId="ADAL" clId="{70B4E90B-F3E9-472B-97A4-31B8CBFAD141}" dt="2021-11-04T17:37:23.196" v="3931" actId="20577"/>
          <ac:spMkLst>
            <pc:docMk/>
            <pc:sldMk cId="4271737745" sldId="355"/>
            <ac:spMk id="5" creationId="{F18404E4-18F7-42F9-A985-AE92D9B78CDB}"/>
          </ac:spMkLst>
        </pc:spChg>
      </pc:sldChg>
      <pc:sldChg chg="addSp delSp modSp mod">
        <pc:chgData name="Serhii Harmash" userId="19965dc1-3670-4089-9e09-ab6aab33a005" providerId="ADAL" clId="{70B4E90B-F3E9-472B-97A4-31B8CBFAD141}" dt="2021-11-04T16:05:41.344" v="567" actId="1076"/>
        <pc:sldMkLst>
          <pc:docMk/>
          <pc:sldMk cId="3707975598" sldId="356"/>
        </pc:sldMkLst>
        <pc:picChg chg="add mod">
          <ac:chgData name="Serhii Harmash" userId="19965dc1-3670-4089-9e09-ab6aab33a005" providerId="ADAL" clId="{70B4E90B-F3E9-472B-97A4-31B8CBFAD141}" dt="2021-11-04T16:05:41.344" v="567" actId="1076"/>
          <ac:picMkLst>
            <pc:docMk/>
            <pc:sldMk cId="3707975598" sldId="356"/>
            <ac:picMk id="6" creationId="{42BEC591-4195-45C3-9AEF-CB10CEC954BE}"/>
          </ac:picMkLst>
        </pc:picChg>
        <pc:picChg chg="del">
          <ac:chgData name="Serhii Harmash" userId="19965dc1-3670-4089-9e09-ab6aab33a005" providerId="ADAL" clId="{70B4E90B-F3E9-472B-97A4-31B8CBFAD141}" dt="2021-11-04T16:01:16.794" v="553" actId="478"/>
          <ac:picMkLst>
            <pc:docMk/>
            <pc:sldMk cId="3707975598" sldId="356"/>
            <ac:picMk id="13" creationId="{F2FBF0D9-E0D7-4BBC-A0C3-4C333A825193}"/>
          </ac:picMkLst>
        </pc:picChg>
      </pc:sldChg>
      <pc:sldChg chg="modSp mod">
        <pc:chgData name="Serhii Harmash" userId="19965dc1-3670-4089-9e09-ab6aab33a005" providerId="ADAL" clId="{70B4E90B-F3E9-472B-97A4-31B8CBFAD141}" dt="2021-11-25T19:31:35.359" v="5062" actId="20577"/>
        <pc:sldMkLst>
          <pc:docMk/>
          <pc:sldMk cId="1725090170" sldId="366"/>
        </pc:sldMkLst>
        <pc:spChg chg="mod">
          <ac:chgData name="Serhii Harmash" userId="19965dc1-3670-4089-9e09-ab6aab33a005" providerId="ADAL" clId="{70B4E90B-F3E9-472B-97A4-31B8CBFAD141}" dt="2021-11-25T19:31:35.359" v="5062" actId="20577"/>
          <ac:spMkLst>
            <pc:docMk/>
            <pc:sldMk cId="1725090170" sldId="366"/>
            <ac:spMk id="7" creationId="{09574842-BB69-4208-BFDA-F5BAC2E8F5C1}"/>
          </ac:spMkLst>
        </pc:spChg>
      </pc:sldChg>
      <pc:sldChg chg="addSp delSp modSp mod">
        <pc:chgData name="Serhii Harmash" userId="19965dc1-3670-4089-9e09-ab6aab33a005" providerId="ADAL" clId="{70B4E90B-F3E9-472B-97A4-31B8CBFAD141}" dt="2021-11-04T17:40:00.749" v="3988" actId="20577"/>
        <pc:sldMkLst>
          <pc:docMk/>
          <pc:sldMk cId="4023806641" sldId="367"/>
        </pc:sldMkLst>
        <pc:spChg chg="mod">
          <ac:chgData name="Serhii Harmash" userId="19965dc1-3670-4089-9e09-ab6aab33a005" providerId="ADAL" clId="{70B4E90B-F3E9-472B-97A4-31B8CBFAD141}" dt="2021-11-04T17:40:00.749" v="3988" actId="20577"/>
          <ac:spMkLst>
            <pc:docMk/>
            <pc:sldMk cId="4023806641" sldId="367"/>
            <ac:spMk id="8" creationId="{16F4693B-2148-44A1-B730-6FA85132483A}"/>
          </ac:spMkLst>
        </pc:spChg>
        <pc:spChg chg="mod">
          <ac:chgData name="Serhii Harmash" userId="19965dc1-3670-4089-9e09-ab6aab33a005" providerId="ADAL" clId="{70B4E90B-F3E9-472B-97A4-31B8CBFAD141}" dt="2021-11-04T17:38:06.955" v="3966" actId="20577"/>
          <ac:spMkLst>
            <pc:docMk/>
            <pc:sldMk cId="4023806641" sldId="367"/>
            <ac:spMk id="10" creationId="{8412C139-BB87-4E96-9CBA-458647DD237E}"/>
          </ac:spMkLst>
        </pc:spChg>
        <pc:picChg chg="add mod ord">
          <ac:chgData name="Serhii Harmash" userId="19965dc1-3670-4089-9e09-ab6aab33a005" providerId="ADAL" clId="{70B4E90B-F3E9-472B-97A4-31B8CBFAD141}" dt="2021-11-04T17:39:23.212" v="3976" actId="1076"/>
          <ac:picMkLst>
            <pc:docMk/>
            <pc:sldMk cId="4023806641" sldId="367"/>
            <ac:picMk id="6" creationId="{A3EADCFC-D2FC-45D7-9AA9-72D1B26F7472}"/>
          </ac:picMkLst>
        </pc:picChg>
        <pc:picChg chg="del">
          <ac:chgData name="Serhii Harmash" userId="19965dc1-3670-4089-9e09-ab6aab33a005" providerId="ADAL" clId="{70B4E90B-F3E9-472B-97A4-31B8CBFAD141}" dt="2021-11-04T17:39:12.075" v="3967" actId="478"/>
          <ac:picMkLst>
            <pc:docMk/>
            <pc:sldMk cId="4023806641" sldId="367"/>
            <ac:picMk id="12" creationId="{8BE81505-17A0-419A-BC19-754B394FFDF9}"/>
          </ac:picMkLst>
        </pc:picChg>
      </pc:sldChg>
      <pc:sldChg chg="modSp mod">
        <pc:chgData name="Serhii Harmash" userId="19965dc1-3670-4089-9e09-ab6aab33a005" providerId="ADAL" clId="{70B4E90B-F3E9-472B-97A4-31B8CBFAD141}" dt="2021-11-04T17:58:59.874" v="4558" actId="20577"/>
        <pc:sldMkLst>
          <pc:docMk/>
          <pc:sldMk cId="201165163" sldId="368"/>
        </pc:sldMkLst>
        <pc:spChg chg="mod">
          <ac:chgData name="Serhii Harmash" userId="19965dc1-3670-4089-9e09-ab6aab33a005" providerId="ADAL" clId="{70B4E90B-F3E9-472B-97A4-31B8CBFAD141}" dt="2021-11-04T17:58:59.874" v="4558" actId="20577"/>
          <ac:spMkLst>
            <pc:docMk/>
            <pc:sldMk cId="201165163" sldId="368"/>
            <ac:spMk id="3" creationId="{F0CBCAD3-45FA-478A-8477-E9E2CD8B9BC0}"/>
          </ac:spMkLst>
        </pc:spChg>
        <pc:spChg chg="mod">
          <ac:chgData name="Serhii Harmash" userId="19965dc1-3670-4089-9e09-ab6aab33a005" providerId="ADAL" clId="{70B4E90B-F3E9-472B-97A4-31B8CBFAD141}" dt="2021-11-04T17:47:15.726" v="4265" actId="20577"/>
          <ac:spMkLst>
            <pc:docMk/>
            <pc:sldMk cId="201165163" sldId="368"/>
            <ac:spMk id="5" creationId="{52B3DF3A-5C4B-49CD-8B3D-F55E1B27C706}"/>
          </ac:spMkLst>
        </pc:spChg>
        <pc:spChg chg="mod">
          <ac:chgData name="Serhii Harmash" userId="19965dc1-3670-4089-9e09-ab6aab33a005" providerId="ADAL" clId="{70B4E90B-F3E9-472B-97A4-31B8CBFAD141}" dt="2021-11-04T17:47:24.711" v="4266" actId="20577"/>
          <ac:spMkLst>
            <pc:docMk/>
            <pc:sldMk cId="201165163" sldId="368"/>
            <ac:spMk id="8" creationId="{74FFCF96-DFE2-4804-B927-2BE802E5B85E}"/>
          </ac:spMkLst>
        </pc:spChg>
      </pc:sldChg>
      <pc:sldChg chg="modSp mod">
        <pc:chgData name="Serhii Harmash" userId="19965dc1-3670-4089-9e09-ab6aab33a005" providerId="ADAL" clId="{70B4E90B-F3E9-472B-97A4-31B8CBFAD141}" dt="2021-11-04T17:59:05.393" v="4559" actId="20577"/>
        <pc:sldMkLst>
          <pc:docMk/>
          <pc:sldMk cId="3350131881" sldId="369"/>
        </pc:sldMkLst>
        <pc:spChg chg="mod">
          <ac:chgData name="Serhii Harmash" userId="19965dc1-3670-4089-9e09-ab6aab33a005" providerId="ADAL" clId="{70B4E90B-F3E9-472B-97A4-31B8CBFAD141}" dt="2021-11-04T17:59:05.393" v="4559" actId="20577"/>
          <ac:spMkLst>
            <pc:docMk/>
            <pc:sldMk cId="3350131881" sldId="369"/>
            <ac:spMk id="3" creationId="{EBFC67F1-E82E-4477-8DAF-2679EDA5D280}"/>
          </ac:spMkLst>
        </pc:spChg>
      </pc:sldChg>
      <pc:sldChg chg="modSp mod">
        <pc:chgData name="Serhii Harmash" userId="19965dc1-3670-4089-9e09-ab6aab33a005" providerId="ADAL" clId="{70B4E90B-F3E9-472B-97A4-31B8CBFAD141}" dt="2021-11-04T17:58:57.774" v="4557" actId="20577"/>
        <pc:sldMkLst>
          <pc:docMk/>
          <pc:sldMk cId="682310171" sldId="370"/>
        </pc:sldMkLst>
        <pc:spChg chg="mod">
          <ac:chgData name="Serhii Harmash" userId="19965dc1-3670-4089-9e09-ab6aab33a005" providerId="ADAL" clId="{70B4E90B-F3E9-472B-97A4-31B8CBFAD141}" dt="2021-11-04T17:58:57.774" v="4557" actId="20577"/>
          <ac:spMkLst>
            <pc:docMk/>
            <pc:sldMk cId="682310171" sldId="370"/>
            <ac:spMk id="3" creationId="{F0CBCAD3-45FA-478A-8477-E9E2CD8B9BC0}"/>
          </ac:spMkLst>
        </pc:spChg>
        <pc:spChg chg="mod">
          <ac:chgData name="Serhii Harmash" userId="19965dc1-3670-4089-9e09-ab6aab33a005" providerId="ADAL" clId="{70B4E90B-F3E9-472B-97A4-31B8CBFAD141}" dt="2021-11-04T17:41:20.959" v="4057" actId="20577"/>
          <ac:spMkLst>
            <pc:docMk/>
            <pc:sldMk cId="682310171" sldId="370"/>
            <ac:spMk id="5" creationId="{52B3DF3A-5C4B-49CD-8B3D-F55E1B27C706}"/>
          </ac:spMkLst>
        </pc:spChg>
      </pc:sldChg>
      <pc:sldChg chg="modSp mod">
        <pc:chgData name="Serhii Harmash" userId="19965dc1-3670-4089-9e09-ab6aab33a005" providerId="ADAL" clId="{70B4E90B-F3E9-472B-97A4-31B8CBFAD141}" dt="2021-11-04T17:59:07.371" v="4560" actId="20577"/>
        <pc:sldMkLst>
          <pc:docMk/>
          <pc:sldMk cId="2585267098" sldId="371"/>
        </pc:sldMkLst>
        <pc:spChg chg="mod">
          <ac:chgData name="Serhii Harmash" userId="19965dc1-3670-4089-9e09-ab6aab33a005" providerId="ADAL" clId="{70B4E90B-F3E9-472B-97A4-31B8CBFAD141}" dt="2021-11-04T17:59:07.371" v="4560" actId="20577"/>
          <ac:spMkLst>
            <pc:docMk/>
            <pc:sldMk cId="2585267098" sldId="371"/>
            <ac:spMk id="3" creationId="{EBFC67F1-E82E-4477-8DAF-2679EDA5D280}"/>
          </ac:spMkLst>
        </pc:spChg>
      </pc:sldChg>
      <pc:sldChg chg="modSp mod">
        <pc:chgData name="Serhii Harmash" userId="19965dc1-3670-4089-9e09-ab6aab33a005" providerId="ADAL" clId="{70B4E90B-F3E9-472B-97A4-31B8CBFAD141}" dt="2021-11-04T17:59:11.421" v="4561" actId="20577"/>
        <pc:sldMkLst>
          <pc:docMk/>
          <pc:sldMk cId="1598095165" sldId="372"/>
        </pc:sldMkLst>
        <pc:spChg chg="mod">
          <ac:chgData name="Serhii Harmash" userId="19965dc1-3670-4089-9e09-ab6aab33a005" providerId="ADAL" clId="{70B4E90B-F3E9-472B-97A4-31B8CBFAD141}" dt="2021-11-04T17:59:11.421" v="4561" actId="20577"/>
          <ac:spMkLst>
            <pc:docMk/>
            <pc:sldMk cId="1598095165" sldId="372"/>
            <ac:spMk id="3" creationId="{EBFC67F1-E82E-4477-8DAF-2679EDA5D280}"/>
          </ac:spMkLst>
        </pc:spChg>
      </pc:sldChg>
      <pc:sldChg chg="modSp mod">
        <pc:chgData name="Serhii Harmash" userId="19965dc1-3670-4089-9e09-ab6aab33a005" providerId="ADAL" clId="{70B4E90B-F3E9-472B-97A4-31B8CBFAD141}" dt="2021-11-04T17:45:25.606" v="4202" actId="20577"/>
        <pc:sldMkLst>
          <pc:docMk/>
          <pc:sldMk cId="263883743" sldId="375"/>
        </pc:sldMkLst>
        <pc:spChg chg="mod">
          <ac:chgData name="Serhii Harmash" userId="19965dc1-3670-4089-9e09-ab6aab33a005" providerId="ADAL" clId="{70B4E90B-F3E9-472B-97A4-31B8CBFAD141}" dt="2021-11-04T17:45:25.606" v="4202" actId="20577"/>
          <ac:spMkLst>
            <pc:docMk/>
            <pc:sldMk cId="263883743" sldId="375"/>
            <ac:spMk id="5" creationId="{7043D923-59F3-437A-BF93-12F9D7C4212A}"/>
          </ac:spMkLst>
        </pc:spChg>
      </pc:sldChg>
      <pc:sldChg chg="addSp modSp add mod">
        <pc:chgData name="Serhii Harmash" userId="19965dc1-3670-4089-9e09-ab6aab33a005" providerId="ADAL" clId="{70B4E90B-F3E9-472B-97A4-31B8CBFAD141}" dt="2021-11-05T14:39:29.381" v="4892" actId="108"/>
        <pc:sldMkLst>
          <pc:docMk/>
          <pc:sldMk cId="2026036710" sldId="376"/>
        </pc:sldMkLst>
        <pc:spChg chg="mod">
          <ac:chgData name="Serhii Harmash" userId="19965dc1-3670-4089-9e09-ab6aab33a005" providerId="ADAL" clId="{70B4E90B-F3E9-472B-97A4-31B8CBFAD141}" dt="2021-11-04T17:59:50.559" v="4569"/>
          <ac:spMkLst>
            <pc:docMk/>
            <pc:sldMk cId="2026036710" sldId="376"/>
            <ac:spMk id="2" creationId="{010E58EA-A277-4886-9986-0A62A386A31A}"/>
          </ac:spMkLst>
        </pc:spChg>
        <pc:spChg chg="mod">
          <ac:chgData name="Serhii Harmash" userId="19965dc1-3670-4089-9e09-ab6aab33a005" providerId="ADAL" clId="{70B4E90B-F3E9-472B-97A4-31B8CBFAD141}" dt="2021-11-04T18:00:48.072" v="4599" actId="20577"/>
          <ac:spMkLst>
            <pc:docMk/>
            <pc:sldMk cId="2026036710" sldId="376"/>
            <ac:spMk id="4" creationId="{DDBC2D64-0A68-40F6-8D4E-FABF9282906C}"/>
          </ac:spMkLst>
        </pc:spChg>
        <pc:spChg chg="add mod">
          <ac:chgData name="Serhii Harmash" userId="19965dc1-3670-4089-9e09-ab6aab33a005" providerId="ADAL" clId="{70B4E90B-F3E9-472B-97A4-31B8CBFAD141}" dt="2021-11-04T16:30:34.867" v="2044" actId="1076"/>
          <ac:spMkLst>
            <pc:docMk/>
            <pc:sldMk cId="2026036710" sldId="376"/>
            <ac:spMk id="5" creationId="{E80CAC2B-65E2-440F-AC98-FD9520F85E2C}"/>
          </ac:spMkLst>
        </pc:spChg>
        <pc:spChg chg="mod">
          <ac:chgData name="Serhii Harmash" userId="19965dc1-3670-4089-9e09-ab6aab33a005" providerId="ADAL" clId="{70B4E90B-F3E9-472B-97A4-31B8CBFAD141}" dt="2021-11-05T14:39:29.381" v="4892" actId="108"/>
          <ac:spMkLst>
            <pc:docMk/>
            <pc:sldMk cId="2026036710" sldId="376"/>
            <ac:spMk id="6" creationId="{EB707917-C3E8-498F-A645-F3B509C26421}"/>
          </ac:spMkLst>
        </pc:spChg>
        <pc:spChg chg="add mod">
          <ac:chgData name="Serhii Harmash" userId="19965dc1-3670-4089-9e09-ab6aab33a005" providerId="ADAL" clId="{70B4E90B-F3E9-472B-97A4-31B8CBFAD141}" dt="2021-11-04T16:32:07.605" v="2178" actId="20577"/>
          <ac:spMkLst>
            <pc:docMk/>
            <pc:sldMk cId="2026036710" sldId="376"/>
            <ac:spMk id="11" creationId="{D75F3A24-7935-4C06-A3CE-FE83DF540948}"/>
          </ac:spMkLst>
        </pc:spChg>
        <pc:spChg chg="add mod">
          <ac:chgData name="Serhii Harmash" userId="19965dc1-3670-4089-9e09-ab6aab33a005" providerId="ADAL" clId="{70B4E90B-F3E9-472B-97A4-31B8CBFAD141}" dt="2021-11-04T16:33:09.822" v="2202"/>
          <ac:spMkLst>
            <pc:docMk/>
            <pc:sldMk cId="2026036710" sldId="376"/>
            <ac:spMk id="15" creationId="{6D339C2D-194D-4A95-8659-5D0FD0359C4F}"/>
          </ac:spMkLst>
        </pc:spChg>
        <pc:cxnChg chg="add mod">
          <ac:chgData name="Serhii Harmash" userId="19965dc1-3670-4089-9e09-ab6aab33a005" providerId="ADAL" clId="{70B4E90B-F3E9-472B-97A4-31B8CBFAD141}" dt="2021-11-04T16:32:22.350" v="2180" actId="14100"/>
          <ac:cxnSpMkLst>
            <pc:docMk/>
            <pc:sldMk cId="2026036710" sldId="376"/>
            <ac:cxnSpMk id="8" creationId="{46C16E9A-71ED-4D49-9141-12CB31CFB33F}"/>
          </ac:cxnSpMkLst>
        </pc:cxnChg>
        <pc:cxnChg chg="add mod">
          <ac:chgData name="Serhii Harmash" userId="19965dc1-3670-4089-9e09-ab6aab33a005" providerId="ADAL" clId="{70B4E90B-F3E9-472B-97A4-31B8CBFAD141}" dt="2021-11-04T16:32:36.249" v="2182" actId="1076"/>
          <ac:cxnSpMkLst>
            <pc:docMk/>
            <pc:sldMk cId="2026036710" sldId="376"/>
            <ac:cxnSpMk id="14" creationId="{A8123C17-804C-43AB-B103-526FDD83060B}"/>
          </ac:cxnSpMkLst>
        </pc:cxnChg>
      </pc:sldChg>
      <pc:sldChg chg="add">
        <pc:chgData name="Serhii Harmash" userId="19965dc1-3670-4089-9e09-ab6aab33a005" providerId="ADAL" clId="{70B4E90B-F3E9-472B-97A4-31B8CBFAD141}" dt="2021-11-04T16:26:43.740" v="1949"/>
        <pc:sldMkLst>
          <pc:docMk/>
          <pc:sldMk cId="1549544522" sldId="377"/>
        </pc:sldMkLst>
      </pc:sldChg>
      <pc:sldChg chg="addSp delSp modSp add mod">
        <pc:chgData name="Serhii Harmash" userId="19965dc1-3670-4089-9e09-ab6aab33a005" providerId="ADAL" clId="{70B4E90B-F3E9-472B-97A4-31B8CBFAD141}" dt="2021-11-04T18:03:02.013" v="4718" actId="6549"/>
        <pc:sldMkLst>
          <pc:docMk/>
          <pc:sldMk cId="2335194546" sldId="378"/>
        </pc:sldMkLst>
        <pc:spChg chg="mod">
          <ac:chgData name="Serhii Harmash" userId="19965dc1-3670-4089-9e09-ab6aab33a005" providerId="ADAL" clId="{70B4E90B-F3E9-472B-97A4-31B8CBFAD141}" dt="2021-11-04T17:58:21.166" v="4535" actId="20577"/>
          <ac:spMkLst>
            <pc:docMk/>
            <pc:sldMk cId="2335194546" sldId="378"/>
            <ac:spMk id="2" creationId="{010E58EA-A277-4886-9986-0A62A386A31A}"/>
          </ac:spMkLst>
        </pc:spChg>
        <pc:spChg chg="mod">
          <ac:chgData name="Serhii Harmash" userId="19965dc1-3670-4089-9e09-ab6aab33a005" providerId="ADAL" clId="{70B4E90B-F3E9-472B-97A4-31B8CBFAD141}" dt="2021-11-04T18:03:02.013" v="4718" actId="6549"/>
          <ac:spMkLst>
            <pc:docMk/>
            <pc:sldMk cId="2335194546" sldId="378"/>
            <ac:spMk id="4" creationId="{DDBC2D64-0A68-40F6-8D4E-FABF9282906C}"/>
          </ac:spMkLst>
        </pc:spChg>
        <pc:spChg chg="del">
          <ac:chgData name="Serhii Harmash" userId="19965dc1-3670-4089-9e09-ab6aab33a005" providerId="ADAL" clId="{70B4E90B-F3E9-472B-97A4-31B8CBFAD141}" dt="2021-11-04T16:38:11.469" v="2304" actId="478"/>
          <ac:spMkLst>
            <pc:docMk/>
            <pc:sldMk cId="2335194546" sldId="378"/>
            <ac:spMk id="5" creationId="{E80CAC2B-65E2-440F-AC98-FD9520F85E2C}"/>
          </ac:spMkLst>
        </pc:spChg>
        <pc:spChg chg="mod">
          <ac:chgData name="Serhii Harmash" userId="19965dc1-3670-4089-9e09-ab6aab33a005" providerId="ADAL" clId="{70B4E90B-F3E9-472B-97A4-31B8CBFAD141}" dt="2021-11-04T16:42:00.115" v="2345" actId="20577"/>
          <ac:spMkLst>
            <pc:docMk/>
            <pc:sldMk cId="2335194546" sldId="378"/>
            <ac:spMk id="6" creationId="{EB707917-C3E8-498F-A645-F3B509C26421}"/>
          </ac:spMkLst>
        </pc:spChg>
        <pc:spChg chg="del">
          <ac:chgData name="Serhii Harmash" userId="19965dc1-3670-4089-9e09-ab6aab33a005" providerId="ADAL" clId="{70B4E90B-F3E9-472B-97A4-31B8CBFAD141}" dt="2021-11-04T16:38:14.359" v="2307" actId="478"/>
          <ac:spMkLst>
            <pc:docMk/>
            <pc:sldMk cId="2335194546" sldId="378"/>
            <ac:spMk id="11" creationId="{D75F3A24-7935-4C06-A3CE-FE83DF540948}"/>
          </ac:spMkLst>
        </pc:spChg>
        <pc:spChg chg="del">
          <ac:chgData name="Serhii Harmash" userId="19965dc1-3670-4089-9e09-ab6aab33a005" providerId="ADAL" clId="{70B4E90B-F3E9-472B-97A4-31B8CBFAD141}" dt="2021-11-04T16:38:12.683" v="2306" actId="478"/>
          <ac:spMkLst>
            <pc:docMk/>
            <pc:sldMk cId="2335194546" sldId="378"/>
            <ac:spMk id="15" creationId="{6D339C2D-194D-4A95-8659-5D0FD0359C4F}"/>
          </ac:spMkLst>
        </pc:spChg>
        <pc:graphicFrameChg chg="add mod modGraphic">
          <ac:chgData name="Serhii Harmash" userId="19965dc1-3670-4089-9e09-ab6aab33a005" providerId="ADAL" clId="{70B4E90B-F3E9-472B-97A4-31B8CBFAD141}" dt="2021-11-04T16:41:44.569" v="2343" actId="113"/>
          <ac:graphicFrameMkLst>
            <pc:docMk/>
            <pc:sldMk cId="2335194546" sldId="378"/>
            <ac:graphicFrameMk id="7" creationId="{379F3B39-5E1D-4D9A-A9CC-1AECC5CE95EE}"/>
          </ac:graphicFrameMkLst>
        </pc:graphicFrameChg>
        <pc:picChg chg="add del mod">
          <ac:chgData name="Serhii Harmash" userId="19965dc1-3670-4089-9e09-ab6aab33a005" providerId="ADAL" clId="{70B4E90B-F3E9-472B-97A4-31B8CBFAD141}" dt="2021-11-04T16:40:16.845" v="2332" actId="478"/>
          <ac:picMkLst>
            <pc:docMk/>
            <pc:sldMk cId="2335194546" sldId="378"/>
            <ac:picMk id="10" creationId="{B96DAA7E-6175-408B-9DB9-62B156BDEAC8}"/>
          </ac:picMkLst>
        </pc:picChg>
        <pc:cxnChg chg="del">
          <ac:chgData name="Serhii Harmash" userId="19965dc1-3670-4089-9e09-ab6aab33a005" providerId="ADAL" clId="{70B4E90B-F3E9-472B-97A4-31B8CBFAD141}" dt="2021-11-04T16:38:14.765" v="2308" actId="478"/>
          <ac:cxnSpMkLst>
            <pc:docMk/>
            <pc:sldMk cId="2335194546" sldId="378"/>
            <ac:cxnSpMk id="8" creationId="{46C16E9A-71ED-4D49-9141-12CB31CFB33F}"/>
          </ac:cxnSpMkLst>
        </pc:cxnChg>
        <pc:cxnChg chg="del">
          <ac:chgData name="Serhii Harmash" userId="19965dc1-3670-4089-9e09-ab6aab33a005" providerId="ADAL" clId="{70B4E90B-F3E9-472B-97A4-31B8CBFAD141}" dt="2021-11-04T16:38:12.276" v="2305" actId="478"/>
          <ac:cxnSpMkLst>
            <pc:docMk/>
            <pc:sldMk cId="2335194546" sldId="378"/>
            <ac:cxnSpMk id="14" creationId="{A8123C17-804C-43AB-B103-526FDD83060B}"/>
          </ac:cxnSpMkLst>
        </pc:cxnChg>
      </pc:sldChg>
      <pc:sldChg chg="addSp delSp modSp add del mod">
        <pc:chgData name="Serhii Harmash" userId="19965dc1-3670-4089-9e09-ab6aab33a005" providerId="ADAL" clId="{70B4E90B-F3E9-472B-97A4-31B8CBFAD141}" dt="2021-11-04T17:10:26.236" v="3065" actId="47"/>
        <pc:sldMkLst>
          <pc:docMk/>
          <pc:sldMk cId="1730327243" sldId="379"/>
        </pc:sldMkLst>
        <pc:spChg chg="mod">
          <ac:chgData name="Serhii Harmash" userId="19965dc1-3670-4089-9e09-ab6aab33a005" providerId="ADAL" clId="{70B4E90B-F3E9-472B-97A4-31B8CBFAD141}" dt="2021-11-04T16:43:38.053" v="2347"/>
          <ac:spMkLst>
            <pc:docMk/>
            <pc:sldMk cId="1730327243" sldId="379"/>
            <ac:spMk id="4" creationId="{DDBC2D64-0A68-40F6-8D4E-FABF9282906C}"/>
          </ac:spMkLst>
        </pc:spChg>
        <pc:spChg chg="add del">
          <ac:chgData name="Serhii Harmash" userId="19965dc1-3670-4089-9e09-ab6aab33a005" providerId="ADAL" clId="{70B4E90B-F3E9-472B-97A4-31B8CBFAD141}" dt="2021-11-04T16:44:25.915" v="2360"/>
          <ac:spMkLst>
            <pc:docMk/>
            <pc:sldMk cId="1730327243" sldId="379"/>
            <ac:spMk id="5" creationId="{BF4B6C73-7A7B-4121-90E9-855B84C45D2A}"/>
          </ac:spMkLst>
        </pc:spChg>
        <pc:spChg chg="mod">
          <ac:chgData name="Serhii Harmash" userId="19965dc1-3670-4089-9e09-ab6aab33a005" providerId="ADAL" clId="{70B4E90B-F3E9-472B-97A4-31B8CBFAD141}" dt="2021-11-04T16:57:11.101" v="2561" actId="20577"/>
          <ac:spMkLst>
            <pc:docMk/>
            <pc:sldMk cId="1730327243" sldId="379"/>
            <ac:spMk id="6" creationId="{EB707917-C3E8-498F-A645-F3B509C26421}"/>
          </ac:spMkLst>
        </pc:spChg>
        <pc:spChg chg="add mod">
          <ac:chgData name="Serhii Harmash" userId="19965dc1-3670-4089-9e09-ab6aab33a005" providerId="ADAL" clId="{70B4E90B-F3E9-472B-97A4-31B8CBFAD141}" dt="2021-11-04T16:57:14.468" v="2564" actId="368"/>
          <ac:spMkLst>
            <pc:docMk/>
            <pc:sldMk cId="1730327243" sldId="379"/>
            <ac:spMk id="8" creationId="{BB684A15-5484-4DD4-AFC1-5CC95F2A230A}"/>
          </ac:spMkLst>
        </pc:spChg>
        <pc:graphicFrameChg chg="del">
          <ac:chgData name="Serhii Harmash" userId="19965dc1-3670-4089-9e09-ab6aab33a005" providerId="ADAL" clId="{70B4E90B-F3E9-472B-97A4-31B8CBFAD141}" dt="2021-11-04T16:44:01.598" v="2349" actId="478"/>
          <ac:graphicFrameMkLst>
            <pc:docMk/>
            <pc:sldMk cId="1730327243" sldId="379"/>
            <ac:graphicFrameMk id="7" creationId="{379F3B39-5E1D-4D9A-A9CC-1AECC5CE95EE}"/>
          </ac:graphicFrameMkLst>
        </pc:graphicFrameChg>
      </pc:sldChg>
      <pc:sldChg chg="addSp delSp modSp add mod">
        <pc:chgData name="Serhii Harmash" userId="19965dc1-3670-4089-9e09-ab6aab33a005" providerId="ADAL" clId="{70B4E90B-F3E9-472B-97A4-31B8CBFAD141}" dt="2021-11-05T14:42:57.196" v="4959" actId="2"/>
        <pc:sldMkLst>
          <pc:docMk/>
          <pc:sldMk cId="556394100" sldId="380"/>
        </pc:sldMkLst>
        <pc:spChg chg="mod">
          <ac:chgData name="Serhii Harmash" userId="19965dc1-3670-4089-9e09-ab6aab33a005" providerId="ADAL" clId="{70B4E90B-F3E9-472B-97A4-31B8CBFAD141}" dt="2021-11-04T17:58:32.431" v="4539"/>
          <ac:spMkLst>
            <pc:docMk/>
            <pc:sldMk cId="556394100" sldId="380"/>
            <ac:spMk id="2" creationId="{010E58EA-A277-4886-9986-0A62A386A31A}"/>
          </ac:spMkLst>
        </pc:spChg>
        <pc:spChg chg="mod">
          <ac:chgData name="Serhii Harmash" userId="19965dc1-3670-4089-9e09-ab6aab33a005" providerId="ADAL" clId="{70B4E90B-F3E9-472B-97A4-31B8CBFAD141}" dt="2021-11-04T16:49:22.136" v="2370" actId="20577"/>
          <ac:spMkLst>
            <pc:docMk/>
            <pc:sldMk cId="556394100" sldId="380"/>
            <ac:spMk id="4" creationId="{DDBC2D64-0A68-40F6-8D4E-FABF9282906C}"/>
          </ac:spMkLst>
        </pc:spChg>
        <pc:spChg chg="add del">
          <ac:chgData name="Serhii Harmash" userId="19965dc1-3670-4089-9e09-ab6aab33a005" providerId="ADAL" clId="{70B4E90B-F3E9-472B-97A4-31B8CBFAD141}" dt="2021-11-04T16:49:33.659" v="2372"/>
          <ac:spMkLst>
            <pc:docMk/>
            <pc:sldMk cId="556394100" sldId="380"/>
            <ac:spMk id="5" creationId="{CC091505-9E99-453C-BF7B-C81A7BF5A325}"/>
          </ac:spMkLst>
        </pc:spChg>
        <pc:spChg chg="mod">
          <ac:chgData name="Serhii Harmash" userId="19965dc1-3670-4089-9e09-ab6aab33a005" providerId="ADAL" clId="{70B4E90B-F3E9-472B-97A4-31B8CBFAD141}" dt="2021-11-04T16:53:22.512" v="2513" actId="6549"/>
          <ac:spMkLst>
            <pc:docMk/>
            <pc:sldMk cId="556394100" sldId="380"/>
            <ac:spMk id="6" creationId="{EB707917-C3E8-498F-A645-F3B509C26421}"/>
          </ac:spMkLst>
        </pc:spChg>
        <pc:spChg chg="add mod">
          <ac:chgData name="Serhii Harmash" userId="19965dc1-3670-4089-9e09-ab6aab33a005" providerId="ADAL" clId="{70B4E90B-F3E9-472B-97A4-31B8CBFAD141}" dt="2021-11-04T16:50:55.744" v="2414" actId="767"/>
          <ac:spMkLst>
            <pc:docMk/>
            <pc:sldMk cId="556394100" sldId="380"/>
            <ac:spMk id="7" creationId="{B09E023E-6E6E-4229-B12F-3E54CFEADF84}"/>
          </ac:spMkLst>
        </pc:spChg>
        <pc:spChg chg="add mod">
          <ac:chgData name="Serhii Harmash" userId="19965dc1-3670-4089-9e09-ab6aab33a005" providerId="ADAL" clId="{70B4E90B-F3E9-472B-97A4-31B8CBFAD141}" dt="2021-11-05T14:42:57.196" v="4959" actId="2"/>
          <ac:spMkLst>
            <pc:docMk/>
            <pc:sldMk cId="556394100" sldId="380"/>
            <ac:spMk id="8" creationId="{852BABAC-F10B-4894-B3C6-15CE4E1F9377}"/>
          </ac:spMkLst>
        </pc:spChg>
        <pc:spChg chg="add mod">
          <ac:chgData name="Serhii Harmash" userId="19965dc1-3670-4089-9e09-ab6aab33a005" providerId="ADAL" clId="{70B4E90B-F3E9-472B-97A4-31B8CBFAD141}" dt="2021-11-04T16:53:12.509" v="2506" actId="164"/>
          <ac:spMkLst>
            <pc:docMk/>
            <pc:sldMk cId="556394100" sldId="380"/>
            <ac:spMk id="9" creationId="{3C88AFBE-4149-4C3D-9100-D6AC22D7B0E3}"/>
          </ac:spMkLst>
        </pc:spChg>
        <pc:grpChg chg="add mod">
          <ac:chgData name="Serhii Harmash" userId="19965dc1-3670-4089-9e09-ab6aab33a005" providerId="ADAL" clId="{70B4E90B-F3E9-472B-97A4-31B8CBFAD141}" dt="2021-11-04T16:53:15.622" v="2507" actId="1076"/>
          <ac:grpSpMkLst>
            <pc:docMk/>
            <pc:sldMk cId="556394100" sldId="380"/>
            <ac:grpSpMk id="15" creationId="{2CC4966F-4919-42A5-B49D-2478753B99EE}"/>
          </ac:grpSpMkLst>
        </pc:grpChg>
        <pc:cxnChg chg="add mod">
          <ac:chgData name="Serhii Harmash" userId="19965dc1-3670-4089-9e09-ab6aab33a005" providerId="ADAL" clId="{70B4E90B-F3E9-472B-97A4-31B8CBFAD141}" dt="2021-11-04T16:53:12.509" v="2506" actId="164"/>
          <ac:cxnSpMkLst>
            <pc:docMk/>
            <pc:sldMk cId="556394100" sldId="380"/>
            <ac:cxnSpMk id="11" creationId="{67255316-3996-4A6C-9F0D-31CA873BE874}"/>
          </ac:cxnSpMkLst>
        </pc:cxnChg>
        <pc:cxnChg chg="add mod">
          <ac:chgData name="Serhii Harmash" userId="19965dc1-3670-4089-9e09-ab6aab33a005" providerId="ADAL" clId="{70B4E90B-F3E9-472B-97A4-31B8CBFAD141}" dt="2021-11-04T16:53:12.509" v="2506" actId="164"/>
          <ac:cxnSpMkLst>
            <pc:docMk/>
            <pc:sldMk cId="556394100" sldId="380"/>
            <ac:cxnSpMk id="12" creationId="{F20307DE-F5D6-47B2-9817-61B9146869A7}"/>
          </ac:cxnSpMkLst>
        </pc:cxnChg>
      </pc:sldChg>
      <pc:sldChg chg="addSp modSp add mod ord">
        <pc:chgData name="Serhii Harmash" userId="19965dc1-3670-4089-9e09-ab6aab33a005" providerId="ADAL" clId="{70B4E90B-F3E9-472B-97A4-31B8CBFAD141}" dt="2021-11-05T14:42:39.696" v="4956" actId="108"/>
        <pc:sldMkLst>
          <pc:docMk/>
          <pc:sldMk cId="2189901577" sldId="381"/>
        </pc:sldMkLst>
        <pc:spChg chg="mod">
          <ac:chgData name="Serhii Harmash" userId="19965dc1-3670-4089-9e09-ab6aab33a005" providerId="ADAL" clId="{70B4E90B-F3E9-472B-97A4-31B8CBFAD141}" dt="2021-11-04T17:58:26.141" v="4536"/>
          <ac:spMkLst>
            <pc:docMk/>
            <pc:sldMk cId="2189901577" sldId="381"/>
            <ac:spMk id="2" creationId="{010E58EA-A277-4886-9986-0A62A386A31A}"/>
          </ac:spMkLst>
        </pc:spChg>
        <pc:spChg chg="mod">
          <ac:chgData name="Serhii Harmash" userId="19965dc1-3670-4089-9e09-ab6aab33a005" providerId="ADAL" clId="{70B4E90B-F3E9-472B-97A4-31B8CBFAD141}" dt="2021-11-04T17:07:33.413" v="2905" actId="20577"/>
          <ac:spMkLst>
            <pc:docMk/>
            <pc:sldMk cId="2189901577" sldId="381"/>
            <ac:spMk id="6" creationId="{EB707917-C3E8-498F-A645-F3B509C26421}"/>
          </ac:spMkLst>
        </pc:spChg>
        <pc:spChg chg="add mod">
          <ac:chgData name="Serhii Harmash" userId="19965dc1-3670-4089-9e09-ab6aab33a005" providerId="ADAL" clId="{70B4E90B-F3E9-472B-97A4-31B8CBFAD141}" dt="2021-11-04T17:06:40.337" v="2853" actId="20577"/>
          <ac:spMkLst>
            <pc:docMk/>
            <pc:sldMk cId="2189901577" sldId="381"/>
            <ac:spMk id="7" creationId="{D86F4CD0-99E4-4869-A10E-C2B9FFD20F3C}"/>
          </ac:spMkLst>
        </pc:spChg>
        <pc:spChg chg="mod">
          <ac:chgData name="Serhii Harmash" userId="19965dc1-3670-4089-9e09-ab6aab33a005" providerId="ADAL" clId="{70B4E90B-F3E9-472B-97A4-31B8CBFAD141}" dt="2021-11-05T14:40:01.870" v="4899" actId="108"/>
          <ac:spMkLst>
            <pc:docMk/>
            <pc:sldMk cId="2189901577" sldId="381"/>
            <ac:spMk id="8" creationId="{BB684A15-5484-4DD4-AFC1-5CC95F2A230A}"/>
          </ac:spMkLst>
        </pc:spChg>
        <pc:spChg chg="add mod">
          <ac:chgData name="Serhii Harmash" userId="19965dc1-3670-4089-9e09-ab6aab33a005" providerId="ADAL" clId="{70B4E90B-F3E9-472B-97A4-31B8CBFAD141}" dt="2021-11-04T17:03:06.995" v="2627" actId="1076"/>
          <ac:spMkLst>
            <pc:docMk/>
            <pc:sldMk cId="2189901577" sldId="381"/>
            <ac:spMk id="10" creationId="{64679D08-7A8F-47CB-94AF-6DDB9040E861}"/>
          </ac:spMkLst>
        </pc:spChg>
        <pc:spChg chg="add mod">
          <ac:chgData name="Serhii Harmash" userId="19965dc1-3670-4089-9e09-ab6aab33a005" providerId="ADAL" clId="{70B4E90B-F3E9-472B-97A4-31B8CBFAD141}" dt="2021-11-04T17:05:45.889" v="2837" actId="20577"/>
          <ac:spMkLst>
            <pc:docMk/>
            <pc:sldMk cId="2189901577" sldId="381"/>
            <ac:spMk id="15" creationId="{9FDA7978-ADC5-4DC7-AB48-6FED23AB8176}"/>
          </ac:spMkLst>
        </pc:spChg>
        <pc:spChg chg="add mod">
          <ac:chgData name="Serhii Harmash" userId="19965dc1-3670-4089-9e09-ab6aab33a005" providerId="ADAL" clId="{70B4E90B-F3E9-472B-97A4-31B8CBFAD141}" dt="2021-11-05T14:42:39.696" v="4956" actId="108"/>
          <ac:spMkLst>
            <pc:docMk/>
            <pc:sldMk cId="2189901577" sldId="381"/>
            <ac:spMk id="17" creationId="{EE43F4A5-2A78-4D3D-96B5-4EA566389138}"/>
          </ac:spMkLst>
        </pc:spChg>
        <pc:cxnChg chg="add mod">
          <ac:chgData name="Serhii Harmash" userId="19965dc1-3670-4089-9e09-ab6aab33a005" providerId="ADAL" clId="{70B4E90B-F3E9-472B-97A4-31B8CBFAD141}" dt="2021-11-04T17:02:41.348" v="2590" actId="1076"/>
          <ac:cxnSpMkLst>
            <pc:docMk/>
            <pc:sldMk cId="2189901577" sldId="381"/>
            <ac:cxnSpMk id="9" creationId="{D8207916-E025-4BE7-81AC-962E1625288E}"/>
          </ac:cxnSpMkLst>
        </pc:cxnChg>
        <pc:cxnChg chg="add mod">
          <ac:chgData name="Serhii Harmash" userId="19965dc1-3670-4089-9e09-ab6aab33a005" providerId="ADAL" clId="{70B4E90B-F3E9-472B-97A4-31B8CBFAD141}" dt="2021-11-04T17:06:01.551" v="2838" actId="14100"/>
          <ac:cxnSpMkLst>
            <pc:docMk/>
            <pc:sldMk cId="2189901577" sldId="381"/>
            <ac:cxnSpMk id="11" creationId="{58FD67B3-EF2A-457F-85A5-4CEA129BEBAC}"/>
          </ac:cxnSpMkLst>
        </pc:cxnChg>
        <pc:cxnChg chg="add mod">
          <ac:chgData name="Serhii Harmash" userId="19965dc1-3670-4089-9e09-ab6aab33a005" providerId="ADAL" clId="{70B4E90B-F3E9-472B-97A4-31B8CBFAD141}" dt="2021-11-04T17:05:08.598" v="2773" actId="14100"/>
          <ac:cxnSpMkLst>
            <pc:docMk/>
            <pc:sldMk cId="2189901577" sldId="381"/>
            <ac:cxnSpMk id="13" creationId="{5BC6C0B1-5622-4C73-AEE1-B4E869F64346}"/>
          </ac:cxnSpMkLst>
        </pc:cxnChg>
      </pc:sldChg>
      <pc:sldChg chg="addSp delSp modSp add mod">
        <pc:chgData name="Serhii Harmash" userId="19965dc1-3670-4089-9e09-ab6aab33a005" providerId="ADAL" clId="{70B4E90B-F3E9-472B-97A4-31B8CBFAD141}" dt="2021-11-05T14:42:03.935" v="4941" actId="108"/>
        <pc:sldMkLst>
          <pc:docMk/>
          <pc:sldMk cId="1785268304" sldId="382"/>
        </pc:sldMkLst>
        <pc:spChg chg="mod">
          <ac:chgData name="Serhii Harmash" userId="19965dc1-3670-4089-9e09-ab6aab33a005" providerId="ADAL" clId="{70B4E90B-F3E9-472B-97A4-31B8CBFAD141}" dt="2021-11-04T17:58:28.430" v="4537"/>
          <ac:spMkLst>
            <pc:docMk/>
            <pc:sldMk cId="1785268304" sldId="382"/>
            <ac:spMk id="2" creationId="{010E58EA-A277-4886-9986-0A62A386A31A}"/>
          </ac:spMkLst>
        </pc:spChg>
        <pc:spChg chg="mod">
          <ac:chgData name="Serhii Harmash" userId="19965dc1-3670-4089-9e09-ab6aab33a005" providerId="ADAL" clId="{70B4E90B-F3E9-472B-97A4-31B8CBFAD141}" dt="2021-11-04T17:08:10.980" v="2920" actId="20577"/>
          <ac:spMkLst>
            <pc:docMk/>
            <pc:sldMk cId="1785268304" sldId="382"/>
            <ac:spMk id="6" creationId="{EB707917-C3E8-498F-A645-F3B509C26421}"/>
          </ac:spMkLst>
        </pc:spChg>
        <pc:spChg chg="mod">
          <ac:chgData name="Serhii Harmash" userId="19965dc1-3670-4089-9e09-ab6aab33a005" providerId="ADAL" clId="{70B4E90B-F3E9-472B-97A4-31B8CBFAD141}" dt="2021-11-05T14:41:43.908" v="4935" actId="164"/>
          <ac:spMkLst>
            <pc:docMk/>
            <pc:sldMk cId="1785268304" sldId="382"/>
            <ac:spMk id="7" creationId="{D86F4CD0-99E4-4869-A10E-C2B9FFD20F3C}"/>
          </ac:spMkLst>
        </pc:spChg>
        <pc:spChg chg="del mod">
          <ac:chgData name="Serhii Harmash" userId="19965dc1-3670-4089-9e09-ab6aab33a005" providerId="ADAL" clId="{70B4E90B-F3E9-472B-97A4-31B8CBFAD141}" dt="2021-11-04T17:08:04.500" v="2912" actId="478"/>
          <ac:spMkLst>
            <pc:docMk/>
            <pc:sldMk cId="1785268304" sldId="382"/>
            <ac:spMk id="8" creationId="{BB684A15-5484-4DD4-AFC1-5CC95F2A230A}"/>
          </ac:spMkLst>
        </pc:spChg>
        <pc:spChg chg="del">
          <ac:chgData name="Serhii Harmash" userId="19965dc1-3670-4089-9e09-ab6aab33a005" providerId="ADAL" clId="{70B4E90B-F3E9-472B-97A4-31B8CBFAD141}" dt="2021-11-04T17:08:06.482" v="2914" actId="478"/>
          <ac:spMkLst>
            <pc:docMk/>
            <pc:sldMk cId="1785268304" sldId="382"/>
            <ac:spMk id="10" creationId="{64679D08-7A8F-47CB-94AF-6DDB9040E861}"/>
          </ac:spMkLst>
        </pc:spChg>
        <pc:spChg chg="del">
          <ac:chgData name="Serhii Harmash" userId="19965dc1-3670-4089-9e09-ab6aab33a005" providerId="ADAL" clId="{70B4E90B-F3E9-472B-97A4-31B8CBFAD141}" dt="2021-11-04T17:08:01.171" v="2909" actId="478"/>
          <ac:spMkLst>
            <pc:docMk/>
            <pc:sldMk cId="1785268304" sldId="382"/>
            <ac:spMk id="15" creationId="{9FDA7978-ADC5-4DC7-AB48-6FED23AB8176}"/>
          </ac:spMkLst>
        </pc:spChg>
        <pc:spChg chg="mod">
          <ac:chgData name="Serhii Harmash" userId="19965dc1-3670-4089-9e09-ab6aab33a005" providerId="ADAL" clId="{70B4E90B-F3E9-472B-97A4-31B8CBFAD141}" dt="2021-11-05T14:42:03.935" v="4941" actId="108"/>
          <ac:spMkLst>
            <pc:docMk/>
            <pc:sldMk cId="1785268304" sldId="382"/>
            <ac:spMk id="17" creationId="{EE43F4A5-2A78-4D3D-96B5-4EA566389138}"/>
          </ac:spMkLst>
        </pc:spChg>
        <pc:spChg chg="add mod">
          <ac:chgData name="Serhii Harmash" userId="19965dc1-3670-4089-9e09-ab6aab33a005" providerId="ADAL" clId="{70B4E90B-F3E9-472B-97A4-31B8CBFAD141}" dt="2021-11-05T14:41:43.908" v="4935" actId="164"/>
          <ac:spMkLst>
            <pc:docMk/>
            <pc:sldMk cId="1785268304" sldId="382"/>
            <ac:spMk id="18" creationId="{0F30C6A6-3D15-486E-B7B6-4A77F5F116BD}"/>
          </ac:spMkLst>
        </pc:spChg>
        <pc:spChg chg="add del mod">
          <ac:chgData name="Serhii Harmash" userId="19965dc1-3670-4089-9e09-ab6aab33a005" providerId="ADAL" clId="{70B4E90B-F3E9-472B-97A4-31B8CBFAD141}" dt="2021-11-04T17:12:20.863" v="3225" actId="21"/>
          <ac:spMkLst>
            <pc:docMk/>
            <pc:sldMk cId="1785268304" sldId="382"/>
            <ac:spMk id="20" creationId="{F1163D90-8FAF-4481-B014-5525B99EF7BC}"/>
          </ac:spMkLst>
        </pc:spChg>
        <pc:grpChg chg="add mod">
          <ac:chgData name="Serhii Harmash" userId="19965dc1-3670-4089-9e09-ab6aab33a005" providerId="ADAL" clId="{70B4E90B-F3E9-472B-97A4-31B8CBFAD141}" dt="2021-11-05T14:41:43.908" v="4935" actId="164"/>
          <ac:grpSpMkLst>
            <pc:docMk/>
            <pc:sldMk cId="1785268304" sldId="382"/>
            <ac:grpSpMk id="5" creationId="{1E0A3913-56F9-476C-98BC-7F8805ED1489}"/>
          </ac:grpSpMkLst>
        </pc:grpChg>
        <pc:cxnChg chg="del">
          <ac:chgData name="Serhii Harmash" userId="19965dc1-3670-4089-9e09-ab6aab33a005" providerId="ADAL" clId="{70B4E90B-F3E9-472B-97A4-31B8CBFAD141}" dt="2021-11-04T17:08:05.026" v="2913" actId="478"/>
          <ac:cxnSpMkLst>
            <pc:docMk/>
            <pc:sldMk cId="1785268304" sldId="382"/>
            <ac:cxnSpMk id="9" creationId="{D8207916-E025-4BE7-81AC-962E1625288E}"/>
          </ac:cxnSpMkLst>
        </pc:cxnChg>
        <pc:cxnChg chg="mod">
          <ac:chgData name="Serhii Harmash" userId="19965dc1-3670-4089-9e09-ab6aab33a005" providerId="ADAL" clId="{70B4E90B-F3E9-472B-97A4-31B8CBFAD141}" dt="2021-11-05T14:41:43.908" v="4935" actId="164"/>
          <ac:cxnSpMkLst>
            <pc:docMk/>
            <pc:sldMk cId="1785268304" sldId="382"/>
            <ac:cxnSpMk id="11" creationId="{58FD67B3-EF2A-457F-85A5-4CEA129BEBAC}"/>
          </ac:cxnSpMkLst>
        </pc:cxnChg>
        <pc:cxnChg chg="del">
          <ac:chgData name="Serhii Harmash" userId="19965dc1-3670-4089-9e09-ab6aab33a005" providerId="ADAL" clId="{70B4E90B-F3E9-472B-97A4-31B8CBFAD141}" dt="2021-11-04T17:08:02.068" v="2910" actId="478"/>
          <ac:cxnSpMkLst>
            <pc:docMk/>
            <pc:sldMk cId="1785268304" sldId="382"/>
            <ac:cxnSpMk id="13" creationId="{5BC6C0B1-5622-4C73-AEE1-B4E869F64346}"/>
          </ac:cxnSpMkLst>
        </pc:cxnChg>
        <pc:cxnChg chg="add mod">
          <ac:chgData name="Serhii Harmash" userId="19965dc1-3670-4089-9e09-ab6aab33a005" providerId="ADAL" clId="{70B4E90B-F3E9-472B-97A4-31B8CBFAD141}" dt="2021-11-05T14:41:43.908" v="4935" actId="164"/>
          <ac:cxnSpMkLst>
            <pc:docMk/>
            <pc:sldMk cId="1785268304" sldId="382"/>
            <ac:cxnSpMk id="16" creationId="{F6C72982-379F-4612-A31E-5D6E841C5DC6}"/>
          </ac:cxnSpMkLst>
        </pc:cxnChg>
        <pc:cxnChg chg="add del mod">
          <ac:chgData name="Serhii Harmash" userId="19965dc1-3670-4089-9e09-ab6aab33a005" providerId="ADAL" clId="{70B4E90B-F3E9-472B-97A4-31B8CBFAD141}" dt="2021-11-04T17:12:20.863" v="3225" actId="21"/>
          <ac:cxnSpMkLst>
            <pc:docMk/>
            <pc:sldMk cId="1785268304" sldId="382"/>
            <ac:cxnSpMk id="19" creationId="{EA48DD8A-6309-49B9-8BDD-B7B042A9B84F}"/>
          </ac:cxnSpMkLst>
        </pc:cxnChg>
      </pc:sldChg>
      <pc:sldChg chg="addSp modSp add mod">
        <pc:chgData name="Serhii Harmash" userId="19965dc1-3670-4089-9e09-ab6aab33a005" providerId="ADAL" clId="{70B4E90B-F3E9-472B-97A4-31B8CBFAD141}" dt="2021-11-05T14:42:26.719" v="4955" actId="20577"/>
        <pc:sldMkLst>
          <pc:docMk/>
          <pc:sldMk cId="131176413" sldId="383"/>
        </pc:sldMkLst>
        <pc:spChg chg="mod">
          <ac:chgData name="Serhii Harmash" userId="19965dc1-3670-4089-9e09-ab6aab33a005" providerId="ADAL" clId="{70B4E90B-F3E9-472B-97A4-31B8CBFAD141}" dt="2021-11-04T17:58:30.401" v="4538"/>
          <ac:spMkLst>
            <pc:docMk/>
            <pc:sldMk cId="131176413" sldId="383"/>
            <ac:spMk id="2" creationId="{010E58EA-A277-4886-9986-0A62A386A31A}"/>
          </ac:spMkLst>
        </pc:spChg>
        <pc:spChg chg="mod">
          <ac:chgData name="Serhii Harmash" userId="19965dc1-3670-4089-9e09-ab6aab33a005" providerId="ADAL" clId="{70B4E90B-F3E9-472B-97A4-31B8CBFAD141}" dt="2021-11-04T17:11:40.673" v="3213" actId="6549"/>
          <ac:spMkLst>
            <pc:docMk/>
            <pc:sldMk cId="131176413" sldId="383"/>
            <ac:spMk id="6" creationId="{EB707917-C3E8-498F-A645-F3B509C26421}"/>
          </ac:spMkLst>
        </pc:spChg>
        <pc:spChg chg="mod">
          <ac:chgData name="Serhii Harmash" userId="19965dc1-3670-4089-9e09-ab6aab33a005" providerId="ADAL" clId="{70B4E90B-F3E9-472B-97A4-31B8CBFAD141}" dt="2021-11-04T17:11:49.154" v="3214" actId="1076"/>
          <ac:spMkLst>
            <pc:docMk/>
            <pc:sldMk cId="131176413" sldId="383"/>
            <ac:spMk id="7" creationId="{D86F4CD0-99E4-4869-A10E-C2B9FFD20F3C}"/>
          </ac:spMkLst>
        </pc:spChg>
        <pc:spChg chg="add mod">
          <ac:chgData name="Serhii Harmash" userId="19965dc1-3670-4089-9e09-ab6aab33a005" providerId="ADAL" clId="{70B4E90B-F3E9-472B-97A4-31B8CBFAD141}" dt="2021-11-05T14:42:12.574" v="4942" actId="1076"/>
          <ac:spMkLst>
            <pc:docMk/>
            <pc:sldMk cId="131176413" sldId="383"/>
            <ac:spMk id="13" creationId="{F677683C-1F42-46AD-8E30-A74C390C1249}"/>
          </ac:spMkLst>
        </pc:spChg>
        <pc:spChg chg="mod">
          <ac:chgData name="Serhii Harmash" userId="19965dc1-3670-4089-9e09-ab6aab33a005" providerId="ADAL" clId="{70B4E90B-F3E9-472B-97A4-31B8CBFAD141}" dt="2021-11-05T14:42:26.719" v="4955" actId="20577"/>
          <ac:spMkLst>
            <pc:docMk/>
            <pc:sldMk cId="131176413" sldId="383"/>
            <ac:spMk id="17" creationId="{EE43F4A5-2A78-4D3D-96B5-4EA566389138}"/>
          </ac:spMkLst>
        </pc:spChg>
        <pc:spChg chg="mod">
          <ac:chgData name="Serhii Harmash" userId="19965dc1-3670-4089-9e09-ab6aab33a005" providerId="ADAL" clId="{70B4E90B-F3E9-472B-97A4-31B8CBFAD141}" dt="2021-11-04T17:11:49.154" v="3214" actId="1076"/>
          <ac:spMkLst>
            <pc:docMk/>
            <pc:sldMk cId="131176413" sldId="383"/>
            <ac:spMk id="18" creationId="{0F30C6A6-3D15-486E-B7B6-4A77F5F116BD}"/>
          </ac:spMkLst>
        </pc:spChg>
        <pc:cxnChg chg="mod">
          <ac:chgData name="Serhii Harmash" userId="19965dc1-3670-4089-9e09-ab6aab33a005" providerId="ADAL" clId="{70B4E90B-F3E9-472B-97A4-31B8CBFAD141}" dt="2021-11-04T17:11:49.154" v="3214" actId="1076"/>
          <ac:cxnSpMkLst>
            <pc:docMk/>
            <pc:sldMk cId="131176413" sldId="383"/>
            <ac:cxnSpMk id="11" creationId="{58FD67B3-EF2A-457F-85A5-4CEA129BEBAC}"/>
          </ac:cxnSpMkLst>
        </pc:cxnChg>
        <pc:cxnChg chg="add mod">
          <ac:chgData name="Serhii Harmash" userId="19965dc1-3670-4089-9e09-ab6aab33a005" providerId="ADAL" clId="{70B4E90B-F3E9-472B-97A4-31B8CBFAD141}" dt="2021-11-05T14:42:12.574" v="4942" actId="1076"/>
          <ac:cxnSpMkLst>
            <pc:docMk/>
            <pc:sldMk cId="131176413" sldId="383"/>
            <ac:cxnSpMk id="12" creationId="{177A2725-C021-4353-946F-4955857A1DC6}"/>
          </ac:cxnSpMkLst>
        </pc:cxnChg>
        <pc:cxnChg chg="mod">
          <ac:chgData name="Serhii Harmash" userId="19965dc1-3670-4089-9e09-ab6aab33a005" providerId="ADAL" clId="{70B4E90B-F3E9-472B-97A4-31B8CBFAD141}" dt="2021-11-04T17:11:49.154" v="3214" actId="1076"/>
          <ac:cxnSpMkLst>
            <pc:docMk/>
            <pc:sldMk cId="131176413" sldId="383"/>
            <ac:cxnSpMk id="16" creationId="{F6C72982-379F-4612-A31E-5D6E841C5DC6}"/>
          </ac:cxnSpMkLst>
        </pc:cxnChg>
      </pc:sldChg>
      <pc:sldChg chg="addSp delSp modSp add mod">
        <pc:chgData name="Serhii Harmash" userId="19965dc1-3670-4089-9e09-ab6aab33a005" providerId="ADAL" clId="{70B4E90B-F3E9-472B-97A4-31B8CBFAD141}" dt="2021-11-05T14:43:18.142" v="4964" actId="108"/>
        <pc:sldMkLst>
          <pc:docMk/>
          <pc:sldMk cId="930604254" sldId="384"/>
        </pc:sldMkLst>
        <pc:spChg chg="mod">
          <ac:chgData name="Serhii Harmash" userId="19965dc1-3670-4089-9e09-ab6aab33a005" providerId="ADAL" clId="{70B4E90B-F3E9-472B-97A4-31B8CBFAD141}" dt="2021-11-04T17:58:34.861" v="4540"/>
          <ac:spMkLst>
            <pc:docMk/>
            <pc:sldMk cId="930604254" sldId="384"/>
            <ac:spMk id="2" creationId="{010E58EA-A277-4886-9986-0A62A386A31A}"/>
          </ac:spMkLst>
        </pc:spChg>
        <pc:spChg chg="mod">
          <ac:chgData name="Serhii Harmash" userId="19965dc1-3670-4089-9e09-ab6aab33a005" providerId="ADAL" clId="{70B4E90B-F3E9-472B-97A4-31B8CBFAD141}" dt="2021-11-04T17:12:39.836" v="3231" actId="20577"/>
          <ac:spMkLst>
            <pc:docMk/>
            <pc:sldMk cId="930604254" sldId="384"/>
            <ac:spMk id="4" creationId="{DDBC2D64-0A68-40F6-8D4E-FABF9282906C}"/>
          </ac:spMkLst>
        </pc:spChg>
        <pc:spChg chg="add del">
          <ac:chgData name="Serhii Harmash" userId="19965dc1-3670-4089-9e09-ab6aab33a005" providerId="ADAL" clId="{70B4E90B-F3E9-472B-97A4-31B8CBFAD141}" dt="2021-11-04T17:12:53.979" v="3233"/>
          <ac:spMkLst>
            <pc:docMk/>
            <pc:sldMk cId="930604254" sldId="384"/>
            <ac:spMk id="5" creationId="{FCA8B7C2-34B1-4A77-80E2-8D1B4C49F7F3}"/>
          </ac:spMkLst>
        </pc:spChg>
        <pc:spChg chg="mod">
          <ac:chgData name="Serhii Harmash" userId="19965dc1-3670-4089-9e09-ab6aab33a005" providerId="ADAL" clId="{70B4E90B-F3E9-472B-97A4-31B8CBFAD141}" dt="2021-11-04T17:14:31.116" v="3274" actId="20577"/>
          <ac:spMkLst>
            <pc:docMk/>
            <pc:sldMk cId="930604254" sldId="384"/>
            <ac:spMk id="6" creationId="{EB707917-C3E8-498F-A645-F3B509C26421}"/>
          </ac:spMkLst>
        </pc:spChg>
        <pc:spChg chg="del">
          <ac:chgData name="Serhii Harmash" userId="19965dc1-3670-4089-9e09-ab6aab33a005" providerId="ADAL" clId="{70B4E90B-F3E9-472B-97A4-31B8CBFAD141}" dt="2021-11-04T17:13:52.843" v="3247" actId="478"/>
          <ac:spMkLst>
            <pc:docMk/>
            <pc:sldMk cId="930604254" sldId="384"/>
            <ac:spMk id="7" creationId="{B09E023E-6E6E-4229-B12F-3E54CFEADF84}"/>
          </ac:spMkLst>
        </pc:spChg>
        <pc:spChg chg="add mod">
          <ac:chgData name="Serhii Harmash" userId="19965dc1-3670-4089-9e09-ab6aab33a005" providerId="ADAL" clId="{70B4E90B-F3E9-472B-97A4-31B8CBFAD141}" dt="2021-11-05T14:43:18.142" v="4964" actId="108"/>
          <ac:spMkLst>
            <pc:docMk/>
            <pc:sldMk cId="930604254" sldId="384"/>
            <ac:spMk id="13" creationId="{32BE37F7-47A8-43E0-823A-93BEB896A3B6}"/>
          </ac:spMkLst>
        </pc:spChg>
        <pc:spChg chg="add mod">
          <ac:chgData name="Serhii Harmash" userId="19965dc1-3670-4089-9e09-ab6aab33a005" providerId="ADAL" clId="{70B4E90B-F3E9-472B-97A4-31B8CBFAD141}" dt="2021-11-04T17:15:28.979" v="3304" actId="1076"/>
          <ac:spMkLst>
            <pc:docMk/>
            <pc:sldMk cId="930604254" sldId="384"/>
            <ac:spMk id="16" creationId="{B039C8AD-3EA8-4037-9E09-7E179B00C7C1}"/>
          </ac:spMkLst>
        </pc:spChg>
        <pc:spChg chg="add mod">
          <ac:chgData name="Serhii Harmash" userId="19965dc1-3670-4089-9e09-ab6aab33a005" providerId="ADAL" clId="{70B4E90B-F3E9-472B-97A4-31B8CBFAD141}" dt="2021-11-04T17:14:25.785" v="3268" actId="164"/>
          <ac:spMkLst>
            <pc:docMk/>
            <pc:sldMk cId="930604254" sldId="384"/>
            <ac:spMk id="18" creationId="{7973DFB8-4CFF-415A-A8A1-178192CA2F67}"/>
          </ac:spMkLst>
        </pc:spChg>
        <pc:spChg chg="add del mod">
          <ac:chgData name="Serhii Harmash" userId="19965dc1-3670-4089-9e09-ab6aab33a005" providerId="ADAL" clId="{70B4E90B-F3E9-472B-97A4-31B8CBFAD141}" dt="2021-11-04T17:14:43.438" v="3276"/>
          <ac:spMkLst>
            <pc:docMk/>
            <pc:sldMk cId="930604254" sldId="384"/>
            <ac:spMk id="20" creationId="{D8C9C50E-3E1A-4509-A45D-5B7828B823A3}"/>
          </ac:spMkLst>
        </pc:spChg>
        <pc:spChg chg="add mod">
          <ac:chgData name="Serhii Harmash" userId="19965dc1-3670-4089-9e09-ab6aab33a005" providerId="ADAL" clId="{70B4E90B-F3E9-472B-97A4-31B8CBFAD141}" dt="2021-11-05T14:43:11.801" v="4963" actId="207"/>
          <ac:spMkLst>
            <pc:docMk/>
            <pc:sldMk cId="930604254" sldId="384"/>
            <ac:spMk id="21" creationId="{F53A9A1F-F32E-440F-839D-7E80BC0F0D57}"/>
          </ac:spMkLst>
        </pc:spChg>
        <pc:spChg chg="add mod">
          <ac:chgData name="Serhii Harmash" userId="19965dc1-3670-4089-9e09-ab6aab33a005" providerId="ADAL" clId="{70B4E90B-F3E9-472B-97A4-31B8CBFAD141}" dt="2021-11-04T17:16:02.176" v="3361" actId="20577"/>
          <ac:spMkLst>
            <pc:docMk/>
            <pc:sldMk cId="930604254" sldId="384"/>
            <ac:spMk id="23" creationId="{ADA77BC5-48B2-4389-AD6C-80EDDBA58CAA}"/>
          </ac:spMkLst>
        </pc:spChg>
        <pc:grpChg chg="del">
          <ac:chgData name="Serhii Harmash" userId="19965dc1-3670-4089-9e09-ab6aab33a005" providerId="ADAL" clId="{70B4E90B-F3E9-472B-97A4-31B8CBFAD141}" dt="2021-11-04T17:13:10.545" v="3238" actId="478"/>
          <ac:grpSpMkLst>
            <pc:docMk/>
            <pc:sldMk cId="930604254" sldId="384"/>
            <ac:grpSpMk id="15" creationId="{2CC4966F-4919-42A5-B49D-2478753B99EE}"/>
          </ac:grpSpMkLst>
        </pc:grpChg>
        <pc:grpChg chg="add mod">
          <ac:chgData name="Serhii Harmash" userId="19965dc1-3670-4089-9e09-ab6aab33a005" providerId="ADAL" clId="{70B4E90B-F3E9-472B-97A4-31B8CBFAD141}" dt="2021-11-04T17:14:29.288" v="3269" actId="1076"/>
          <ac:grpSpMkLst>
            <pc:docMk/>
            <pc:sldMk cId="930604254" sldId="384"/>
            <ac:grpSpMk id="19" creationId="{813E7938-48F7-48B3-B58D-2B0A8715C027}"/>
          </ac:grpSpMkLst>
        </pc:grpChg>
        <pc:cxnChg chg="del">
          <ac:chgData name="Serhii Harmash" userId="19965dc1-3670-4089-9e09-ab6aab33a005" providerId="ADAL" clId="{70B4E90B-F3E9-472B-97A4-31B8CBFAD141}" dt="2021-11-04T17:13:09.890" v="3237" actId="478"/>
          <ac:cxnSpMkLst>
            <pc:docMk/>
            <pc:sldMk cId="930604254" sldId="384"/>
            <ac:cxnSpMk id="11" creationId="{67255316-3996-4A6C-9F0D-31CA873BE874}"/>
          </ac:cxnSpMkLst>
        </pc:cxnChg>
        <pc:cxnChg chg="add mod">
          <ac:chgData name="Serhii Harmash" userId="19965dc1-3670-4089-9e09-ab6aab33a005" providerId="ADAL" clId="{70B4E90B-F3E9-472B-97A4-31B8CBFAD141}" dt="2021-11-04T17:15:28.979" v="3304" actId="1076"/>
          <ac:cxnSpMkLst>
            <pc:docMk/>
            <pc:sldMk cId="930604254" sldId="384"/>
            <ac:cxnSpMk id="14" creationId="{85921F3B-1FEB-4D97-84B5-27DE8B68763F}"/>
          </ac:cxnSpMkLst>
        </pc:cxnChg>
        <pc:cxnChg chg="add mod">
          <ac:chgData name="Serhii Harmash" userId="19965dc1-3670-4089-9e09-ab6aab33a005" providerId="ADAL" clId="{70B4E90B-F3E9-472B-97A4-31B8CBFAD141}" dt="2021-11-04T17:14:25.785" v="3268" actId="164"/>
          <ac:cxnSpMkLst>
            <pc:docMk/>
            <pc:sldMk cId="930604254" sldId="384"/>
            <ac:cxnSpMk id="17" creationId="{15B9EE1D-41C1-49D8-AC4C-063197DFE6E8}"/>
          </ac:cxnSpMkLst>
        </pc:cxnChg>
        <pc:cxnChg chg="add mod">
          <ac:chgData name="Serhii Harmash" userId="19965dc1-3670-4089-9e09-ab6aab33a005" providerId="ADAL" clId="{70B4E90B-F3E9-472B-97A4-31B8CBFAD141}" dt="2021-11-04T17:15:34.243" v="3305" actId="1076"/>
          <ac:cxnSpMkLst>
            <pc:docMk/>
            <pc:sldMk cId="930604254" sldId="384"/>
            <ac:cxnSpMk id="22" creationId="{05DC6EB2-98F2-46AB-9573-0CB5DC3E019D}"/>
          </ac:cxnSpMkLst>
        </pc:cxnChg>
      </pc:sldChg>
      <pc:sldChg chg="addSp delSp modSp add mod modShow">
        <pc:chgData name="Serhii Harmash" userId="19965dc1-3670-4089-9e09-ab6aab33a005" providerId="ADAL" clId="{70B4E90B-F3E9-472B-97A4-31B8CBFAD141}" dt="2021-11-05T14:43:24.889" v="4965" actId="729"/>
        <pc:sldMkLst>
          <pc:docMk/>
          <pc:sldMk cId="3313302616" sldId="385"/>
        </pc:sldMkLst>
        <pc:spChg chg="mod">
          <ac:chgData name="Serhii Harmash" userId="19965dc1-3670-4089-9e09-ab6aab33a005" providerId="ADAL" clId="{70B4E90B-F3E9-472B-97A4-31B8CBFAD141}" dt="2021-11-04T17:58:36.820" v="4541"/>
          <ac:spMkLst>
            <pc:docMk/>
            <pc:sldMk cId="3313302616" sldId="385"/>
            <ac:spMk id="2" creationId="{010E58EA-A277-4886-9986-0A62A386A31A}"/>
          </ac:spMkLst>
        </pc:spChg>
        <pc:spChg chg="mod">
          <ac:chgData name="Serhii Harmash" userId="19965dc1-3670-4089-9e09-ab6aab33a005" providerId="ADAL" clId="{70B4E90B-F3E9-472B-97A4-31B8CBFAD141}" dt="2021-11-04T17:58:44.725" v="4553" actId="20577"/>
          <ac:spMkLst>
            <pc:docMk/>
            <pc:sldMk cId="3313302616" sldId="385"/>
            <ac:spMk id="4" creationId="{DDBC2D64-0A68-40F6-8D4E-FABF9282906C}"/>
          </ac:spMkLst>
        </pc:spChg>
        <pc:spChg chg="add del">
          <ac:chgData name="Serhii Harmash" userId="19965dc1-3670-4089-9e09-ab6aab33a005" providerId="ADAL" clId="{70B4E90B-F3E9-472B-97A4-31B8CBFAD141}" dt="2021-11-04T17:21:12.142" v="3397"/>
          <ac:spMkLst>
            <pc:docMk/>
            <pc:sldMk cId="3313302616" sldId="385"/>
            <ac:spMk id="5" creationId="{28D1002B-DFEB-40ED-A37F-1AE28D95340F}"/>
          </ac:spMkLst>
        </pc:spChg>
        <pc:spChg chg="mod">
          <ac:chgData name="Serhii Harmash" userId="19965dc1-3670-4089-9e09-ab6aab33a005" providerId="ADAL" clId="{70B4E90B-F3E9-472B-97A4-31B8CBFAD141}" dt="2021-11-04T17:22:45.563" v="3418" actId="113"/>
          <ac:spMkLst>
            <pc:docMk/>
            <pc:sldMk cId="3313302616" sldId="385"/>
            <ac:spMk id="6" creationId="{EB707917-C3E8-498F-A645-F3B509C26421}"/>
          </ac:spMkLst>
        </pc:spChg>
        <pc:spChg chg="add del">
          <ac:chgData name="Serhii Harmash" userId="19965dc1-3670-4089-9e09-ab6aab33a005" providerId="ADAL" clId="{70B4E90B-F3E9-472B-97A4-31B8CBFAD141}" dt="2021-11-04T17:22:11.025" v="3404"/>
          <ac:spMkLst>
            <pc:docMk/>
            <pc:sldMk cId="3313302616" sldId="385"/>
            <ac:spMk id="7" creationId="{1DE0E7A2-906D-49C4-A319-4773DECA7E68}"/>
          </ac:spMkLst>
        </pc:spChg>
        <pc:spChg chg="del">
          <ac:chgData name="Serhii Harmash" userId="19965dc1-3670-4089-9e09-ab6aab33a005" providerId="ADAL" clId="{70B4E90B-F3E9-472B-97A4-31B8CBFAD141}" dt="2021-11-04T17:20:42.707" v="3386" actId="478"/>
          <ac:spMkLst>
            <pc:docMk/>
            <pc:sldMk cId="3313302616" sldId="385"/>
            <ac:spMk id="18" creationId="{7973DFB8-4CFF-415A-A8A1-178192CA2F67}"/>
          </ac:spMkLst>
        </pc:spChg>
        <pc:spChg chg="del">
          <ac:chgData name="Serhii Harmash" userId="19965dc1-3670-4089-9e09-ab6aab33a005" providerId="ADAL" clId="{70B4E90B-F3E9-472B-97A4-31B8CBFAD141}" dt="2021-11-04T17:20:45.573" v="3388" actId="478"/>
          <ac:spMkLst>
            <pc:docMk/>
            <pc:sldMk cId="3313302616" sldId="385"/>
            <ac:spMk id="21" creationId="{F53A9A1F-F32E-440F-839D-7E80BC0F0D57}"/>
          </ac:spMkLst>
        </pc:spChg>
        <pc:spChg chg="del">
          <ac:chgData name="Serhii Harmash" userId="19965dc1-3670-4089-9e09-ab6aab33a005" providerId="ADAL" clId="{70B4E90B-F3E9-472B-97A4-31B8CBFAD141}" dt="2021-11-04T17:20:47.219" v="3390" actId="478"/>
          <ac:spMkLst>
            <pc:docMk/>
            <pc:sldMk cId="3313302616" sldId="385"/>
            <ac:spMk id="23" creationId="{ADA77BC5-48B2-4389-AD6C-80EDDBA58CAA}"/>
          </ac:spMkLst>
        </pc:spChg>
        <pc:grpChg chg="del">
          <ac:chgData name="Serhii Harmash" userId="19965dc1-3670-4089-9e09-ab6aab33a005" providerId="ADAL" clId="{70B4E90B-F3E9-472B-97A4-31B8CBFAD141}" dt="2021-11-04T17:20:43.460" v="3387" actId="478"/>
          <ac:grpSpMkLst>
            <pc:docMk/>
            <pc:sldMk cId="3313302616" sldId="385"/>
            <ac:grpSpMk id="19" creationId="{813E7938-48F7-48B3-B58D-2B0A8715C027}"/>
          </ac:grpSpMkLst>
        </pc:grpChg>
        <pc:cxnChg chg="del">
          <ac:chgData name="Serhii Harmash" userId="19965dc1-3670-4089-9e09-ab6aab33a005" providerId="ADAL" clId="{70B4E90B-F3E9-472B-97A4-31B8CBFAD141}" dt="2021-11-04T17:20:46.019" v="3389" actId="478"/>
          <ac:cxnSpMkLst>
            <pc:docMk/>
            <pc:sldMk cId="3313302616" sldId="385"/>
            <ac:cxnSpMk id="22" creationId="{05DC6EB2-98F2-46AB-9573-0CB5DC3E019D}"/>
          </ac:cxnSpMkLst>
        </pc:cxnChg>
      </pc:sldChg>
      <pc:sldChg chg="modSp add mod">
        <pc:chgData name="Serhii Harmash" userId="19965dc1-3670-4089-9e09-ab6aab33a005" providerId="ADAL" clId="{70B4E90B-F3E9-472B-97A4-31B8CBFAD141}" dt="2021-11-25T19:36:34.591" v="5074" actId="113"/>
        <pc:sldMkLst>
          <pc:docMk/>
          <pc:sldMk cId="3245542654" sldId="386"/>
        </pc:sldMkLst>
        <pc:spChg chg="mod">
          <ac:chgData name="Serhii Harmash" userId="19965dc1-3670-4089-9e09-ab6aab33a005" providerId="ADAL" clId="{70B4E90B-F3E9-472B-97A4-31B8CBFAD141}" dt="2021-11-04T17:29:03.051" v="3590" actId="20577"/>
          <ac:spMkLst>
            <pc:docMk/>
            <pc:sldMk cId="3245542654" sldId="386"/>
            <ac:spMk id="3" creationId="{E046933A-64BE-4AA9-AD73-00ABB0C613B0}"/>
          </ac:spMkLst>
        </pc:spChg>
        <pc:spChg chg="mod">
          <ac:chgData name="Serhii Harmash" userId="19965dc1-3670-4089-9e09-ab6aab33a005" providerId="ADAL" clId="{70B4E90B-F3E9-472B-97A4-31B8CBFAD141}" dt="2021-11-04T17:58:49.648" v="4555"/>
          <ac:spMkLst>
            <pc:docMk/>
            <pc:sldMk cId="3245542654" sldId="386"/>
            <ac:spMk id="4" creationId="{FBA0CA80-4352-4D35-B55A-7A57E5422969}"/>
          </ac:spMkLst>
        </pc:spChg>
        <pc:spChg chg="mod">
          <ac:chgData name="Serhii Harmash" userId="19965dc1-3670-4089-9e09-ab6aab33a005" providerId="ADAL" clId="{70B4E90B-F3E9-472B-97A4-31B8CBFAD141}" dt="2021-11-25T19:36:34.591" v="5074" actId="113"/>
          <ac:spMkLst>
            <pc:docMk/>
            <pc:sldMk cId="3245542654" sldId="386"/>
            <ac:spMk id="5" creationId="{C6F6F0DC-C3F8-4FDC-9B5A-732455194949}"/>
          </ac:spMkLst>
        </pc:spChg>
      </pc:sldChg>
      <pc:sldChg chg="modSp add mod">
        <pc:chgData name="Serhii Harmash" userId="19965dc1-3670-4089-9e09-ab6aab33a005" providerId="ADAL" clId="{70B4E90B-F3E9-472B-97A4-31B8CBFAD141}" dt="2021-11-05T14:44:02.530" v="4969" actId="108"/>
        <pc:sldMkLst>
          <pc:docMk/>
          <pc:sldMk cId="3400891916" sldId="387"/>
        </pc:sldMkLst>
        <pc:spChg chg="mod">
          <ac:chgData name="Serhii Harmash" userId="19965dc1-3670-4089-9e09-ab6aab33a005" providerId="ADAL" clId="{70B4E90B-F3E9-472B-97A4-31B8CBFAD141}" dt="2021-11-04T17:58:52.558" v="4556" actId="20577"/>
          <ac:spMkLst>
            <pc:docMk/>
            <pc:sldMk cId="3400891916" sldId="387"/>
            <ac:spMk id="3" creationId="{3B3A4E3B-E80E-45A7-B0C6-E0B122423C29}"/>
          </ac:spMkLst>
        </pc:spChg>
        <pc:spChg chg="mod">
          <ac:chgData name="Serhii Harmash" userId="19965dc1-3670-4089-9e09-ab6aab33a005" providerId="ADAL" clId="{70B4E90B-F3E9-472B-97A4-31B8CBFAD141}" dt="2021-11-04T17:58:47.548" v="4554"/>
          <ac:spMkLst>
            <pc:docMk/>
            <pc:sldMk cId="3400891916" sldId="387"/>
            <ac:spMk id="4" creationId="{302BA25E-4A78-4D34-AF81-9DAE9FAA2F97}"/>
          </ac:spMkLst>
        </pc:spChg>
        <pc:spChg chg="mod">
          <ac:chgData name="Serhii Harmash" userId="19965dc1-3670-4089-9e09-ab6aab33a005" providerId="ADAL" clId="{70B4E90B-F3E9-472B-97A4-31B8CBFAD141}" dt="2021-11-05T14:44:02.530" v="4969" actId="108"/>
          <ac:spMkLst>
            <pc:docMk/>
            <pc:sldMk cId="3400891916" sldId="387"/>
            <ac:spMk id="8" creationId="{3D8963B8-342B-4C4E-963C-28A21A699F50}"/>
          </ac:spMkLst>
        </pc:spChg>
      </pc:sldChg>
      <pc:sldChg chg="addSp delSp modSp add mod">
        <pc:chgData name="Serhii Harmash" userId="19965dc1-3670-4089-9e09-ab6aab33a005" providerId="ADAL" clId="{70B4E90B-F3E9-472B-97A4-31B8CBFAD141}" dt="2021-11-05T14:48:18.527" v="5060" actId="1076"/>
        <pc:sldMkLst>
          <pc:docMk/>
          <pc:sldMk cId="3804142352" sldId="388"/>
        </pc:sldMkLst>
        <pc:spChg chg="mod">
          <ac:chgData name="Serhii Harmash" userId="19965dc1-3670-4089-9e09-ab6aab33a005" providerId="ADAL" clId="{70B4E90B-F3E9-472B-97A4-31B8CBFAD141}" dt="2021-11-04T17:48:03.480" v="4291" actId="20577"/>
          <ac:spMkLst>
            <pc:docMk/>
            <pc:sldMk cId="3804142352" sldId="388"/>
            <ac:spMk id="3" creationId="{0B61CA87-D26A-46AB-9548-F1D9EF6F2A4E}"/>
          </ac:spMkLst>
        </pc:spChg>
        <pc:spChg chg="add mod">
          <ac:chgData name="Serhii Harmash" userId="19965dc1-3670-4089-9e09-ab6aab33a005" providerId="ADAL" clId="{70B4E90B-F3E9-472B-97A4-31B8CBFAD141}" dt="2021-11-05T14:47:24.306" v="5052" actId="108"/>
          <ac:spMkLst>
            <pc:docMk/>
            <pc:sldMk cId="3804142352" sldId="388"/>
            <ac:spMk id="7" creationId="{AC61E3E1-DE05-48E4-A727-698FB9ECD945}"/>
          </ac:spMkLst>
        </pc:spChg>
        <pc:spChg chg="add mod">
          <ac:chgData name="Serhii Harmash" userId="19965dc1-3670-4089-9e09-ab6aab33a005" providerId="ADAL" clId="{70B4E90B-F3E9-472B-97A4-31B8CBFAD141}" dt="2021-11-04T17:55:27.512" v="4455" actId="14100"/>
          <ac:spMkLst>
            <pc:docMk/>
            <pc:sldMk cId="3804142352" sldId="388"/>
            <ac:spMk id="8" creationId="{8F99ADE9-166D-45A2-9E5F-AEED4E5D90C5}"/>
          </ac:spMkLst>
        </pc:spChg>
        <pc:spChg chg="add mod">
          <ac:chgData name="Serhii Harmash" userId="19965dc1-3670-4089-9e09-ab6aab33a005" providerId="ADAL" clId="{70B4E90B-F3E9-472B-97A4-31B8CBFAD141}" dt="2021-11-05T14:47:54.247" v="5055" actId="1076"/>
          <ac:spMkLst>
            <pc:docMk/>
            <pc:sldMk cId="3804142352" sldId="388"/>
            <ac:spMk id="9" creationId="{269E3354-FB68-4BEA-A1E9-8009DFCE52E4}"/>
          </ac:spMkLst>
        </pc:spChg>
        <pc:spChg chg="add mod">
          <ac:chgData name="Serhii Harmash" userId="19965dc1-3670-4089-9e09-ab6aab33a005" providerId="ADAL" clId="{70B4E90B-F3E9-472B-97A4-31B8CBFAD141}" dt="2021-11-05T14:48:18.527" v="5060" actId="1076"/>
          <ac:spMkLst>
            <pc:docMk/>
            <pc:sldMk cId="3804142352" sldId="388"/>
            <ac:spMk id="10" creationId="{98C7F281-14C4-4C99-8ECD-B0F7330B145C}"/>
          </ac:spMkLst>
        </pc:spChg>
        <pc:spChg chg="add mod">
          <ac:chgData name="Serhii Harmash" userId="19965dc1-3670-4089-9e09-ab6aab33a005" providerId="ADAL" clId="{70B4E90B-F3E9-472B-97A4-31B8CBFAD141}" dt="2021-11-05T14:44:58.664" v="4980" actId="1076"/>
          <ac:spMkLst>
            <pc:docMk/>
            <pc:sldMk cId="3804142352" sldId="388"/>
            <ac:spMk id="11" creationId="{4A8FA2C7-98A1-4524-83A6-9651A85D0FD0}"/>
          </ac:spMkLst>
        </pc:spChg>
        <pc:spChg chg="add del mod">
          <ac:chgData name="Serhii Harmash" userId="19965dc1-3670-4089-9e09-ab6aab33a005" providerId="ADAL" clId="{70B4E90B-F3E9-472B-97A4-31B8CBFAD141}" dt="2021-11-04T17:54:45.943" v="4441" actId="478"/>
          <ac:spMkLst>
            <pc:docMk/>
            <pc:sldMk cId="3804142352" sldId="388"/>
            <ac:spMk id="12" creationId="{48B980E3-EC04-4AD9-A362-7E2F7E45D288}"/>
          </ac:spMkLst>
        </pc:spChg>
        <pc:spChg chg="add del mod">
          <ac:chgData name="Serhii Harmash" userId="19965dc1-3670-4089-9e09-ab6aab33a005" providerId="ADAL" clId="{70B4E90B-F3E9-472B-97A4-31B8CBFAD141}" dt="2021-11-04T17:54:49.471" v="4444" actId="478"/>
          <ac:spMkLst>
            <pc:docMk/>
            <pc:sldMk cId="3804142352" sldId="388"/>
            <ac:spMk id="13" creationId="{41BAA9F0-C43F-451D-8BD6-9AF3071578E9}"/>
          </ac:spMkLst>
        </pc:spChg>
        <pc:spChg chg="add mod">
          <ac:chgData name="Serhii Harmash" userId="19965dc1-3670-4089-9e09-ab6aab33a005" providerId="ADAL" clId="{70B4E90B-F3E9-472B-97A4-31B8CBFAD141}" dt="2021-11-04T17:51:43.504" v="4369" actId="571"/>
          <ac:spMkLst>
            <pc:docMk/>
            <pc:sldMk cId="3804142352" sldId="388"/>
            <ac:spMk id="14" creationId="{D4647C10-1229-4ADB-8319-CD8995186B22}"/>
          </ac:spMkLst>
        </pc:spChg>
        <pc:spChg chg="add mod">
          <ac:chgData name="Serhii Harmash" userId="19965dc1-3670-4089-9e09-ab6aab33a005" providerId="ADAL" clId="{70B4E90B-F3E9-472B-97A4-31B8CBFAD141}" dt="2021-11-04T17:52:01.029" v="4373" actId="1076"/>
          <ac:spMkLst>
            <pc:docMk/>
            <pc:sldMk cId="3804142352" sldId="388"/>
            <ac:spMk id="16" creationId="{68AC4E5C-0840-49C7-97E7-DA131426E522}"/>
          </ac:spMkLst>
        </pc:spChg>
        <pc:spChg chg="add mod">
          <ac:chgData name="Serhii Harmash" userId="19965dc1-3670-4089-9e09-ab6aab33a005" providerId="ADAL" clId="{70B4E90B-F3E9-472B-97A4-31B8CBFAD141}" dt="2021-11-05T14:47:28.951" v="5053" actId="108"/>
          <ac:spMkLst>
            <pc:docMk/>
            <pc:sldMk cId="3804142352" sldId="388"/>
            <ac:spMk id="17" creationId="{807F044B-0453-477A-BAA9-EF1C4C27934A}"/>
          </ac:spMkLst>
        </pc:spChg>
        <pc:spChg chg="mod topLvl">
          <ac:chgData name="Serhii Harmash" userId="19965dc1-3670-4089-9e09-ab6aab33a005" providerId="ADAL" clId="{70B4E90B-F3E9-472B-97A4-31B8CBFAD141}" dt="2021-11-04T17:57:54.856" v="4526" actId="164"/>
          <ac:spMkLst>
            <pc:docMk/>
            <pc:sldMk cId="3804142352" sldId="388"/>
            <ac:spMk id="19" creationId="{275117DF-B8BA-45B4-AE8A-B459D8ADD1F1}"/>
          </ac:spMkLst>
        </pc:spChg>
        <pc:spChg chg="del mod">
          <ac:chgData name="Serhii Harmash" userId="19965dc1-3670-4089-9e09-ab6aab33a005" providerId="ADAL" clId="{70B4E90B-F3E9-472B-97A4-31B8CBFAD141}" dt="2021-11-04T17:57:36.437" v="4516" actId="478"/>
          <ac:spMkLst>
            <pc:docMk/>
            <pc:sldMk cId="3804142352" sldId="388"/>
            <ac:spMk id="20" creationId="{C7F1E01F-4EA5-44BA-B49C-D81EC35B6B8A}"/>
          </ac:spMkLst>
        </pc:spChg>
        <pc:spChg chg="add mod">
          <ac:chgData name="Serhii Harmash" userId="19965dc1-3670-4089-9e09-ab6aab33a005" providerId="ADAL" clId="{70B4E90B-F3E9-472B-97A4-31B8CBFAD141}" dt="2021-11-05T14:47:58.342" v="5056" actId="1076"/>
          <ac:spMkLst>
            <pc:docMk/>
            <pc:sldMk cId="3804142352" sldId="388"/>
            <ac:spMk id="20" creationId="{DA82A1F5-EFE7-4A62-A686-8D457EFD4220}"/>
          </ac:spMkLst>
        </pc:spChg>
        <pc:spChg chg="del mod">
          <ac:chgData name="Serhii Harmash" userId="19965dc1-3670-4089-9e09-ab6aab33a005" providerId="ADAL" clId="{70B4E90B-F3E9-472B-97A4-31B8CBFAD141}" dt="2021-11-04T17:57:30.500" v="4511" actId="478"/>
          <ac:spMkLst>
            <pc:docMk/>
            <pc:sldMk cId="3804142352" sldId="388"/>
            <ac:spMk id="21" creationId="{165F257E-FD68-41BF-A258-9D0D7E874673}"/>
          </ac:spMkLst>
        </pc:spChg>
        <pc:spChg chg="add mod">
          <ac:chgData name="Serhii Harmash" userId="19965dc1-3670-4089-9e09-ab6aab33a005" providerId="ADAL" clId="{70B4E90B-F3E9-472B-97A4-31B8CBFAD141}" dt="2021-11-05T14:48:02.959" v="5057" actId="1076"/>
          <ac:spMkLst>
            <pc:docMk/>
            <pc:sldMk cId="3804142352" sldId="388"/>
            <ac:spMk id="21" creationId="{361529E5-DB49-48BF-A2B3-E24CDCC5E0A5}"/>
          </ac:spMkLst>
        </pc:spChg>
        <pc:spChg chg="add mod">
          <ac:chgData name="Serhii Harmash" userId="19965dc1-3670-4089-9e09-ab6aab33a005" providerId="ADAL" clId="{70B4E90B-F3E9-472B-97A4-31B8CBFAD141}" dt="2021-11-05T14:48:08.447" v="5058" actId="1076"/>
          <ac:spMkLst>
            <pc:docMk/>
            <pc:sldMk cId="3804142352" sldId="388"/>
            <ac:spMk id="22" creationId="{3BB9C2E8-9AA4-48FC-9F80-30FA3F9D5EE2}"/>
          </ac:spMkLst>
        </pc:spChg>
        <pc:spChg chg="del mod">
          <ac:chgData name="Serhii Harmash" userId="19965dc1-3670-4089-9e09-ab6aab33a005" providerId="ADAL" clId="{70B4E90B-F3E9-472B-97A4-31B8CBFAD141}" dt="2021-11-04T17:57:32.852" v="4513" actId="478"/>
          <ac:spMkLst>
            <pc:docMk/>
            <pc:sldMk cId="3804142352" sldId="388"/>
            <ac:spMk id="22" creationId="{A0589CA2-C7E2-48C6-BA94-5FD2D99B38C9}"/>
          </ac:spMkLst>
        </pc:spChg>
        <pc:spChg chg="del mod">
          <ac:chgData name="Serhii Harmash" userId="19965dc1-3670-4089-9e09-ab6aab33a005" providerId="ADAL" clId="{70B4E90B-F3E9-472B-97A4-31B8CBFAD141}" dt="2021-11-04T17:57:39.903" v="4519" actId="478"/>
          <ac:spMkLst>
            <pc:docMk/>
            <pc:sldMk cId="3804142352" sldId="388"/>
            <ac:spMk id="23" creationId="{087F4847-58AF-4669-823F-63C9E29AC7CD}"/>
          </ac:spMkLst>
        </pc:spChg>
        <pc:spChg chg="add mod">
          <ac:chgData name="Serhii Harmash" userId="19965dc1-3670-4089-9e09-ab6aab33a005" providerId="ADAL" clId="{70B4E90B-F3E9-472B-97A4-31B8CBFAD141}" dt="2021-11-05T14:47:47.271" v="5054" actId="1076"/>
          <ac:spMkLst>
            <pc:docMk/>
            <pc:sldMk cId="3804142352" sldId="388"/>
            <ac:spMk id="23" creationId="{60B54C06-5698-42AB-9011-C3731298946C}"/>
          </ac:spMkLst>
        </pc:spChg>
        <pc:spChg chg="del mod topLvl">
          <ac:chgData name="Serhii Harmash" userId="19965dc1-3670-4089-9e09-ab6aab33a005" providerId="ADAL" clId="{70B4E90B-F3E9-472B-97A4-31B8CBFAD141}" dt="2021-11-04T17:57:41.397" v="4520" actId="478"/>
          <ac:spMkLst>
            <pc:docMk/>
            <pc:sldMk cId="3804142352" sldId="388"/>
            <ac:spMk id="24" creationId="{256FCB52-D6ED-4D50-9E60-B4FC4BED6138}"/>
          </ac:spMkLst>
        </pc:spChg>
        <pc:spChg chg="add mod">
          <ac:chgData name="Serhii Harmash" userId="19965dc1-3670-4089-9e09-ab6aab33a005" providerId="ADAL" clId="{70B4E90B-F3E9-472B-97A4-31B8CBFAD141}" dt="2021-11-05T14:46:26.371" v="5015" actId="1076"/>
          <ac:spMkLst>
            <pc:docMk/>
            <pc:sldMk cId="3804142352" sldId="388"/>
            <ac:spMk id="24" creationId="{4EA8F79D-93DC-4967-9FB9-B42C3DD6F103}"/>
          </ac:spMkLst>
        </pc:spChg>
        <pc:spChg chg="add mod">
          <ac:chgData name="Serhii Harmash" userId="19965dc1-3670-4089-9e09-ab6aab33a005" providerId="ADAL" clId="{70B4E90B-F3E9-472B-97A4-31B8CBFAD141}" dt="2021-11-04T17:52:27.713" v="4377" actId="14100"/>
          <ac:spMkLst>
            <pc:docMk/>
            <pc:sldMk cId="3804142352" sldId="388"/>
            <ac:spMk id="25" creationId="{6718CCD5-FC63-4DB3-8C81-B588C0F910E9}"/>
          </ac:spMkLst>
        </pc:spChg>
        <pc:spChg chg="add mod">
          <ac:chgData name="Serhii Harmash" userId="19965dc1-3670-4089-9e09-ab6aab33a005" providerId="ADAL" clId="{70B4E90B-F3E9-472B-97A4-31B8CBFAD141}" dt="2021-11-05T14:46:26.371" v="5015" actId="1076"/>
          <ac:spMkLst>
            <pc:docMk/>
            <pc:sldMk cId="3804142352" sldId="388"/>
            <ac:spMk id="26" creationId="{3B13EE41-B94A-47F7-BEF8-AC1DD3FEAFEF}"/>
          </ac:spMkLst>
        </pc:spChg>
        <pc:spChg chg="add del mod">
          <ac:chgData name="Serhii Harmash" userId="19965dc1-3670-4089-9e09-ab6aab33a005" providerId="ADAL" clId="{70B4E90B-F3E9-472B-97A4-31B8CBFAD141}" dt="2021-11-04T17:52:35.572" v="4382"/>
          <ac:spMkLst>
            <pc:docMk/>
            <pc:sldMk cId="3804142352" sldId="388"/>
            <ac:spMk id="27" creationId="{52D019FE-64C4-459F-A769-980F44DED347}"/>
          </ac:spMkLst>
        </pc:spChg>
        <pc:spChg chg="add mod">
          <ac:chgData name="Serhii Harmash" userId="19965dc1-3670-4089-9e09-ab6aab33a005" providerId="ADAL" clId="{70B4E90B-F3E9-472B-97A4-31B8CBFAD141}" dt="2021-11-05T14:46:26.371" v="5015" actId="1076"/>
          <ac:spMkLst>
            <pc:docMk/>
            <pc:sldMk cId="3804142352" sldId="388"/>
            <ac:spMk id="27" creationId="{FCA26130-1D9C-4057-AE2B-5A504CF57B53}"/>
          </ac:spMkLst>
        </pc:spChg>
        <pc:spChg chg="add mod">
          <ac:chgData name="Serhii Harmash" userId="19965dc1-3670-4089-9e09-ab6aab33a005" providerId="ADAL" clId="{70B4E90B-F3E9-472B-97A4-31B8CBFAD141}" dt="2021-11-05T14:46:26.371" v="5015" actId="1076"/>
          <ac:spMkLst>
            <pc:docMk/>
            <pc:sldMk cId="3804142352" sldId="388"/>
            <ac:spMk id="28" creationId="{6F512776-187B-4BFF-A851-8DBBF8C77EF6}"/>
          </ac:spMkLst>
        </pc:spChg>
        <pc:spChg chg="add del mod">
          <ac:chgData name="Serhii Harmash" userId="19965dc1-3670-4089-9e09-ab6aab33a005" providerId="ADAL" clId="{70B4E90B-F3E9-472B-97A4-31B8CBFAD141}" dt="2021-11-04T17:52:35.572" v="4382"/>
          <ac:spMkLst>
            <pc:docMk/>
            <pc:sldMk cId="3804142352" sldId="388"/>
            <ac:spMk id="28" creationId="{BE7CFDE8-3071-4822-8B90-EC75C39F9BC3}"/>
          </ac:spMkLst>
        </pc:spChg>
        <pc:spChg chg="add mod">
          <ac:chgData name="Serhii Harmash" userId="19965dc1-3670-4089-9e09-ab6aab33a005" providerId="ADAL" clId="{70B4E90B-F3E9-472B-97A4-31B8CBFAD141}" dt="2021-11-05T14:46:37.385" v="5017" actId="1076"/>
          <ac:spMkLst>
            <pc:docMk/>
            <pc:sldMk cId="3804142352" sldId="388"/>
            <ac:spMk id="29" creationId="{434CDEE0-BF2A-4FE6-A763-B055C8099FDF}"/>
          </ac:spMkLst>
        </pc:spChg>
        <pc:spChg chg="add mod">
          <ac:chgData name="Serhii Harmash" userId="19965dc1-3670-4089-9e09-ab6aab33a005" providerId="ADAL" clId="{70B4E90B-F3E9-472B-97A4-31B8CBFAD141}" dt="2021-11-05T14:48:14.715" v="5059" actId="1076"/>
          <ac:spMkLst>
            <pc:docMk/>
            <pc:sldMk cId="3804142352" sldId="388"/>
            <ac:spMk id="30" creationId="{51C206AB-857F-4017-894F-A6144D1F4F9B}"/>
          </ac:spMkLst>
        </pc:spChg>
        <pc:spChg chg="add mod">
          <ac:chgData name="Serhii Harmash" userId="19965dc1-3670-4089-9e09-ab6aab33a005" providerId="ADAL" clId="{70B4E90B-F3E9-472B-97A4-31B8CBFAD141}" dt="2021-11-05T14:44:51.423" v="4978" actId="1076"/>
          <ac:spMkLst>
            <pc:docMk/>
            <pc:sldMk cId="3804142352" sldId="388"/>
            <ac:spMk id="31" creationId="{3FA99240-FDA4-4A90-82B8-DCFFC508AD26}"/>
          </ac:spMkLst>
        </pc:spChg>
        <pc:spChg chg="add del">
          <ac:chgData name="Serhii Harmash" userId="19965dc1-3670-4089-9e09-ab6aab33a005" providerId="ADAL" clId="{70B4E90B-F3E9-472B-97A4-31B8CBFAD141}" dt="2021-11-04T17:57:43.722" v="4522" actId="22"/>
          <ac:spMkLst>
            <pc:docMk/>
            <pc:sldMk cId="3804142352" sldId="388"/>
            <ac:spMk id="34" creationId="{BD6E35CF-658B-4DDD-8644-2ED1C545F6BA}"/>
          </ac:spMkLst>
        </pc:spChg>
        <pc:spChg chg="add mod">
          <ac:chgData name="Serhii Harmash" userId="19965dc1-3670-4089-9e09-ab6aab33a005" providerId="ADAL" clId="{70B4E90B-F3E9-472B-97A4-31B8CBFAD141}" dt="2021-11-04T17:57:54.856" v="4526" actId="164"/>
          <ac:spMkLst>
            <pc:docMk/>
            <pc:sldMk cId="3804142352" sldId="388"/>
            <ac:spMk id="35" creationId="{1B8FF185-45FB-43F8-81F4-7461A6B367F0}"/>
          </ac:spMkLst>
        </pc:spChg>
        <pc:grpChg chg="add del mod">
          <ac:chgData name="Serhii Harmash" userId="19965dc1-3670-4089-9e09-ab6aab33a005" providerId="ADAL" clId="{70B4E90B-F3E9-472B-97A4-31B8CBFAD141}" dt="2021-11-04T17:56:11.032" v="4464" actId="164"/>
          <ac:grpSpMkLst>
            <pc:docMk/>
            <pc:sldMk cId="3804142352" sldId="388"/>
            <ac:grpSpMk id="15" creationId="{2F8B39BD-4627-46E1-B6A4-ACE1FCBB1810}"/>
          </ac:grpSpMkLst>
        </pc:grpChg>
        <pc:grpChg chg="add del mod">
          <ac:chgData name="Serhii Harmash" userId="19965dc1-3670-4089-9e09-ab6aab33a005" providerId="ADAL" clId="{70B4E90B-F3E9-472B-97A4-31B8CBFAD141}" dt="2021-11-04T17:57:41.397" v="4520" actId="478"/>
          <ac:grpSpMkLst>
            <pc:docMk/>
            <pc:sldMk cId="3804142352" sldId="388"/>
            <ac:grpSpMk id="18" creationId="{5C466FA2-7077-4DFA-A769-2F87C880971B}"/>
          </ac:grpSpMkLst>
        </pc:grpChg>
        <pc:grpChg chg="add mod">
          <ac:chgData name="Serhii Harmash" userId="19965dc1-3670-4089-9e09-ab6aab33a005" providerId="ADAL" clId="{70B4E90B-F3E9-472B-97A4-31B8CBFAD141}" dt="2021-11-05T14:44:20.616" v="4971" actId="14100"/>
          <ac:grpSpMkLst>
            <pc:docMk/>
            <pc:sldMk cId="3804142352" sldId="388"/>
            <ac:grpSpMk id="32" creationId="{AEE12EFD-9996-45C6-A408-087624067A65}"/>
          </ac:grpSpMkLst>
        </pc:grpChg>
        <pc:grpChg chg="add mod">
          <ac:chgData name="Serhii Harmash" userId="19965dc1-3670-4089-9e09-ab6aab33a005" providerId="ADAL" clId="{70B4E90B-F3E9-472B-97A4-31B8CBFAD141}" dt="2021-11-05T14:44:27.992" v="4972" actId="14100"/>
          <ac:grpSpMkLst>
            <pc:docMk/>
            <pc:sldMk cId="3804142352" sldId="388"/>
            <ac:grpSpMk id="36" creationId="{A756B018-51EA-4510-9CAB-4FF8EC065F43}"/>
          </ac:grpSpMkLst>
        </pc:grpChg>
        <pc:graphicFrameChg chg="add del mod">
          <ac:chgData name="Serhii Harmash" userId="19965dc1-3670-4089-9e09-ab6aab33a005" providerId="ADAL" clId="{70B4E90B-F3E9-472B-97A4-31B8CBFAD141}" dt="2021-11-04T17:52:35.572" v="4382"/>
          <ac:graphicFrameMkLst>
            <pc:docMk/>
            <pc:sldMk cId="3804142352" sldId="388"/>
            <ac:graphicFrameMk id="26" creationId="{2529458F-2C4C-4460-8E54-92ECA00AA17B}"/>
          </ac:graphicFrameMkLst>
        </pc:graphicFrameChg>
        <pc:graphicFrameChg chg="add del mod">
          <ac:chgData name="Serhii Harmash" userId="19965dc1-3670-4089-9e09-ab6aab33a005" providerId="ADAL" clId="{70B4E90B-F3E9-472B-97A4-31B8CBFAD141}" dt="2021-11-04T17:52:35.572" v="4382"/>
          <ac:graphicFrameMkLst>
            <pc:docMk/>
            <pc:sldMk cId="3804142352" sldId="388"/>
            <ac:graphicFrameMk id="29" creationId="{C6E639C4-466D-4996-B49B-810715026C48}"/>
          </ac:graphicFrameMkLst>
        </pc:graphicFrameChg>
        <pc:picChg chg="del">
          <ac:chgData name="Serhii Harmash" userId="19965dc1-3670-4089-9e09-ab6aab33a005" providerId="ADAL" clId="{70B4E90B-F3E9-472B-97A4-31B8CBFAD141}" dt="2021-11-04T17:48:04.935" v="4292" actId="478"/>
          <ac:picMkLst>
            <pc:docMk/>
            <pc:sldMk cId="3804142352" sldId="388"/>
            <ac:picMk id="6" creationId="{28334176-B24C-4EE7-A819-050491FEE36F}"/>
          </ac:picMkLst>
        </pc:picChg>
      </pc:sldChg>
    </pc:docChg>
  </pc:docChgLst>
  <pc:docChgLst>
    <pc:chgData name="Serhii Harmash (SHHR)" userId="S::shhr@simcorp.com::19965dc1-3670-4089-9e09-ab6aab33a005" providerId="AD" clId="Web-{AAA2F72D-46BA-912F-6AC0-9477A0C2BFCE}"/>
    <pc:docChg chg="modSld">
      <pc:chgData name="Serhii Harmash (SHHR)" userId="S::shhr@simcorp.com::19965dc1-3670-4089-9e09-ab6aab33a005" providerId="AD" clId="Web-{AAA2F72D-46BA-912F-6AC0-9477A0C2BFCE}" dt="2021-11-05T08:04:57.091" v="13" actId="20577"/>
      <pc:docMkLst>
        <pc:docMk/>
      </pc:docMkLst>
      <pc:sldChg chg="modSp">
        <pc:chgData name="Serhii Harmash (SHHR)" userId="S::shhr@simcorp.com::19965dc1-3670-4089-9e09-ab6aab33a005" providerId="AD" clId="Web-{AAA2F72D-46BA-912F-6AC0-9477A0C2BFCE}" dt="2021-11-05T08:04:43.653" v="7" actId="20577"/>
        <pc:sldMkLst>
          <pc:docMk/>
          <pc:sldMk cId="407905509" sldId="327"/>
        </pc:sldMkLst>
        <pc:spChg chg="mod">
          <ac:chgData name="Serhii Harmash (SHHR)" userId="S::shhr@simcorp.com::19965dc1-3670-4089-9e09-ab6aab33a005" providerId="AD" clId="Web-{AAA2F72D-46BA-912F-6AC0-9477A0C2BFCE}" dt="2021-11-05T08:04:43.653" v="7" actId="20577"/>
          <ac:spMkLst>
            <pc:docMk/>
            <pc:sldMk cId="407905509" sldId="327"/>
            <ac:spMk id="8" creationId="{3D8963B8-342B-4C4E-963C-28A21A699F50}"/>
          </ac:spMkLst>
        </pc:spChg>
      </pc:sldChg>
      <pc:sldChg chg="modSp">
        <pc:chgData name="Serhii Harmash (SHHR)" userId="S::shhr@simcorp.com::19965dc1-3670-4089-9e09-ab6aab33a005" providerId="AD" clId="Web-{AAA2F72D-46BA-912F-6AC0-9477A0C2BFCE}" dt="2021-11-05T08:04:57.091" v="13" actId="20577"/>
        <pc:sldMkLst>
          <pc:docMk/>
          <pc:sldMk cId="3400891916" sldId="387"/>
        </pc:sldMkLst>
        <pc:spChg chg="mod">
          <ac:chgData name="Serhii Harmash (SHHR)" userId="S::shhr@simcorp.com::19965dc1-3670-4089-9e09-ab6aab33a005" providerId="AD" clId="Web-{AAA2F72D-46BA-912F-6AC0-9477A0C2BFCE}" dt="2021-11-05T08:04:57.091" v="13" actId="20577"/>
          <ac:spMkLst>
            <pc:docMk/>
            <pc:sldMk cId="3400891916" sldId="387"/>
            <ac:spMk id="8" creationId="{3D8963B8-342B-4C4E-963C-28A21A699F50}"/>
          </ac:spMkLst>
        </pc:spChg>
      </pc:sldChg>
    </pc:docChg>
  </pc:docChgLst>
  <pc:docChgLst>
    <pc:chgData name="Oleksandr Danylenko" userId="d52ba3df-87fe-4239-a178-09e585050fe0" providerId="ADAL" clId="{D8EDADC6-94AC-4886-8AE2-7BF5F5056A64}"/>
    <pc:docChg chg="custSel">
      <pc:chgData name="Oleksandr Danylenko" userId="d52ba3df-87fe-4239-a178-09e585050fe0" providerId="ADAL" clId="{D8EDADC6-94AC-4886-8AE2-7BF5F5056A64}" dt="2021-08-21T20:22:39.859" v="1" actId="1592"/>
      <pc:docMkLst>
        <pc:docMk/>
      </pc:docMkLst>
      <pc:sldChg chg="addCm delCm">
        <pc:chgData name="Oleksandr Danylenko" userId="d52ba3df-87fe-4239-a178-09e585050fe0" providerId="ADAL" clId="{D8EDADC6-94AC-4886-8AE2-7BF5F5056A64}" dt="2021-08-21T20:22:39.859" v="1" actId="1592"/>
        <pc:sldMkLst>
          <pc:docMk/>
          <pc:sldMk cId="1725090170" sldId="366"/>
        </pc:sldMkLst>
      </pc:sldChg>
    </pc:docChg>
  </pc:docChgLst>
  <pc:docChgLst>
    <pc:chgData name="Valeriia Kobzar (VRKR)" userId="S::vrkr@simcorp.com::abeb4f95-95bb-4875-81dd-0cbce4da8295" providerId="AD" clId="Web-{C429B687-A1BE-02E0-4555-D884EE6A1812}"/>
    <pc:docChg chg="modSld">
      <pc:chgData name="Valeriia Kobzar (VRKR)" userId="S::vrkr@simcorp.com::abeb4f95-95bb-4875-81dd-0cbce4da8295" providerId="AD" clId="Web-{C429B687-A1BE-02E0-4555-D884EE6A1812}" dt="2021-11-25T15:25:30.618" v="9" actId="20577"/>
      <pc:docMkLst>
        <pc:docMk/>
      </pc:docMkLst>
      <pc:sldChg chg="modSp">
        <pc:chgData name="Valeriia Kobzar (VRKR)" userId="S::vrkr@simcorp.com::abeb4f95-95bb-4875-81dd-0cbce4da8295" providerId="AD" clId="Web-{C429B687-A1BE-02E0-4555-D884EE6A1812}" dt="2021-11-25T15:25:30.618" v="9" actId="20577"/>
        <pc:sldMkLst>
          <pc:docMk/>
          <pc:sldMk cId="738792783" sldId="282"/>
        </pc:sldMkLst>
        <pc:spChg chg="mod">
          <ac:chgData name="Valeriia Kobzar (VRKR)" userId="S::vrkr@simcorp.com::abeb4f95-95bb-4875-81dd-0cbce4da8295" providerId="AD" clId="Web-{C429B687-A1BE-02E0-4555-D884EE6A1812}" dt="2021-11-25T15:25:30.618" v="9" actId="20577"/>
          <ac:spMkLst>
            <pc:docMk/>
            <pc:sldMk cId="738792783" sldId="282"/>
            <ac:spMk id="5" creationId="{67E8D471-BA5C-4AAC-A2C9-82DB42DEB307}"/>
          </ac:spMkLst>
        </pc:spChg>
      </pc:sldChg>
    </pc:docChg>
  </pc:docChgLst>
  <pc:docChgLst>
    <pc:chgData clId="Web-{48F5A3DA-42D8-2702-DE05-BF1A91AFB80E}"/>
    <pc:docChg chg="modSld">
      <pc:chgData name="" userId="" providerId="" clId="Web-{48F5A3DA-42D8-2702-DE05-BF1A91AFB80E}" dt="2021-11-05T11:37:06.552" v="0" actId="20577"/>
      <pc:docMkLst>
        <pc:docMk/>
      </pc:docMkLst>
      <pc:sldChg chg="modSp">
        <pc:chgData name="" userId="" providerId="" clId="Web-{48F5A3DA-42D8-2702-DE05-BF1A91AFB80E}" dt="2021-11-05T11:37:06.552" v="0" actId="20577"/>
        <pc:sldMkLst>
          <pc:docMk/>
          <pc:sldMk cId="525279977" sldId="256"/>
        </pc:sldMkLst>
        <pc:spChg chg="mod">
          <ac:chgData name="" userId="" providerId="" clId="Web-{48F5A3DA-42D8-2702-DE05-BF1A91AFB80E}" dt="2021-11-05T11:37:06.552" v="0" actId="20577"/>
          <ac:spMkLst>
            <pc:docMk/>
            <pc:sldMk cId="525279977" sldId="256"/>
            <ac:spMk id="5" creationId="{3F26BBC0-55E0-4EA1-B967-6CE1D18774D8}"/>
          </ac:spMkLst>
        </pc:spChg>
      </pc:sldChg>
    </pc:docChg>
  </pc:docChgLst>
  <pc:docChgLst>
    <pc:chgData name="Serhii Litvinov" userId="13e31772-44c1-46fd-b5ca-e73152eb6195" providerId="ADAL" clId="{0D3FFEAE-245F-42A4-BB95-27C7EE43A4F8}"/>
    <pc:docChg chg="modSld">
      <pc:chgData name="Serhii Litvinov" userId="13e31772-44c1-46fd-b5ca-e73152eb6195" providerId="ADAL" clId="{0D3FFEAE-245F-42A4-BB95-27C7EE43A4F8}" dt="2021-08-23T07:15:54.822" v="3"/>
      <pc:docMkLst>
        <pc:docMk/>
      </pc:docMkLst>
      <pc:sldChg chg="modNotesTx">
        <pc:chgData name="Serhii Litvinov" userId="13e31772-44c1-46fd-b5ca-e73152eb6195" providerId="ADAL" clId="{0D3FFEAE-245F-42A4-BB95-27C7EE43A4F8}" dt="2021-08-23T07:15:52.118" v="2" actId="20577"/>
        <pc:sldMkLst>
          <pc:docMk/>
          <pc:sldMk cId="785224064" sldId="317"/>
        </pc:sldMkLst>
      </pc:sldChg>
      <pc:sldChg chg="modNotesTx">
        <pc:chgData name="Serhii Litvinov" userId="13e31772-44c1-46fd-b5ca-e73152eb6195" providerId="ADAL" clId="{0D3FFEAE-245F-42A4-BB95-27C7EE43A4F8}" dt="2021-08-23T07:15:04.570" v="0" actId="20577"/>
        <pc:sldMkLst>
          <pc:docMk/>
          <pc:sldMk cId="2172351449" sldId="323"/>
        </pc:sldMkLst>
      </pc:sldChg>
      <pc:sldChg chg="modNotesTx">
        <pc:chgData name="Serhii Litvinov" userId="13e31772-44c1-46fd-b5ca-e73152eb6195" providerId="ADAL" clId="{0D3FFEAE-245F-42A4-BB95-27C7EE43A4F8}" dt="2021-08-23T07:15:54.822" v="3"/>
        <pc:sldMkLst>
          <pc:docMk/>
          <pc:sldMk cId="2327942143" sldId="328"/>
        </pc:sldMkLst>
      </pc:sldChg>
    </pc:docChg>
  </pc:docChgLst>
  <pc:docChgLst>
    <pc:chgData name="Serhii Harmash (SHHR)" userId="S::shhr@simcorp.com::19965dc1-3670-4089-9e09-ab6aab33a005" providerId="AD" clId="Web-{BCE9831F-8B18-F1E5-A78D-08C5C561CCB0}"/>
    <pc:docChg chg="modSld">
      <pc:chgData name="Serhii Harmash (SHHR)" userId="S::shhr@simcorp.com::19965dc1-3670-4089-9e09-ab6aab33a005" providerId="AD" clId="Web-{BCE9831F-8B18-F1E5-A78D-08C5C561CCB0}" dt="2021-11-21T08:57:36.401" v="5" actId="20577"/>
      <pc:docMkLst>
        <pc:docMk/>
      </pc:docMkLst>
      <pc:sldChg chg="delSp modSp">
        <pc:chgData name="Serhii Harmash (SHHR)" userId="S::shhr@simcorp.com::19965dc1-3670-4089-9e09-ab6aab33a005" providerId="AD" clId="Web-{BCE9831F-8B18-F1E5-A78D-08C5C561CCB0}" dt="2021-11-21T08:57:36.401" v="5" actId="20577"/>
        <pc:sldMkLst>
          <pc:docMk/>
          <pc:sldMk cId="2189901577" sldId="381"/>
        </pc:sldMkLst>
        <pc:spChg chg="mod">
          <ac:chgData name="Serhii Harmash (SHHR)" userId="S::shhr@simcorp.com::19965dc1-3670-4089-9e09-ab6aab33a005" providerId="AD" clId="Web-{BCE9831F-8B18-F1E5-A78D-08C5C561CCB0}" dt="2021-11-21T08:57:36.401" v="5" actId="20577"/>
          <ac:spMkLst>
            <pc:docMk/>
            <pc:sldMk cId="2189901577" sldId="381"/>
            <ac:spMk id="6" creationId="{EB707917-C3E8-498F-A645-F3B509C26421}"/>
          </ac:spMkLst>
        </pc:spChg>
        <pc:spChg chg="del">
          <ac:chgData name="Serhii Harmash (SHHR)" userId="S::shhr@simcorp.com::19965dc1-3670-4089-9e09-ab6aab33a005" providerId="AD" clId="Web-{BCE9831F-8B18-F1E5-A78D-08C5C561CCB0}" dt="2021-11-21T08:57:30.166" v="0"/>
          <ac:spMkLst>
            <pc:docMk/>
            <pc:sldMk cId="2189901577" sldId="381"/>
            <ac:spMk id="17" creationId="{EE43F4A5-2A78-4D3D-96B5-4EA566389138}"/>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hyperlink" Target="https://docs.microsoft.com/en-us/dotnet/csharp/programming-guide/events/" TargetMode="External"/><Relationship Id="rId3" Type="http://schemas.openxmlformats.org/officeDocument/2006/relationships/hyperlink" Target="https://docs.microsoft.com/en-us/dotnet/csharp/programming-guide/classes-and-structs/methods" TargetMode="External"/><Relationship Id="rId7" Type="http://schemas.openxmlformats.org/officeDocument/2006/relationships/hyperlink" Target="https://docs.microsoft.com/en-us/dotnet/csharp/language-reference/operators/" TargetMode="External"/><Relationship Id="rId2" Type="http://schemas.openxmlformats.org/officeDocument/2006/relationships/hyperlink" Target="https://docs.microsoft.com/en-us/dotnet/csharp/programming-guide/classes-and-structs/fields" TargetMode="External"/><Relationship Id="rId1" Type="http://schemas.openxmlformats.org/officeDocument/2006/relationships/hyperlink" Target="https://docs.microsoft.com/en-us/dotnet/csharp/programming-guide/classes-and-structs/constants" TargetMode="External"/><Relationship Id="rId6" Type="http://schemas.openxmlformats.org/officeDocument/2006/relationships/hyperlink" Target="https://docs.microsoft.com/en-us/dotnet/csharp/programming-guide/classes-and-structs/destructors" TargetMode="External"/><Relationship Id="rId5" Type="http://schemas.openxmlformats.org/officeDocument/2006/relationships/hyperlink" Target="https://docs.microsoft.com/en-us/dotnet/csharp/programming-guide/classes-and-structs/constructors" TargetMode="External"/><Relationship Id="rId4" Type="http://schemas.openxmlformats.org/officeDocument/2006/relationships/hyperlink" Target="https://docs.microsoft.com/en-us/dotnet/csharp/programming-guide/classes-and-structs/properties" TargetMode="External"/></Relationships>
</file>

<file path=ppt/diagrams/_rels/data2.xml.rels><?xml version="1.0" encoding="UTF-8" standalone="yes"?>
<Relationships xmlns="http://schemas.openxmlformats.org/package/2006/relationships"><Relationship Id="rId1"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8" Type="http://schemas.openxmlformats.org/officeDocument/2006/relationships/hyperlink" Target="https://docs.microsoft.com/en-us/dotnet/csharp/programming-guide/events/" TargetMode="External"/><Relationship Id="rId3" Type="http://schemas.openxmlformats.org/officeDocument/2006/relationships/hyperlink" Target="https://docs.microsoft.com/en-us/dotnet/csharp/programming-guide/classes-and-structs/methods" TargetMode="External"/><Relationship Id="rId7" Type="http://schemas.openxmlformats.org/officeDocument/2006/relationships/hyperlink" Target="https://docs.microsoft.com/en-us/dotnet/csharp/language-reference/operators/" TargetMode="External"/><Relationship Id="rId2" Type="http://schemas.openxmlformats.org/officeDocument/2006/relationships/hyperlink" Target="https://docs.microsoft.com/en-us/dotnet/csharp/programming-guide/classes-and-structs/fields" TargetMode="External"/><Relationship Id="rId1" Type="http://schemas.openxmlformats.org/officeDocument/2006/relationships/hyperlink" Target="https://docs.microsoft.com/en-us/dotnet/csharp/programming-guide/classes-and-structs/constants" TargetMode="External"/><Relationship Id="rId6" Type="http://schemas.openxmlformats.org/officeDocument/2006/relationships/hyperlink" Target="https://docs.microsoft.com/en-us/dotnet/csharp/programming-guide/classes-and-structs/destructors" TargetMode="External"/><Relationship Id="rId5" Type="http://schemas.openxmlformats.org/officeDocument/2006/relationships/hyperlink" Target="https://docs.microsoft.com/en-us/dotnet/csharp/programming-guide/classes-and-structs/constructors" TargetMode="External"/><Relationship Id="rId4" Type="http://schemas.openxmlformats.org/officeDocument/2006/relationships/hyperlink" Target="https://docs.microsoft.com/en-us/dotnet/csharp/programming-guide/classes-and-structs/properties" TargetMode="External"/></Relationships>
</file>

<file path=ppt/diagrams/_rels/drawing2.xml.rels><?xml version="1.0" encoding="UTF-8" standalone="yes"?>
<Relationships xmlns="http://schemas.openxmlformats.org/package/2006/relationships"><Relationship Id="rId1"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8216CB-2BEB-409E-97BA-B0C67CB6360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da-DK"/>
        </a:p>
      </dgm:t>
    </dgm:pt>
    <dgm:pt modelId="{23EDD54E-76D4-48D0-8692-4B2CC20ABF0A}">
      <dgm:prSet phldrT="[Text]"/>
      <dgm:spPr/>
      <dgm:t>
        <a:bodyPr/>
        <a:lstStyle/>
        <a:p>
          <a:r>
            <a:rPr lang="en-GB"/>
            <a:t>Data members</a:t>
          </a:r>
          <a:endParaRPr lang="da-DK"/>
        </a:p>
      </dgm:t>
    </dgm:pt>
    <dgm:pt modelId="{404BA9CA-BDEE-479E-A24F-5D3372295250}" type="parTrans" cxnId="{052C4776-CA41-4440-BEE8-C69F078EA621}">
      <dgm:prSet/>
      <dgm:spPr/>
      <dgm:t>
        <a:bodyPr/>
        <a:lstStyle/>
        <a:p>
          <a:endParaRPr lang="da-DK"/>
        </a:p>
      </dgm:t>
    </dgm:pt>
    <dgm:pt modelId="{536E4463-34F7-4789-A9DE-9F8DD2E73020}" type="sibTrans" cxnId="{052C4776-CA41-4440-BEE8-C69F078EA621}">
      <dgm:prSet/>
      <dgm:spPr/>
      <dgm:t>
        <a:bodyPr/>
        <a:lstStyle/>
        <a:p>
          <a:endParaRPr lang="da-DK"/>
        </a:p>
      </dgm:t>
    </dgm:pt>
    <dgm:pt modelId="{E1B4AEBF-E569-4B10-BCF8-B86EBDCC7F32}">
      <dgm:prSet phldrT="[Text]" custT="1"/>
      <dgm:spPr/>
      <dgm:t>
        <a:bodyPr/>
        <a:lstStyle/>
        <a:p>
          <a:r>
            <a:rPr lang="en-GB" sz="2000" kern="1200">
              <a:hlinkClick xmlns:r="http://schemas.openxmlformats.org/officeDocument/2006/relationships" r:id="rId1"/>
            </a:rPr>
            <a:t>Constants</a:t>
          </a:r>
          <a:r>
            <a:rPr lang="en-GB" sz="2000" kern="1200"/>
            <a:t> - </a:t>
          </a:r>
          <a:r>
            <a:rPr lang="da-DK" sz="1800" kern="1200" err="1">
              <a:solidFill>
                <a:srgbClr val="0000FF"/>
              </a:solidFill>
              <a:latin typeface="Consolas" panose="020B0609020204030204" pitchFamily="49" charset="0"/>
              <a:ea typeface="ＭＳ Ｐゴシック" charset="0"/>
              <a:cs typeface="ＭＳ Ｐゴシック" charset="0"/>
            </a:rPr>
            <a:t>const</a:t>
          </a:r>
          <a:r>
            <a:rPr lang="da-DK" sz="1800" kern="1200">
              <a:solidFill>
                <a:srgbClr val="0000FF"/>
              </a:solidFill>
              <a:latin typeface="Consolas" panose="020B0609020204030204" pitchFamily="49" charset="0"/>
              <a:ea typeface="ＭＳ Ｐゴシック" charset="0"/>
              <a:cs typeface="ＭＳ Ｐゴシック" charset="0"/>
            </a:rPr>
            <a:t> int </a:t>
          </a:r>
          <a:r>
            <a:rPr lang="da-DK" sz="1800" kern="1200">
              <a:latin typeface="Consolas" panose="020B0609020204030204" pitchFamily="49" charset="0"/>
            </a:rPr>
            <a:t>x = 0;</a:t>
          </a:r>
          <a:r>
            <a:rPr lang="en-GB" sz="1800" kern="1200">
              <a:latin typeface="Consolas" panose="020B0609020204030204" pitchFamily="49" charset="0"/>
            </a:rPr>
            <a:t> </a:t>
          </a:r>
          <a:endParaRPr lang="da-DK" sz="1800" kern="1200">
            <a:latin typeface="Consolas" panose="020B0609020204030204" pitchFamily="49" charset="0"/>
          </a:endParaRPr>
        </a:p>
      </dgm:t>
    </dgm:pt>
    <dgm:pt modelId="{9C3A16F9-F84E-4D6E-876F-294F7BDAAA6E}" type="parTrans" cxnId="{65E53BCC-A45A-4DA1-A7C0-9D4E4F4EBB0F}">
      <dgm:prSet/>
      <dgm:spPr/>
      <dgm:t>
        <a:bodyPr/>
        <a:lstStyle/>
        <a:p>
          <a:endParaRPr lang="da-DK"/>
        </a:p>
      </dgm:t>
    </dgm:pt>
    <dgm:pt modelId="{15A6B975-F573-4DAD-A401-D594C9B5C3D5}" type="sibTrans" cxnId="{65E53BCC-A45A-4DA1-A7C0-9D4E4F4EBB0F}">
      <dgm:prSet/>
      <dgm:spPr/>
      <dgm:t>
        <a:bodyPr/>
        <a:lstStyle/>
        <a:p>
          <a:endParaRPr lang="da-DK"/>
        </a:p>
      </dgm:t>
    </dgm:pt>
    <dgm:pt modelId="{E5C144A6-A8B4-4355-AE7C-B4BD7D5F80D8}">
      <dgm:prSet phldrT="[Text]" custT="1"/>
      <dgm:spPr/>
      <dgm:t>
        <a:bodyPr/>
        <a:lstStyle/>
        <a:p>
          <a:r>
            <a:rPr lang="en-GB" sz="2000" kern="1200">
              <a:hlinkClick xmlns:r="http://schemas.openxmlformats.org/officeDocument/2006/relationships" r:id="rId2"/>
            </a:rPr>
            <a:t>Fields</a:t>
          </a:r>
          <a:r>
            <a:rPr lang="en-GB" sz="2000" kern="1200"/>
            <a:t> - </a:t>
          </a:r>
          <a:r>
            <a:rPr lang="da-DK" sz="1800" kern="1200">
              <a:solidFill>
                <a:srgbClr val="0000FF"/>
              </a:solidFill>
              <a:latin typeface="Consolas" panose="020B0609020204030204" pitchFamily="49" charset="0"/>
              <a:ea typeface="ＭＳ Ｐゴシック" charset="0"/>
              <a:cs typeface="ＭＳ Ｐゴシック" charset="0"/>
            </a:rPr>
            <a:t>private string </a:t>
          </a:r>
          <a:r>
            <a:rPr lang="da-DK" sz="1800" kern="1200">
              <a:latin typeface="Consolas" panose="020B0609020204030204" pitchFamily="49" charset="0"/>
            </a:rPr>
            <a:t>_</a:t>
          </a:r>
          <a:r>
            <a:rPr lang="da-DK" sz="1800" kern="1200" err="1">
              <a:latin typeface="Consolas" panose="020B0609020204030204" pitchFamily="49" charset="0"/>
            </a:rPr>
            <a:t>name</a:t>
          </a:r>
          <a:r>
            <a:rPr lang="da-DK" sz="1800" kern="1200">
              <a:latin typeface="Consolas" panose="020B0609020204030204" pitchFamily="49" charset="0"/>
            </a:rPr>
            <a:t>;</a:t>
          </a:r>
          <a:endParaRPr lang="da-DK" sz="1800" kern="1200">
            <a:solidFill>
              <a:srgbClr val="00B050"/>
            </a:solidFill>
            <a:latin typeface="Consolas" panose="020B0609020204030204" pitchFamily="49" charset="0"/>
          </a:endParaRPr>
        </a:p>
      </dgm:t>
    </dgm:pt>
    <dgm:pt modelId="{CF84AB50-F6A3-40AB-9D39-7C023F027400}" type="parTrans" cxnId="{DFE3F308-0806-40A1-8391-17C542B18087}">
      <dgm:prSet/>
      <dgm:spPr/>
      <dgm:t>
        <a:bodyPr/>
        <a:lstStyle/>
        <a:p>
          <a:endParaRPr lang="da-DK"/>
        </a:p>
      </dgm:t>
    </dgm:pt>
    <dgm:pt modelId="{C9461994-9944-46F9-A968-A310B0CA77A3}" type="sibTrans" cxnId="{DFE3F308-0806-40A1-8391-17C542B18087}">
      <dgm:prSet/>
      <dgm:spPr/>
      <dgm:t>
        <a:bodyPr/>
        <a:lstStyle/>
        <a:p>
          <a:endParaRPr lang="da-DK"/>
        </a:p>
      </dgm:t>
    </dgm:pt>
    <dgm:pt modelId="{04A688CB-2C43-488B-850E-9DFBC0470A12}">
      <dgm:prSet phldrT="[Text]"/>
      <dgm:spPr/>
      <dgm:t>
        <a:bodyPr/>
        <a:lstStyle/>
        <a:p>
          <a:r>
            <a:rPr lang="en-GB"/>
            <a:t>Function members</a:t>
          </a:r>
          <a:endParaRPr lang="da-DK"/>
        </a:p>
      </dgm:t>
    </dgm:pt>
    <dgm:pt modelId="{CCBD11C8-B67F-4F15-A714-245F41A0EB00}" type="parTrans" cxnId="{149AAC21-9E8C-44C4-B04E-ED0081850BE6}">
      <dgm:prSet/>
      <dgm:spPr/>
      <dgm:t>
        <a:bodyPr/>
        <a:lstStyle/>
        <a:p>
          <a:endParaRPr lang="da-DK"/>
        </a:p>
      </dgm:t>
    </dgm:pt>
    <dgm:pt modelId="{F79B8285-4EB1-4E3D-9E21-4F4027730CFC}" type="sibTrans" cxnId="{149AAC21-9E8C-44C4-B04E-ED0081850BE6}">
      <dgm:prSet/>
      <dgm:spPr/>
      <dgm:t>
        <a:bodyPr/>
        <a:lstStyle/>
        <a:p>
          <a:endParaRPr lang="da-DK"/>
        </a:p>
      </dgm:t>
    </dgm:pt>
    <dgm:pt modelId="{DAA2988B-E978-46EC-828F-8DDDFBCA93D3}">
      <dgm:prSet phldrT="[Text]" custT="1"/>
      <dgm:spPr/>
      <dgm:t>
        <a:bodyPr/>
        <a:lstStyle/>
        <a:p>
          <a:r>
            <a:rPr lang="en-GB" sz="2000" kern="1200">
              <a:hlinkClick xmlns:r="http://schemas.openxmlformats.org/officeDocument/2006/relationships" r:id="rId3"/>
            </a:rPr>
            <a:t>Methods</a:t>
          </a:r>
          <a:r>
            <a:rPr lang="en-GB" sz="2000" kern="1200"/>
            <a:t> - </a:t>
          </a:r>
          <a:r>
            <a:rPr lang="da-DK" sz="1800" kern="1200">
              <a:solidFill>
                <a:srgbClr val="0000FF"/>
              </a:solidFill>
              <a:latin typeface="Consolas" panose="020B0609020204030204" pitchFamily="49" charset="0"/>
              <a:ea typeface="ＭＳ Ｐゴシック" charset="0"/>
              <a:cs typeface="ＭＳ Ｐゴシック" charset="0"/>
            </a:rPr>
            <a:t>public override string </a:t>
          </a:r>
          <a:r>
            <a:rPr lang="da-DK" sz="1800" kern="1200" err="1">
              <a:solidFill>
                <a:prstClr val="black">
                  <a:hueOff val="0"/>
                  <a:satOff val="0"/>
                  <a:lumOff val="0"/>
                  <a:alphaOff val="0"/>
                </a:prstClr>
              </a:solidFill>
              <a:latin typeface="Consolas" panose="020B0609020204030204" pitchFamily="49" charset="0"/>
              <a:ea typeface="+mn-ea"/>
              <a:cs typeface="+mn-cs"/>
            </a:rPr>
            <a:t>ToString</a:t>
          </a:r>
          <a:r>
            <a:rPr lang="da-DK" sz="1800" kern="1200">
              <a:solidFill>
                <a:schemeClr val="tx1"/>
              </a:solidFill>
              <a:latin typeface="Consolas" panose="020B0609020204030204" pitchFamily="49" charset="0"/>
            </a:rPr>
            <a:t>() {…}</a:t>
          </a:r>
        </a:p>
      </dgm:t>
    </dgm:pt>
    <dgm:pt modelId="{813A44E0-115C-40AF-8F93-1FD5C952D242}" type="parTrans" cxnId="{88F9194A-EF25-4DA7-9577-536EABF73D51}">
      <dgm:prSet/>
      <dgm:spPr/>
      <dgm:t>
        <a:bodyPr/>
        <a:lstStyle/>
        <a:p>
          <a:endParaRPr lang="da-DK"/>
        </a:p>
      </dgm:t>
    </dgm:pt>
    <dgm:pt modelId="{F267FA92-86F8-4959-8520-A0C50B5497A8}" type="sibTrans" cxnId="{88F9194A-EF25-4DA7-9577-536EABF73D51}">
      <dgm:prSet/>
      <dgm:spPr/>
      <dgm:t>
        <a:bodyPr/>
        <a:lstStyle/>
        <a:p>
          <a:endParaRPr lang="da-DK"/>
        </a:p>
      </dgm:t>
    </dgm:pt>
    <dgm:pt modelId="{433B45D7-2BC7-428B-AC35-66371B0D13CF}">
      <dgm:prSet phldrT="[Text]" custT="1"/>
      <dgm:spPr/>
      <dgm:t>
        <a:bodyPr/>
        <a:lstStyle/>
        <a:p>
          <a:r>
            <a:rPr lang="en-GB" sz="2000" kern="1200">
              <a:hlinkClick xmlns:r="http://schemas.openxmlformats.org/officeDocument/2006/relationships" r:id="rId4"/>
            </a:rPr>
            <a:t>Properties</a:t>
          </a:r>
          <a:r>
            <a:rPr lang="en-GB" sz="2000" kern="1200"/>
            <a:t> - </a:t>
          </a:r>
          <a:r>
            <a:rPr lang="en-US" sz="1800" kern="1200">
              <a:solidFill>
                <a:srgbClr val="0000FF"/>
              </a:solidFill>
              <a:latin typeface="Consolas" panose="020B0609020204030204" pitchFamily="49" charset="0"/>
              <a:ea typeface="ＭＳ Ｐゴシック" charset="0"/>
              <a:cs typeface="ＭＳ Ｐゴシック" charset="0"/>
            </a:rPr>
            <a:t>public string </a:t>
          </a:r>
          <a:r>
            <a:rPr lang="en-US" sz="1800" kern="1200">
              <a:latin typeface="Consolas" panose="020B0609020204030204" pitchFamily="49" charset="0"/>
            </a:rPr>
            <a:t>Name { </a:t>
          </a:r>
          <a:r>
            <a:rPr lang="en-US" sz="1800" kern="1200">
              <a:solidFill>
                <a:srgbClr val="0000FF"/>
              </a:solidFill>
              <a:latin typeface="Consolas" panose="020B0609020204030204" pitchFamily="49" charset="0"/>
              <a:ea typeface="ＭＳ Ｐゴシック" charset="0"/>
              <a:cs typeface="ＭＳ Ｐゴシック" charset="0"/>
            </a:rPr>
            <a:t>get</a:t>
          </a:r>
          <a:r>
            <a:rPr lang="en-US" sz="1800" kern="1200">
              <a:latin typeface="Consolas" panose="020B0609020204030204" pitchFamily="49" charset="0"/>
            </a:rPr>
            <a:t>; </a:t>
          </a:r>
          <a:r>
            <a:rPr lang="en-US" sz="1800" kern="1200">
              <a:solidFill>
                <a:srgbClr val="0000FF"/>
              </a:solidFill>
              <a:latin typeface="Consolas" panose="020B0609020204030204" pitchFamily="49" charset="0"/>
              <a:ea typeface="ＭＳ Ｐゴシック" charset="0"/>
              <a:cs typeface="ＭＳ Ｐゴシック" charset="0"/>
            </a:rPr>
            <a:t>set</a:t>
          </a:r>
          <a:r>
            <a:rPr lang="en-US" sz="1800" kern="1200">
              <a:latin typeface="Consolas" panose="020B0609020204030204" pitchFamily="49" charset="0"/>
            </a:rPr>
            <a:t>; }</a:t>
          </a:r>
          <a:endParaRPr lang="da-DK" sz="1800" kern="1200">
            <a:latin typeface="Consolas" panose="020B0609020204030204" pitchFamily="49" charset="0"/>
          </a:endParaRPr>
        </a:p>
      </dgm:t>
    </dgm:pt>
    <dgm:pt modelId="{8EAE0F93-0C57-47F8-8434-F1EFBA8BB32C}" type="parTrans" cxnId="{3F65097B-F5D1-49E0-9274-82C21A72928A}">
      <dgm:prSet/>
      <dgm:spPr/>
      <dgm:t>
        <a:bodyPr/>
        <a:lstStyle/>
        <a:p>
          <a:endParaRPr lang="da-DK"/>
        </a:p>
      </dgm:t>
    </dgm:pt>
    <dgm:pt modelId="{D5852425-C7B7-438D-92FC-D793BA2ADD66}" type="sibTrans" cxnId="{3F65097B-F5D1-49E0-9274-82C21A72928A}">
      <dgm:prSet/>
      <dgm:spPr/>
      <dgm:t>
        <a:bodyPr/>
        <a:lstStyle/>
        <a:p>
          <a:endParaRPr lang="da-DK"/>
        </a:p>
      </dgm:t>
    </dgm:pt>
    <dgm:pt modelId="{BB29CD8A-E858-4894-9304-F977252FB334}">
      <dgm:prSet phldrT="[Text]" custT="1"/>
      <dgm:spPr/>
      <dgm:t>
        <a:bodyPr/>
        <a:lstStyle/>
        <a:p>
          <a:r>
            <a:rPr lang="en-GB" sz="2000" kern="1200">
              <a:hlinkClick xmlns:r="http://schemas.openxmlformats.org/officeDocument/2006/relationships" r:id="rId5"/>
            </a:rPr>
            <a:t>Constructors</a:t>
          </a:r>
          <a:r>
            <a:rPr lang="en-GB" sz="2000" kern="1200"/>
            <a:t> - </a:t>
          </a:r>
          <a:r>
            <a:rPr lang="da-DK" sz="1800" kern="1200">
              <a:solidFill>
                <a:srgbClr val="0000FF"/>
              </a:solidFill>
              <a:latin typeface="Consolas" panose="020B0609020204030204" pitchFamily="49" charset="0"/>
              <a:ea typeface="ＭＳ Ｐゴシック" charset="0"/>
              <a:cs typeface="ＭＳ Ｐゴシック" charset="0"/>
            </a:rPr>
            <a:t>public</a:t>
          </a:r>
          <a:r>
            <a:rPr lang="da-DK" sz="1800" kern="1200">
              <a:latin typeface="Consolas" panose="020B0609020204030204" pitchFamily="49" charset="0"/>
            </a:rPr>
            <a:t> Employee() {…}</a:t>
          </a:r>
        </a:p>
      </dgm:t>
    </dgm:pt>
    <dgm:pt modelId="{3AFDA9B1-340D-4267-9067-5F73479BA1F4}" type="parTrans" cxnId="{3B84F9DD-9098-41FE-9A81-C6E4359469A4}">
      <dgm:prSet/>
      <dgm:spPr/>
      <dgm:t>
        <a:bodyPr/>
        <a:lstStyle/>
        <a:p>
          <a:endParaRPr lang="da-DK"/>
        </a:p>
      </dgm:t>
    </dgm:pt>
    <dgm:pt modelId="{20F45EC0-88A7-4B68-A547-5C75DD0E2571}" type="sibTrans" cxnId="{3B84F9DD-9098-41FE-9A81-C6E4359469A4}">
      <dgm:prSet/>
      <dgm:spPr/>
      <dgm:t>
        <a:bodyPr/>
        <a:lstStyle/>
        <a:p>
          <a:endParaRPr lang="da-DK"/>
        </a:p>
      </dgm:t>
    </dgm:pt>
    <dgm:pt modelId="{C92FFB8F-8A4C-4C9A-A4EC-B3FC92FBE149}">
      <dgm:prSet phldrT="[Text]" custT="1"/>
      <dgm:spPr/>
      <dgm:t>
        <a:bodyPr/>
        <a:lstStyle/>
        <a:p>
          <a:r>
            <a:rPr lang="en-GB" sz="2000" kern="1200">
              <a:hlinkClick xmlns:r="http://schemas.openxmlformats.org/officeDocument/2006/relationships" r:id="rId6"/>
            </a:rPr>
            <a:t>Finalizers</a:t>
          </a:r>
          <a:r>
            <a:rPr lang="en-GB" sz="2000" kern="1200"/>
            <a:t> - </a:t>
          </a:r>
          <a:r>
            <a:rPr lang="da-DK" sz="1800" kern="1200">
              <a:latin typeface="Consolas" panose="020B0609020204030204" pitchFamily="49" charset="0"/>
            </a:rPr>
            <a:t>~Employee() {…}</a:t>
          </a:r>
        </a:p>
      </dgm:t>
    </dgm:pt>
    <dgm:pt modelId="{E249B90B-3384-4232-9307-E0D062465B91}" type="parTrans" cxnId="{5F6B81DA-04BE-4149-9912-357A8D7ADA1B}">
      <dgm:prSet/>
      <dgm:spPr/>
      <dgm:t>
        <a:bodyPr/>
        <a:lstStyle/>
        <a:p>
          <a:endParaRPr lang="da-DK"/>
        </a:p>
      </dgm:t>
    </dgm:pt>
    <dgm:pt modelId="{7AC313CD-B91E-48EB-A069-6359136C334D}" type="sibTrans" cxnId="{5F6B81DA-04BE-4149-9912-357A8D7ADA1B}">
      <dgm:prSet/>
      <dgm:spPr/>
      <dgm:t>
        <a:bodyPr/>
        <a:lstStyle/>
        <a:p>
          <a:endParaRPr lang="da-DK"/>
        </a:p>
      </dgm:t>
    </dgm:pt>
    <dgm:pt modelId="{2074BFFC-13BC-478D-89BE-183CFCFCAA96}">
      <dgm:prSet phldrT="[Text]" custT="1"/>
      <dgm:spPr/>
      <dgm:t>
        <a:bodyPr/>
        <a:lstStyle/>
        <a:p>
          <a:r>
            <a:rPr lang="en-GB" sz="2000" kern="1200">
              <a:hlinkClick xmlns:r="http://schemas.openxmlformats.org/officeDocument/2006/relationships" r:id="rId7"/>
            </a:rPr>
            <a:t>Operators</a:t>
          </a:r>
          <a:r>
            <a:rPr lang="en-GB" sz="2000" kern="1200"/>
            <a:t> - </a:t>
          </a:r>
          <a:r>
            <a:rPr lang="en-US" sz="1800" kern="1200">
              <a:solidFill>
                <a:srgbClr val="0000FF"/>
              </a:solidFill>
              <a:latin typeface="Consolas" panose="020B0609020204030204" pitchFamily="49" charset="0"/>
              <a:ea typeface="ＭＳ Ｐゴシック" charset="0"/>
              <a:cs typeface="ＭＳ Ｐゴシック" charset="0"/>
            </a:rPr>
            <a:t>public static </a:t>
          </a:r>
          <a:r>
            <a:rPr lang="en-US" sz="1800" kern="1200">
              <a:solidFill>
                <a:srgbClr val="00DEE6"/>
              </a:solidFill>
              <a:latin typeface="Consolas" panose="020B0609020204030204" pitchFamily="49" charset="0"/>
            </a:rPr>
            <a:t>Employee</a:t>
          </a:r>
          <a:r>
            <a:rPr lang="en-US" sz="1800" kern="1200">
              <a:latin typeface="Consolas" panose="020B0609020204030204" pitchFamily="49" charset="0"/>
            </a:rPr>
            <a:t> </a:t>
          </a:r>
          <a:r>
            <a:rPr lang="en-US" sz="1800" kern="1200">
              <a:solidFill>
                <a:srgbClr val="0000FF"/>
              </a:solidFill>
              <a:latin typeface="Consolas" panose="020B0609020204030204" pitchFamily="49" charset="0"/>
              <a:ea typeface="ＭＳ Ｐゴシック" charset="0"/>
              <a:cs typeface="ＭＳ Ｐゴシック" charset="0"/>
            </a:rPr>
            <a:t>operator</a:t>
          </a:r>
          <a:r>
            <a:rPr lang="en-US" sz="1800" kern="1200">
              <a:latin typeface="Consolas" panose="020B0609020204030204" pitchFamily="49" charset="0"/>
            </a:rPr>
            <a:t> ++(</a:t>
          </a:r>
          <a:r>
            <a:rPr lang="en-US" sz="1800" kern="1200">
              <a:solidFill>
                <a:srgbClr val="00DEE6"/>
              </a:solidFill>
              <a:latin typeface="Consolas" panose="020B0609020204030204" pitchFamily="49" charset="0"/>
            </a:rPr>
            <a:t>Employee</a:t>
          </a:r>
          <a:r>
            <a:rPr lang="en-US" sz="1800" kern="1200">
              <a:latin typeface="Consolas" panose="020B0609020204030204" pitchFamily="49" charset="0"/>
            </a:rPr>
            <a:t> </a:t>
          </a:r>
          <a:r>
            <a:rPr lang="en-US" sz="1800" kern="1200" err="1">
              <a:latin typeface="Consolas" panose="020B0609020204030204" pitchFamily="49" charset="0"/>
            </a:rPr>
            <a:t>emplA</a:t>
          </a:r>
          <a:r>
            <a:rPr lang="en-US" sz="1800" kern="1200">
              <a:latin typeface="Consolas" panose="020B0609020204030204" pitchFamily="49" charset="0"/>
            </a:rPr>
            <a:t>) {…}</a:t>
          </a:r>
          <a:endParaRPr lang="da-DK" sz="1800" kern="1200">
            <a:latin typeface="Consolas" panose="020B0609020204030204" pitchFamily="49" charset="0"/>
          </a:endParaRPr>
        </a:p>
      </dgm:t>
    </dgm:pt>
    <dgm:pt modelId="{79080794-5A1E-4094-B70D-429FC80C8964}" type="parTrans" cxnId="{2B1D63F6-1A0F-4177-9E8F-B68179BC20B6}">
      <dgm:prSet/>
      <dgm:spPr/>
      <dgm:t>
        <a:bodyPr/>
        <a:lstStyle/>
        <a:p>
          <a:endParaRPr lang="da-DK"/>
        </a:p>
      </dgm:t>
    </dgm:pt>
    <dgm:pt modelId="{C4F27A70-7688-43C0-9844-E11F09371683}" type="sibTrans" cxnId="{2B1D63F6-1A0F-4177-9E8F-B68179BC20B6}">
      <dgm:prSet/>
      <dgm:spPr/>
      <dgm:t>
        <a:bodyPr/>
        <a:lstStyle/>
        <a:p>
          <a:endParaRPr lang="da-DK"/>
        </a:p>
      </dgm:t>
    </dgm:pt>
    <dgm:pt modelId="{A69DB3AD-802F-459C-9298-D7C3E6891DAA}">
      <dgm:prSet phldrT="[Text]" custT="1"/>
      <dgm:spPr/>
      <dgm:t>
        <a:bodyPr/>
        <a:lstStyle/>
        <a:p>
          <a:r>
            <a:rPr lang="en-GB" sz="2000" kern="1200">
              <a:hlinkClick xmlns:r="http://schemas.openxmlformats.org/officeDocument/2006/relationships" r:id="rId8"/>
            </a:rPr>
            <a:t>Events</a:t>
          </a:r>
          <a:r>
            <a:rPr lang="en-GB" sz="2000" kern="1200"/>
            <a:t> - </a:t>
          </a:r>
          <a:r>
            <a:rPr lang="da-DK" sz="1800" kern="1200">
              <a:solidFill>
                <a:srgbClr val="0000FF"/>
              </a:solidFill>
              <a:latin typeface="Consolas" panose="020B0609020204030204" pitchFamily="49" charset="0"/>
              <a:ea typeface="ＭＳ Ｐゴシック" charset="0"/>
              <a:cs typeface="ＭＳ Ｐゴシック" charset="0"/>
            </a:rPr>
            <a:t>public event </a:t>
          </a:r>
          <a:r>
            <a:rPr lang="da-DK" sz="1800" kern="1200" err="1">
              <a:solidFill>
                <a:srgbClr val="00DEE6"/>
              </a:solidFill>
              <a:latin typeface="Consolas" panose="020B0609020204030204" pitchFamily="49" charset="0"/>
            </a:rPr>
            <a:t>EventHandler</a:t>
          </a:r>
          <a:r>
            <a:rPr lang="da-DK" sz="1800" kern="1200">
              <a:latin typeface="Consolas" panose="020B0609020204030204" pitchFamily="49" charset="0"/>
            </a:rPr>
            <a:t> </a:t>
          </a:r>
          <a:r>
            <a:rPr lang="da-DK" sz="1800" kern="1200" err="1">
              <a:latin typeface="Consolas" panose="020B0609020204030204" pitchFamily="49" charset="0"/>
            </a:rPr>
            <a:t>Created</a:t>
          </a:r>
          <a:r>
            <a:rPr lang="da-DK" sz="1800" kern="1200">
              <a:latin typeface="Consolas" panose="020B0609020204030204" pitchFamily="49" charset="0"/>
            </a:rPr>
            <a:t>;</a:t>
          </a:r>
        </a:p>
      </dgm:t>
    </dgm:pt>
    <dgm:pt modelId="{097A2358-0063-49B3-A0AE-FB3B38E88A44}" type="parTrans" cxnId="{1BEBD5D5-3092-406A-8FFD-9A6C3E989109}">
      <dgm:prSet/>
      <dgm:spPr/>
      <dgm:t>
        <a:bodyPr/>
        <a:lstStyle/>
        <a:p>
          <a:endParaRPr lang="da-DK"/>
        </a:p>
      </dgm:t>
    </dgm:pt>
    <dgm:pt modelId="{0E62E4E3-591E-4CA7-92BB-EF5E13B05CBC}" type="sibTrans" cxnId="{1BEBD5D5-3092-406A-8FFD-9A6C3E989109}">
      <dgm:prSet/>
      <dgm:spPr/>
      <dgm:t>
        <a:bodyPr/>
        <a:lstStyle/>
        <a:p>
          <a:endParaRPr lang="da-DK"/>
        </a:p>
      </dgm:t>
    </dgm:pt>
    <dgm:pt modelId="{0A7EE499-CF3C-43B5-818A-C4EABFBC11A2}" type="pres">
      <dgm:prSet presAssocID="{7F8216CB-2BEB-409E-97BA-B0C67CB6360D}" presName="linear" presStyleCnt="0">
        <dgm:presLayoutVars>
          <dgm:dir/>
          <dgm:animLvl val="lvl"/>
          <dgm:resizeHandles val="exact"/>
        </dgm:presLayoutVars>
      </dgm:prSet>
      <dgm:spPr/>
    </dgm:pt>
    <dgm:pt modelId="{22050113-4A42-4242-A997-70D8B0482F97}" type="pres">
      <dgm:prSet presAssocID="{23EDD54E-76D4-48D0-8692-4B2CC20ABF0A}" presName="parentLin" presStyleCnt="0"/>
      <dgm:spPr/>
    </dgm:pt>
    <dgm:pt modelId="{B4A0BD21-3B44-4124-BE1F-60702AB5C13D}" type="pres">
      <dgm:prSet presAssocID="{23EDD54E-76D4-48D0-8692-4B2CC20ABF0A}" presName="parentLeftMargin" presStyleLbl="node1" presStyleIdx="0" presStyleCnt="2"/>
      <dgm:spPr/>
    </dgm:pt>
    <dgm:pt modelId="{41126C91-3B85-4244-885A-3211F6A71D7C}" type="pres">
      <dgm:prSet presAssocID="{23EDD54E-76D4-48D0-8692-4B2CC20ABF0A}" presName="parentText" presStyleLbl="node1" presStyleIdx="0" presStyleCnt="2">
        <dgm:presLayoutVars>
          <dgm:chMax val="0"/>
          <dgm:bulletEnabled val="1"/>
        </dgm:presLayoutVars>
      </dgm:prSet>
      <dgm:spPr/>
    </dgm:pt>
    <dgm:pt modelId="{CEAC0E0B-013B-4EDA-82C8-39170EBD72CD}" type="pres">
      <dgm:prSet presAssocID="{23EDD54E-76D4-48D0-8692-4B2CC20ABF0A}" presName="negativeSpace" presStyleCnt="0"/>
      <dgm:spPr/>
    </dgm:pt>
    <dgm:pt modelId="{30EFB7C2-4263-46EA-867E-2B6D02482C0D}" type="pres">
      <dgm:prSet presAssocID="{23EDD54E-76D4-48D0-8692-4B2CC20ABF0A}" presName="childText" presStyleLbl="conFgAcc1" presStyleIdx="0" presStyleCnt="2">
        <dgm:presLayoutVars>
          <dgm:bulletEnabled val="1"/>
        </dgm:presLayoutVars>
      </dgm:prSet>
      <dgm:spPr/>
    </dgm:pt>
    <dgm:pt modelId="{E5E5748B-4997-48E6-8621-A706F9CA378A}" type="pres">
      <dgm:prSet presAssocID="{536E4463-34F7-4789-A9DE-9F8DD2E73020}" presName="spaceBetweenRectangles" presStyleCnt="0"/>
      <dgm:spPr/>
    </dgm:pt>
    <dgm:pt modelId="{480ACF66-C002-48A5-AF63-3E76A801B74B}" type="pres">
      <dgm:prSet presAssocID="{04A688CB-2C43-488B-850E-9DFBC0470A12}" presName="parentLin" presStyleCnt="0"/>
      <dgm:spPr/>
    </dgm:pt>
    <dgm:pt modelId="{0BDF27DD-2CF0-4897-85BE-41E7F07276D2}" type="pres">
      <dgm:prSet presAssocID="{04A688CB-2C43-488B-850E-9DFBC0470A12}" presName="parentLeftMargin" presStyleLbl="node1" presStyleIdx="0" presStyleCnt="2"/>
      <dgm:spPr/>
    </dgm:pt>
    <dgm:pt modelId="{37999B02-7D03-4D8D-893C-627E9FC9D853}" type="pres">
      <dgm:prSet presAssocID="{04A688CB-2C43-488B-850E-9DFBC0470A12}" presName="parentText" presStyleLbl="node1" presStyleIdx="1" presStyleCnt="2">
        <dgm:presLayoutVars>
          <dgm:chMax val="0"/>
          <dgm:bulletEnabled val="1"/>
        </dgm:presLayoutVars>
      </dgm:prSet>
      <dgm:spPr/>
    </dgm:pt>
    <dgm:pt modelId="{6E1A763E-C676-439A-8FAB-A6084094A980}" type="pres">
      <dgm:prSet presAssocID="{04A688CB-2C43-488B-850E-9DFBC0470A12}" presName="negativeSpace" presStyleCnt="0"/>
      <dgm:spPr/>
    </dgm:pt>
    <dgm:pt modelId="{39792CE5-AE23-4332-9049-34695C65EE70}" type="pres">
      <dgm:prSet presAssocID="{04A688CB-2C43-488B-850E-9DFBC0470A12}" presName="childText" presStyleLbl="conFgAcc1" presStyleIdx="1" presStyleCnt="2">
        <dgm:presLayoutVars>
          <dgm:bulletEnabled val="1"/>
        </dgm:presLayoutVars>
      </dgm:prSet>
      <dgm:spPr/>
    </dgm:pt>
  </dgm:ptLst>
  <dgm:cxnLst>
    <dgm:cxn modelId="{2EEDA806-7348-40C7-BD3B-7DB402503288}" type="presOf" srcId="{E5C144A6-A8B4-4355-AE7C-B4BD7D5F80D8}" destId="{30EFB7C2-4263-46EA-867E-2B6D02482C0D}" srcOrd="0" destOrd="1" presId="urn:microsoft.com/office/officeart/2005/8/layout/list1"/>
    <dgm:cxn modelId="{DFE3F308-0806-40A1-8391-17C542B18087}" srcId="{23EDD54E-76D4-48D0-8692-4B2CC20ABF0A}" destId="{E5C144A6-A8B4-4355-AE7C-B4BD7D5F80D8}" srcOrd="1" destOrd="0" parTransId="{CF84AB50-F6A3-40AB-9D39-7C023F027400}" sibTransId="{C9461994-9944-46F9-A968-A310B0CA77A3}"/>
    <dgm:cxn modelId="{50B50E14-F793-4D3D-8C92-29F0F4A76BE8}" type="presOf" srcId="{C92FFB8F-8A4C-4C9A-A4EC-B3FC92FBE149}" destId="{39792CE5-AE23-4332-9049-34695C65EE70}" srcOrd="0" destOrd="3" presId="urn:microsoft.com/office/officeart/2005/8/layout/list1"/>
    <dgm:cxn modelId="{149AAC21-9E8C-44C4-B04E-ED0081850BE6}" srcId="{7F8216CB-2BEB-409E-97BA-B0C67CB6360D}" destId="{04A688CB-2C43-488B-850E-9DFBC0470A12}" srcOrd="1" destOrd="0" parTransId="{CCBD11C8-B67F-4F15-A714-245F41A0EB00}" sibTransId="{F79B8285-4EB1-4E3D-9E21-4F4027730CFC}"/>
    <dgm:cxn modelId="{D10FC827-2A25-4BFD-93A8-9D92A9F42C15}" type="presOf" srcId="{E1B4AEBF-E569-4B10-BCF8-B86EBDCC7F32}" destId="{30EFB7C2-4263-46EA-867E-2B6D02482C0D}" srcOrd="0" destOrd="0" presId="urn:microsoft.com/office/officeart/2005/8/layout/list1"/>
    <dgm:cxn modelId="{275D4C2F-246B-4117-89BF-29ECC3F541D6}" type="presOf" srcId="{04A688CB-2C43-488B-850E-9DFBC0470A12}" destId="{37999B02-7D03-4D8D-893C-627E9FC9D853}" srcOrd="1" destOrd="0" presId="urn:microsoft.com/office/officeart/2005/8/layout/list1"/>
    <dgm:cxn modelId="{038F0C4A-E8D1-445D-AF5D-185FE5F36C69}" type="presOf" srcId="{04A688CB-2C43-488B-850E-9DFBC0470A12}" destId="{0BDF27DD-2CF0-4897-85BE-41E7F07276D2}" srcOrd="0" destOrd="0" presId="urn:microsoft.com/office/officeart/2005/8/layout/list1"/>
    <dgm:cxn modelId="{88F9194A-EF25-4DA7-9577-536EABF73D51}" srcId="{04A688CB-2C43-488B-850E-9DFBC0470A12}" destId="{DAA2988B-E978-46EC-828F-8DDDFBCA93D3}" srcOrd="0" destOrd="0" parTransId="{813A44E0-115C-40AF-8F93-1FD5C952D242}" sibTransId="{F267FA92-86F8-4959-8520-A0C50B5497A8}"/>
    <dgm:cxn modelId="{7C81BB4C-15AA-4271-9C6D-D3F101E08EB8}" type="presOf" srcId="{7F8216CB-2BEB-409E-97BA-B0C67CB6360D}" destId="{0A7EE499-CF3C-43B5-818A-C4EABFBC11A2}" srcOrd="0" destOrd="0" presId="urn:microsoft.com/office/officeart/2005/8/layout/list1"/>
    <dgm:cxn modelId="{3AC2CC51-258E-4B10-BF46-2D8AE884F906}" type="presOf" srcId="{A69DB3AD-802F-459C-9298-D7C3E6891DAA}" destId="{39792CE5-AE23-4332-9049-34695C65EE70}" srcOrd="0" destOrd="5" presId="urn:microsoft.com/office/officeart/2005/8/layout/list1"/>
    <dgm:cxn modelId="{052C4776-CA41-4440-BEE8-C69F078EA621}" srcId="{7F8216CB-2BEB-409E-97BA-B0C67CB6360D}" destId="{23EDD54E-76D4-48D0-8692-4B2CC20ABF0A}" srcOrd="0" destOrd="0" parTransId="{404BA9CA-BDEE-479E-A24F-5D3372295250}" sibTransId="{536E4463-34F7-4789-A9DE-9F8DD2E73020}"/>
    <dgm:cxn modelId="{3F65097B-F5D1-49E0-9274-82C21A72928A}" srcId="{04A688CB-2C43-488B-850E-9DFBC0470A12}" destId="{433B45D7-2BC7-428B-AC35-66371B0D13CF}" srcOrd="1" destOrd="0" parTransId="{8EAE0F93-0C57-47F8-8434-F1EFBA8BB32C}" sibTransId="{D5852425-C7B7-438D-92FC-D793BA2ADD66}"/>
    <dgm:cxn modelId="{319EBB9F-6E1A-4A53-8927-88D7A734E0AC}" type="presOf" srcId="{23EDD54E-76D4-48D0-8692-4B2CC20ABF0A}" destId="{41126C91-3B85-4244-885A-3211F6A71D7C}" srcOrd="1" destOrd="0" presId="urn:microsoft.com/office/officeart/2005/8/layout/list1"/>
    <dgm:cxn modelId="{16A612A4-2DF6-4C6A-BE4B-5B44A2DC06FC}" type="presOf" srcId="{2074BFFC-13BC-478D-89BE-183CFCFCAA96}" destId="{39792CE5-AE23-4332-9049-34695C65EE70}" srcOrd="0" destOrd="4" presId="urn:microsoft.com/office/officeart/2005/8/layout/list1"/>
    <dgm:cxn modelId="{3B963FCB-0559-4889-A7B6-3EE0DE3E8B03}" type="presOf" srcId="{23EDD54E-76D4-48D0-8692-4B2CC20ABF0A}" destId="{B4A0BD21-3B44-4124-BE1F-60702AB5C13D}" srcOrd="0" destOrd="0" presId="urn:microsoft.com/office/officeart/2005/8/layout/list1"/>
    <dgm:cxn modelId="{65E53BCC-A45A-4DA1-A7C0-9D4E4F4EBB0F}" srcId="{23EDD54E-76D4-48D0-8692-4B2CC20ABF0A}" destId="{E1B4AEBF-E569-4B10-BCF8-B86EBDCC7F32}" srcOrd="0" destOrd="0" parTransId="{9C3A16F9-F84E-4D6E-876F-294F7BDAAA6E}" sibTransId="{15A6B975-F573-4DAD-A401-D594C9B5C3D5}"/>
    <dgm:cxn modelId="{1BEBD5D5-3092-406A-8FFD-9A6C3E989109}" srcId="{04A688CB-2C43-488B-850E-9DFBC0470A12}" destId="{A69DB3AD-802F-459C-9298-D7C3E6891DAA}" srcOrd="5" destOrd="0" parTransId="{097A2358-0063-49B3-A0AE-FB3B38E88A44}" sibTransId="{0E62E4E3-591E-4CA7-92BB-EF5E13B05CBC}"/>
    <dgm:cxn modelId="{219B40DA-169A-4516-9A98-C561549ED0D8}" type="presOf" srcId="{BB29CD8A-E858-4894-9304-F977252FB334}" destId="{39792CE5-AE23-4332-9049-34695C65EE70}" srcOrd="0" destOrd="2" presId="urn:microsoft.com/office/officeart/2005/8/layout/list1"/>
    <dgm:cxn modelId="{5F6B81DA-04BE-4149-9912-357A8D7ADA1B}" srcId="{04A688CB-2C43-488B-850E-9DFBC0470A12}" destId="{C92FFB8F-8A4C-4C9A-A4EC-B3FC92FBE149}" srcOrd="3" destOrd="0" parTransId="{E249B90B-3384-4232-9307-E0D062465B91}" sibTransId="{7AC313CD-B91E-48EB-A069-6359136C334D}"/>
    <dgm:cxn modelId="{3B84F9DD-9098-41FE-9A81-C6E4359469A4}" srcId="{04A688CB-2C43-488B-850E-9DFBC0470A12}" destId="{BB29CD8A-E858-4894-9304-F977252FB334}" srcOrd="2" destOrd="0" parTransId="{3AFDA9B1-340D-4267-9067-5F73479BA1F4}" sibTransId="{20F45EC0-88A7-4B68-A547-5C75DD0E2571}"/>
    <dgm:cxn modelId="{EC2862E1-58E8-4F77-A2B7-CB79952836B6}" type="presOf" srcId="{DAA2988B-E978-46EC-828F-8DDDFBCA93D3}" destId="{39792CE5-AE23-4332-9049-34695C65EE70}" srcOrd="0" destOrd="0" presId="urn:microsoft.com/office/officeart/2005/8/layout/list1"/>
    <dgm:cxn modelId="{9AE775E5-04DB-4028-A8EA-ADB82EE097C1}" type="presOf" srcId="{433B45D7-2BC7-428B-AC35-66371B0D13CF}" destId="{39792CE5-AE23-4332-9049-34695C65EE70}" srcOrd="0" destOrd="1" presId="urn:microsoft.com/office/officeart/2005/8/layout/list1"/>
    <dgm:cxn modelId="{2B1D63F6-1A0F-4177-9E8F-B68179BC20B6}" srcId="{04A688CB-2C43-488B-850E-9DFBC0470A12}" destId="{2074BFFC-13BC-478D-89BE-183CFCFCAA96}" srcOrd="4" destOrd="0" parTransId="{79080794-5A1E-4094-B70D-429FC80C8964}" sibTransId="{C4F27A70-7688-43C0-9844-E11F09371683}"/>
    <dgm:cxn modelId="{43E2EEAC-D603-491F-BC6A-87871F8B18BC}" type="presParOf" srcId="{0A7EE499-CF3C-43B5-818A-C4EABFBC11A2}" destId="{22050113-4A42-4242-A997-70D8B0482F97}" srcOrd="0" destOrd="0" presId="urn:microsoft.com/office/officeart/2005/8/layout/list1"/>
    <dgm:cxn modelId="{CC6C7665-9A40-409D-A6D3-2597407FB580}" type="presParOf" srcId="{22050113-4A42-4242-A997-70D8B0482F97}" destId="{B4A0BD21-3B44-4124-BE1F-60702AB5C13D}" srcOrd="0" destOrd="0" presId="urn:microsoft.com/office/officeart/2005/8/layout/list1"/>
    <dgm:cxn modelId="{06F133E9-E0A0-473A-8D58-F3A640F42C72}" type="presParOf" srcId="{22050113-4A42-4242-A997-70D8B0482F97}" destId="{41126C91-3B85-4244-885A-3211F6A71D7C}" srcOrd="1" destOrd="0" presId="urn:microsoft.com/office/officeart/2005/8/layout/list1"/>
    <dgm:cxn modelId="{BACF9DD2-1946-4EBB-875C-09292EB70890}" type="presParOf" srcId="{0A7EE499-CF3C-43B5-818A-C4EABFBC11A2}" destId="{CEAC0E0B-013B-4EDA-82C8-39170EBD72CD}" srcOrd="1" destOrd="0" presId="urn:microsoft.com/office/officeart/2005/8/layout/list1"/>
    <dgm:cxn modelId="{E69252B7-905B-4E31-8B5D-D26B7AAE85B8}" type="presParOf" srcId="{0A7EE499-CF3C-43B5-818A-C4EABFBC11A2}" destId="{30EFB7C2-4263-46EA-867E-2B6D02482C0D}" srcOrd="2" destOrd="0" presId="urn:microsoft.com/office/officeart/2005/8/layout/list1"/>
    <dgm:cxn modelId="{C4C54F3D-8F8B-41CB-89BE-61003D0A7F37}" type="presParOf" srcId="{0A7EE499-CF3C-43B5-818A-C4EABFBC11A2}" destId="{E5E5748B-4997-48E6-8621-A706F9CA378A}" srcOrd="3" destOrd="0" presId="urn:microsoft.com/office/officeart/2005/8/layout/list1"/>
    <dgm:cxn modelId="{FE244B60-2D5E-4304-9195-2EA8F9975B0F}" type="presParOf" srcId="{0A7EE499-CF3C-43B5-818A-C4EABFBC11A2}" destId="{480ACF66-C002-48A5-AF63-3E76A801B74B}" srcOrd="4" destOrd="0" presId="urn:microsoft.com/office/officeart/2005/8/layout/list1"/>
    <dgm:cxn modelId="{DBE4F85E-9CF4-449C-B5D9-C2908F0868B4}" type="presParOf" srcId="{480ACF66-C002-48A5-AF63-3E76A801B74B}" destId="{0BDF27DD-2CF0-4897-85BE-41E7F07276D2}" srcOrd="0" destOrd="0" presId="urn:microsoft.com/office/officeart/2005/8/layout/list1"/>
    <dgm:cxn modelId="{2C1CF0DC-57D5-42EA-B342-8B8C81C634C0}" type="presParOf" srcId="{480ACF66-C002-48A5-AF63-3E76A801B74B}" destId="{37999B02-7D03-4D8D-893C-627E9FC9D853}" srcOrd="1" destOrd="0" presId="urn:microsoft.com/office/officeart/2005/8/layout/list1"/>
    <dgm:cxn modelId="{A475571C-BDA1-4300-B390-D559875FED71}" type="presParOf" srcId="{0A7EE499-CF3C-43B5-818A-C4EABFBC11A2}" destId="{6E1A763E-C676-439A-8FAB-A6084094A980}" srcOrd="5" destOrd="0" presId="urn:microsoft.com/office/officeart/2005/8/layout/list1"/>
    <dgm:cxn modelId="{024CBE7C-8A26-46E7-A226-C095CB816702}" type="presParOf" srcId="{0A7EE499-CF3C-43B5-818A-C4EABFBC11A2}" destId="{39792CE5-AE23-4332-9049-34695C65EE70}"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8AC880-BF6B-4E44-BC3F-DBC3BC3975D8}" type="doc">
      <dgm:prSet loTypeId="urn:microsoft.com/office/officeart/2005/8/layout/bList2" loCatId="list" qsTypeId="urn:microsoft.com/office/officeart/2005/8/quickstyle/simple1" qsCatId="simple" csTypeId="urn:microsoft.com/office/officeart/2005/8/colors/colorful2" csCatId="colorful" phldr="1"/>
      <dgm:spPr/>
      <dgm:t>
        <a:bodyPr/>
        <a:lstStyle/>
        <a:p>
          <a:endParaRPr lang="en-US"/>
        </a:p>
      </dgm:t>
    </dgm:pt>
    <dgm:pt modelId="{04B76933-F5F2-4BEC-8FA3-2BA65048F0D5}">
      <dgm:prSet phldrT="[Text]"/>
      <dgm:spPr/>
      <dgm:t>
        <a:bodyPr/>
        <a:lstStyle/>
        <a:p>
          <a:r>
            <a:rPr lang="en-US"/>
            <a:t>ref</a:t>
          </a:r>
        </a:p>
      </dgm:t>
    </dgm:pt>
    <dgm:pt modelId="{B9182DCF-9A81-4C36-88A8-961AD5307443}" type="parTrans" cxnId="{C08CFB46-47BF-46BA-A0C4-7130E6C79DE2}">
      <dgm:prSet/>
      <dgm:spPr/>
      <dgm:t>
        <a:bodyPr/>
        <a:lstStyle/>
        <a:p>
          <a:endParaRPr lang="en-US"/>
        </a:p>
      </dgm:t>
    </dgm:pt>
    <dgm:pt modelId="{0C1AC9DB-5C23-4D7F-A86D-B49CCB5B3EA2}" type="sibTrans" cxnId="{C08CFB46-47BF-46BA-A0C4-7130E6C79DE2}">
      <dgm:prSet/>
      <dgm:spPr/>
      <dgm:t>
        <a:bodyPr/>
        <a:lstStyle/>
        <a:p>
          <a:endParaRPr lang="en-US"/>
        </a:p>
      </dgm:t>
    </dgm:pt>
    <dgm:pt modelId="{924CE57E-4E60-4650-9B4E-343B654E9D4F}">
      <dgm:prSet phldrT="[Text]"/>
      <dgm:spPr/>
      <dgm:t>
        <a:bodyPr/>
        <a:lstStyle/>
        <a:p>
          <a:r>
            <a:rPr lang="en-US"/>
            <a:t>out</a:t>
          </a:r>
        </a:p>
      </dgm:t>
    </dgm:pt>
    <dgm:pt modelId="{3182322A-6A84-4D9C-85E5-2372B7697F08}" type="parTrans" cxnId="{73C1C52F-A1DB-4D57-9D83-E2DF902ED60E}">
      <dgm:prSet/>
      <dgm:spPr/>
      <dgm:t>
        <a:bodyPr/>
        <a:lstStyle/>
        <a:p>
          <a:endParaRPr lang="en-US"/>
        </a:p>
      </dgm:t>
    </dgm:pt>
    <dgm:pt modelId="{68D38CDC-39B1-42F2-8CE5-0F3921EF8026}" type="sibTrans" cxnId="{73C1C52F-A1DB-4D57-9D83-E2DF902ED60E}">
      <dgm:prSet/>
      <dgm:spPr/>
      <dgm:t>
        <a:bodyPr/>
        <a:lstStyle/>
        <a:p>
          <a:endParaRPr lang="en-US"/>
        </a:p>
      </dgm:t>
    </dgm:pt>
    <dgm:pt modelId="{6AACC2DB-9073-453A-A83A-3AC11CBD9E42}">
      <dgm:prSet phldrT="[Text]"/>
      <dgm:spPr/>
      <dgm:t>
        <a:bodyPr/>
        <a:lstStyle/>
        <a:p>
          <a:r>
            <a:rPr lang="en-US"/>
            <a:t>in</a:t>
          </a:r>
        </a:p>
      </dgm:t>
    </dgm:pt>
    <dgm:pt modelId="{0FF8B8F4-7629-4E97-8487-E987CEF06ADE}" type="parTrans" cxnId="{19EAE3C1-39F9-4719-9BDE-9224E9BFF35D}">
      <dgm:prSet/>
      <dgm:spPr/>
      <dgm:t>
        <a:bodyPr/>
        <a:lstStyle/>
        <a:p>
          <a:endParaRPr lang="en-US"/>
        </a:p>
      </dgm:t>
    </dgm:pt>
    <dgm:pt modelId="{587586F8-9134-4375-9F0D-385BD9CBE639}" type="sibTrans" cxnId="{19EAE3C1-39F9-4719-9BDE-9224E9BFF35D}">
      <dgm:prSet/>
      <dgm:spPr/>
      <dgm:t>
        <a:bodyPr/>
        <a:lstStyle/>
        <a:p>
          <a:endParaRPr lang="en-US"/>
        </a:p>
      </dgm:t>
    </dgm:pt>
    <dgm:pt modelId="{5A84A6A8-A318-4A58-9DD9-C7CFC439F162}">
      <dgm:prSet/>
      <dgm:spPr/>
      <dgm:t>
        <a:bodyPr/>
        <a:lstStyle/>
        <a:p>
          <a:r>
            <a:rPr lang="en-US" b="0" i="0"/>
            <a:t>is used to state that the parameter passed </a:t>
          </a:r>
          <a:r>
            <a:rPr lang="en-US" b="1" i="1"/>
            <a:t>may</a:t>
          </a:r>
          <a:r>
            <a:rPr lang="en-US" b="0" i="0"/>
            <a:t> be modified by the method.</a:t>
          </a:r>
          <a:endParaRPr lang="en-US"/>
        </a:p>
      </dgm:t>
    </dgm:pt>
    <dgm:pt modelId="{5CEB87D1-47BB-452F-B73C-0418FA0F3558}" type="parTrans" cxnId="{8386E6DA-7BD3-4ABF-B07C-85437C1724ED}">
      <dgm:prSet/>
      <dgm:spPr/>
      <dgm:t>
        <a:bodyPr/>
        <a:lstStyle/>
        <a:p>
          <a:endParaRPr lang="en-US"/>
        </a:p>
      </dgm:t>
    </dgm:pt>
    <dgm:pt modelId="{AE4C91B9-E591-4BCA-8E65-B25BAC0B673E}" type="sibTrans" cxnId="{8386E6DA-7BD3-4ABF-B07C-85437C1724ED}">
      <dgm:prSet/>
      <dgm:spPr/>
      <dgm:t>
        <a:bodyPr/>
        <a:lstStyle/>
        <a:p>
          <a:endParaRPr lang="en-US"/>
        </a:p>
      </dgm:t>
    </dgm:pt>
    <dgm:pt modelId="{C875031A-B623-4059-8B01-811116FE1B1B}">
      <dgm:prSet/>
      <dgm:spPr/>
      <dgm:t>
        <a:bodyPr/>
        <a:lstStyle/>
        <a:p>
          <a:r>
            <a:rPr lang="en-US" b="0" i="0"/>
            <a:t>is used to state that the parameter passed </a:t>
          </a:r>
          <a:r>
            <a:rPr lang="en-US" b="1" i="1"/>
            <a:t>must</a:t>
          </a:r>
          <a:r>
            <a:rPr lang="en-US" b="0" i="0"/>
            <a:t> be modified by the method.</a:t>
          </a:r>
          <a:endParaRPr lang="en-US"/>
        </a:p>
      </dgm:t>
    </dgm:pt>
    <dgm:pt modelId="{9DA47495-4A8F-4433-B48E-50BBDB0155EB}" type="parTrans" cxnId="{E721938B-DE76-44FC-9AFD-C7879403F218}">
      <dgm:prSet/>
      <dgm:spPr/>
      <dgm:t>
        <a:bodyPr/>
        <a:lstStyle/>
        <a:p>
          <a:endParaRPr lang="en-US"/>
        </a:p>
      </dgm:t>
    </dgm:pt>
    <dgm:pt modelId="{6E35C5CB-B4ED-4413-B890-72EFBA6E15AC}" type="sibTrans" cxnId="{E721938B-DE76-44FC-9AFD-C7879403F218}">
      <dgm:prSet/>
      <dgm:spPr/>
      <dgm:t>
        <a:bodyPr/>
        <a:lstStyle/>
        <a:p>
          <a:endParaRPr lang="en-US"/>
        </a:p>
      </dgm:t>
    </dgm:pt>
    <dgm:pt modelId="{4ED528A2-72EB-41B6-8781-8D223B1AF637}">
      <dgm:prSet/>
      <dgm:spPr/>
      <dgm:t>
        <a:bodyPr/>
        <a:lstStyle/>
        <a:p>
          <a:r>
            <a:rPr lang="en-US" b="0" i="0"/>
            <a:t>is used to state that the parameter passed </a:t>
          </a:r>
          <a:r>
            <a:rPr lang="en-US" b="1" i="1"/>
            <a:t>cannot</a:t>
          </a:r>
          <a:r>
            <a:rPr lang="en-US" b="0" i="0"/>
            <a:t> be modified by the method.</a:t>
          </a:r>
          <a:endParaRPr lang="en-US"/>
        </a:p>
      </dgm:t>
    </dgm:pt>
    <dgm:pt modelId="{9FC45871-FF09-45AA-AEA8-FC71655F97F3}" type="parTrans" cxnId="{14549232-5FF4-4DDF-8E39-03755A85A0E2}">
      <dgm:prSet/>
      <dgm:spPr/>
      <dgm:t>
        <a:bodyPr/>
        <a:lstStyle/>
        <a:p>
          <a:endParaRPr lang="en-US"/>
        </a:p>
      </dgm:t>
    </dgm:pt>
    <dgm:pt modelId="{C3D3DF3C-A2F1-4AC2-821D-2BB56A7C20ED}" type="sibTrans" cxnId="{14549232-5FF4-4DDF-8E39-03755A85A0E2}">
      <dgm:prSet/>
      <dgm:spPr/>
      <dgm:t>
        <a:bodyPr/>
        <a:lstStyle/>
        <a:p>
          <a:endParaRPr lang="en-US"/>
        </a:p>
      </dgm:t>
    </dgm:pt>
    <dgm:pt modelId="{8734BDA4-4334-4189-BC5C-2263D2AF8CD7}" type="pres">
      <dgm:prSet presAssocID="{7A8AC880-BF6B-4E44-BC3F-DBC3BC3975D8}" presName="diagram" presStyleCnt="0">
        <dgm:presLayoutVars>
          <dgm:dir/>
          <dgm:animLvl val="lvl"/>
          <dgm:resizeHandles val="exact"/>
        </dgm:presLayoutVars>
      </dgm:prSet>
      <dgm:spPr/>
    </dgm:pt>
    <dgm:pt modelId="{A2534692-1B46-4CC3-AE46-BF0CAE0AA38E}" type="pres">
      <dgm:prSet presAssocID="{04B76933-F5F2-4BEC-8FA3-2BA65048F0D5}" presName="compNode" presStyleCnt="0"/>
      <dgm:spPr/>
    </dgm:pt>
    <dgm:pt modelId="{A1CCE493-CEE1-4417-A915-FB51DA712539}" type="pres">
      <dgm:prSet presAssocID="{04B76933-F5F2-4BEC-8FA3-2BA65048F0D5}" presName="childRect" presStyleLbl="bgAcc1" presStyleIdx="0" presStyleCnt="3">
        <dgm:presLayoutVars>
          <dgm:bulletEnabled val="1"/>
        </dgm:presLayoutVars>
      </dgm:prSet>
      <dgm:spPr/>
    </dgm:pt>
    <dgm:pt modelId="{565D65C2-5B34-4907-B8FA-42333E50F486}" type="pres">
      <dgm:prSet presAssocID="{04B76933-F5F2-4BEC-8FA3-2BA65048F0D5}" presName="parentText" presStyleLbl="node1" presStyleIdx="0" presStyleCnt="0">
        <dgm:presLayoutVars>
          <dgm:chMax val="0"/>
          <dgm:bulletEnabled val="1"/>
        </dgm:presLayoutVars>
      </dgm:prSet>
      <dgm:spPr/>
    </dgm:pt>
    <dgm:pt modelId="{0236D6D0-1A72-466D-BEF5-C9445D90CAB9}" type="pres">
      <dgm:prSet presAssocID="{04B76933-F5F2-4BEC-8FA3-2BA65048F0D5}" presName="parentRect" presStyleLbl="alignNode1" presStyleIdx="0" presStyleCnt="3"/>
      <dgm:spPr/>
    </dgm:pt>
    <dgm:pt modelId="{40C8C6A2-9AA6-49E7-B1A7-4CB5D95B368D}" type="pres">
      <dgm:prSet presAssocID="{04B76933-F5F2-4BEC-8FA3-2BA65048F0D5}" presName="adorn" presStyleLbl="fgAccFollow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dgm:spPr>
    </dgm:pt>
    <dgm:pt modelId="{95003416-9502-4C36-9469-89B9B33DE764}" type="pres">
      <dgm:prSet presAssocID="{0C1AC9DB-5C23-4D7F-A86D-B49CCB5B3EA2}" presName="sibTrans" presStyleLbl="sibTrans2D1" presStyleIdx="0" presStyleCnt="0"/>
      <dgm:spPr/>
    </dgm:pt>
    <dgm:pt modelId="{C212CE78-124E-4111-8206-9F908B31B69B}" type="pres">
      <dgm:prSet presAssocID="{924CE57E-4E60-4650-9B4E-343B654E9D4F}" presName="compNode" presStyleCnt="0"/>
      <dgm:spPr/>
    </dgm:pt>
    <dgm:pt modelId="{24C3B76C-9B3F-4E87-962E-BFE4BE46772F}" type="pres">
      <dgm:prSet presAssocID="{924CE57E-4E60-4650-9B4E-343B654E9D4F}" presName="childRect" presStyleLbl="bgAcc1" presStyleIdx="1" presStyleCnt="3">
        <dgm:presLayoutVars>
          <dgm:bulletEnabled val="1"/>
        </dgm:presLayoutVars>
      </dgm:prSet>
      <dgm:spPr/>
    </dgm:pt>
    <dgm:pt modelId="{19E37C4F-ABD7-4C70-BB51-BC4025C1A54B}" type="pres">
      <dgm:prSet presAssocID="{924CE57E-4E60-4650-9B4E-343B654E9D4F}" presName="parentText" presStyleLbl="node1" presStyleIdx="0" presStyleCnt="0">
        <dgm:presLayoutVars>
          <dgm:chMax val="0"/>
          <dgm:bulletEnabled val="1"/>
        </dgm:presLayoutVars>
      </dgm:prSet>
      <dgm:spPr/>
    </dgm:pt>
    <dgm:pt modelId="{67F26EBF-7DEB-4A1A-A10C-253DAB30A43A}" type="pres">
      <dgm:prSet presAssocID="{924CE57E-4E60-4650-9B4E-343B654E9D4F}" presName="parentRect" presStyleLbl="alignNode1" presStyleIdx="1" presStyleCnt="3"/>
      <dgm:spPr/>
    </dgm:pt>
    <dgm:pt modelId="{0443DF4A-E87A-47DE-846C-CD00A6067C94}" type="pres">
      <dgm:prSet presAssocID="{924CE57E-4E60-4650-9B4E-343B654E9D4F}" presName="adorn" presStyleLbl="fgAccFollowNode1" presStyleIdx="1"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dgm:spPr>
    </dgm:pt>
    <dgm:pt modelId="{808576F5-DF45-4225-8038-30C576BA9C1E}" type="pres">
      <dgm:prSet presAssocID="{68D38CDC-39B1-42F2-8CE5-0F3921EF8026}" presName="sibTrans" presStyleLbl="sibTrans2D1" presStyleIdx="0" presStyleCnt="0"/>
      <dgm:spPr/>
    </dgm:pt>
    <dgm:pt modelId="{0BFC5D37-CD25-4F9A-BACD-1F42FC37393E}" type="pres">
      <dgm:prSet presAssocID="{6AACC2DB-9073-453A-A83A-3AC11CBD9E42}" presName="compNode" presStyleCnt="0"/>
      <dgm:spPr/>
    </dgm:pt>
    <dgm:pt modelId="{3B44F045-FEE1-4960-92B0-FD8B094ECA51}" type="pres">
      <dgm:prSet presAssocID="{6AACC2DB-9073-453A-A83A-3AC11CBD9E42}" presName="childRect" presStyleLbl="bgAcc1" presStyleIdx="2" presStyleCnt="3">
        <dgm:presLayoutVars>
          <dgm:bulletEnabled val="1"/>
        </dgm:presLayoutVars>
      </dgm:prSet>
      <dgm:spPr/>
    </dgm:pt>
    <dgm:pt modelId="{E1D37A79-D58B-48A4-A88D-73E835E098DB}" type="pres">
      <dgm:prSet presAssocID="{6AACC2DB-9073-453A-A83A-3AC11CBD9E42}" presName="parentText" presStyleLbl="node1" presStyleIdx="0" presStyleCnt="0">
        <dgm:presLayoutVars>
          <dgm:chMax val="0"/>
          <dgm:bulletEnabled val="1"/>
        </dgm:presLayoutVars>
      </dgm:prSet>
      <dgm:spPr/>
    </dgm:pt>
    <dgm:pt modelId="{B3EA1652-C570-4644-A42B-B355E78AE2B3}" type="pres">
      <dgm:prSet presAssocID="{6AACC2DB-9073-453A-A83A-3AC11CBD9E42}" presName="parentRect" presStyleLbl="alignNode1" presStyleIdx="2" presStyleCnt="3"/>
      <dgm:spPr/>
    </dgm:pt>
    <dgm:pt modelId="{0EF7C095-A16C-4B0D-B37C-51AD4BDE8EF4}" type="pres">
      <dgm:prSet presAssocID="{6AACC2DB-9073-453A-A83A-3AC11CBD9E42}" presName="adorn" presStyleLbl="fgAccFollowNode1" presStyleIdx="2"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dgm:spPr>
    </dgm:pt>
  </dgm:ptLst>
  <dgm:cxnLst>
    <dgm:cxn modelId="{EDEF1A04-4B07-405B-8385-379A5C194331}" type="presOf" srcId="{0C1AC9DB-5C23-4D7F-A86D-B49CCB5B3EA2}" destId="{95003416-9502-4C36-9469-89B9B33DE764}" srcOrd="0" destOrd="0" presId="urn:microsoft.com/office/officeart/2005/8/layout/bList2"/>
    <dgm:cxn modelId="{DA48E429-B029-4D2D-AD7B-4E2C9C46C7CA}" type="presOf" srcId="{6AACC2DB-9073-453A-A83A-3AC11CBD9E42}" destId="{B3EA1652-C570-4644-A42B-B355E78AE2B3}" srcOrd="1" destOrd="0" presId="urn:microsoft.com/office/officeart/2005/8/layout/bList2"/>
    <dgm:cxn modelId="{73C1C52F-A1DB-4D57-9D83-E2DF902ED60E}" srcId="{7A8AC880-BF6B-4E44-BC3F-DBC3BC3975D8}" destId="{924CE57E-4E60-4650-9B4E-343B654E9D4F}" srcOrd="1" destOrd="0" parTransId="{3182322A-6A84-4D9C-85E5-2372B7697F08}" sibTransId="{68D38CDC-39B1-42F2-8CE5-0F3921EF8026}"/>
    <dgm:cxn modelId="{14549232-5FF4-4DDF-8E39-03755A85A0E2}" srcId="{6AACC2DB-9073-453A-A83A-3AC11CBD9E42}" destId="{4ED528A2-72EB-41B6-8781-8D223B1AF637}" srcOrd="0" destOrd="0" parTransId="{9FC45871-FF09-45AA-AEA8-FC71655F97F3}" sibTransId="{C3D3DF3C-A2F1-4AC2-821D-2BB56A7C20ED}"/>
    <dgm:cxn modelId="{C08CFB46-47BF-46BA-A0C4-7130E6C79DE2}" srcId="{7A8AC880-BF6B-4E44-BC3F-DBC3BC3975D8}" destId="{04B76933-F5F2-4BEC-8FA3-2BA65048F0D5}" srcOrd="0" destOrd="0" parTransId="{B9182DCF-9A81-4C36-88A8-961AD5307443}" sibTransId="{0C1AC9DB-5C23-4D7F-A86D-B49CCB5B3EA2}"/>
    <dgm:cxn modelId="{FE3D0F69-B9B9-411A-A735-6F2274E9DDAF}" type="presOf" srcId="{68D38CDC-39B1-42F2-8CE5-0F3921EF8026}" destId="{808576F5-DF45-4225-8038-30C576BA9C1E}" srcOrd="0" destOrd="0" presId="urn:microsoft.com/office/officeart/2005/8/layout/bList2"/>
    <dgm:cxn modelId="{3FBFA14B-10F3-4E97-9872-42193D929D55}" type="presOf" srcId="{04B76933-F5F2-4BEC-8FA3-2BA65048F0D5}" destId="{565D65C2-5B34-4907-B8FA-42333E50F486}" srcOrd="0" destOrd="0" presId="urn:microsoft.com/office/officeart/2005/8/layout/bList2"/>
    <dgm:cxn modelId="{29130871-1357-4AED-B75B-4C569C74D213}" type="presOf" srcId="{7A8AC880-BF6B-4E44-BC3F-DBC3BC3975D8}" destId="{8734BDA4-4334-4189-BC5C-2263D2AF8CD7}" srcOrd="0" destOrd="0" presId="urn:microsoft.com/office/officeart/2005/8/layout/bList2"/>
    <dgm:cxn modelId="{98B6A778-5433-47DF-A4D0-08ADC7359D50}" type="presOf" srcId="{924CE57E-4E60-4650-9B4E-343B654E9D4F}" destId="{19E37C4F-ABD7-4C70-BB51-BC4025C1A54B}" srcOrd="0" destOrd="0" presId="urn:microsoft.com/office/officeart/2005/8/layout/bList2"/>
    <dgm:cxn modelId="{DD21427E-096A-4DEA-8238-6939F4DD700F}" type="presOf" srcId="{5A84A6A8-A318-4A58-9DD9-C7CFC439F162}" destId="{A1CCE493-CEE1-4417-A915-FB51DA712539}" srcOrd="0" destOrd="0" presId="urn:microsoft.com/office/officeart/2005/8/layout/bList2"/>
    <dgm:cxn modelId="{E721938B-DE76-44FC-9AFD-C7879403F218}" srcId="{924CE57E-4E60-4650-9B4E-343B654E9D4F}" destId="{C875031A-B623-4059-8B01-811116FE1B1B}" srcOrd="0" destOrd="0" parTransId="{9DA47495-4A8F-4433-B48E-50BBDB0155EB}" sibTransId="{6E35C5CB-B4ED-4413-B890-72EFBA6E15AC}"/>
    <dgm:cxn modelId="{0871C5A2-3701-4EE1-AE70-8C0DD0FA30EA}" type="presOf" srcId="{04B76933-F5F2-4BEC-8FA3-2BA65048F0D5}" destId="{0236D6D0-1A72-466D-BEF5-C9445D90CAB9}" srcOrd="1" destOrd="0" presId="urn:microsoft.com/office/officeart/2005/8/layout/bList2"/>
    <dgm:cxn modelId="{E7D55FBD-C335-424E-B21C-870C079B55AA}" type="presOf" srcId="{4ED528A2-72EB-41B6-8781-8D223B1AF637}" destId="{3B44F045-FEE1-4960-92B0-FD8B094ECA51}" srcOrd="0" destOrd="0" presId="urn:microsoft.com/office/officeart/2005/8/layout/bList2"/>
    <dgm:cxn modelId="{19EAE3C1-39F9-4719-9BDE-9224E9BFF35D}" srcId="{7A8AC880-BF6B-4E44-BC3F-DBC3BC3975D8}" destId="{6AACC2DB-9073-453A-A83A-3AC11CBD9E42}" srcOrd="2" destOrd="0" parTransId="{0FF8B8F4-7629-4E97-8487-E987CEF06ADE}" sibTransId="{587586F8-9134-4375-9F0D-385BD9CBE639}"/>
    <dgm:cxn modelId="{8C0002C3-25E2-4E3A-920A-CC4801DD609F}" type="presOf" srcId="{924CE57E-4E60-4650-9B4E-343B654E9D4F}" destId="{67F26EBF-7DEB-4A1A-A10C-253DAB30A43A}" srcOrd="1" destOrd="0" presId="urn:microsoft.com/office/officeart/2005/8/layout/bList2"/>
    <dgm:cxn modelId="{8386E6DA-7BD3-4ABF-B07C-85437C1724ED}" srcId="{04B76933-F5F2-4BEC-8FA3-2BA65048F0D5}" destId="{5A84A6A8-A318-4A58-9DD9-C7CFC439F162}" srcOrd="0" destOrd="0" parTransId="{5CEB87D1-47BB-452F-B73C-0418FA0F3558}" sibTransId="{AE4C91B9-E591-4BCA-8E65-B25BAC0B673E}"/>
    <dgm:cxn modelId="{9964BAE0-696B-4D78-8506-3C1D633197E2}" type="presOf" srcId="{6AACC2DB-9073-453A-A83A-3AC11CBD9E42}" destId="{E1D37A79-D58B-48A4-A88D-73E835E098DB}" srcOrd="0" destOrd="0" presId="urn:microsoft.com/office/officeart/2005/8/layout/bList2"/>
    <dgm:cxn modelId="{10D512FC-56FC-4913-84A6-EB90E49338D2}" type="presOf" srcId="{C875031A-B623-4059-8B01-811116FE1B1B}" destId="{24C3B76C-9B3F-4E87-962E-BFE4BE46772F}" srcOrd="0" destOrd="0" presId="urn:microsoft.com/office/officeart/2005/8/layout/bList2"/>
    <dgm:cxn modelId="{68776ACC-0691-441C-B176-585BA43927AD}" type="presParOf" srcId="{8734BDA4-4334-4189-BC5C-2263D2AF8CD7}" destId="{A2534692-1B46-4CC3-AE46-BF0CAE0AA38E}" srcOrd="0" destOrd="0" presId="urn:microsoft.com/office/officeart/2005/8/layout/bList2"/>
    <dgm:cxn modelId="{35CC4CD6-B65A-4E32-AADB-5461AC71D097}" type="presParOf" srcId="{A2534692-1B46-4CC3-AE46-BF0CAE0AA38E}" destId="{A1CCE493-CEE1-4417-A915-FB51DA712539}" srcOrd="0" destOrd="0" presId="urn:microsoft.com/office/officeart/2005/8/layout/bList2"/>
    <dgm:cxn modelId="{F5338236-3546-43F1-9A48-B6B63B97C1F9}" type="presParOf" srcId="{A2534692-1B46-4CC3-AE46-BF0CAE0AA38E}" destId="{565D65C2-5B34-4907-B8FA-42333E50F486}" srcOrd="1" destOrd="0" presId="urn:microsoft.com/office/officeart/2005/8/layout/bList2"/>
    <dgm:cxn modelId="{7327FE33-609C-4F81-A27D-74BB05B93CBE}" type="presParOf" srcId="{A2534692-1B46-4CC3-AE46-BF0CAE0AA38E}" destId="{0236D6D0-1A72-466D-BEF5-C9445D90CAB9}" srcOrd="2" destOrd="0" presId="urn:microsoft.com/office/officeart/2005/8/layout/bList2"/>
    <dgm:cxn modelId="{EF15BE3B-792F-4206-9B3E-611B92163A73}" type="presParOf" srcId="{A2534692-1B46-4CC3-AE46-BF0CAE0AA38E}" destId="{40C8C6A2-9AA6-49E7-B1A7-4CB5D95B368D}" srcOrd="3" destOrd="0" presId="urn:microsoft.com/office/officeart/2005/8/layout/bList2"/>
    <dgm:cxn modelId="{431BD1B9-694D-499B-A321-9F605885A94C}" type="presParOf" srcId="{8734BDA4-4334-4189-BC5C-2263D2AF8CD7}" destId="{95003416-9502-4C36-9469-89B9B33DE764}" srcOrd="1" destOrd="0" presId="urn:microsoft.com/office/officeart/2005/8/layout/bList2"/>
    <dgm:cxn modelId="{D6E907E1-DC19-4EEF-BF68-6937F3325094}" type="presParOf" srcId="{8734BDA4-4334-4189-BC5C-2263D2AF8CD7}" destId="{C212CE78-124E-4111-8206-9F908B31B69B}" srcOrd="2" destOrd="0" presId="urn:microsoft.com/office/officeart/2005/8/layout/bList2"/>
    <dgm:cxn modelId="{6C276ACB-5BA8-4390-BE93-CED8585792D7}" type="presParOf" srcId="{C212CE78-124E-4111-8206-9F908B31B69B}" destId="{24C3B76C-9B3F-4E87-962E-BFE4BE46772F}" srcOrd="0" destOrd="0" presId="urn:microsoft.com/office/officeart/2005/8/layout/bList2"/>
    <dgm:cxn modelId="{0AF1CD15-8015-40C9-93E8-6C7059C88B0B}" type="presParOf" srcId="{C212CE78-124E-4111-8206-9F908B31B69B}" destId="{19E37C4F-ABD7-4C70-BB51-BC4025C1A54B}" srcOrd="1" destOrd="0" presId="urn:microsoft.com/office/officeart/2005/8/layout/bList2"/>
    <dgm:cxn modelId="{626B98E7-761F-4434-A603-1E38FC8662D8}" type="presParOf" srcId="{C212CE78-124E-4111-8206-9F908B31B69B}" destId="{67F26EBF-7DEB-4A1A-A10C-253DAB30A43A}" srcOrd="2" destOrd="0" presId="urn:microsoft.com/office/officeart/2005/8/layout/bList2"/>
    <dgm:cxn modelId="{34463FA6-8465-4326-AAC9-CD6622F17C66}" type="presParOf" srcId="{C212CE78-124E-4111-8206-9F908B31B69B}" destId="{0443DF4A-E87A-47DE-846C-CD00A6067C94}" srcOrd="3" destOrd="0" presId="urn:microsoft.com/office/officeart/2005/8/layout/bList2"/>
    <dgm:cxn modelId="{74260A74-6FCA-4815-9BED-FFD178F9BE78}" type="presParOf" srcId="{8734BDA4-4334-4189-BC5C-2263D2AF8CD7}" destId="{808576F5-DF45-4225-8038-30C576BA9C1E}" srcOrd="3" destOrd="0" presId="urn:microsoft.com/office/officeart/2005/8/layout/bList2"/>
    <dgm:cxn modelId="{AAB5804E-CCDD-48C1-A450-DD1A3C9EE2D9}" type="presParOf" srcId="{8734BDA4-4334-4189-BC5C-2263D2AF8CD7}" destId="{0BFC5D37-CD25-4F9A-BACD-1F42FC37393E}" srcOrd="4" destOrd="0" presId="urn:microsoft.com/office/officeart/2005/8/layout/bList2"/>
    <dgm:cxn modelId="{03138714-9321-4B21-9044-E48CC11E08CD}" type="presParOf" srcId="{0BFC5D37-CD25-4F9A-BACD-1F42FC37393E}" destId="{3B44F045-FEE1-4960-92B0-FD8B094ECA51}" srcOrd="0" destOrd="0" presId="urn:microsoft.com/office/officeart/2005/8/layout/bList2"/>
    <dgm:cxn modelId="{B5FDA40F-496F-470B-A50F-DBCB11E0E647}" type="presParOf" srcId="{0BFC5D37-CD25-4F9A-BACD-1F42FC37393E}" destId="{E1D37A79-D58B-48A4-A88D-73E835E098DB}" srcOrd="1" destOrd="0" presId="urn:microsoft.com/office/officeart/2005/8/layout/bList2"/>
    <dgm:cxn modelId="{F9E4522F-ABB1-4836-833C-C5C8D9541076}" type="presParOf" srcId="{0BFC5D37-CD25-4F9A-BACD-1F42FC37393E}" destId="{B3EA1652-C570-4644-A42B-B355E78AE2B3}" srcOrd="2" destOrd="0" presId="urn:microsoft.com/office/officeart/2005/8/layout/bList2"/>
    <dgm:cxn modelId="{691DB9B8-F9D6-4F36-A8DF-28934B8274E4}" type="presParOf" srcId="{0BFC5D37-CD25-4F9A-BACD-1F42FC37393E}" destId="{0EF7C095-A16C-4B0D-B37C-51AD4BDE8EF4}"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F6ABC0-CAC1-4B68-B3B0-54B041D634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4CFF629-8AA7-403E-902B-6E0BD0999D30}">
      <dgm:prSet phldrT="[Text]" custT="1"/>
      <dgm:spPr/>
      <dgm:t>
        <a:bodyPr/>
        <a:lstStyle/>
        <a:p>
          <a:r>
            <a:rPr lang="en-GB" sz="1800">
              <a:solidFill>
                <a:schemeClr val="accent2"/>
              </a:solidFill>
            </a:rPr>
            <a:t>Encapsulation</a:t>
          </a:r>
          <a:endParaRPr lang="en-US" sz="1800">
            <a:solidFill>
              <a:schemeClr val="accent2"/>
            </a:solidFill>
          </a:endParaRPr>
        </a:p>
      </dgm:t>
    </dgm:pt>
    <dgm:pt modelId="{B4679C59-22F3-4A4B-BFAB-191D9252EBE3}" type="parTrans" cxnId="{69A6D3EC-20C9-4CF5-885B-662C37702E5C}">
      <dgm:prSet/>
      <dgm:spPr/>
      <dgm:t>
        <a:bodyPr/>
        <a:lstStyle/>
        <a:p>
          <a:endParaRPr lang="en-US" sz="1600"/>
        </a:p>
      </dgm:t>
    </dgm:pt>
    <dgm:pt modelId="{7A0BFEE5-CECF-44A5-B108-5A7F27BB0A00}" type="sibTrans" cxnId="{69A6D3EC-20C9-4CF5-885B-662C37702E5C}">
      <dgm:prSet/>
      <dgm:spPr/>
      <dgm:t>
        <a:bodyPr/>
        <a:lstStyle/>
        <a:p>
          <a:endParaRPr lang="en-US" sz="1600"/>
        </a:p>
      </dgm:t>
    </dgm:pt>
    <dgm:pt modelId="{FBF19E63-43B4-4354-BFB7-4724EA6C6C81}">
      <dgm:prSet phldrT="[Text]" custT="1"/>
      <dgm:spPr/>
      <dgm:t>
        <a:bodyPr/>
        <a:lstStyle/>
        <a:p>
          <a:r>
            <a:rPr lang="en-GB" sz="1800"/>
            <a:t>Class or Interface</a:t>
          </a:r>
          <a:endParaRPr lang="en-US" sz="1800"/>
        </a:p>
      </dgm:t>
    </dgm:pt>
    <dgm:pt modelId="{D8185B14-F7BC-4744-B4D8-C2F9F9D488EE}" type="parTrans" cxnId="{77549CA3-CBAC-4629-BB11-3EEE3E42A4DB}">
      <dgm:prSet/>
      <dgm:spPr/>
      <dgm:t>
        <a:bodyPr/>
        <a:lstStyle/>
        <a:p>
          <a:endParaRPr lang="en-US" sz="1600"/>
        </a:p>
      </dgm:t>
    </dgm:pt>
    <dgm:pt modelId="{A1E06972-E90D-47BF-892E-3BD7706873B6}" type="sibTrans" cxnId="{77549CA3-CBAC-4629-BB11-3EEE3E42A4DB}">
      <dgm:prSet/>
      <dgm:spPr/>
      <dgm:t>
        <a:bodyPr/>
        <a:lstStyle/>
        <a:p>
          <a:endParaRPr lang="en-US" sz="1600"/>
        </a:p>
      </dgm:t>
    </dgm:pt>
    <dgm:pt modelId="{DDBDC8F7-476B-41E0-ABE4-31713FFEC617}">
      <dgm:prSet phldrT="[Text]" custT="1"/>
      <dgm:spPr/>
      <dgm:t>
        <a:bodyPr/>
        <a:lstStyle/>
        <a:p>
          <a:r>
            <a:rPr lang="en-GB" sz="1800"/>
            <a:t>Access Modifiers</a:t>
          </a:r>
          <a:endParaRPr lang="en-US" sz="1800"/>
        </a:p>
      </dgm:t>
    </dgm:pt>
    <dgm:pt modelId="{F879D683-5439-41DC-B91D-0AC153D7924C}" type="parTrans" cxnId="{E6FBA4A1-5D11-4D4C-80C1-7596789883AD}">
      <dgm:prSet/>
      <dgm:spPr/>
      <dgm:t>
        <a:bodyPr/>
        <a:lstStyle/>
        <a:p>
          <a:endParaRPr lang="en-US" sz="1600"/>
        </a:p>
      </dgm:t>
    </dgm:pt>
    <dgm:pt modelId="{B7733E1B-D922-491C-99EE-949729CD153F}" type="sibTrans" cxnId="{E6FBA4A1-5D11-4D4C-80C1-7596789883AD}">
      <dgm:prSet/>
      <dgm:spPr/>
      <dgm:t>
        <a:bodyPr/>
        <a:lstStyle/>
        <a:p>
          <a:endParaRPr lang="en-US" sz="1600"/>
        </a:p>
      </dgm:t>
    </dgm:pt>
    <dgm:pt modelId="{8FF22F27-17E7-4DDA-ABF6-418DC51BF97D}" type="pres">
      <dgm:prSet presAssocID="{3CF6ABC0-CAC1-4B68-B3B0-54B041D63431}" presName="vert0" presStyleCnt="0">
        <dgm:presLayoutVars>
          <dgm:dir/>
          <dgm:animOne val="branch"/>
          <dgm:animLvl val="lvl"/>
        </dgm:presLayoutVars>
      </dgm:prSet>
      <dgm:spPr/>
    </dgm:pt>
    <dgm:pt modelId="{3DA58040-76DF-4133-AE60-C3A5BD9A7F40}" type="pres">
      <dgm:prSet presAssocID="{84CFF629-8AA7-403E-902B-6E0BD0999D30}" presName="thickLine" presStyleLbl="alignNode1" presStyleIdx="0" presStyleCnt="1"/>
      <dgm:spPr>
        <a:ln w="28575">
          <a:solidFill>
            <a:schemeClr val="bg1"/>
          </a:solidFill>
        </a:ln>
      </dgm:spPr>
    </dgm:pt>
    <dgm:pt modelId="{BFC61994-34AF-4BCB-AACA-485BF9074E20}" type="pres">
      <dgm:prSet presAssocID="{84CFF629-8AA7-403E-902B-6E0BD0999D30}" presName="horz1" presStyleCnt="0"/>
      <dgm:spPr/>
    </dgm:pt>
    <dgm:pt modelId="{121479FB-8CB8-4813-85E9-673900E6A085}" type="pres">
      <dgm:prSet presAssocID="{84CFF629-8AA7-403E-902B-6E0BD0999D30}" presName="tx1" presStyleLbl="revTx" presStyleIdx="0" presStyleCnt="3" custScaleX="349381"/>
      <dgm:spPr/>
    </dgm:pt>
    <dgm:pt modelId="{D9D7F440-A270-4DFE-9CBD-91E6E066B75E}" type="pres">
      <dgm:prSet presAssocID="{84CFF629-8AA7-403E-902B-6E0BD0999D30}" presName="vert1" presStyleCnt="0"/>
      <dgm:spPr/>
    </dgm:pt>
    <dgm:pt modelId="{138AA8E3-3829-4547-BB4C-D1C616A85644}" type="pres">
      <dgm:prSet presAssocID="{FBF19E63-43B4-4354-BFB7-4724EA6C6C81}" presName="vertSpace2a" presStyleCnt="0"/>
      <dgm:spPr/>
    </dgm:pt>
    <dgm:pt modelId="{7D40D060-B6B4-443D-952B-0DCDE567EBC2}" type="pres">
      <dgm:prSet presAssocID="{FBF19E63-43B4-4354-BFB7-4724EA6C6C81}" presName="horz2" presStyleCnt="0"/>
      <dgm:spPr/>
    </dgm:pt>
    <dgm:pt modelId="{6FFF90DD-A0D7-4037-BF01-5F4EF7D6E30C}" type="pres">
      <dgm:prSet presAssocID="{FBF19E63-43B4-4354-BFB7-4724EA6C6C81}" presName="horzSpace2" presStyleCnt="0"/>
      <dgm:spPr/>
    </dgm:pt>
    <dgm:pt modelId="{603888F9-3DF0-451B-97FE-02B033F16F9E}" type="pres">
      <dgm:prSet presAssocID="{FBF19E63-43B4-4354-BFB7-4724EA6C6C81}" presName="tx2" presStyleLbl="revTx" presStyleIdx="1" presStyleCnt="3"/>
      <dgm:spPr/>
    </dgm:pt>
    <dgm:pt modelId="{50E34A82-F052-4A03-8F9F-2B4A73603028}" type="pres">
      <dgm:prSet presAssocID="{FBF19E63-43B4-4354-BFB7-4724EA6C6C81}" presName="vert2" presStyleCnt="0"/>
      <dgm:spPr/>
    </dgm:pt>
    <dgm:pt modelId="{498E7597-44E0-41A0-81B4-48637BA7400E}" type="pres">
      <dgm:prSet presAssocID="{FBF19E63-43B4-4354-BFB7-4724EA6C6C81}" presName="thinLine2b" presStyleLbl="callout" presStyleIdx="0" presStyleCnt="2"/>
      <dgm:spPr/>
    </dgm:pt>
    <dgm:pt modelId="{FD1E5BF5-0098-4A61-A975-00FDB9A11FA1}" type="pres">
      <dgm:prSet presAssocID="{FBF19E63-43B4-4354-BFB7-4724EA6C6C81}" presName="vertSpace2b" presStyleCnt="0"/>
      <dgm:spPr/>
    </dgm:pt>
    <dgm:pt modelId="{E5102750-995E-4E76-8258-3976E32A3B82}" type="pres">
      <dgm:prSet presAssocID="{DDBDC8F7-476B-41E0-ABE4-31713FFEC617}" presName="horz2" presStyleCnt="0"/>
      <dgm:spPr/>
    </dgm:pt>
    <dgm:pt modelId="{CA08A50C-DDE1-48E8-AA4C-27CFF00D2A84}" type="pres">
      <dgm:prSet presAssocID="{DDBDC8F7-476B-41E0-ABE4-31713FFEC617}" presName="horzSpace2" presStyleCnt="0"/>
      <dgm:spPr/>
    </dgm:pt>
    <dgm:pt modelId="{DED73600-C15F-4BF3-802E-EF36255B5E53}" type="pres">
      <dgm:prSet presAssocID="{DDBDC8F7-476B-41E0-ABE4-31713FFEC617}" presName="tx2" presStyleLbl="revTx" presStyleIdx="2" presStyleCnt="3"/>
      <dgm:spPr/>
    </dgm:pt>
    <dgm:pt modelId="{601DC13B-5819-4733-B7A1-7AC9D6BF9A36}" type="pres">
      <dgm:prSet presAssocID="{DDBDC8F7-476B-41E0-ABE4-31713FFEC617}" presName="vert2" presStyleCnt="0"/>
      <dgm:spPr/>
    </dgm:pt>
    <dgm:pt modelId="{58A34320-AB5E-44FF-8DF7-213C0E8895A4}" type="pres">
      <dgm:prSet presAssocID="{DDBDC8F7-476B-41E0-ABE4-31713FFEC617}" presName="thinLine2b" presStyleLbl="callout" presStyleIdx="1" presStyleCnt="2"/>
      <dgm:spPr/>
    </dgm:pt>
    <dgm:pt modelId="{ED8D0A64-2400-490F-B6A5-616458CCE498}" type="pres">
      <dgm:prSet presAssocID="{DDBDC8F7-476B-41E0-ABE4-31713FFEC617}" presName="vertSpace2b" presStyleCnt="0"/>
      <dgm:spPr/>
    </dgm:pt>
  </dgm:ptLst>
  <dgm:cxnLst>
    <dgm:cxn modelId="{D8093C0A-6E18-4FAE-A4F5-CF65D51B0EC7}" type="presOf" srcId="{DDBDC8F7-476B-41E0-ABE4-31713FFEC617}" destId="{DED73600-C15F-4BF3-802E-EF36255B5E53}" srcOrd="0" destOrd="0" presId="urn:microsoft.com/office/officeart/2008/layout/LinedList"/>
    <dgm:cxn modelId="{05762235-4342-427D-8CB8-D74F29162290}" type="presOf" srcId="{FBF19E63-43B4-4354-BFB7-4724EA6C6C81}" destId="{603888F9-3DF0-451B-97FE-02B033F16F9E}" srcOrd="0" destOrd="0" presId="urn:microsoft.com/office/officeart/2008/layout/LinedList"/>
    <dgm:cxn modelId="{743CFD86-4C60-4EDA-A8F2-66DA8879AAF9}" type="presOf" srcId="{3CF6ABC0-CAC1-4B68-B3B0-54B041D63431}" destId="{8FF22F27-17E7-4DDA-ABF6-418DC51BF97D}" srcOrd="0" destOrd="0" presId="urn:microsoft.com/office/officeart/2008/layout/LinedList"/>
    <dgm:cxn modelId="{AC27C98A-347B-4A66-9E89-3B1F05307D70}" type="presOf" srcId="{84CFF629-8AA7-403E-902B-6E0BD0999D30}" destId="{121479FB-8CB8-4813-85E9-673900E6A085}" srcOrd="0" destOrd="0" presId="urn:microsoft.com/office/officeart/2008/layout/LinedList"/>
    <dgm:cxn modelId="{E6FBA4A1-5D11-4D4C-80C1-7596789883AD}" srcId="{84CFF629-8AA7-403E-902B-6E0BD0999D30}" destId="{DDBDC8F7-476B-41E0-ABE4-31713FFEC617}" srcOrd="1" destOrd="0" parTransId="{F879D683-5439-41DC-B91D-0AC153D7924C}" sibTransId="{B7733E1B-D922-491C-99EE-949729CD153F}"/>
    <dgm:cxn modelId="{77549CA3-CBAC-4629-BB11-3EEE3E42A4DB}" srcId="{84CFF629-8AA7-403E-902B-6E0BD0999D30}" destId="{FBF19E63-43B4-4354-BFB7-4724EA6C6C81}" srcOrd="0" destOrd="0" parTransId="{D8185B14-F7BC-4744-B4D8-C2F9F9D488EE}" sibTransId="{A1E06972-E90D-47BF-892E-3BD7706873B6}"/>
    <dgm:cxn modelId="{69A6D3EC-20C9-4CF5-885B-662C37702E5C}" srcId="{3CF6ABC0-CAC1-4B68-B3B0-54B041D63431}" destId="{84CFF629-8AA7-403E-902B-6E0BD0999D30}" srcOrd="0" destOrd="0" parTransId="{B4679C59-22F3-4A4B-BFAB-191D9252EBE3}" sibTransId="{7A0BFEE5-CECF-44A5-B108-5A7F27BB0A00}"/>
    <dgm:cxn modelId="{36AF5F1D-48B5-463C-AD00-BC573C8A4767}" type="presParOf" srcId="{8FF22F27-17E7-4DDA-ABF6-418DC51BF97D}" destId="{3DA58040-76DF-4133-AE60-C3A5BD9A7F40}" srcOrd="0" destOrd="0" presId="urn:microsoft.com/office/officeart/2008/layout/LinedList"/>
    <dgm:cxn modelId="{D12D2DEA-9D80-4589-A405-230FB49AD63B}" type="presParOf" srcId="{8FF22F27-17E7-4DDA-ABF6-418DC51BF97D}" destId="{BFC61994-34AF-4BCB-AACA-485BF9074E20}" srcOrd="1" destOrd="0" presId="urn:microsoft.com/office/officeart/2008/layout/LinedList"/>
    <dgm:cxn modelId="{BC218C1A-59E3-4E89-ADF5-D0BB05CC519C}" type="presParOf" srcId="{BFC61994-34AF-4BCB-AACA-485BF9074E20}" destId="{121479FB-8CB8-4813-85E9-673900E6A085}" srcOrd="0" destOrd="0" presId="urn:microsoft.com/office/officeart/2008/layout/LinedList"/>
    <dgm:cxn modelId="{6FFD61D4-C680-444D-B13B-9835CD1C4FF0}" type="presParOf" srcId="{BFC61994-34AF-4BCB-AACA-485BF9074E20}" destId="{D9D7F440-A270-4DFE-9CBD-91E6E066B75E}" srcOrd="1" destOrd="0" presId="urn:microsoft.com/office/officeart/2008/layout/LinedList"/>
    <dgm:cxn modelId="{D46D5060-B432-4C3D-B327-D7DDFB417BE2}" type="presParOf" srcId="{D9D7F440-A270-4DFE-9CBD-91E6E066B75E}" destId="{138AA8E3-3829-4547-BB4C-D1C616A85644}" srcOrd="0" destOrd="0" presId="urn:microsoft.com/office/officeart/2008/layout/LinedList"/>
    <dgm:cxn modelId="{66A9EA4F-64A1-490F-AE91-598648CBA342}" type="presParOf" srcId="{D9D7F440-A270-4DFE-9CBD-91E6E066B75E}" destId="{7D40D060-B6B4-443D-952B-0DCDE567EBC2}" srcOrd="1" destOrd="0" presId="urn:microsoft.com/office/officeart/2008/layout/LinedList"/>
    <dgm:cxn modelId="{3E7B4611-F8F1-4725-B30F-EC52BDACBA3E}" type="presParOf" srcId="{7D40D060-B6B4-443D-952B-0DCDE567EBC2}" destId="{6FFF90DD-A0D7-4037-BF01-5F4EF7D6E30C}" srcOrd="0" destOrd="0" presId="urn:microsoft.com/office/officeart/2008/layout/LinedList"/>
    <dgm:cxn modelId="{F437D0FC-3E8D-4545-847A-B2D038903B7D}" type="presParOf" srcId="{7D40D060-B6B4-443D-952B-0DCDE567EBC2}" destId="{603888F9-3DF0-451B-97FE-02B033F16F9E}" srcOrd="1" destOrd="0" presId="urn:microsoft.com/office/officeart/2008/layout/LinedList"/>
    <dgm:cxn modelId="{20726849-50A6-43C5-A374-93819A8B2488}" type="presParOf" srcId="{7D40D060-B6B4-443D-952B-0DCDE567EBC2}" destId="{50E34A82-F052-4A03-8F9F-2B4A73603028}" srcOrd="2" destOrd="0" presId="urn:microsoft.com/office/officeart/2008/layout/LinedList"/>
    <dgm:cxn modelId="{63286690-34BD-4C5A-93E3-864F481089A0}" type="presParOf" srcId="{D9D7F440-A270-4DFE-9CBD-91E6E066B75E}" destId="{498E7597-44E0-41A0-81B4-48637BA7400E}" srcOrd="2" destOrd="0" presId="urn:microsoft.com/office/officeart/2008/layout/LinedList"/>
    <dgm:cxn modelId="{47D6A854-11C2-4ABB-A638-7209888871E3}" type="presParOf" srcId="{D9D7F440-A270-4DFE-9CBD-91E6E066B75E}" destId="{FD1E5BF5-0098-4A61-A975-00FDB9A11FA1}" srcOrd="3" destOrd="0" presId="urn:microsoft.com/office/officeart/2008/layout/LinedList"/>
    <dgm:cxn modelId="{2D23E023-0E6B-4E75-A95F-AC5BC9008E2A}" type="presParOf" srcId="{D9D7F440-A270-4DFE-9CBD-91E6E066B75E}" destId="{E5102750-995E-4E76-8258-3976E32A3B82}" srcOrd="4" destOrd="0" presId="urn:microsoft.com/office/officeart/2008/layout/LinedList"/>
    <dgm:cxn modelId="{B09E5206-DBCB-4046-A227-33B11D56E5AE}" type="presParOf" srcId="{E5102750-995E-4E76-8258-3976E32A3B82}" destId="{CA08A50C-DDE1-48E8-AA4C-27CFF00D2A84}" srcOrd="0" destOrd="0" presId="urn:microsoft.com/office/officeart/2008/layout/LinedList"/>
    <dgm:cxn modelId="{349445FF-0B73-4AF9-BCAE-535CE2EA9332}" type="presParOf" srcId="{E5102750-995E-4E76-8258-3976E32A3B82}" destId="{DED73600-C15F-4BF3-802E-EF36255B5E53}" srcOrd="1" destOrd="0" presId="urn:microsoft.com/office/officeart/2008/layout/LinedList"/>
    <dgm:cxn modelId="{35D09499-1DE2-4C54-BE9A-AB6AC9295860}" type="presParOf" srcId="{E5102750-995E-4E76-8258-3976E32A3B82}" destId="{601DC13B-5819-4733-B7A1-7AC9D6BF9A36}" srcOrd="2" destOrd="0" presId="urn:microsoft.com/office/officeart/2008/layout/LinedList"/>
    <dgm:cxn modelId="{8F549220-B81D-46AA-B35B-F9B37E36BE35}" type="presParOf" srcId="{D9D7F440-A270-4DFE-9CBD-91E6E066B75E}" destId="{58A34320-AB5E-44FF-8DF7-213C0E8895A4}" srcOrd="5" destOrd="0" presId="urn:microsoft.com/office/officeart/2008/layout/LinedList"/>
    <dgm:cxn modelId="{1CE36283-0968-4F6A-8674-039C2D7B2F77}" type="presParOf" srcId="{D9D7F440-A270-4DFE-9CBD-91E6E066B75E}" destId="{ED8D0A64-2400-490F-B6A5-616458CCE498}" srcOrd="6" destOrd="0" presId="urn:microsoft.com/office/officeart/2008/layout/LinedList"/>
  </dgm:cxnLst>
  <dgm:bg/>
  <dgm:whole>
    <a:ln w="19050">
      <a:solidFill>
        <a:srgbClr val="FF0000"/>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CF6ABC0-CAC1-4B68-B3B0-54B041D634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4CFF629-8AA7-403E-902B-6E0BD0999D30}">
      <dgm:prSet phldrT="[Text]" custT="1"/>
      <dgm:spPr/>
      <dgm:t>
        <a:bodyPr/>
        <a:lstStyle/>
        <a:p>
          <a:r>
            <a:rPr lang="en-GB" sz="1800">
              <a:solidFill>
                <a:schemeClr val="accent2"/>
              </a:solidFill>
            </a:rPr>
            <a:t>Polymorphism</a:t>
          </a:r>
          <a:endParaRPr lang="en-US" sz="1800">
            <a:solidFill>
              <a:schemeClr val="accent2"/>
            </a:solidFill>
          </a:endParaRPr>
        </a:p>
      </dgm:t>
    </dgm:pt>
    <dgm:pt modelId="{B4679C59-22F3-4A4B-BFAB-191D9252EBE3}" type="parTrans" cxnId="{69A6D3EC-20C9-4CF5-885B-662C37702E5C}">
      <dgm:prSet/>
      <dgm:spPr/>
      <dgm:t>
        <a:bodyPr/>
        <a:lstStyle/>
        <a:p>
          <a:endParaRPr lang="en-US"/>
        </a:p>
      </dgm:t>
    </dgm:pt>
    <dgm:pt modelId="{7A0BFEE5-CECF-44A5-B108-5A7F27BB0A00}" type="sibTrans" cxnId="{69A6D3EC-20C9-4CF5-885B-662C37702E5C}">
      <dgm:prSet/>
      <dgm:spPr/>
      <dgm:t>
        <a:bodyPr/>
        <a:lstStyle/>
        <a:p>
          <a:endParaRPr lang="en-US"/>
        </a:p>
      </dgm:t>
    </dgm:pt>
    <dgm:pt modelId="{FBF19E63-43B4-4354-BFB7-4724EA6C6C81}">
      <dgm:prSet phldrT="[Text]" custT="1"/>
      <dgm:spPr/>
      <dgm:t>
        <a:bodyPr/>
        <a:lstStyle/>
        <a:p>
          <a:r>
            <a:rPr lang="en-GB" sz="1800"/>
            <a:t>Static</a:t>
          </a:r>
          <a:endParaRPr lang="en-US" sz="1800"/>
        </a:p>
      </dgm:t>
    </dgm:pt>
    <dgm:pt modelId="{D8185B14-F7BC-4744-B4D8-C2F9F9D488EE}" type="parTrans" cxnId="{77549CA3-CBAC-4629-BB11-3EEE3E42A4DB}">
      <dgm:prSet/>
      <dgm:spPr/>
      <dgm:t>
        <a:bodyPr/>
        <a:lstStyle/>
        <a:p>
          <a:endParaRPr lang="en-US"/>
        </a:p>
      </dgm:t>
    </dgm:pt>
    <dgm:pt modelId="{A1E06972-E90D-47BF-892E-3BD7706873B6}" type="sibTrans" cxnId="{77549CA3-CBAC-4629-BB11-3EEE3E42A4DB}">
      <dgm:prSet/>
      <dgm:spPr/>
      <dgm:t>
        <a:bodyPr/>
        <a:lstStyle/>
        <a:p>
          <a:endParaRPr lang="en-US"/>
        </a:p>
      </dgm:t>
    </dgm:pt>
    <dgm:pt modelId="{DDBDC8F7-476B-41E0-ABE4-31713FFEC617}">
      <dgm:prSet phldrT="[Text]" custT="1"/>
      <dgm:spPr/>
      <dgm:t>
        <a:bodyPr/>
        <a:lstStyle/>
        <a:p>
          <a:r>
            <a:rPr lang="en-GB" sz="1800"/>
            <a:t>Dynamic</a:t>
          </a:r>
          <a:endParaRPr lang="en-US" sz="1800"/>
        </a:p>
      </dgm:t>
    </dgm:pt>
    <dgm:pt modelId="{F879D683-5439-41DC-B91D-0AC153D7924C}" type="parTrans" cxnId="{E6FBA4A1-5D11-4D4C-80C1-7596789883AD}">
      <dgm:prSet/>
      <dgm:spPr/>
      <dgm:t>
        <a:bodyPr/>
        <a:lstStyle/>
        <a:p>
          <a:endParaRPr lang="en-US"/>
        </a:p>
      </dgm:t>
    </dgm:pt>
    <dgm:pt modelId="{B7733E1B-D922-491C-99EE-949729CD153F}" type="sibTrans" cxnId="{E6FBA4A1-5D11-4D4C-80C1-7596789883AD}">
      <dgm:prSet/>
      <dgm:spPr/>
      <dgm:t>
        <a:bodyPr/>
        <a:lstStyle/>
        <a:p>
          <a:endParaRPr lang="en-US"/>
        </a:p>
      </dgm:t>
    </dgm:pt>
    <dgm:pt modelId="{8FF22F27-17E7-4DDA-ABF6-418DC51BF97D}" type="pres">
      <dgm:prSet presAssocID="{3CF6ABC0-CAC1-4B68-B3B0-54B041D63431}" presName="vert0" presStyleCnt="0">
        <dgm:presLayoutVars>
          <dgm:dir/>
          <dgm:animOne val="branch"/>
          <dgm:animLvl val="lvl"/>
        </dgm:presLayoutVars>
      </dgm:prSet>
      <dgm:spPr/>
    </dgm:pt>
    <dgm:pt modelId="{3DA58040-76DF-4133-AE60-C3A5BD9A7F40}" type="pres">
      <dgm:prSet presAssocID="{84CFF629-8AA7-403E-902B-6E0BD0999D30}" presName="thickLine" presStyleLbl="alignNode1" presStyleIdx="0" presStyleCnt="1"/>
      <dgm:spPr/>
    </dgm:pt>
    <dgm:pt modelId="{BFC61994-34AF-4BCB-AACA-485BF9074E20}" type="pres">
      <dgm:prSet presAssocID="{84CFF629-8AA7-403E-902B-6E0BD0999D30}" presName="horz1" presStyleCnt="0"/>
      <dgm:spPr/>
    </dgm:pt>
    <dgm:pt modelId="{121479FB-8CB8-4813-85E9-673900E6A085}" type="pres">
      <dgm:prSet presAssocID="{84CFF629-8AA7-403E-902B-6E0BD0999D30}" presName="tx1" presStyleLbl="revTx" presStyleIdx="0" presStyleCnt="3" custScaleX="352941"/>
      <dgm:spPr/>
    </dgm:pt>
    <dgm:pt modelId="{D9D7F440-A270-4DFE-9CBD-91E6E066B75E}" type="pres">
      <dgm:prSet presAssocID="{84CFF629-8AA7-403E-902B-6E0BD0999D30}" presName="vert1" presStyleCnt="0"/>
      <dgm:spPr/>
    </dgm:pt>
    <dgm:pt modelId="{138AA8E3-3829-4547-BB4C-D1C616A85644}" type="pres">
      <dgm:prSet presAssocID="{FBF19E63-43B4-4354-BFB7-4724EA6C6C81}" presName="vertSpace2a" presStyleCnt="0"/>
      <dgm:spPr/>
    </dgm:pt>
    <dgm:pt modelId="{7D40D060-B6B4-443D-952B-0DCDE567EBC2}" type="pres">
      <dgm:prSet presAssocID="{FBF19E63-43B4-4354-BFB7-4724EA6C6C81}" presName="horz2" presStyleCnt="0"/>
      <dgm:spPr/>
    </dgm:pt>
    <dgm:pt modelId="{6FFF90DD-A0D7-4037-BF01-5F4EF7D6E30C}" type="pres">
      <dgm:prSet presAssocID="{FBF19E63-43B4-4354-BFB7-4724EA6C6C81}" presName="horzSpace2" presStyleCnt="0"/>
      <dgm:spPr/>
    </dgm:pt>
    <dgm:pt modelId="{603888F9-3DF0-451B-97FE-02B033F16F9E}" type="pres">
      <dgm:prSet presAssocID="{FBF19E63-43B4-4354-BFB7-4724EA6C6C81}" presName="tx2" presStyleLbl="revTx" presStyleIdx="1" presStyleCnt="3"/>
      <dgm:spPr/>
    </dgm:pt>
    <dgm:pt modelId="{50E34A82-F052-4A03-8F9F-2B4A73603028}" type="pres">
      <dgm:prSet presAssocID="{FBF19E63-43B4-4354-BFB7-4724EA6C6C81}" presName="vert2" presStyleCnt="0"/>
      <dgm:spPr/>
    </dgm:pt>
    <dgm:pt modelId="{498E7597-44E0-41A0-81B4-48637BA7400E}" type="pres">
      <dgm:prSet presAssocID="{FBF19E63-43B4-4354-BFB7-4724EA6C6C81}" presName="thinLine2b" presStyleLbl="callout" presStyleIdx="0" presStyleCnt="2"/>
      <dgm:spPr/>
    </dgm:pt>
    <dgm:pt modelId="{FD1E5BF5-0098-4A61-A975-00FDB9A11FA1}" type="pres">
      <dgm:prSet presAssocID="{FBF19E63-43B4-4354-BFB7-4724EA6C6C81}" presName="vertSpace2b" presStyleCnt="0"/>
      <dgm:spPr/>
    </dgm:pt>
    <dgm:pt modelId="{E5102750-995E-4E76-8258-3976E32A3B82}" type="pres">
      <dgm:prSet presAssocID="{DDBDC8F7-476B-41E0-ABE4-31713FFEC617}" presName="horz2" presStyleCnt="0"/>
      <dgm:spPr/>
    </dgm:pt>
    <dgm:pt modelId="{CA08A50C-DDE1-48E8-AA4C-27CFF00D2A84}" type="pres">
      <dgm:prSet presAssocID="{DDBDC8F7-476B-41E0-ABE4-31713FFEC617}" presName="horzSpace2" presStyleCnt="0"/>
      <dgm:spPr/>
    </dgm:pt>
    <dgm:pt modelId="{DED73600-C15F-4BF3-802E-EF36255B5E53}" type="pres">
      <dgm:prSet presAssocID="{DDBDC8F7-476B-41E0-ABE4-31713FFEC617}" presName="tx2" presStyleLbl="revTx" presStyleIdx="2" presStyleCnt="3"/>
      <dgm:spPr/>
    </dgm:pt>
    <dgm:pt modelId="{601DC13B-5819-4733-B7A1-7AC9D6BF9A36}" type="pres">
      <dgm:prSet presAssocID="{DDBDC8F7-476B-41E0-ABE4-31713FFEC617}" presName="vert2" presStyleCnt="0"/>
      <dgm:spPr/>
    </dgm:pt>
    <dgm:pt modelId="{58A34320-AB5E-44FF-8DF7-213C0E8895A4}" type="pres">
      <dgm:prSet presAssocID="{DDBDC8F7-476B-41E0-ABE4-31713FFEC617}" presName="thinLine2b" presStyleLbl="callout" presStyleIdx="1" presStyleCnt="2"/>
      <dgm:spPr/>
    </dgm:pt>
    <dgm:pt modelId="{ED8D0A64-2400-490F-B6A5-616458CCE498}" type="pres">
      <dgm:prSet presAssocID="{DDBDC8F7-476B-41E0-ABE4-31713FFEC617}" presName="vertSpace2b" presStyleCnt="0"/>
      <dgm:spPr/>
    </dgm:pt>
  </dgm:ptLst>
  <dgm:cxnLst>
    <dgm:cxn modelId="{D8093C0A-6E18-4FAE-A4F5-CF65D51B0EC7}" type="presOf" srcId="{DDBDC8F7-476B-41E0-ABE4-31713FFEC617}" destId="{DED73600-C15F-4BF3-802E-EF36255B5E53}" srcOrd="0" destOrd="0" presId="urn:microsoft.com/office/officeart/2008/layout/LinedList"/>
    <dgm:cxn modelId="{05762235-4342-427D-8CB8-D74F29162290}" type="presOf" srcId="{FBF19E63-43B4-4354-BFB7-4724EA6C6C81}" destId="{603888F9-3DF0-451B-97FE-02B033F16F9E}" srcOrd="0" destOrd="0" presId="urn:microsoft.com/office/officeart/2008/layout/LinedList"/>
    <dgm:cxn modelId="{743CFD86-4C60-4EDA-A8F2-66DA8879AAF9}" type="presOf" srcId="{3CF6ABC0-CAC1-4B68-B3B0-54B041D63431}" destId="{8FF22F27-17E7-4DDA-ABF6-418DC51BF97D}" srcOrd="0" destOrd="0" presId="urn:microsoft.com/office/officeart/2008/layout/LinedList"/>
    <dgm:cxn modelId="{AC27C98A-347B-4A66-9E89-3B1F05307D70}" type="presOf" srcId="{84CFF629-8AA7-403E-902B-6E0BD0999D30}" destId="{121479FB-8CB8-4813-85E9-673900E6A085}" srcOrd="0" destOrd="0" presId="urn:microsoft.com/office/officeart/2008/layout/LinedList"/>
    <dgm:cxn modelId="{E6FBA4A1-5D11-4D4C-80C1-7596789883AD}" srcId="{84CFF629-8AA7-403E-902B-6E0BD0999D30}" destId="{DDBDC8F7-476B-41E0-ABE4-31713FFEC617}" srcOrd="1" destOrd="0" parTransId="{F879D683-5439-41DC-B91D-0AC153D7924C}" sibTransId="{B7733E1B-D922-491C-99EE-949729CD153F}"/>
    <dgm:cxn modelId="{77549CA3-CBAC-4629-BB11-3EEE3E42A4DB}" srcId="{84CFF629-8AA7-403E-902B-6E0BD0999D30}" destId="{FBF19E63-43B4-4354-BFB7-4724EA6C6C81}" srcOrd="0" destOrd="0" parTransId="{D8185B14-F7BC-4744-B4D8-C2F9F9D488EE}" sibTransId="{A1E06972-E90D-47BF-892E-3BD7706873B6}"/>
    <dgm:cxn modelId="{69A6D3EC-20C9-4CF5-885B-662C37702E5C}" srcId="{3CF6ABC0-CAC1-4B68-B3B0-54B041D63431}" destId="{84CFF629-8AA7-403E-902B-6E0BD0999D30}" srcOrd="0" destOrd="0" parTransId="{B4679C59-22F3-4A4B-BFAB-191D9252EBE3}" sibTransId="{7A0BFEE5-CECF-44A5-B108-5A7F27BB0A00}"/>
    <dgm:cxn modelId="{36AF5F1D-48B5-463C-AD00-BC573C8A4767}" type="presParOf" srcId="{8FF22F27-17E7-4DDA-ABF6-418DC51BF97D}" destId="{3DA58040-76DF-4133-AE60-C3A5BD9A7F40}" srcOrd="0" destOrd="0" presId="urn:microsoft.com/office/officeart/2008/layout/LinedList"/>
    <dgm:cxn modelId="{D12D2DEA-9D80-4589-A405-230FB49AD63B}" type="presParOf" srcId="{8FF22F27-17E7-4DDA-ABF6-418DC51BF97D}" destId="{BFC61994-34AF-4BCB-AACA-485BF9074E20}" srcOrd="1" destOrd="0" presId="urn:microsoft.com/office/officeart/2008/layout/LinedList"/>
    <dgm:cxn modelId="{BC218C1A-59E3-4E89-ADF5-D0BB05CC519C}" type="presParOf" srcId="{BFC61994-34AF-4BCB-AACA-485BF9074E20}" destId="{121479FB-8CB8-4813-85E9-673900E6A085}" srcOrd="0" destOrd="0" presId="urn:microsoft.com/office/officeart/2008/layout/LinedList"/>
    <dgm:cxn modelId="{6FFD61D4-C680-444D-B13B-9835CD1C4FF0}" type="presParOf" srcId="{BFC61994-34AF-4BCB-AACA-485BF9074E20}" destId="{D9D7F440-A270-4DFE-9CBD-91E6E066B75E}" srcOrd="1" destOrd="0" presId="urn:microsoft.com/office/officeart/2008/layout/LinedList"/>
    <dgm:cxn modelId="{D46D5060-B432-4C3D-B327-D7DDFB417BE2}" type="presParOf" srcId="{D9D7F440-A270-4DFE-9CBD-91E6E066B75E}" destId="{138AA8E3-3829-4547-BB4C-D1C616A85644}" srcOrd="0" destOrd="0" presId="urn:microsoft.com/office/officeart/2008/layout/LinedList"/>
    <dgm:cxn modelId="{66A9EA4F-64A1-490F-AE91-598648CBA342}" type="presParOf" srcId="{D9D7F440-A270-4DFE-9CBD-91E6E066B75E}" destId="{7D40D060-B6B4-443D-952B-0DCDE567EBC2}" srcOrd="1" destOrd="0" presId="urn:microsoft.com/office/officeart/2008/layout/LinedList"/>
    <dgm:cxn modelId="{3E7B4611-F8F1-4725-B30F-EC52BDACBA3E}" type="presParOf" srcId="{7D40D060-B6B4-443D-952B-0DCDE567EBC2}" destId="{6FFF90DD-A0D7-4037-BF01-5F4EF7D6E30C}" srcOrd="0" destOrd="0" presId="urn:microsoft.com/office/officeart/2008/layout/LinedList"/>
    <dgm:cxn modelId="{F437D0FC-3E8D-4545-847A-B2D038903B7D}" type="presParOf" srcId="{7D40D060-B6B4-443D-952B-0DCDE567EBC2}" destId="{603888F9-3DF0-451B-97FE-02B033F16F9E}" srcOrd="1" destOrd="0" presId="urn:microsoft.com/office/officeart/2008/layout/LinedList"/>
    <dgm:cxn modelId="{20726849-50A6-43C5-A374-93819A8B2488}" type="presParOf" srcId="{7D40D060-B6B4-443D-952B-0DCDE567EBC2}" destId="{50E34A82-F052-4A03-8F9F-2B4A73603028}" srcOrd="2" destOrd="0" presId="urn:microsoft.com/office/officeart/2008/layout/LinedList"/>
    <dgm:cxn modelId="{63286690-34BD-4C5A-93E3-864F481089A0}" type="presParOf" srcId="{D9D7F440-A270-4DFE-9CBD-91E6E066B75E}" destId="{498E7597-44E0-41A0-81B4-48637BA7400E}" srcOrd="2" destOrd="0" presId="urn:microsoft.com/office/officeart/2008/layout/LinedList"/>
    <dgm:cxn modelId="{47D6A854-11C2-4ABB-A638-7209888871E3}" type="presParOf" srcId="{D9D7F440-A270-4DFE-9CBD-91E6E066B75E}" destId="{FD1E5BF5-0098-4A61-A975-00FDB9A11FA1}" srcOrd="3" destOrd="0" presId="urn:microsoft.com/office/officeart/2008/layout/LinedList"/>
    <dgm:cxn modelId="{2D23E023-0E6B-4E75-A95F-AC5BC9008E2A}" type="presParOf" srcId="{D9D7F440-A270-4DFE-9CBD-91E6E066B75E}" destId="{E5102750-995E-4E76-8258-3976E32A3B82}" srcOrd="4" destOrd="0" presId="urn:microsoft.com/office/officeart/2008/layout/LinedList"/>
    <dgm:cxn modelId="{B09E5206-DBCB-4046-A227-33B11D56E5AE}" type="presParOf" srcId="{E5102750-995E-4E76-8258-3976E32A3B82}" destId="{CA08A50C-DDE1-48E8-AA4C-27CFF00D2A84}" srcOrd="0" destOrd="0" presId="urn:microsoft.com/office/officeart/2008/layout/LinedList"/>
    <dgm:cxn modelId="{349445FF-0B73-4AF9-BCAE-535CE2EA9332}" type="presParOf" srcId="{E5102750-995E-4E76-8258-3976E32A3B82}" destId="{DED73600-C15F-4BF3-802E-EF36255B5E53}" srcOrd="1" destOrd="0" presId="urn:microsoft.com/office/officeart/2008/layout/LinedList"/>
    <dgm:cxn modelId="{35D09499-1DE2-4C54-BE9A-AB6AC9295860}" type="presParOf" srcId="{E5102750-995E-4E76-8258-3976E32A3B82}" destId="{601DC13B-5819-4733-B7A1-7AC9D6BF9A36}" srcOrd="2" destOrd="0" presId="urn:microsoft.com/office/officeart/2008/layout/LinedList"/>
    <dgm:cxn modelId="{8F549220-B81D-46AA-B35B-F9B37E36BE35}" type="presParOf" srcId="{D9D7F440-A270-4DFE-9CBD-91E6E066B75E}" destId="{58A34320-AB5E-44FF-8DF7-213C0E8895A4}" srcOrd="5" destOrd="0" presId="urn:microsoft.com/office/officeart/2008/layout/LinedList"/>
    <dgm:cxn modelId="{1CE36283-0968-4F6A-8674-039C2D7B2F77}" type="presParOf" srcId="{D9D7F440-A270-4DFE-9CBD-91E6E066B75E}" destId="{ED8D0A64-2400-490F-B6A5-616458CCE498}" srcOrd="6"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CF6ABC0-CAC1-4B68-B3B0-54B041D634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4CFF629-8AA7-403E-902B-6E0BD0999D30}">
      <dgm:prSet phldrT="[Text]" custT="1"/>
      <dgm:spPr/>
      <dgm:t>
        <a:bodyPr/>
        <a:lstStyle/>
        <a:p>
          <a:r>
            <a:rPr lang="en-GB" sz="1800">
              <a:solidFill>
                <a:schemeClr val="accent2"/>
              </a:solidFill>
            </a:rPr>
            <a:t>Inheritance</a:t>
          </a:r>
          <a:endParaRPr lang="en-US" sz="1800">
            <a:solidFill>
              <a:schemeClr val="accent2"/>
            </a:solidFill>
          </a:endParaRPr>
        </a:p>
      </dgm:t>
    </dgm:pt>
    <dgm:pt modelId="{B4679C59-22F3-4A4B-BFAB-191D9252EBE3}" type="parTrans" cxnId="{69A6D3EC-20C9-4CF5-885B-662C37702E5C}">
      <dgm:prSet/>
      <dgm:spPr/>
      <dgm:t>
        <a:bodyPr/>
        <a:lstStyle/>
        <a:p>
          <a:endParaRPr lang="en-US" sz="1400"/>
        </a:p>
      </dgm:t>
    </dgm:pt>
    <dgm:pt modelId="{7A0BFEE5-CECF-44A5-B108-5A7F27BB0A00}" type="sibTrans" cxnId="{69A6D3EC-20C9-4CF5-885B-662C37702E5C}">
      <dgm:prSet/>
      <dgm:spPr/>
      <dgm:t>
        <a:bodyPr/>
        <a:lstStyle/>
        <a:p>
          <a:endParaRPr lang="en-US" sz="1400"/>
        </a:p>
      </dgm:t>
    </dgm:pt>
    <dgm:pt modelId="{FBF19E63-43B4-4354-BFB7-4724EA6C6C81}">
      <dgm:prSet phldrT="[Text]" custT="1"/>
      <dgm:spPr/>
      <dgm:t>
        <a:bodyPr/>
        <a:lstStyle/>
        <a:p>
          <a:r>
            <a:rPr lang="en-GB" sz="1800"/>
            <a:t>Parent child concept</a:t>
          </a:r>
          <a:endParaRPr lang="en-US" sz="1800"/>
        </a:p>
      </dgm:t>
    </dgm:pt>
    <dgm:pt modelId="{D8185B14-F7BC-4744-B4D8-C2F9F9D488EE}" type="parTrans" cxnId="{77549CA3-CBAC-4629-BB11-3EEE3E42A4DB}">
      <dgm:prSet/>
      <dgm:spPr/>
      <dgm:t>
        <a:bodyPr/>
        <a:lstStyle/>
        <a:p>
          <a:endParaRPr lang="en-US" sz="1400"/>
        </a:p>
      </dgm:t>
    </dgm:pt>
    <dgm:pt modelId="{A1E06972-E90D-47BF-892E-3BD7706873B6}" type="sibTrans" cxnId="{77549CA3-CBAC-4629-BB11-3EEE3E42A4DB}">
      <dgm:prSet/>
      <dgm:spPr/>
      <dgm:t>
        <a:bodyPr/>
        <a:lstStyle/>
        <a:p>
          <a:endParaRPr lang="en-US" sz="1400"/>
        </a:p>
      </dgm:t>
    </dgm:pt>
    <dgm:pt modelId="{DDBDC8F7-476B-41E0-ABE4-31713FFEC617}">
      <dgm:prSet phldrT="[Text]" custT="1"/>
      <dgm:spPr/>
      <dgm:t>
        <a:bodyPr/>
        <a:lstStyle/>
        <a:p>
          <a:r>
            <a:rPr lang="en-GB" sz="1800"/>
            <a:t>Hierarchical</a:t>
          </a:r>
          <a:endParaRPr lang="en-US" sz="1800"/>
        </a:p>
      </dgm:t>
    </dgm:pt>
    <dgm:pt modelId="{F879D683-5439-41DC-B91D-0AC153D7924C}" type="parTrans" cxnId="{E6FBA4A1-5D11-4D4C-80C1-7596789883AD}">
      <dgm:prSet/>
      <dgm:spPr/>
      <dgm:t>
        <a:bodyPr/>
        <a:lstStyle/>
        <a:p>
          <a:endParaRPr lang="en-US" sz="1400"/>
        </a:p>
      </dgm:t>
    </dgm:pt>
    <dgm:pt modelId="{B7733E1B-D922-491C-99EE-949729CD153F}" type="sibTrans" cxnId="{E6FBA4A1-5D11-4D4C-80C1-7596789883AD}">
      <dgm:prSet/>
      <dgm:spPr/>
      <dgm:t>
        <a:bodyPr/>
        <a:lstStyle/>
        <a:p>
          <a:endParaRPr lang="en-US" sz="1400"/>
        </a:p>
      </dgm:t>
    </dgm:pt>
    <dgm:pt modelId="{A3AF7D63-C5DA-4F81-852A-10E9DEB8D512}">
      <dgm:prSet phldrT="[Text]" custT="1"/>
      <dgm:spPr/>
      <dgm:t>
        <a:bodyPr/>
        <a:lstStyle/>
        <a:p>
          <a:r>
            <a:rPr lang="en-GB" sz="1800"/>
            <a:t>Types of inheritance</a:t>
          </a:r>
          <a:endParaRPr lang="en-US" sz="1800"/>
        </a:p>
      </dgm:t>
    </dgm:pt>
    <dgm:pt modelId="{89D5FBED-1092-4105-897C-6696EDB65249}" type="parTrans" cxnId="{96495B67-1235-4F21-A24B-08C1E3A0721F}">
      <dgm:prSet/>
      <dgm:spPr/>
      <dgm:t>
        <a:bodyPr/>
        <a:lstStyle/>
        <a:p>
          <a:endParaRPr lang="en-US" sz="1400"/>
        </a:p>
      </dgm:t>
    </dgm:pt>
    <dgm:pt modelId="{1F7DF746-95CC-4396-BBD0-95DB62B72626}" type="sibTrans" cxnId="{96495B67-1235-4F21-A24B-08C1E3A0721F}">
      <dgm:prSet/>
      <dgm:spPr/>
      <dgm:t>
        <a:bodyPr/>
        <a:lstStyle/>
        <a:p>
          <a:endParaRPr lang="en-US" sz="1400"/>
        </a:p>
      </dgm:t>
    </dgm:pt>
    <dgm:pt modelId="{8FF22F27-17E7-4DDA-ABF6-418DC51BF97D}" type="pres">
      <dgm:prSet presAssocID="{3CF6ABC0-CAC1-4B68-B3B0-54B041D63431}" presName="vert0" presStyleCnt="0">
        <dgm:presLayoutVars>
          <dgm:dir/>
          <dgm:animOne val="branch"/>
          <dgm:animLvl val="lvl"/>
        </dgm:presLayoutVars>
      </dgm:prSet>
      <dgm:spPr/>
    </dgm:pt>
    <dgm:pt modelId="{3DA58040-76DF-4133-AE60-C3A5BD9A7F40}" type="pres">
      <dgm:prSet presAssocID="{84CFF629-8AA7-403E-902B-6E0BD0999D30}" presName="thickLine" presStyleLbl="alignNode1" presStyleIdx="0" presStyleCnt="1"/>
      <dgm:spPr/>
    </dgm:pt>
    <dgm:pt modelId="{BFC61994-34AF-4BCB-AACA-485BF9074E20}" type="pres">
      <dgm:prSet presAssocID="{84CFF629-8AA7-403E-902B-6E0BD0999D30}" presName="horz1" presStyleCnt="0"/>
      <dgm:spPr/>
    </dgm:pt>
    <dgm:pt modelId="{121479FB-8CB8-4813-85E9-673900E6A085}" type="pres">
      <dgm:prSet presAssocID="{84CFF629-8AA7-403E-902B-6E0BD0999D30}" presName="tx1" presStyleLbl="revTx" presStyleIdx="0" presStyleCnt="4" custScaleX="232980"/>
      <dgm:spPr/>
    </dgm:pt>
    <dgm:pt modelId="{D9D7F440-A270-4DFE-9CBD-91E6E066B75E}" type="pres">
      <dgm:prSet presAssocID="{84CFF629-8AA7-403E-902B-6E0BD0999D30}" presName="vert1" presStyleCnt="0"/>
      <dgm:spPr/>
    </dgm:pt>
    <dgm:pt modelId="{138AA8E3-3829-4547-BB4C-D1C616A85644}" type="pres">
      <dgm:prSet presAssocID="{FBF19E63-43B4-4354-BFB7-4724EA6C6C81}" presName="vertSpace2a" presStyleCnt="0"/>
      <dgm:spPr/>
    </dgm:pt>
    <dgm:pt modelId="{7D40D060-B6B4-443D-952B-0DCDE567EBC2}" type="pres">
      <dgm:prSet presAssocID="{FBF19E63-43B4-4354-BFB7-4724EA6C6C81}" presName="horz2" presStyleCnt="0"/>
      <dgm:spPr/>
    </dgm:pt>
    <dgm:pt modelId="{6FFF90DD-A0D7-4037-BF01-5F4EF7D6E30C}" type="pres">
      <dgm:prSet presAssocID="{FBF19E63-43B4-4354-BFB7-4724EA6C6C81}" presName="horzSpace2" presStyleCnt="0"/>
      <dgm:spPr/>
    </dgm:pt>
    <dgm:pt modelId="{603888F9-3DF0-451B-97FE-02B033F16F9E}" type="pres">
      <dgm:prSet presAssocID="{FBF19E63-43B4-4354-BFB7-4724EA6C6C81}" presName="tx2" presStyleLbl="revTx" presStyleIdx="1" presStyleCnt="4"/>
      <dgm:spPr/>
    </dgm:pt>
    <dgm:pt modelId="{50E34A82-F052-4A03-8F9F-2B4A73603028}" type="pres">
      <dgm:prSet presAssocID="{FBF19E63-43B4-4354-BFB7-4724EA6C6C81}" presName="vert2" presStyleCnt="0"/>
      <dgm:spPr/>
    </dgm:pt>
    <dgm:pt modelId="{498E7597-44E0-41A0-81B4-48637BA7400E}" type="pres">
      <dgm:prSet presAssocID="{FBF19E63-43B4-4354-BFB7-4724EA6C6C81}" presName="thinLine2b" presStyleLbl="callout" presStyleIdx="0" presStyleCnt="3"/>
      <dgm:spPr/>
    </dgm:pt>
    <dgm:pt modelId="{FD1E5BF5-0098-4A61-A975-00FDB9A11FA1}" type="pres">
      <dgm:prSet presAssocID="{FBF19E63-43B4-4354-BFB7-4724EA6C6C81}" presName="vertSpace2b" presStyleCnt="0"/>
      <dgm:spPr/>
    </dgm:pt>
    <dgm:pt modelId="{E5102750-995E-4E76-8258-3976E32A3B82}" type="pres">
      <dgm:prSet presAssocID="{DDBDC8F7-476B-41E0-ABE4-31713FFEC617}" presName="horz2" presStyleCnt="0"/>
      <dgm:spPr/>
    </dgm:pt>
    <dgm:pt modelId="{CA08A50C-DDE1-48E8-AA4C-27CFF00D2A84}" type="pres">
      <dgm:prSet presAssocID="{DDBDC8F7-476B-41E0-ABE4-31713FFEC617}" presName="horzSpace2" presStyleCnt="0"/>
      <dgm:spPr/>
    </dgm:pt>
    <dgm:pt modelId="{DED73600-C15F-4BF3-802E-EF36255B5E53}" type="pres">
      <dgm:prSet presAssocID="{DDBDC8F7-476B-41E0-ABE4-31713FFEC617}" presName="tx2" presStyleLbl="revTx" presStyleIdx="2" presStyleCnt="4"/>
      <dgm:spPr/>
    </dgm:pt>
    <dgm:pt modelId="{601DC13B-5819-4733-B7A1-7AC9D6BF9A36}" type="pres">
      <dgm:prSet presAssocID="{DDBDC8F7-476B-41E0-ABE4-31713FFEC617}" presName="vert2" presStyleCnt="0"/>
      <dgm:spPr/>
    </dgm:pt>
    <dgm:pt modelId="{58A34320-AB5E-44FF-8DF7-213C0E8895A4}" type="pres">
      <dgm:prSet presAssocID="{DDBDC8F7-476B-41E0-ABE4-31713FFEC617}" presName="thinLine2b" presStyleLbl="callout" presStyleIdx="1" presStyleCnt="3"/>
      <dgm:spPr/>
    </dgm:pt>
    <dgm:pt modelId="{ED8D0A64-2400-490F-B6A5-616458CCE498}" type="pres">
      <dgm:prSet presAssocID="{DDBDC8F7-476B-41E0-ABE4-31713FFEC617}" presName="vertSpace2b" presStyleCnt="0"/>
      <dgm:spPr/>
    </dgm:pt>
    <dgm:pt modelId="{FDB60F45-3DE2-45F0-9FAD-24CA68F06A00}" type="pres">
      <dgm:prSet presAssocID="{A3AF7D63-C5DA-4F81-852A-10E9DEB8D512}" presName="horz2" presStyleCnt="0"/>
      <dgm:spPr/>
    </dgm:pt>
    <dgm:pt modelId="{546DB08A-F712-4CE4-A342-6FF148FDC4C2}" type="pres">
      <dgm:prSet presAssocID="{A3AF7D63-C5DA-4F81-852A-10E9DEB8D512}" presName="horzSpace2" presStyleCnt="0"/>
      <dgm:spPr/>
    </dgm:pt>
    <dgm:pt modelId="{DE0AF48A-6CBF-46D1-BA63-05487C6C3F2C}" type="pres">
      <dgm:prSet presAssocID="{A3AF7D63-C5DA-4F81-852A-10E9DEB8D512}" presName="tx2" presStyleLbl="revTx" presStyleIdx="3" presStyleCnt="4"/>
      <dgm:spPr/>
    </dgm:pt>
    <dgm:pt modelId="{5FEA1202-2A35-4B61-B47F-25C304DA3A1F}" type="pres">
      <dgm:prSet presAssocID="{A3AF7D63-C5DA-4F81-852A-10E9DEB8D512}" presName="vert2" presStyleCnt="0"/>
      <dgm:spPr/>
    </dgm:pt>
    <dgm:pt modelId="{C87A3D6F-1F5E-4F9D-9CD2-8FA40E6E86DA}" type="pres">
      <dgm:prSet presAssocID="{A3AF7D63-C5DA-4F81-852A-10E9DEB8D512}" presName="thinLine2b" presStyleLbl="callout" presStyleIdx="2" presStyleCnt="3"/>
      <dgm:spPr/>
    </dgm:pt>
    <dgm:pt modelId="{DCB1AE92-B735-44A4-A04D-8A250AA5AC2A}" type="pres">
      <dgm:prSet presAssocID="{A3AF7D63-C5DA-4F81-852A-10E9DEB8D512}" presName="vertSpace2b" presStyleCnt="0"/>
      <dgm:spPr/>
    </dgm:pt>
  </dgm:ptLst>
  <dgm:cxnLst>
    <dgm:cxn modelId="{D8093C0A-6E18-4FAE-A4F5-CF65D51B0EC7}" type="presOf" srcId="{DDBDC8F7-476B-41E0-ABE4-31713FFEC617}" destId="{DED73600-C15F-4BF3-802E-EF36255B5E53}" srcOrd="0" destOrd="0" presId="urn:microsoft.com/office/officeart/2008/layout/LinedList"/>
    <dgm:cxn modelId="{05762235-4342-427D-8CB8-D74F29162290}" type="presOf" srcId="{FBF19E63-43B4-4354-BFB7-4724EA6C6C81}" destId="{603888F9-3DF0-451B-97FE-02B033F16F9E}" srcOrd="0" destOrd="0" presId="urn:microsoft.com/office/officeart/2008/layout/LinedList"/>
    <dgm:cxn modelId="{95B93365-F84F-4190-8A6D-536FE90BAD93}" type="presOf" srcId="{A3AF7D63-C5DA-4F81-852A-10E9DEB8D512}" destId="{DE0AF48A-6CBF-46D1-BA63-05487C6C3F2C}" srcOrd="0" destOrd="0" presId="urn:microsoft.com/office/officeart/2008/layout/LinedList"/>
    <dgm:cxn modelId="{96495B67-1235-4F21-A24B-08C1E3A0721F}" srcId="{84CFF629-8AA7-403E-902B-6E0BD0999D30}" destId="{A3AF7D63-C5DA-4F81-852A-10E9DEB8D512}" srcOrd="2" destOrd="0" parTransId="{89D5FBED-1092-4105-897C-6696EDB65249}" sibTransId="{1F7DF746-95CC-4396-BBD0-95DB62B72626}"/>
    <dgm:cxn modelId="{743CFD86-4C60-4EDA-A8F2-66DA8879AAF9}" type="presOf" srcId="{3CF6ABC0-CAC1-4B68-B3B0-54B041D63431}" destId="{8FF22F27-17E7-4DDA-ABF6-418DC51BF97D}" srcOrd="0" destOrd="0" presId="urn:microsoft.com/office/officeart/2008/layout/LinedList"/>
    <dgm:cxn modelId="{AC27C98A-347B-4A66-9E89-3B1F05307D70}" type="presOf" srcId="{84CFF629-8AA7-403E-902B-6E0BD0999D30}" destId="{121479FB-8CB8-4813-85E9-673900E6A085}" srcOrd="0" destOrd="0" presId="urn:microsoft.com/office/officeart/2008/layout/LinedList"/>
    <dgm:cxn modelId="{E6FBA4A1-5D11-4D4C-80C1-7596789883AD}" srcId="{84CFF629-8AA7-403E-902B-6E0BD0999D30}" destId="{DDBDC8F7-476B-41E0-ABE4-31713FFEC617}" srcOrd="1" destOrd="0" parTransId="{F879D683-5439-41DC-B91D-0AC153D7924C}" sibTransId="{B7733E1B-D922-491C-99EE-949729CD153F}"/>
    <dgm:cxn modelId="{77549CA3-CBAC-4629-BB11-3EEE3E42A4DB}" srcId="{84CFF629-8AA7-403E-902B-6E0BD0999D30}" destId="{FBF19E63-43B4-4354-BFB7-4724EA6C6C81}" srcOrd="0" destOrd="0" parTransId="{D8185B14-F7BC-4744-B4D8-C2F9F9D488EE}" sibTransId="{A1E06972-E90D-47BF-892E-3BD7706873B6}"/>
    <dgm:cxn modelId="{69A6D3EC-20C9-4CF5-885B-662C37702E5C}" srcId="{3CF6ABC0-CAC1-4B68-B3B0-54B041D63431}" destId="{84CFF629-8AA7-403E-902B-6E0BD0999D30}" srcOrd="0" destOrd="0" parTransId="{B4679C59-22F3-4A4B-BFAB-191D9252EBE3}" sibTransId="{7A0BFEE5-CECF-44A5-B108-5A7F27BB0A00}"/>
    <dgm:cxn modelId="{36AF5F1D-48B5-463C-AD00-BC573C8A4767}" type="presParOf" srcId="{8FF22F27-17E7-4DDA-ABF6-418DC51BF97D}" destId="{3DA58040-76DF-4133-AE60-C3A5BD9A7F40}" srcOrd="0" destOrd="0" presId="urn:microsoft.com/office/officeart/2008/layout/LinedList"/>
    <dgm:cxn modelId="{D12D2DEA-9D80-4589-A405-230FB49AD63B}" type="presParOf" srcId="{8FF22F27-17E7-4DDA-ABF6-418DC51BF97D}" destId="{BFC61994-34AF-4BCB-AACA-485BF9074E20}" srcOrd="1" destOrd="0" presId="urn:microsoft.com/office/officeart/2008/layout/LinedList"/>
    <dgm:cxn modelId="{BC218C1A-59E3-4E89-ADF5-D0BB05CC519C}" type="presParOf" srcId="{BFC61994-34AF-4BCB-AACA-485BF9074E20}" destId="{121479FB-8CB8-4813-85E9-673900E6A085}" srcOrd="0" destOrd="0" presId="urn:microsoft.com/office/officeart/2008/layout/LinedList"/>
    <dgm:cxn modelId="{6FFD61D4-C680-444D-B13B-9835CD1C4FF0}" type="presParOf" srcId="{BFC61994-34AF-4BCB-AACA-485BF9074E20}" destId="{D9D7F440-A270-4DFE-9CBD-91E6E066B75E}" srcOrd="1" destOrd="0" presId="urn:microsoft.com/office/officeart/2008/layout/LinedList"/>
    <dgm:cxn modelId="{D46D5060-B432-4C3D-B327-D7DDFB417BE2}" type="presParOf" srcId="{D9D7F440-A270-4DFE-9CBD-91E6E066B75E}" destId="{138AA8E3-3829-4547-BB4C-D1C616A85644}" srcOrd="0" destOrd="0" presId="urn:microsoft.com/office/officeart/2008/layout/LinedList"/>
    <dgm:cxn modelId="{66A9EA4F-64A1-490F-AE91-598648CBA342}" type="presParOf" srcId="{D9D7F440-A270-4DFE-9CBD-91E6E066B75E}" destId="{7D40D060-B6B4-443D-952B-0DCDE567EBC2}" srcOrd="1" destOrd="0" presId="urn:microsoft.com/office/officeart/2008/layout/LinedList"/>
    <dgm:cxn modelId="{3E7B4611-F8F1-4725-B30F-EC52BDACBA3E}" type="presParOf" srcId="{7D40D060-B6B4-443D-952B-0DCDE567EBC2}" destId="{6FFF90DD-A0D7-4037-BF01-5F4EF7D6E30C}" srcOrd="0" destOrd="0" presId="urn:microsoft.com/office/officeart/2008/layout/LinedList"/>
    <dgm:cxn modelId="{F437D0FC-3E8D-4545-847A-B2D038903B7D}" type="presParOf" srcId="{7D40D060-B6B4-443D-952B-0DCDE567EBC2}" destId="{603888F9-3DF0-451B-97FE-02B033F16F9E}" srcOrd="1" destOrd="0" presId="urn:microsoft.com/office/officeart/2008/layout/LinedList"/>
    <dgm:cxn modelId="{20726849-50A6-43C5-A374-93819A8B2488}" type="presParOf" srcId="{7D40D060-B6B4-443D-952B-0DCDE567EBC2}" destId="{50E34A82-F052-4A03-8F9F-2B4A73603028}" srcOrd="2" destOrd="0" presId="urn:microsoft.com/office/officeart/2008/layout/LinedList"/>
    <dgm:cxn modelId="{63286690-34BD-4C5A-93E3-864F481089A0}" type="presParOf" srcId="{D9D7F440-A270-4DFE-9CBD-91E6E066B75E}" destId="{498E7597-44E0-41A0-81B4-48637BA7400E}" srcOrd="2" destOrd="0" presId="urn:microsoft.com/office/officeart/2008/layout/LinedList"/>
    <dgm:cxn modelId="{47D6A854-11C2-4ABB-A638-7209888871E3}" type="presParOf" srcId="{D9D7F440-A270-4DFE-9CBD-91E6E066B75E}" destId="{FD1E5BF5-0098-4A61-A975-00FDB9A11FA1}" srcOrd="3" destOrd="0" presId="urn:microsoft.com/office/officeart/2008/layout/LinedList"/>
    <dgm:cxn modelId="{2D23E023-0E6B-4E75-A95F-AC5BC9008E2A}" type="presParOf" srcId="{D9D7F440-A270-4DFE-9CBD-91E6E066B75E}" destId="{E5102750-995E-4E76-8258-3976E32A3B82}" srcOrd="4" destOrd="0" presId="urn:microsoft.com/office/officeart/2008/layout/LinedList"/>
    <dgm:cxn modelId="{B09E5206-DBCB-4046-A227-33B11D56E5AE}" type="presParOf" srcId="{E5102750-995E-4E76-8258-3976E32A3B82}" destId="{CA08A50C-DDE1-48E8-AA4C-27CFF00D2A84}" srcOrd="0" destOrd="0" presId="urn:microsoft.com/office/officeart/2008/layout/LinedList"/>
    <dgm:cxn modelId="{349445FF-0B73-4AF9-BCAE-535CE2EA9332}" type="presParOf" srcId="{E5102750-995E-4E76-8258-3976E32A3B82}" destId="{DED73600-C15F-4BF3-802E-EF36255B5E53}" srcOrd="1" destOrd="0" presId="urn:microsoft.com/office/officeart/2008/layout/LinedList"/>
    <dgm:cxn modelId="{35D09499-1DE2-4C54-BE9A-AB6AC9295860}" type="presParOf" srcId="{E5102750-995E-4E76-8258-3976E32A3B82}" destId="{601DC13B-5819-4733-B7A1-7AC9D6BF9A36}" srcOrd="2" destOrd="0" presId="urn:microsoft.com/office/officeart/2008/layout/LinedList"/>
    <dgm:cxn modelId="{8F549220-B81D-46AA-B35B-F9B37E36BE35}" type="presParOf" srcId="{D9D7F440-A270-4DFE-9CBD-91E6E066B75E}" destId="{58A34320-AB5E-44FF-8DF7-213C0E8895A4}" srcOrd="5" destOrd="0" presId="urn:microsoft.com/office/officeart/2008/layout/LinedList"/>
    <dgm:cxn modelId="{1CE36283-0968-4F6A-8674-039C2D7B2F77}" type="presParOf" srcId="{D9D7F440-A270-4DFE-9CBD-91E6E066B75E}" destId="{ED8D0A64-2400-490F-B6A5-616458CCE498}" srcOrd="6" destOrd="0" presId="urn:microsoft.com/office/officeart/2008/layout/LinedList"/>
    <dgm:cxn modelId="{BA88475A-6C57-4B9B-9426-15459AB0EB32}" type="presParOf" srcId="{D9D7F440-A270-4DFE-9CBD-91E6E066B75E}" destId="{FDB60F45-3DE2-45F0-9FAD-24CA68F06A00}" srcOrd="7" destOrd="0" presId="urn:microsoft.com/office/officeart/2008/layout/LinedList"/>
    <dgm:cxn modelId="{C5071D7E-C840-42B2-8101-5110A9FF716C}" type="presParOf" srcId="{FDB60F45-3DE2-45F0-9FAD-24CA68F06A00}" destId="{546DB08A-F712-4CE4-A342-6FF148FDC4C2}" srcOrd="0" destOrd="0" presId="urn:microsoft.com/office/officeart/2008/layout/LinedList"/>
    <dgm:cxn modelId="{D6A25947-6613-4FAF-8D9A-9638AD00D061}" type="presParOf" srcId="{FDB60F45-3DE2-45F0-9FAD-24CA68F06A00}" destId="{DE0AF48A-6CBF-46D1-BA63-05487C6C3F2C}" srcOrd="1" destOrd="0" presId="urn:microsoft.com/office/officeart/2008/layout/LinedList"/>
    <dgm:cxn modelId="{793FB6CA-ED22-463B-97BD-F9C6B18365A5}" type="presParOf" srcId="{FDB60F45-3DE2-45F0-9FAD-24CA68F06A00}" destId="{5FEA1202-2A35-4B61-B47F-25C304DA3A1F}" srcOrd="2" destOrd="0" presId="urn:microsoft.com/office/officeart/2008/layout/LinedList"/>
    <dgm:cxn modelId="{EFFD04E1-DE0E-4B10-941D-9E41B3B03257}" type="presParOf" srcId="{D9D7F440-A270-4DFE-9CBD-91E6E066B75E}" destId="{C87A3D6F-1F5E-4F9D-9CD2-8FA40E6E86DA}" srcOrd="8" destOrd="0" presId="urn:microsoft.com/office/officeart/2008/layout/LinedList"/>
    <dgm:cxn modelId="{9F229A63-6F18-4AA6-9FD8-8C0F2B7A42E4}" type="presParOf" srcId="{D9D7F440-A270-4DFE-9CBD-91E6E066B75E}" destId="{DCB1AE92-B735-44A4-A04D-8A250AA5AC2A}" srcOrd="9" destOrd="0" presId="urn:microsoft.com/office/officeart/2008/layout/Lined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CF6ABC0-CAC1-4B68-B3B0-54B041D634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4CFF629-8AA7-403E-902B-6E0BD0999D30}">
      <dgm:prSet phldrT="[Text]" custT="1"/>
      <dgm:spPr/>
      <dgm:t>
        <a:bodyPr/>
        <a:lstStyle/>
        <a:p>
          <a:r>
            <a:rPr lang="en-GB" sz="1800" kern="1200">
              <a:solidFill>
                <a:srgbClr val="00C8FF"/>
              </a:solidFill>
              <a:latin typeface="Arial" panose="020B0604020202020204"/>
              <a:ea typeface="+mn-ea"/>
              <a:cs typeface="+mn-cs"/>
            </a:rPr>
            <a:t>Abstraction</a:t>
          </a:r>
          <a:endParaRPr lang="en-US" sz="1800" kern="1200">
            <a:solidFill>
              <a:srgbClr val="00C8FF"/>
            </a:solidFill>
            <a:latin typeface="Arial" panose="020B0604020202020204"/>
            <a:ea typeface="+mn-ea"/>
            <a:cs typeface="+mn-cs"/>
          </a:endParaRPr>
        </a:p>
      </dgm:t>
    </dgm:pt>
    <dgm:pt modelId="{B4679C59-22F3-4A4B-BFAB-191D9252EBE3}" type="parTrans" cxnId="{69A6D3EC-20C9-4CF5-885B-662C37702E5C}">
      <dgm:prSet/>
      <dgm:spPr/>
      <dgm:t>
        <a:bodyPr/>
        <a:lstStyle/>
        <a:p>
          <a:endParaRPr lang="en-US" sz="1600"/>
        </a:p>
      </dgm:t>
    </dgm:pt>
    <dgm:pt modelId="{7A0BFEE5-CECF-44A5-B108-5A7F27BB0A00}" type="sibTrans" cxnId="{69A6D3EC-20C9-4CF5-885B-662C37702E5C}">
      <dgm:prSet/>
      <dgm:spPr/>
      <dgm:t>
        <a:bodyPr/>
        <a:lstStyle/>
        <a:p>
          <a:endParaRPr lang="en-US" sz="1600"/>
        </a:p>
      </dgm:t>
    </dgm:pt>
    <dgm:pt modelId="{FBF19E63-43B4-4354-BFB7-4724EA6C6C81}">
      <dgm:prSet phldrT="[Text]" custT="1"/>
      <dgm:spPr/>
      <dgm:t>
        <a:bodyPr/>
        <a:lstStyle/>
        <a:p>
          <a:r>
            <a:rPr lang="en-GB" sz="1800"/>
            <a:t>Abstract Class</a:t>
          </a:r>
          <a:endParaRPr lang="en-US" sz="1800"/>
        </a:p>
      </dgm:t>
    </dgm:pt>
    <dgm:pt modelId="{D8185B14-F7BC-4744-B4D8-C2F9F9D488EE}" type="parTrans" cxnId="{77549CA3-CBAC-4629-BB11-3EEE3E42A4DB}">
      <dgm:prSet/>
      <dgm:spPr/>
      <dgm:t>
        <a:bodyPr/>
        <a:lstStyle/>
        <a:p>
          <a:endParaRPr lang="en-US" sz="1600"/>
        </a:p>
      </dgm:t>
    </dgm:pt>
    <dgm:pt modelId="{A1E06972-E90D-47BF-892E-3BD7706873B6}" type="sibTrans" cxnId="{77549CA3-CBAC-4629-BB11-3EEE3E42A4DB}">
      <dgm:prSet/>
      <dgm:spPr/>
      <dgm:t>
        <a:bodyPr/>
        <a:lstStyle/>
        <a:p>
          <a:endParaRPr lang="en-US" sz="1600"/>
        </a:p>
      </dgm:t>
    </dgm:pt>
    <dgm:pt modelId="{DDBDC8F7-476B-41E0-ABE4-31713FFEC617}">
      <dgm:prSet phldrT="[Text]" custT="1"/>
      <dgm:spPr/>
      <dgm:t>
        <a:bodyPr/>
        <a:lstStyle/>
        <a:p>
          <a:r>
            <a:rPr lang="en-GB" sz="1800"/>
            <a:t>Abstract Method</a:t>
          </a:r>
          <a:endParaRPr lang="en-US" sz="1800"/>
        </a:p>
      </dgm:t>
    </dgm:pt>
    <dgm:pt modelId="{F879D683-5439-41DC-B91D-0AC153D7924C}" type="parTrans" cxnId="{E6FBA4A1-5D11-4D4C-80C1-7596789883AD}">
      <dgm:prSet/>
      <dgm:spPr/>
      <dgm:t>
        <a:bodyPr/>
        <a:lstStyle/>
        <a:p>
          <a:endParaRPr lang="en-US" sz="1600"/>
        </a:p>
      </dgm:t>
    </dgm:pt>
    <dgm:pt modelId="{B7733E1B-D922-491C-99EE-949729CD153F}" type="sibTrans" cxnId="{E6FBA4A1-5D11-4D4C-80C1-7596789883AD}">
      <dgm:prSet/>
      <dgm:spPr/>
      <dgm:t>
        <a:bodyPr/>
        <a:lstStyle/>
        <a:p>
          <a:endParaRPr lang="en-US" sz="1600"/>
        </a:p>
      </dgm:t>
    </dgm:pt>
    <dgm:pt modelId="{CC6E5B59-CECF-4BD1-961F-13C415D2F272}">
      <dgm:prSet phldrT="[Text]" custT="1"/>
      <dgm:spPr/>
      <dgm:t>
        <a:bodyPr/>
        <a:lstStyle/>
        <a:p>
          <a:r>
            <a:rPr lang="en-GB" sz="1800"/>
            <a:t>Interface</a:t>
          </a:r>
          <a:endParaRPr lang="en-US" sz="1800"/>
        </a:p>
      </dgm:t>
    </dgm:pt>
    <dgm:pt modelId="{36A99078-8CD1-4245-AAC0-A3064A06747A}" type="parTrans" cxnId="{6F89A95F-B93F-4B28-B370-A7732EE0B3FD}">
      <dgm:prSet/>
      <dgm:spPr/>
      <dgm:t>
        <a:bodyPr/>
        <a:lstStyle/>
        <a:p>
          <a:endParaRPr lang="en-US"/>
        </a:p>
      </dgm:t>
    </dgm:pt>
    <dgm:pt modelId="{41C17C83-CC2A-4F8A-9B54-66E8501995E4}" type="sibTrans" cxnId="{6F89A95F-B93F-4B28-B370-A7732EE0B3FD}">
      <dgm:prSet/>
      <dgm:spPr/>
      <dgm:t>
        <a:bodyPr/>
        <a:lstStyle/>
        <a:p>
          <a:endParaRPr lang="en-US"/>
        </a:p>
      </dgm:t>
    </dgm:pt>
    <dgm:pt modelId="{8FF22F27-17E7-4DDA-ABF6-418DC51BF97D}" type="pres">
      <dgm:prSet presAssocID="{3CF6ABC0-CAC1-4B68-B3B0-54B041D63431}" presName="vert0" presStyleCnt="0">
        <dgm:presLayoutVars>
          <dgm:dir/>
          <dgm:animOne val="branch"/>
          <dgm:animLvl val="lvl"/>
        </dgm:presLayoutVars>
      </dgm:prSet>
      <dgm:spPr/>
    </dgm:pt>
    <dgm:pt modelId="{3DA58040-76DF-4133-AE60-C3A5BD9A7F40}" type="pres">
      <dgm:prSet presAssocID="{84CFF629-8AA7-403E-902B-6E0BD0999D30}" presName="thickLine" presStyleLbl="alignNode1" presStyleIdx="0" presStyleCnt="1"/>
      <dgm:spPr/>
    </dgm:pt>
    <dgm:pt modelId="{BFC61994-34AF-4BCB-AACA-485BF9074E20}" type="pres">
      <dgm:prSet presAssocID="{84CFF629-8AA7-403E-902B-6E0BD0999D30}" presName="horz1" presStyleCnt="0"/>
      <dgm:spPr/>
    </dgm:pt>
    <dgm:pt modelId="{121479FB-8CB8-4813-85E9-673900E6A085}" type="pres">
      <dgm:prSet presAssocID="{84CFF629-8AA7-403E-902B-6E0BD0999D30}" presName="tx1" presStyleLbl="revTx" presStyleIdx="0" presStyleCnt="4" custScaleX="234269"/>
      <dgm:spPr/>
    </dgm:pt>
    <dgm:pt modelId="{D9D7F440-A270-4DFE-9CBD-91E6E066B75E}" type="pres">
      <dgm:prSet presAssocID="{84CFF629-8AA7-403E-902B-6E0BD0999D30}" presName="vert1" presStyleCnt="0"/>
      <dgm:spPr/>
    </dgm:pt>
    <dgm:pt modelId="{138AA8E3-3829-4547-BB4C-D1C616A85644}" type="pres">
      <dgm:prSet presAssocID="{FBF19E63-43B4-4354-BFB7-4724EA6C6C81}" presName="vertSpace2a" presStyleCnt="0"/>
      <dgm:spPr/>
    </dgm:pt>
    <dgm:pt modelId="{7D40D060-B6B4-443D-952B-0DCDE567EBC2}" type="pres">
      <dgm:prSet presAssocID="{FBF19E63-43B4-4354-BFB7-4724EA6C6C81}" presName="horz2" presStyleCnt="0"/>
      <dgm:spPr/>
    </dgm:pt>
    <dgm:pt modelId="{6FFF90DD-A0D7-4037-BF01-5F4EF7D6E30C}" type="pres">
      <dgm:prSet presAssocID="{FBF19E63-43B4-4354-BFB7-4724EA6C6C81}" presName="horzSpace2" presStyleCnt="0"/>
      <dgm:spPr/>
    </dgm:pt>
    <dgm:pt modelId="{603888F9-3DF0-451B-97FE-02B033F16F9E}" type="pres">
      <dgm:prSet presAssocID="{FBF19E63-43B4-4354-BFB7-4724EA6C6C81}" presName="tx2" presStyleLbl="revTx" presStyleIdx="1" presStyleCnt="4"/>
      <dgm:spPr/>
    </dgm:pt>
    <dgm:pt modelId="{50E34A82-F052-4A03-8F9F-2B4A73603028}" type="pres">
      <dgm:prSet presAssocID="{FBF19E63-43B4-4354-BFB7-4724EA6C6C81}" presName="vert2" presStyleCnt="0"/>
      <dgm:spPr/>
    </dgm:pt>
    <dgm:pt modelId="{498E7597-44E0-41A0-81B4-48637BA7400E}" type="pres">
      <dgm:prSet presAssocID="{FBF19E63-43B4-4354-BFB7-4724EA6C6C81}" presName="thinLine2b" presStyleLbl="callout" presStyleIdx="0" presStyleCnt="3"/>
      <dgm:spPr/>
    </dgm:pt>
    <dgm:pt modelId="{FD1E5BF5-0098-4A61-A975-00FDB9A11FA1}" type="pres">
      <dgm:prSet presAssocID="{FBF19E63-43B4-4354-BFB7-4724EA6C6C81}" presName="vertSpace2b" presStyleCnt="0"/>
      <dgm:spPr/>
    </dgm:pt>
    <dgm:pt modelId="{E5102750-995E-4E76-8258-3976E32A3B82}" type="pres">
      <dgm:prSet presAssocID="{DDBDC8F7-476B-41E0-ABE4-31713FFEC617}" presName="horz2" presStyleCnt="0"/>
      <dgm:spPr/>
    </dgm:pt>
    <dgm:pt modelId="{CA08A50C-DDE1-48E8-AA4C-27CFF00D2A84}" type="pres">
      <dgm:prSet presAssocID="{DDBDC8F7-476B-41E0-ABE4-31713FFEC617}" presName="horzSpace2" presStyleCnt="0"/>
      <dgm:spPr/>
    </dgm:pt>
    <dgm:pt modelId="{DED73600-C15F-4BF3-802E-EF36255B5E53}" type="pres">
      <dgm:prSet presAssocID="{DDBDC8F7-476B-41E0-ABE4-31713FFEC617}" presName="tx2" presStyleLbl="revTx" presStyleIdx="2" presStyleCnt="4"/>
      <dgm:spPr/>
    </dgm:pt>
    <dgm:pt modelId="{601DC13B-5819-4733-B7A1-7AC9D6BF9A36}" type="pres">
      <dgm:prSet presAssocID="{DDBDC8F7-476B-41E0-ABE4-31713FFEC617}" presName="vert2" presStyleCnt="0"/>
      <dgm:spPr/>
    </dgm:pt>
    <dgm:pt modelId="{58A34320-AB5E-44FF-8DF7-213C0E8895A4}" type="pres">
      <dgm:prSet presAssocID="{DDBDC8F7-476B-41E0-ABE4-31713FFEC617}" presName="thinLine2b" presStyleLbl="callout" presStyleIdx="1" presStyleCnt="3"/>
      <dgm:spPr/>
    </dgm:pt>
    <dgm:pt modelId="{ED8D0A64-2400-490F-B6A5-616458CCE498}" type="pres">
      <dgm:prSet presAssocID="{DDBDC8F7-476B-41E0-ABE4-31713FFEC617}" presName="vertSpace2b" presStyleCnt="0"/>
      <dgm:spPr/>
    </dgm:pt>
    <dgm:pt modelId="{05D85703-FAB5-407E-BF5D-7324AC73C371}" type="pres">
      <dgm:prSet presAssocID="{CC6E5B59-CECF-4BD1-961F-13C415D2F272}" presName="horz2" presStyleCnt="0"/>
      <dgm:spPr/>
    </dgm:pt>
    <dgm:pt modelId="{E6CD72C2-96CE-4CAD-929B-8C79EC476BAC}" type="pres">
      <dgm:prSet presAssocID="{CC6E5B59-CECF-4BD1-961F-13C415D2F272}" presName="horzSpace2" presStyleCnt="0"/>
      <dgm:spPr/>
    </dgm:pt>
    <dgm:pt modelId="{A0EE019A-0823-412D-9DC7-027B92091C3C}" type="pres">
      <dgm:prSet presAssocID="{CC6E5B59-CECF-4BD1-961F-13C415D2F272}" presName="tx2" presStyleLbl="revTx" presStyleIdx="3" presStyleCnt="4"/>
      <dgm:spPr/>
    </dgm:pt>
    <dgm:pt modelId="{22EA041E-AA32-4314-99AD-658ADBF8194B}" type="pres">
      <dgm:prSet presAssocID="{CC6E5B59-CECF-4BD1-961F-13C415D2F272}" presName="vert2" presStyleCnt="0"/>
      <dgm:spPr/>
    </dgm:pt>
    <dgm:pt modelId="{E607CAC7-FEF3-4593-91F0-D9F4A33D0BA4}" type="pres">
      <dgm:prSet presAssocID="{CC6E5B59-CECF-4BD1-961F-13C415D2F272}" presName="thinLine2b" presStyleLbl="callout" presStyleIdx="2" presStyleCnt="3"/>
      <dgm:spPr/>
    </dgm:pt>
    <dgm:pt modelId="{196742F1-D7B8-4CE8-A865-89D318FB58DF}" type="pres">
      <dgm:prSet presAssocID="{CC6E5B59-CECF-4BD1-961F-13C415D2F272}" presName="vertSpace2b" presStyleCnt="0"/>
      <dgm:spPr/>
    </dgm:pt>
  </dgm:ptLst>
  <dgm:cxnLst>
    <dgm:cxn modelId="{D8093C0A-6E18-4FAE-A4F5-CF65D51B0EC7}" type="presOf" srcId="{DDBDC8F7-476B-41E0-ABE4-31713FFEC617}" destId="{DED73600-C15F-4BF3-802E-EF36255B5E53}" srcOrd="0" destOrd="0" presId="urn:microsoft.com/office/officeart/2008/layout/LinedList"/>
    <dgm:cxn modelId="{05762235-4342-427D-8CB8-D74F29162290}" type="presOf" srcId="{FBF19E63-43B4-4354-BFB7-4724EA6C6C81}" destId="{603888F9-3DF0-451B-97FE-02B033F16F9E}" srcOrd="0" destOrd="0" presId="urn:microsoft.com/office/officeart/2008/layout/LinedList"/>
    <dgm:cxn modelId="{6F89A95F-B93F-4B28-B370-A7732EE0B3FD}" srcId="{84CFF629-8AA7-403E-902B-6E0BD0999D30}" destId="{CC6E5B59-CECF-4BD1-961F-13C415D2F272}" srcOrd="2" destOrd="0" parTransId="{36A99078-8CD1-4245-AAC0-A3064A06747A}" sibTransId="{41C17C83-CC2A-4F8A-9B54-66E8501995E4}"/>
    <dgm:cxn modelId="{701B3C7A-B3A8-434E-A0CD-8B991E2E032C}" type="presOf" srcId="{CC6E5B59-CECF-4BD1-961F-13C415D2F272}" destId="{A0EE019A-0823-412D-9DC7-027B92091C3C}" srcOrd="0" destOrd="0" presId="urn:microsoft.com/office/officeart/2008/layout/LinedList"/>
    <dgm:cxn modelId="{743CFD86-4C60-4EDA-A8F2-66DA8879AAF9}" type="presOf" srcId="{3CF6ABC0-CAC1-4B68-B3B0-54B041D63431}" destId="{8FF22F27-17E7-4DDA-ABF6-418DC51BF97D}" srcOrd="0" destOrd="0" presId="urn:microsoft.com/office/officeart/2008/layout/LinedList"/>
    <dgm:cxn modelId="{AC27C98A-347B-4A66-9E89-3B1F05307D70}" type="presOf" srcId="{84CFF629-8AA7-403E-902B-6E0BD0999D30}" destId="{121479FB-8CB8-4813-85E9-673900E6A085}" srcOrd="0" destOrd="0" presId="urn:microsoft.com/office/officeart/2008/layout/LinedList"/>
    <dgm:cxn modelId="{E6FBA4A1-5D11-4D4C-80C1-7596789883AD}" srcId="{84CFF629-8AA7-403E-902B-6E0BD0999D30}" destId="{DDBDC8F7-476B-41E0-ABE4-31713FFEC617}" srcOrd="1" destOrd="0" parTransId="{F879D683-5439-41DC-B91D-0AC153D7924C}" sibTransId="{B7733E1B-D922-491C-99EE-949729CD153F}"/>
    <dgm:cxn modelId="{77549CA3-CBAC-4629-BB11-3EEE3E42A4DB}" srcId="{84CFF629-8AA7-403E-902B-6E0BD0999D30}" destId="{FBF19E63-43B4-4354-BFB7-4724EA6C6C81}" srcOrd="0" destOrd="0" parTransId="{D8185B14-F7BC-4744-B4D8-C2F9F9D488EE}" sibTransId="{A1E06972-E90D-47BF-892E-3BD7706873B6}"/>
    <dgm:cxn modelId="{69A6D3EC-20C9-4CF5-885B-662C37702E5C}" srcId="{3CF6ABC0-CAC1-4B68-B3B0-54B041D63431}" destId="{84CFF629-8AA7-403E-902B-6E0BD0999D30}" srcOrd="0" destOrd="0" parTransId="{B4679C59-22F3-4A4B-BFAB-191D9252EBE3}" sibTransId="{7A0BFEE5-CECF-44A5-B108-5A7F27BB0A00}"/>
    <dgm:cxn modelId="{36AF5F1D-48B5-463C-AD00-BC573C8A4767}" type="presParOf" srcId="{8FF22F27-17E7-4DDA-ABF6-418DC51BF97D}" destId="{3DA58040-76DF-4133-AE60-C3A5BD9A7F40}" srcOrd="0" destOrd="0" presId="urn:microsoft.com/office/officeart/2008/layout/LinedList"/>
    <dgm:cxn modelId="{D12D2DEA-9D80-4589-A405-230FB49AD63B}" type="presParOf" srcId="{8FF22F27-17E7-4DDA-ABF6-418DC51BF97D}" destId="{BFC61994-34AF-4BCB-AACA-485BF9074E20}" srcOrd="1" destOrd="0" presId="urn:microsoft.com/office/officeart/2008/layout/LinedList"/>
    <dgm:cxn modelId="{BC218C1A-59E3-4E89-ADF5-D0BB05CC519C}" type="presParOf" srcId="{BFC61994-34AF-4BCB-AACA-485BF9074E20}" destId="{121479FB-8CB8-4813-85E9-673900E6A085}" srcOrd="0" destOrd="0" presId="urn:microsoft.com/office/officeart/2008/layout/LinedList"/>
    <dgm:cxn modelId="{6FFD61D4-C680-444D-B13B-9835CD1C4FF0}" type="presParOf" srcId="{BFC61994-34AF-4BCB-AACA-485BF9074E20}" destId="{D9D7F440-A270-4DFE-9CBD-91E6E066B75E}" srcOrd="1" destOrd="0" presId="urn:microsoft.com/office/officeart/2008/layout/LinedList"/>
    <dgm:cxn modelId="{D46D5060-B432-4C3D-B327-D7DDFB417BE2}" type="presParOf" srcId="{D9D7F440-A270-4DFE-9CBD-91E6E066B75E}" destId="{138AA8E3-3829-4547-BB4C-D1C616A85644}" srcOrd="0" destOrd="0" presId="urn:microsoft.com/office/officeart/2008/layout/LinedList"/>
    <dgm:cxn modelId="{66A9EA4F-64A1-490F-AE91-598648CBA342}" type="presParOf" srcId="{D9D7F440-A270-4DFE-9CBD-91E6E066B75E}" destId="{7D40D060-B6B4-443D-952B-0DCDE567EBC2}" srcOrd="1" destOrd="0" presId="urn:microsoft.com/office/officeart/2008/layout/LinedList"/>
    <dgm:cxn modelId="{3E7B4611-F8F1-4725-B30F-EC52BDACBA3E}" type="presParOf" srcId="{7D40D060-B6B4-443D-952B-0DCDE567EBC2}" destId="{6FFF90DD-A0D7-4037-BF01-5F4EF7D6E30C}" srcOrd="0" destOrd="0" presId="urn:microsoft.com/office/officeart/2008/layout/LinedList"/>
    <dgm:cxn modelId="{F437D0FC-3E8D-4545-847A-B2D038903B7D}" type="presParOf" srcId="{7D40D060-B6B4-443D-952B-0DCDE567EBC2}" destId="{603888F9-3DF0-451B-97FE-02B033F16F9E}" srcOrd="1" destOrd="0" presId="urn:microsoft.com/office/officeart/2008/layout/LinedList"/>
    <dgm:cxn modelId="{20726849-50A6-43C5-A374-93819A8B2488}" type="presParOf" srcId="{7D40D060-B6B4-443D-952B-0DCDE567EBC2}" destId="{50E34A82-F052-4A03-8F9F-2B4A73603028}" srcOrd="2" destOrd="0" presId="urn:microsoft.com/office/officeart/2008/layout/LinedList"/>
    <dgm:cxn modelId="{63286690-34BD-4C5A-93E3-864F481089A0}" type="presParOf" srcId="{D9D7F440-A270-4DFE-9CBD-91E6E066B75E}" destId="{498E7597-44E0-41A0-81B4-48637BA7400E}" srcOrd="2" destOrd="0" presId="urn:microsoft.com/office/officeart/2008/layout/LinedList"/>
    <dgm:cxn modelId="{47D6A854-11C2-4ABB-A638-7209888871E3}" type="presParOf" srcId="{D9D7F440-A270-4DFE-9CBD-91E6E066B75E}" destId="{FD1E5BF5-0098-4A61-A975-00FDB9A11FA1}" srcOrd="3" destOrd="0" presId="urn:microsoft.com/office/officeart/2008/layout/LinedList"/>
    <dgm:cxn modelId="{2D23E023-0E6B-4E75-A95F-AC5BC9008E2A}" type="presParOf" srcId="{D9D7F440-A270-4DFE-9CBD-91E6E066B75E}" destId="{E5102750-995E-4E76-8258-3976E32A3B82}" srcOrd="4" destOrd="0" presId="urn:microsoft.com/office/officeart/2008/layout/LinedList"/>
    <dgm:cxn modelId="{B09E5206-DBCB-4046-A227-33B11D56E5AE}" type="presParOf" srcId="{E5102750-995E-4E76-8258-3976E32A3B82}" destId="{CA08A50C-DDE1-48E8-AA4C-27CFF00D2A84}" srcOrd="0" destOrd="0" presId="urn:microsoft.com/office/officeart/2008/layout/LinedList"/>
    <dgm:cxn modelId="{349445FF-0B73-4AF9-BCAE-535CE2EA9332}" type="presParOf" srcId="{E5102750-995E-4E76-8258-3976E32A3B82}" destId="{DED73600-C15F-4BF3-802E-EF36255B5E53}" srcOrd="1" destOrd="0" presId="urn:microsoft.com/office/officeart/2008/layout/LinedList"/>
    <dgm:cxn modelId="{35D09499-1DE2-4C54-BE9A-AB6AC9295860}" type="presParOf" srcId="{E5102750-995E-4E76-8258-3976E32A3B82}" destId="{601DC13B-5819-4733-B7A1-7AC9D6BF9A36}" srcOrd="2" destOrd="0" presId="urn:microsoft.com/office/officeart/2008/layout/LinedList"/>
    <dgm:cxn modelId="{8F549220-B81D-46AA-B35B-F9B37E36BE35}" type="presParOf" srcId="{D9D7F440-A270-4DFE-9CBD-91E6E066B75E}" destId="{58A34320-AB5E-44FF-8DF7-213C0E8895A4}" srcOrd="5" destOrd="0" presId="urn:microsoft.com/office/officeart/2008/layout/LinedList"/>
    <dgm:cxn modelId="{1CE36283-0968-4F6A-8674-039C2D7B2F77}" type="presParOf" srcId="{D9D7F440-A270-4DFE-9CBD-91E6E066B75E}" destId="{ED8D0A64-2400-490F-B6A5-616458CCE498}" srcOrd="6" destOrd="0" presId="urn:microsoft.com/office/officeart/2008/layout/LinedList"/>
    <dgm:cxn modelId="{478B05BA-E742-4AD0-AFC9-24D6C6C0E4F0}" type="presParOf" srcId="{D9D7F440-A270-4DFE-9CBD-91E6E066B75E}" destId="{05D85703-FAB5-407E-BF5D-7324AC73C371}" srcOrd="7" destOrd="0" presId="urn:microsoft.com/office/officeart/2008/layout/LinedList"/>
    <dgm:cxn modelId="{5C24B3BF-3B22-4816-B11F-78888E13B090}" type="presParOf" srcId="{05D85703-FAB5-407E-BF5D-7324AC73C371}" destId="{E6CD72C2-96CE-4CAD-929B-8C79EC476BAC}" srcOrd="0" destOrd="0" presId="urn:microsoft.com/office/officeart/2008/layout/LinedList"/>
    <dgm:cxn modelId="{63AB2A91-A86E-4689-9566-16C0641F6B31}" type="presParOf" srcId="{05D85703-FAB5-407E-BF5D-7324AC73C371}" destId="{A0EE019A-0823-412D-9DC7-027B92091C3C}" srcOrd="1" destOrd="0" presId="urn:microsoft.com/office/officeart/2008/layout/LinedList"/>
    <dgm:cxn modelId="{13322F8D-54E0-43D5-AE76-529B08D983B6}" type="presParOf" srcId="{05D85703-FAB5-407E-BF5D-7324AC73C371}" destId="{22EA041E-AA32-4314-99AD-658ADBF8194B}" srcOrd="2" destOrd="0" presId="urn:microsoft.com/office/officeart/2008/layout/LinedList"/>
    <dgm:cxn modelId="{6C384823-C4D0-412F-BCA6-C4A7FFEF246E}" type="presParOf" srcId="{D9D7F440-A270-4DFE-9CBD-91E6E066B75E}" destId="{E607CAC7-FEF3-4593-91F0-D9F4A33D0BA4}" srcOrd="8" destOrd="0" presId="urn:microsoft.com/office/officeart/2008/layout/LinedList"/>
    <dgm:cxn modelId="{0A9F6FF0-7DD9-46E0-A3AF-9AC7724218D8}" type="presParOf" srcId="{D9D7F440-A270-4DFE-9CBD-91E6E066B75E}" destId="{196742F1-D7B8-4CE8-A865-89D318FB58DF}" srcOrd="9" destOrd="0" presId="urn:microsoft.com/office/officeart/2008/layout/LinedLis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EFB7C2-4263-46EA-867E-2B6D02482C0D}">
      <dsp:nvSpPr>
        <dsp:cNvPr id="0" name=""/>
        <dsp:cNvSpPr/>
      </dsp:nvSpPr>
      <dsp:spPr>
        <a:xfrm>
          <a:off x="0" y="329524"/>
          <a:ext cx="10850033" cy="11781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42083" tIns="458216" rIns="842083" bIns="142240" numCol="1" spcCol="1270" anchor="t" anchorCtr="0">
          <a:noAutofit/>
        </a:bodyPr>
        <a:lstStyle/>
        <a:p>
          <a:pPr marL="228600" lvl="1" indent="-228600" algn="l" defTabSz="889000">
            <a:lnSpc>
              <a:spcPct val="90000"/>
            </a:lnSpc>
            <a:spcBef>
              <a:spcPct val="0"/>
            </a:spcBef>
            <a:spcAft>
              <a:spcPct val="15000"/>
            </a:spcAft>
            <a:buChar char="•"/>
          </a:pPr>
          <a:r>
            <a:rPr lang="en-GB" sz="2000" kern="1200">
              <a:hlinkClick xmlns:r="http://schemas.openxmlformats.org/officeDocument/2006/relationships" r:id="rId1"/>
            </a:rPr>
            <a:t>Constants</a:t>
          </a:r>
          <a:r>
            <a:rPr lang="en-GB" sz="2000" kern="1200"/>
            <a:t> - </a:t>
          </a:r>
          <a:r>
            <a:rPr lang="da-DK" sz="1800" kern="1200" err="1">
              <a:solidFill>
                <a:srgbClr val="0000FF"/>
              </a:solidFill>
              <a:latin typeface="Consolas" panose="020B0609020204030204" pitchFamily="49" charset="0"/>
              <a:ea typeface="ＭＳ Ｐゴシック" charset="0"/>
              <a:cs typeface="ＭＳ Ｐゴシック" charset="0"/>
            </a:rPr>
            <a:t>const</a:t>
          </a:r>
          <a:r>
            <a:rPr lang="da-DK" sz="1800" kern="1200">
              <a:solidFill>
                <a:srgbClr val="0000FF"/>
              </a:solidFill>
              <a:latin typeface="Consolas" panose="020B0609020204030204" pitchFamily="49" charset="0"/>
              <a:ea typeface="ＭＳ Ｐゴシック" charset="0"/>
              <a:cs typeface="ＭＳ Ｐゴシック" charset="0"/>
            </a:rPr>
            <a:t> int </a:t>
          </a:r>
          <a:r>
            <a:rPr lang="da-DK" sz="1800" kern="1200">
              <a:latin typeface="Consolas" panose="020B0609020204030204" pitchFamily="49" charset="0"/>
            </a:rPr>
            <a:t>x = 0;</a:t>
          </a:r>
          <a:r>
            <a:rPr lang="en-GB" sz="1800" kern="1200">
              <a:latin typeface="Consolas" panose="020B0609020204030204" pitchFamily="49" charset="0"/>
            </a:rPr>
            <a:t> </a:t>
          </a:r>
          <a:endParaRPr lang="da-DK" sz="1800" kern="1200">
            <a:latin typeface="Consolas" panose="020B0609020204030204" pitchFamily="49" charset="0"/>
          </a:endParaRPr>
        </a:p>
        <a:p>
          <a:pPr marL="228600" lvl="1" indent="-228600" algn="l" defTabSz="889000">
            <a:lnSpc>
              <a:spcPct val="90000"/>
            </a:lnSpc>
            <a:spcBef>
              <a:spcPct val="0"/>
            </a:spcBef>
            <a:spcAft>
              <a:spcPct val="15000"/>
            </a:spcAft>
            <a:buChar char="•"/>
          </a:pPr>
          <a:r>
            <a:rPr lang="en-GB" sz="2000" kern="1200">
              <a:hlinkClick xmlns:r="http://schemas.openxmlformats.org/officeDocument/2006/relationships" r:id="rId2"/>
            </a:rPr>
            <a:t>Fields</a:t>
          </a:r>
          <a:r>
            <a:rPr lang="en-GB" sz="2000" kern="1200"/>
            <a:t> - </a:t>
          </a:r>
          <a:r>
            <a:rPr lang="da-DK" sz="1800" kern="1200">
              <a:solidFill>
                <a:srgbClr val="0000FF"/>
              </a:solidFill>
              <a:latin typeface="Consolas" panose="020B0609020204030204" pitchFamily="49" charset="0"/>
              <a:ea typeface="ＭＳ Ｐゴシック" charset="0"/>
              <a:cs typeface="ＭＳ Ｐゴシック" charset="0"/>
            </a:rPr>
            <a:t>private string </a:t>
          </a:r>
          <a:r>
            <a:rPr lang="da-DK" sz="1800" kern="1200">
              <a:latin typeface="Consolas" panose="020B0609020204030204" pitchFamily="49" charset="0"/>
            </a:rPr>
            <a:t>_</a:t>
          </a:r>
          <a:r>
            <a:rPr lang="da-DK" sz="1800" kern="1200" err="1">
              <a:latin typeface="Consolas" panose="020B0609020204030204" pitchFamily="49" charset="0"/>
            </a:rPr>
            <a:t>name</a:t>
          </a:r>
          <a:r>
            <a:rPr lang="da-DK" sz="1800" kern="1200">
              <a:latin typeface="Consolas" panose="020B0609020204030204" pitchFamily="49" charset="0"/>
            </a:rPr>
            <a:t>;</a:t>
          </a:r>
          <a:endParaRPr lang="da-DK" sz="1800" kern="1200">
            <a:solidFill>
              <a:srgbClr val="00B050"/>
            </a:solidFill>
            <a:latin typeface="Consolas" panose="020B0609020204030204" pitchFamily="49" charset="0"/>
          </a:endParaRPr>
        </a:p>
      </dsp:txBody>
      <dsp:txXfrm>
        <a:off x="0" y="329524"/>
        <a:ext cx="10850033" cy="1178100"/>
      </dsp:txXfrm>
    </dsp:sp>
    <dsp:sp modelId="{41126C91-3B85-4244-885A-3211F6A71D7C}">
      <dsp:nvSpPr>
        <dsp:cNvPr id="0" name=""/>
        <dsp:cNvSpPr/>
      </dsp:nvSpPr>
      <dsp:spPr>
        <a:xfrm>
          <a:off x="542501" y="4804"/>
          <a:ext cx="7595023" cy="6494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7074" tIns="0" rIns="287074" bIns="0" numCol="1" spcCol="1270" anchor="ctr" anchorCtr="0">
          <a:noAutofit/>
        </a:bodyPr>
        <a:lstStyle/>
        <a:p>
          <a:pPr marL="0" lvl="0" indent="0" algn="l" defTabSz="977900">
            <a:lnSpc>
              <a:spcPct val="90000"/>
            </a:lnSpc>
            <a:spcBef>
              <a:spcPct val="0"/>
            </a:spcBef>
            <a:spcAft>
              <a:spcPct val="35000"/>
            </a:spcAft>
            <a:buNone/>
          </a:pPr>
          <a:r>
            <a:rPr lang="en-GB" sz="2200" kern="1200"/>
            <a:t>Data members</a:t>
          </a:r>
          <a:endParaRPr lang="da-DK" sz="2200" kern="1200"/>
        </a:p>
      </dsp:txBody>
      <dsp:txXfrm>
        <a:off x="574204" y="36507"/>
        <a:ext cx="7531617" cy="586034"/>
      </dsp:txXfrm>
    </dsp:sp>
    <dsp:sp modelId="{39792CE5-AE23-4332-9049-34695C65EE70}">
      <dsp:nvSpPr>
        <dsp:cNvPr id="0" name=""/>
        <dsp:cNvSpPr/>
      </dsp:nvSpPr>
      <dsp:spPr>
        <a:xfrm>
          <a:off x="0" y="1951144"/>
          <a:ext cx="10850033" cy="24255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42083" tIns="458216" rIns="842083" bIns="142240" numCol="1" spcCol="1270" anchor="t" anchorCtr="0">
          <a:noAutofit/>
        </a:bodyPr>
        <a:lstStyle/>
        <a:p>
          <a:pPr marL="228600" lvl="1" indent="-228600" algn="l" defTabSz="889000">
            <a:lnSpc>
              <a:spcPct val="90000"/>
            </a:lnSpc>
            <a:spcBef>
              <a:spcPct val="0"/>
            </a:spcBef>
            <a:spcAft>
              <a:spcPct val="15000"/>
            </a:spcAft>
            <a:buChar char="•"/>
          </a:pPr>
          <a:r>
            <a:rPr lang="en-GB" sz="2000" kern="1200">
              <a:hlinkClick xmlns:r="http://schemas.openxmlformats.org/officeDocument/2006/relationships" r:id="rId3"/>
            </a:rPr>
            <a:t>Methods</a:t>
          </a:r>
          <a:r>
            <a:rPr lang="en-GB" sz="2000" kern="1200"/>
            <a:t> - </a:t>
          </a:r>
          <a:r>
            <a:rPr lang="da-DK" sz="1800" kern="1200">
              <a:solidFill>
                <a:srgbClr val="0000FF"/>
              </a:solidFill>
              <a:latin typeface="Consolas" panose="020B0609020204030204" pitchFamily="49" charset="0"/>
              <a:ea typeface="ＭＳ Ｐゴシック" charset="0"/>
              <a:cs typeface="ＭＳ Ｐゴシック" charset="0"/>
            </a:rPr>
            <a:t>public override string </a:t>
          </a:r>
          <a:r>
            <a:rPr lang="da-DK" sz="1800" kern="1200" err="1">
              <a:solidFill>
                <a:prstClr val="black">
                  <a:hueOff val="0"/>
                  <a:satOff val="0"/>
                  <a:lumOff val="0"/>
                  <a:alphaOff val="0"/>
                </a:prstClr>
              </a:solidFill>
              <a:latin typeface="Consolas" panose="020B0609020204030204" pitchFamily="49" charset="0"/>
              <a:ea typeface="+mn-ea"/>
              <a:cs typeface="+mn-cs"/>
            </a:rPr>
            <a:t>ToString</a:t>
          </a:r>
          <a:r>
            <a:rPr lang="da-DK" sz="1800" kern="1200">
              <a:solidFill>
                <a:schemeClr val="tx1"/>
              </a:solidFill>
              <a:latin typeface="Consolas" panose="020B0609020204030204" pitchFamily="49" charset="0"/>
            </a:rPr>
            <a:t>() {…}</a:t>
          </a:r>
        </a:p>
        <a:p>
          <a:pPr marL="228600" lvl="1" indent="-228600" algn="l" defTabSz="889000">
            <a:lnSpc>
              <a:spcPct val="90000"/>
            </a:lnSpc>
            <a:spcBef>
              <a:spcPct val="0"/>
            </a:spcBef>
            <a:spcAft>
              <a:spcPct val="15000"/>
            </a:spcAft>
            <a:buChar char="•"/>
          </a:pPr>
          <a:r>
            <a:rPr lang="en-GB" sz="2000" kern="1200">
              <a:hlinkClick xmlns:r="http://schemas.openxmlformats.org/officeDocument/2006/relationships" r:id="rId4"/>
            </a:rPr>
            <a:t>Properties</a:t>
          </a:r>
          <a:r>
            <a:rPr lang="en-GB" sz="2000" kern="1200"/>
            <a:t> - </a:t>
          </a:r>
          <a:r>
            <a:rPr lang="en-US" sz="1800" kern="1200">
              <a:solidFill>
                <a:srgbClr val="0000FF"/>
              </a:solidFill>
              <a:latin typeface="Consolas" panose="020B0609020204030204" pitchFamily="49" charset="0"/>
              <a:ea typeface="ＭＳ Ｐゴシック" charset="0"/>
              <a:cs typeface="ＭＳ Ｐゴシック" charset="0"/>
            </a:rPr>
            <a:t>public string </a:t>
          </a:r>
          <a:r>
            <a:rPr lang="en-US" sz="1800" kern="1200">
              <a:latin typeface="Consolas" panose="020B0609020204030204" pitchFamily="49" charset="0"/>
            </a:rPr>
            <a:t>Name { </a:t>
          </a:r>
          <a:r>
            <a:rPr lang="en-US" sz="1800" kern="1200">
              <a:solidFill>
                <a:srgbClr val="0000FF"/>
              </a:solidFill>
              <a:latin typeface="Consolas" panose="020B0609020204030204" pitchFamily="49" charset="0"/>
              <a:ea typeface="ＭＳ Ｐゴシック" charset="0"/>
              <a:cs typeface="ＭＳ Ｐゴシック" charset="0"/>
            </a:rPr>
            <a:t>get</a:t>
          </a:r>
          <a:r>
            <a:rPr lang="en-US" sz="1800" kern="1200">
              <a:latin typeface="Consolas" panose="020B0609020204030204" pitchFamily="49" charset="0"/>
            </a:rPr>
            <a:t>; </a:t>
          </a:r>
          <a:r>
            <a:rPr lang="en-US" sz="1800" kern="1200">
              <a:solidFill>
                <a:srgbClr val="0000FF"/>
              </a:solidFill>
              <a:latin typeface="Consolas" panose="020B0609020204030204" pitchFamily="49" charset="0"/>
              <a:ea typeface="ＭＳ Ｐゴシック" charset="0"/>
              <a:cs typeface="ＭＳ Ｐゴシック" charset="0"/>
            </a:rPr>
            <a:t>set</a:t>
          </a:r>
          <a:r>
            <a:rPr lang="en-US" sz="1800" kern="1200">
              <a:latin typeface="Consolas" panose="020B0609020204030204" pitchFamily="49" charset="0"/>
            </a:rPr>
            <a:t>; }</a:t>
          </a:r>
          <a:endParaRPr lang="da-DK" sz="1800" kern="1200">
            <a:latin typeface="Consolas" panose="020B0609020204030204" pitchFamily="49" charset="0"/>
          </a:endParaRPr>
        </a:p>
        <a:p>
          <a:pPr marL="228600" lvl="1" indent="-228600" algn="l" defTabSz="889000">
            <a:lnSpc>
              <a:spcPct val="90000"/>
            </a:lnSpc>
            <a:spcBef>
              <a:spcPct val="0"/>
            </a:spcBef>
            <a:spcAft>
              <a:spcPct val="15000"/>
            </a:spcAft>
            <a:buChar char="•"/>
          </a:pPr>
          <a:r>
            <a:rPr lang="en-GB" sz="2000" kern="1200">
              <a:hlinkClick xmlns:r="http://schemas.openxmlformats.org/officeDocument/2006/relationships" r:id="rId5"/>
            </a:rPr>
            <a:t>Constructors</a:t>
          </a:r>
          <a:r>
            <a:rPr lang="en-GB" sz="2000" kern="1200"/>
            <a:t> - </a:t>
          </a:r>
          <a:r>
            <a:rPr lang="da-DK" sz="1800" kern="1200">
              <a:solidFill>
                <a:srgbClr val="0000FF"/>
              </a:solidFill>
              <a:latin typeface="Consolas" panose="020B0609020204030204" pitchFamily="49" charset="0"/>
              <a:ea typeface="ＭＳ Ｐゴシック" charset="0"/>
              <a:cs typeface="ＭＳ Ｐゴシック" charset="0"/>
            </a:rPr>
            <a:t>public</a:t>
          </a:r>
          <a:r>
            <a:rPr lang="da-DK" sz="1800" kern="1200">
              <a:latin typeface="Consolas" panose="020B0609020204030204" pitchFamily="49" charset="0"/>
            </a:rPr>
            <a:t> Employee() {…}</a:t>
          </a:r>
        </a:p>
        <a:p>
          <a:pPr marL="228600" lvl="1" indent="-228600" algn="l" defTabSz="889000">
            <a:lnSpc>
              <a:spcPct val="90000"/>
            </a:lnSpc>
            <a:spcBef>
              <a:spcPct val="0"/>
            </a:spcBef>
            <a:spcAft>
              <a:spcPct val="15000"/>
            </a:spcAft>
            <a:buChar char="•"/>
          </a:pPr>
          <a:r>
            <a:rPr lang="en-GB" sz="2000" kern="1200">
              <a:hlinkClick xmlns:r="http://schemas.openxmlformats.org/officeDocument/2006/relationships" r:id="rId6"/>
            </a:rPr>
            <a:t>Finalizers</a:t>
          </a:r>
          <a:r>
            <a:rPr lang="en-GB" sz="2000" kern="1200"/>
            <a:t> - </a:t>
          </a:r>
          <a:r>
            <a:rPr lang="da-DK" sz="1800" kern="1200">
              <a:latin typeface="Consolas" panose="020B0609020204030204" pitchFamily="49" charset="0"/>
            </a:rPr>
            <a:t>~Employee() {…}</a:t>
          </a:r>
        </a:p>
        <a:p>
          <a:pPr marL="228600" lvl="1" indent="-228600" algn="l" defTabSz="889000">
            <a:lnSpc>
              <a:spcPct val="90000"/>
            </a:lnSpc>
            <a:spcBef>
              <a:spcPct val="0"/>
            </a:spcBef>
            <a:spcAft>
              <a:spcPct val="15000"/>
            </a:spcAft>
            <a:buChar char="•"/>
          </a:pPr>
          <a:r>
            <a:rPr lang="en-GB" sz="2000" kern="1200">
              <a:hlinkClick xmlns:r="http://schemas.openxmlformats.org/officeDocument/2006/relationships" r:id="rId7"/>
            </a:rPr>
            <a:t>Operators</a:t>
          </a:r>
          <a:r>
            <a:rPr lang="en-GB" sz="2000" kern="1200"/>
            <a:t> - </a:t>
          </a:r>
          <a:r>
            <a:rPr lang="en-US" sz="1800" kern="1200">
              <a:solidFill>
                <a:srgbClr val="0000FF"/>
              </a:solidFill>
              <a:latin typeface="Consolas" panose="020B0609020204030204" pitchFamily="49" charset="0"/>
              <a:ea typeface="ＭＳ Ｐゴシック" charset="0"/>
              <a:cs typeface="ＭＳ Ｐゴシック" charset="0"/>
            </a:rPr>
            <a:t>public static </a:t>
          </a:r>
          <a:r>
            <a:rPr lang="en-US" sz="1800" kern="1200">
              <a:solidFill>
                <a:srgbClr val="00DEE6"/>
              </a:solidFill>
              <a:latin typeface="Consolas" panose="020B0609020204030204" pitchFamily="49" charset="0"/>
            </a:rPr>
            <a:t>Employee</a:t>
          </a:r>
          <a:r>
            <a:rPr lang="en-US" sz="1800" kern="1200">
              <a:latin typeface="Consolas" panose="020B0609020204030204" pitchFamily="49" charset="0"/>
            </a:rPr>
            <a:t> </a:t>
          </a:r>
          <a:r>
            <a:rPr lang="en-US" sz="1800" kern="1200">
              <a:solidFill>
                <a:srgbClr val="0000FF"/>
              </a:solidFill>
              <a:latin typeface="Consolas" panose="020B0609020204030204" pitchFamily="49" charset="0"/>
              <a:ea typeface="ＭＳ Ｐゴシック" charset="0"/>
              <a:cs typeface="ＭＳ Ｐゴシック" charset="0"/>
            </a:rPr>
            <a:t>operator</a:t>
          </a:r>
          <a:r>
            <a:rPr lang="en-US" sz="1800" kern="1200">
              <a:latin typeface="Consolas" panose="020B0609020204030204" pitchFamily="49" charset="0"/>
            </a:rPr>
            <a:t> ++(</a:t>
          </a:r>
          <a:r>
            <a:rPr lang="en-US" sz="1800" kern="1200">
              <a:solidFill>
                <a:srgbClr val="00DEE6"/>
              </a:solidFill>
              <a:latin typeface="Consolas" panose="020B0609020204030204" pitchFamily="49" charset="0"/>
            </a:rPr>
            <a:t>Employee</a:t>
          </a:r>
          <a:r>
            <a:rPr lang="en-US" sz="1800" kern="1200">
              <a:latin typeface="Consolas" panose="020B0609020204030204" pitchFamily="49" charset="0"/>
            </a:rPr>
            <a:t> </a:t>
          </a:r>
          <a:r>
            <a:rPr lang="en-US" sz="1800" kern="1200" err="1">
              <a:latin typeface="Consolas" panose="020B0609020204030204" pitchFamily="49" charset="0"/>
            </a:rPr>
            <a:t>emplA</a:t>
          </a:r>
          <a:r>
            <a:rPr lang="en-US" sz="1800" kern="1200">
              <a:latin typeface="Consolas" panose="020B0609020204030204" pitchFamily="49" charset="0"/>
            </a:rPr>
            <a:t>) {…}</a:t>
          </a:r>
          <a:endParaRPr lang="da-DK" sz="1800" kern="1200">
            <a:latin typeface="Consolas" panose="020B0609020204030204" pitchFamily="49" charset="0"/>
          </a:endParaRPr>
        </a:p>
        <a:p>
          <a:pPr marL="228600" lvl="1" indent="-228600" algn="l" defTabSz="889000">
            <a:lnSpc>
              <a:spcPct val="90000"/>
            </a:lnSpc>
            <a:spcBef>
              <a:spcPct val="0"/>
            </a:spcBef>
            <a:spcAft>
              <a:spcPct val="15000"/>
            </a:spcAft>
            <a:buChar char="•"/>
          </a:pPr>
          <a:r>
            <a:rPr lang="en-GB" sz="2000" kern="1200">
              <a:hlinkClick xmlns:r="http://schemas.openxmlformats.org/officeDocument/2006/relationships" r:id="rId8"/>
            </a:rPr>
            <a:t>Events</a:t>
          </a:r>
          <a:r>
            <a:rPr lang="en-GB" sz="2000" kern="1200"/>
            <a:t> - </a:t>
          </a:r>
          <a:r>
            <a:rPr lang="da-DK" sz="1800" kern="1200">
              <a:solidFill>
                <a:srgbClr val="0000FF"/>
              </a:solidFill>
              <a:latin typeface="Consolas" panose="020B0609020204030204" pitchFamily="49" charset="0"/>
              <a:ea typeface="ＭＳ Ｐゴシック" charset="0"/>
              <a:cs typeface="ＭＳ Ｐゴシック" charset="0"/>
            </a:rPr>
            <a:t>public event </a:t>
          </a:r>
          <a:r>
            <a:rPr lang="da-DK" sz="1800" kern="1200" err="1">
              <a:solidFill>
                <a:srgbClr val="00DEE6"/>
              </a:solidFill>
              <a:latin typeface="Consolas" panose="020B0609020204030204" pitchFamily="49" charset="0"/>
            </a:rPr>
            <a:t>EventHandler</a:t>
          </a:r>
          <a:r>
            <a:rPr lang="da-DK" sz="1800" kern="1200">
              <a:latin typeface="Consolas" panose="020B0609020204030204" pitchFamily="49" charset="0"/>
            </a:rPr>
            <a:t> </a:t>
          </a:r>
          <a:r>
            <a:rPr lang="da-DK" sz="1800" kern="1200" err="1">
              <a:latin typeface="Consolas" panose="020B0609020204030204" pitchFamily="49" charset="0"/>
            </a:rPr>
            <a:t>Created</a:t>
          </a:r>
          <a:r>
            <a:rPr lang="da-DK" sz="1800" kern="1200">
              <a:latin typeface="Consolas" panose="020B0609020204030204" pitchFamily="49" charset="0"/>
            </a:rPr>
            <a:t>;</a:t>
          </a:r>
        </a:p>
      </dsp:txBody>
      <dsp:txXfrm>
        <a:off x="0" y="1951144"/>
        <a:ext cx="10850033" cy="2425500"/>
      </dsp:txXfrm>
    </dsp:sp>
    <dsp:sp modelId="{37999B02-7D03-4D8D-893C-627E9FC9D853}">
      <dsp:nvSpPr>
        <dsp:cNvPr id="0" name=""/>
        <dsp:cNvSpPr/>
      </dsp:nvSpPr>
      <dsp:spPr>
        <a:xfrm>
          <a:off x="542501" y="1626424"/>
          <a:ext cx="7595023" cy="6494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7074" tIns="0" rIns="287074" bIns="0" numCol="1" spcCol="1270" anchor="ctr" anchorCtr="0">
          <a:noAutofit/>
        </a:bodyPr>
        <a:lstStyle/>
        <a:p>
          <a:pPr marL="0" lvl="0" indent="0" algn="l" defTabSz="977900">
            <a:lnSpc>
              <a:spcPct val="90000"/>
            </a:lnSpc>
            <a:spcBef>
              <a:spcPct val="0"/>
            </a:spcBef>
            <a:spcAft>
              <a:spcPct val="35000"/>
            </a:spcAft>
            <a:buNone/>
          </a:pPr>
          <a:r>
            <a:rPr lang="en-GB" sz="2200" kern="1200"/>
            <a:t>Function members</a:t>
          </a:r>
          <a:endParaRPr lang="da-DK" sz="2200" kern="1200"/>
        </a:p>
      </dsp:txBody>
      <dsp:txXfrm>
        <a:off x="574204" y="1658127"/>
        <a:ext cx="7531617"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CE493-CEE1-4417-A915-FB51DA712539}">
      <dsp:nvSpPr>
        <dsp:cNvPr id="0" name=""/>
        <dsp:cNvSpPr/>
      </dsp:nvSpPr>
      <dsp:spPr>
        <a:xfrm>
          <a:off x="5642" y="373603"/>
          <a:ext cx="2436856" cy="1819061"/>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en-US" sz="1900" b="0" i="0" kern="1200"/>
            <a:t>is used to state that the parameter passed </a:t>
          </a:r>
          <a:r>
            <a:rPr lang="en-US" sz="1900" b="1" i="1" kern="1200"/>
            <a:t>may</a:t>
          </a:r>
          <a:r>
            <a:rPr lang="en-US" sz="1900" b="0" i="0" kern="1200"/>
            <a:t> be modified by the method.</a:t>
          </a:r>
          <a:endParaRPr lang="en-US" sz="1900" kern="1200"/>
        </a:p>
      </dsp:txBody>
      <dsp:txXfrm>
        <a:off x="48265" y="416226"/>
        <a:ext cx="2351610" cy="1776438"/>
      </dsp:txXfrm>
    </dsp:sp>
    <dsp:sp modelId="{0236D6D0-1A72-466D-BEF5-C9445D90CAB9}">
      <dsp:nvSpPr>
        <dsp:cNvPr id="0" name=""/>
        <dsp:cNvSpPr/>
      </dsp:nvSpPr>
      <dsp:spPr>
        <a:xfrm>
          <a:off x="5642" y="2192665"/>
          <a:ext cx="2436856" cy="782196"/>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0" rIns="74930" bIns="0" numCol="1" spcCol="1270" anchor="ctr" anchorCtr="0">
          <a:noAutofit/>
        </a:bodyPr>
        <a:lstStyle/>
        <a:p>
          <a:pPr marL="0" lvl="0" indent="0" algn="l" defTabSz="2622550">
            <a:lnSpc>
              <a:spcPct val="90000"/>
            </a:lnSpc>
            <a:spcBef>
              <a:spcPct val="0"/>
            </a:spcBef>
            <a:spcAft>
              <a:spcPct val="35000"/>
            </a:spcAft>
            <a:buNone/>
          </a:pPr>
          <a:r>
            <a:rPr lang="en-US" sz="5900" kern="1200"/>
            <a:t>ref</a:t>
          </a:r>
        </a:p>
      </dsp:txBody>
      <dsp:txXfrm>
        <a:off x="5642" y="2192665"/>
        <a:ext cx="1716095" cy="782196"/>
      </dsp:txXfrm>
    </dsp:sp>
    <dsp:sp modelId="{40C8C6A2-9AA6-49E7-B1A7-4CB5D95B368D}">
      <dsp:nvSpPr>
        <dsp:cNvPr id="0" name=""/>
        <dsp:cNvSpPr/>
      </dsp:nvSpPr>
      <dsp:spPr>
        <a:xfrm>
          <a:off x="1790672" y="2316910"/>
          <a:ext cx="852899" cy="85289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C3B76C-9B3F-4E87-962E-BFE4BE46772F}">
      <dsp:nvSpPr>
        <dsp:cNvPr id="0" name=""/>
        <dsp:cNvSpPr/>
      </dsp:nvSpPr>
      <dsp:spPr>
        <a:xfrm>
          <a:off x="2854872" y="373603"/>
          <a:ext cx="2436856" cy="1819061"/>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2">
              <a:hueOff val="867603"/>
              <a:satOff val="-13866"/>
              <a:lumOff val="-166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en-US" sz="1900" b="0" i="0" kern="1200"/>
            <a:t>is used to state that the parameter passed </a:t>
          </a:r>
          <a:r>
            <a:rPr lang="en-US" sz="1900" b="1" i="1" kern="1200"/>
            <a:t>must</a:t>
          </a:r>
          <a:r>
            <a:rPr lang="en-US" sz="1900" b="0" i="0" kern="1200"/>
            <a:t> be modified by the method.</a:t>
          </a:r>
          <a:endParaRPr lang="en-US" sz="1900" kern="1200"/>
        </a:p>
      </dsp:txBody>
      <dsp:txXfrm>
        <a:off x="2897495" y="416226"/>
        <a:ext cx="2351610" cy="1776438"/>
      </dsp:txXfrm>
    </dsp:sp>
    <dsp:sp modelId="{67F26EBF-7DEB-4A1A-A10C-253DAB30A43A}">
      <dsp:nvSpPr>
        <dsp:cNvPr id="0" name=""/>
        <dsp:cNvSpPr/>
      </dsp:nvSpPr>
      <dsp:spPr>
        <a:xfrm>
          <a:off x="2854872" y="2192665"/>
          <a:ext cx="2436856" cy="782196"/>
        </a:xfrm>
        <a:prstGeom prst="rect">
          <a:avLst/>
        </a:prstGeom>
        <a:solidFill>
          <a:schemeClr val="accent2">
            <a:hueOff val="867603"/>
            <a:satOff val="-13866"/>
            <a:lumOff val="-1666"/>
            <a:alphaOff val="0"/>
          </a:schemeClr>
        </a:solidFill>
        <a:ln w="25400" cap="flat" cmpd="sng" algn="ctr">
          <a:solidFill>
            <a:schemeClr val="accent2">
              <a:hueOff val="867603"/>
              <a:satOff val="-13866"/>
              <a:lumOff val="-166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0" rIns="74930" bIns="0" numCol="1" spcCol="1270" anchor="ctr" anchorCtr="0">
          <a:noAutofit/>
        </a:bodyPr>
        <a:lstStyle/>
        <a:p>
          <a:pPr marL="0" lvl="0" indent="0" algn="l" defTabSz="2622550">
            <a:lnSpc>
              <a:spcPct val="90000"/>
            </a:lnSpc>
            <a:spcBef>
              <a:spcPct val="0"/>
            </a:spcBef>
            <a:spcAft>
              <a:spcPct val="35000"/>
            </a:spcAft>
            <a:buNone/>
          </a:pPr>
          <a:r>
            <a:rPr lang="en-US" sz="5900" kern="1200"/>
            <a:t>out</a:t>
          </a:r>
        </a:p>
      </dsp:txBody>
      <dsp:txXfrm>
        <a:off x="2854872" y="2192665"/>
        <a:ext cx="1716095" cy="782196"/>
      </dsp:txXfrm>
    </dsp:sp>
    <dsp:sp modelId="{0443DF4A-E87A-47DE-846C-CD00A6067C94}">
      <dsp:nvSpPr>
        <dsp:cNvPr id="0" name=""/>
        <dsp:cNvSpPr/>
      </dsp:nvSpPr>
      <dsp:spPr>
        <a:xfrm>
          <a:off x="4639903" y="2316910"/>
          <a:ext cx="852899" cy="85289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a:ln w="25400" cap="flat" cmpd="sng" algn="ctr">
          <a:solidFill>
            <a:schemeClr val="accent2">
              <a:tint val="40000"/>
              <a:alpha val="90000"/>
              <a:hueOff val="853827"/>
              <a:satOff val="-26569"/>
              <a:lumOff val="-1708"/>
              <a:alphaOff val="0"/>
            </a:schemeClr>
          </a:solidFill>
          <a:prstDash val="solid"/>
        </a:ln>
        <a:effectLst/>
      </dsp:spPr>
      <dsp:style>
        <a:lnRef idx="2">
          <a:scrgbClr r="0" g="0" b="0"/>
        </a:lnRef>
        <a:fillRef idx="1">
          <a:scrgbClr r="0" g="0" b="0"/>
        </a:fillRef>
        <a:effectRef idx="0">
          <a:scrgbClr r="0" g="0" b="0"/>
        </a:effectRef>
        <a:fontRef idx="minor"/>
      </dsp:style>
    </dsp:sp>
    <dsp:sp modelId="{3B44F045-FEE1-4960-92B0-FD8B094ECA51}">
      <dsp:nvSpPr>
        <dsp:cNvPr id="0" name=""/>
        <dsp:cNvSpPr/>
      </dsp:nvSpPr>
      <dsp:spPr>
        <a:xfrm>
          <a:off x="5704103" y="373603"/>
          <a:ext cx="2436856" cy="1819061"/>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2">
              <a:hueOff val="1735205"/>
              <a:satOff val="-27732"/>
              <a:lumOff val="-333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en-US" sz="1900" b="0" i="0" kern="1200"/>
            <a:t>is used to state that the parameter passed </a:t>
          </a:r>
          <a:r>
            <a:rPr lang="en-US" sz="1900" b="1" i="1" kern="1200"/>
            <a:t>cannot</a:t>
          </a:r>
          <a:r>
            <a:rPr lang="en-US" sz="1900" b="0" i="0" kern="1200"/>
            <a:t> be modified by the method.</a:t>
          </a:r>
          <a:endParaRPr lang="en-US" sz="1900" kern="1200"/>
        </a:p>
      </dsp:txBody>
      <dsp:txXfrm>
        <a:off x="5746726" y="416226"/>
        <a:ext cx="2351610" cy="1776438"/>
      </dsp:txXfrm>
    </dsp:sp>
    <dsp:sp modelId="{B3EA1652-C570-4644-A42B-B355E78AE2B3}">
      <dsp:nvSpPr>
        <dsp:cNvPr id="0" name=""/>
        <dsp:cNvSpPr/>
      </dsp:nvSpPr>
      <dsp:spPr>
        <a:xfrm>
          <a:off x="5704103" y="2192665"/>
          <a:ext cx="2436856" cy="782196"/>
        </a:xfrm>
        <a:prstGeom prst="rect">
          <a:avLst/>
        </a:prstGeom>
        <a:solidFill>
          <a:schemeClr val="accent2">
            <a:hueOff val="1735205"/>
            <a:satOff val="-27732"/>
            <a:lumOff val="-3333"/>
            <a:alphaOff val="0"/>
          </a:schemeClr>
        </a:solidFill>
        <a:ln w="25400" cap="flat" cmpd="sng" algn="ctr">
          <a:solidFill>
            <a:schemeClr val="accent2">
              <a:hueOff val="1735205"/>
              <a:satOff val="-27732"/>
              <a:lumOff val="-333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0" rIns="74930" bIns="0" numCol="1" spcCol="1270" anchor="ctr" anchorCtr="0">
          <a:noAutofit/>
        </a:bodyPr>
        <a:lstStyle/>
        <a:p>
          <a:pPr marL="0" lvl="0" indent="0" algn="l" defTabSz="2622550">
            <a:lnSpc>
              <a:spcPct val="90000"/>
            </a:lnSpc>
            <a:spcBef>
              <a:spcPct val="0"/>
            </a:spcBef>
            <a:spcAft>
              <a:spcPct val="35000"/>
            </a:spcAft>
            <a:buNone/>
          </a:pPr>
          <a:r>
            <a:rPr lang="en-US" sz="5900" kern="1200"/>
            <a:t>in</a:t>
          </a:r>
        </a:p>
      </dsp:txBody>
      <dsp:txXfrm>
        <a:off x="5704103" y="2192665"/>
        <a:ext cx="1716095" cy="782196"/>
      </dsp:txXfrm>
    </dsp:sp>
    <dsp:sp modelId="{0EF7C095-A16C-4B0D-B37C-51AD4BDE8EF4}">
      <dsp:nvSpPr>
        <dsp:cNvPr id="0" name=""/>
        <dsp:cNvSpPr/>
      </dsp:nvSpPr>
      <dsp:spPr>
        <a:xfrm>
          <a:off x="7489134" y="2316910"/>
          <a:ext cx="852899" cy="85289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a:ln w="25400" cap="flat" cmpd="sng" algn="ctr">
          <a:solidFill>
            <a:schemeClr val="accent2">
              <a:tint val="40000"/>
              <a:alpha val="90000"/>
              <a:hueOff val="1707654"/>
              <a:satOff val="-53138"/>
              <a:lumOff val="-341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58040-76DF-4133-AE60-C3A5BD9A7F40}">
      <dsp:nvSpPr>
        <dsp:cNvPr id="0" name=""/>
        <dsp:cNvSpPr/>
      </dsp:nvSpPr>
      <dsp:spPr>
        <a:xfrm>
          <a:off x="0" y="0"/>
          <a:ext cx="3868461" cy="0"/>
        </a:xfrm>
        <a:prstGeom prst="line">
          <a:avLst/>
        </a:prstGeom>
        <a:solidFill>
          <a:schemeClr val="accent1">
            <a:hueOff val="0"/>
            <a:satOff val="0"/>
            <a:lumOff val="0"/>
            <a:alphaOff val="0"/>
          </a:schemeClr>
        </a:solidFill>
        <a:ln w="285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sp>
    <dsp:sp modelId="{121479FB-8CB8-4813-85E9-673900E6A085}">
      <dsp:nvSpPr>
        <dsp:cNvPr id="0" name=""/>
        <dsp:cNvSpPr/>
      </dsp:nvSpPr>
      <dsp:spPr>
        <a:xfrm>
          <a:off x="0" y="0"/>
          <a:ext cx="1802968" cy="1571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solidFill>
                <a:schemeClr val="accent2"/>
              </a:solidFill>
            </a:rPr>
            <a:t>Encapsulation</a:t>
          </a:r>
          <a:endParaRPr lang="en-US" sz="1800" kern="1200">
            <a:solidFill>
              <a:schemeClr val="accent2"/>
            </a:solidFill>
          </a:endParaRPr>
        </a:p>
      </dsp:txBody>
      <dsp:txXfrm>
        <a:off x="0" y="0"/>
        <a:ext cx="1802968" cy="1571942"/>
      </dsp:txXfrm>
    </dsp:sp>
    <dsp:sp modelId="{603888F9-3DF0-451B-97FE-02B033F16F9E}">
      <dsp:nvSpPr>
        <dsp:cNvPr id="0" name=""/>
        <dsp:cNvSpPr/>
      </dsp:nvSpPr>
      <dsp:spPr>
        <a:xfrm>
          <a:off x="1841672" y="36535"/>
          <a:ext cx="2025483" cy="730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Class or Interface</a:t>
          </a:r>
          <a:endParaRPr lang="en-US" sz="1800" kern="1200"/>
        </a:p>
      </dsp:txBody>
      <dsp:txXfrm>
        <a:off x="1841672" y="36535"/>
        <a:ext cx="2025483" cy="730707"/>
      </dsp:txXfrm>
    </dsp:sp>
    <dsp:sp modelId="{498E7597-44E0-41A0-81B4-48637BA7400E}">
      <dsp:nvSpPr>
        <dsp:cNvPr id="0" name=""/>
        <dsp:cNvSpPr/>
      </dsp:nvSpPr>
      <dsp:spPr>
        <a:xfrm>
          <a:off x="1802968" y="767242"/>
          <a:ext cx="2064186"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D73600-C15F-4BF3-802E-EF36255B5E53}">
      <dsp:nvSpPr>
        <dsp:cNvPr id="0" name=""/>
        <dsp:cNvSpPr/>
      </dsp:nvSpPr>
      <dsp:spPr>
        <a:xfrm>
          <a:off x="1841672" y="803778"/>
          <a:ext cx="2025483" cy="730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Access Modifiers</a:t>
          </a:r>
          <a:endParaRPr lang="en-US" sz="1800" kern="1200"/>
        </a:p>
      </dsp:txBody>
      <dsp:txXfrm>
        <a:off x="1841672" y="803778"/>
        <a:ext cx="2025483" cy="730707"/>
      </dsp:txXfrm>
    </dsp:sp>
    <dsp:sp modelId="{58A34320-AB5E-44FF-8DF7-213C0E8895A4}">
      <dsp:nvSpPr>
        <dsp:cNvPr id="0" name=""/>
        <dsp:cNvSpPr/>
      </dsp:nvSpPr>
      <dsp:spPr>
        <a:xfrm>
          <a:off x="1802968" y="1534485"/>
          <a:ext cx="2064186"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58040-76DF-4133-AE60-C3A5BD9A7F40}">
      <dsp:nvSpPr>
        <dsp:cNvPr id="0" name=""/>
        <dsp:cNvSpPr/>
      </dsp:nvSpPr>
      <dsp:spPr>
        <a:xfrm>
          <a:off x="0" y="0"/>
          <a:ext cx="386846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1479FB-8CB8-4813-85E9-673900E6A085}">
      <dsp:nvSpPr>
        <dsp:cNvPr id="0" name=""/>
        <dsp:cNvSpPr/>
      </dsp:nvSpPr>
      <dsp:spPr>
        <a:xfrm>
          <a:off x="0" y="0"/>
          <a:ext cx="1813340" cy="1234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solidFill>
                <a:schemeClr val="accent2"/>
              </a:solidFill>
            </a:rPr>
            <a:t>Polymorphism</a:t>
          </a:r>
          <a:endParaRPr lang="en-US" sz="1800" kern="1200">
            <a:solidFill>
              <a:schemeClr val="accent2"/>
            </a:solidFill>
          </a:endParaRPr>
        </a:p>
      </dsp:txBody>
      <dsp:txXfrm>
        <a:off x="0" y="0"/>
        <a:ext cx="1813340" cy="1234211"/>
      </dsp:txXfrm>
    </dsp:sp>
    <dsp:sp modelId="{603888F9-3DF0-451B-97FE-02B033F16F9E}">
      <dsp:nvSpPr>
        <dsp:cNvPr id="0" name=""/>
        <dsp:cNvSpPr/>
      </dsp:nvSpPr>
      <dsp:spPr>
        <a:xfrm>
          <a:off x="1851873" y="28685"/>
          <a:ext cx="2016586" cy="573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Static</a:t>
          </a:r>
          <a:endParaRPr lang="en-US" sz="1800" kern="1200"/>
        </a:p>
      </dsp:txBody>
      <dsp:txXfrm>
        <a:off x="1851873" y="28685"/>
        <a:ext cx="2016586" cy="573715"/>
      </dsp:txXfrm>
    </dsp:sp>
    <dsp:sp modelId="{498E7597-44E0-41A0-81B4-48637BA7400E}">
      <dsp:nvSpPr>
        <dsp:cNvPr id="0" name=""/>
        <dsp:cNvSpPr/>
      </dsp:nvSpPr>
      <dsp:spPr>
        <a:xfrm>
          <a:off x="1813340" y="602401"/>
          <a:ext cx="205511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D73600-C15F-4BF3-802E-EF36255B5E53}">
      <dsp:nvSpPr>
        <dsp:cNvPr id="0" name=""/>
        <dsp:cNvSpPr/>
      </dsp:nvSpPr>
      <dsp:spPr>
        <a:xfrm>
          <a:off x="1851873" y="631086"/>
          <a:ext cx="2016586" cy="573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Dynamic</a:t>
          </a:r>
          <a:endParaRPr lang="en-US" sz="1800" kern="1200"/>
        </a:p>
      </dsp:txBody>
      <dsp:txXfrm>
        <a:off x="1851873" y="631086"/>
        <a:ext cx="2016586" cy="573715"/>
      </dsp:txXfrm>
    </dsp:sp>
    <dsp:sp modelId="{58A34320-AB5E-44FF-8DF7-213C0E8895A4}">
      <dsp:nvSpPr>
        <dsp:cNvPr id="0" name=""/>
        <dsp:cNvSpPr/>
      </dsp:nvSpPr>
      <dsp:spPr>
        <a:xfrm>
          <a:off x="1813340" y="1204802"/>
          <a:ext cx="205511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58040-76DF-4133-AE60-C3A5BD9A7F40}">
      <dsp:nvSpPr>
        <dsp:cNvPr id="0" name=""/>
        <dsp:cNvSpPr/>
      </dsp:nvSpPr>
      <dsp:spPr>
        <a:xfrm>
          <a:off x="0" y="0"/>
          <a:ext cx="41187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1479FB-8CB8-4813-85E9-673900E6A085}">
      <dsp:nvSpPr>
        <dsp:cNvPr id="0" name=""/>
        <dsp:cNvSpPr/>
      </dsp:nvSpPr>
      <dsp:spPr>
        <a:xfrm>
          <a:off x="0" y="0"/>
          <a:ext cx="1514357" cy="14447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solidFill>
                <a:schemeClr val="accent2"/>
              </a:solidFill>
            </a:rPr>
            <a:t>Inheritance</a:t>
          </a:r>
          <a:endParaRPr lang="en-US" sz="1800" kern="1200">
            <a:solidFill>
              <a:schemeClr val="accent2"/>
            </a:solidFill>
          </a:endParaRPr>
        </a:p>
      </dsp:txBody>
      <dsp:txXfrm>
        <a:off x="0" y="0"/>
        <a:ext cx="1514357" cy="1444721"/>
      </dsp:txXfrm>
    </dsp:sp>
    <dsp:sp modelId="{603888F9-3DF0-451B-97FE-02B033F16F9E}">
      <dsp:nvSpPr>
        <dsp:cNvPr id="0" name=""/>
        <dsp:cNvSpPr/>
      </dsp:nvSpPr>
      <dsp:spPr>
        <a:xfrm>
          <a:off x="1563106" y="22573"/>
          <a:ext cx="2551228" cy="451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Parent child concept</a:t>
          </a:r>
          <a:endParaRPr lang="en-US" sz="1800" kern="1200"/>
        </a:p>
      </dsp:txBody>
      <dsp:txXfrm>
        <a:off x="1563106" y="22573"/>
        <a:ext cx="2551228" cy="451475"/>
      </dsp:txXfrm>
    </dsp:sp>
    <dsp:sp modelId="{498E7597-44E0-41A0-81B4-48637BA7400E}">
      <dsp:nvSpPr>
        <dsp:cNvPr id="0" name=""/>
        <dsp:cNvSpPr/>
      </dsp:nvSpPr>
      <dsp:spPr>
        <a:xfrm>
          <a:off x="1514357" y="474049"/>
          <a:ext cx="2599977"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D73600-C15F-4BF3-802E-EF36255B5E53}">
      <dsp:nvSpPr>
        <dsp:cNvPr id="0" name=""/>
        <dsp:cNvSpPr/>
      </dsp:nvSpPr>
      <dsp:spPr>
        <a:xfrm>
          <a:off x="1563106" y="496622"/>
          <a:ext cx="2551228" cy="451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Hierarchical</a:t>
          </a:r>
          <a:endParaRPr lang="en-US" sz="1800" kern="1200"/>
        </a:p>
      </dsp:txBody>
      <dsp:txXfrm>
        <a:off x="1563106" y="496622"/>
        <a:ext cx="2551228" cy="451475"/>
      </dsp:txXfrm>
    </dsp:sp>
    <dsp:sp modelId="{58A34320-AB5E-44FF-8DF7-213C0E8895A4}">
      <dsp:nvSpPr>
        <dsp:cNvPr id="0" name=""/>
        <dsp:cNvSpPr/>
      </dsp:nvSpPr>
      <dsp:spPr>
        <a:xfrm>
          <a:off x="1514357" y="948098"/>
          <a:ext cx="2599977"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0AF48A-6CBF-46D1-BA63-05487C6C3F2C}">
      <dsp:nvSpPr>
        <dsp:cNvPr id="0" name=""/>
        <dsp:cNvSpPr/>
      </dsp:nvSpPr>
      <dsp:spPr>
        <a:xfrm>
          <a:off x="1563106" y="970671"/>
          <a:ext cx="2551228" cy="451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Types of inheritance</a:t>
          </a:r>
          <a:endParaRPr lang="en-US" sz="1800" kern="1200"/>
        </a:p>
      </dsp:txBody>
      <dsp:txXfrm>
        <a:off x="1563106" y="970671"/>
        <a:ext cx="2551228" cy="451475"/>
      </dsp:txXfrm>
    </dsp:sp>
    <dsp:sp modelId="{C87A3D6F-1F5E-4F9D-9CD2-8FA40E6E86DA}">
      <dsp:nvSpPr>
        <dsp:cNvPr id="0" name=""/>
        <dsp:cNvSpPr/>
      </dsp:nvSpPr>
      <dsp:spPr>
        <a:xfrm>
          <a:off x="1514357" y="1422147"/>
          <a:ext cx="2599977"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58040-76DF-4133-AE60-C3A5BD9A7F40}">
      <dsp:nvSpPr>
        <dsp:cNvPr id="0" name=""/>
        <dsp:cNvSpPr/>
      </dsp:nvSpPr>
      <dsp:spPr>
        <a:xfrm>
          <a:off x="0" y="0"/>
          <a:ext cx="4100763"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1479FB-8CB8-4813-85E9-673900E6A085}">
      <dsp:nvSpPr>
        <dsp:cNvPr id="0" name=""/>
        <dsp:cNvSpPr/>
      </dsp:nvSpPr>
      <dsp:spPr>
        <a:xfrm>
          <a:off x="0" y="0"/>
          <a:ext cx="1514199" cy="1571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solidFill>
                <a:srgbClr val="00C8FF"/>
              </a:solidFill>
              <a:latin typeface="Arial" panose="020B0604020202020204"/>
              <a:ea typeface="+mn-ea"/>
              <a:cs typeface="+mn-cs"/>
            </a:rPr>
            <a:t>Abstraction</a:t>
          </a:r>
          <a:endParaRPr lang="en-US" sz="1800" kern="1200">
            <a:solidFill>
              <a:srgbClr val="00C8FF"/>
            </a:solidFill>
            <a:latin typeface="Arial" panose="020B0604020202020204"/>
            <a:ea typeface="+mn-ea"/>
            <a:cs typeface="+mn-cs"/>
          </a:endParaRPr>
        </a:p>
      </dsp:txBody>
      <dsp:txXfrm>
        <a:off x="0" y="0"/>
        <a:ext cx="1514199" cy="1571942"/>
      </dsp:txXfrm>
    </dsp:sp>
    <dsp:sp modelId="{603888F9-3DF0-451B-97FE-02B033F16F9E}">
      <dsp:nvSpPr>
        <dsp:cNvPr id="0" name=""/>
        <dsp:cNvSpPr/>
      </dsp:nvSpPr>
      <dsp:spPr>
        <a:xfrm>
          <a:off x="1562675" y="24561"/>
          <a:ext cx="2536926" cy="491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Abstract Class</a:t>
          </a:r>
          <a:endParaRPr lang="en-US" sz="1800" kern="1200"/>
        </a:p>
      </dsp:txBody>
      <dsp:txXfrm>
        <a:off x="1562675" y="24561"/>
        <a:ext cx="2536926" cy="491231"/>
      </dsp:txXfrm>
    </dsp:sp>
    <dsp:sp modelId="{498E7597-44E0-41A0-81B4-48637BA7400E}">
      <dsp:nvSpPr>
        <dsp:cNvPr id="0" name=""/>
        <dsp:cNvSpPr/>
      </dsp:nvSpPr>
      <dsp:spPr>
        <a:xfrm>
          <a:off x="1514199" y="515793"/>
          <a:ext cx="2585402"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D73600-C15F-4BF3-802E-EF36255B5E53}">
      <dsp:nvSpPr>
        <dsp:cNvPr id="0" name=""/>
        <dsp:cNvSpPr/>
      </dsp:nvSpPr>
      <dsp:spPr>
        <a:xfrm>
          <a:off x="1562675" y="540355"/>
          <a:ext cx="2536926" cy="491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Abstract Method</a:t>
          </a:r>
          <a:endParaRPr lang="en-US" sz="1800" kern="1200"/>
        </a:p>
      </dsp:txBody>
      <dsp:txXfrm>
        <a:off x="1562675" y="540355"/>
        <a:ext cx="2536926" cy="491231"/>
      </dsp:txXfrm>
    </dsp:sp>
    <dsp:sp modelId="{58A34320-AB5E-44FF-8DF7-213C0E8895A4}">
      <dsp:nvSpPr>
        <dsp:cNvPr id="0" name=""/>
        <dsp:cNvSpPr/>
      </dsp:nvSpPr>
      <dsp:spPr>
        <a:xfrm>
          <a:off x="1514199" y="1031586"/>
          <a:ext cx="2585402"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0EE019A-0823-412D-9DC7-027B92091C3C}">
      <dsp:nvSpPr>
        <dsp:cNvPr id="0" name=""/>
        <dsp:cNvSpPr/>
      </dsp:nvSpPr>
      <dsp:spPr>
        <a:xfrm>
          <a:off x="1562675" y="1056148"/>
          <a:ext cx="2536926" cy="491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Interface</a:t>
          </a:r>
          <a:endParaRPr lang="en-US" sz="1800" kern="1200"/>
        </a:p>
      </dsp:txBody>
      <dsp:txXfrm>
        <a:off x="1562675" y="1056148"/>
        <a:ext cx="2536926" cy="491231"/>
      </dsp:txXfrm>
    </dsp:sp>
    <dsp:sp modelId="{E607CAC7-FEF3-4593-91F0-D9F4A33D0BA4}">
      <dsp:nvSpPr>
        <dsp:cNvPr id="0" name=""/>
        <dsp:cNvSpPr/>
      </dsp:nvSpPr>
      <dsp:spPr>
        <a:xfrm>
          <a:off x="1514199" y="1547380"/>
          <a:ext cx="2585402"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758475-46F8-48DB-8603-B040CBA163BF}" type="datetimeFigureOut">
              <a:rPr lang="da-DK" smtClean="0"/>
              <a:t>25-11-2021</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11/25/2021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Formal_logic"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cs.microsoft.com/en-us/dotnet/csharp/language-reference/operators/new-operator"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ocs.microsoft.com/en-us/dotnet/csharp/language-reference/keywords/clas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microsoft.com/en-us/dotnet/csharp/language-reference/keywords/class"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docs.microsoft.com/en-us/dotnet/csharp/language-reference/builtin-types/default-values"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microsoft.com/en-us/dotnet/csharp/language-reference/keywords/get" TargetMode="External"/><Relationship Id="rId7" Type="http://schemas.openxmlformats.org/officeDocument/2006/relationships/hyperlink" Target="https://docs.microsoft.com/en-us/dotnet/csharp/programming-guide/classes-and-structs/auto-implemented-properties"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docs.microsoft.com/en-us/dotnet/csharp/language-reference/keywords/value" TargetMode="External"/><Relationship Id="rId5" Type="http://schemas.openxmlformats.org/officeDocument/2006/relationships/hyperlink" Target="https://docs.microsoft.com/en-us/dotnet/csharp/programming-guide/classes-and-structs/restricting-accessor-accessibility" TargetMode="External"/><Relationship Id="rId4" Type="http://schemas.openxmlformats.org/officeDocument/2006/relationships/hyperlink" Target="https://docs.microsoft.com/en-us/dotnet/csharp/language-reference/keywords/set"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8" Type="http://schemas.openxmlformats.org/officeDocument/2006/relationships/hyperlink" Target="https://docs.microsoft.com/en-us/dotnet/api/system.datetime" TargetMode="External"/><Relationship Id="rId3" Type="http://schemas.openxmlformats.org/officeDocument/2006/relationships/hyperlink" Target="https://docs.microsoft.com/en-us/dotnet/csharp/language-reference/builtin-types/value-types" TargetMode="External"/><Relationship Id="rId7" Type="http://schemas.openxmlformats.org/officeDocument/2006/relationships/hyperlink" Target="https://docs.microsoft.com/en-us/dotnet/csharp/language-reference/builtin-types/char"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docs.microsoft.com/en-us/dotnet/csharp/language-reference/builtin-types/bool" TargetMode="External"/><Relationship Id="rId5" Type="http://schemas.openxmlformats.org/officeDocument/2006/relationships/hyperlink" Target="https://docs.microsoft.com/en-us/dotnet/csharp/language-reference/builtin-types/floating-point-numeric-types" TargetMode="External"/><Relationship Id="rId4" Type="http://schemas.openxmlformats.org/officeDocument/2006/relationships/hyperlink" Target="https://docs.microsoft.com/en-us/dotnet/csharp/language-reference/builtin-types/integral-numeric-types" TargetMode="External"/><Relationship Id="rId9" Type="http://schemas.openxmlformats.org/officeDocument/2006/relationships/hyperlink" Target="https://docs.microsoft.com/en-us/dotnet/csharp/language-reference/keywords/class"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8" Type="http://schemas.openxmlformats.org/officeDocument/2006/relationships/hyperlink" Target="https://docs.microsoft.com/en-us/dotnet/csharp/language-reference/keywords/private-protected" TargetMode="External"/><Relationship Id="rId3" Type="http://schemas.openxmlformats.org/officeDocument/2006/relationships/hyperlink" Target="https://docs.microsoft.com/en-us/dotnet/csharp/language-reference/keywords/public" TargetMode="External"/><Relationship Id="rId7" Type="http://schemas.openxmlformats.org/officeDocument/2006/relationships/hyperlink" Target="https://docs.microsoft.com/en-us/dotnet/csharp/language-reference/keywords/protected-internal" TargetMode="External"/><Relationship Id="rId2" Type="http://schemas.openxmlformats.org/officeDocument/2006/relationships/slide" Target="../slides/slide45.xml"/><Relationship Id="rId1" Type="http://schemas.openxmlformats.org/officeDocument/2006/relationships/notesMaster" Target="../notesMasters/notesMaster1.xml"/><Relationship Id="rId6" Type="http://schemas.openxmlformats.org/officeDocument/2006/relationships/hyperlink" Target="https://docs.microsoft.com/en-us/dotnet/csharp/language-reference/keywords/internal" TargetMode="External"/><Relationship Id="rId5" Type="http://schemas.openxmlformats.org/officeDocument/2006/relationships/hyperlink" Target="https://docs.microsoft.com/en-us/dotnet/csharp/language-reference/keywords/protected" TargetMode="External"/><Relationship Id="rId4" Type="http://schemas.openxmlformats.org/officeDocument/2006/relationships/hyperlink" Target="https://docs.microsoft.com/en-us/dotnet/csharp/language-reference/keywords/private"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docs.microsoft.com/en-us/dotnet/api/system.string?view=netcore-3.1" TargetMode="External"/><Relationship Id="rId2" Type="http://schemas.openxmlformats.org/officeDocument/2006/relationships/slide" Target="../slides/slide58.xml"/><Relationship Id="rId1" Type="http://schemas.openxmlformats.org/officeDocument/2006/relationships/notesMaster" Target="../notesMasters/notesMaster1.xml"/><Relationship Id="rId4" Type="http://schemas.openxmlformats.org/officeDocument/2006/relationships/hyperlink" Target="https://docs.microsoft.com/en-us/dotnet/api/system.char?view=netcore-3.1" TargetMode="Externa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docs.microsoft.com/en-us/dotnet/api/system.text.stringbuilder?view=netcore-3.1" TargetMode="External"/><Relationship Id="rId2" Type="http://schemas.openxmlformats.org/officeDocument/2006/relationships/slide" Target="../slides/slide59.xml"/><Relationship Id="rId1" Type="http://schemas.openxmlformats.org/officeDocument/2006/relationships/notesMaster" Target="../notesMasters/notesMaster1.xml"/><Relationship Id="rId4" Type="http://schemas.openxmlformats.org/officeDocument/2006/relationships/hyperlink" Target="https://docs.microsoft.com/en-us/dotnet/api/system.string?view=netcore-3.1"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600" b="1">
                <a:latin typeface="+mn-lt"/>
              </a:rPr>
              <a:t>Programing paradigms </a:t>
            </a:r>
            <a:r>
              <a:rPr lang="en-US" sz="1600" b="0">
                <a:latin typeface="+mn-lt"/>
              </a:rPr>
              <a:t>are a way to classify programming languages based on their features</a:t>
            </a:r>
            <a:endParaRPr lang="en-US" sz="1600" b="1">
              <a:latin typeface="+mn-lt"/>
            </a:endParaRPr>
          </a:p>
          <a:p>
            <a:pPr marL="0" indent="0">
              <a:buNone/>
            </a:pPr>
            <a:endParaRPr lang="en-US" sz="1600" b="1">
              <a:latin typeface="+mn-lt"/>
            </a:endParaRPr>
          </a:p>
          <a:p>
            <a:pPr marL="0" indent="0">
              <a:buNone/>
            </a:pPr>
            <a:r>
              <a:rPr lang="en-US" sz="1600" b="1">
                <a:latin typeface="+mn-lt"/>
              </a:rPr>
              <a:t>Declarative programming</a:t>
            </a:r>
            <a:r>
              <a:rPr lang="en-US" sz="1600" b="0">
                <a:latin typeface="+mn-lt"/>
              </a:rPr>
              <a:t> </a:t>
            </a:r>
            <a:r>
              <a:rPr lang="en-US" b="0" i="0">
                <a:solidFill>
                  <a:srgbClr val="202122"/>
                </a:solidFill>
                <a:effectLst/>
                <a:latin typeface="Arial" panose="020B0604020202020204" pitchFamily="34" charset="0"/>
              </a:rPr>
              <a:t> is a non-imperative style of programming in which programs describe their desired results without explicitly listing commands or steps that must be performed.</a:t>
            </a:r>
            <a:endParaRPr lang="en-US" sz="1600" b="0" i="0">
              <a:solidFill>
                <a:srgbClr val="202122"/>
              </a:solidFill>
              <a:effectLst/>
              <a:latin typeface="+mn-lt"/>
            </a:endParaRPr>
          </a:p>
          <a:p>
            <a:pPr marL="0" indent="0">
              <a:buNone/>
            </a:pPr>
            <a:endParaRPr lang="en-US" sz="1600" b="0" i="0">
              <a:solidFill>
                <a:srgbClr val="202122"/>
              </a:solidFill>
              <a:effectLst/>
              <a:latin typeface="+mn-lt"/>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1" i="1" kern="1200">
                <a:solidFill>
                  <a:schemeClr val="tx1"/>
                </a:solidFill>
                <a:latin typeface="+mn-lt"/>
                <a:ea typeface="ＭＳ Ｐゴシック" charset="0"/>
              </a:rPr>
              <a:t>Functional</a:t>
            </a:r>
            <a:r>
              <a:rPr lang="en-US" sz="1600" b="0" i="1" kern="1200">
                <a:solidFill>
                  <a:schemeClr val="tx1"/>
                </a:solidFill>
                <a:latin typeface="+mn-lt"/>
                <a:ea typeface="ＭＳ Ｐゴシック" charset="0"/>
              </a:rPr>
              <a:t> is a programming paradigm where programs are constructed by applying and composing functions – Haskell, Swift, Scala</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1" i="1" kern="1200">
                <a:solidFill>
                  <a:schemeClr val="tx1"/>
                </a:solidFill>
                <a:latin typeface="+mn-lt"/>
                <a:ea typeface="ＭＳ Ｐゴシック" charset="0"/>
              </a:rPr>
              <a:t>Logical</a:t>
            </a:r>
            <a:r>
              <a:rPr lang="en-US" sz="1600" b="0" i="1" kern="1200">
                <a:solidFill>
                  <a:schemeClr val="tx1"/>
                </a:solidFill>
                <a:latin typeface="+mn-lt"/>
                <a:ea typeface="ＭＳ Ｐゴシック" charset="0"/>
              </a:rPr>
              <a:t> is a is a programming paradigm which is largely based on formal logic. Any program written in a logic programming language is a set of sentences in logical form, expressing facts and rules about some problem domain which is largely based on </a:t>
            </a:r>
            <a:r>
              <a:rPr lang="en-US" sz="1600" b="0" i="1" kern="1200">
                <a:solidFill>
                  <a:schemeClr val="tx1"/>
                </a:solidFill>
                <a:latin typeface="+mn-lt"/>
                <a:ea typeface="ＭＳ Ｐゴシック" charset="0"/>
                <a:hlinkClick r:id="rId3" tooltip="Formal logic">
                  <a:extLst>
                    <a:ext uri="{A12FA001-AC4F-418D-AE19-62706E023703}">
                      <ahyp:hlinkClr xmlns:ahyp="http://schemas.microsoft.com/office/drawing/2018/hyperlinkcolor" val="tx"/>
                    </a:ext>
                  </a:extLst>
                </a:hlinkClick>
              </a:rPr>
              <a:t>formal logic</a:t>
            </a:r>
            <a:r>
              <a:rPr lang="en-US" sz="1600" b="0" i="1" kern="1200">
                <a:solidFill>
                  <a:schemeClr val="tx1"/>
                </a:solidFill>
                <a:latin typeface="+mn-lt"/>
                <a:ea typeface="ＭＳ Ｐゴシック" charset="0"/>
              </a:rPr>
              <a:t>. - Prolog</a:t>
            </a:r>
            <a:endParaRPr lang="ru-UA" sz="1600" b="0" i="1" kern="1200">
              <a:solidFill>
                <a:schemeClr val="tx1"/>
              </a:solidFill>
              <a:latin typeface="+mn-lt"/>
              <a:ea typeface="ＭＳ Ｐゴシック"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endParaRPr lang="ru-UA" sz="1600" b="0" i="1" kern="1200">
              <a:solidFill>
                <a:schemeClr val="tx1"/>
              </a:solidFill>
              <a:latin typeface="+mn-lt"/>
              <a:ea typeface="ＭＳ Ｐゴシック" charset="0"/>
            </a:endParaRPr>
          </a:p>
          <a:p>
            <a:pPr marL="0" indent="0">
              <a:buNone/>
            </a:pPr>
            <a:r>
              <a:rPr lang="en-US" sz="1600" b="1">
                <a:latin typeface="+mn-lt"/>
              </a:rPr>
              <a:t>Imperative programming </a:t>
            </a:r>
            <a:r>
              <a:rPr lang="en-US" sz="1600" b="0">
                <a:latin typeface="+mn-lt"/>
              </a:rPr>
              <a:t>is a paradigm that uses statements that change the program state</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sz="1600" b="1" i="1">
              <a:solidFill>
                <a:schemeClr val="accent2"/>
              </a:solidFill>
              <a:latin typeface="+mn-lt"/>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1" i="1" kern="1200">
                <a:solidFill>
                  <a:schemeClr val="tx1"/>
                </a:solidFill>
                <a:latin typeface="+mn-lt"/>
                <a:ea typeface="ＭＳ Ｐゴシック" charset="0"/>
              </a:rPr>
              <a:t>Procedural Programming </a:t>
            </a:r>
            <a:r>
              <a:rPr lang="en-US" sz="1600" b="0" i="1" kern="1200">
                <a:solidFill>
                  <a:schemeClr val="tx1"/>
                </a:solidFill>
                <a:latin typeface="+mn-lt"/>
                <a:ea typeface="ＭＳ Ｐゴシック" charset="0"/>
              </a:rPr>
              <a:t>based upon the concept of the procedure call, simply contain a series of computational steps to be carried out.</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0" i="1" kern="1200">
                <a:solidFill>
                  <a:schemeClr val="tx1"/>
                </a:solidFill>
                <a:latin typeface="+mn-lt"/>
                <a:ea typeface="ＭＳ Ｐゴシック" charset="0"/>
              </a:rPr>
              <a:t>Any given procedure might be called at any point during a program’s execution, including by other procedures or itself. Major procedural programming languages are COBOL, BASIC, C, ADA and GO</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1" i="1" u="sng" kern="1200">
                <a:solidFill>
                  <a:srgbClr val="FF0000"/>
                </a:solidFill>
                <a:latin typeface="+mn-lt"/>
                <a:ea typeface="ＭＳ Ｐゴシック" charset="0"/>
              </a:rPr>
              <a:t>Object Oriented Programming</a:t>
            </a:r>
            <a:r>
              <a:rPr lang="en-US" sz="1600" b="1" i="1" kern="1200">
                <a:solidFill>
                  <a:srgbClr val="FF0000"/>
                </a:solidFill>
                <a:latin typeface="+mn-lt"/>
                <a:ea typeface="ＭＳ Ｐゴシック" charset="0"/>
              </a:rPr>
              <a:t> </a:t>
            </a:r>
            <a:r>
              <a:rPr lang="en-US" sz="1600" b="0" i="1" kern="1200">
                <a:solidFill>
                  <a:schemeClr val="tx1"/>
                </a:solidFill>
                <a:latin typeface="+mn-lt"/>
                <a:ea typeface="ＭＳ Ｐゴシック" charset="0"/>
              </a:rPr>
              <a:t>based on the concept of objects, which contains data (attributes) and procedures (methods). </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0" i="1" kern="1200">
                <a:solidFill>
                  <a:schemeClr val="tx1"/>
                </a:solidFill>
                <a:latin typeface="+mn-lt"/>
                <a:ea typeface="ＭＳ Ｐゴシック" charset="0"/>
              </a:rPr>
              <a:t>This pattern is closer to Functional Programming. Significant object-oriented languages include C++, Java, PHP, C#, Python, Ruby, Swift etc.</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0" i="1" kern="1200">
                <a:solidFill>
                  <a:schemeClr val="tx1"/>
                </a:solidFill>
                <a:latin typeface="+mn-lt"/>
                <a:ea typeface="ＭＳ Ｐゴシック" charset="0"/>
              </a:rPr>
              <a:t> </a:t>
            </a:r>
            <a:endParaRPr lang="en-US" sz="1600">
              <a:latin typeface="+mn-lt"/>
            </a:endParaRPr>
          </a:p>
          <a:p>
            <a:pPr algn="l"/>
            <a:endParaRPr lang="en-US" b="1" i="0">
              <a:solidFill>
                <a:srgbClr val="292929"/>
              </a:solidFill>
              <a:effectLst/>
              <a:latin typeface="medium-content-serif-font"/>
            </a:endParaRPr>
          </a:p>
          <a:p>
            <a:pPr algn="l"/>
            <a:endParaRPr lang="en-US" b="1" i="0">
              <a:solidFill>
                <a:srgbClr val="292929"/>
              </a:solidFill>
              <a:effectLst/>
              <a:latin typeface="medium-content-serif-font"/>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a:t>
            </a:fld>
            <a:endParaRPr lang="en-US"/>
          </a:p>
        </p:txBody>
      </p:sp>
    </p:spTree>
    <p:extLst>
      <p:ext uri="{BB962C8B-B14F-4D97-AF65-F5344CB8AC3E}">
        <p14:creationId xmlns:p14="http://schemas.microsoft.com/office/powerpoint/2010/main" val="3888354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92929"/>
                </a:solidFill>
                <a:effectLst/>
                <a:latin typeface="charter"/>
              </a:rPr>
              <a:t>Object-Oriented Programming (OOP) is a programming paradigm which organizes software design around objects rather than logic or function.</a:t>
            </a:r>
          </a:p>
          <a:p>
            <a:r>
              <a:rPr lang="en-US" b="0" i="0">
                <a:solidFill>
                  <a:srgbClr val="292929"/>
                </a:solidFill>
                <a:effectLst/>
                <a:latin typeface="charter"/>
              </a:rPr>
              <a:t>In general, object-oriented programming consists of objects consisting of corresponding data structures and the required procedures.</a:t>
            </a:r>
          </a:p>
          <a:p>
            <a:r>
              <a:rPr lang="en-US" b="0" i="0">
                <a:solidFill>
                  <a:srgbClr val="292929"/>
                </a:solidFill>
                <a:effectLst/>
                <a:latin typeface="charter"/>
              </a:rPr>
              <a:t>Thus, following a bottom-up problem-solving approach. It is mainly focused on data, not procedures.</a:t>
            </a:r>
            <a:endParaRPr lang="en-US" b="0" i="0">
              <a:solidFill>
                <a:srgbClr val="000000"/>
              </a:solidFill>
              <a:effectLst/>
              <a:latin typeface="Verdana" panose="020B0604030504040204" pitchFamily="34" charset="0"/>
            </a:endParaRPr>
          </a:p>
          <a:p>
            <a:endParaRPr lang="en-US" b="0" i="0">
              <a:solidFill>
                <a:srgbClr val="000000"/>
              </a:solidFill>
              <a:effectLst/>
              <a:latin typeface="Verdana" panose="020B0604030504040204" pitchFamily="34" charset="0"/>
            </a:endParaRPr>
          </a:p>
          <a:p>
            <a:r>
              <a:rPr lang="en-US" b="0" i="0">
                <a:solidFill>
                  <a:srgbClr val="292929"/>
                </a:solidFill>
                <a:effectLst/>
                <a:latin typeface="charter"/>
              </a:rPr>
              <a:t>In general, class is a </a:t>
            </a:r>
            <a:r>
              <a:rPr lang="en-US" b="1" i="0">
                <a:solidFill>
                  <a:srgbClr val="292929"/>
                </a:solidFill>
                <a:effectLst/>
                <a:latin typeface="charter"/>
              </a:rPr>
              <a:t>blueprint</a:t>
            </a:r>
            <a:r>
              <a:rPr lang="en-US" b="0" i="0">
                <a:solidFill>
                  <a:srgbClr val="292929"/>
                </a:solidFill>
                <a:effectLst/>
                <a:latin typeface="charter"/>
              </a:rPr>
              <a:t> for the object which is used to make user-defined functions.</a:t>
            </a:r>
            <a:endParaRPr lang="en-US" b="0" i="0">
              <a:solidFill>
                <a:srgbClr val="000000"/>
              </a:solidFill>
              <a:effectLst/>
              <a:latin typeface="Verdana" panose="020B0604030504040204" pitchFamily="34" charset="0"/>
            </a:endParaRPr>
          </a:p>
          <a:p>
            <a:r>
              <a:rPr lang="en-US" b="0" i="0">
                <a:solidFill>
                  <a:srgbClr val="292929"/>
                </a:solidFill>
                <a:effectLst/>
                <a:latin typeface="charter"/>
              </a:rPr>
              <a:t>An object is an </a:t>
            </a:r>
            <a:r>
              <a:rPr lang="en-US" b="1" i="0">
                <a:solidFill>
                  <a:srgbClr val="292929"/>
                </a:solidFill>
                <a:effectLst/>
                <a:latin typeface="charter"/>
              </a:rPr>
              <a:t>instance</a:t>
            </a:r>
            <a:r>
              <a:rPr lang="en-US" b="0" i="0">
                <a:solidFill>
                  <a:srgbClr val="292929"/>
                </a:solidFill>
                <a:effectLst/>
                <a:latin typeface="charter"/>
              </a:rPr>
              <a:t> of the class. Instance created according to the blueprint. </a:t>
            </a:r>
          </a:p>
          <a:p>
            <a:r>
              <a:rPr lang="en-US" b="0" i="0">
                <a:solidFill>
                  <a:srgbClr val="292929"/>
                </a:solidFill>
                <a:effectLst/>
                <a:latin typeface="charter"/>
              </a:rPr>
              <a:t>Attributes of the object store object’s </a:t>
            </a:r>
            <a:r>
              <a:rPr lang="en-US" b="1" i="0">
                <a:solidFill>
                  <a:srgbClr val="292929"/>
                </a:solidFill>
                <a:effectLst/>
                <a:latin typeface="charter"/>
              </a:rPr>
              <a:t>data</a:t>
            </a:r>
            <a:r>
              <a:rPr lang="en-US" b="0" i="0">
                <a:solidFill>
                  <a:srgbClr val="292929"/>
                </a:solidFill>
                <a:effectLst/>
                <a:latin typeface="charter"/>
              </a:rPr>
              <a:t>.</a:t>
            </a:r>
          </a:p>
          <a:p>
            <a:r>
              <a:rPr lang="en-US" b="0" i="0">
                <a:solidFill>
                  <a:srgbClr val="292929"/>
                </a:solidFill>
                <a:effectLst/>
                <a:latin typeface="charter"/>
              </a:rPr>
              <a:t>Methods are the procedures defined inside the body of the class. They represent the </a:t>
            </a:r>
            <a:r>
              <a:rPr lang="en-US" b="1" i="0">
                <a:solidFill>
                  <a:srgbClr val="292929"/>
                </a:solidFill>
                <a:effectLst/>
                <a:latin typeface="charter"/>
              </a:rPr>
              <a:t>behavior</a:t>
            </a:r>
            <a:r>
              <a:rPr lang="en-US" b="0" i="0">
                <a:solidFill>
                  <a:srgbClr val="292929"/>
                </a:solidFill>
                <a:effectLst/>
                <a:latin typeface="charter"/>
              </a:rPr>
              <a:t> of an object.</a:t>
            </a:r>
            <a:endParaRPr lang="en-US" b="0" i="0">
              <a:solidFill>
                <a:srgbClr val="000000"/>
              </a:solidFill>
              <a:effectLst/>
              <a:latin typeface="Verdana" panose="020B0604030504040204" pitchFamily="34" charset="0"/>
            </a:endParaRPr>
          </a:p>
          <a:p>
            <a:endParaRPr lang="en-US" b="0" i="0">
              <a:solidFill>
                <a:srgbClr val="000000"/>
              </a:solidFill>
              <a:effectLst/>
              <a:latin typeface="Verdana" panose="020B0604030504040204" pitchFamily="34" charset="0"/>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a:t>
            </a:fld>
            <a:endParaRPr lang="en-US"/>
          </a:p>
        </p:txBody>
      </p:sp>
    </p:spTree>
    <p:extLst>
      <p:ext uri="{BB962C8B-B14F-4D97-AF65-F5344CB8AC3E}">
        <p14:creationId xmlns:p14="http://schemas.microsoft.com/office/powerpoint/2010/main" val="1774617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a:latin typeface="+mn-lt"/>
              </a:rPr>
              <a:t>Typically, classes presented in project structure as </a:t>
            </a:r>
            <a:r>
              <a:rPr lang="en-US" sz="1600" b="1">
                <a:latin typeface="+mn-lt"/>
              </a:rPr>
              <a:t>.cs files</a:t>
            </a:r>
            <a:r>
              <a:rPr lang="en-US" sz="1600">
                <a:latin typeface="+mn-lt"/>
              </a:rPr>
              <a:t>.</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a:latin typeface="+mn-lt"/>
              </a:rPr>
              <a:t>Classes are declared using the keyword class, as shown in the example.</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Although they are sometimes used interchangeably, a class and an object are different things. A class defines a type of object, but it is not an object itself:</a:t>
            </a:r>
          </a:p>
          <a:p>
            <a:r>
              <a:rPr lang="en-US" b="1" i="0">
                <a:solidFill>
                  <a:srgbClr val="171717"/>
                </a:solidFill>
                <a:effectLst/>
                <a:latin typeface="Segoe UI" panose="020B0502040204020203" pitchFamily="34" charset="0"/>
              </a:rPr>
              <a:t>Employee</a:t>
            </a:r>
            <a:r>
              <a:rPr lang="en-US" b="0" i="0">
                <a:solidFill>
                  <a:srgbClr val="171717"/>
                </a:solidFill>
                <a:effectLst/>
                <a:latin typeface="Segoe UI" panose="020B0502040204020203" pitchFamily="34" charset="0"/>
              </a:rPr>
              <a:t> is a class</a:t>
            </a:r>
          </a:p>
          <a:p>
            <a:r>
              <a:rPr lang="en-US" b="1" i="0">
                <a:solidFill>
                  <a:srgbClr val="171717"/>
                </a:solidFill>
                <a:effectLst/>
                <a:latin typeface="Segoe UI" panose="020B0502040204020203" pitchFamily="34" charset="0"/>
              </a:rPr>
              <a:t>employee1</a:t>
            </a:r>
            <a:r>
              <a:rPr lang="en-US" b="0" i="0">
                <a:solidFill>
                  <a:srgbClr val="171717"/>
                </a:solidFill>
                <a:effectLst/>
                <a:latin typeface="Segoe UI" panose="020B0502040204020203" pitchFamily="34" charset="0"/>
              </a:rPr>
              <a:t> and </a:t>
            </a:r>
            <a:r>
              <a:rPr lang="en-US" b="1" i="0">
                <a:solidFill>
                  <a:srgbClr val="171717"/>
                </a:solidFill>
                <a:effectLst/>
                <a:latin typeface="Segoe UI" panose="020B0502040204020203" pitchFamily="34" charset="0"/>
              </a:rPr>
              <a:t>employee2</a:t>
            </a:r>
            <a:r>
              <a:rPr lang="en-US" b="0" i="0">
                <a:solidFill>
                  <a:srgbClr val="171717"/>
                </a:solidFill>
                <a:effectLst/>
                <a:latin typeface="Segoe UI" panose="020B0502040204020203" pitchFamily="34" charset="0"/>
              </a:rPr>
              <a:t> are objects</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 An object is a concrete entity based on a class and is sometimes referred to as an </a:t>
            </a:r>
            <a:r>
              <a:rPr lang="en-US" b="1" i="0">
                <a:solidFill>
                  <a:srgbClr val="171717"/>
                </a:solidFill>
                <a:effectLst/>
                <a:latin typeface="Segoe UI" panose="020B0502040204020203" pitchFamily="34" charset="0"/>
              </a:rPr>
              <a:t>instance</a:t>
            </a:r>
            <a:r>
              <a:rPr lang="en-US" b="0" i="0">
                <a:solidFill>
                  <a:srgbClr val="171717"/>
                </a:solidFill>
                <a:effectLst/>
                <a:latin typeface="Segoe UI" panose="020B0502040204020203" pitchFamily="34" charset="0"/>
              </a:rPr>
              <a:t> of a class. Objects can be created by using </a:t>
            </a:r>
            <a:r>
              <a:rPr lang="en-US" sz="1600" b="0" i="0" kern="1200">
                <a:solidFill>
                  <a:srgbClr val="171717"/>
                </a:solidFill>
                <a:effectLst/>
                <a:latin typeface="Segoe UI" panose="020B0502040204020203" pitchFamily="34" charset="0"/>
                <a:ea typeface="ＭＳ Ｐゴシック" charset="0"/>
              </a:rPr>
              <a:t>the </a:t>
            </a:r>
            <a:r>
              <a:rPr lang="en-US" sz="1600" b="1" i="0" kern="1200">
                <a:solidFill>
                  <a:srgbClr val="171717"/>
                </a:solidFill>
                <a:effectLst/>
                <a:latin typeface="Segoe UI" panose="020B0502040204020203" pitchFamily="34" charset="0"/>
                <a:ea typeface="ＭＳ Ｐゴシック" charset="0"/>
                <a:hlinkClick r:id="rId3">
                  <a:extLst>
                    <a:ext uri="{A12FA001-AC4F-418D-AE19-62706E023703}">
                      <ahyp:hlinkClr xmlns:ahyp="http://schemas.microsoft.com/office/drawing/2018/hyperlinkcolor" val="tx"/>
                    </a:ext>
                  </a:extLst>
                </a:hlinkClick>
              </a:rPr>
              <a:t>new</a:t>
            </a:r>
            <a:r>
              <a:rPr lang="en-US" sz="1600" b="0" i="0" kern="1200">
                <a:solidFill>
                  <a:srgbClr val="171717"/>
                </a:solidFill>
                <a:effectLst/>
                <a:latin typeface="Segoe UI" panose="020B0502040204020203" pitchFamily="34" charset="0"/>
                <a:ea typeface="ＭＳ Ｐゴシック" charset="0"/>
              </a:rPr>
              <a:t> keyword </a:t>
            </a:r>
            <a:r>
              <a:rPr lang="en-US" b="0" i="0">
                <a:solidFill>
                  <a:srgbClr val="171717"/>
                </a:solidFill>
                <a:effectLst/>
                <a:latin typeface="Segoe UI" panose="020B0502040204020203" pitchFamily="34" charset="0"/>
              </a:rPr>
              <a:t>followed by the name of the class that the object will be based on.</a:t>
            </a:r>
          </a:p>
          <a:p>
            <a:endParaRPr lang="en-US" b="0" i="0">
              <a:solidFill>
                <a:srgbClr val="171717"/>
              </a:solidFill>
              <a:effectLst/>
              <a:latin typeface="Segoe UI" panose="020B0502040204020203" pitchFamily="34" charset="0"/>
            </a:endParaRPr>
          </a:p>
          <a:p>
            <a:endParaRPr lang="en-US" b="0" i="0">
              <a:solidFill>
                <a:srgbClr val="171717"/>
              </a:solidFill>
              <a:effectLst/>
              <a:latin typeface="Segoe UI" panose="020B0502040204020203" pitchFamily="34" charset="0"/>
            </a:endParaRPr>
          </a:p>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a:t>
            </a:fld>
            <a:endParaRPr lang="en-US"/>
          </a:p>
        </p:txBody>
      </p:sp>
    </p:spTree>
    <p:extLst>
      <p:ext uri="{BB962C8B-B14F-4D97-AF65-F5344CB8AC3E}">
        <p14:creationId xmlns:p14="http://schemas.microsoft.com/office/powerpoint/2010/main" val="250968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Classes and structs have members that represent their data and behavior. A class's members include all the members declared in the class, </a:t>
            </a:r>
          </a:p>
          <a:p>
            <a:r>
              <a:rPr lang="en-US" b="0" i="0">
                <a:solidFill>
                  <a:srgbClr val="171717"/>
                </a:solidFill>
                <a:effectLst/>
                <a:latin typeface="Segoe UI" panose="020B0502040204020203" pitchFamily="34" charset="0"/>
              </a:rPr>
              <a:t>along with all members (except constructors and finalizers) declared in all classes in its inheritance hierarchy. </a:t>
            </a:r>
          </a:p>
          <a:p>
            <a:r>
              <a:rPr lang="en-US" b="0" i="0">
                <a:solidFill>
                  <a:srgbClr val="171717"/>
                </a:solidFill>
                <a:effectLst/>
                <a:latin typeface="Segoe UI" panose="020B0502040204020203" pitchFamily="34" charset="0"/>
              </a:rPr>
              <a:t>Private members in base classes are inherited but are not accessible from derived classes.</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In this module fields, constructors, properties and methods will be covered.</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https://docs.microsoft.com/en-us/dotnet/csharp/programming-guide/classes-and-structs/members</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a:t>
            </a:fld>
            <a:endParaRPr lang="en-US"/>
          </a:p>
        </p:txBody>
      </p:sp>
    </p:spTree>
    <p:extLst>
      <p:ext uri="{BB962C8B-B14F-4D97-AF65-F5344CB8AC3E}">
        <p14:creationId xmlns:p14="http://schemas.microsoft.com/office/powerpoint/2010/main" val="1547245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 </a:t>
            </a:r>
            <a:r>
              <a:rPr lang="en-US" b="1" i="0">
                <a:solidFill>
                  <a:srgbClr val="171717"/>
                </a:solidFill>
                <a:effectLst/>
                <a:latin typeface="Segoe UI" panose="020B0502040204020203" pitchFamily="34" charset="0"/>
              </a:rPr>
              <a:t>field</a:t>
            </a:r>
            <a:r>
              <a:rPr lang="en-US" b="0" i="0">
                <a:solidFill>
                  <a:srgbClr val="171717"/>
                </a:solidFill>
                <a:effectLst/>
                <a:latin typeface="Segoe UI" panose="020B0502040204020203" pitchFamily="34" charset="0"/>
              </a:rPr>
              <a:t> is a variable of any type that is declared directly in a </a:t>
            </a:r>
            <a:r>
              <a:rPr lang="en-US" b="0" i="0" u="none" strike="noStrike">
                <a:solidFill>
                  <a:srgbClr val="171717"/>
                </a:solidFill>
                <a:effectLst/>
                <a:latin typeface="Segoe UI" panose="020B0502040204020203" pitchFamily="34" charset="0"/>
                <a:hlinkClick r:id="rId3"/>
              </a:rPr>
              <a:t>class</a:t>
            </a:r>
            <a:r>
              <a:rPr lang="en-US" b="0" i="0">
                <a:solidFill>
                  <a:srgbClr val="171717"/>
                </a:solidFill>
                <a:effectLst/>
                <a:latin typeface="Segoe UI" panose="020B0502040204020203" pitchFamily="34" charset="0"/>
              </a:rPr>
              <a:t> . Fields are members of their containing type.</a:t>
            </a:r>
          </a:p>
          <a:p>
            <a:pPr algn="l"/>
            <a:r>
              <a:rPr lang="en-US" b="0" i="0">
                <a:solidFill>
                  <a:srgbClr val="171717"/>
                </a:solidFill>
                <a:effectLst/>
                <a:latin typeface="Segoe UI" panose="020B0502040204020203" pitchFamily="34" charset="0"/>
              </a:rPr>
              <a:t>A class may have instance fields, static fields, or both. Instance fields are specific to an instance of a type. If you have a class T, with an instance field F, you can create two objects of type T, and modify the value of F in each object without affecting the value in the other object. By contrast, a static field belongs to the class itself, and is shared among all instances of that class. </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To access a field in an object, add a period after the object name, followed by the name of the field. </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Fields typically store the data that must be accessible to more than one class method and must be stored for longer than the lifetime of any single method. </a:t>
            </a:r>
          </a:p>
          <a:p>
            <a:pPr algn="l"/>
            <a:r>
              <a:rPr lang="en-US" b="0" i="0">
                <a:solidFill>
                  <a:srgbClr val="171717"/>
                </a:solidFill>
                <a:effectLst/>
                <a:latin typeface="Segoe UI" panose="020B0502040204020203" pitchFamily="34" charset="0"/>
              </a:rPr>
              <a:t>Variables that are not used outside the scope of a single method should be declared as local variables within the method body itself.</a:t>
            </a:r>
          </a:p>
          <a:p>
            <a:endParaRPr lang="da-DK" b="0" i="0"/>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7</a:t>
            </a:fld>
            <a:endParaRPr lang="en-US"/>
          </a:p>
        </p:txBody>
      </p:sp>
    </p:spTree>
    <p:extLst>
      <p:ext uri="{BB962C8B-B14F-4D97-AF65-F5344CB8AC3E}">
        <p14:creationId xmlns:p14="http://schemas.microsoft.com/office/powerpoint/2010/main" val="54143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A </a:t>
            </a:r>
            <a:r>
              <a:rPr lang="en-US" b="1" i="0">
                <a:solidFill>
                  <a:srgbClr val="171717"/>
                </a:solidFill>
                <a:effectLst/>
                <a:latin typeface="Segoe UI" panose="020B0502040204020203" pitchFamily="34" charset="0"/>
              </a:rPr>
              <a:t>constructor</a:t>
            </a:r>
            <a:r>
              <a:rPr lang="en-US" b="0" i="0">
                <a:solidFill>
                  <a:srgbClr val="171717"/>
                </a:solidFill>
                <a:effectLst/>
                <a:latin typeface="Segoe UI" panose="020B0502040204020203" pitchFamily="34" charset="0"/>
              </a:rPr>
              <a:t> is a method whose name is the same as the name of its type. Its method signature includes only the method name and its parameter list. It does not include a return type.</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Whenever a </a:t>
            </a:r>
            <a:r>
              <a:rPr lang="en-US" b="0" i="0" u="none" strike="noStrike">
                <a:effectLst/>
                <a:latin typeface="Segoe UI" panose="020B0502040204020203" pitchFamily="34" charset="0"/>
                <a:hlinkClick r:id="rId3"/>
              </a:rPr>
              <a:t>class</a:t>
            </a:r>
            <a:r>
              <a:rPr lang="en-US" b="0" i="0">
                <a:solidFill>
                  <a:srgbClr val="171717"/>
                </a:solidFill>
                <a:effectLst/>
                <a:latin typeface="Segoe UI" panose="020B0502040204020203" pitchFamily="34" charset="0"/>
              </a:rPr>
              <a:t> is created, its constructor is called. A class may have multiple constructors that take different arguments. </a:t>
            </a:r>
          </a:p>
          <a:p>
            <a:r>
              <a:rPr lang="en-US" b="0" i="0">
                <a:solidFill>
                  <a:srgbClr val="171717"/>
                </a:solidFill>
                <a:effectLst/>
                <a:latin typeface="Segoe UI" panose="020B0502040204020203" pitchFamily="34" charset="0"/>
              </a:rPr>
              <a:t>Constructors enable the programmer to set default values, limit instantiation </a:t>
            </a:r>
            <a:r>
              <a:rPr lang="en-US" b="0" i="0" err="1">
                <a:solidFill>
                  <a:srgbClr val="171717"/>
                </a:solidFill>
                <a:effectLst/>
                <a:latin typeface="Segoe UI" panose="020B0502040204020203" pitchFamily="34" charset="0"/>
              </a:rPr>
              <a:t>etc</a:t>
            </a:r>
            <a:endParaRPr lang="en-US" b="0" i="0">
              <a:solidFill>
                <a:srgbClr val="171717"/>
              </a:solidFill>
              <a:effectLst/>
              <a:latin typeface="Segoe UI" panose="020B0502040204020203" pitchFamily="34" charset="0"/>
            </a:endParaRPr>
          </a:p>
          <a:p>
            <a:endParaRPr lang="en-US" b="0"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171717"/>
                </a:solidFill>
                <a:effectLst/>
                <a:latin typeface="Segoe UI" panose="020B0502040204020203" pitchFamily="34" charset="0"/>
              </a:rPr>
              <a:t>Fields are initialized immediately before the constructor for the object instance is called. If the constructor assigns the value of a field, it will overwrite any value given during field declaration. </a:t>
            </a:r>
            <a:endParaRPr lang="en-US" b="1" i="0">
              <a:solidFill>
                <a:srgbClr val="171717"/>
              </a:solidFill>
              <a:effectLst/>
              <a:latin typeface="Segoe UI" panose="020B0502040204020203" pitchFamily="34" charset="0"/>
            </a:endParaRPr>
          </a:p>
          <a:p>
            <a:endParaRPr lang="en-US" b="0"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171717"/>
                </a:solidFill>
                <a:effectLst/>
                <a:latin typeface="Segoe UI" panose="020B0502040204020203" pitchFamily="34" charset="0"/>
              </a:rPr>
              <a:t>A constructor that takes no parameters is called a </a:t>
            </a:r>
            <a:r>
              <a:rPr lang="en-US" b="1" i="0" err="1">
                <a:solidFill>
                  <a:srgbClr val="171717"/>
                </a:solidFill>
                <a:effectLst/>
                <a:latin typeface="Segoe UI" panose="020B0502040204020203" pitchFamily="34" charset="0"/>
              </a:rPr>
              <a:t>parameterless</a:t>
            </a:r>
            <a:r>
              <a:rPr lang="en-US" b="1" i="0">
                <a:solidFill>
                  <a:srgbClr val="171717"/>
                </a:solidFill>
                <a:effectLst/>
                <a:latin typeface="Segoe UI" panose="020B0502040204020203" pitchFamily="34" charset="0"/>
              </a:rPr>
              <a:t> constructor</a:t>
            </a:r>
            <a:r>
              <a:rPr lang="en-US" b="0" i="0">
                <a:solidFill>
                  <a:srgbClr val="171717"/>
                </a:solidFill>
                <a:effectLst/>
                <a:latin typeface="Segoe UI" panose="020B0502040204020203" pitchFamily="34" charset="0"/>
              </a:rPr>
              <a:t>. </a:t>
            </a:r>
            <a:r>
              <a:rPr lang="en-US" b="0" i="0" err="1">
                <a:solidFill>
                  <a:srgbClr val="171717"/>
                </a:solidFill>
                <a:effectLst/>
                <a:latin typeface="Segoe UI" panose="020B0502040204020203" pitchFamily="34" charset="0"/>
              </a:rPr>
              <a:t>Parameterless</a:t>
            </a:r>
            <a:r>
              <a:rPr lang="en-US" b="0" i="0">
                <a:solidFill>
                  <a:srgbClr val="171717"/>
                </a:solidFill>
                <a:effectLst/>
                <a:latin typeface="Segoe UI" panose="020B0502040204020203" pitchFamily="34" charset="0"/>
              </a:rPr>
              <a:t> constructors are invoked whenever an object is instantiated by using the </a:t>
            </a:r>
            <a:r>
              <a:rPr lang="en-US" b="0" i="0"/>
              <a:t>new</a:t>
            </a:r>
            <a:r>
              <a:rPr lang="en-US" b="0" i="0">
                <a:solidFill>
                  <a:srgbClr val="171717"/>
                </a:solidFill>
                <a:effectLst/>
                <a:latin typeface="Segoe UI" panose="020B0502040204020203" pitchFamily="34" charset="0"/>
              </a:rPr>
              <a:t> operator and no arguments are provided to </a:t>
            </a:r>
            <a:r>
              <a:rPr lang="en-US" b="0" i="0"/>
              <a:t>new</a:t>
            </a:r>
            <a:r>
              <a:rPr lang="en-US" b="0" i="0">
                <a:solidFill>
                  <a:srgbClr val="171717"/>
                </a:solidFill>
                <a:effectLst/>
                <a:latin typeface="Segoe UI" panose="020B0502040204020203" pitchFamily="34" charset="0"/>
              </a:rPr>
              <a:t>.</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171717"/>
                </a:solidFill>
                <a:effectLst/>
                <a:latin typeface="Segoe UI" panose="020B0502040204020203" pitchFamily="34" charset="0"/>
              </a:rPr>
              <a:t>If you don't provide a constructor for your class, C# creates one by default that instantiates the object and sets member variables to the default values as listed in the </a:t>
            </a:r>
            <a:r>
              <a:rPr lang="en-US" b="0" i="0" u="none" strike="noStrike">
                <a:effectLst/>
                <a:latin typeface="Segoe UI" panose="020B0502040204020203" pitchFamily="34" charset="0"/>
                <a:hlinkClick r:id="rId4"/>
              </a:rPr>
              <a:t>Default values of C# types</a:t>
            </a:r>
            <a:r>
              <a:rPr lang="en-US" b="0" i="0">
                <a:solidFill>
                  <a:srgbClr val="171717"/>
                </a:solidFill>
                <a:effectLst/>
                <a:latin typeface="Segoe UI" panose="020B0502040204020203" pitchFamily="34" charset="0"/>
              </a:rPr>
              <a:t> article.</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b="0"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1" i="0">
                <a:solidFill>
                  <a:srgbClr val="171717"/>
                </a:solidFill>
                <a:effectLst/>
                <a:latin typeface="Segoe UI" panose="020B0502040204020203" pitchFamily="34" charset="0"/>
              </a:rPr>
              <a:t>LIVE DEMO 1</a:t>
            </a:r>
          </a:p>
          <a:p>
            <a:endParaRPr lang="da-DK" b="0" i="0"/>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8</a:t>
            </a:fld>
            <a:endParaRPr lang="en-US"/>
          </a:p>
        </p:txBody>
      </p:sp>
    </p:spTree>
    <p:extLst>
      <p:ext uri="{BB962C8B-B14F-4D97-AF65-F5344CB8AC3E}">
        <p14:creationId xmlns:p14="http://schemas.microsoft.com/office/powerpoint/2010/main" val="860146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During live demos in this module, we will refactor piece of code using our knowledge of classes.</a:t>
            </a:r>
          </a:p>
          <a:p>
            <a:r>
              <a:rPr lang="en-US"/>
              <a:t>This is starting point of our journey.</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9</a:t>
            </a:fld>
            <a:endParaRPr lang="en-US"/>
          </a:p>
        </p:txBody>
      </p:sp>
    </p:spTree>
    <p:extLst>
      <p:ext uri="{BB962C8B-B14F-4D97-AF65-F5344CB8AC3E}">
        <p14:creationId xmlns:p14="http://schemas.microsoft.com/office/powerpoint/2010/main" val="2941915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Created Mail class. The class has been used in the main method.</a:t>
            </a:r>
          </a:p>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10</a:t>
            </a:fld>
            <a:endParaRPr lang="en-US"/>
          </a:p>
        </p:txBody>
      </p:sp>
    </p:spTree>
    <p:extLst>
      <p:ext uri="{BB962C8B-B14F-4D97-AF65-F5344CB8AC3E}">
        <p14:creationId xmlns:p14="http://schemas.microsoft.com/office/powerpoint/2010/main" val="960000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Created Mail class. The class has been used in the main method.</a:t>
            </a:r>
          </a:p>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11</a:t>
            </a:fld>
            <a:endParaRPr lang="en-US"/>
          </a:p>
        </p:txBody>
      </p:sp>
    </p:spTree>
    <p:extLst>
      <p:ext uri="{BB962C8B-B14F-4D97-AF65-F5344CB8AC3E}">
        <p14:creationId xmlns:p14="http://schemas.microsoft.com/office/powerpoint/2010/main" val="690055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13</a:t>
            </a:fld>
            <a:endParaRPr lang="en-US"/>
          </a:p>
        </p:txBody>
      </p:sp>
    </p:spTree>
    <p:extLst>
      <p:ext uri="{BB962C8B-B14F-4D97-AF65-F5344CB8AC3E}">
        <p14:creationId xmlns:p14="http://schemas.microsoft.com/office/powerpoint/2010/main" val="2991705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A method is a code block that contains a series of statements. A program causes the statements to be executed by calling the method and specifying any required method arguments.</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Methods are declared by specifying the:</a:t>
            </a:r>
          </a:p>
          <a:p>
            <a:pPr marL="285750" indent="-285750">
              <a:buFont typeface="Arial" panose="020B0604020202020204" pitchFamily="34" charset="0"/>
              <a:buChar char="•"/>
            </a:pPr>
            <a:r>
              <a:rPr lang="en-US" b="0" i="0">
                <a:solidFill>
                  <a:srgbClr val="171717"/>
                </a:solidFill>
                <a:effectLst/>
                <a:latin typeface="Segoe UI" panose="020B0502040204020203" pitchFamily="34" charset="0"/>
              </a:rPr>
              <a:t>access level, such as </a:t>
            </a:r>
            <a:r>
              <a:rPr lang="en-US"/>
              <a:t>public</a:t>
            </a:r>
            <a:r>
              <a:rPr lang="en-US" b="0" i="0">
                <a:solidFill>
                  <a:srgbClr val="171717"/>
                </a:solidFill>
                <a:effectLst/>
                <a:latin typeface="Segoe UI" panose="020B0502040204020203" pitchFamily="34" charset="0"/>
              </a:rPr>
              <a:t> or </a:t>
            </a:r>
            <a:r>
              <a:rPr lang="en-US"/>
              <a:t>private</a:t>
            </a:r>
            <a:r>
              <a:rPr lang="en-US" b="0" i="0">
                <a:solidFill>
                  <a:srgbClr val="171717"/>
                </a:solidFill>
                <a:effectLst/>
                <a:latin typeface="Segoe UI" panose="020B0502040204020203" pitchFamily="34" charset="0"/>
              </a:rPr>
              <a:t> </a:t>
            </a:r>
          </a:p>
          <a:p>
            <a:pPr marL="285750" indent="-285750">
              <a:buFont typeface="Arial" panose="020B0604020202020204" pitchFamily="34" charset="0"/>
              <a:buChar char="•"/>
            </a:pPr>
            <a:r>
              <a:rPr lang="en-US" b="0" i="0" strike="sngStrike">
                <a:solidFill>
                  <a:srgbClr val="171717"/>
                </a:solidFill>
                <a:effectLst/>
                <a:latin typeface="Segoe UI" panose="020B0502040204020203" pitchFamily="34" charset="0"/>
              </a:rPr>
              <a:t>optional modifiers, such as </a:t>
            </a:r>
            <a:r>
              <a:rPr lang="en-US" strike="sngStrike"/>
              <a:t>abstract</a:t>
            </a:r>
            <a:r>
              <a:rPr lang="en-US" b="0" i="0" strike="sngStrike">
                <a:solidFill>
                  <a:srgbClr val="171717"/>
                </a:solidFill>
                <a:effectLst/>
                <a:latin typeface="Segoe UI" panose="020B0502040204020203" pitchFamily="34" charset="0"/>
              </a:rPr>
              <a:t> or </a:t>
            </a:r>
            <a:r>
              <a:rPr lang="en-US" strike="sngStrike"/>
              <a:t>sealed</a:t>
            </a:r>
            <a:endParaRPr lang="en-US" b="0" i="0" strike="sngStrike">
              <a:solidFill>
                <a:srgbClr val="171717"/>
              </a:solidFill>
              <a:effectLst/>
              <a:latin typeface="Segoe UI" panose="020B0502040204020203" pitchFamily="34" charset="0"/>
            </a:endParaRPr>
          </a:p>
          <a:p>
            <a:pPr marL="285750" indent="-285750">
              <a:buFont typeface="Arial" panose="020B0604020202020204" pitchFamily="34" charset="0"/>
              <a:buChar char="•"/>
            </a:pPr>
            <a:r>
              <a:rPr lang="en-US" b="0" i="0">
                <a:solidFill>
                  <a:srgbClr val="171717"/>
                </a:solidFill>
                <a:effectLst/>
                <a:latin typeface="Segoe UI" panose="020B0502040204020203" pitchFamily="34" charset="0"/>
              </a:rPr>
              <a:t>the return value</a:t>
            </a:r>
          </a:p>
          <a:p>
            <a:pPr marL="285750" indent="-285750">
              <a:buFont typeface="Arial" panose="020B0604020202020204" pitchFamily="34" charset="0"/>
              <a:buChar char="•"/>
            </a:pPr>
            <a:r>
              <a:rPr lang="en-US" b="0" i="0">
                <a:solidFill>
                  <a:srgbClr val="171717"/>
                </a:solidFill>
                <a:effectLst/>
                <a:latin typeface="Segoe UI" panose="020B0502040204020203" pitchFamily="34" charset="0"/>
              </a:rPr>
              <a:t>the name of the method </a:t>
            </a:r>
          </a:p>
          <a:p>
            <a:pPr marL="285750" indent="-285750">
              <a:buFont typeface="Arial" panose="020B0604020202020204" pitchFamily="34" charset="0"/>
              <a:buChar char="•"/>
            </a:pPr>
            <a:r>
              <a:rPr lang="en-US" b="0" i="0">
                <a:solidFill>
                  <a:srgbClr val="171717"/>
                </a:solidFill>
                <a:effectLst/>
                <a:latin typeface="Segoe UI" panose="020B0502040204020203" pitchFamily="34" charset="0"/>
              </a:rPr>
              <a:t>the method parameters</a:t>
            </a:r>
          </a:p>
          <a:p>
            <a:pPr marL="0" indent="0">
              <a:buFont typeface="Arial" panose="020B0604020202020204" pitchFamily="34" charset="0"/>
              <a:buNone/>
            </a:pPr>
            <a:r>
              <a:rPr lang="en-US" b="0" i="0">
                <a:solidFill>
                  <a:srgbClr val="171717"/>
                </a:solidFill>
                <a:effectLst/>
                <a:latin typeface="Segoe UI" panose="020B0502040204020203" pitchFamily="34" charset="0"/>
              </a:rPr>
              <a:t>These parts together are the </a:t>
            </a:r>
            <a:r>
              <a:rPr lang="en-US" b="1" i="0">
                <a:solidFill>
                  <a:srgbClr val="171717"/>
                </a:solidFill>
                <a:effectLst/>
                <a:latin typeface="Segoe UI" panose="020B0502040204020203" pitchFamily="34" charset="0"/>
              </a:rPr>
              <a:t>signature of the method</a:t>
            </a:r>
            <a:r>
              <a:rPr lang="en-US" b="0" i="0">
                <a:solidFill>
                  <a:srgbClr val="171717"/>
                </a:solidFill>
                <a:effectLst/>
                <a:latin typeface="Segoe UI" panose="020B0502040204020203" pitchFamily="34" charset="0"/>
              </a:rPr>
              <a:t>.</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Method parameters are enclosed in parentheses and are separated by commas. Empty parentheses indicate that the method requires no parameters. </a:t>
            </a:r>
          </a:p>
          <a:p>
            <a:r>
              <a:rPr lang="en-US" b="0" i="0">
                <a:solidFill>
                  <a:srgbClr val="171717"/>
                </a:solidFill>
                <a:effectLst/>
                <a:latin typeface="Segoe UI" panose="020B0502040204020203" pitchFamily="34" charset="0"/>
              </a:rPr>
              <a:t>Calling a method on an object is like accessing a field. After the object name, add a period, the name of the method, and parentheses. </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14</a:t>
            </a:fld>
            <a:endParaRPr lang="en-US"/>
          </a:p>
        </p:txBody>
      </p:sp>
    </p:spTree>
    <p:extLst>
      <p:ext uri="{BB962C8B-B14F-4D97-AF65-F5344CB8AC3E}">
        <p14:creationId xmlns:p14="http://schemas.microsoft.com/office/powerpoint/2010/main" val="815014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 </a:t>
            </a:r>
            <a:r>
              <a:rPr lang="en-US" b="1" i="0">
                <a:solidFill>
                  <a:srgbClr val="171717"/>
                </a:solidFill>
                <a:effectLst/>
                <a:latin typeface="Segoe UI" panose="020B0502040204020203" pitchFamily="34" charset="0"/>
              </a:rPr>
              <a:t>property</a:t>
            </a:r>
            <a:r>
              <a:rPr lang="en-US" b="0" i="0">
                <a:solidFill>
                  <a:srgbClr val="171717"/>
                </a:solidFill>
                <a:effectLst/>
                <a:latin typeface="Segoe UI" panose="020B0502040204020203" pitchFamily="34" charset="0"/>
              </a:rPr>
              <a:t> is a class member that provides a flexible mechanism to read, write, or compute the value of a private field. Properties can be used as if they are public fields, but they are actually special methods called </a:t>
            </a:r>
            <a:r>
              <a:rPr lang="en-US" b="1" i="0">
                <a:solidFill>
                  <a:srgbClr val="171717"/>
                </a:solidFill>
                <a:effectLst/>
                <a:latin typeface="Segoe UI" panose="020B0502040204020203" pitchFamily="34" charset="0"/>
              </a:rPr>
              <a:t>accessors</a:t>
            </a:r>
            <a:r>
              <a:rPr lang="en-US" b="0" i="0">
                <a:solidFill>
                  <a:srgbClr val="171717"/>
                </a:solidFill>
                <a:effectLst/>
                <a:latin typeface="Segoe UI" panose="020B0502040204020203" pitchFamily="34" charset="0"/>
              </a:rPr>
              <a:t>. </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Properties overview</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Properties enable a class to expose a public way of getting and setting values, while hiding implementation or verification code.</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A </a:t>
            </a:r>
            <a:r>
              <a:rPr lang="en-US" b="0" i="0" u="none" strike="noStrike">
                <a:solidFill>
                  <a:srgbClr val="171717"/>
                </a:solidFill>
                <a:effectLst/>
                <a:latin typeface="Segoe UI" panose="020B0502040204020203" pitchFamily="34" charset="0"/>
                <a:hlinkClick r:id="rId3"/>
              </a:rPr>
              <a:t>get</a:t>
            </a:r>
            <a:r>
              <a:rPr lang="en-US" b="0" i="0">
                <a:solidFill>
                  <a:srgbClr val="171717"/>
                </a:solidFill>
                <a:effectLst/>
                <a:latin typeface="Segoe UI" panose="020B0502040204020203" pitchFamily="34" charset="0"/>
              </a:rPr>
              <a:t> property accessor is used to return the property value, and a </a:t>
            </a:r>
            <a:r>
              <a:rPr lang="en-US" b="0" i="0" u="none" strike="noStrike">
                <a:solidFill>
                  <a:srgbClr val="171717"/>
                </a:solidFill>
                <a:effectLst/>
                <a:latin typeface="Segoe UI" panose="020B0502040204020203" pitchFamily="34" charset="0"/>
                <a:hlinkClick r:id="rId4"/>
              </a:rPr>
              <a:t>set</a:t>
            </a:r>
            <a:r>
              <a:rPr lang="en-US" b="0" i="0">
                <a:solidFill>
                  <a:srgbClr val="171717"/>
                </a:solidFill>
                <a:effectLst/>
                <a:latin typeface="Segoe UI" panose="020B0502040204020203" pitchFamily="34" charset="0"/>
              </a:rPr>
              <a:t> property accessor is used to assign a new value. These accessors can have different access levels. For more information, see </a:t>
            </a:r>
            <a:r>
              <a:rPr lang="en-US" b="0" i="0" u="none" strike="noStrike">
                <a:solidFill>
                  <a:srgbClr val="171717"/>
                </a:solidFill>
                <a:effectLst/>
                <a:latin typeface="Segoe UI" panose="020B0502040204020203" pitchFamily="34" charset="0"/>
                <a:hlinkClick r:id="rId5"/>
              </a:rPr>
              <a:t>Restricting Accessor Accessibility</a:t>
            </a:r>
            <a:r>
              <a:rPr lang="en-US" b="0" i="0">
                <a:solidFill>
                  <a:srgbClr val="171717"/>
                </a:solidFill>
                <a:effectLst/>
                <a:latin typeface="Segoe UI" panose="020B0502040204020203" pitchFamily="34" charset="0"/>
              </a:rPr>
              <a:t>.</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The </a:t>
            </a:r>
            <a:r>
              <a:rPr lang="en-US" b="0" i="0" u="none" strike="noStrike">
                <a:solidFill>
                  <a:srgbClr val="171717"/>
                </a:solidFill>
                <a:effectLst/>
                <a:latin typeface="Segoe UI" panose="020B0502040204020203" pitchFamily="34" charset="0"/>
                <a:hlinkClick r:id="rId6"/>
              </a:rPr>
              <a:t>value</a:t>
            </a:r>
            <a:r>
              <a:rPr lang="en-US" b="0" i="0">
                <a:solidFill>
                  <a:srgbClr val="171717"/>
                </a:solidFill>
                <a:effectLst/>
                <a:latin typeface="Segoe UI" panose="020B0502040204020203" pitchFamily="34" charset="0"/>
              </a:rPr>
              <a:t> keyword is used to define the value being assigned by the set accessor.</a:t>
            </a:r>
          </a:p>
          <a:p>
            <a:pPr algn="l">
              <a:buFont typeface="Arial" panose="020B0604020202020204" pitchFamily="34" charset="0"/>
              <a:buNone/>
            </a:pPr>
            <a:endParaRPr lang="en-US" b="0" i="0">
              <a:solidFill>
                <a:srgbClr val="171717"/>
              </a:solidFill>
              <a:effectLst/>
              <a:latin typeface="Segoe UI" panose="020B0502040204020203" pitchFamily="34" charset="0"/>
            </a:endParaRPr>
          </a:p>
          <a:p>
            <a:pPr algn="l">
              <a:buFont typeface="Arial" panose="020B0604020202020204" pitchFamily="34" charset="0"/>
              <a:buNone/>
            </a:pPr>
            <a:r>
              <a:rPr lang="en-US" b="0" i="0">
                <a:solidFill>
                  <a:srgbClr val="171717"/>
                </a:solidFill>
                <a:effectLst/>
                <a:latin typeface="Segoe UI" panose="020B0502040204020203" pitchFamily="34" charset="0"/>
              </a:rPr>
              <a:t>Properties can be:</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read-write (they have both a get and a set accessor)</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 read-only (they have a get accessor but no set accessor) </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write-only (they have a set accessor, but no get accessor)</a:t>
            </a:r>
          </a:p>
          <a:p>
            <a:pPr algn="l">
              <a:buFont typeface="Arial" panose="020B0604020202020204" pitchFamily="34" charset="0"/>
              <a:buNone/>
            </a:pPr>
            <a:endParaRPr lang="en-US" b="0" i="0">
              <a:solidFill>
                <a:srgbClr val="171717"/>
              </a:solidFill>
              <a:effectLst/>
              <a:latin typeface="Segoe UI" panose="020B0502040204020203" pitchFamily="34" charset="0"/>
            </a:endParaRPr>
          </a:p>
          <a:p>
            <a:pPr algn="l">
              <a:buFont typeface="Arial" panose="020B0604020202020204" pitchFamily="34" charset="0"/>
              <a:buNone/>
            </a:pPr>
            <a:r>
              <a:rPr lang="en-US" b="0" i="0">
                <a:solidFill>
                  <a:srgbClr val="171717"/>
                </a:solidFill>
                <a:effectLst/>
                <a:latin typeface="Segoe UI" panose="020B0502040204020203" pitchFamily="34" charset="0"/>
              </a:rPr>
              <a:t>Simple properties that require no custom accessor code can be implemented either as expression body definitions or as </a:t>
            </a:r>
            <a:r>
              <a:rPr lang="en-US" b="0" i="0" u="none" strike="noStrike">
                <a:solidFill>
                  <a:srgbClr val="171717"/>
                </a:solidFill>
                <a:effectLst/>
                <a:latin typeface="Segoe UI" panose="020B0502040204020203" pitchFamily="34" charset="0"/>
                <a:hlinkClick r:id="rId7"/>
              </a:rPr>
              <a:t>auto-implemented properties</a:t>
            </a:r>
            <a:r>
              <a:rPr lang="en-US" b="0" i="0">
                <a:solidFill>
                  <a:srgbClr val="171717"/>
                </a:solidFill>
                <a:effectLst/>
                <a:latin typeface="Segoe UI" panose="020B0502040204020203" pitchFamily="34" charset="0"/>
              </a:rPr>
              <a:t>.</a:t>
            </a:r>
          </a:p>
          <a:p>
            <a:pPr marL="0" marR="0" lvl="0" indent="0" algn="l" defTabSz="609585"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b="1" i="0">
                <a:solidFill>
                  <a:srgbClr val="171717"/>
                </a:solidFill>
                <a:effectLst/>
                <a:latin typeface="Segoe UI" panose="020B0502040204020203" pitchFamily="34" charset="0"/>
              </a:rPr>
              <a:t>LIVE DEMO 2</a:t>
            </a:r>
            <a:endParaRPr lang="da-DK" b="1"/>
          </a:p>
          <a:p>
            <a:pPr algn="l">
              <a:buFont typeface="Arial" panose="020B0604020202020204" pitchFamily="34" charset="0"/>
              <a:buNone/>
            </a:pPr>
            <a:endParaRPr lang="da-DK" b="0" i="0"/>
          </a:p>
          <a:p>
            <a:endParaRPr lang="da-DK" b="0" i="0"/>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15</a:t>
            </a:fld>
            <a:endParaRPr lang="en-US"/>
          </a:p>
        </p:txBody>
      </p:sp>
    </p:spTree>
    <p:extLst>
      <p:ext uri="{BB962C8B-B14F-4D97-AF65-F5344CB8AC3E}">
        <p14:creationId xmlns:p14="http://schemas.microsoft.com/office/powerpoint/2010/main" val="3687671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Output to console moved to it’s own method</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16</a:t>
            </a:fld>
            <a:endParaRPr lang="en-US"/>
          </a:p>
        </p:txBody>
      </p:sp>
    </p:spTree>
    <p:extLst>
      <p:ext uri="{BB962C8B-B14F-4D97-AF65-F5344CB8AC3E}">
        <p14:creationId xmlns:p14="http://schemas.microsoft.com/office/powerpoint/2010/main" val="3309630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19</a:t>
            </a:fld>
            <a:endParaRPr lang="en-US"/>
          </a:p>
        </p:txBody>
      </p:sp>
    </p:spTree>
    <p:extLst>
      <p:ext uri="{BB962C8B-B14F-4D97-AF65-F5344CB8AC3E}">
        <p14:creationId xmlns:p14="http://schemas.microsoft.com/office/powerpoint/2010/main" val="4079980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A </a:t>
            </a:r>
            <a:r>
              <a:rPr lang="en-US" b="0" i="1">
                <a:solidFill>
                  <a:srgbClr val="171717"/>
                </a:solidFill>
                <a:effectLst/>
                <a:latin typeface="Segoe UI" panose="020B0502040204020203" pitchFamily="34" charset="0"/>
              </a:rPr>
              <a:t>structure type</a:t>
            </a:r>
            <a:r>
              <a:rPr lang="en-US" b="0" i="0">
                <a:solidFill>
                  <a:srgbClr val="171717"/>
                </a:solidFill>
                <a:effectLst/>
                <a:latin typeface="Segoe UI" panose="020B0502040204020203" pitchFamily="34" charset="0"/>
              </a:rPr>
              <a:t> (or </a:t>
            </a:r>
            <a:r>
              <a:rPr lang="en-US" b="0" i="1">
                <a:solidFill>
                  <a:srgbClr val="171717"/>
                </a:solidFill>
                <a:effectLst/>
                <a:latin typeface="Segoe UI" panose="020B0502040204020203" pitchFamily="34" charset="0"/>
              </a:rPr>
              <a:t>struct type</a:t>
            </a:r>
            <a:r>
              <a:rPr lang="en-US" b="0" i="0">
                <a:solidFill>
                  <a:srgbClr val="171717"/>
                </a:solidFill>
                <a:effectLst/>
                <a:latin typeface="Segoe UI" panose="020B0502040204020203" pitchFamily="34" charset="0"/>
              </a:rPr>
              <a:t>) is a </a:t>
            </a:r>
            <a:r>
              <a:rPr lang="en-US" b="0" i="0" u="none" strike="noStrike">
                <a:effectLst/>
                <a:latin typeface="Segoe UI" panose="020B0502040204020203" pitchFamily="34" charset="0"/>
                <a:hlinkClick r:id="rId3"/>
              </a:rPr>
              <a:t>value type</a:t>
            </a:r>
            <a:r>
              <a:rPr lang="en-US" b="0" i="0">
                <a:solidFill>
                  <a:srgbClr val="171717"/>
                </a:solidFill>
                <a:effectLst/>
                <a:latin typeface="Segoe UI" panose="020B0502040204020203" pitchFamily="34" charset="0"/>
              </a:rPr>
              <a:t> that can encapsulate data and related functionality. You use the </a:t>
            </a:r>
            <a:r>
              <a:rPr lang="en-US"/>
              <a:t>struct</a:t>
            </a:r>
            <a:r>
              <a:rPr lang="en-US" b="0" i="0">
                <a:solidFill>
                  <a:srgbClr val="171717"/>
                </a:solidFill>
                <a:effectLst/>
                <a:latin typeface="Segoe UI" panose="020B0502040204020203" pitchFamily="34" charset="0"/>
              </a:rPr>
              <a:t> keyword to define a structure type.</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Structure types have </a:t>
            </a:r>
            <a:r>
              <a:rPr lang="en-US" b="0" i="1">
                <a:solidFill>
                  <a:srgbClr val="171717"/>
                </a:solidFill>
                <a:effectLst/>
                <a:latin typeface="Segoe UI" panose="020B0502040204020203" pitchFamily="34" charset="0"/>
              </a:rPr>
              <a:t>value semantics</a:t>
            </a:r>
            <a:r>
              <a:rPr lang="en-US" b="0" i="0">
                <a:solidFill>
                  <a:srgbClr val="171717"/>
                </a:solidFill>
                <a:effectLst/>
                <a:latin typeface="Segoe UI" panose="020B0502040204020203" pitchFamily="34" charset="0"/>
              </a:rPr>
              <a:t>. That is, a variable of a structure type contains an instance of the type. By default, variable values are copied on assignment, passing an argument to a method, and returning a method result. In the case of a structure-type variable, an instance of the type is copied.</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Typically, you use structure types to design small data-centric types that provide little or no behavior. For example, .NET uses structure types to represent a number (both </a:t>
            </a:r>
            <a:r>
              <a:rPr lang="en-US" b="0" i="0" u="none" strike="noStrike">
                <a:effectLst/>
                <a:latin typeface="Segoe UI" panose="020B0502040204020203" pitchFamily="34" charset="0"/>
                <a:hlinkClick r:id="rId4"/>
              </a:rPr>
              <a:t>integer</a:t>
            </a:r>
            <a:r>
              <a:rPr lang="en-US" b="0" i="0">
                <a:solidFill>
                  <a:srgbClr val="171717"/>
                </a:solidFill>
                <a:effectLst/>
                <a:latin typeface="Segoe UI" panose="020B0502040204020203" pitchFamily="34" charset="0"/>
              </a:rPr>
              <a:t> and </a:t>
            </a:r>
            <a:r>
              <a:rPr lang="en-US" b="0" i="0" u="none" strike="noStrike">
                <a:effectLst/>
                <a:latin typeface="Segoe UI" panose="020B0502040204020203" pitchFamily="34" charset="0"/>
                <a:hlinkClick r:id="rId5"/>
              </a:rPr>
              <a:t>real</a:t>
            </a:r>
            <a:r>
              <a:rPr lang="en-US" b="0" i="0">
                <a:solidFill>
                  <a:srgbClr val="171717"/>
                </a:solidFill>
                <a:effectLst/>
                <a:latin typeface="Segoe UI" panose="020B0502040204020203" pitchFamily="34" charset="0"/>
              </a:rPr>
              <a:t>), a </a:t>
            </a:r>
            <a:r>
              <a:rPr lang="en-US" b="0" i="0" u="none" strike="noStrike">
                <a:effectLst/>
                <a:latin typeface="Segoe UI" panose="020B0502040204020203" pitchFamily="34" charset="0"/>
                <a:hlinkClick r:id="rId6"/>
              </a:rPr>
              <a:t>Boolean value</a:t>
            </a:r>
            <a:r>
              <a:rPr lang="en-US" b="0" i="0">
                <a:solidFill>
                  <a:srgbClr val="171717"/>
                </a:solidFill>
                <a:effectLst/>
                <a:latin typeface="Segoe UI" panose="020B0502040204020203" pitchFamily="34" charset="0"/>
              </a:rPr>
              <a:t>, a </a:t>
            </a:r>
            <a:r>
              <a:rPr lang="en-US" b="0" i="0" u="none" strike="noStrike">
                <a:effectLst/>
                <a:latin typeface="Segoe UI" panose="020B0502040204020203" pitchFamily="34" charset="0"/>
                <a:hlinkClick r:id="rId7"/>
              </a:rPr>
              <a:t>Unicode character</a:t>
            </a:r>
            <a:r>
              <a:rPr lang="en-US" b="0" i="0">
                <a:solidFill>
                  <a:srgbClr val="171717"/>
                </a:solidFill>
                <a:effectLst/>
                <a:latin typeface="Segoe UI" panose="020B0502040204020203" pitchFamily="34" charset="0"/>
              </a:rPr>
              <a:t>, a </a:t>
            </a:r>
            <a:r>
              <a:rPr lang="en-US" b="0" i="0" u="none" strike="noStrike">
                <a:effectLst/>
                <a:latin typeface="Segoe UI" panose="020B0502040204020203" pitchFamily="34" charset="0"/>
                <a:hlinkClick r:id="rId8"/>
              </a:rPr>
              <a:t>time instance</a:t>
            </a:r>
            <a:r>
              <a:rPr lang="en-US" b="0" i="0">
                <a:solidFill>
                  <a:srgbClr val="171717"/>
                </a:solidFill>
                <a:effectLst/>
                <a:latin typeface="Segoe UI" panose="020B0502040204020203" pitchFamily="34" charset="0"/>
              </a:rPr>
              <a:t>. If you're focused on the behavior of a type, consider defining a </a:t>
            </a:r>
            <a:r>
              <a:rPr lang="en-US" b="0" i="0" u="none" strike="noStrike">
                <a:effectLst/>
                <a:latin typeface="Segoe UI" panose="020B0502040204020203" pitchFamily="34" charset="0"/>
                <a:hlinkClick r:id="rId9"/>
              </a:rPr>
              <a:t>class</a:t>
            </a:r>
            <a:r>
              <a:rPr lang="en-US" b="0" i="0">
                <a:solidFill>
                  <a:srgbClr val="171717"/>
                </a:solidFill>
                <a:effectLst/>
                <a:latin typeface="Segoe UI" panose="020B0502040204020203" pitchFamily="34" charset="0"/>
              </a:rPr>
              <a:t>. Class types have </a:t>
            </a:r>
            <a:r>
              <a:rPr lang="en-US" b="0" i="1">
                <a:solidFill>
                  <a:srgbClr val="171717"/>
                </a:solidFill>
                <a:effectLst/>
                <a:latin typeface="Segoe UI" panose="020B0502040204020203" pitchFamily="34" charset="0"/>
              </a:rPr>
              <a:t>reference semantics</a:t>
            </a:r>
            <a:r>
              <a:rPr lang="en-US" b="0" i="0">
                <a:solidFill>
                  <a:srgbClr val="171717"/>
                </a:solidFill>
                <a:effectLst/>
                <a:latin typeface="Segoe UI" panose="020B0502040204020203" pitchFamily="34" charset="0"/>
              </a:rPr>
              <a:t>. That is, a variable of a class type contains a reference to an instance of the type, not the instance itself.</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20</a:t>
            </a:fld>
            <a:endParaRPr lang="en-US"/>
          </a:p>
        </p:txBody>
      </p:sp>
    </p:spTree>
    <p:extLst>
      <p:ext uri="{BB962C8B-B14F-4D97-AF65-F5344CB8AC3E}">
        <p14:creationId xmlns:p14="http://schemas.microsoft.com/office/powerpoint/2010/main" val="1782639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171717"/>
                </a:solidFill>
                <a:effectLst/>
                <a:latin typeface="Segoe UI" panose="020B0502040204020203" pitchFamily="34" charset="0"/>
              </a:rPr>
              <a:t>There are two kinds of types in C#: </a:t>
            </a:r>
          </a:p>
          <a:p>
            <a:pPr marL="285750" marR="0" lvl="0" indent="-285750" algn="l" defTabSz="609585"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b="0" i="0">
                <a:solidFill>
                  <a:srgbClr val="171717"/>
                </a:solidFill>
                <a:effectLst/>
                <a:latin typeface="Segoe UI" panose="020B0502040204020203" pitchFamily="34" charset="0"/>
              </a:rPr>
              <a:t>reference types</a:t>
            </a:r>
          </a:p>
          <a:p>
            <a:pPr marL="285750" marR="0" lvl="0" indent="-285750" algn="l" defTabSz="609585"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b="0" i="0">
                <a:solidFill>
                  <a:srgbClr val="171717"/>
                </a:solidFill>
                <a:effectLst/>
                <a:latin typeface="Segoe UI" panose="020B0502040204020203" pitchFamily="34" charset="0"/>
              </a:rPr>
              <a:t> value types. </a:t>
            </a:r>
          </a:p>
          <a:p>
            <a:pPr marL="0" marR="0" lvl="0" indent="0" algn="l" defTabSz="609585" rtl="0" eaLnBrk="1" fontAlgn="base" latinLnBrk="0" hangingPunct="1">
              <a:lnSpc>
                <a:spcPct val="100000"/>
              </a:lnSpc>
              <a:spcBef>
                <a:spcPct val="30000"/>
              </a:spcBef>
              <a:spcAft>
                <a:spcPct val="0"/>
              </a:spcAft>
              <a:buClrTx/>
              <a:buSzTx/>
              <a:buFont typeface="Arial" panose="020B0604020202020204" pitchFamily="34" charset="0"/>
              <a:buNone/>
              <a:tabLst/>
              <a:defRPr/>
            </a:pPr>
            <a:endParaRPr lang="en-US" b="0"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b="0" i="0">
                <a:solidFill>
                  <a:srgbClr val="171717"/>
                </a:solidFill>
                <a:effectLst/>
                <a:latin typeface="Segoe UI" panose="020B0502040204020203" pitchFamily="34" charset="0"/>
              </a:rPr>
              <a:t>Variables of reference types store references to their data (objects), while variables of value types directly contain their data. </a:t>
            </a:r>
            <a:endParaRPr lang="en-US" sz="1600"/>
          </a:p>
          <a:p>
            <a:r>
              <a:rPr lang="en-US"/>
              <a:t>The object of reference type is stored in the heap. You can find more by the link in the notes.</a:t>
            </a:r>
          </a:p>
          <a:p>
            <a:endParaRPr lang="en-US"/>
          </a:p>
          <a:p>
            <a:r>
              <a:rPr lang="en-US"/>
              <a:t>https://dev.to/tyrrrz/interview-question-heap-vs-stack-c-5aae</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22</a:t>
            </a:fld>
            <a:endParaRPr lang="en-US"/>
          </a:p>
        </p:txBody>
      </p:sp>
    </p:spTree>
    <p:extLst>
      <p:ext uri="{BB962C8B-B14F-4D97-AF65-F5344CB8AC3E}">
        <p14:creationId xmlns:p14="http://schemas.microsoft.com/office/powerpoint/2010/main" val="37243956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With reference types, two variables can reference the same object; </a:t>
            </a:r>
          </a:p>
          <a:p>
            <a:r>
              <a:rPr lang="en-US" b="0" i="0">
                <a:solidFill>
                  <a:srgbClr val="171717"/>
                </a:solidFill>
                <a:effectLst/>
                <a:latin typeface="Segoe UI" panose="020B0502040204020203" pitchFamily="34" charset="0"/>
              </a:rPr>
              <a:t>therefore, operations on one variable can affect the object referenced by the other variable. </a:t>
            </a:r>
          </a:p>
          <a:p>
            <a:r>
              <a:rPr lang="en-US" b="0" i="0">
                <a:solidFill>
                  <a:srgbClr val="171717"/>
                </a:solidFill>
                <a:effectLst/>
                <a:latin typeface="Segoe UI" panose="020B0502040204020203" pitchFamily="34" charset="0"/>
              </a:rPr>
              <a:t>With value types, each variable has its own copy of the data, and it is not possible for operations on one variable to affect the other</a:t>
            </a:r>
          </a:p>
          <a:p>
            <a:r>
              <a:rPr lang="en-US" b="0" i="0">
                <a:solidFill>
                  <a:srgbClr val="171717"/>
                </a:solidFill>
                <a:effectLst/>
                <a:latin typeface="Segoe UI" panose="020B0502040204020203" pitchFamily="34" charset="0"/>
              </a:rPr>
              <a:t>Except in the case of in, ref and out parameter variables</a:t>
            </a:r>
          </a:p>
          <a:p>
            <a:endParaRPr lang="en-US" b="0" i="0">
              <a:solidFill>
                <a:srgbClr val="171717"/>
              </a:solidFill>
              <a:effectLst/>
              <a:latin typeface="Segoe UI" panose="020B0502040204020203" pitchFamily="34" charset="0"/>
            </a:endParaRPr>
          </a:p>
          <a:p>
            <a:r>
              <a:rPr lang="en-US" b="1" i="0">
                <a:solidFill>
                  <a:srgbClr val="171717"/>
                </a:solidFill>
                <a:effectLst/>
                <a:latin typeface="Segoe UI" panose="020B0502040204020203" pitchFamily="34" charset="0"/>
              </a:rPr>
              <a:t>LIVE DEMO 3</a:t>
            </a:r>
            <a:endParaRPr lang="en-US" b="1"/>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23</a:t>
            </a:fld>
            <a:endParaRPr lang="en-US"/>
          </a:p>
        </p:txBody>
      </p:sp>
    </p:spTree>
    <p:extLst>
      <p:ext uri="{BB962C8B-B14F-4D97-AF65-F5344CB8AC3E}">
        <p14:creationId xmlns:p14="http://schemas.microsoft.com/office/powerpoint/2010/main" val="5180027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24</a:t>
            </a:fld>
            <a:endParaRPr lang="en-US"/>
          </a:p>
        </p:txBody>
      </p:sp>
    </p:spTree>
    <p:extLst>
      <p:ext uri="{BB962C8B-B14F-4D97-AF65-F5344CB8AC3E}">
        <p14:creationId xmlns:p14="http://schemas.microsoft.com/office/powerpoint/2010/main" val="874313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Show difference in behaviour using </a:t>
            </a:r>
            <a:r>
              <a:rPr lang="da-DK" sz="1600" err="1">
                <a:solidFill>
                  <a:srgbClr val="000000"/>
                </a:solidFill>
                <a:highlight>
                  <a:srgbClr val="FFFF00"/>
                </a:highlight>
                <a:latin typeface="Consolas" panose="020B0609020204030204" pitchFamily="49" charset="0"/>
              </a:rPr>
              <a:t>UpdateClass</a:t>
            </a:r>
            <a:r>
              <a:rPr lang="da-DK" sz="1600">
                <a:solidFill>
                  <a:srgbClr val="000000"/>
                </a:solidFill>
                <a:highlight>
                  <a:srgbClr val="FFFF00"/>
                </a:highlight>
                <a:latin typeface="Consolas" panose="020B0609020204030204" pitchFamily="49" charset="0"/>
              </a:rPr>
              <a:t> and </a:t>
            </a:r>
            <a:r>
              <a:rPr lang="da-DK" sz="1600" err="1">
                <a:solidFill>
                  <a:srgbClr val="000000"/>
                </a:solidFill>
                <a:highlight>
                  <a:srgbClr val="FFFF00"/>
                </a:highlight>
                <a:latin typeface="Consolas" panose="020B0609020204030204" pitchFamily="49" charset="0"/>
              </a:rPr>
              <a:t>UpdateStruct</a:t>
            </a:r>
            <a:r>
              <a:rPr lang="da-DK" sz="1600">
                <a:solidFill>
                  <a:srgbClr val="000000"/>
                </a:solidFill>
                <a:highlight>
                  <a:srgbClr val="FFFF00"/>
                </a:highlight>
                <a:latin typeface="Consolas" panose="020B0609020204030204" pitchFamily="49" charset="0"/>
              </a:rPr>
              <a:t> </a:t>
            </a:r>
            <a:r>
              <a:rPr lang="da-DK" sz="1600" err="1">
                <a:solidFill>
                  <a:srgbClr val="000000"/>
                </a:solidFill>
                <a:highlight>
                  <a:srgbClr val="FFFF00"/>
                </a:highlight>
                <a:latin typeface="Consolas" panose="020B0609020204030204" pitchFamily="49" charset="0"/>
              </a:rPr>
              <a:t>method</a:t>
            </a:r>
            <a:r>
              <a:rPr lang="da-DK" sz="1600">
                <a:solidFill>
                  <a:srgbClr val="000000"/>
                </a:solidFill>
                <a:highlight>
                  <a:srgbClr val="FFFF00"/>
                </a:highlight>
                <a:latin typeface="Consolas" panose="020B0609020204030204" pitchFamily="49" charset="0"/>
              </a:rPr>
              <a:t>. </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25</a:t>
            </a:fld>
            <a:endParaRPr lang="en-US"/>
          </a:p>
        </p:txBody>
      </p:sp>
    </p:spTree>
    <p:extLst>
      <p:ext uri="{BB962C8B-B14F-4D97-AF65-F5344CB8AC3E}">
        <p14:creationId xmlns:p14="http://schemas.microsoft.com/office/powerpoint/2010/main" val="6138966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err="1"/>
              <a:t>Methdos</a:t>
            </a:r>
            <a:r>
              <a:rPr lang="en-GB"/>
              <a:t> from previous slide</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26</a:t>
            </a:fld>
            <a:endParaRPr lang="en-US"/>
          </a:p>
        </p:txBody>
      </p:sp>
    </p:spTree>
    <p:extLst>
      <p:ext uri="{BB962C8B-B14F-4D97-AF65-F5344CB8AC3E}">
        <p14:creationId xmlns:p14="http://schemas.microsoft.com/office/powerpoint/2010/main" val="4665165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Difference in outputs</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27</a:t>
            </a:fld>
            <a:endParaRPr lang="en-US"/>
          </a:p>
        </p:txBody>
      </p:sp>
    </p:spTree>
    <p:extLst>
      <p:ext uri="{BB962C8B-B14F-4D97-AF65-F5344CB8AC3E}">
        <p14:creationId xmlns:p14="http://schemas.microsoft.com/office/powerpoint/2010/main" val="42244775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Link to the source of the picture</a:t>
            </a:r>
            <a:br>
              <a:rPr lang="en-GB"/>
            </a:br>
            <a:r>
              <a:rPr lang="en-GB"/>
              <a:t>https://blog.penjee.com/passing-by-value-vs-by-reference-java-graphical/</a:t>
            </a:r>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28</a:t>
            </a:fld>
            <a:endParaRPr lang="en-US"/>
          </a:p>
        </p:txBody>
      </p:sp>
    </p:spTree>
    <p:extLst>
      <p:ext uri="{BB962C8B-B14F-4D97-AF65-F5344CB8AC3E}">
        <p14:creationId xmlns:p14="http://schemas.microsoft.com/office/powerpoint/2010/main" val="2683621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42</a:t>
            </a:fld>
            <a:endParaRPr lang="en-US"/>
          </a:p>
        </p:txBody>
      </p:sp>
    </p:spTree>
    <p:extLst>
      <p:ext uri="{BB962C8B-B14F-4D97-AF65-F5344CB8AC3E}">
        <p14:creationId xmlns:p14="http://schemas.microsoft.com/office/powerpoint/2010/main" val="39833552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0" i="0">
                <a:solidFill>
                  <a:srgbClr val="171717"/>
                </a:solidFill>
                <a:effectLst/>
                <a:latin typeface="+mn-lt"/>
              </a:rPr>
              <a:t>C# provides a full support for object-oriented programming concepts including  encapsulation, inheritance and polymorphism.</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4E4E4E"/>
                </a:solidFill>
                <a:effectLst/>
                <a:latin typeface="Segoe UI" panose="020B0502040204020203" pitchFamily="34" charset="0"/>
              </a:rPr>
              <a:t>In this module only Encapsulation will be covered.</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43</a:t>
            </a:fld>
            <a:endParaRPr lang="en-US"/>
          </a:p>
        </p:txBody>
      </p:sp>
    </p:spTree>
    <p:extLst>
      <p:ext uri="{BB962C8B-B14F-4D97-AF65-F5344CB8AC3E}">
        <p14:creationId xmlns:p14="http://schemas.microsoft.com/office/powerpoint/2010/main" val="30350199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ts val="0"/>
              </a:spcBef>
              <a:spcAft>
                <a:spcPts val="600"/>
              </a:spcAft>
              <a:buClrTx/>
              <a:buSzTx/>
              <a:buFontTx/>
              <a:buNone/>
              <a:tabLst/>
              <a:defRPr/>
            </a:pPr>
            <a:r>
              <a:rPr lang="en-US" sz="1600">
                <a:solidFill>
                  <a:schemeClr val="accent2"/>
                </a:solidFill>
                <a:latin typeface="Arial" panose="020B0604020202020204" pitchFamily="34" charset="0"/>
                <a:cs typeface="Arial" panose="020B0604020202020204" pitchFamily="34" charset="0"/>
              </a:rPr>
              <a:t>Encapsulation</a:t>
            </a:r>
            <a:r>
              <a:rPr lang="en-US" sz="1600"/>
              <a:t> means that a group of related methods, properties, and other members is treated as a single </a:t>
            </a:r>
            <a:r>
              <a:rPr lang="en-US" sz="1600" b="0" i="0">
                <a:solidFill>
                  <a:srgbClr val="000000"/>
                </a:solidFill>
                <a:effectLst/>
                <a:latin typeface="Arial" panose="020B0604020202020204" pitchFamily="34" charset="0"/>
              </a:rPr>
              <a:t>physical or logical package</a:t>
            </a:r>
            <a:r>
              <a:rPr lang="en-US" sz="1600"/>
              <a:t>.</a:t>
            </a:r>
          </a:p>
          <a:p>
            <a:pPr marL="0" marR="0" lvl="0" indent="0" algn="l" defTabSz="609585" rtl="0" eaLnBrk="1" fontAlgn="base" latinLnBrk="0" hangingPunct="1">
              <a:lnSpc>
                <a:spcPct val="100000"/>
              </a:lnSpc>
              <a:spcBef>
                <a:spcPts val="0"/>
              </a:spcBef>
              <a:spcAft>
                <a:spcPts val="600"/>
              </a:spcAft>
              <a:buClrTx/>
              <a:buSzTx/>
              <a:buFontTx/>
              <a:buNone/>
              <a:tabLst/>
              <a:defRPr/>
            </a:pPr>
            <a:endParaRPr lang="en-US" b="0" i="0">
              <a:solidFill>
                <a:srgbClr val="222222"/>
              </a:solidFill>
              <a:effectLst/>
              <a:latin typeface="arial" panose="020B0604020202020204" pitchFamily="34" charset="0"/>
            </a:endParaRPr>
          </a:p>
          <a:p>
            <a:pPr marL="0" marR="0" lvl="0" indent="0" algn="l" defTabSz="609585" rtl="0" eaLnBrk="1" fontAlgn="base" latinLnBrk="0" hangingPunct="1">
              <a:lnSpc>
                <a:spcPct val="100000"/>
              </a:lnSpc>
              <a:spcBef>
                <a:spcPts val="0"/>
              </a:spcBef>
              <a:spcAft>
                <a:spcPts val="600"/>
              </a:spcAft>
              <a:buClrTx/>
              <a:buSzTx/>
              <a:buFontTx/>
              <a:buNone/>
              <a:tabLst/>
              <a:defRPr/>
            </a:pPr>
            <a:r>
              <a:rPr lang="en-US" b="0" i="0">
                <a:solidFill>
                  <a:srgbClr val="222222"/>
                </a:solidFill>
                <a:effectLst/>
                <a:latin typeface="arial" panose="020B0604020202020204" pitchFamily="34" charset="0"/>
              </a:rPr>
              <a:t>In </a:t>
            </a:r>
            <a:r>
              <a:rPr lang="en-US" b="1" i="0">
                <a:solidFill>
                  <a:srgbClr val="222222"/>
                </a:solidFill>
                <a:effectLst/>
                <a:latin typeface="arial" panose="020B0604020202020204" pitchFamily="34" charset="0"/>
              </a:rPr>
              <a:t>c#</a:t>
            </a:r>
            <a:r>
              <a:rPr lang="en-US" b="0" i="0">
                <a:solidFill>
                  <a:srgbClr val="222222"/>
                </a:solidFill>
                <a:effectLst/>
                <a:latin typeface="arial" panose="020B0604020202020204" pitchFamily="34" charset="0"/>
              </a:rPr>
              <a:t>, </a:t>
            </a:r>
            <a:r>
              <a:rPr lang="en-US" b="1" i="0">
                <a:solidFill>
                  <a:srgbClr val="222222"/>
                </a:solidFill>
                <a:effectLst/>
                <a:latin typeface="arial" panose="020B0604020202020204" pitchFamily="34" charset="0"/>
              </a:rPr>
              <a:t>Encapsulation</a:t>
            </a:r>
            <a:r>
              <a:rPr lang="en-US" b="0" i="0">
                <a:solidFill>
                  <a:srgbClr val="222222"/>
                </a:solidFill>
                <a:effectLst/>
                <a:latin typeface="arial" panose="020B0604020202020204" pitchFamily="34" charset="0"/>
              </a:rPr>
              <a:t> is a process of binding the data members and member functions into a single unit. In </a:t>
            </a:r>
            <a:r>
              <a:rPr lang="en-US" b="1" i="0">
                <a:solidFill>
                  <a:srgbClr val="222222"/>
                </a:solidFill>
                <a:effectLst/>
                <a:latin typeface="arial" panose="020B0604020202020204" pitchFamily="34" charset="0"/>
              </a:rPr>
              <a:t>c#</a:t>
            </a:r>
            <a:r>
              <a:rPr lang="en-US" b="0" i="0">
                <a:solidFill>
                  <a:srgbClr val="222222"/>
                </a:solidFill>
                <a:effectLst/>
                <a:latin typeface="arial" panose="020B0604020202020204" pitchFamily="34" charset="0"/>
              </a:rPr>
              <a:t>, the class is the real-time example for </a:t>
            </a:r>
            <a:r>
              <a:rPr lang="en-US" b="1" i="0">
                <a:solidFill>
                  <a:srgbClr val="222222"/>
                </a:solidFill>
                <a:effectLst/>
                <a:latin typeface="arial" panose="020B0604020202020204" pitchFamily="34" charset="0"/>
              </a:rPr>
              <a:t>encapsulation</a:t>
            </a:r>
            <a:r>
              <a:rPr lang="en-US" b="0" i="0">
                <a:solidFill>
                  <a:srgbClr val="222222"/>
                </a:solidFill>
                <a:effectLst/>
                <a:latin typeface="arial" panose="020B0604020202020204" pitchFamily="34" charset="0"/>
              </a:rPr>
              <a:t> because it will combine various types of data members and member functions into a single unit.</a:t>
            </a:r>
            <a:endParaRPr lang="en-US" sz="1600" noProof="1">
              <a:solidFill>
                <a:srgbClr val="171717"/>
              </a:solidFill>
              <a:latin typeface="+mn-lt"/>
            </a:endParaRPr>
          </a:p>
          <a:p>
            <a:pPr marL="0" indent="0">
              <a:spcBef>
                <a:spcPts val="0"/>
              </a:spcBef>
              <a:spcAft>
                <a:spcPts val="600"/>
              </a:spcAft>
              <a:buNone/>
            </a:pPr>
            <a:endParaRPr lang="en-US" sz="1600" noProof="1">
              <a:solidFill>
                <a:srgbClr val="171717"/>
              </a:solidFill>
              <a:latin typeface="+mn-lt"/>
            </a:endParaRPr>
          </a:p>
          <a:p>
            <a:pPr marL="0" indent="0">
              <a:spcBef>
                <a:spcPts val="0"/>
              </a:spcBef>
              <a:spcAft>
                <a:spcPts val="600"/>
              </a:spcAft>
              <a:buNone/>
            </a:pPr>
            <a:r>
              <a:rPr lang="en-US" sz="1600" noProof="1">
                <a:solidFill>
                  <a:srgbClr val="171717"/>
                </a:solidFill>
                <a:latin typeface="+mn-lt"/>
              </a:rPr>
              <a:t>In this example </a:t>
            </a:r>
            <a:r>
              <a:rPr lang="en-US" sz="1600" noProof="1">
                <a:solidFill>
                  <a:schemeClr val="accent2"/>
                </a:solidFill>
                <a:latin typeface="+mn-lt"/>
              </a:rPr>
              <a:t>Employee</a:t>
            </a:r>
            <a:r>
              <a:rPr lang="en-US" sz="1600" noProof="1">
                <a:solidFill>
                  <a:srgbClr val="171717"/>
                </a:solidFill>
                <a:latin typeface="+mn-lt"/>
              </a:rPr>
              <a:t> class is encapsulation unit which describes Employee package.</a:t>
            </a:r>
          </a:p>
          <a:p>
            <a:pPr marL="0" indent="0">
              <a:spcBef>
                <a:spcPts val="0"/>
              </a:spcBef>
              <a:spcAft>
                <a:spcPts val="600"/>
              </a:spcAft>
              <a:buNone/>
            </a:pPr>
            <a:r>
              <a:rPr lang="en-US" sz="1600" noProof="1">
                <a:solidFill>
                  <a:srgbClr val="171717"/>
                </a:solidFill>
                <a:latin typeface="+mn-lt"/>
              </a:rPr>
              <a:t>Class</a:t>
            </a:r>
            <a:r>
              <a:rPr lang="en-US" sz="1600" noProof="1">
                <a:solidFill>
                  <a:srgbClr val="000000"/>
                </a:solidFill>
                <a:latin typeface="+mn-lt"/>
              </a:rPr>
              <a:t> </a:t>
            </a:r>
            <a:r>
              <a:rPr lang="en-US" sz="1600" noProof="1">
                <a:solidFill>
                  <a:schemeClr val="accent2"/>
                </a:solidFill>
                <a:latin typeface="+mn-lt"/>
              </a:rPr>
              <a:t>Employee</a:t>
            </a:r>
            <a:r>
              <a:rPr lang="en-US" sz="1600" i="1" noProof="1">
                <a:solidFill>
                  <a:schemeClr val="accent2"/>
                </a:solidFill>
                <a:latin typeface="+mn-lt"/>
              </a:rPr>
              <a:t> </a:t>
            </a:r>
            <a:r>
              <a:rPr lang="en-US" sz="1600" noProof="1">
                <a:solidFill>
                  <a:srgbClr val="171717"/>
                </a:solidFill>
                <a:latin typeface="+mn-lt"/>
              </a:rPr>
              <a:t>has two readonly properties - </a:t>
            </a:r>
            <a:r>
              <a:rPr lang="en-US" sz="1600" noProof="1">
                <a:solidFill>
                  <a:schemeClr val="accent2"/>
                </a:solidFill>
                <a:latin typeface="+mn-lt"/>
              </a:rPr>
              <a:t>Salary</a:t>
            </a:r>
            <a:r>
              <a:rPr lang="en-US" sz="1600" noProof="1">
                <a:solidFill>
                  <a:srgbClr val="171717"/>
                </a:solidFill>
                <a:latin typeface="+mn-lt"/>
              </a:rPr>
              <a:t> and </a:t>
            </a:r>
            <a:r>
              <a:rPr lang="en-US" sz="1600" noProof="1">
                <a:solidFill>
                  <a:schemeClr val="accent2"/>
                </a:solidFill>
                <a:latin typeface="+mn-lt"/>
              </a:rPr>
              <a:t>Name</a:t>
            </a:r>
            <a:r>
              <a:rPr lang="en-US" sz="1600" noProof="1">
                <a:solidFill>
                  <a:srgbClr val="171717"/>
                </a:solidFill>
                <a:latin typeface="+mn-lt"/>
              </a:rPr>
              <a:t> which can be assigned only from constructor. That means that no one can modify these properties from outside. </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44</a:t>
            </a:fld>
            <a:endParaRPr lang="en-US"/>
          </a:p>
        </p:txBody>
      </p:sp>
    </p:spTree>
    <p:extLst>
      <p:ext uri="{BB962C8B-B14F-4D97-AF65-F5344CB8AC3E}">
        <p14:creationId xmlns:p14="http://schemas.microsoft.com/office/powerpoint/2010/main" val="6555498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a:solidFill>
                  <a:schemeClr val="accent2"/>
                </a:solidFill>
              </a:rPr>
              <a:t>Encapsulation</a:t>
            </a:r>
            <a:r>
              <a:rPr lang="en-US" sz="1600"/>
              <a:t> is implemented by using access specifiers. An access specifier defines the scope and visibility of a class member. C# supports the following access specifiers:</a:t>
            </a:r>
            <a:endParaRPr lang="en-US" b="0" i="0">
              <a:solidFill>
                <a:srgbClr val="171717"/>
              </a:solidFill>
              <a:effectLst/>
              <a:latin typeface="Segoe UI" panose="020B0502040204020203" pitchFamily="34" charset="0"/>
            </a:endParaRP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All types and type members have an accessibility level. The accessibility level controls whether they can be used from other code in your assembly or other assemblies. Use the following access modifiers to specify the accessibility of a type or member when you declare it:</a:t>
            </a: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3"/>
              </a:rPr>
              <a:t>public</a:t>
            </a:r>
            <a:r>
              <a:rPr lang="en-US" b="0" i="0">
                <a:solidFill>
                  <a:srgbClr val="171717"/>
                </a:solidFill>
                <a:effectLst/>
                <a:latin typeface="Segoe UI" panose="020B0502040204020203" pitchFamily="34" charset="0"/>
              </a:rPr>
              <a:t>: The type or member can be accessed by any other code in the same assembly or another assembly that references it.</a:t>
            </a: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4"/>
              </a:rPr>
              <a:t>private</a:t>
            </a:r>
            <a:r>
              <a:rPr lang="en-US" b="0" i="0">
                <a:solidFill>
                  <a:srgbClr val="171717"/>
                </a:solidFill>
                <a:effectLst/>
                <a:latin typeface="Segoe UI" panose="020B0502040204020203" pitchFamily="34" charset="0"/>
              </a:rPr>
              <a:t>: The type or member can be accessed only by code in the same class or struct.</a:t>
            </a: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5"/>
              </a:rPr>
              <a:t>protected</a:t>
            </a:r>
            <a:r>
              <a:rPr lang="en-US" b="0" i="0">
                <a:solidFill>
                  <a:srgbClr val="171717"/>
                </a:solidFill>
                <a:effectLst/>
                <a:latin typeface="Segoe UI" panose="020B0502040204020203" pitchFamily="34" charset="0"/>
              </a:rPr>
              <a:t>: The type or member can be accessed only by code in the same class, or in a class that is derived from that class.</a:t>
            </a: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6"/>
              </a:rPr>
              <a:t>internal</a:t>
            </a:r>
            <a:r>
              <a:rPr lang="en-US" b="0" i="0">
                <a:solidFill>
                  <a:srgbClr val="171717"/>
                </a:solidFill>
                <a:effectLst/>
                <a:latin typeface="Segoe UI" panose="020B0502040204020203" pitchFamily="34" charset="0"/>
              </a:rPr>
              <a:t>: The type or member can be accessed by any code in the same assembly, but not from another assembly.</a:t>
            </a: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7"/>
              </a:rPr>
              <a:t>protected internal</a:t>
            </a:r>
            <a:r>
              <a:rPr lang="en-US" b="0" i="0">
                <a:solidFill>
                  <a:srgbClr val="171717"/>
                </a:solidFill>
                <a:effectLst/>
                <a:latin typeface="Segoe UI" panose="020B0502040204020203" pitchFamily="34" charset="0"/>
              </a:rPr>
              <a:t>: The type or member can be accessed by any code in the assembly in which it's declared, or from within a derived class in another assembly.</a:t>
            </a: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8"/>
              </a:rPr>
              <a:t>private protected</a:t>
            </a:r>
            <a:r>
              <a:rPr lang="en-US" b="0" i="0">
                <a:solidFill>
                  <a:srgbClr val="171717"/>
                </a:solidFill>
                <a:effectLst/>
                <a:latin typeface="Segoe UI" panose="020B0502040204020203" pitchFamily="34" charset="0"/>
              </a:rPr>
              <a:t>: The type or member can be accessed only within its declaring assembly, by code in the same class or in a type that is derived from that class.</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45</a:t>
            </a:fld>
            <a:endParaRPr lang="en-US"/>
          </a:p>
        </p:txBody>
      </p:sp>
    </p:spTree>
    <p:extLst>
      <p:ext uri="{BB962C8B-B14F-4D97-AF65-F5344CB8AC3E}">
        <p14:creationId xmlns:p14="http://schemas.microsoft.com/office/powerpoint/2010/main" val="18301447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33333"/>
                </a:solidFill>
                <a:effectLst/>
                <a:latin typeface="Open-sans"/>
              </a:rPr>
              <a:t>Encapsulation, in the context of C#, refers to an object's ability to hide data and behavior that are not necessary to its user. Encapsulation enables a group of properties, methods and other members to be considered a single unit or object.</a:t>
            </a:r>
          </a:p>
          <a:p>
            <a:r>
              <a:rPr lang="en-US" b="0" i="0">
                <a:solidFill>
                  <a:srgbClr val="333333"/>
                </a:solidFill>
                <a:effectLst/>
                <a:latin typeface="Open-sans"/>
              </a:rPr>
              <a:t>Encapsulation is used to restrict access to the members of a class to prevent the user of a given class from manipulating objects in ways that are not intended by the designer. </a:t>
            </a:r>
          </a:p>
          <a:p>
            <a:endParaRPr lang="en-US" b="0" i="0">
              <a:solidFill>
                <a:srgbClr val="333333"/>
              </a:solidFill>
              <a:effectLst/>
              <a:latin typeface="Open-sans"/>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46</a:t>
            </a:fld>
            <a:endParaRPr lang="en-US"/>
          </a:p>
        </p:txBody>
      </p:sp>
    </p:spTree>
    <p:extLst>
      <p:ext uri="{BB962C8B-B14F-4D97-AF65-F5344CB8AC3E}">
        <p14:creationId xmlns:p14="http://schemas.microsoft.com/office/powerpoint/2010/main" val="30800772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b="1"/>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47</a:t>
            </a:fld>
            <a:endParaRPr lang="en-US"/>
          </a:p>
        </p:txBody>
      </p:sp>
    </p:spTree>
    <p:extLst>
      <p:ext uri="{BB962C8B-B14F-4D97-AF65-F5344CB8AC3E}">
        <p14:creationId xmlns:p14="http://schemas.microsoft.com/office/powerpoint/2010/main" val="32248722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b="1"/>
              <a:t>LIVE DEMO 4</a:t>
            </a:r>
          </a:p>
          <a:p>
            <a:endParaRPr lang="en-US"/>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7B4E6626-DD92-5440-975E-5D33BC737A1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35087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Add new project – </a:t>
            </a:r>
            <a:r>
              <a:rPr lang="en-GB" err="1"/>
              <a:t>ExternalService</a:t>
            </a:r>
            <a:endParaRPr lang="en-GB"/>
          </a:p>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49</a:t>
            </a:fld>
            <a:endParaRPr lang="en-US"/>
          </a:p>
        </p:txBody>
      </p:sp>
    </p:spTree>
    <p:extLst>
      <p:ext uri="{BB962C8B-B14F-4D97-AF65-F5344CB8AC3E}">
        <p14:creationId xmlns:p14="http://schemas.microsoft.com/office/powerpoint/2010/main" val="29895041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Create new class in the new project. Try to instantiate Mail class in it.</a:t>
            </a:r>
          </a:p>
          <a:p>
            <a:r>
              <a:rPr lang="en-GB"/>
              <a:t>It shouldn’t be possible at the moment because Mail class is internal at the moment</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50</a:t>
            </a:fld>
            <a:endParaRPr lang="en-US"/>
          </a:p>
        </p:txBody>
      </p:sp>
    </p:spTree>
    <p:extLst>
      <p:ext uri="{BB962C8B-B14F-4D97-AF65-F5344CB8AC3E}">
        <p14:creationId xmlns:p14="http://schemas.microsoft.com/office/powerpoint/2010/main" val="15285117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Make Mail class public</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51</a:t>
            </a:fld>
            <a:endParaRPr lang="en-US"/>
          </a:p>
        </p:txBody>
      </p:sp>
    </p:spTree>
    <p:extLst>
      <p:ext uri="{BB962C8B-B14F-4D97-AF65-F5344CB8AC3E}">
        <p14:creationId xmlns:p14="http://schemas.microsoft.com/office/powerpoint/2010/main" val="31492614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Only public members are visible from the outside of the project.</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52</a:t>
            </a:fld>
            <a:endParaRPr lang="en-US"/>
          </a:p>
        </p:txBody>
      </p:sp>
    </p:spTree>
    <p:extLst>
      <p:ext uri="{BB962C8B-B14F-4D97-AF65-F5344CB8AC3E}">
        <p14:creationId xmlns:p14="http://schemas.microsoft.com/office/powerpoint/2010/main" val="35403847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55</a:t>
            </a:fld>
            <a:endParaRPr lang="en-US"/>
          </a:p>
        </p:txBody>
      </p:sp>
    </p:spTree>
    <p:extLst>
      <p:ext uri="{BB962C8B-B14F-4D97-AF65-F5344CB8AC3E}">
        <p14:creationId xmlns:p14="http://schemas.microsoft.com/office/powerpoint/2010/main" val="25552617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GB" b="1"/>
              <a:t>LIVE DEMO 5</a:t>
            </a:r>
            <a:endParaRPr lang="da-DK" b="1"/>
          </a:p>
          <a:p>
            <a:endParaRPr lang="da-DK" b="1"/>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56</a:t>
            </a:fld>
            <a:endParaRPr lang="en-US"/>
          </a:p>
        </p:txBody>
      </p:sp>
    </p:spTree>
    <p:extLst>
      <p:ext uri="{BB962C8B-B14F-4D97-AF65-F5344CB8AC3E}">
        <p14:creationId xmlns:p14="http://schemas.microsoft.com/office/powerpoint/2010/main" val="36543072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57</a:t>
            </a:fld>
            <a:endParaRPr lang="en-US"/>
          </a:p>
        </p:txBody>
      </p:sp>
    </p:spTree>
    <p:extLst>
      <p:ext uri="{BB962C8B-B14F-4D97-AF65-F5344CB8AC3E}">
        <p14:creationId xmlns:p14="http://schemas.microsoft.com/office/powerpoint/2010/main" val="3041893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A string is a sequential collection of characters that is used to represent text. A </a:t>
            </a:r>
            <a:r>
              <a:rPr lang="en-US" b="0" i="0" u="none" strike="noStrike">
                <a:effectLst/>
                <a:latin typeface="Segoe UI" panose="020B0502040204020203" pitchFamily="34" charset="0"/>
                <a:hlinkClick r:id="rId3"/>
              </a:rPr>
              <a:t>String</a:t>
            </a:r>
            <a:r>
              <a:rPr lang="en-US" b="0" i="0">
                <a:solidFill>
                  <a:srgbClr val="171717"/>
                </a:solidFill>
                <a:effectLst/>
                <a:latin typeface="Segoe UI" panose="020B0502040204020203" pitchFamily="34" charset="0"/>
              </a:rPr>
              <a:t> object is a sequential collection of </a:t>
            </a:r>
            <a:r>
              <a:rPr lang="en-US" b="0" i="0" u="none" strike="noStrike" err="1">
                <a:effectLst/>
                <a:latin typeface="Segoe UI" panose="020B0502040204020203" pitchFamily="34" charset="0"/>
                <a:hlinkClick r:id="rId4"/>
              </a:rPr>
              <a:t>System.Char</a:t>
            </a:r>
            <a:r>
              <a:rPr lang="en-US" b="0" i="0">
                <a:solidFill>
                  <a:srgbClr val="171717"/>
                </a:solidFill>
                <a:effectLst/>
                <a:latin typeface="Segoe UI" panose="020B0502040204020203" pitchFamily="34" charset="0"/>
              </a:rPr>
              <a:t> objects that represent a string</a:t>
            </a:r>
          </a:p>
          <a:p>
            <a:r>
              <a:rPr lang="en-US" b="0" i="0">
                <a:solidFill>
                  <a:srgbClr val="171717"/>
                </a:solidFill>
                <a:effectLst/>
                <a:latin typeface="Segoe UI" panose="020B0502040204020203" pitchFamily="34" charset="0"/>
              </a:rPr>
              <a:t>The string is </a:t>
            </a:r>
            <a:r>
              <a:rPr lang="en-US" b="1" i="0">
                <a:solidFill>
                  <a:srgbClr val="171717"/>
                </a:solidFill>
                <a:effectLst/>
                <a:latin typeface="Segoe UI" panose="020B0502040204020203" pitchFamily="34" charset="0"/>
              </a:rPr>
              <a:t>immutable</a:t>
            </a:r>
            <a:r>
              <a:rPr lang="en-US" b="0" i="0">
                <a:solidFill>
                  <a:srgbClr val="171717"/>
                </a:solidFill>
                <a:effectLst/>
                <a:latin typeface="Segoe UI" panose="020B0502040204020203" pitchFamily="34" charset="0"/>
              </a:rPr>
              <a:t> (that is, it is read-only). </a:t>
            </a:r>
          </a:p>
          <a:p>
            <a:endParaRPr lang="en-US" b="0" i="0">
              <a:solidFill>
                <a:srgbClr val="171717"/>
              </a:solidFill>
              <a:effectLst/>
              <a:latin typeface="Segoe UI" panose="020B0502040204020203" pitchFamily="34" charset="0"/>
            </a:endParaRPr>
          </a:p>
          <a:p>
            <a:r>
              <a:rPr lang="en-US" b="0" i="0">
                <a:solidFill>
                  <a:srgbClr val="000000"/>
                </a:solidFill>
                <a:effectLst/>
                <a:latin typeface="Gotham SSm A"/>
              </a:rPr>
              <a:t>If you edit a string, you are really not modifying that string; rather, the CLR is creating a new memory reference for the modified string, and the original string will get removed from memory via garbage collection.</a:t>
            </a:r>
          </a:p>
          <a:p>
            <a:endParaRPr lang="en-US" b="0" i="0">
              <a:solidFill>
                <a:srgbClr val="000000"/>
              </a:solidFill>
              <a:effectLst/>
              <a:latin typeface="Gotham SSm A"/>
            </a:endParaRPr>
          </a:p>
          <a:p>
            <a:r>
              <a:rPr lang="en-US" b="0" i="0">
                <a:solidFill>
                  <a:srgbClr val="000000"/>
                </a:solidFill>
                <a:effectLst/>
                <a:latin typeface="Gotham SSm A"/>
              </a:rPr>
              <a:t>Pros</a:t>
            </a:r>
          </a:p>
          <a:p>
            <a:r>
              <a:rPr lang="en-US" b="0" i="0">
                <a:solidFill>
                  <a:srgbClr val="000000"/>
                </a:solidFill>
                <a:effectLst/>
                <a:latin typeface="Gotham SSm A"/>
              </a:rPr>
              <a:t>One advantage is that they are thread safe. If you are working with a multi threaded system, there will be no risk of a deadlock or any concurrency issues, since when you modify a string, you are really just creating a new object in memory. </a:t>
            </a:r>
          </a:p>
          <a:p>
            <a:r>
              <a:rPr lang="en-US" b="0" i="0">
                <a:solidFill>
                  <a:srgbClr val="000000"/>
                </a:solidFill>
                <a:effectLst/>
                <a:latin typeface="Gotham SSm A"/>
              </a:rPr>
              <a:t>Another advantage is that you will not have to worry about accidentally changing them. You do not need to take the additional safety measures (i.e. a defensive object copy) that you may need to take with a mutable object.</a:t>
            </a:r>
          </a:p>
          <a:p>
            <a:endParaRPr lang="en-US" b="0" i="0">
              <a:solidFill>
                <a:srgbClr val="000000"/>
              </a:solidFill>
              <a:effectLst/>
              <a:latin typeface="Gotham SSm A"/>
            </a:endParaRPr>
          </a:p>
          <a:p>
            <a:r>
              <a:rPr lang="en-US" b="0" i="0">
                <a:solidFill>
                  <a:srgbClr val="000000"/>
                </a:solidFill>
                <a:effectLst/>
                <a:latin typeface="Gotham SSm A"/>
              </a:rPr>
              <a:t>Cons</a:t>
            </a:r>
          </a:p>
          <a:p>
            <a:r>
              <a:rPr lang="en-US" b="0" i="0">
                <a:solidFill>
                  <a:srgbClr val="000000"/>
                </a:solidFill>
                <a:effectLst/>
                <a:latin typeface="Gotham SSm A"/>
              </a:rPr>
              <a:t>Why are immutable strings a bad idea? The main issue is that constantly changing strings can lead to performance issues. </a:t>
            </a:r>
            <a:endParaRPr lang="en-US" b="0" i="0">
              <a:solidFill>
                <a:srgbClr val="171717"/>
              </a:solidFill>
              <a:effectLst/>
              <a:latin typeface="Segoe UI" panose="020B0502040204020203" pitchFamily="34" charset="0"/>
            </a:endParaRPr>
          </a:p>
          <a:p>
            <a:endParaRPr lang="en-US" b="0" i="0">
              <a:solidFill>
                <a:srgbClr val="171717"/>
              </a:solidFill>
              <a:effectLst/>
              <a:latin typeface="Segoe UI" panose="020B0502040204020203" pitchFamily="34" charset="0"/>
            </a:endParaRPr>
          </a:p>
          <a:p>
            <a:endParaRPr lang="en-US" b="0" i="0">
              <a:solidFill>
                <a:srgbClr val="171717"/>
              </a:solidFill>
              <a:effectLst/>
              <a:latin typeface="Segoe UI" panose="020B0502040204020203" pitchFamily="34" charset="0"/>
            </a:endParaRPr>
          </a:p>
          <a:p>
            <a:endParaRPr lang="en-US" b="0" i="0">
              <a:solidFill>
                <a:srgbClr val="171717"/>
              </a:solidFill>
              <a:effectLst/>
              <a:latin typeface="Segoe UI" panose="020B0502040204020203" pitchFamily="34" charset="0"/>
            </a:endParaRPr>
          </a:p>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58</a:t>
            </a:fld>
            <a:endParaRPr lang="en-US"/>
          </a:p>
        </p:txBody>
      </p:sp>
    </p:spTree>
    <p:extLst>
      <p:ext uri="{BB962C8B-B14F-4D97-AF65-F5344CB8AC3E}">
        <p14:creationId xmlns:p14="http://schemas.microsoft.com/office/powerpoint/2010/main" val="21927954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Represents a mutable string of characters.  </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Although </a:t>
            </a:r>
            <a:r>
              <a:rPr lang="en-US" b="0" i="0" u="none" strike="noStrike">
                <a:effectLst/>
                <a:latin typeface="Segoe UI" panose="020B0502040204020203" pitchFamily="34" charset="0"/>
                <a:hlinkClick r:id="rId3"/>
              </a:rPr>
              <a:t>StringBuilder</a:t>
            </a:r>
            <a:r>
              <a:rPr lang="en-US" b="0" i="0">
                <a:solidFill>
                  <a:srgbClr val="171717"/>
                </a:solidFill>
                <a:effectLst/>
                <a:latin typeface="Segoe UI" panose="020B0502040204020203" pitchFamily="34" charset="0"/>
              </a:rPr>
              <a:t> and </a:t>
            </a:r>
            <a:r>
              <a:rPr lang="en-US" b="0" i="0" u="none" strike="noStrike">
                <a:effectLst/>
                <a:latin typeface="Segoe UI" panose="020B0502040204020203" pitchFamily="34" charset="0"/>
                <a:hlinkClick r:id="rId4"/>
              </a:rPr>
              <a:t>String</a:t>
            </a:r>
            <a:r>
              <a:rPr lang="en-US" b="0" i="0">
                <a:solidFill>
                  <a:srgbClr val="171717"/>
                </a:solidFill>
                <a:effectLst/>
                <a:latin typeface="Segoe UI" panose="020B0502040204020203" pitchFamily="34" charset="0"/>
              </a:rPr>
              <a:t> both represent sequences of characters, they are implemented differently. </a:t>
            </a:r>
            <a:r>
              <a:rPr lang="en-US" b="0" i="0" u="none" strike="noStrike">
                <a:effectLst/>
                <a:latin typeface="Segoe UI" panose="020B0502040204020203" pitchFamily="34" charset="0"/>
                <a:hlinkClick r:id="rId4"/>
              </a:rPr>
              <a:t>String</a:t>
            </a:r>
            <a:r>
              <a:rPr lang="en-US" b="0" i="0">
                <a:solidFill>
                  <a:srgbClr val="171717"/>
                </a:solidFill>
                <a:effectLst/>
                <a:latin typeface="Segoe UI" panose="020B0502040204020203" pitchFamily="34" charset="0"/>
              </a:rPr>
              <a:t> is an immutable type. That is, each operation that appears to modify a </a:t>
            </a:r>
            <a:r>
              <a:rPr lang="en-US" b="0" i="0" u="none" strike="noStrike">
                <a:effectLst/>
                <a:latin typeface="Segoe UI" panose="020B0502040204020203" pitchFamily="34" charset="0"/>
                <a:hlinkClick r:id="rId4"/>
              </a:rPr>
              <a:t>String</a:t>
            </a:r>
            <a:r>
              <a:rPr lang="en-US" b="0" i="0">
                <a:solidFill>
                  <a:srgbClr val="171717"/>
                </a:solidFill>
                <a:effectLst/>
                <a:latin typeface="Segoe UI" panose="020B0502040204020203" pitchFamily="34" charset="0"/>
              </a:rPr>
              <a:t> object actually creates a new string.</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For routines that perform extensive string manipulation (such as apps that modify a string numerous times in a loop), modifying a string repeatedly can exact a significant performance penalty. The alternative is to use </a:t>
            </a:r>
            <a:r>
              <a:rPr lang="en-US" b="0" i="0" u="none" strike="noStrike">
                <a:effectLst/>
                <a:latin typeface="Segoe UI" panose="020B0502040204020203" pitchFamily="34" charset="0"/>
                <a:hlinkClick r:id="rId3"/>
              </a:rPr>
              <a:t>StringBuilder</a:t>
            </a:r>
            <a:r>
              <a:rPr lang="en-US" b="0" i="0">
                <a:solidFill>
                  <a:srgbClr val="171717"/>
                </a:solidFill>
                <a:effectLst/>
                <a:latin typeface="Segoe UI" panose="020B0502040204020203" pitchFamily="34" charset="0"/>
              </a:rPr>
              <a:t>, which is a mutable string class.</a:t>
            </a:r>
          </a:p>
          <a:p>
            <a:r>
              <a:rPr lang="en-US" b="0" i="0">
                <a:solidFill>
                  <a:srgbClr val="171717"/>
                </a:solidFill>
                <a:effectLst/>
                <a:latin typeface="Segoe UI" panose="020B0502040204020203" pitchFamily="34" charset="0"/>
              </a:rPr>
              <a:t>Mutability means that once an instance of the class has been created, it can be modified by appending, removing, replacing, or inserting characters. A </a:t>
            </a:r>
            <a:r>
              <a:rPr lang="en-US" b="0" i="0" u="none" strike="noStrike">
                <a:effectLst/>
                <a:latin typeface="Segoe UI" panose="020B0502040204020203" pitchFamily="34" charset="0"/>
                <a:hlinkClick r:id="rId3"/>
              </a:rPr>
              <a:t>StringBuilder</a:t>
            </a:r>
            <a:r>
              <a:rPr lang="en-US" b="0" i="0">
                <a:solidFill>
                  <a:srgbClr val="171717"/>
                </a:solidFill>
                <a:effectLst/>
                <a:latin typeface="Segoe UI" panose="020B0502040204020203" pitchFamily="34" charset="0"/>
              </a:rPr>
              <a:t> object maintains a buffer to accommodate expansions to the string. New data is appended to the buffer if room is available; otherwise, a new, larger buffer is allocated, data from the original buffer is copied to the new buffer, and the new data is then appended to the new buffer.</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Although the </a:t>
            </a:r>
            <a:r>
              <a:rPr lang="en-US" b="1" i="0" u="none" strike="noStrike">
                <a:effectLst/>
                <a:latin typeface="Segoe UI" panose="020B0502040204020203" pitchFamily="34" charset="0"/>
                <a:hlinkClick r:id="rId3"/>
              </a:rPr>
              <a:t>StringBuilder</a:t>
            </a:r>
            <a:r>
              <a:rPr lang="en-US" b="0" i="0">
                <a:solidFill>
                  <a:srgbClr val="171717"/>
                </a:solidFill>
                <a:effectLst/>
                <a:latin typeface="Segoe UI" panose="020B0502040204020203" pitchFamily="34" charset="0"/>
              </a:rPr>
              <a:t> class generally offers better performance than the </a:t>
            </a:r>
            <a:r>
              <a:rPr lang="en-US" b="1" i="0" u="none" strike="noStrike">
                <a:effectLst/>
                <a:latin typeface="Segoe UI" panose="020B0502040204020203" pitchFamily="34" charset="0"/>
                <a:hlinkClick r:id="rId4"/>
              </a:rPr>
              <a:t>String</a:t>
            </a:r>
            <a:r>
              <a:rPr lang="en-US" b="0" i="0">
                <a:solidFill>
                  <a:srgbClr val="171717"/>
                </a:solidFill>
                <a:effectLst/>
                <a:latin typeface="Segoe UI" panose="020B0502040204020203" pitchFamily="34" charset="0"/>
              </a:rPr>
              <a:t> class, you should not automatically replace </a:t>
            </a:r>
            <a:r>
              <a:rPr lang="en-US" b="1" i="0" u="none" strike="noStrike">
                <a:effectLst/>
                <a:latin typeface="Segoe UI" panose="020B0502040204020203" pitchFamily="34" charset="0"/>
                <a:hlinkClick r:id="rId4"/>
              </a:rPr>
              <a:t>String</a:t>
            </a:r>
            <a:r>
              <a:rPr lang="en-US" b="0" i="0">
                <a:solidFill>
                  <a:srgbClr val="171717"/>
                </a:solidFill>
                <a:effectLst/>
                <a:latin typeface="Segoe UI" panose="020B0502040204020203" pitchFamily="34" charset="0"/>
              </a:rPr>
              <a:t> with </a:t>
            </a:r>
            <a:r>
              <a:rPr lang="en-US" b="1" i="0" u="none" strike="noStrike">
                <a:effectLst/>
                <a:latin typeface="Segoe UI" panose="020B0502040204020203" pitchFamily="34" charset="0"/>
                <a:hlinkClick r:id="rId3"/>
              </a:rPr>
              <a:t>StringBuilder</a:t>
            </a:r>
            <a:r>
              <a:rPr lang="en-US" b="0" i="0">
                <a:solidFill>
                  <a:srgbClr val="171717"/>
                </a:solidFill>
                <a:effectLst/>
                <a:latin typeface="Segoe UI" panose="020B0502040204020203" pitchFamily="34" charset="0"/>
              </a:rPr>
              <a:t> whenever you want to manipulate strings. Performance depends on the size of the string, the amount of memory to be allocated for the new string, the system on which your app is executing, and the type of operation. You should be prepared to test your app to determine whether </a:t>
            </a:r>
            <a:r>
              <a:rPr lang="en-US" b="1" i="0" u="none" strike="noStrike">
                <a:effectLst/>
                <a:latin typeface="Segoe UI" panose="020B0502040204020203" pitchFamily="34" charset="0"/>
                <a:hlinkClick r:id="rId3"/>
              </a:rPr>
              <a:t>StringBuilder</a:t>
            </a:r>
            <a:r>
              <a:rPr lang="en-US" b="0" i="0">
                <a:solidFill>
                  <a:srgbClr val="171717"/>
                </a:solidFill>
                <a:effectLst/>
                <a:latin typeface="Segoe UI" panose="020B0502040204020203" pitchFamily="34" charset="0"/>
              </a:rPr>
              <a:t> actually offers a significant performance improvement.</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59</a:t>
            </a:fld>
            <a:endParaRPr lang="en-US"/>
          </a:p>
        </p:txBody>
      </p:sp>
    </p:spTree>
    <p:extLst>
      <p:ext uri="{BB962C8B-B14F-4D97-AF65-F5344CB8AC3E}">
        <p14:creationId xmlns:p14="http://schemas.microsoft.com/office/powerpoint/2010/main" val="36978781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LIVE DEMO 6</a:t>
            </a:r>
            <a:endParaRPr lang="da-DK" b="1"/>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61</a:t>
            </a:fld>
            <a:endParaRPr lang="en-US"/>
          </a:p>
        </p:txBody>
      </p:sp>
    </p:spTree>
    <p:extLst>
      <p:ext uri="{BB962C8B-B14F-4D97-AF65-F5344CB8AC3E}">
        <p14:creationId xmlns:p14="http://schemas.microsoft.com/office/powerpoint/2010/main" val="17336516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As we don’t know how many times we would like to increase Body, we are going to use StringBuilder</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62</a:t>
            </a:fld>
            <a:endParaRPr lang="en-US"/>
          </a:p>
        </p:txBody>
      </p:sp>
    </p:spTree>
    <p:extLst>
      <p:ext uri="{BB962C8B-B14F-4D97-AF65-F5344CB8AC3E}">
        <p14:creationId xmlns:p14="http://schemas.microsoft.com/office/powerpoint/2010/main" val="10603202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63</a:t>
            </a:fld>
            <a:endParaRPr lang="en-US"/>
          </a:p>
        </p:txBody>
      </p:sp>
    </p:spTree>
    <p:extLst>
      <p:ext uri="{BB962C8B-B14F-4D97-AF65-F5344CB8AC3E}">
        <p14:creationId xmlns:p14="http://schemas.microsoft.com/office/powerpoint/2010/main" val="3021155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LIVE DEMO 6</a:t>
            </a:r>
            <a:endParaRPr lang="da-DK" b="1"/>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64</a:t>
            </a:fld>
            <a:endParaRPr lang="en-US"/>
          </a:p>
        </p:txBody>
      </p:sp>
    </p:spTree>
    <p:extLst>
      <p:ext uri="{BB962C8B-B14F-4D97-AF65-F5344CB8AC3E}">
        <p14:creationId xmlns:p14="http://schemas.microsoft.com/office/powerpoint/2010/main" val="1047628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for general information and illustrative purposes only and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used</a:t>
            </a:r>
            <a:r>
              <a:rPr lang="da-DK" sz="800">
                <a:solidFill>
                  <a:schemeClr val="accent6">
                    <a:lumMod val="75000"/>
                  </a:schemeClr>
                </a:solidFill>
                <a:latin typeface="+mn-lt"/>
              </a:rPr>
              <a:t> at the </a:t>
            </a:r>
            <a:r>
              <a:rPr lang="da-DK" sz="800" err="1">
                <a:solidFill>
                  <a:schemeClr val="accent6">
                    <a:lumMod val="75000"/>
                  </a:schemeClr>
                </a:solidFill>
                <a:latin typeface="+mn-lt"/>
              </a:rPr>
              <a:t>reader’s</a:t>
            </a:r>
            <a:r>
              <a:rPr lang="da-DK" sz="800">
                <a:solidFill>
                  <a:schemeClr val="accent6">
                    <a:lumMod val="75000"/>
                  </a:schemeClr>
                </a:solidFill>
                <a:latin typeface="+mn-lt"/>
              </a:rPr>
              <a:t> </a:t>
            </a:r>
            <a:r>
              <a:rPr lang="da-DK" sz="800" err="1">
                <a:solidFill>
                  <a:schemeClr val="accent6">
                    <a:lumMod val="75000"/>
                  </a:schemeClr>
                </a:solidFill>
                <a:latin typeface="+mn-lt"/>
              </a:rPr>
              <a:t>own</a:t>
            </a:r>
            <a:r>
              <a:rPr lang="da-DK" sz="800">
                <a:solidFill>
                  <a:schemeClr val="accent6">
                    <a:lumMod val="75000"/>
                  </a:schemeClr>
                </a:solidFill>
                <a:latin typeface="+mn-lt"/>
              </a:rPr>
              <a:t> </a:t>
            </a:r>
            <a:r>
              <a:rPr lang="da-DK" sz="800" err="1">
                <a:solidFill>
                  <a:schemeClr val="accent6">
                    <a:lumMod val="75000"/>
                  </a:schemeClr>
                </a:solidFill>
                <a:latin typeface="+mn-lt"/>
              </a:rPr>
              <a:t>risk</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uses</a:t>
            </a:r>
            <a:r>
              <a:rPr lang="da-DK" sz="800">
                <a:solidFill>
                  <a:schemeClr val="accent6">
                    <a:lumMod val="75000"/>
                  </a:schemeClr>
                </a:solidFill>
                <a:latin typeface="+mn-lt"/>
              </a:rPr>
              <a:t> all </a:t>
            </a:r>
            <a:r>
              <a:rPr lang="da-DK" sz="800" err="1">
                <a:solidFill>
                  <a:schemeClr val="accent6">
                    <a:lumMod val="75000"/>
                  </a:schemeClr>
                </a:solidFill>
                <a:latin typeface="+mn-lt"/>
              </a:rPr>
              <a:t>reasonable</a:t>
            </a:r>
            <a:r>
              <a:rPr lang="da-DK" sz="800">
                <a:solidFill>
                  <a:schemeClr val="accent6">
                    <a:lumMod val="75000"/>
                  </a:schemeClr>
                </a:solidFill>
                <a:latin typeface="+mn-lt"/>
              </a:rPr>
              <a:t> </a:t>
            </a:r>
            <a:r>
              <a:rPr lang="da-DK" sz="800" err="1">
                <a:solidFill>
                  <a:schemeClr val="accent6">
                    <a:lumMod val="75000"/>
                  </a:schemeClr>
                </a:solidFill>
                <a:latin typeface="+mn-lt"/>
              </a:rPr>
              <a:t>endeavors</a:t>
            </a:r>
            <a:r>
              <a:rPr lang="da-DK" sz="800">
                <a:solidFill>
                  <a:schemeClr val="accent6">
                    <a:lumMod val="75000"/>
                  </a:schemeClr>
                </a:solidFill>
                <a:latin typeface="+mn-lt"/>
              </a:rPr>
              <a:t> to </a:t>
            </a:r>
            <a:r>
              <a:rPr lang="da-DK" sz="800" err="1">
                <a:solidFill>
                  <a:schemeClr val="accent6">
                    <a:lumMod val="75000"/>
                  </a:schemeClr>
                </a:solidFill>
                <a:latin typeface="+mn-lt"/>
              </a:rPr>
              <a:t>ensure</a:t>
            </a:r>
            <a:r>
              <a:rPr lang="da-DK" sz="800">
                <a:solidFill>
                  <a:schemeClr val="accent6">
                    <a:lumMod val="75000"/>
                  </a:schemeClr>
                </a:solidFill>
                <a:latin typeface="+mn-lt"/>
              </a:rPr>
              <a:t> the </a:t>
            </a:r>
            <a:r>
              <a:rPr lang="da-DK" sz="800" err="1">
                <a:solidFill>
                  <a:schemeClr val="accent6">
                    <a:lumMod val="75000"/>
                  </a:schemeClr>
                </a:solidFill>
                <a:latin typeface="+mn-lt"/>
              </a:rPr>
              <a:t>accuracy</a:t>
            </a:r>
            <a:r>
              <a:rPr lang="da-DK" sz="800">
                <a:solidFill>
                  <a:schemeClr val="accent6">
                    <a:lumMod val="75000"/>
                  </a:schemeClr>
                </a:solidFill>
                <a:latin typeface="+mn-lt"/>
              </a:rPr>
              <a:t> of the information. </a:t>
            </a:r>
            <a:r>
              <a:rPr lang="da-DK" sz="800" err="1">
                <a:solidFill>
                  <a:schemeClr val="accent6">
                    <a:lumMod val="75000"/>
                  </a:schemeClr>
                </a:solidFill>
                <a:latin typeface="+mn-lt"/>
              </a:rPr>
              <a:t>However</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does</a:t>
            </a:r>
            <a:r>
              <a:rPr lang="da-DK" sz="800">
                <a:solidFill>
                  <a:schemeClr val="accent6">
                    <a:lumMod val="75000"/>
                  </a:schemeClr>
                </a:solidFill>
                <a:latin typeface="+mn-lt"/>
              </a:rPr>
              <a:t> not </a:t>
            </a:r>
            <a:r>
              <a:rPr lang="da-DK" sz="800" err="1">
                <a:solidFill>
                  <a:schemeClr val="accent6">
                    <a:lumMod val="75000"/>
                  </a:schemeClr>
                </a:solidFill>
                <a:latin typeface="+mn-lt"/>
              </a:rPr>
              <a:t>guarantee</a:t>
            </a:r>
            <a:r>
              <a:rPr lang="da-DK" sz="800">
                <a:solidFill>
                  <a:schemeClr val="accent6">
                    <a:lumMod val="75000"/>
                  </a:schemeClr>
                </a:solidFill>
                <a:latin typeface="+mn-lt"/>
              </a:rPr>
              <a:t> or warrant the </a:t>
            </a:r>
            <a:r>
              <a:rPr lang="da-DK" sz="800" err="1">
                <a:solidFill>
                  <a:schemeClr val="accent6">
                    <a:lumMod val="75000"/>
                  </a:schemeClr>
                </a:solidFill>
                <a:latin typeface="+mn-lt"/>
              </a:rPr>
              <a:t>accuracy</a:t>
            </a:r>
            <a:r>
              <a:rPr lang="da-DK" sz="800">
                <a:solidFill>
                  <a:schemeClr val="accent6">
                    <a:lumMod val="75000"/>
                  </a:schemeClr>
                </a:solidFill>
                <a:latin typeface="+mn-lt"/>
              </a:rPr>
              <a:t>, </a:t>
            </a:r>
            <a:r>
              <a:rPr lang="da-DK" sz="800" err="1">
                <a:solidFill>
                  <a:schemeClr val="accent6">
                    <a:lumMod val="75000"/>
                  </a:schemeClr>
                </a:solidFill>
                <a:latin typeface="+mn-lt"/>
              </a:rPr>
              <a:t>completeness</a:t>
            </a:r>
            <a:r>
              <a:rPr lang="da-DK" sz="800">
                <a:solidFill>
                  <a:schemeClr val="accent6">
                    <a:lumMod val="75000"/>
                  </a:schemeClr>
                </a:solidFill>
                <a:latin typeface="+mn-lt"/>
              </a:rPr>
              <a:t>, </a:t>
            </a:r>
            <a:r>
              <a:rPr lang="da-DK" sz="800" err="1">
                <a:solidFill>
                  <a:schemeClr val="accent6">
                    <a:lumMod val="75000"/>
                  </a:schemeClr>
                </a:solidFill>
                <a:latin typeface="+mn-lt"/>
              </a:rPr>
              <a:t>factual</a:t>
            </a:r>
            <a:r>
              <a:rPr lang="da-DK" sz="800">
                <a:solidFill>
                  <a:schemeClr val="accent6">
                    <a:lumMod val="75000"/>
                  </a:schemeClr>
                </a:solidFill>
                <a:latin typeface="+mn-lt"/>
              </a:rPr>
              <a:t> </a:t>
            </a:r>
            <a:r>
              <a:rPr lang="da-DK" sz="800" err="1">
                <a:solidFill>
                  <a:schemeClr val="accent6">
                    <a:lumMod val="75000"/>
                  </a:schemeClr>
                </a:solidFill>
                <a:latin typeface="+mn-lt"/>
              </a:rPr>
              <a:t>correctness</a:t>
            </a:r>
            <a:r>
              <a:rPr lang="da-DK" sz="800">
                <a:solidFill>
                  <a:schemeClr val="accent6">
                    <a:lumMod val="75000"/>
                  </a:schemeClr>
                </a:solidFill>
                <a:latin typeface="+mn-lt"/>
              </a:rPr>
              <a:t>, or </a:t>
            </a:r>
            <a:r>
              <a:rPr lang="da-DK" sz="800" err="1">
                <a:solidFill>
                  <a:schemeClr val="accent6">
                    <a:lumMod val="75000"/>
                  </a:schemeClr>
                </a:solidFill>
                <a:latin typeface="+mn-lt"/>
              </a:rPr>
              <a:t>reliability</a:t>
            </a:r>
            <a:r>
              <a:rPr lang="da-DK" sz="800">
                <a:solidFill>
                  <a:schemeClr val="accent6">
                    <a:lumMod val="75000"/>
                  </a:schemeClr>
                </a:solidFill>
                <a:latin typeface="+mn-lt"/>
              </a:rPr>
              <a:t> of </a:t>
            </a:r>
            <a:r>
              <a:rPr lang="da-DK" sz="800" err="1">
                <a:solidFill>
                  <a:schemeClr val="accent6">
                    <a:lumMod val="75000"/>
                  </a:schemeClr>
                </a:solidFill>
                <a:latin typeface="+mn-lt"/>
              </a:rPr>
              <a:t>any</a:t>
            </a:r>
            <a:r>
              <a:rPr lang="da-DK" sz="800">
                <a:solidFill>
                  <a:schemeClr val="accent6">
                    <a:lumMod val="75000"/>
                  </a:schemeClr>
                </a:solidFill>
                <a:latin typeface="+mn-lt"/>
              </a:rPr>
              <a:t> information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and </a:t>
            </a:r>
            <a:r>
              <a:rPr lang="da-DK" sz="800" err="1">
                <a:solidFill>
                  <a:schemeClr val="accent6">
                    <a:lumMod val="75000"/>
                  </a:schemeClr>
                </a:solidFill>
                <a:latin typeface="+mn-lt"/>
              </a:rPr>
              <a:t>does</a:t>
            </a:r>
            <a:r>
              <a:rPr lang="da-DK" sz="800">
                <a:solidFill>
                  <a:schemeClr val="accent6">
                    <a:lumMod val="75000"/>
                  </a:schemeClr>
                </a:solidFill>
                <a:latin typeface="+mn-lt"/>
              </a:rPr>
              <a:t> not accept </a:t>
            </a:r>
            <a:r>
              <a:rPr lang="da-DK" sz="800" err="1">
                <a:solidFill>
                  <a:schemeClr val="accent6">
                    <a:lumMod val="75000"/>
                  </a:schemeClr>
                </a:solidFill>
                <a:latin typeface="+mn-lt"/>
              </a:rPr>
              <a:t>liability</a:t>
            </a:r>
            <a:r>
              <a:rPr lang="da-DK" sz="800">
                <a:solidFill>
                  <a:schemeClr val="accent6">
                    <a:lumMod val="75000"/>
                  </a:schemeClr>
                </a:solidFill>
                <a:latin typeface="+mn-lt"/>
              </a:rPr>
              <a:t> for </a:t>
            </a:r>
            <a:r>
              <a:rPr lang="da-DK" sz="800" err="1">
                <a:solidFill>
                  <a:schemeClr val="accent6">
                    <a:lumMod val="75000"/>
                  </a:schemeClr>
                </a:solidFill>
                <a:latin typeface="+mn-lt"/>
              </a:rPr>
              <a:t>errors</a:t>
            </a:r>
            <a:r>
              <a:rPr lang="da-DK" sz="800">
                <a:solidFill>
                  <a:schemeClr val="accent6">
                    <a:lumMod val="75000"/>
                  </a:schemeClr>
                </a:solidFill>
                <a:latin typeface="+mn-lt"/>
              </a:rPr>
              <a:t>, </a:t>
            </a:r>
            <a:r>
              <a:rPr lang="da-DK" sz="800" err="1">
                <a:solidFill>
                  <a:schemeClr val="accent6">
                    <a:lumMod val="75000"/>
                  </a:schemeClr>
                </a:solidFill>
                <a:latin typeface="+mn-lt"/>
              </a:rPr>
              <a:t>omissions</a:t>
            </a:r>
            <a:r>
              <a:rPr lang="da-DK" sz="800">
                <a:solidFill>
                  <a:schemeClr val="accent6">
                    <a:lumMod val="75000"/>
                  </a:schemeClr>
                </a:solidFill>
                <a:latin typeface="+mn-lt"/>
              </a:rPr>
              <a:t>, </a:t>
            </a:r>
            <a:r>
              <a:rPr lang="da-DK" sz="800" err="1">
                <a:solidFill>
                  <a:schemeClr val="accent6">
                    <a:lumMod val="75000"/>
                  </a:schemeClr>
                </a:solidFill>
                <a:latin typeface="+mn-lt"/>
              </a:rPr>
              <a:t>inaccuracies</a:t>
            </a:r>
            <a:r>
              <a:rPr lang="da-DK" sz="800">
                <a:solidFill>
                  <a:schemeClr val="accent6">
                    <a:lumMod val="75000"/>
                  </a:schemeClr>
                </a:solidFill>
                <a:latin typeface="+mn-lt"/>
              </a:rPr>
              <a:t>, or </a:t>
            </a:r>
            <a:r>
              <a:rPr lang="da-DK" sz="800" err="1">
                <a:solidFill>
                  <a:schemeClr val="accent6">
                    <a:lumMod val="75000"/>
                  </a:schemeClr>
                </a:solidFill>
                <a:latin typeface="+mn-lt"/>
              </a:rPr>
              <a:t>typographical</a:t>
            </a:r>
            <a:r>
              <a:rPr lang="da-DK" sz="800">
                <a:solidFill>
                  <a:schemeClr val="accent6">
                    <a:lumMod val="75000"/>
                  </a:schemeClr>
                </a:solidFill>
                <a:latin typeface="+mn-lt"/>
              </a:rPr>
              <a:t> </a:t>
            </a:r>
            <a:r>
              <a:rPr lang="da-DK" sz="800" err="1">
                <a:solidFill>
                  <a:schemeClr val="accent6">
                    <a:lumMod val="75000"/>
                  </a:schemeClr>
                </a:solidFill>
                <a:latin typeface="+mn-lt"/>
              </a:rPr>
              <a:t>errors</a:t>
            </a:r>
            <a:r>
              <a:rPr lang="da-DK" sz="800">
                <a:solidFill>
                  <a:schemeClr val="accent6">
                    <a:lumMod val="75000"/>
                  </a:schemeClr>
                </a:solidFill>
                <a:latin typeface="+mn-lt"/>
              </a:rPr>
              <a:t>. The views and opinions </a:t>
            </a:r>
            <a:r>
              <a:rPr lang="da-DK" sz="800" err="1">
                <a:solidFill>
                  <a:schemeClr val="accent6">
                    <a:lumMod val="75000"/>
                  </a:schemeClr>
                </a:solidFill>
                <a:latin typeface="+mn-lt"/>
              </a:rPr>
              <a:t>expressed</a:t>
            </a:r>
            <a:r>
              <a:rPr lang="da-DK" sz="800">
                <a:solidFill>
                  <a:schemeClr val="accent6">
                    <a:lumMod val="75000"/>
                  </a:schemeClr>
                </a:solidFill>
                <a:latin typeface="+mn-lt"/>
              </a:rPr>
              <a:t>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not </a:t>
            </a:r>
            <a:r>
              <a:rPr lang="da-DK" sz="800" err="1">
                <a:solidFill>
                  <a:schemeClr val="accent6">
                    <a:lumMod val="75000"/>
                  </a:schemeClr>
                </a:solidFill>
                <a:latin typeface="+mn-lt"/>
              </a:rPr>
              <a:t>necessarily</a:t>
            </a:r>
            <a:r>
              <a:rPr lang="da-DK" sz="800">
                <a:solidFill>
                  <a:schemeClr val="accent6">
                    <a:lumMod val="75000"/>
                  </a:schemeClr>
                </a:solidFill>
                <a:latin typeface="+mn-lt"/>
              </a:rPr>
              <a:t> </a:t>
            </a:r>
            <a:r>
              <a:rPr lang="da-DK" sz="800" err="1">
                <a:solidFill>
                  <a:schemeClr val="accent6">
                    <a:lumMod val="75000"/>
                  </a:schemeClr>
                </a:solidFill>
                <a:latin typeface="+mn-lt"/>
              </a:rPr>
              <a:t>those</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 2020 </a:t>
            </a:r>
            <a:r>
              <a:rPr lang="da-DK" sz="800" err="1">
                <a:solidFill>
                  <a:schemeClr val="accent6">
                    <a:lumMod val="75000"/>
                  </a:schemeClr>
                </a:solidFill>
                <a:latin typeface="+mn-lt"/>
              </a:rPr>
              <a:t>SimCorp</a:t>
            </a:r>
            <a:r>
              <a:rPr lang="da-DK" sz="800">
                <a:solidFill>
                  <a:schemeClr val="accent6">
                    <a:lumMod val="75000"/>
                  </a:schemeClr>
                </a:solidFill>
                <a:latin typeface="+mn-lt"/>
              </a:rPr>
              <a:t> A/S. All </a:t>
            </a:r>
            <a:r>
              <a:rPr lang="da-DK" sz="800" err="1">
                <a:solidFill>
                  <a:schemeClr val="accent6">
                    <a:lumMod val="75000"/>
                  </a:schemeClr>
                </a:solidFill>
                <a:latin typeface="+mn-lt"/>
              </a:rPr>
              <a:t>rights</a:t>
            </a:r>
            <a:r>
              <a:rPr lang="da-DK" sz="800">
                <a:solidFill>
                  <a:schemeClr val="accent6">
                    <a:lumMod val="75000"/>
                  </a:schemeClr>
                </a:solidFill>
                <a:latin typeface="+mn-lt"/>
              </a:rPr>
              <a:t> </a:t>
            </a:r>
            <a:r>
              <a:rPr lang="da-DK" sz="800" err="1">
                <a:solidFill>
                  <a:schemeClr val="accent6">
                    <a:lumMod val="75000"/>
                  </a:schemeClr>
                </a:solidFill>
                <a:latin typeface="+mn-lt"/>
              </a:rPr>
              <a:t>reserved</a:t>
            </a:r>
            <a:r>
              <a:rPr lang="da-DK" sz="800">
                <a:solidFill>
                  <a:schemeClr val="accent6">
                    <a:lumMod val="75000"/>
                  </a:schemeClr>
                </a:solidFill>
                <a:latin typeface="+mn-lt"/>
              </a:rPr>
              <a:t>. </a:t>
            </a:r>
            <a:r>
              <a:rPr lang="da-DK" sz="800" err="1">
                <a:solidFill>
                  <a:schemeClr val="accent6">
                    <a:lumMod val="75000"/>
                  </a:schemeClr>
                </a:solidFill>
                <a:latin typeface="+mn-lt"/>
              </a:rPr>
              <a:t>Without</a:t>
            </a:r>
            <a:r>
              <a:rPr lang="da-DK" sz="800">
                <a:solidFill>
                  <a:schemeClr val="accent6">
                    <a:lumMod val="75000"/>
                  </a:schemeClr>
                </a:solidFill>
                <a:latin typeface="+mn-lt"/>
              </a:rPr>
              <a:t> </a:t>
            </a:r>
            <a:r>
              <a:rPr lang="da-DK" sz="800" err="1">
                <a:solidFill>
                  <a:schemeClr val="accent6">
                    <a:lumMod val="75000"/>
                  </a:schemeClr>
                </a:solidFill>
                <a:latin typeface="+mn-lt"/>
              </a:rPr>
              <a:t>limiting</a:t>
            </a:r>
            <a:r>
              <a:rPr lang="da-DK" sz="800">
                <a:solidFill>
                  <a:schemeClr val="accent6">
                    <a:lumMod val="75000"/>
                  </a:schemeClr>
                </a:solidFill>
                <a:latin typeface="+mn-lt"/>
              </a:rPr>
              <a:t> </a:t>
            </a:r>
            <a:r>
              <a:rPr lang="da-DK" sz="800" err="1">
                <a:solidFill>
                  <a:schemeClr val="accent6">
                    <a:lumMod val="75000"/>
                  </a:schemeClr>
                </a:solidFill>
                <a:latin typeface="+mn-lt"/>
              </a:rPr>
              <a:t>rights</a:t>
            </a:r>
            <a:r>
              <a:rPr lang="da-DK" sz="800">
                <a:solidFill>
                  <a:schemeClr val="accent6">
                    <a:lumMod val="75000"/>
                  </a:schemeClr>
                </a:solidFill>
                <a:latin typeface="+mn-lt"/>
              </a:rPr>
              <a:t> under copyright, no part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may</a:t>
            </a:r>
            <a:r>
              <a:rPr lang="da-DK" sz="800">
                <a:solidFill>
                  <a:schemeClr val="accent6">
                    <a:lumMod val="75000"/>
                  </a:schemeClr>
                </a:solidFill>
                <a:latin typeface="+mn-lt"/>
              </a:rPr>
              <a:t> </a:t>
            </a:r>
            <a:r>
              <a:rPr lang="da-DK" sz="800" err="1">
                <a:solidFill>
                  <a:schemeClr val="accent6">
                    <a:lumMod val="75000"/>
                  </a:schemeClr>
                </a:solidFill>
                <a:latin typeface="+mn-lt"/>
              </a:rPr>
              <a:t>be</a:t>
            </a:r>
            <a:r>
              <a:rPr lang="da-DK" sz="800">
                <a:solidFill>
                  <a:schemeClr val="accent6">
                    <a:lumMod val="75000"/>
                  </a:schemeClr>
                </a:solidFill>
                <a:latin typeface="+mn-lt"/>
              </a:rPr>
              <a:t> </a:t>
            </a:r>
            <a:r>
              <a:rPr lang="da-DK" sz="800" err="1">
                <a:solidFill>
                  <a:schemeClr val="accent6">
                    <a:lumMod val="75000"/>
                  </a:schemeClr>
                </a:solidFill>
                <a:latin typeface="+mn-lt"/>
              </a:rPr>
              <a:t>reproduced</a:t>
            </a:r>
            <a:r>
              <a:rPr lang="da-DK" sz="800">
                <a:solidFill>
                  <a:schemeClr val="accent6">
                    <a:lumMod val="75000"/>
                  </a:schemeClr>
                </a:solidFill>
                <a:latin typeface="+mn-lt"/>
              </a:rPr>
              <a:t>, </a:t>
            </a:r>
            <a:r>
              <a:rPr lang="da-DK" sz="800" err="1">
                <a:solidFill>
                  <a:schemeClr val="accent6">
                    <a:lumMod val="75000"/>
                  </a:schemeClr>
                </a:solidFill>
                <a:latin typeface="+mn-lt"/>
              </a:rPr>
              <a:t>stored</a:t>
            </a:r>
            <a:r>
              <a:rPr lang="da-DK" sz="800">
                <a:solidFill>
                  <a:schemeClr val="accent6">
                    <a:lumMod val="75000"/>
                  </a:schemeClr>
                </a:solidFill>
                <a:latin typeface="+mn-lt"/>
              </a:rPr>
              <a:t> in, or </a:t>
            </a:r>
            <a:r>
              <a:rPr lang="da-DK" sz="800" err="1">
                <a:solidFill>
                  <a:schemeClr val="accent6">
                    <a:lumMod val="75000"/>
                  </a:schemeClr>
                </a:solidFill>
                <a:latin typeface="+mn-lt"/>
              </a:rPr>
              <a:t>introduced</a:t>
            </a:r>
            <a:r>
              <a:rPr lang="da-DK" sz="800">
                <a:solidFill>
                  <a:schemeClr val="accent6">
                    <a:lumMod val="75000"/>
                  </a:schemeClr>
                </a:solidFill>
                <a:latin typeface="+mn-lt"/>
              </a:rPr>
              <a:t> </a:t>
            </a:r>
            <a:r>
              <a:rPr lang="da-DK" sz="800" err="1">
                <a:solidFill>
                  <a:schemeClr val="accent6">
                    <a:lumMod val="75000"/>
                  </a:schemeClr>
                </a:solidFill>
                <a:latin typeface="+mn-lt"/>
              </a:rPr>
              <a:t>into</a:t>
            </a:r>
            <a:r>
              <a:rPr lang="da-DK" sz="800">
                <a:solidFill>
                  <a:schemeClr val="accent6">
                    <a:lumMod val="75000"/>
                  </a:schemeClr>
                </a:solidFill>
                <a:latin typeface="+mn-lt"/>
              </a:rPr>
              <a:t> a </a:t>
            </a:r>
            <a:r>
              <a:rPr lang="da-DK" sz="800" err="1">
                <a:solidFill>
                  <a:schemeClr val="accent6">
                    <a:lumMod val="75000"/>
                  </a:schemeClr>
                </a:solidFill>
                <a:latin typeface="+mn-lt"/>
              </a:rPr>
              <a:t>retrieval</a:t>
            </a:r>
            <a:r>
              <a:rPr lang="da-DK" sz="800">
                <a:solidFill>
                  <a:schemeClr val="accent6">
                    <a:lumMod val="75000"/>
                  </a:schemeClr>
                </a:solidFill>
                <a:latin typeface="+mn-lt"/>
              </a:rPr>
              <a:t> system, or </a:t>
            </a:r>
            <a:r>
              <a:rPr lang="da-DK" sz="800" err="1">
                <a:solidFill>
                  <a:schemeClr val="accent6">
                    <a:lumMod val="75000"/>
                  </a:schemeClr>
                </a:solidFill>
                <a:latin typeface="+mn-lt"/>
              </a:rPr>
              <a:t>transmitted</a:t>
            </a:r>
            <a:r>
              <a:rPr lang="da-DK" sz="800">
                <a:solidFill>
                  <a:schemeClr val="accent6">
                    <a:lumMod val="75000"/>
                  </a:schemeClr>
                </a:solidFill>
                <a:latin typeface="+mn-lt"/>
              </a:rPr>
              <a:t> in </a:t>
            </a:r>
            <a:r>
              <a:rPr lang="da-DK" sz="800" err="1">
                <a:solidFill>
                  <a:schemeClr val="accent6">
                    <a:lumMod val="75000"/>
                  </a:schemeClr>
                </a:solidFill>
                <a:latin typeface="+mn-lt"/>
              </a:rPr>
              <a:t>any</a:t>
            </a:r>
            <a:r>
              <a:rPr lang="da-DK" sz="800">
                <a:solidFill>
                  <a:schemeClr val="accent6">
                    <a:lumMod val="75000"/>
                  </a:schemeClr>
                </a:solidFill>
                <a:latin typeface="+mn-lt"/>
              </a:rPr>
              <a:t> form, by </a:t>
            </a:r>
            <a:r>
              <a:rPr lang="da-DK" sz="800" err="1">
                <a:solidFill>
                  <a:schemeClr val="accent6">
                    <a:lumMod val="75000"/>
                  </a:schemeClr>
                </a:solidFill>
                <a:latin typeface="+mn-lt"/>
              </a:rPr>
              <a:t>any</a:t>
            </a:r>
            <a:r>
              <a:rPr lang="da-DK" sz="800">
                <a:solidFill>
                  <a:schemeClr val="accent6">
                    <a:lumMod val="75000"/>
                  </a:schemeClr>
                </a:solidFill>
                <a:latin typeface="+mn-lt"/>
              </a:rPr>
              <a:t> </a:t>
            </a:r>
            <a:r>
              <a:rPr lang="da-DK" sz="800" err="1">
                <a:solidFill>
                  <a:schemeClr val="accent6">
                    <a:lumMod val="75000"/>
                  </a:schemeClr>
                </a:solidFill>
                <a:latin typeface="+mn-lt"/>
              </a:rPr>
              <a:t>means</a:t>
            </a:r>
            <a:r>
              <a:rPr lang="da-DK" sz="800">
                <a:solidFill>
                  <a:schemeClr val="accent6">
                    <a:lumMod val="75000"/>
                  </a:schemeClr>
                </a:solidFill>
                <a:latin typeface="+mn-lt"/>
              </a:rPr>
              <a:t> (</a:t>
            </a:r>
            <a:r>
              <a:rPr lang="da-DK" sz="800" err="1">
                <a:solidFill>
                  <a:schemeClr val="accent6">
                    <a:lumMod val="75000"/>
                  </a:schemeClr>
                </a:solidFill>
                <a:latin typeface="+mn-lt"/>
              </a:rPr>
              <a:t>electronic</a:t>
            </a:r>
            <a:r>
              <a:rPr lang="da-DK" sz="800">
                <a:solidFill>
                  <a:schemeClr val="accent6">
                    <a:lumMod val="75000"/>
                  </a:schemeClr>
                </a:solidFill>
                <a:latin typeface="+mn-lt"/>
              </a:rPr>
              <a:t>, </a:t>
            </a:r>
            <a:r>
              <a:rPr lang="da-DK" sz="800" err="1">
                <a:solidFill>
                  <a:schemeClr val="accent6">
                    <a:lumMod val="75000"/>
                  </a:schemeClr>
                </a:solidFill>
                <a:latin typeface="+mn-lt"/>
              </a:rPr>
              <a:t>mechanical</a:t>
            </a:r>
            <a:r>
              <a:rPr lang="da-DK" sz="800">
                <a:solidFill>
                  <a:schemeClr val="accent6">
                    <a:lumMod val="75000"/>
                  </a:schemeClr>
                </a:solidFill>
                <a:latin typeface="+mn-lt"/>
              </a:rPr>
              <a:t>, </a:t>
            </a:r>
            <a:r>
              <a:rPr lang="da-DK" sz="800" err="1">
                <a:solidFill>
                  <a:schemeClr val="accent6">
                    <a:lumMod val="75000"/>
                  </a:schemeClr>
                </a:solidFill>
                <a:latin typeface="+mn-lt"/>
              </a:rPr>
              <a:t>photocopying</a:t>
            </a:r>
            <a:r>
              <a:rPr lang="da-DK" sz="800">
                <a:solidFill>
                  <a:schemeClr val="accent6">
                    <a:lumMod val="75000"/>
                  </a:schemeClr>
                </a:solidFill>
                <a:latin typeface="+mn-lt"/>
              </a:rPr>
              <a:t>, </a:t>
            </a:r>
            <a:r>
              <a:rPr lang="da-DK" sz="800" err="1">
                <a:solidFill>
                  <a:schemeClr val="accent6">
                    <a:lumMod val="75000"/>
                  </a:schemeClr>
                </a:solidFill>
                <a:latin typeface="+mn-lt"/>
              </a:rPr>
              <a:t>recording</a:t>
            </a:r>
            <a:r>
              <a:rPr lang="da-DK" sz="800">
                <a:solidFill>
                  <a:schemeClr val="accent6">
                    <a:lumMod val="75000"/>
                  </a:schemeClr>
                </a:solidFill>
                <a:latin typeface="+mn-lt"/>
              </a:rPr>
              <a:t>, or </a:t>
            </a:r>
            <a:r>
              <a:rPr lang="da-DK" sz="800" err="1">
                <a:solidFill>
                  <a:schemeClr val="accent6">
                    <a:lumMod val="75000"/>
                  </a:schemeClr>
                </a:solidFill>
                <a:latin typeface="+mn-lt"/>
              </a:rPr>
              <a:t>otherwise</a:t>
            </a:r>
            <a:r>
              <a:rPr lang="da-DK" sz="800">
                <a:solidFill>
                  <a:schemeClr val="accent6">
                    <a:lumMod val="75000"/>
                  </a:schemeClr>
                </a:solidFill>
                <a:latin typeface="+mn-lt"/>
              </a:rPr>
              <a:t>), or for </a:t>
            </a:r>
            <a:r>
              <a:rPr lang="da-DK" sz="800" err="1">
                <a:solidFill>
                  <a:schemeClr val="accent6">
                    <a:lumMod val="75000"/>
                  </a:schemeClr>
                </a:solidFill>
                <a:latin typeface="+mn-lt"/>
              </a:rPr>
              <a:t>any</a:t>
            </a:r>
            <a:r>
              <a:rPr lang="da-DK" sz="800">
                <a:solidFill>
                  <a:schemeClr val="accent6">
                    <a:lumMod val="75000"/>
                  </a:schemeClr>
                </a:solidFill>
                <a:latin typeface="+mn-lt"/>
              </a:rPr>
              <a:t> purpose </a:t>
            </a:r>
            <a:r>
              <a:rPr lang="da-DK" sz="800" err="1">
                <a:solidFill>
                  <a:schemeClr val="accent6">
                    <a:lumMod val="75000"/>
                  </a:schemeClr>
                </a:solidFill>
                <a:latin typeface="+mn-lt"/>
              </a:rPr>
              <a:t>without</a:t>
            </a:r>
            <a:r>
              <a:rPr lang="da-DK" sz="800">
                <a:solidFill>
                  <a:schemeClr val="accent6">
                    <a:lumMod val="75000"/>
                  </a:schemeClr>
                </a:solidFill>
                <a:latin typeface="+mn-lt"/>
              </a:rPr>
              <a:t> the </a:t>
            </a:r>
            <a:r>
              <a:rPr lang="da-DK" sz="800" err="1">
                <a:solidFill>
                  <a:schemeClr val="accent6">
                    <a:lumMod val="75000"/>
                  </a:schemeClr>
                </a:solidFill>
                <a:latin typeface="+mn-lt"/>
              </a:rPr>
              <a:t>express</a:t>
            </a:r>
            <a:r>
              <a:rPr lang="da-DK" sz="800">
                <a:solidFill>
                  <a:schemeClr val="accent6">
                    <a:lumMod val="75000"/>
                  </a:schemeClr>
                </a:solidFill>
                <a:latin typeface="+mn-lt"/>
              </a:rPr>
              <a:t> </a:t>
            </a:r>
            <a:r>
              <a:rPr lang="da-DK" sz="800" err="1">
                <a:solidFill>
                  <a:schemeClr val="accent6">
                    <a:lumMod val="75000"/>
                  </a:schemeClr>
                </a:solidFill>
                <a:latin typeface="+mn-lt"/>
              </a:rPr>
              <a:t>written</a:t>
            </a:r>
            <a:r>
              <a:rPr lang="da-DK" sz="800">
                <a:solidFill>
                  <a:schemeClr val="accent6">
                    <a:lumMod val="75000"/>
                  </a:schemeClr>
                </a:solidFill>
                <a:latin typeface="+mn-lt"/>
              </a:rPr>
              <a:t> permission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SimCorp</a:t>
            </a:r>
            <a:r>
              <a:rPr lang="da-DK" sz="800">
                <a:solidFill>
                  <a:schemeClr val="accent6">
                    <a:lumMod val="75000"/>
                  </a:schemeClr>
                </a:solidFill>
                <a:latin typeface="+mn-lt"/>
              </a:rPr>
              <a:t>, the </a:t>
            </a:r>
            <a:r>
              <a:rPr lang="da-DK" sz="800" err="1">
                <a:solidFill>
                  <a:schemeClr val="accent6">
                    <a:lumMod val="75000"/>
                  </a:schemeClr>
                </a:solidFill>
                <a:latin typeface="+mn-lt"/>
              </a:rPr>
              <a:t>SimCorp</a:t>
            </a:r>
            <a:r>
              <a:rPr lang="da-DK" sz="800">
                <a:solidFill>
                  <a:schemeClr val="accent6">
                    <a:lumMod val="75000"/>
                  </a:schemeClr>
                </a:solidFill>
                <a:latin typeface="+mn-lt"/>
              </a:rPr>
              <a:t> logo, </a:t>
            </a:r>
            <a:r>
              <a:rPr lang="da-DK" sz="800" err="1">
                <a:solidFill>
                  <a:schemeClr val="accent6">
                    <a:lumMod val="75000"/>
                  </a:schemeClr>
                </a:solidFill>
                <a:latin typeface="+mn-lt"/>
              </a:rPr>
              <a:t>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a:t>
            </a:r>
            <a:r>
              <a:rPr lang="da-DK" sz="800" err="1">
                <a:solidFill>
                  <a:schemeClr val="accent6">
                    <a:lumMod val="75000"/>
                  </a:schemeClr>
                </a:solidFill>
                <a:latin typeface="+mn-lt"/>
              </a:rPr>
              <a:t>SimCorp</a:t>
            </a:r>
            <a:r>
              <a:rPr lang="da-DK" sz="800">
                <a:solidFill>
                  <a:schemeClr val="accent6">
                    <a:lumMod val="75000"/>
                  </a:schemeClr>
                </a:solidFill>
                <a:latin typeface="+mn-lt"/>
              </a:rPr>
              <a:t> Services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either</a:t>
            </a:r>
            <a:r>
              <a:rPr lang="da-DK" sz="800">
                <a:solidFill>
                  <a:schemeClr val="accent6">
                    <a:lumMod val="75000"/>
                  </a:schemeClr>
                </a:solidFill>
                <a:latin typeface="+mn-lt"/>
              </a:rPr>
              <a:t> </a:t>
            </a:r>
            <a:r>
              <a:rPr lang="da-DK" sz="800" err="1">
                <a:solidFill>
                  <a:schemeClr val="accent6">
                    <a:lumMod val="75000"/>
                  </a:schemeClr>
                </a:solidFill>
                <a:latin typeface="+mn-lt"/>
              </a:rPr>
              <a:t>registered</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or </a:t>
            </a:r>
            <a:r>
              <a:rPr lang="da-DK" sz="800" err="1">
                <a:solidFill>
                  <a:schemeClr val="accent6">
                    <a:lumMod val="75000"/>
                  </a:schemeClr>
                </a:solidFill>
                <a:latin typeface="+mn-lt"/>
              </a:rPr>
              <a:t>trademarks</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A/S in Denmark and/or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countries</a:t>
            </a:r>
            <a:r>
              <a:rPr lang="da-DK" sz="800">
                <a:solidFill>
                  <a:schemeClr val="accent6">
                    <a:lumMod val="75000"/>
                  </a:schemeClr>
                </a:solidFill>
                <a:latin typeface="+mn-lt"/>
              </a:rPr>
              <a:t>. Refer to www.simcorp.com/trademarks for a </a:t>
            </a:r>
            <a:r>
              <a:rPr lang="da-DK" sz="800" err="1">
                <a:solidFill>
                  <a:schemeClr val="accent6">
                    <a:lumMod val="75000"/>
                  </a:schemeClr>
                </a:solidFill>
                <a:latin typeface="+mn-lt"/>
              </a:rPr>
              <a:t>full</a:t>
            </a:r>
            <a:r>
              <a:rPr lang="da-DK" sz="800">
                <a:solidFill>
                  <a:schemeClr val="accent6">
                    <a:lumMod val="75000"/>
                  </a:schemeClr>
                </a:solidFill>
                <a:latin typeface="+mn-lt"/>
              </a:rPr>
              <a:t> list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trademarks</a:t>
            </a:r>
            <a:r>
              <a:rPr lang="da-DK" sz="800">
                <a:solidFill>
                  <a:schemeClr val="accent6">
                    <a:lumMod val="75000"/>
                  </a:schemeClr>
                </a:solidFill>
                <a:latin typeface="+mn-lt"/>
              </a:rPr>
              <a:t>.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referred to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the </a:t>
            </a:r>
            <a:r>
              <a:rPr lang="da-DK" sz="800" err="1">
                <a:solidFill>
                  <a:schemeClr val="accent6">
                    <a:lumMod val="75000"/>
                  </a:schemeClr>
                </a:solidFill>
                <a:latin typeface="+mn-lt"/>
              </a:rPr>
              <a:t>property</a:t>
            </a:r>
            <a:r>
              <a:rPr lang="da-DK" sz="800">
                <a:solidFill>
                  <a:schemeClr val="accent6">
                    <a:lumMod val="75000"/>
                  </a:schemeClr>
                </a:solidFill>
                <a:latin typeface="+mn-lt"/>
              </a:rPr>
              <a:t> of </a:t>
            </a:r>
            <a:r>
              <a:rPr lang="da-DK" sz="800" err="1">
                <a:solidFill>
                  <a:schemeClr val="accent6">
                    <a:lumMod val="75000"/>
                  </a:schemeClr>
                </a:solidFill>
                <a:latin typeface="+mn-lt"/>
              </a:rPr>
              <a:t>their</a:t>
            </a:r>
            <a:r>
              <a:rPr lang="da-DK" sz="800">
                <a:solidFill>
                  <a:schemeClr val="accent6">
                    <a:lumMod val="75000"/>
                  </a:schemeClr>
                </a:solidFill>
                <a:latin typeface="+mn-lt"/>
              </a:rPr>
              <a:t> </a:t>
            </a:r>
            <a:r>
              <a:rPr lang="da-DK" sz="800" err="1">
                <a:solidFill>
                  <a:schemeClr val="accent6">
                    <a:lumMod val="75000"/>
                  </a:schemeClr>
                </a:solidFill>
                <a:latin typeface="+mn-lt"/>
              </a:rPr>
              <a:t>respective</a:t>
            </a:r>
            <a:r>
              <a:rPr lang="da-DK" sz="800">
                <a:solidFill>
                  <a:schemeClr val="accent6">
                    <a:lumMod val="75000"/>
                  </a:schemeClr>
                </a:solidFill>
                <a:latin typeface="+mn-lt"/>
              </a:rPr>
              <a:t> </a:t>
            </a:r>
            <a:r>
              <a:rPr lang="da-DK" sz="800" err="1">
                <a:solidFill>
                  <a:schemeClr val="accent6">
                    <a:lumMod val="75000"/>
                  </a:schemeClr>
                </a:solidFill>
                <a:latin typeface="+mn-lt"/>
              </a:rPr>
              <a:t>owners</a:t>
            </a:r>
            <a:r>
              <a:rPr lang="da-DK" sz="800">
                <a:solidFill>
                  <a:schemeClr val="accent6">
                    <a:lumMod val="75000"/>
                  </a:schemeClr>
                </a:solidFill>
                <a:latin typeface="+mn-lt"/>
              </a:rPr>
              <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for general information and illustrative purposes only and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used</a:t>
            </a:r>
            <a:r>
              <a:rPr lang="da-DK" sz="800">
                <a:solidFill>
                  <a:schemeClr val="accent6">
                    <a:lumMod val="75000"/>
                  </a:schemeClr>
                </a:solidFill>
                <a:latin typeface="+mn-lt"/>
              </a:rPr>
              <a:t> at the </a:t>
            </a:r>
            <a:r>
              <a:rPr lang="da-DK" sz="800" err="1">
                <a:solidFill>
                  <a:schemeClr val="accent6">
                    <a:lumMod val="75000"/>
                  </a:schemeClr>
                </a:solidFill>
                <a:latin typeface="+mn-lt"/>
              </a:rPr>
              <a:t>reader’s</a:t>
            </a:r>
            <a:r>
              <a:rPr lang="da-DK" sz="800">
                <a:solidFill>
                  <a:schemeClr val="accent6">
                    <a:lumMod val="75000"/>
                  </a:schemeClr>
                </a:solidFill>
                <a:latin typeface="+mn-lt"/>
              </a:rPr>
              <a:t> </a:t>
            </a:r>
            <a:r>
              <a:rPr lang="da-DK" sz="800" err="1">
                <a:solidFill>
                  <a:schemeClr val="accent6">
                    <a:lumMod val="75000"/>
                  </a:schemeClr>
                </a:solidFill>
                <a:latin typeface="+mn-lt"/>
              </a:rPr>
              <a:t>own</a:t>
            </a:r>
            <a:r>
              <a:rPr lang="da-DK" sz="800">
                <a:solidFill>
                  <a:schemeClr val="accent6">
                    <a:lumMod val="75000"/>
                  </a:schemeClr>
                </a:solidFill>
                <a:latin typeface="+mn-lt"/>
              </a:rPr>
              <a:t> </a:t>
            </a:r>
            <a:r>
              <a:rPr lang="da-DK" sz="800" err="1">
                <a:solidFill>
                  <a:schemeClr val="accent6">
                    <a:lumMod val="75000"/>
                  </a:schemeClr>
                </a:solidFill>
                <a:latin typeface="+mn-lt"/>
              </a:rPr>
              <a:t>risk</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uses</a:t>
            </a:r>
            <a:r>
              <a:rPr lang="da-DK" sz="800">
                <a:solidFill>
                  <a:schemeClr val="accent6">
                    <a:lumMod val="75000"/>
                  </a:schemeClr>
                </a:solidFill>
                <a:latin typeface="+mn-lt"/>
              </a:rPr>
              <a:t> all </a:t>
            </a:r>
            <a:r>
              <a:rPr lang="da-DK" sz="800" err="1">
                <a:solidFill>
                  <a:schemeClr val="accent6">
                    <a:lumMod val="75000"/>
                  </a:schemeClr>
                </a:solidFill>
                <a:latin typeface="+mn-lt"/>
              </a:rPr>
              <a:t>reasonable</a:t>
            </a:r>
            <a:r>
              <a:rPr lang="da-DK" sz="800">
                <a:solidFill>
                  <a:schemeClr val="accent6">
                    <a:lumMod val="75000"/>
                  </a:schemeClr>
                </a:solidFill>
                <a:latin typeface="+mn-lt"/>
              </a:rPr>
              <a:t> </a:t>
            </a:r>
            <a:r>
              <a:rPr lang="da-DK" sz="800" err="1">
                <a:solidFill>
                  <a:schemeClr val="accent6">
                    <a:lumMod val="75000"/>
                  </a:schemeClr>
                </a:solidFill>
                <a:latin typeface="+mn-lt"/>
              </a:rPr>
              <a:t>endeavors</a:t>
            </a:r>
            <a:r>
              <a:rPr lang="da-DK" sz="800">
                <a:solidFill>
                  <a:schemeClr val="accent6">
                    <a:lumMod val="75000"/>
                  </a:schemeClr>
                </a:solidFill>
                <a:latin typeface="+mn-lt"/>
              </a:rPr>
              <a:t> to </a:t>
            </a:r>
            <a:r>
              <a:rPr lang="da-DK" sz="800" err="1">
                <a:solidFill>
                  <a:schemeClr val="accent6">
                    <a:lumMod val="75000"/>
                  </a:schemeClr>
                </a:solidFill>
                <a:latin typeface="+mn-lt"/>
              </a:rPr>
              <a:t>ensure</a:t>
            </a:r>
            <a:r>
              <a:rPr lang="da-DK" sz="800">
                <a:solidFill>
                  <a:schemeClr val="accent6">
                    <a:lumMod val="75000"/>
                  </a:schemeClr>
                </a:solidFill>
                <a:latin typeface="+mn-lt"/>
              </a:rPr>
              <a:t> the </a:t>
            </a:r>
            <a:r>
              <a:rPr lang="da-DK" sz="800" err="1">
                <a:solidFill>
                  <a:schemeClr val="accent6">
                    <a:lumMod val="75000"/>
                  </a:schemeClr>
                </a:solidFill>
                <a:latin typeface="+mn-lt"/>
              </a:rPr>
              <a:t>accuracy</a:t>
            </a:r>
            <a:r>
              <a:rPr lang="da-DK" sz="800">
                <a:solidFill>
                  <a:schemeClr val="accent6">
                    <a:lumMod val="75000"/>
                  </a:schemeClr>
                </a:solidFill>
                <a:latin typeface="+mn-lt"/>
              </a:rPr>
              <a:t> of the information. </a:t>
            </a:r>
            <a:r>
              <a:rPr lang="da-DK" sz="800" err="1">
                <a:solidFill>
                  <a:schemeClr val="accent6">
                    <a:lumMod val="75000"/>
                  </a:schemeClr>
                </a:solidFill>
                <a:latin typeface="+mn-lt"/>
              </a:rPr>
              <a:t>However</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does</a:t>
            </a:r>
            <a:r>
              <a:rPr lang="da-DK" sz="800">
                <a:solidFill>
                  <a:schemeClr val="accent6">
                    <a:lumMod val="75000"/>
                  </a:schemeClr>
                </a:solidFill>
                <a:latin typeface="+mn-lt"/>
              </a:rPr>
              <a:t> not </a:t>
            </a:r>
            <a:r>
              <a:rPr lang="da-DK" sz="800" err="1">
                <a:solidFill>
                  <a:schemeClr val="accent6">
                    <a:lumMod val="75000"/>
                  </a:schemeClr>
                </a:solidFill>
                <a:latin typeface="+mn-lt"/>
              </a:rPr>
              <a:t>guarantee</a:t>
            </a:r>
            <a:r>
              <a:rPr lang="da-DK" sz="800">
                <a:solidFill>
                  <a:schemeClr val="accent6">
                    <a:lumMod val="75000"/>
                  </a:schemeClr>
                </a:solidFill>
                <a:latin typeface="+mn-lt"/>
              </a:rPr>
              <a:t> or warrant the </a:t>
            </a:r>
            <a:r>
              <a:rPr lang="da-DK" sz="800" err="1">
                <a:solidFill>
                  <a:schemeClr val="accent6">
                    <a:lumMod val="75000"/>
                  </a:schemeClr>
                </a:solidFill>
                <a:latin typeface="+mn-lt"/>
              </a:rPr>
              <a:t>accuracy</a:t>
            </a:r>
            <a:r>
              <a:rPr lang="da-DK" sz="800">
                <a:solidFill>
                  <a:schemeClr val="accent6">
                    <a:lumMod val="75000"/>
                  </a:schemeClr>
                </a:solidFill>
                <a:latin typeface="+mn-lt"/>
              </a:rPr>
              <a:t>, </a:t>
            </a:r>
            <a:r>
              <a:rPr lang="da-DK" sz="800" err="1">
                <a:solidFill>
                  <a:schemeClr val="accent6">
                    <a:lumMod val="75000"/>
                  </a:schemeClr>
                </a:solidFill>
                <a:latin typeface="+mn-lt"/>
              </a:rPr>
              <a:t>completeness</a:t>
            </a:r>
            <a:r>
              <a:rPr lang="da-DK" sz="800">
                <a:solidFill>
                  <a:schemeClr val="accent6">
                    <a:lumMod val="75000"/>
                  </a:schemeClr>
                </a:solidFill>
                <a:latin typeface="+mn-lt"/>
              </a:rPr>
              <a:t>, </a:t>
            </a:r>
            <a:r>
              <a:rPr lang="da-DK" sz="800" err="1">
                <a:solidFill>
                  <a:schemeClr val="accent6">
                    <a:lumMod val="75000"/>
                  </a:schemeClr>
                </a:solidFill>
                <a:latin typeface="+mn-lt"/>
              </a:rPr>
              <a:t>factual</a:t>
            </a:r>
            <a:r>
              <a:rPr lang="da-DK" sz="800">
                <a:solidFill>
                  <a:schemeClr val="accent6">
                    <a:lumMod val="75000"/>
                  </a:schemeClr>
                </a:solidFill>
                <a:latin typeface="+mn-lt"/>
              </a:rPr>
              <a:t> </a:t>
            </a:r>
            <a:r>
              <a:rPr lang="da-DK" sz="800" err="1">
                <a:solidFill>
                  <a:schemeClr val="accent6">
                    <a:lumMod val="75000"/>
                  </a:schemeClr>
                </a:solidFill>
                <a:latin typeface="+mn-lt"/>
              </a:rPr>
              <a:t>correctness</a:t>
            </a:r>
            <a:r>
              <a:rPr lang="da-DK" sz="800">
                <a:solidFill>
                  <a:schemeClr val="accent6">
                    <a:lumMod val="75000"/>
                  </a:schemeClr>
                </a:solidFill>
                <a:latin typeface="+mn-lt"/>
              </a:rPr>
              <a:t>, or </a:t>
            </a:r>
            <a:r>
              <a:rPr lang="da-DK" sz="800" err="1">
                <a:solidFill>
                  <a:schemeClr val="accent6">
                    <a:lumMod val="75000"/>
                  </a:schemeClr>
                </a:solidFill>
                <a:latin typeface="+mn-lt"/>
              </a:rPr>
              <a:t>reliability</a:t>
            </a:r>
            <a:r>
              <a:rPr lang="da-DK" sz="800">
                <a:solidFill>
                  <a:schemeClr val="accent6">
                    <a:lumMod val="75000"/>
                  </a:schemeClr>
                </a:solidFill>
                <a:latin typeface="+mn-lt"/>
              </a:rPr>
              <a:t> of </a:t>
            </a:r>
            <a:r>
              <a:rPr lang="da-DK" sz="800" err="1">
                <a:solidFill>
                  <a:schemeClr val="accent6">
                    <a:lumMod val="75000"/>
                  </a:schemeClr>
                </a:solidFill>
                <a:latin typeface="+mn-lt"/>
              </a:rPr>
              <a:t>any</a:t>
            </a:r>
            <a:r>
              <a:rPr lang="da-DK" sz="800">
                <a:solidFill>
                  <a:schemeClr val="accent6">
                    <a:lumMod val="75000"/>
                  </a:schemeClr>
                </a:solidFill>
                <a:latin typeface="+mn-lt"/>
              </a:rPr>
              <a:t> information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and </a:t>
            </a:r>
            <a:r>
              <a:rPr lang="da-DK" sz="800" err="1">
                <a:solidFill>
                  <a:schemeClr val="accent6">
                    <a:lumMod val="75000"/>
                  </a:schemeClr>
                </a:solidFill>
                <a:latin typeface="+mn-lt"/>
              </a:rPr>
              <a:t>does</a:t>
            </a:r>
            <a:r>
              <a:rPr lang="da-DK" sz="800">
                <a:solidFill>
                  <a:schemeClr val="accent6">
                    <a:lumMod val="75000"/>
                  </a:schemeClr>
                </a:solidFill>
                <a:latin typeface="+mn-lt"/>
              </a:rPr>
              <a:t> not accept </a:t>
            </a:r>
            <a:r>
              <a:rPr lang="da-DK" sz="800" err="1">
                <a:solidFill>
                  <a:schemeClr val="accent6">
                    <a:lumMod val="75000"/>
                  </a:schemeClr>
                </a:solidFill>
                <a:latin typeface="+mn-lt"/>
              </a:rPr>
              <a:t>liability</a:t>
            </a:r>
            <a:r>
              <a:rPr lang="da-DK" sz="800">
                <a:solidFill>
                  <a:schemeClr val="accent6">
                    <a:lumMod val="75000"/>
                  </a:schemeClr>
                </a:solidFill>
                <a:latin typeface="+mn-lt"/>
              </a:rPr>
              <a:t> for </a:t>
            </a:r>
            <a:r>
              <a:rPr lang="da-DK" sz="800" err="1">
                <a:solidFill>
                  <a:schemeClr val="accent6">
                    <a:lumMod val="75000"/>
                  </a:schemeClr>
                </a:solidFill>
                <a:latin typeface="+mn-lt"/>
              </a:rPr>
              <a:t>errors</a:t>
            </a:r>
            <a:r>
              <a:rPr lang="da-DK" sz="800">
                <a:solidFill>
                  <a:schemeClr val="accent6">
                    <a:lumMod val="75000"/>
                  </a:schemeClr>
                </a:solidFill>
                <a:latin typeface="+mn-lt"/>
              </a:rPr>
              <a:t>, </a:t>
            </a:r>
            <a:r>
              <a:rPr lang="da-DK" sz="800" err="1">
                <a:solidFill>
                  <a:schemeClr val="accent6">
                    <a:lumMod val="75000"/>
                  </a:schemeClr>
                </a:solidFill>
                <a:latin typeface="+mn-lt"/>
              </a:rPr>
              <a:t>omissions</a:t>
            </a:r>
            <a:r>
              <a:rPr lang="da-DK" sz="800">
                <a:solidFill>
                  <a:schemeClr val="accent6">
                    <a:lumMod val="75000"/>
                  </a:schemeClr>
                </a:solidFill>
                <a:latin typeface="+mn-lt"/>
              </a:rPr>
              <a:t>, </a:t>
            </a:r>
            <a:r>
              <a:rPr lang="da-DK" sz="800" err="1">
                <a:solidFill>
                  <a:schemeClr val="accent6">
                    <a:lumMod val="75000"/>
                  </a:schemeClr>
                </a:solidFill>
                <a:latin typeface="+mn-lt"/>
              </a:rPr>
              <a:t>inaccuracies</a:t>
            </a:r>
            <a:r>
              <a:rPr lang="da-DK" sz="800">
                <a:solidFill>
                  <a:schemeClr val="accent6">
                    <a:lumMod val="75000"/>
                  </a:schemeClr>
                </a:solidFill>
                <a:latin typeface="+mn-lt"/>
              </a:rPr>
              <a:t>, or </a:t>
            </a:r>
            <a:r>
              <a:rPr lang="da-DK" sz="800" err="1">
                <a:solidFill>
                  <a:schemeClr val="accent6">
                    <a:lumMod val="75000"/>
                  </a:schemeClr>
                </a:solidFill>
                <a:latin typeface="+mn-lt"/>
              </a:rPr>
              <a:t>typographical</a:t>
            </a:r>
            <a:r>
              <a:rPr lang="da-DK" sz="800">
                <a:solidFill>
                  <a:schemeClr val="accent6">
                    <a:lumMod val="75000"/>
                  </a:schemeClr>
                </a:solidFill>
                <a:latin typeface="+mn-lt"/>
              </a:rPr>
              <a:t> </a:t>
            </a:r>
            <a:r>
              <a:rPr lang="da-DK" sz="800" err="1">
                <a:solidFill>
                  <a:schemeClr val="accent6">
                    <a:lumMod val="75000"/>
                  </a:schemeClr>
                </a:solidFill>
                <a:latin typeface="+mn-lt"/>
              </a:rPr>
              <a:t>errors</a:t>
            </a:r>
            <a:r>
              <a:rPr lang="da-DK" sz="800">
                <a:solidFill>
                  <a:schemeClr val="accent6">
                    <a:lumMod val="75000"/>
                  </a:schemeClr>
                </a:solidFill>
                <a:latin typeface="+mn-lt"/>
              </a:rPr>
              <a:t>. The views and opinions </a:t>
            </a:r>
            <a:r>
              <a:rPr lang="da-DK" sz="800" err="1">
                <a:solidFill>
                  <a:schemeClr val="accent6">
                    <a:lumMod val="75000"/>
                  </a:schemeClr>
                </a:solidFill>
                <a:latin typeface="+mn-lt"/>
              </a:rPr>
              <a:t>expressed</a:t>
            </a:r>
            <a:r>
              <a:rPr lang="da-DK" sz="800">
                <a:solidFill>
                  <a:schemeClr val="accent6">
                    <a:lumMod val="75000"/>
                  </a:schemeClr>
                </a:solidFill>
                <a:latin typeface="+mn-lt"/>
              </a:rPr>
              <a:t>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not </a:t>
            </a:r>
            <a:r>
              <a:rPr lang="da-DK" sz="800" err="1">
                <a:solidFill>
                  <a:schemeClr val="accent6">
                    <a:lumMod val="75000"/>
                  </a:schemeClr>
                </a:solidFill>
                <a:latin typeface="+mn-lt"/>
              </a:rPr>
              <a:t>necessarily</a:t>
            </a:r>
            <a:r>
              <a:rPr lang="da-DK" sz="800">
                <a:solidFill>
                  <a:schemeClr val="accent6">
                    <a:lumMod val="75000"/>
                  </a:schemeClr>
                </a:solidFill>
                <a:latin typeface="+mn-lt"/>
              </a:rPr>
              <a:t> </a:t>
            </a:r>
            <a:r>
              <a:rPr lang="da-DK" sz="800" err="1">
                <a:solidFill>
                  <a:schemeClr val="accent6">
                    <a:lumMod val="75000"/>
                  </a:schemeClr>
                </a:solidFill>
                <a:latin typeface="+mn-lt"/>
              </a:rPr>
              <a:t>those</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 2020 </a:t>
            </a:r>
            <a:r>
              <a:rPr lang="da-DK" sz="800" err="1">
                <a:solidFill>
                  <a:schemeClr val="accent6">
                    <a:lumMod val="75000"/>
                  </a:schemeClr>
                </a:solidFill>
                <a:latin typeface="+mn-lt"/>
              </a:rPr>
              <a:t>SimCorp</a:t>
            </a:r>
            <a:r>
              <a:rPr lang="da-DK" sz="800">
                <a:solidFill>
                  <a:schemeClr val="accent6">
                    <a:lumMod val="75000"/>
                  </a:schemeClr>
                </a:solidFill>
                <a:latin typeface="+mn-lt"/>
              </a:rPr>
              <a:t> A/S. All </a:t>
            </a:r>
            <a:r>
              <a:rPr lang="da-DK" sz="800" err="1">
                <a:solidFill>
                  <a:schemeClr val="accent6">
                    <a:lumMod val="75000"/>
                  </a:schemeClr>
                </a:solidFill>
                <a:latin typeface="+mn-lt"/>
              </a:rPr>
              <a:t>rights</a:t>
            </a:r>
            <a:r>
              <a:rPr lang="da-DK" sz="800">
                <a:solidFill>
                  <a:schemeClr val="accent6">
                    <a:lumMod val="75000"/>
                  </a:schemeClr>
                </a:solidFill>
                <a:latin typeface="+mn-lt"/>
              </a:rPr>
              <a:t> </a:t>
            </a:r>
            <a:r>
              <a:rPr lang="da-DK" sz="800" err="1">
                <a:solidFill>
                  <a:schemeClr val="accent6">
                    <a:lumMod val="75000"/>
                  </a:schemeClr>
                </a:solidFill>
                <a:latin typeface="+mn-lt"/>
              </a:rPr>
              <a:t>reserved</a:t>
            </a:r>
            <a:r>
              <a:rPr lang="da-DK" sz="800">
                <a:solidFill>
                  <a:schemeClr val="accent6">
                    <a:lumMod val="75000"/>
                  </a:schemeClr>
                </a:solidFill>
                <a:latin typeface="+mn-lt"/>
              </a:rPr>
              <a:t>. </a:t>
            </a:r>
            <a:r>
              <a:rPr lang="da-DK" sz="800" err="1">
                <a:solidFill>
                  <a:schemeClr val="accent6">
                    <a:lumMod val="75000"/>
                  </a:schemeClr>
                </a:solidFill>
                <a:latin typeface="+mn-lt"/>
              </a:rPr>
              <a:t>Without</a:t>
            </a:r>
            <a:r>
              <a:rPr lang="da-DK" sz="800">
                <a:solidFill>
                  <a:schemeClr val="accent6">
                    <a:lumMod val="75000"/>
                  </a:schemeClr>
                </a:solidFill>
                <a:latin typeface="+mn-lt"/>
              </a:rPr>
              <a:t> </a:t>
            </a:r>
            <a:r>
              <a:rPr lang="da-DK" sz="800" err="1">
                <a:solidFill>
                  <a:schemeClr val="accent6">
                    <a:lumMod val="75000"/>
                  </a:schemeClr>
                </a:solidFill>
                <a:latin typeface="+mn-lt"/>
              </a:rPr>
              <a:t>limiting</a:t>
            </a:r>
            <a:r>
              <a:rPr lang="da-DK" sz="800">
                <a:solidFill>
                  <a:schemeClr val="accent6">
                    <a:lumMod val="75000"/>
                  </a:schemeClr>
                </a:solidFill>
                <a:latin typeface="+mn-lt"/>
              </a:rPr>
              <a:t> </a:t>
            </a:r>
            <a:r>
              <a:rPr lang="da-DK" sz="800" err="1">
                <a:solidFill>
                  <a:schemeClr val="accent6">
                    <a:lumMod val="75000"/>
                  </a:schemeClr>
                </a:solidFill>
                <a:latin typeface="+mn-lt"/>
              </a:rPr>
              <a:t>rights</a:t>
            </a:r>
            <a:r>
              <a:rPr lang="da-DK" sz="800">
                <a:solidFill>
                  <a:schemeClr val="accent6">
                    <a:lumMod val="75000"/>
                  </a:schemeClr>
                </a:solidFill>
                <a:latin typeface="+mn-lt"/>
              </a:rPr>
              <a:t> under copyright, no part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may</a:t>
            </a:r>
            <a:r>
              <a:rPr lang="da-DK" sz="800">
                <a:solidFill>
                  <a:schemeClr val="accent6">
                    <a:lumMod val="75000"/>
                  </a:schemeClr>
                </a:solidFill>
                <a:latin typeface="+mn-lt"/>
              </a:rPr>
              <a:t> </a:t>
            </a:r>
            <a:r>
              <a:rPr lang="da-DK" sz="800" err="1">
                <a:solidFill>
                  <a:schemeClr val="accent6">
                    <a:lumMod val="75000"/>
                  </a:schemeClr>
                </a:solidFill>
                <a:latin typeface="+mn-lt"/>
              </a:rPr>
              <a:t>be</a:t>
            </a:r>
            <a:r>
              <a:rPr lang="da-DK" sz="800">
                <a:solidFill>
                  <a:schemeClr val="accent6">
                    <a:lumMod val="75000"/>
                  </a:schemeClr>
                </a:solidFill>
                <a:latin typeface="+mn-lt"/>
              </a:rPr>
              <a:t> </a:t>
            </a:r>
            <a:r>
              <a:rPr lang="da-DK" sz="800" err="1">
                <a:solidFill>
                  <a:schemeClr val="accent6">
                    <a:lumMod val="75000"/>
                  </a:schemeClr>
                </a:solidFill>
                <a:latin typeface="+mn-lt"/>
              </a:rPr>
              <a:t>reproduced</a:t>
            </a:r>
            <a:r>
              <a:rPr lang="da-DK" sz="800">
                <a:solidFill>
                  <a:schemeClr val="accent6">
                    <a:lumMod val="75000"/>
                  </a:schemeClr>
                </a:solidFill>
                <a:latin typeface="+mn-lt"/>
              </a:rPr>
              <a:t>, </a:t>
            </a:r>
            <a:r>
              <a:rPr lang="da-DK" sz="800" err="1">
                <a:solidFill>
                  <a:schemeClr val="accent6">
                    <a:lumMod val="75000"/>
                  </a:schemeClr>
                </a:solidFill>
                <a:latin typeface="+mn-lt"/>
              </a:rPr>
              <a:t>stored</a:t>
            </a:r>
            <a:r>
              <a:rPr lang="da-DK" sz="800">
                <a:solidFill>
                  <a:schemeClr val="accent6">
                    <a:lumMod val="75000"/>
                  </a:schemeClr>
                </a:solidFill>
                <a:latin typeface="+mn-lt"/>
              </a:rPr>
              <a:t> in, or </a:t>
            </a:r>
            <a:r>
              <a:rPr lang="da-DK" sz="800" err="1">
                <a:solidFill>
                  <a:schemeClr val="accent6">
                    <a:lumMod val="75000"/>
                  </a:schemeClr>
                </a:solidFill>
                <a:latin typeface="+mn-lt"/>
              </a:rPr>
              <a:t>introduced</a:t>
            </a:r>
            <a:r>
              <a:rPr lang="da-DK" sz="800">
                <a:solidFill>
                  <a:schemeClr val="accent6">
                    <a:lumMod val="75000"/>
                  </a:schemeClr>
                </a:solidFill>
                <a:latin typeface="+mn-lt"/>
              </a:rPr>
              <a:t> </a:t>
            </a:r>
            <a:r>
              <a:rPr lang="da-DK" sz="800" err="1">
                <a:solidFill>
                  <a:schemeClr val="accent6">
                    <a:lumMod val="75000"/>
                  </a:schemeClr>
                </a:solidFill>
                <a:latin typeface="+mn-lt"/>
              </a:rPr>
              <a:t>into</a:t>
            </a:r>
            <a:r>
              <a:rPr lang="da-DK" sz="800">
                <a:solidFill>
                  <a:schemeClr val="accent6">
                    <a:lumMod val="75000"/>
                  </a:schemeClr>
                </a:solidFill>
                <a:latin typeface="+mn-lt"/>
              </a:rPr>
              <a:t> a </a:t>
            </a:r>
            <a:r>
              <a:rPr lang="da-DK" sz="800" err="1">
                <a:solidFill>
                  <a:schemeClr val="accent6">
                    <a:lumMod val="75000"/>
                  </a:schemeClr>
                </a:solidFill>
                <a:latin typeface="+mn-lt"/>
              </a:rPr>
              <a:t>retrieval</a:t>
            </a:r>
            <a:r>
              <a:rPr lang="da-DK" sz="800">
                <a:solidFill>
                  <a:schemeClr val="accent6">
                    <a:lumMod val="75000"/>
                  </a:schemeClr>
                </a:solidFill>
                <a:latin typeface="+mn-lt"/>
              </a:rPr>
              <a:t> system, or </a:t>
            </a:r>
            <a:r>
              <a:rPr lang="da-DK" sz="800" err="1">
                <a:solidFill>
                  <a:schemeClr val="accent6">
                    <a:lumMod val="75000"/>
                  </a:schemeClr>
                </a:solidFill>
                <a:latin typeface="+mn-lt"/>
              </a:rPr>
              <a:t>transmitted</a:t>
            </a:r>
            <a:r>
              <a:rPr lang="da-DK" sz="800">
                <a:solidFill>
                  <a:schemeClr val="accent6">
                    <a:lumMod val="75000"/>
                  </a:schemeClr>
                </a:solidFill>
                <a:latin typeface="+mn-lt"/>
              </a:rPr>
              <a:t> in </a:t>
            </a:r>
            <a:r>
              <a:rPr lang="da-DK" sz="800" err="1">
                <a:solidFill>
                  <a:schemeClr val="accent6">
                    <a:lumMod val="75000"/>
                  </a:schemeClr>
                </a:solidFill>
                <a:latin typeface="+mn-lt"/>
              </a:rPr>
              <a:t>any</a:t>
            </a:r>
            <a:r>
              <a:rPr lang="da-DK" sz="800">
                <a:solidFill>
                  <a:schemeClr val="accent6">
                    <a:lumMod val="75000"/>
                  </a:schemeClr>
                </a:solidFill>
                <a:latin typeface="+mn-lt"/>
              </a:rPr>
              <a:t> form, by </a:t>
            </a:r>
            <a:r>
              <a:rPr lang="da-DK" sz="800" err="1">
                <a:solidFill>
                  <a:schemeClr val="accent6">
                    <a:lumMod val="75000"/>
                  </a:schemeClr>
                </a:solidFill>
                <a:latin typeface="+mn-lt"/>
              </a:rPr>
              <a:t>any</a:t>
            </a:r>
            <a:r>
              <a:rPr lang="da-DK" sz="800">
                <a:solidFill>
                  <a:schemeClr val="accent6">
                    <a:lumMod val="75000"/>
                  </a:schemeClr>
                </a:solidFill>
                <a:latin typeface="+mn-lt"/>
              </a:rPr>
              <a:t> </a:t>
            </a:r>
            <a:r>
              <a:rPr lang="da-DK" sz="800" err="1">
                <a:solidFill>
                  <a:schemeClr val="accent6">
                    <a:lumMod val="75000"/>
                  </a:schemeClr>
                </a:solidFill>
                <a:latin typeface="+mn-lt"/>
              </a:rPr>
              <a:t>means</a:t>
            </a:r>
            <a:r>
              <a:rPr lang="da-DK" sz="800">
                <a:solidFill>
                  <a:schemeClr val="accent6">
                    <a:lumMod val="75000"/>
                  </a:schemeClr>
                </a:solidFill>
                <a:latin typeface="+mn-lt"/>
              </a:rPr>
              <a:t> (</a:t>
            </a:r>
            <a:r>
              <a:rPr lang="da-DK" sz="800" err="1">
                <a:solidFill>
                  <a:schemeClr val="accent6">
                    <a:lumMod val="75000"/>
                  </a:schemeClr>
                </a:solidFill>
                <a:latin typeface="+mn-lt"/>
              </a:rPr>
              <a:t>electronic</a:t>
            </a:r>
            <a:r>
              <a:rPr lang="da-DK" sz="800">
                <a:solidFill>
                  <a:schemeClr val="accent6">
                    <a:lumMod val="75000"/>
                  </a:schemeClr>
                </a:solidFill>
                <a:latin typeface="+mn-lt"/>
              </a:rPr>
              <a:t>, </a:t>
            </a:r>
            <a:r>
              <a:rPr lang="da-DK" sz="800" err="1">
                <a:solidFill>
                  <a:schemeClr val="accent6">
                    <a:lumMod val="75000"/>
                  </a:schemeClr>
                </a:solidFill>
                <a:latin typeface="+mn-lt"/>
              </a:rPr>
              <a:t>mechanical</a:t>
            </a:r>
            <a:r>
              <a:rPr lang="da-DK" sz="800">
                <a:solidFill>
                  <a:schemeClr val="accent6">
                    <a:lumMod val="75000"/>
                  </a:schemeClr>
                </a:solidFill>
                <a:latin typeface="+mn-lt"/>
              </a:rPr>
              <a:t>, </a:t>
            </a:r>
            <a:r>
              <a:rPr lang="da-DK" sz="800" err="1">
                <a:solidFill>
                  <a:schemeClr val="accent6">
                    <a:lumMod val="75000"/>
                  </a:schemeClr>
                </a:solidFill>
                <a:latin typeface="+mn-lt"/>
              </a:rPr>
              <a:t>photocopying</a:t>
            </a:r>
            <a:r>
              <a:rPr lang="da-DK" sz="800">
                <a:solidFill>
                  <a:schemeClr val="accent6">
                    <a:lumMod val="75000"/>
                  </a:schemeClr>
                </a:solidFill>
                <a:latin typeface="+mn-lt"/>
              </a:rPr>
              <a:t>, </a:t>
            </a:r>
            <a:r>
              <a:rPr lang="da-DK" sz="800" err="1">
                <a:solidFill>
                  <a:schemeClr val="accent6">
                    <a:lumMod val="75000"/>
                  </a:schemeClr>
                </a:solidFill>
                <a:latin typeface="+mn-lt"/>
              </a:rPr>
              <a:t>recording</a:t>
            </a:r>
            <a:r>
              <a:rPr lang="da-DK" sz="800">
                <a:solidFill>
                  <a:schemeClr val="accent6">
                    <a:lumMod val="75000"/>
                  </a:schemeClr>
                </a:solidFill>
                <a:latin typeface="+mn-lt"/>
              </a:rPr>
              <a:t>, or </a:t>
            </a:r>
            <a:r>
              <a:rPr lang="da-DK" sz="800" err="1">
                <a:solidFill>
                  <a:schemeClr val="accent6">
                    <a:lumMod val="75000"/>
                  </a:schemeClr>
                </a:solidFill>
                <a:latin typeface="+mn-lt"/>
              </a:rPr>
              <a:t>otherwise</a:t>
            </a:r>
            <a:r>
              <a:rPr lang="da-DK" sz="800">
                <a:solidFill>
                  <a:schemeClr val="accent6">
                    <a:lumMod val="75000"/>
                  </a:schemeClr>
                </a:solidFill>
                <a:latin typeface="+mn-lt"/>
              </a:rPr>
              <a:t>), or for </a:t>
            </a:r>
            <a:r>
              <a:rPr lang="da-DK" sz="800" err="1">
                <a:solidFill>
                  <a:schemeClr val="accent6">
                    <a:lumMod val="75000"/>
                  </a:schemeClr>
                </a:solidFill>
                <a:latin typeface="+mn-lt"/>
              </a:rPr>
              <a:t>any</a:t>
            </a:r>
            <a:r>
              <a:rPr lang="da-DK" sz="800">
                <a:solidFill>
                  <a:schemeClr val="accent6">
                    <a:lumMod val="75000"/>
                  </a:schemeClr>
                </a:solidFill>
                <a:latin typeface="+mn-lt"/>
              </a:rPr>
              <a:t> purpose </a:t>
            </a:r>
            <a:r>
              <a:rPr lang="da-DK" sz="800" err="1">
                <a:solidFill>
                  <a:schemeClr val="accent6">
                    <a:lumMod val="75000"/>
                  </a:schemeClr>
                </a:solidFill>
                <a:latin typeface="+mn-lt"/>
              </a:rPr>
              <a:t>without</a:t>
            </a:r>
            <a:r>
              <a:rPr lang="da-DK" sz="800">
                <a:solidFill>
                  <a:schemeClr val="accent6">
                    <a:lumMod val="75000"/>
                  </a:schemeClr>
                </a:solidFill>
                <a:latin typeface="+mn-lt"/>
              </a:rPr>
              <a:t> the </a:t>
            </a:r>
            <a:r>
              <a:rPr lang="da-DK" sz="800" err="1">
                <a:solidFill>
                  <a:schemeClr val="accent6">
                    <a:lumMod val="75000"/>
                  </a:schemeClr>
                </a:solidFill>
                <a:latin typeface="+mn-lt"/>
              </a:rPr>
              <a:t>express</a:t>
            </a:r>
            <a:r>
              <a:rPr lang="da-DK" sz="800">
                <a:solidFill>
                  <a:schemeClr val="accent6">
                    <a:lumMod val="75000"/>
                  </a:schemeClr>
                </a:solidFill>
                <a:latin typeface="+mn-lt"/>
              </a:rPr>
              <a:t> </a:t>
            </a:r>
            <a:r>
              <a:rPr lang="da-DK" sz="800" err="1">
                <a:solidFill>
                  <a:schemeClr val="accent6">
                    <a:lumMod val="75000"/>
                  </a:schemeClr>
                </a:solidFill>
                <a:latin typeface="+mn-lt"/>
              </a:rPr>
              <a:t>written</a:t>
            </a:r>
            <a:r>
              <a:rPr lang="da-DK" sz="800">
                <a:solidFill>
                  <a:schemeClr val="accent6">
                    <a:lumMod val="75000"/>
                  </a:schemeClr>
                </a:solidFill>
                <a:latin typeface="+mn-lt"/>
              </a:rPr>
              <a:t> permission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SimCorp</a:t>
            </a:r>
            <a:r>
              <a:rPr lang="da-DK" sz="800">
                <a:solidFill>
                  <a:schemeClr val="accent6">
                    <a:lumMod val="75000"/>
                  </a:schemeClr>
                </a:solidFill>
                <a:latin typeface="+mn-lt"/>
              </a:rPr>
              <a:t>, the </a:t>
            </a:r>
            <a:r>
              <a:rPr lang="da-DK" sz="800" err="1">
                <a:solidFill>
                  <a:schemeClr val="accent6">
                    <a:lumMod val="75000"/>
                  </a:schemeClr>
                </a:solidFill>
                <a:latin typeface="+mn-lt"/>
              </a:rPr>
              <a:t>SimCorp</a:t>
            </a:r>
            <a:r>
              <a:rPr lang="da-DK" sz="800">
                <a:solidFill>
                  <a:schemeClr val="accent6">
                    <a:lumMod val="75000"/>
                  </a:schemeClr>
                </a:solidFill>
                <a:latin typeface="+mn-lt"/>
              </a:rPr>
              <a:t> logo, </a:t>
            </a:r>
            <a:r>
              <a:rPr lang="da-DK" sz="800" err="1">
                <a:solidFill>
                  <a:schemeClr val="accent6">
                    <a:lumMod val="75000"/>
                  </a:schemeClr>
                </a:solidFill>
                <a:latin typeface="+mn-lt"/>
              </a:rPr>
              <a:t>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a:t>
            </a:r>
            <a:r>
              <a:rPr lang="da-DK" sz="800" err="1">
                <a:solidFill>
                  <a:schemeClr val="accent6">
                    <a:lumMod val="75000"/>
                  </a:schemeClr>
                </a:solidFill>
                <a:latin typeface="+mn-lt"/>
              </a:rPr>
              <a:t>SimCorp</a:t>
            </a:r>
            <a:r>
              <a:rPr lang="da-DK" sz="800">
                <a:solidFill>
                  <a:schemeClr val="accent6">
                    <a:lumMod val="75000"/>
                  </a:schemeClr>
                </a:solidFill>
                <a:latin typeface="+mn-lt"/>
              </a:rPr>
              <a:t> Services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either</a:t>
            </a:r>
            <a:r>
              <a:rPr lang="da-DK" sz="800">
                <a:solidFill>
                  <a:schemeClr val="accent6">
                    <a:lumMod val="75000"/>
                  </a:schemeClr>
                </a:solidFill>
                <a:latin typeface="+mn-lt"/>
              </a:rPr>
              <a:t> </a:t>
            </a:r>
            <a:r>
              <a:rPr lang="da-DK" sz="800" err="1">
                <a:solidFill>
                  <a:schemeClr val="accent6">
                    <a:lumMod val="75000"/>
                  </a:schemeClr>
                </a:solidFill>
                <a:latin typeface="+mn-lt"/>
              </a:rPr>
              <a:t>registered</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or </a:t>
            </a:r>
            <a:r>
              <a:rPr lang="da-DK" sz="800" err="1">
                <a:solidFill>
                  <a:schemeClr val="accent6">
                    <a:lumMod val="75000"/>
                  </a:schemeClr>
                </a:solidFill>
                <a:latin typeface="+mn-lt"/>
              </a:rPr>
              <a:t>trademarks</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A/S in Denmark and/or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countries</a:t>
            </a:r>
            <a:r>
              <a:rPr lang="da-DK" sz="800">
                <a:solidFill>
                  <a:schemeClr val="accent6">
                    <a:lumMod val="75000"/>
                  </a:schemeClr>
                </a:solidFill>
                <a:latin typeface="+mn-lt"/>
              </a:rPr>
              <a:t>. Refer to www.simcorp.com/trademarks for a </a:t>
            </a:r>
            <a:r>
              <a:rPr lang="da-DK" sz="800" err="1">
                <a:solidFill>
                  <a:schemeClr val="accent6">
                    <a:lumMod val="75000"/>
                  </a:schemeClr>
                </a:solidFill>
                <a:latin typeface="+mn-lt"/>
              </a:rPr>
              <a:t>full</a:t>
            </a:r>
            <a:r>
              <a:rPr lang="da-DK" sz="800">
                <a:solidFill>
                  <a:schemeClr val="accent6">
                    <a:lumMod val="75000"/>
                  </a:schemeClr>
                </a:solidFill>
                <a:latin typeface="+mn-lt"/>
              </a:rPr>
              <a:t> list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trademarks</a:t>
            </a:r>
            <a:r>
              <a:rPr lang="da-DK" sz="800">
                <a:solidFill>
                  <a:schemeClr val="accent6">
                    <a:lumMod val="75000"/>
                  </a:schemeClr>
                </a:solidFill>
                <a:latin typeface="+mn-lt"/>
              </a:rPr>
              <a:t>.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referred to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the </a:t>
            </a:r>
            <a:r>
              <a:rPr lang="da-DK" sz="800" err="1">
                <a:solidFill>
                  <a:schemeClr val="accent6">
                    <a:lumMod val="75000"/>
                  </a:schemeClr>
                </a:solidFill>
                <a:latin typeface="+mn-lt"/>
              </a:rPr>
              <a:t>property</a:t>
            </a:r>
            <a:r>
              <a:rPr lang="da-DK" sz="800">
                <a:solidFill>
                  <a:schemeClr val="accent6">
                    <a:lumMod val="75000"/>
                  </a:schemeClr>
                </a:solidFill>
                <a:latin typeface="+mn-lt"/>
              </a:rPr>
              <a:t> of </a:t>
            </a:r>
            <a:r>
              <a:rPr lang="da-DK" sz="800" err="1">
                <a:solidFill>
                  <a:schemeClr val="accent6">
                    <a:lumMod val="75000"/>
                  </a:schemeClr>
                </a:solidFill>
                <a:latin typeface="+mn-lt"/>
              </a:rPr>
              <a:t>their</a:t>
            </a:r>
            <a:r>
              <a:rPr lang="da-DK" sz="800">
                <a:solidFill>
                  <a:schemeClr val="accent6">
                    <a:lumMod val="75000"/>
                  </a:schemeClr>
                </a:solidFill>
                <a:latin typeface="+mn-lt"/>
              </a:rPr>
              <a:t> </a:t>
            </a:r>
            <a:r>
              <a:rPr lang="da-DK" sz="800" err="1">
                <a:solidFill>
                  <a:schemeClr val="accent6">
                    <a:lumMod val="75000"/>
                  </a:schemeClr>
                </a:solidFill>
                <a:latin typeface="+mn-lt"/>
              </a:rPr>
              <a:t>respective</a:t>
            </a:r>
            <a:r>
              <a:rPr lang="da-DK" sz="800">
                <a:solidFill>
                  <a:schemeClr val="accent6">
                    <a:lumMod val="75000"/>
                  </a:schemeClr>
                </a:solidFill>
                <a:latin typeface="+mn-lt"/>
              </a:rPr>
              <a:t> </a:t>
            </a:r>
            <a:r>
              <a:rPr lang="da-DK" sz="800" err="1">
                <a:solidFill>
                  <a:schemeClr val="accent6">
                    <a:lumMod val="75000"/>
                  </a:schemeClr>
                </a:solidFill>
                <a:latin typeface="+mn-lt"/>
              </a:rPr>
              <a:t>owners</a:t>
            </a:r>
            <a:r>
              <a:rPr lang="da-DK" sz="800">
                <a:solidFill>
                  <a:schemeClr val="accent6">
                    <a:lumMod val="75000"/>
                  </a:schemeClr>
                </a:solidFill>
                <a:latin typeface="+mn-lt"/>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 id="2147483819" r:id="rId17"/>
    <p:sldLayoutId id="2147483820" r:id="rId18"/>
    <p:sldLayoutId id="2147483821" r:id="rId19"/>
    <p:sldLayoutId id="2147483822"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cs.microsoft.com/en-us/dotnet/csharp/language-reference/builtin-types/default-values" TargetMode="External"/><Relationship Id="rId2" Type="http://schemas.openxmlformats.org/officeDocument/2006/relationships/hyperlink" Target="https://docs.microsoft.com/en-us/dotnet/csharp/language-reference/keywords/class" TargetMode="External"/><Relationship Id="rId1" Type="http://schemas.openxmlformats.org/officeDocument/2006/relationships/slideLayout" Target="../slideLayouts/slideLayout2.xml"/><Relationship Id="rId5" Type="http://schemas.openxmlformats.org/officeDocument/2006/relationships/hyperlink" Target="https://docs.microsoft.com/en-us/dotnet/csharp/programming-guide/classes-and-structs/destructors" TargetMode="External"/><Relationship Id="rId4" Type="http://schemas.openxmlformats.org/officeDocument/2006/relationships/hyperlink" Target="https://docs.microsoft.com/en-us/dotnet/csharp/language-reference/keywords/interface"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18" Type="http://schemas.openxmlformats.org/officeDocument/2006/relationships/diagramData" Target="../diagrams/data6.xml"/><Relationship Id="rId3" Type="http://schemas.openxmlformats.org/officeDocument/2006/relationships/diagramData" Target="../diagrams/data3.xml"/><Relationship Id="rId21" Type="http://schemas.openxmlformats.org/officeDocument/2006/relationships/diagramColors" Target="../diagrams/colors6.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 Type="http://schemas.openxmlformats.org/officeDocument/2006/relationships/notesSlide" Target="../notesSlides/notesSlide24.xml"/><Relationship Id="rId16" Type="http://schemas.openxmlformats.org/officeDocument/2006/relationships/diagramColors" Target="../diagrams/colors5.xml"/><Relationship Id="rId20" Type="http://schemas.openxmlformats.org/officeDocument/2006/relationships/diagramQuickStyle" Target="../diagrams/quickStyle6.xml"/><Relationship Id="rId1" Type="http://schemas.openxmlformats.org/officeDocument/2006/relationships/slideLayout" Target="../slideLayouts/slideLayout4.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10" Type="http://schemas.openxmlformats.org/officeDocument/2006/relationships/diagramQuickStyle" Target="../diagrams/quickStyle4.xml"/><Relationship Id="rId19" Type="http://schemas.openxmlformats.org/officeDocument/2006/relationships/diagramLayout" Target="../diagrams/layout6.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 Id="rId22" Type="http://schemas.microsoft.com/office/2007/relationships/diagramDrawing" Target="../diagrams/drawing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47.xml.rels><?xml version="1.0" encoding="UTF-8" standalone="yes"?>
<Relationships xmlns="http://schemas.openxmlformats.org/package/2006/relationships"><Relationship Id="rId3" Type="http://schemas.openxmlformats.org/officeDocument/2006/relationships/hyperlink" Target="https://docs.microsoft.com/en-us/dotnet/csharp/programming-guide/classes-and-structs/access-modifiers#other-types" TargetMode="External"/><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hyperlink" Target="https://docs.microsoft.com/en-us/dotnet/api/system.string?view=netcore-3.1" TargetMode="External"/><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hyperlink" Target="https://docs.microsoft.com/en-us/dotnet/api/system.string?view=netcore-3.1#instantiate-a-string-object"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hyperlink" Target="https://docs.microsoft.com/en-us/dotnet/api/system.text.stringbuilder?view=netcore-3.1" TargetMode="External"/><Relationship Id="rId2" Type="http://schemas.openxmlformats.org/officeDocument/2006/relationships/hyperlink" Target="https://docs.microsoft.com/en-us/dotnet/api/system.string?view=netcore-3.1" TargetMode="Externa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6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t>C# for test automation</a:t>
            </a:r>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p:txBody>
          <a:bodyPr/>
          <a:lstStyle/>
          <a:p>
            <a:r>
              <a:rPr lang="en-US"/>
              <a:t>OOP basics. Classes and objects. Class string</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a:ea typeface="ＭＳ Ｐゴシック"/>
              </a:rPr>
              <a:t>Module 3</a:t>
            </a:r>
            <a:endParaRPr lang="en-US"/>
          </a:p>
        </p:txBody>
      </p:sp>
    </p:spTree>
    <p:extLst>
      <p:ext uri="{BB962C8B-B14F-4D97-AF65-F5344CB8AC3E}">
        <p14:creationId xmlns:p14="http://schemas.microsoft.com/office/powerpoint/2010/main" val="52527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70984" y="1514272"/>
            <a:ext cx="10850033" cy="4842105"/>
          </a:xfrm>
          <a:prstGeom prst="rect">
            <a:avLst/>
          </a:prstGeom>
          <a:noFill/>
        </p:spPr>
        <p:txBody>
          <a:bodyPr wrap="none" lIns="0" tIns="0" rIns="0" bIns="0" numCol="2" rtlCol="0" anchor="t">
            <a:noAutofit/>
          </a:bodyPr>
          <a:lstStyle/>
          <a:p>
            <a:pPr marL="342900" indent="-342900" defTabSz="179388">
              <a:buClr>
                <a:srgbClr val="00DEE6"/>
              </a:buClr>
              <a:buFont typeface="Arial" panose="020B0604020202020204" pitchFamily="34" charset="0"/>
              <a:buAutoNum type="arabicPeriod"/>
            </a:pPr>
            <a:r>
              <a:rPr lang="en-US" sz="1600">
                <a:latin typeface="+mn-lt"/>
                <a:ea typeface="ＭＳ Ｐゴシック"/>
              </a:rPr>
              <a:t>Programming paradigms</a:t>
            </a:r>
          </a:p>
          <a:p>
            <a:pPr marL="342900" indent="-342900" defTabSz="179388">
              <a:buClr>
                <a:srgbClr val="00DEE6"/>
              </a:buClr>
              <a:buAutoNum type="arabicPeriod"/>
            </a:pPr>
            <a:r>
              <a:rPr lang="en-US" sz="1600">
                <a:latin typeface="+mn-lt"/>
                <a:ea typeface="ＭＳ Ｐゴシック"/>
              </a:rPr>
              <a:t>OOP in C#. Definition </a:t>
            </a:r>
            <a:endParaRPr lang="en-US"/>
          </a:p>
          <a:p>
            <a:pPr marL="342900" indent="-342900" defTabSz="179388">
              <a:buClr>
                <a:srgbClr val="00DEE6"/>
              </a:buClr>
              <a:buFont typeface="Arial" panose="020B0604020202020204" pitchFamily="34" charset="0"/>
              <a:buAutoNum type="arabicPeriod"/>
            </a:pPr>
            <a:r>
              <a:rPr lang="en-US" sz="1600">
                <a:latin typeface="+mn-lt"/>
                <a:ea typeface="ＭＳ Ｐゴシック"/>
              </a:rPr>
              <a:t>OOP. Object and classes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Class members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Fields</a:t>
            </a:r>
          </a:p>
          <a:p>
            <a:pPr marL="342900" indent="-342900" defTabSz="179388">
              <a:buClr>
                <a:srgbClr val="00DEE6"/>
              </a:buClr>
              <a:buAutoNum type="arabicPeriod"/>
            </a:pPr>
            <a:r>
              <a:rPr lang="en-US" sz="1600">
                <a:latin typeface="+mn-lt"/>
                <a:ea typeface="ＭＳ Ｐゴシック"/>
              </a:rPr>
              <a:t>Constructor</a:t>
            </a:r>
            <a:endParaRPr lang="en-US"/>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1. Class members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Properties</a:t>
            </a:r>
          </a:p>
          <a:p>
            <a:pPr marL="342900" indent="-342900" defTabSz="179388">
              <a:buClr>
                <a:srgbClr val="00DEE6"/>
              </a:buClr>
              <a:buAutoNum type="arabicPeriod"/>
            </a:pPr>
            <a:r>
              <a:rPr lang="en-US" sz="1600">
                <a:latin typeface="+mn-lt"/>
                <a:ea typeface="ＭＳ Ｐゴシック"/>
              </a:rPr>
              <a:t>Methods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2. Class members</a:t>
            </a:r>
          </a:p>
          <a:p>
            <a:pPr marL="342900" indent="-342900" defTabSz="179388">
              <a:buClr>
                <a:srgbClr val="00DEE6"/>
              </a:buClr>
              <a:buAutoNum type="arabicPeriod"/>
            </a:pPr>
            <a:r>
              <a:rPr lang="en-US" sz="1600" i="1">
                <a:solidFill>
                  <a:schemeClr val="accent1">
                    <a:lumMod val="50000"/>
                  </a:schemeClr>
                </a:solidFill>
                <a:latin typeface="+mn-lt"/>
                <a:ea typeface="ＭＳ Ｐゴシック"/>
                <a:cs typeface="Arial"/>
              </a:rPr>
              <a:t>Coffee break </a:t>
            </a:r>
            <a:endParaRPr lang="en-US" sz="1600">
              <a:solidFill>
                <a:schemeClr val="accent1">
                  <a:lumMod val="50000"/>
                </a:schemeClr>
              </a:solidFill>
              <a:latin typeface="+mn-lt"/>
              <a:ea typeface="ＭＳ Ｐゴシック"/>
            </a:endParaRPr>
          </a:p>
          <a:p>
            <a:pPr marL="342900" indent="-342900" defTabSz="179388">
              <a:buClr>
                <a:srgbClr val="00DEE6"/>
              </a:buClr>
              <a:buFontTx/>
              <a:buAutoNum type="arabicPeriod"/>
            </a:pPr>
            <a:r>
              <a:rPr lang="en-US" sz="1600">
                <a:latin typeface="+mn-lt"/>
                <a:ea typeface="ＭＳ Ｐゴシック"/>
              </a:rPr>
              <a:t>Structure type</a:t>
            </a:r>
          </a:p>
          <a:p>
            <a:pPr marL="342900" indent="-342900" defTabSz="179388">
              <a:buClr>
                <a:srgbClr val="00DEE6"/>
              </a:buClr>
              <a:buFontTx/>
              <a:buAutoNum type="arabicPeriod"/>
            </a:pPr>
            <a:r>
              <a:rPr lang="en-US" sz="1600">
                <a:latin typeface="+mn-lt"/>
                <a:ea typeface="ＭＳ Ｐゴシック"/>
              </a:rPr>
              <a:t>Limitations</a:t>
            </a:r>
          </a:p>
          <a:p>
            <a:pPr marL="342900" indent="-342900" defTabSz="179388">
              <a:buClr>
                <a:srgbClr val="00DEE6"/>
              </a:buClr>
              <a:buFontTx/>
              <a:buAutoNum type="arabicPeriod"/>
            </a:pPr>
            <a:r>
              <a:rPr lang="en-US" sz="1600">
                <a:latin typeface="+mn-lt"/>
                <a:ea typeface="ＭＳ Ｐゴシック"/>
              </a:rPr>
              <a:t>Reference vs value types</a:t>
            </a:r>
          </a:p>
          <a:p>
            <a:pPr marL="342900" indent="-342900" defTabSz="179388">
              <a:buClr>
                <a:srgbClr val="00DEE6"/>
              </a:buClr>
              <a:buFontTx/>
              <a:buAutoNum type="arabicPeriod"/>
            </a:pPr>
            <a:r>
              <a:rPr lang="en-US" sz="1600">
                <a:latin typeface="+mn-lt"/>
                <a:ea typeface="ＭＳ Ｐゴシック"/>
              </a:rPr>
              <a:t>Practice 3. Value vs reference types</a:t>
            </a:r>
          </a:p>
          <a:p>
            <a:pPr marL="342900" indent="-342900" defTabSz="179388">
              <a:buClr>
                <a:srgbClr val="00DEE6"/>
              </a:buClr>
              <a:buFontTx/>
              <a:buAutoNum type="arabicPeriod"/>
            </a:pPr>
            <a:r>
              <a:rPr lang="en-US" sz="1600" i="1">
                <a:solidFill>
                  <a:schemeClr val="accent1">
                    <a:lumMod val="50000"/>
                  </a:schemeClr>
                </a:solidFill>
                <a:latin typeface="+mn-lt"/>
                <a:ea typeface="ＭＳ Ｐゴシック"/>
                <a:cs typeface="Arial"/>
              </a:rPr>
              <a:t>Lunch</a:t>
            </a:r>
          </a:p>
          <a:p>
            <a:pPr marL="342900" indent="-342900" defTabSz="179388">
              <a:buClr>
                <a:srgbClr val="00DEE6"/>
              </a:buClr>
              <a:buFontTx/>
              <a:buAutoNum type="arabicPeriod"/>
            </a:pPr>
            <a:r>
              <a:rPr lang="en-US" sz="1600">
                <a:latin typeface="+mn-lt"/>
                <a:ea typeface="ＭＳ Ｐゴシック"/>
              </a:rPr>
              <a:t>How to pass by reference?</a:t>
            </a:r>
          </a:p>
          <a:p>
            <a:pPr marL="342900" indent="-342900" defTabSz="179388">
              <a:buClr>
                <a:srgbClr val="00DEE6"/>
              </a:buClr>
              <a:buFontTx/>
              <a:buAutoNum type="arabicPeriod"/>
            </a:pPr>
            <a:r>
              <a:rPr lang="en-US" sz="1600">
                <a:latin typeface="+mn-lt"/>
                <a:ea typeface="ＭＳ Ｐゴシック"/>
              </a:rPr>
              <a:t>Ref In Out keywords</a:t>
            </a:r>
          </a:p>
          <a:p>
            <a:pPr marL="342900" indent="-342900" defTabSz="179388">
              <a:buClr>
                <a:srgbClr val="00DEE6"/>
              </a:buClr>
              <a:buFontTx/>
              <a:buAutoNum type="arabicPeriod"/>
            </a:pPr>
            <a:r>
              <a:rPr lang="en-US" sz="1600">
                <a:latin typeface="+mn-lt"/>
                <a:ea typeface="ＭＳ Ｐゴシック"/>
              </a:rPr>
              <a:t>The ref modifier</a:t>
            </a:r>
          </a:p>
          <a:p>
            <a:pPr marL="342900" indent="-342900" defTabSz="179388">
              <a:buClr>
                <a:srgbClr val="00DEE6"/>
              </a:buClr>
              <a:buFontTx/>
              <a:buAutoNum type="arabicPeriod"/>
            </a:pPr>
            <a:r>
              <a:rPr lang="en-US" sz="1600">
                <a:latin typeface="+mn-lt"/>
                <a:ea typeface="ＭＳ Ｐゴシック"/>
              </a:rPr>
              <a:t>The out modifier</a:t>
            </a:r>
          </a:p>
          <a:p>
            <a:pPr marL="342900" indent="-342900" defTabSz="179388">
              <a:buClr>
                <a:srgbClr val="00DEE6"/>
              </a:buClr>
              <a:buFontTx/>
              <a:buAutoNum type="arabicPeriod"/>
            </a:pPr>
            <a:r>
              <a:rPr lang="en-US" sz="1600">
                <a:latin typeface="+mn-lt"/>
                <a:ea typeface="ＭＳ Ｐゴシック"/>
              </a:rPr>
              <a:t>The in modifier</a:t>
            </a:r>
          </a:p>
          <a:p>
            <a:pPr marL="342900" indent="-342900" defTabSz="179388">
              <a:buClr>
                <a:srgbClr val="00DEE6"/>
              </a:buClr>
              <a:buFontTx/>
              <a:buAutoNum type="arabicPeriod"/>
            </a:pPr>
            <a:r>
              <a:rPr lang="en-US" sz="1600">
                <a:latin typeface="+mn-lt"/>
                <a:ea typeface="ＭＳ Ｐゴシック"/>
              </a:rPr>
              <a:t>Limitations</a:t>
            </a:r>
          </a:p>
          <a:p>
            <a:pPr marL="342900" indent="-342900" defTabSz="179388">
              <a:buClr>
                <a:srgbClr val="00DEE6"/>
              </a:buClr>
              <a:buFontTx/>
              <a:buAutoNum type="arabicPeriod"/>
            </a:pPr>
            <a:r>
              <a:rPr lang="en-US" sz="1600">
                <a:latin typeface="+mn-lt"/>
                <a:ea typeface="ＭＳ Ｐゴシック"/>
              </a:rPr>
              <a:t>Practice 4. Pass by reference</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ea typeface="ＭＳ Ｐゴシック"/>
              </a:rPr>
              <a:t>Coffee break </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OOP. Main concepts</a:t>
            </a:r>
            <a:endParaRPr lang="en-US" sz="1600">
              <a:latin typeface="+mn-lt"/>
            </a:endParaRPr>
          </a:p>
          <a:p>
            <a:pPr marL="342900" indent="-342900" defTabSz="179388">
              <a:buClr>
                <a:srgbClr val="00DEE6"/>
              </a:buClr>
              <a:buAutoNum type="arabicPeriod"/>
            </a:pPr>
            <a:r>
              <a:rPr lang="en-US" sz="1600">
                <a:latin typeface="+mn-lt"/>
                <a:ea typeface="ＭＳ Ｐゴシック"/>
              </a:rPr>
              <a:t>Encapsulation</a:t>
            </a:r>
          </a:p>
          <a:p>
            <a:pPr marL="342900" indent="-342900" defTabSz="179388">
              <a:buClr>
                <a:srgbClr val="00DEE6"/>
              </a:buClr>
              <a:buFontTx/>
              <a:buAutoNum type="arabicPeriod"/>
            </a:pPr>
            <a:r>
              <a:rPr lang="en-US" sz="1600">
                <a:latin typeface="+mn-lt"/>
                <a:ea typeface="ＭＳ Ｐゴシック"/>
              </a:rPr>
              <a:t>Access modifiers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5. OOP in C# </a:t>
            </a:r>
            <a:endParaRPr lang="en-US" sz="1600">
              <a:latin typeface="+mn-lt"/>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String</a:t>
            </a:r>
          </a:p>
          <a:p>
            <a:pPr marL="342900" indent="-342900" defTabSz="179388">
              <a:buClr>
                <a:srgbClr val="00DEE6"/>
              </a:buClr>
              <a:buAutoNum type="arabicPeriod"/>
            </a:pPr>
            <a:r>
              <a:rPr lang="en-US" sz="1600">
                <a:latin typeface="+mn-lt"/>
                <a:ea typeface="ＭＳ Ｐゴシック"/>
              </a:rPr>
              <a:t>String builder</a:t>
            </a:r>
          </a:p>
          <a:p>
            <a:pPr marL="342900" indent="-342900" defTabSz="179388">
              <a:buClr>
                <a:srgbClr val="00DEE6"/>
              </a:buClr>
              <a:buAutoNum type="arabicPeriod"/>
            </a:pPr>
            <a:r>
              <a:rPr lang="en-US" sz="1600">
                <a:latin typeface="+mn-lt"/>
                <a:ea typeface="ＭＳ Ｐゴシック"/>
              </a:rPr>
              <a:t>String vs String builder</a:t>
            </a:r>
            <a:endParaRPr lang="en-US"/>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6. String builder</a:t>
            </a:r>
          </a:p>
          <a:p>
            <a:pPr marL="342900" indent="-342900" defTabSz="179388">
              <a:buClr>
                <a:srgbClr val="00DEE6"/>
              </a:buClr>
              <a:buAutoNum type="arabicPeriod"/>
            </a:pPr>
            <a:r>
              <a:rPr lang="en-US" sz="1600">
                <a:latin typeface="+mn-lt"/>
                <a:ea typeface="ＭＳ Ｐゴシック"/>
              </a:rPr>
              <a:t>Homework</a:t>
            </a:r>
            <a:endParaRPr lang="en-US" sz="1600">
              <a:latin typeface="+mn-lt"/>
            </a:endParaRPr>
          </a:p>
          <a:p>
            <a:pPr marL="342900" indent="-342900" defTabSz="179388">
              <a:buClr>
                <a:srgbClr val="00DEE6"/>
              </a:buClr>
              <a:buFont typeface="Arial" panose="020B0604020202020204" pitchFamily="34" charset="0"/>
              <a:buAutoNum type="arabicPeriod"/>
            </a:pPr>
            <a:endParaRPr lang="en-US" sz="1600">
              <a:latin typeface="+mn-lt"/>
            </a:endParaRPr>
          </a:p>
        </p:txBody>
      </p:sp>
    </p:spTree>
    <p:extLst>
      <p:ext uri="{BB962C8B-B14F-4D97-AF65-F5344CB8AC3E}">
        <p14:creationId xmlns:p14="http://schemas.microsoft.com/office/powerpoint/2010/main" val="73879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da-DK">
                <a:latin typeface="+mn-lt"/>
              </a:rPr>
              <a:t>Programming </a:t>
            </a:r>
            <a:r>
              <a:rPr lang="da-DK" err="1">
                <a:latin typeface="+mn-lt"/>
              </a:rPr>
              <a:t>paradigms</a:t>
            </a:r>
            <a:endParaRPr lang="da-DK">
              <a:latin typeface="+mn-lt"/>
            </a:endParaRP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sp>
        <p:nvSpPr>
          <p:cNvPr id="6" name="Rectangle: Rounded Corners 5">
            <a:extLst>
              <a:ext uri="{FF2B5EF4-FFF2-40B4-BE49-F238E27FC236}">
                <a16:creationId xmlns:a16="http://schemas.microsoft.com/office/drawing/2014/main" id="{2298B995-3B95-4474-B1CA-F5B95E1FE2B5}"/>
              </a:ext>
            </a:extLst>
          </p:cNvPr>
          <p:cNvSpPr/>
          <p:nvPr/>
        </p:nvSpPr>
        <p:spPr>
          <a:xfrm>
            <a:off x="4828560" y="1854378"/>
            <a:ext cx="2519916" cy="551169"/>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Programming paradigms</a:t>
            </a:r>
            <a:endParaRPr lang="da-DK" sz="1600" err="1">
              <a:solidFill>
                <a:schemeClr val="tx1"/>
              </a:solidFill>
            </a:endParaRPr>
          </a:p>
        </p:txBody>
      </p:sp>
      <p:sp>
        <p:nvSpPr>
          <p:cNvPr id="7" name="Rectangle: Rounded Corners 6">
            <a:extLst>
              <a:ext uri="{FF2B5EF4-FFF2-40B4-BE49-F238E27FC236}">
                <a16:creationId xmlns:a16="http://schemas.microsoft.com/office/drawing/2014/main" id="{B09E3B3F-E823-4EFD-817C-2E6BF4B1249D}"/>
              </a:ext>
            </a:extLst>
          </p:cNvPr>
          <p:cNvSpPr/>
          <p:nvPr/>
        </p:nvSpPr>
        <p:spPr>
          <a:xfrm>
            <a:off x="3133649" y="2801542"/>
            <a:ext cx="1694911" cy="551169"/>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2000">
                <a:solidFill>
                  <a:schemeClr val="accent2"/>
                </a:solidFill>
                <a:cs typeface="Calibri" panose="020F0502020204030204" pitchFamily="34" charset="0"/>
              </a:rPr>
              <a:t>Imperative</a:t>
            </a:r>
            <a:endParaRPr lang="da-DK" sz="2400" err="1">
              <a:solidFill>
                <a:schemeClr val="accent2"/>
              </a:solidFill>
              <a:cs typeface="Calibri" panose="020F0502020204030204" pitchFamily="34" charset="0"/>
            </a:endParaRPr>
          </a:p>
        </p:txBody>
      </p:sp>
      <p:sp>
        <p:nvSpPr>
          <p:cNvPr id="8" name="Rectangle: Rounded Corners 7">
            <a:extLst>
              <a:ext uri="{FF2B5EF4-FFF2-40B4-BE49-F238E27FC236}">
                <a16:creationId xmlns:a16="http://schemas.microsoft.com/office/drawing/2014/main" id="{7D0DE8E8-EDB8-4BD0-84E3-BD80C753BBE1}"/>
              </a:ext>
            </a:extLst>
          </p:cNvPr>
          <p:cNvSpPr/>
          <p:nvPr/>
        </p:nvSpPr>
        <p:spPr>
          <a:xfrm>
            <a:off x="7353945" y="2806721"/>
            <a:ext cx="1694911" cy="551169"/>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2000">
                <a:solidFill>
                  <a:schemeClr val="accent2"/>
                </a:solidFill>
                <a:cs typeface="Calibri" panose="020F0502020204030204" pitchFamily="34" charset="0"/>
              </a:rPr>
              <a:t>Declarative</a:t>
            </a:r>
            <a:endParaRPr lang="da-DK" sz="2000" err="1">
              <a:solidFill>
                <a:schemeClr val="accent2"/>
              </a:solidFill>
              <a:cs typeface="Calibri" panose="020F0502020204030204" pitchFamily="34" charset="0"/>
            </a:endParaRPr>
          </a:p>
        </p:txBody>
      </p:sp>
      <p:sp>
        <p:nvSpPr>
          <p:cNvPr id="9" name="Rectangle: Rounded Corners 8">
            <a:extLst>
              <a:ext uri="{FF2B5EF4-FFF2-40B4-BE49-F238E27FC236}">
                <a16:creationId xmlns:a16="http://schemas.microsoft.com/office/drawing/2014/main" id="{22D8BB2C-7430-4441-8012-D6C01F76BFDB}"/>
              </a:ext>
            </a:extLst>
          </p:cNvPr>
          <p:cNvSpPr/>
          <p:nvPr/>
        </p:nvSpPr>
        <p:spPr>
          <a:xfrm>
            <a:off x="1438738" y="3831922"/>
            <a:ext cx="1694911" cy="551169"/>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accent2"/>
                </a:solidFill>
                <a:cs typeface="Calibri" panose="020F0502020204030204" pitchFamily="34" charset="0"/>
              </a:rPr>
              <a:t>Procedural</a:t>
            </a:r>
            <a:endParaRPr lang="da-DK" sz="2000" err="1">
              <a:solidFill>
                <a:schemeClr val="accent2"/>
              </a:solidFill>
              <a:cs typeface="Calibri" panose="020F0502020204030204" pitchFamily="34" charset="0"/>
            </a:endParaRPr>
          </a:p>
        </p:txBody>
      </p:sp>
      <p:sp>
        <p:nvSpPr>
          <p:cNvPr id="10" name="Rectangle: Rounded Corners 9">
            <a:extLst>
              <a:ext uri="{FF2B5EF4-FFF2-40B4-BE49-F238E27FC236}">
                <a16:creationId xmlns:a16="http://schemas.microsoft.com/office/drawing/2014/main" id="{DF9AE4B3-B45C-4DD4-8B65-9855C40E6F50}"/>
              </a:ext>
            </a:extLst>
          </p:cNvPr>
          <p:cNvSpPr/>
          <p:nvPr/>
        </p:nvSpPr>
        <p:spPr>
          <a:xfrm>
            <a:off x="1438738" y="4845211"/>
            <a:ext cx="1694911" cy="551169"/>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accent2"/>
                </a:solidFill>
                <a:cs typeface="Calibri" panose="020F0502020204030204" pitchFamily="34" charset="0"/>
              </a:rPr>
              <a:t>Object Oriented</a:t>
            </a:r>
            <a:endParaRPr lang="da-DK" sz="1600" err="1">
              <a:solidFill>
                <a:schemeClr val="accent2"/>
              </a:solidFill>
              <a:cs typeface="Calibri" panose="020F0502020204030204" pitchFamily="34" charset="0"/>
            </a:endParaRPr>
          </a:p>
        </p:txBody>
      </p:sp>
      <p:sp>
        <p:nvSpPr>
          <p:cNvPr id="11" name="Rectangle: Rounded Corners 10">
            <a:extLst>
              <a:ext uri="{FF2B5EF4-FFF2-40B4-BE49-F238E27FC236}">
                <a16:creationId xmlns:a16="http://schemas.microsoft.com/office/drawing/2014/main" id="{AC667383-4FD4-4A3A-890D-350507091A19}"/>
              </a:ext>
            </a:extLst>
          </p:cNvPr>
          <p:cNvSpPr/>
          <p:nvPr/>
        </p:nvSpPr>
        <p:spPr>
          <a:xfrm>
            <a:off x="9048856" y="3730109"/>
            <a:ext cx="1694911" cy="551169"/>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accent2"/>
                </a:solidFill>
                <a:cs typeface="Calibri" panose="020F0502020204030204" pitchFamily="34" charset="0"/>
              </a:rPr>
              <a:t>Functional</a:t>
            </a:r>
            <a:endParaRPr lang="da-DK" sz="1600" err="1">
              <a:solidFill>
                <a:schemeClr val="accent2"/>
              </a:solidFill>
              <a:cs typeface="Calibri" panose="020F0502020204030204" pitchFamily="34" charset="0"/>
            </a:endParaRPr>
          </a:p>
        </p:txBody>
      </p:sp>
      <p:sp>
        <p:nvSpPr>
          <p:cNvPr id="12" name="Rectangle: Rounded Corners 11">
            <a:extLst>
              <a:ext uri="{FF2B5EF4-FFF2-40B4-BE49-F238E27FC236}">
                <a16:creationId xmlns:a16="http://schemas.microsoft.com/office/drawing/2014/main" id="{716B5814-A5E4-44CF-97C6-8C654FE49B38}"/>
              </a:ext>
            </a:extLst>
          </p:cNvPr>
          <p:cNvSpPr/>
          <p:nvPr/>
        </p:nvSpPr>
        <p:spPr>
          <a:xfrm>
            <a:off x="9058353" y="4844649"/>
            <a:ext cx="1694911" cy="551169"/>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accent2"/>
                </a:solidFill>
                <a:cs typeface="Calibri" panose="020F0502020204030204" pitchFamily="34" charset="0"/>
              </a:rPr>
              <a:t>Logical</a:t>
            </a:r>
            <a:endParaRPr lang="da-DK" sz="1600" err="1">
              <a:solidFill>
                <a:schemeClr val="accent2"/>
              </a:solidFill>
              <a:cs typeface="Calibri" panose="020F0502020204030204" pitchFamily="34" charset="0"/>
            </a:endParaRPr>
          </a:p>
        </p:txBody>
      </p:sp>
      <p:cxnSp>
        <p:nvCxnSpPr>
          <p:cNvPr id="14" name="Straight Arrow Connector 13">
            <a:extLst>
              <a:ext uri="{FF2B5EF4-FFF2-40B4-BE49-F238E27FC236}">
                <a16:creationId xmlns:a16="http://schemas.microsoft.com/office/drawing/2014/main" id="{42EAFC3F-4E25-448F-9074-C1D5DB3C9361}"/>
              </a:ext>
            </a:extLst>
          </p:cNvPr>
          <p:cNvCxnSpPr>
            <a:stCxn id="6" idx="2"/>
            <a:endCxn id="7" idx="0"/>
          </p:cNvCxnSpPr>
          <p:nvPr/>
        </p:nvCxnSpPr>
        <p:spPr>
          <a:xfrm flipH="1">
            <a:off x="3981105" y="2405547"/>
            <a:ext cx="2107413" cy="3959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285F85EA-15D4-4C5B-BC30-56D674FBB349}"/>
              </a:ext>
            </a:extLst>
          </p:cNvPr>
          <p:cNvCxnSpPr>
            <a:stCxn id="6" idx="2"/>
            <a:endCxn id="8" idx="0"/>
          </p:cNvCxnSpPr>
          <p:nvPr/>
        </p:nvCxnSpPr>
        <p:spPr>
          <a:xfrm>
            <a:off x="6088518" y="2405547"/>
            <a:ext cx="2112883" cy="4011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or: Elbow 20">
            <a:extLst>
              <a:ext uri="{FF2B5EF4-FFF2-40B4-BE49-F238E27FC236}">
                <a16:creationId xmlns:a16="http://schemas.microsoft.com/office/drawing/2014/main" id="{82F72746-69BB-447F-A3C8-ACA1026797E2}"/>
              </a:ext>
            </a:extLst>
          </p:cNvPr>
          <p:cNvCxnSpPr>
            <a:stCxn id="7" idx="2"/>
            <a:endCxn id="9" idx="3"/>
          </p:cNvCxnSpPr>
          <p:nvPr/>
        </p:nvCxnSpPr>
        <p:spPr>
          <a:xfrm rot="5400000">
            <a:off x="3179979" y="3306381"/>
            <a:ext cx="754796" cy="84745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nector: Elbow 22">
            <a:extLst>
              <a:ext uri="{FF2B5EF4-FFF2-40B4-BE49-F238E27FC236}">
                <a16:creationId xmlns:a16="http://schemas.microsoft.com/office/drawing/2014/main" id="{ABE67479-0557-4F91-BE92-1746835171F6}"/>
              </a:ext>
            </a:extLst>
          </p:cNvPr>
          <p:cNvCxnSpPr>
            <a:stCxn id="7" idx="2"/>
            <a:endCxn id="10" idx="3"/>
          </p:cNvCxnSpPr>
          <p:nvPr/>
        </p:nvCxnSpPr>
        <p:spPr>
          <a:xfrm rot="5400000">
            <a:off x="2673335" y="3813025"/>
            <a:ext cx="1768085" cy="84745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5" name="Connector: Elbow 24">
            <a:extLst>
              <a:ext uri="{FF2B5EF4-FFF2-40B4-BE49-F238E27FC236}">
                <a16:creationId xmlns:a16="http://schemas.microsoft.com/office/drawing/2014/main" id="{4708A9F3-7E3D-476D-AD0E-4693C104F295}"/>
              </a:ext>
            </a:extLst>
          </p:cNvPr>
          <p:cNvCxnSpPr>
            <a:stCxn id="8" idx="2"/>
            <a:endCxn id="11" idx="1"/>
          </p:cNvCxnSpPr>
          <p:nvPr/>
        </p:nvCxnSpPr>
        <p:spPr>
          <a:xfrm rot="16200000" flipH="1">
            <a:off x="8301226" y="3258064"/>
            <a:ext cx="647804" cy="84745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913BA51B-6801-4237-A54B-730C4EEAE4B7}"/>
              </a:ext>
            </a:extLst>
          </p:cNvPr>
          <p:cNvCxnSpPr>
            <a:stCxn id="8" idx="2"/>
            <a:endCxn id="12" idx="1"/>
          </p:cNvCxnSpPr>
          <p:nvPr/>
        </p:nvCxnSpPr>
        <p:spPr>
          <a:xfrm rot="16200000" flipH="1">
            <a:off x="7748705" y="3810586"/>
            <a:ext cx="1762344" cy="85695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6756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b="0" i="0">
                <a:effectLst/>
              </a:rPr>
              <a:t>Object Oriented Programming In C#</a:t>
            </a:r>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GB"/>
              <a:t>Object oriented programming</a:t>
            </a:r>
            <a:endParaRPr lang="da-DK"/>
          </a:p>
        </p:txBody>
      </p:sp>
      <p:sp>
        <p:nvSpPr>
          <p:cNvPr id="9" name="Arrow: Curved Left 8">
            <a:extLst>
              <a:ext uri="{FF2B5EF4-FFF2-40B4-BE49-F238E27FC236}">
                <a16:creationId xmlns:a16="http://schemas.microsoft.com/office/drawing/2014/main" id="{F8BA9FE3-4B99-48D4-8E15-53B9BB7762F2}"/>
              </a:ext>
            </a:extLst>
          </p:cNvPr>
          <p:cNvSpPr/>
          <p:nvPr/>
        </p:nvSpPr>
        <p:spPr>
          <a:xfrm rot="16200000">
            <a:off x="1562085" y="1430441"/>
            <a:ext cx="1855676" cy="3085060"/>
          </a:xfrm>
          <a:prstGeom prst="curvedLeftArrow">
            <a:avLst/>
          </a:prstGeom>
          <a:solidFill>
            <a:srgbClr val="FFC00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 name="Arrow: Curved Right 11">
            <a:extLst>
              <a:ext uri="{FF2B5EF4-FFF2-40B4-BE49-F238E27FC236}">
                <a16:creationId xmlns:a16="http://schemas.microsoft.com/office/drawing/2014/main" id="{B00415E5-7D63-4529-8AF2-1F56A9D0C725}"/>
              </a:ext>
            </a:extLst>
          </p:cNvPr>
          <p:cNvSpPr/>
          <p:nvPr/>
        </p:nvSpPr>
        <p:spPr>
          <a:xfrm rot="16200000">
            <a:off x="3929613" y="3299265"/>
            <a:ext cx="1855673" cy="3085057"/>
          </a:xfrm>
          <a:prstGeom prst="curvedRightArrow">
            <a:avLst/>
          </a:prstGeom>
          <a:solidFill>
            <a:srgbClr val="92D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26" name="Arrow: Curved Left 25">
            <a:extLst>
              <a:ext uri="{FF2B5EF4-FFF2-40B4-BE49-F238E27FC236}">
                <a16:creationId xmlns:a16="http://schemas.microsoft.com/office/drawing/2014/main" id="{A12C5CC7-226D-4D05-AE2D-5C9F120E8E07}"/>
              </a:ext>
            </a:extLst>
          </p:cNvPr>
          <p:cNvSpPr/>
          <p:nvPr/>
        </p:nvSpPr>
        <p:spPr>
          <a:xfrm rot="16200000">
            <a:off x="6289285" y="1430440"/>
            <a:ext cx="1855676" cy="3085060"/>
          </a:xfrm>
          <a:prstGeom prst="curvedLeftArrow">
            <a:avLst/>
          </a:prstGeom>
          <a:solidFill>
            <a:schemeClr val="accent1">
              <a:lumMod val="60000"/>
              <a:lumOff val="4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29" name="Arrow: Curved Right 28">
            <a:extLst>
              <a:ext uri="{FF2B5EF4-FFF2-40B4-BE49-F238E27FC236}">
                <a16:creationId xmlns:a16="http://schemas.microsoft.com/office/drawing/2014/main" id="{8ACEF501-BD44-4185-A5C1-51BF7108BFC5}"/>
              </a:ext>
            </a:extLst>
          </p:cNvPr>
          <p:cNvSpPr/>
          <p:nvPr/>
        </p:nvSpPr>
        <p:spPr>
          <a:xfrm rot="16200000">
            <a:off x="8787443" y="3284889"/>
            <a:ext cx="1855673" cy="3085057"/>
          </a:xfrm>
          <a:prstGeom prst="curvedRightArrow">
            <a:avLst/>
          </a:prstGeom>
          <a:solidFill>
            <a:schemeClr val="accent3">
              <a:lumMod val="75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32" name="TextBox 31">
            <a:extLst>
              <a:ext uri="{FF2B5EF4-FFF2-40B4-BE49-F238E27FC236}">
                <a16:creationId xmlns:a16="http://schemas.microsoft.com/office/drawing/2014/main" id="{CF9C2433-D2B6-43D9-B1B1-911F75165B11}"/>
              </a:ext>
            </a:extLst>
          </p:cNvPr>
          <p:cNvSpPr txBox="1"/>
          <p:nvPr/>
        </p:nvSpPr>
        <p:spPr>
          <a:xfrm>
            <a:off x="1979284" y="2781429"/>
            <a:ext cx="1021278" cy="402384"/>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2000">
                <a:latin typeface="+mn-lt"/>
              </a:rPr>
              <a:t>Class</a:t>
            </a:r>
            <a:endParaRPr lang="da-DK" sz="1600" err="1">
              <a:latin typeface="+mn-lt"/>
            </a:endParaRPr>
          </a:p>
        </p:txBody>
      </p:sp>
      <p:sp>
        <p:nvSpPr>
          <p:cNvPr id="38" name="TextBox 37">
            <a:extLst>
              <a:ext uri="{FF2B5EF4-FFF2-40B4-BE49-F238E27FC236}">
                <a16:creationId xmlns:a16="http://schemas.microsoft.com/office/drawing/2014/main" id="{2B755762-9F96-4BCC-9546-87313A1F7199}"/>
              </a:ext>
            </a:extLst>
          </p:cNvPr>
          <p:cNvSpPr txBox="1"/>
          <p:nvPr/>
        </p:nvSpPr>
        <p:spPr>
          <a:xfrm>
            <a:off x="4346810" y="4841793"/>
            <a:ext cx="1021278" cy="402384"/>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2000">
                <a:latin typeface="+mn-lt"/>
              </a:rPr>
              <a:t>Object</a:t>
            </a:r>
            <a:endParaRPr lang="da-DK" sz="1600" err="1">
              <a:latin typeface="+mn-lt"/>
            </a:endParaRPr>
          </a:p>
        </p:txBody>
      </p:sp>
      <p:sp>
        <p:nvSpPr>
          <p:cNvPr id="39" name="TextBox 38">
            <a:extLst>
              <a:ext uri="{FF2B5EF4-FFF2-40B4-BE49-F238E27FC236}">
                <a16:creationId xmlns:a16="http://schemas.microsoft.com/office/drawing/2014/main" id="{D8C2A589-7870-4223-84FD-E83EE16E91F1}"/>
              </a:ext>
            </a:extLst>
          </p:cNvPr>
          <p:cNvSpPr txBox="1"/>
          <p:nvPr/>
        </p:nvSpPr>
        <p:spPr>
          <a:xfrm>
            <a:off x="6706484" y="2781429"/>
            <a:ext cx="1021278" cy="402384"/>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2000">
                <a:latin typeface="+mn-lt"/>
              </a:rPr>
              <a:t>Attributes</a:t>
            </a:r>
            <a:endParaRPr lang="da-DK" sz="1600" err="1">
              <a:latin typeface="+mn-lt"/>
            </a:endParaRPr>
          </a:p>
        </p:txBody>
      </p:sp>
      <p:sp>
        <p:nvSpPr>
          <p:cNvPr id="40" name="TextBox 39">
            <a:extLst>
              <a:ext uri="{FF2B5EF4-FFF2-40B4-BE49-F238E27FC236}">
                <a16:creationId xmlns:a16="http://schemas.microsoft.com/office/drawing/2014/main" id="{528E5F12-9AA6-47C8-B3E3-034AA3006BEF}"/>
              </a:ext>
            </a:extLst>
          </p:cNvPr>
          <p:cNvSpPr txBox="1"/>
          <p:nvPr/>
        </p:nvSpPr>
        <p:spPr>
          <a:xfrm>
            <a:off x="9204640" y="4841793"/>
            <a:ext cx="1021278" cy="402384"/>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2000">
                <a:latin typeface="+mn-lt"/>
              </a:rPr>
              <a:t>Methods</a:t>
            </a:r>
            <a:endParaRPr lang="da-DK" sz="1600" err="1">
              <a:latin typeface="+mn-lt"/>
            </a:endParaRPr>
          </a:p>
        </p:txBody>
      </p:sp>
    </p:spTree>
    <p:extLst>
      <p:ext uri="{BB962C8B-B14F-4D97-AF65-F5344CB8AC3E}">
        <p14:creationId xmlns:p14="http://schemas.microsoft.com/office/powerpoint/2010/main" val="189034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71FEB-E406-41B2-92E8-5F98F4DA6B79}"/>
              </a:ext>
            </a:extLst>
          </p:cNvPr>
          <p:cNvSpPr>
            <a:spLocks noGrp="1"/>
          </p:cNvSpPr>
          <p:nvPr>
            <p:ph type="title"/>
          </p:nvPr>
        </p:nvSpPr>
        <p:spPr/>
        <p:txBody>
          <a:bodyPr/>
          <a:lstStyle/>
          <a:p>
            <a:r>
              <a:rPr lang="en-US" b="0" i="0">
                <a:effectLst/>
              </a:rPr>
              <a:t>Object Oriented Programming In C#</a:t>
            </a:r>
            <a:endParaRPr lang="da-DK"/>
          </a:p>
        </p:txBody>
      </p:sp>
      <p:sp>
        <p:nvSpPr>
          <p:cNvPr id="3" name="Slide Number Placeholder 2">
            <a:extLst>
              <a:ext uri="{FF2B5EF4-FFF2-40B4-BE49-F238E27FC236}">
                <a16:creationId xmlns:a16="http://schemas.microsoft.com/office/drawing/2014/main" id="{AB92F50E-B544-40EB-B79C-2F716678C793}"/>
              </a:ext>
            </a:extLst>
          </p:cNvPr>
          <p:cNvSpPr>
            <a:spLocks noGrp="1"/>
          </p:cNvSpPr>
          <p:nvPr>
            <p:ph type="sldNum" sz="quarter" idx="11"/>
          </p:nvPr>
        </p:nvSpPr>
        <p:spPr/>
        <p:txBody>
          <a:bodyPr/>
          <a:lstStyle/>
          <a:p>
            <a:fld id="{E16BA917-7F09-4B8D-AF07-F52890C14046}" type="slidenum">
              <a:rPr lang="da-DK" smtClean="0"/>
              <a:pPr/>
              <a:t>5</a:t>
            </a:fld>
            <a:endParaRPr lang="da-DK"/>
          </a:p>
        </p:txBody>
      </p:sp>
      <p:sp>
        <p:nvSpPr>
          <p:cNvPr id="4" name="Text Placeholder 3">
            <a:extLst>
              <a:ext uri="{FF2B5EF4-FFF2-40B4-BE49-F238E27FC236}">
                <a16:creationId xmlns:a16="http://schemas.microsoft.com/office/drawing/2014/main" id="{8C0982DA-78BD-4432-A972-DB22BDC3FC4A}"/>
              </a:ext>
            </a:extLst>
          </p:cNvPr>
          <p:cNvSpPr>
            <a:spLocks noGrp="1"/>
          </p:cNvSpPr>
          <p:nvPr>
            <p:ph type="body" sz="quarter" idx="17"/>
          </p:nvPr>
        </p:nvSpPr>
        <p:spPr/>
        <p:txBody>
          <a:bodyPr/>
          <a:lstStyle/>
          <a:p>
            <a:r>
              <a:rPr lang="en-GB"/>
              <a:t>classes</a:t>
            </a:r>
            <a:endParaRPr lang="da-DK"/>
          </a:p>
        </p:txBody>
      </p:sp>
      <p:sp>
        <p:nvSpPr>
          <p:cNvPr id="8" name="TextBox 7">
            <a:extLst>
              <a:ext uri="{FF2B5EF4-FFF2-40B4-BE49-F238E27FC236}">
                <a16:creationId xmlns:a16="http://schemas.microsoft.com/office/drawing/2014/main" id="{D741B23E-9315-4EBE-8296-FB25D500B557}"/>
              </a:ext>
            </a:extLst>
          </p:cNvPr>
          <p:cNvSpPr txBox="1"/>
          <p:nvPr/>
        </p:nvSpPr>
        <p:spPr>
          <a:xfrm>
            <a:off x="5196850" y="1903709"/>
            <a:ext cx="5432498" cy="1139163"/>
          </a:xfrm>
          <a:prstGeom prst="rect">
            <a:avLst/>
          </a:prstGeom>
          <a:noFill/>
        </p:spPr>
        <p:txBody>
          <a:bodyPr wrap="none" lIns="0" tIns="0" rIns="0" bIns="0" rtlCol="0">
            <a:noAutofit/>
          </a:bodyPr>
          <a:lstStyle/>
          <a:p>
            <a:r>
              <a:rPr lang="da-DK" sz="1600">
                <a:solidFill>
                  <a:srgbClr val="0000FF"/>
                </a:solidFill>
                <a:latin typeface="Consolas" panose="020B0609020204030204" pitchFamily="49" charset="0"/>
              </a:rPr>
              <a:t>namespace</a:t>
            </a:r>
            <a:r>
              <a:rPr lang="da-DK" sz="1600">
                <a:solidFill>
                  <a:srgbClr val="000000"/>
                </a:solidFill>
                <a:latin typeface="Consolas" panose="020B0609020204030204" pitchFamily="49" charset="0"/>
              </a:rPr>
              <a:t> </a:t>
            </a:r>
            <a:r>
              <a:rPr lang="da-DK" sz="1600" err="1">
                <a:solidFill>
                  <a:srgbClr val="000000"/>
                </a:solidFill>
                <a:latin typeface="Consolas" panose="020B0609020204030204" pitchFamily="49" charset="0"/>
              </a:rPr>
              <a:t>DemoConsoleApplication</a:t>
            </a:r>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class</a:t>
            </a:r>
            <a:r>
              <a:rPr lang="da-DK" sz="1600">
                <a:solidFill>
                  <a:srgbClr val="000000"/>
                </a:solidFill>
                <a:latin typeface="Consolas" panose="020B0609020204030204" pitchFamily="49" charset="0"/>
              </a:rPr>
              <a:t> </a:t>
            </a:r>
            <a:r>
              <a:rPr lang="da-DK" sz="1600">
                <a:solidFill>
                  <a:srgbClr val="2B91AF"/>
                </a:solidFill>
                <a:latin typeface="Consolas" panose="020B0609020204030204" pitchFamily="49" charset="0"/>
              </a:rPr>
              <a:t>Employee</a:t>
            </a:r>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a:t>
            </a:r>
            <a:endParaRPr lang="da-DK" sz="1400">
              <a:latin typeface="+mn-lt"/>
            </a:endParaRPr>
          </a:p>
          <a:p>
            <a:endParaRPr lang="da-DK" sz="1600">
              <a:latin typeface="+mn-lt"/>
            </a:endParaRPr>
          </a:p>
        </p:txBody>
      </p:sp>
      <p:pic>
        <p:nvPicPr>
          <p:cNvPr id="12" name="Picture 11">
            <a:extLst>
              <a:ext uri="{FF2B5EF4-FFF2-40B4-BE49-F238E27FC236}">
                <a16:creationId xmlns:a16="http://schemas.microsoft.com/office/drawing/2014/main" id="{ECB0E262-3DF3-495D-83A3-91EA027B0C23}"/>
              </a:ext>
            </a:extLst>
          </p:cNvPr>
          <p:cNvPicPr>
            <a:picLocks noChangeAspect="1"/>
          </p:cNvPicPr>
          <p:nvPr/>
        </p:nvPicPr>
        <p:blipFill>
          <a:blip r:embed="rId3"/>
          <a:stretch>
            <a:fillRect/>
          </a:stretch>
        </p:blipFill>
        <p:spPr>
          <a:xfrm>
            <a:off x="670985" y="2378363"/>
            <a:ext cx="4224587" cy="3060536"/>
          </a:xfrm>
          <a:prstGeom prst="rect">
            <a:avLst/>
          </a:prstGeom>
        </p:spPr>
      </p:pic>
      <p:sp>
        <p:nvSpPr>
          <p:cNvPr id="13" name="TextBox 12">
            <a:extLst>
              <a:ext uri="{FF2B5EF4-FFF2-40B4-BE49-F238E27FC236}">
                <a16:creationId xmlns:a16="http://schemas.microsoft.com/office/drawing/2014/main" id="{169610E4-5587-459E-B9C1-1A8892C392B9}"/>
              </a:ext>
            </a:extLst>
          </p:cNvPr>
          <p:cNvSpPr txBox="1"/>
          <p:nvPr/>
        </p:nvSpPr>
        <p:spPr>
          <a:xfrm>
            <a:off x="5196850" y="3815128"/>
            <a:ext cx="6331047" cy="2541250"/>
          </a:xfrm>
          <a:prstGeom prst="rect">
            <a:avLst/>
          </a:prstGeom>
          <a:noFill/>
        </p:spPr>
        <p:txBody>
          <a:bodyPr wrap="none" lIns="0" tIns="0" rIns="0" bIns="0" rtlCol="0" anchor="t">
            <a:noAutofit/>
          </a:bodyPr>
          <a:lstStyle/>
          <a:p>
            <a:r>
              <a:rPr lang="da-DK" sz="1800">
                <a:solidFill>
                  <a:srgbClr val="0000FF"/>
                </a:solidFill>
                <a:latin typeface="Consolas"/>
                <a:ea typeface="ＭＳ Ｐゴシック"/>
              </a:rPr>
              <a:t>namespace</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DemoConsoleApplication</a:t>
            </a:r>
            <a:r>
              <a:rPr lang="da-DK" sz="1800">
                <a:solidFill>
                  <a:srgbClr val="000000"/>
                </a:solidFill>
                <a:latin typeface="Consolas"/>
                <a:ea typeface="ＭＳ Ｐゴシック"/>
              </a:rPr>
              <a:t> {</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0000FF"/>
                </a:solidFill>
                <a:latin typeface="Consolas"/>
                <a:ea typeface="ＭＳ Ｐゴシック"/>
              </a:rPr>
              <a:t>class</a:t>
            </a:r>
            <a:r>
              <a:rPr lang="da-DK" sz="1800">
                <a:solidFill>
                  <a:srgbClr val="000000"/>
                </a:solidFill>
                <a:latin typeface="Consolas"/>
                <a:ea typeface="ＭＳ Ｐゴシック"/>
              </a:rPr>
              <a:t> </a:t>
            </a:r>
            <a:r>
              <a:rPr lang="da-DK" sz="1800">
                <a:solidFill>
                  <a:srgbClr val="2B91AF"/>
                </a:solidFill>
                <a:latin typeface="Consolas"/>
                <a:ea typeface="ＭＳ Ｐゴシック"/>
              </a:rPr>
              <a:t>Program</a:t>
            </a:r>
            <a:r>
              <a:rPr lang="da-DK" sz="1800">
                <a:solidFill>
                  <a:srgbClr val="000000"/>
                </a:solidFill>
                <a:latin typeface="Consolas"/>
                <a:ea typeface="ＭＳ Ｐゴシック"/>
              </a:rPr>
              <a:t> {</a:t>
            </a:r>
          </a:p>
          <a:p>
            <a:r>
              <a:rPr lang="en-US">
                <a:solidFill>
                  <a:srgbClr val="000000"/>
                </a:solidFill>
                <a:latin typeface="Consolas"/>
                <a:ea typeface="ＭＳ Ｐゴシック"/>
              </a:rPr>
              <a:t>       </a:t>
            </a:r>
            <a:r>
              <a:rPr lang="en-US" sz="1800">
                <a:solidFill>
                  <a:srgbClr val="000000"/>
                </a:solidFill>
                <a:latin typeface="Consolas"/>
                <a:ea typeface="ＭＳ Ｐゴシック"/>
              </a:rPr>
              <a:t> </a:t>
            </a:r>
            <a:r>
              <a:rPr lang="en-US" sz="1800">
                <a:solidFill>
                  <a:srgbClr val="0000FF"/>
                </a:solidFill>
                <a:latin typeface="Consolas"/>
                <a:ea typeface="ＭＳ Ｐゴシック"/>
              </a:rPr>
              <a:t>static</a:t>
            </a:r>
            <a:r>
              <a:rPr lang="en-US" sz="1800">
                <a:solidFill>
                  <a:srgbClr val="000000"/>
                </a:solidFill>
                <a:latin typeface="Consolas"/>
                <a:ea typeface="ＭＳ Ｐゴシック"/>
              </a:rPr>
              <a:t> </a:t>
            </a:r>
            <a:r>
              <a:rPr lang="en-US" sz="1800">
                <a:solidFill>
                  <a:srgbClr val="0000FF"/>
                </a:solidFill>
                <a:latin typeface="Consolas"/>
                <a:ea typeface="ＭＳ Ｐゴシック"/>
              </a:rPr>
              <a:t>void</a:t>
            </a:r>
            <a:r>
              <a:rPr lang="en-US" sz="1800">
                <a:solidFill>
                  <a:srgbClr val="000000"/>
                </a:solidFill>
                <a:latin typeface="Consolas"/>
                <a:ea typeface="ＭＳ Ｐゴシック"/>
              </a:rPr>
              <a:t> Main(</a:t>
            </a:r>
            <a:r>
              <a:rPr lang="en-US" sz="1800">
                <a:solidFill>
                  <a:srgbClr val="0000FF"/>
                </a:solidFill>
                <a:latin typeface="Consolas"/>
                <a:ea typeface="ＭＳ Ｐゴシック"/>
              </a:rPr>
              <a:t>string</a:t>
            </a:r>
            <a:r>
              <a:rPr lang="en-US" sz="1800">
                <a:solidFill>
                  <a:srgbClr val="000000"/>
                </a:solidFill>
                <a:latin typeface="Consolas"/>
                <a:ea typeface="ＭＳ Ｐゴシック"/>
              </a:rPr>
              <a:t>[] args) {</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0000FF"/>
                </a:solidFill>
                <a:latin typeface="Consolas"/>
                <a:ea typeface="ＭＳ Ｐゴシック"/>
              </a:rPr>
              <a:t>var</a:t>
            </a:r>
            <a:r>
              <a:rPr lang="da-DK" sz="1800">
                <a:solidFill>
                  <a:srgbClr val="000000"/>
                </a:solidFill>
                <a:latin typeface="Consolas"/>
                <a:ea typeface="ＭＳ Ｐゴシック"/>
              </a:rPr>
              <a:t> employee1 = </a:t>
            </a:r>
            <a:r>
              <a:rPr lang="da-DK" sz="1800">
                <a:solidFill>
                  <a:srgbClr val="0000FF"/>
                </a:solidFill>
                <a:latin typeface="Consolas"/>
                <a:ea typeface="ＭＳ Ｐゴシック"/>
              </a:rPr>
              <a:t>new</a:t>
            </a:r>
            <a:r>
              <a:rPr lang="da-DK" sz="1800">
                <a:solidFill>
                  <a:srgbClr val="000000"/>
                </a:solidFill>
                <a:latin typeface="Consolas"/>
                <a:ea typeface="ＭＳ Ｐゴシック"/>
              </a:rPr>
              <a:t> </a:t>
            </a:r>
            <a:r>
              <a:rPr lang="da-DK" sz="1800">
                <a:solidFill>
                  <a:srgbClr val="2B91AF"/>
                </a:solidFill>
                <a:latin typeface="Consolas"/>
                <a:ea typeface="ＭＳ Ｐゴシック"/>
              </a:rPr>
              <a:t>Employee</a:t>
            </a:r>
            <a:r>
              <a:rPr lang="da-DK" sz="1800">
                <a:solidFill>
                  <a:srgbClr val="000000"/>
                </a:solidFill>
                <a:latin typeface="Consolas"/>
                <a:ea typeface="ＭＳ Ｐゴシック"/>
              </a:rPr>
              <a:t>();</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2B91AF"/>
                </a:solidFill>
                <a:latin typeface="Consolas"/>
                <a:ea typeface="ＭＳ Ｐゴシック"/>
              </a:rPr>
              <a:t>Employee</a:t>
            </a:r>
            <a:r>
              <a:rPr lang="da-DK" sz="1800">
                <a:solidFill>
                  <a:srgbClr val="000000"/>
                </a:solidFill>
                <a:latin typeface="Consolas"/>
                <a:ea typeface="ＭＳ Ｐゴシック"/>
              </a:rPr>
              <a:t> employee2 = </a:t>
            </a:r>
            <a:r>
              <a:rPr lang="da-DK" sz="1800">
                <a:solidFill>
                  <a:srgbClr val="0000FF"/>
                </a:solidFill>
                <a:latin typeface="Consolas"/>
                <a:ea typeface="ＭＳ Ｐゴシック"/>
              </a:rPr>
              <a:t>new</a:t>
            </a:r>
            <a:r>
              <a:rPr lang="da-DK" sz="1800">
                <a:solidFill>
                  <a:srgbClr val="000000"/>
                </a:solidFill>
                <a:latin typeface="Consolas"/>
                <a:ea typeface="ＭＳ Ｐゴシック"/>
              </a:rPr>
              <a:t> </a:t>
            </a:r>
            <a:r>
              <a:rPr lang="da-DK" sz="1800">
                <a:solidFill>
                  <a:srgbClr val="2B91AF"/>
                </a:solidFill>
                <a:latin typeface="Consolas"/>
                <a:ea typeface="ＭＳ Ｐゴシック"/>
              </a:rPr>
              <a:t>Employee</a:t>
            </a:r>
            <a:r>
              <a:rPr lang="da-DK" sz="1800">
                <a:solidFill>
                  <a:srgbClr val="000000"/>
                </a:solidFill>
                <a:latin typeface="Consolas"/>
                <a:ea typeface="ＭＳ Ｐゴシック"/>
              </a:rPr>
              <a:t>();</a:t>
            </a:r>
          </a:p>
          <a:p>
            <a:r>
              <a:rPr lang="da-DK">
                <a:solidFill>
                  <a:srgbClr val="000000"/>
                </a:solidFill>
                <a:latin typeface="Consolas"/>
                <a:ea typeface="ＭＳ Ｐゴシック"/>
              </a:rPr>
              <a:t>       </a:t>
            </a:r>
            <a:r>
              <a:rPr lang="da-DK" sz="1800">
                <a:solidFill>
                  <a:srgbClr val="000000"/>
                </a:solidFill>
                <a:latin typeface="Consolas"/>
                <a:ea typeface="ＭＳ Ｐゴシック"/>
              </a:rPr>
              <a:t> } </a:t>
            </a:r>
            <a:endParaRPr lang="da-DK">
              <a:solidFill>
                <a:srgbClr val="000000"/>
              </a:solidFill>
              <a:latin typeface="Consolas"/>
              <a:ea typeface="ＭＳ Ｐゴシック"/>
            </a:endParaRPr>
          </a:p>
          <a:p>
            <a:r>
              <a:rPr lang="da-DK">
                <a:solidFill>
                  <a:srgbClr val="000000"/>
                </a:solidFill>
                <a:latin typeface="Consolas"/>
                <a:ea typeface="ＭＳ Ｐゴシック"/>
              </a:rPr>
              <a:t>    </a:t>
            </a:r>
            <a:r>
              <a:rPr lang="da-DK" sz="1800">
                <a:solidFill>
                  <a:srgbClr val="000000"/>
                </a:solidFill>
                <a:latin typeface="Consolas"/>
                <a:ea typeface="ＭＳ Ｐゴシック"/>
              </a:rPr>
              <a:t>}</a:t>
            </a:r>
            <a:r>
              <a:rPr lang="da-DK">
                <a:solidFill>
                  <a:srgbClr val="000000"/>
                </a:solidFill>
                <a:latin typeface="Consolas"/>
                <a:ea typeface="ＭＳ Ｐゴシック"/>
              </a:rPr>
              <a:t> </a:t>
            </a:r>
          </a:p>
          <a:p>
            <a:r>
              <a:rPr lang="da-DK" sz="1800">
                <a:solidFill>
                  <a:srgbClr val="000000"/>
                </a:solidFill>
                <a:latin typeface="Consolas"/>
                <a:ea typeface="ＭＳ Ｐゴシック"/>
              </a:rPr>
              <a:t>}</a:t>
            </a:r>
            <a:endParaRPr lang="da-DK">
              <a:latin typeface="Consolas"/>
              <a:ea typeface="ＭＳ Ｐゴシック"/>
            </a:endParaRPr>
          </a:p>
        </p:txBody>
      </p:sp>
      <p:cxnSp>
        <p:nvCxnSpPr>
          <p:cNvPr id="18" name="Straight Arrow Connector 17">
            <a:extLst>
              <a:ext uri="{FF2B5EF4-FFF2-40B4-BE49-F238E27FC236}">
                <a16:creationId xmlns:a16="http://schemas.microsoft.com/office/drawing/2014/main" id="{CAAD8D9F-B61B-477B-B960-C806952D4757}"/>
              </a:ext>
            </a:extLst>
          </p:cNvPr>
          <p:cNvCxnSpPr>
            <a:cxnSpLocks/>
          </p:cNvCxnSpPr>
          <p:nvPr/>
        </p:nvCxnSpPr>
        <p:spPr>
          <a:xfrm flipV="1">
            <a:off x="2576945" y="2470069"/>
            <a:ext cx="3645725" cy="2185058"/>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AE3909AE-EEEF-419D-BFD2-05042441E8C0}"/>
              </a:ext>
            </a:extLst>
          </p:cNvPr>
          <p:cNvCxnSpPr>
            <a:cxnSpLocks/>
          </p:cNvCxnSpPr>
          <p:nvPr/>
        </p:nvCxnSpPr>
        <p:spPr>
          <a:xfrm flipV="1">
            <a:off x="2493818" y="4215381"/>
            <a:ext cx="3170712" cy="664509"/>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9F942DDC-CFA5-4288-AD15-225283109770}"/>
              </a:ext>
            </a:extLst>
          </p:cNvPr>
          <p:cNvCxnSpPr>
            <a:cxnSpLocks/>
          </p:cNvCxnSpPr>
          <p:nvPr/>
        </p:nvCxnSpPr>
        <p:spPr>
          <a:xfrm>
            <a:off x="6603146" y="2470069"/>
            <a:ext cx="2572404" cy="2185058"/>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29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52415-6B39-49F6-A237-5E52835EF196}"/>
              </a:ext>
            </a:extLst>
          </p:cNvPr>
          <p:cNvSpPr>
            <a:spLocks noGrp="1"/>
          </p:cNvSpPr>
          <p:nvPr>
            <p:ph type="title"/>
          </p:nvPr>
        </p:nvSpPr>
        <p:spPr/>
        <p:txBody>
          <a:bodyPr/>
          <a:lstStyle/>
          <a:p>
            <a:r>
              <a:rPr lang="en-US" b="0" i="0">
                <a:effectLst/>
              </a:rPr>
              <a:t>Object Oriented Programming In C#</a:t>
            </a:r>
            <a:endParaRPr lang="da-DK"/>
          </a:p>
        </p:txBody>
      </p:sp>
      <p:sp>
        <p:nvSpPr>
          <p:cNvPr id="3" name="Slide Number Placeholder 2">
            <a:extLst>
              <a:ext uri="{FF2B5EF4-FFF2-40B4-BE49-F238E27FC236}">
                <a16:creationId xmlns:a16="http://schemas.microsoft.com/office/drawing/2014/main" id="{395F7835-76FC-4247-8770-46E57AA6CB74}"/>
              </a:ext>
            </a:extLst>
          </p:cNvPr>
          <p:cNvSpPr>
            <a:spLocks noGrp="1"/>
          </p:cNvSpPr>
          <p:nvPr>
            <p:ph type="sldNum" sz="quarter" idx="11"/>
          </p:nvPr>
        </p:nvSpPr>
        <p:spPr/>
        <p:txBody>
          <a:bodyPr/>
          <a:lstStyle/>
          <a:p>
            <a:fld id="{E16BA917-7F09-4B8D-AF07-F52890C14046}" type="slidenum">
              <a:rPr lang="da-DK" smtClean="0"/>
              <a:pPr/>
              <a:t>6</a:t>
            </a:fld>
            <a:endParaRPr lang="da-DK"/>
          </a:p>
        </p:txBody>
      </p:sp>
      <p:sp>
        <p:nvSpPr>
          <p:cNvPr id="4" name="Text Placeholder 3">
            <a:extLst>
              <a:ext uri="{FF2B5EF4-FFF2-40B4-BE49-F238E27FC236}">
                <a16:creationId xmlns:a16="http://schemas.microsoft.com/office/drawing/2014/main" id="{6BC3685B-7313-446E-8AF3-FACE3D2038A2}"/>
              </a:ext>
            </a:extLst>
          </p:cNvPr>
          <p:cNvSpPr>
            <a:spLocks noGrp="1"/>
          </p:cNvSpPr>
          <p:nvPr>
            <p:ph type="body" sz="quarter" idx="17"/>
          </p:nvPr>
        </p:nvSpPr>
        <p:spPr/>
        <p:txBody>
          <a:bodyPr/>
          <a:lstStyle/>
          <a:p>
            <a:r>
              <a:rPr lang="en-GB"/>
              <a:t>Class members</a:t>
            </a:r>
            <a:endParaRPr lang="da-DK"/>
          </a:p>
        </p:txBody>
      </p:sp>
      <p:graphicFrame>
        <p:nvGraphicFramePr>
          <p:cNvPr id="11" name="Diagram 10">
            <a:extLst>
              <a:ext uri="{FF2B5EF4-FFF2-40B4-BE49-F238E27FC236}">
                <a16:creationId xmlns:a16="http://schemas.microsoft.com/office/drawing/2014/main" id="{18E583F3-18C3-459F-A6DE-C330270E34C8}"/>
              </a:ext>
            </a:extLst>
          </p:cNvPr>
          <p:cNvGraphicFramePr/>
          <p:nvPr>
            <p:extLst>
              <p:ext uri="{D42A27DB-BD31-4B8C-83A1-F6EECF244321}">
                <p14:modId xmlns:p14="http://schemas.microsoft.com/office/powerpoint/2010/main" val="2582262184"/>
              </p:ext>
            </p:extLst>
          </p:nvPr>
        </p:nvGraphicFramePr>
        <p:xfrm>
          <a:off x="649139" y="1716656"/>
          <a:ext cx="10850033" cy="43814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8494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9C0C4-96EB-4C3E-858E-3E13039A74A1}"/>
              </a:ext>
            </a:extLst>
          </p:cNvPr>
          <p:cNvSpPr>
            <a:spLocks noGrp="1"/>
          </p:cNvSpPr>
          <p:nvPr>
            <p:ph type="title"/>
          </p:nvPr>
        </p:nvSpPr>
        <p:spPr/>
        <p:txBody>
          <a:bodyPr/>
          <a:lstStyle/>
          <a:p>
            <a:r>
              <a:rPr lang="en-GB"/>
              <a:t>Class members</a:t>
            </a:r>
            <a:endParaRPr lang="da-DK"/>
          </a:p>
        </p:txBody>
      </p:sp>
      <p:sp>
        <p:nvSpPr>
          <p:cNvPr id="3" name="Slide Number Placeholder 2">
            <a:extLst>
              <a:ext uri="{FF2B5EF4-FFF2-40B4-BE49-F238E27FC236}">
                <a16:creationId xmlns:a16="http://schemas.microsoft.com/office/drawing/2014/main" id="{7DFCAF19-F173-4C47-A8B4-526226BF5254}"/>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4" name="Text Placeholder 3">
            <a:extLst>
              <a:ext uri="{FF2B5EF4-FFF2-40B4-BE49-F238E27FC236}">
                <a16:creationId xmlns:a16="http://schemas.microsoft.com/office/drawing/2014/main" id="{3206C9A7-D4B8-4C19-BF24-B4FCF89BF5E7}"/>
              </a:ext>
            </a:extLst>
          </p:cNvPr>
          <p:cNvSpPr>
            <a:spLocks noGrp="1"/>
          </p:cNvSpPr>
          <p:nvPr>
            <p:ph type="body" sz="quarter" idx="17"/>
          </p:nvPr>
        </p:nvSpPr>
        <p:spPr/>
        <p:txBody>
          <a:bodyPr/>
          <a:lstStyle/>
          <a:p>
            <a:r>
              <a:rPr lang="en-GB"/>
              <a:t>fields</a:t>
            </a:r>
            <a:endParaRPr lang="da-DK"/>
          </a:p>
        </p:txBody>
      </p:sp>
      <p:sp>
        <p:nvSpPr>
          <p:cNvPr id="7" name="TextBox 6">
            <a:extLst>
              <a:ext uri="{FF2B5EF4-FFF2-40B4-BE49-F238E27FC236}">
                <a16:creationId xmlns:a16="http://schemas.microsoft.com/office/drawing/2014/main" id="{0E8F0686-8A44-471A-B328-16344E090F83}"/>
              </a:ext>
            </a:extLst>
          </p:cNvPr>
          <p:cNvSpPr txBox="1"/>
          <p:nvPr/>
        </p:nvSpPr>
        <p:spPr>
          <a:xfrm>
            <a:off x="649139" y="3108162"/>
            <a:ext cx="4462689" cy="1598438"/>
          </a:xfrm>
          <a:prstGeom prst="rect">
            <a:avLst/>
          </a:prstGeom>
          <a:noFill/>
        </p:spPr>
        <p:txBody>
          <a:bodyPr wrap="none" lIns="0" tIns="0" rIns="0" bIns="0" rtlCol="0" anchor="t">
            <a:noAutofit/>
          </a:bodyPr>
          <a:lstStyle/>
          <a:p>
            <a:r>
              <a:rPr lang="da-DK" sz="1800">
                <a:solidFill>
                  <a:srgbClr val="0000FF"/>
                </a:solidFill>
                <a:latin typeface="Consolas"/>
                <a:ea typeface="ＭＳ Ｐゴシック"/>
              </a:rPr>
              <a:t>namespace</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DemoConsoleApplication</a:t>
            </a:r>
            <a:r>
              <a:rPr lang="da-DK" sz="1800">
                <a:solidFill>
                  <a:srgbClr val="000000"/>
                </a:solidFill>
                <a:latin typeface="Consolas"/>
                <a:ea typeface="ＭＳ Ｐゴシック"/>
              </a:rPr>
              <a:t> {</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0000FF"/>
                </a:solidFill>
                <a:latin typeface="Consolas"/>
                <a:ea typeface="ＭＳ Ｐゴシック"/>
              </a:rPr>
              <a:t>public</a:t>
            </a:r>
            <a:r>
              <a:rPr lang="da-DK" sz="1800">
                <a:solidFill>
                  <a:srgbClr val="000000"/>
                </a:solidFill>
                <a:latin typeface="Consolas"/>
                <a:ea typeface="ＭＳ Ｐゴシック"/>
              </a:rPr>
              <a:t> </a:t>
            </a:r>
            <a:r>
              <a:rPr lang="da-DK" sz="1800">
                <a:solidFill>
                  <a:srgbClr val="0000FF"/>
                </a:solidFill>
                <a:latin typeface="Consolas"/>
                <a:ea typeface="ＭＳ Ｐゴシック"/>
              </a:rPr>
              <a:t>class</a:t>
            </a:r>
            <a:r>
              <a:rPr lang="da-DK" sz="1800">
                <a:solidFill>
                  <a:srgbClr val="000000"/>
                </a:solidFill>
                <a:latin typeface="Consolas"/>
                <a:ea typeface="ＭＳ Ｐゴシック"/>
              </a:rPr>
              <a:t> </a:t>
            </a:r>
            <a:r>
              <a:rPr lang="da-DK" sz="1800">
                <a:solidFill>
                  <a:srgbClr val="2B91AF"/>
                </a:solidFill>
                <a:latin typeface="Consolas"/>
                <a:ea typeface="ＭＳ Ｐゴシック"/>
              </a:rPr>
              <a:t>Employee</a:t>
            </a:r>
            <a:r>
              <a:rPr lang="da-DK" sz="1800">
                <a:solidFill>
                  <a:srgbClr val="000000"/>
                </a:solidFill>
                <a:latin typeface="Consolas"/>
                <a:ea typeface="ＭＳ Ｐゴシック"/>
              </a:rPr>
              <a:t> {</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0000FF"/>
                </a:solidFill>
                <a:latin typeface="Consolas"/>
                <a:ea typeface="ＭＳ Ｐゴシック"/>
              </a:rPr>
              <a:t>public</a:t>
            </a:r>
            <a:r>
              <a:rPr lang="da-DK" sz="1800">
                <a:solidFill>
                  <a:srgbClr val="000000"/>
                </a:solidFill>
                <a:latin typeface="Consolas"/>
                <a:ea typeface="ＭＳ Ｐゴシック"/>
              </a:rPr>
              <a:t> </a:t>
            </a:r>
            <a:r>
              <a:rPr lang="da-DK" sz="1800">
                <a:solidFill>
                  <a:srgbClr val="0000FF"/>
                </a:solidFill>
                <a:latin typeface="Consolas"/>
                <a:ea typeface="ＭＳ Ｐゴシック"/>
              </a:rPr>
              <a:t>string</a:t>
            </a:r>
            <a:r>
              <a:rPr lang="da-DK" sz="1800">
                <a:solidFill>
                  <a:srgbClr val="000000"/>
                </a:solidFill>
                <a:latin typeface="Consolas"/>
                <a:ea typeface="ＭＳ Ｐゴシック"/>
              </a:rPr>
              <a:t> FirstName;</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0000FF"/>
                </a:solidFill>
                <a:latin typeface="Consolas"/>
                <a:ea typeface="ＭＳ Ｐゴシック"/>
              </a:rPr>
              <a:t>public</a:t>
            </a:r>
            <a:r>
              <a:rPr lang="da-DK" sz="1800">
                <a:solidFill>
                  <a:srgbClr val="000000"/>
                </a:solidFill>
                <a:latin typeface="Consolas"/>
                <a:ea typeface="ＭＳ Ｐゴシック"/>
              </a:rPr>
              <a:t> </a:t>
            </a:r>
            <a:r>
              <a:rPr lang="da-DK" sz="1800">
                <a:solidFill>
                  <a:srgbClr val="0000FF"/>
                </a:solidFill>
                <a:latin typeface="Consolas"/>
                <a:ea typeface="ＭＳ Ｐゴシック"/>
              </a:rPr>
              <a:t>string</a:t>
            </a:r>
            <a:r>
              <a:rPr lang="da-DK" sz="1800">
                <a:solidFill>
                  <a:srgbClr val="000000"/>
                </a:solidFill>
                <a:latin typeface="Consolas"/>
                <a:ea typeface="ＭＳ Ｐゴシック"/>
              </a:rPr>
              <a:t> LastName;</a:t>
            </a:r>
          </a:p>
          <a:p>
            <a:r>
              <a:rPr lang="da-DK">
                <a:solidFill>
                  <a:srgbClr val="000000"/>
                </a:solidFill>
                <a:latin typeface="Consolas"/>
                <a:ea typeface="ＭＳ Ｐゴシック"/>
              </a:rPr>
              <a:t>   </a:t>
            </a:r>
            <a:r>
              <a:rPr lang="da-DK" sz="1800">
                <a:solidFill>
                  <a:srgbClr val="000000"/>
                </a:solidFill>
                <a:latin typeface="Consolas"/>
                <a:ea typeface="ＭＳ Ｐゴシック"/>
              </a:rPr>
              <a:t> } </a:t>
            </a:r>
            <a:endParaRPr lang="da-DK" sz="1600">
              <a:solidFill>
                <a:srgbClr val="000000"/>
              </a:solidFill>
              <a:latin typeface="Consolas"/>
              <a:ea typeface="ＭＳ Ｐゴシック"/>
            </a:endParaRPr>
          </a:p>
          <a:p>
            <a:r>
              <a:rPr lang="da-DK">
                <a:solidFill>
                  <a:srgbClr val="000000"/>
                </a:solidFill>
                <a:latin typeface="Consolas"/>
                <a:ea typeface="ＭＳ Ｐゴシック"/>
              </a:rPr>
              <a:t>}</a:t>
            </a:r>
            <a:endParaRPr lang="da-DK" sz="1600">
              <a:latin typeface="Consolas"/>
              <a:ea typeface="ＭＳ Ｐゴシック"/>
            </a:endParaRPr>
          </a:p>
        </p:txBody>
      </p:sp>
      <p:sp>
        <p:nvSpPr>
          <p:cNvPr id="8" name="TextBox 7">
            <a:extLst>
              <a:ext uri="{FF2B5EF4-FFF2-40B4-BE49-F238E27FC236}">
                <a16:creationId xmlns:a16="http://schemas.microsoft.com/office/drawing/2014/main" id="{F925DB3B-FAF7-4EDC-AF75-4EBCA29276F4}"/>
              </a:ext>
            </a:extLst>
          </p:cNvPr>
          <p:cNvSpPr txBox="1"/>
          <p:nvPr/>
        </p:nvSpPr>
        <p:spPr>
          <a:xfrm>
            <a:off x="5111828" y="2262438"/>
            <a:ext cx="6504670" cy="3289886"/>
          </a:xfrm>
          <a:prstGeom prst="rect">
            <a:avLst/>
          </a:prstGeom>
          <a:noFill/>
        </p:spPr>
        <p:txBody>
          <a:bodyPr wrap="none" lIns="0" tIns="0" rIns="0" bIns="0" rtlCol="0" anchor="t">
            <a:noAutofit/>
          </a:bodyPr>
          <a:lstStyle/>
          <a:p>
            <a:r>
              <a:rPr lang="da-DK" sz="1800">
                <a:solidFill>
                  <a:srgbClr val="0000FF"/>
                </a:solidFill>
                <a:latin typeface="Consolas"/>
                <a:ea typeface="ＭＳ Ｐゴシック"/>
              </a:rPr>
              <a:t>namespace</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DemoConsoleApplication</a:t>
            </a:r>
            <a:r>
              <a:rPr lang="da-DK" sz="1800">
                <a:solidFill>
                  <a:srgbClr val="000000"/>
                </a:solidFill>
                <a:latin typeface="Consolas"/>
                <a:ea typeface="ＭＳ Ｐゴシック"/>
              </a:rPr>
              <a:t> {</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0000FF"/>
                </a:solidFill>
                <a:latin typeface="Consolas"/>
                <a:ea typeface="ＭＳ Ｐゴシック"/>
              </a:rPr>
              <a:t>class</a:t>
            </a:r>
            <a:r>
              <a:rPr lang="da-DK" sz="1800">
                <a:solidFill>
                  <a:srgbClr val="000000"/>
                </a:solidFill>
                <a:latin typeface="Consolas"/>
                <a:ea typeface="ＭＳ Ｐゴシック"/>
              </a:rPr>
              <a:t> </a:t>
            </a:r>
            <a:r>
              <a:rPr lang="da-DK" sz="1800">
                <a:solidFill>
                  <a:srgbClr val="2B91AF"/>
                </a:solidFill>
                <a:latin typeface="Consolas"/>
                <a:ea typeface="ＭＳ Ｐゴシック"/>
              </a:rPr>
              <a:t>Program</a:t>
            </a:r>
            <a:r>
              <a:rPr lang="da-DK" sz="1800">
                <a:solidFill>
                  <a:srgbClr val="000000"/>
                </a:solidFill>
                <a:latin typeface="Consolas"/>
                <a:ea typeface="ＭＳ Ｐゴシック"/>
              </a:rPr>
              <a:t> {</a:t>
            </a:r>
          </a:p>
          <a:p>
            <a:r>
              <a:rPr lang="en-US">
                <a:solidFill>
                  <a:srgbClr val="000000"/>
                </a:solidFill>
                <a:latin typeface="Consolas"/>
                <a:ea typeface="ＭＳ Ｐゴシック"/>
              </a:rPr>
              <a:t>       </a:t>
            </a:r>
            <a:r>
              <a:rPr lang="en-US" sz="1800">
                <a:solidFill>
                  <a:srgbClr val="000000"/>
                </a:solidFill>
                <a:latin typeface="Consolas"/>
                <a:ea typeface="ＭＳ Ｐゴシック"/>
              </a:rPr>
              <a:t> </a:t>
            </a:r>
            <a:r>
              <a:rPr lang="en-US" sz="1800">
                <a:solidFill>
                  <a:srgbClr val="0000FF"/>
                </a:solidFill>
                <a:latin typeface="Consolas"/>
                <a:ea typeface="ＭＳ Ｐゴシック"/>
              </a:rPr>
              <a:t>static</a:t>
            </a:r>
            <a:r>
              <a:rPr lang="en-US" sz="1800">
                <a:solidFill>
                  <a:srgbClr val="000000"/>
                </a:solidFill>
                <a:latin typeface="Consolas"/>
                <a:ea typeface="ＭＳ Ｐゴシック"/>
              </a:rPr>
              <a:t> </a:t>
            </a:r>
            <a:r>
              <a:rPr lang="en-US" sz="1800">
                <a:solidFill>
                  <a:srgbClr val="0000FF"/>
                </a:solidFill>
                <a:latin typeface="Consolas"/>
                <a:ea typeface="ＭＳ Ｐゴシック"/>
              </a:rPr>
              <a:t>void</a:t>
            </a:r>
            <a:r>
              <a:rPr lang="en-US" sz="1800">
                <a:solidFill>
                  <a:srgbClr val="000000"/>
                </a:solidFill>
                <a:latin typeface="Consolas"/>
                <a:ea typeface="ＭＳ Ｐゴシック"/>
              </a:rPr>
              <a:t> Main(</a:t>
            </a:r>
            <a:r>
              <a:rPr lang="en-US" sz="1800">
                <a:solidFill>
                  <a:srgbClr val="0000FF"/>
                </a:solidFill>
                <a:latin typeface="Consolas"/>
                <a:ea typeface="ＭＳ Ｐゴシック"/>
              </a:rPr>
              <a:t>string</a:t>
            </a:r>
            <a:r>
              <a:rPr lang="en-US" sz="1800">
                <a:solidFill>
                  <a:srgbClr val="000000"/>
                </a:solidFill>
                <a:latin typeface="Consolas"/>
                <a:ea typeface="ＭＳ Ｐゴシック"/>
              </a:rPr>
              <a:t>[] args) {</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0000FF"/>
                </a:solidFill>
                <a:latin typeface="Consolas"/>
                <a:ea typeface="ＭＳ Ｐゴシック"/>
              </a:rPr>
              <a:t>var</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empl</a:t>
            </a:r>
            <a:r>
              <a:rPr lang="da-DK" sz="1800">
                <a:solidFill>
                  <a:srgbClr val="000000"/>
                </a:solidFill>
                <a:latin typeface="Consolas"/>
                <a:ea typeface="ＭＳ Ｐゴシック"/>
              </a:rPr>
              <a:t> = </a:t>
            </a:r>
            <a:r>
              <a:rPr lang="da-DK" sz="1800">
                <a:solidFill>
                  <a:srgbClr val="0000FF"/>
                </a:solidFill>
                <a:latin typeface="Consolas"/>
                <a:ea typeface="ＭＳ Ｐゴシック"/>
              </a:rPr>
              <a:t>new</a:t>
            </a:r>
            <a:r>
              <a:rPr lang="da-DK" sz="1800">
                <a:solidFill>
                  <a:srgbClr val="000000"/>
                </a:solidFill>
                <a:latin typeface="Consolas"/>
                <a:ea typeface="ＭＳ Ｐゴシック"/>
              </a:rPr>
              <a:t> </a:t>
            </a:r>
            <a:r>
              <a:rPr lang="da-DK" sz="1800">
                <a:solidFill>
                  <a:srgbClr val="2B91AF"/>
                </a:solidFill>
                <a:latin typeface="Consolas"/>
                <a:ea typeface="ＭＳ Ｐゴシック"/>
              </a:rPr>
              <a:t>Employee</a:t>
            </a:r>
            <a:r>
              <a:rPr lang="da-DK" sz="1800">
                <a:solidFill>
                  <a:srgbClr val="000000"/>
                </a:solidFill>
                <a:latin typeface="Consolas"/>
                <a:ea typeface="ＭＳ Ｐゴシック"/>
              </a:rPr>
              <a:t>();</a:t>
            </a:r>
          </a:p>
          <a:p>
            <a:endParaRPr lang="da-DK" sz="1800">
              <a:solidFill>
                <a:srgbClr val="000000"/>
              </a:solidFill>
              <a:latin typeface="Consolas" panose="020B0609020204030204" pitchFamily="49" charset="0"/>
            </a:endParaRP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empl.FirstName</a:t>
            </a:r>
            <a:r>
              <a:rPr lang="da-DK" sz="1800">
                <a:solidFill>
                  <a:srgbClr val="000000"/>
                </a:solidFill>
                <a:latin typeface="Consolas"/>
                <a:ea typeface="ＭＳ Ｐゴシック"/>
              </a:rPr>
              <a:t> = </a:t>
            </a:r>
            <a:r>
              <a:rPr lang="da-DK" sz="1800">
                <a:solidFill>
                  <a:srgbClr val="A31515"/>
                </a:solidFill>
                <a:latin typeface="Consolas"/>
                <a:ea typeface="ＭＳ Ｐゴシック"/>
              </a:rPr>
              <a:t>"John"</a:t>
            </a:r>
            <a:r>
              <a:rPr lang="da-DK" sz="1800">
                <a:solidFill>
                  <a:srgbClr val="000000"/>
                </a:solidFill>
                <a:latin typeface="Consolas"/>
                <a:ea typeface="ＭＳ Ｐゴシック"/>
              </a:rPr>
              <a:t>;</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empl.LastName</a:t>
            </a:r>
            <a:r>
              <a:rPr lang="da-DK" sz="1800">
                <a:solidFill>
                  <a:srgbClr val="000000"/>
                </a:solidFill>
                <a:latin typeface="Consolas"/>
                <a:ea typeface="ＭＳ Ｐゴシック"/>
              </a:rPr>
              <a:t> = </a:t>
            </a:r>
            <a:r>
              <a:rPr lang="da-DK" sz="1800">
                <a:solidFill>
                  <a:srgbClr val="A31515"/>
                </a:solidFill>
                <a:latin typeface="Consolas"/>
                <a:ea typeface="ＭＳ Ｐゴシック"/>
              </a:rPr>
              <a:t>"</a:t>
            </a:r>
            <a:r>
              <a:rPr lang="da-DK" sz="1800" err="1">
                <a:solidFill>
                  <a:srgbClr val="A31515"/>
                </a:solidFill>
                <a:latin typeface="Consolas"/>
                <a:ea typeface="ＭＳ Ｐゴシック"/>
              </a:rPr>
              <a:t>Doe</a:t>
            </a:r>
            <a:r>
              <a:rPr lang="da-DK" sz="1800">
                <a:solidFill>
                  <a:srgbClr val="A31515"/>
                </a:solidFill>
                <a:latin typeface="Consolas"/>
                <a:ea typeface="ＭＳ Ｐゴシック"/>
              </a:rPr>
              <a:t>"</a:t>
            </a:r>
            <a:r>
              <a:rPr lang="da-DK" sz="1800">
                <a:solidFill>
                  <a:srgbClr val="000000"/>
                </a:solidFill>
                <a:latin typeface="Consolas"/>
                <a:ea typeface="ＭＳ Ｐゴシック"/>
              </a:rPr>
              <a:t>;</a:t>
            </a:r>
          </a:p>
          <a:p>
            <a:endParaRPr lang="da-DK" sz="1800">
              <a:solidFill>
                <a:srgbClr val="000000"/>
              </a:solidFill>
              <a:latin typeface="Consolas" panose="020B0609020204030204" pitchFamily="49" charset="0"/>
            </a:endParaRP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err="1">
                <a:solidFill>
                  <a:srgbClr val="2B91AF"/>
                </a:solidFill>
                <a:latin typeface="Consolas"/>
                <a:ea typeface="ＭＳ Ｐゴシック"/>
              </a:rPr>
              <a:t>Console</a:t>
            </a:r>
            <a:r>
              <a:rPr lang="da-DK" sz="1800" err="1">
                <a:solidFill>
                  <a:srgbClr val="000000"/>
                </a:solidFill>
                <a:latin typeface="Consolas"/>
                <a:ea typeface="ＭＳ Ｐゴシック"/>
              </a:rPr>
              <a:t>.WriteLine</a:t>
            </a:r>
            <a:r>
              <a:rPr lang="da-DK" sz="1800">
                <a:solidFill>
                  <a:srgbClr val="000000"/>
                </a:solidFill>
                <a:latin typeface="Consolas"/>
                <a:ea typeface="ＭＳ Ｐゴシック"/>
              </a:rPr>
              <a:t>(</a:t>
            </a:r>
            <a:r>
              <a:rPr lang="da-DK" sz="1800" err="1">
                <a:solidFill>
                  <a:srgbClr val="000000"/>
                </a:solidFill>
                <a:latin typeface="Consolas"/>
                <a:ea typeface="ＭＳ Ｐゴシック"/>
              </a:rPr>
              <a:t>empl.FirstName</a:t>
            </a:r>
            <a:endParaRPr lang="da-DK" sz="1800">
              <a:solidFill>
                <a:srgbClr val="000000"/>
              </a:solidFill>
              <a:latin typeface="Consolas"/>
              <a:ea typeface="ＭＳ Ｐゴシック"/>
            </a:endParaRPr>
          </a:p>
          <a:p>
            <a:r>
              <a:rPr lang="da-DK">
                <a:solidFill>
                  <a:srgbClr val="000000"/>
                </a:solidFill>
                <a:latin typeface="Consolas"/>
                <a:ea typeface="ＭＳ Ｐゴシック"/>
              </a:rPr>
              <a:t>						</a:t>
            </a:r>
            <a:r>
              <a:rPr lang="da-DK" sz="1800">
                <a:solidFill>
                  <a:srgbClr val="000000"/>
                </a:solidFill>
                <a:latin typeface="Consolas"/>
                <a:ea typeface="ＭＳ Ｐゴシック"/>
              </a:rPr>
              <a:t> + </a:t>
            </a:r>
            <a:r>
              <a:rPr lang="da-DK" sz="1800" err="1">
                <a:solidFill>
                  <a:srgbClr val="000000"/>
                </a:solidFill>
                <a:latin typeface="Consolas"/>
                <a:ea typeface="ＭＳ Ｐゴシック"/>
              </a:rPr>
              <a:t>empl.LastName</a:t>
            </a:r>
            <a:r>
              <a:rPr lang="da-DK" sz="1800">
                <a:solidFill>
                  <a:srgbClr val="000000"/>
                </a:solidFill>
                <a:latin typeface="Consolas"/>
                <a:ea typeface="ＭＳ Ｐゴシック"/>
              </a:rPr>
              <a:t>);</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a:solidFill>
                  <a:srgbClr val="000000"/>
                </a:solidFill>
                <a:latin typeface="Consolas"/>
                <a:ea typeface="ＭＳ Ｐゴシック"/>
              </a:rPr>
              <a:t> </a:t>
            </a:r>
            <a:endParaRPr lang="da-DK" sz="1600">
              <a:solidFill>
                <a:srgbClr val="000000"/>
              </a:solidFill>
              <a:latin typeface="Consolas"/>
              <a:ea typeface="ＭＳ Ｐゴシック"/>
            </a:endParaRPr>
          </a:p>
          <a:p>
            <a:r>
              <a:rPr lang="da-DK">
                <a:solidFill>
                  <a:srgbClr val="000000"/>
                </a:solidFill>
                <a:latin typeface="Consolas"/>
                <a:ea typeface="ＭＳ Ｐゴシック"/>
              </a:rPr>
              <a:t>    </a:t>
            </a:r>
            <a:r>
              <a:rPr lang="da-DK" sz="1800">
                <a:solidFill>
                  <a:srgbClr val="000000"/>
                </a:solidFill>
                <a:latin typeface="Consolas"/>
                <a:ea typeface="ＭＳ Ｐゴシック"/>
              </a:rPr>
              <a:t>}</a:t>
            </a:r>
            <a:r>
              <a:rPr lang="da-DK">
                <a:solidFill>
                  <a:srgbClr val="000000"/>
                </a:solidFill>
                <a:latin typeface="Consolas"/>
                <a:ea typeface="ＭＳ Ｐゴシック"/>
              </a:rPr>
              <a:t> </a:t>
            </a:r>
            <a:endParaRPr lang="da-DK" sz="1600">
              <a:solidFill>
                <a:srgbClr val="000000"/>
              </a:solidFill>
              <a:latin typeface="Consolas"/>
              <a:ea typeface="ＭＳ Ｐゴシック"/>
            </a:endParaRPr>
          </a:p>
          <a:p>
            <a:r>
              <a:rPr lang="da-DK" sz="1800">
                <a:solidFill>
                  <a:srgbClr val="000000"/>
                </a:solidFill>
                <a:latin typeface="Consolas"/>
                <a:ea typeface="ＭＳ Ｐゴシック"/>
              </a:rPr>
              <a:t>}</a:t>
            </a:r>
            <a:endParaRPr lang="da-DK" sz="1600">
              <a:latin typeface="Consolas"/>
              <a:ea typeface="ＭＳ Ｐゴシック"/>
            </a:endParaRPr>
          </a:p>
        </p:txBody>
      </p:sp>
      <p:sp>
        <p:nvSpPr>
          <p:cNvPr id="9" name="Right Brace 8">
            <a:extLst>
              <a:ext uri="{FF2B5EF4-FFF2-40B4-BE49-F238E27FC236}">
                <a16:creationId xmlns:a16="http://schemas.microsoft.com/office/drawing/2014/main" id="{4CF8FE1D-40C4-4A3A-85DC-DA04B0871D5F}"/>
              </a:ext>
            </a:extLst>
          </p:cNvPr>
          <p:cNvSpPr/>
          <p:nvPr/>
        </p:nvSpPr>
        <p:spPr>
          <a:xfrm>
            <a:off x="4627087" y="3668617"/>
            <a:ext cx="374573" cy="605616"/>
          </a:xfrm>
          <a:prstGeom prst="righ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da-DK"/>
          </a:p>
        </p:txBody>
      </p:sp>
      <p:sp>
        <p:nvSpPr>
          <p:cNvPr id="11" name="Left Brace 10">
            <a:extLst>
              <a:ext uri="{FF2B5EF4-FFF2-40B4-BE49-F238E27FC236}">
                <a16:creationId xmlns:a16="http://schemas.microsoft.com/office/drawing/2014/main" id="{848C122F-2BFC-4385-8F30-10E8ACA17521}"/>
              </a:ext>
            </a:extLst>
          </p:cNvPr>
          <p:cNvSpPr/>
          <p:nvPr/>
        </p:nvSpPr>
        <p:spPr>
          <a:xfrm>
            <a:off x="6096000" y="3668617"/>
            <a:ext cx="374400" cy="606312"/>
          </a:xfrm>
          <a:prstGeom prst="lef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da-DK"/>
          </a:p>
        </p:txBody>
      </p:sp>
      <p:cxnSp>
        <p:nvCxnSpPr>
          <p:cNvPr id="22" name="Straight Arrow Connector 21">
            <a:extLst>
              <a:ext uri="{FF2B5EF4-FFF2-40B4-BE49-F238E27FC236}">
                <a16:creationId xmlns:a16="http://schemas.microsoft.com/office/drawing/2014/main" id="{E05F03D2-403D-4A48-BC4E-E29972F87262}"/>
              </a:ext>
            </a:extLst>
          </p:cNvPr>
          <p:cNvCxnSpPr>
            <a:cxnSpLocks/>
          </p:cNvCxnSpPr>
          <p:nvPr/>
        </p:nvCxnSpPr>
        <p:spPr>
          <a:xfrm>
            <a:off x="5111828" y="3971773"/>
            <a:ext cx="866775" cy="0"/>
          </a:xfrm>
          <a:prstGeom prst="straightConnector1">
            <a:avLst/>
          </a:prstGeom>
          <a:ln>
            <a:solidFill>
              <a:srgbClr val="C00000"/>
            </a:solidFill>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029062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3493C-4EB3-4931-AF78-E36036E9EC5E}"/>
              </a:ext>
            </a:extLst>
          </p:cNvPr>
          <p:cNvSpPr>
            <a:spLocks noGrp="1"/>
          </p:cNvSpPr>
          <p:nvPr>
            <p:ph type="title"/>
          </p:nvPr>
        </p:nvSpPr>
        <p:spPr/>
        <p:txBody>
          <a:bodyPr/>
          <a:lstStyle/>
          <a:p>
            <a:r>
              <a:rPr lang="en-GB"/>
              <a:t>Class members</a:t>
            </a:r>
            <a:endParaRPr lang="da-DK"/>
          </a:p>
        </p:txBody>
      </p:sp>
      <p:sp>
        <p:nvSpPr>
          <p:cNvPr id="3" name="Slide Number Placeholder 2">
            <a:extLst>
              <a:ext uri="{FF2B5EF4-FFF2-40B4-BE49-F238E27FC236}">
                <a16:creationId xmlns:a16="http://schemas.microsoft.com/office/drawing/2014/main" id="{F31D3AC8-7BBE-4C44-B290-0E267B2449FC}"/>
              </a:ext>
            </a:extLst>
          </p:cNvPr>
          <p:cNvSpPr>
            <a:spLocks noGrp="1"/>
          </p:cNvSpPr>
          <p:nvPr>
            <p:ph type="sldNum" sz="quarter" idx="11"/>
          </p:nvPr>
        </p:nvSpPr>
        <p:spPr/>
        <p:txBody>
          <a:bodyPr/>
          <a:lstStyle/>
          <a:p>
            <a:fld id="{E16BA917-7F09-4B8D-AF07-F52890C14046}" type="slidenum">
              <a:rPr lang="da-DK" smtClean="0"/>
              <a:pPr/>
              <a:t>8</a:t>
            </a:fld>
            <a:endParaRPr lang="da-DK"/>
          </a:p>
        </p:txBody>
      </p:sp>
      <p:sp>
        <p:nvSpPr>
          <p:cNvPr id="4" name="Text Placeholder 3">
            <a:extLst>
              <a:ext uri="{FF2B5EF4-FFF2-40B4-BE49-F238E27FC236}">
                <a16:creationId xmlns:a16="http://schemas.microsoft.com/office/drawing/2014/main" id="{3D04B693-5BE2-45F1-92E5-8AB7D484B135}"/>
              </a:ext>
            </a:extLst>
          </p:cNvPr>
          <p:cNvSpPr>
            <a:spLocks noGrp="1"/>
          </p:cNvSpPr>
          <p:nvPr>
            <p:ph type="body" sz="quarter" idx="17"/>
          </p:nvPr>
        </p:nvSpPr>
        <p:spPr/>
        <p:txBody>
          <a:bodyPr/>
          <a:lstStyle/>
          <a:p>
            <a:r>
              <a:rPr lang="en-GB"/>
              <a:t>constructor</a:t>
            </a:r>
            <a:endParaRPr lang="da-DK"/>
          </a:p>
        </p:txBody>
      </p:sp>
      <p:sp>
        <p:nvSpPr>
          <p:cNvPr id="6" name="TextBox 5">
            <a:extLst>
              <a:ext uri="{FF2B5EF4-FFF2-40B4-BE49-F238E27FC236}">
                <a16:creationId xmlns:a16="http://schemas.microsoft.com/office/drawing/2014/main" id="{380B8A17-A9F8-4F5F-B0E7-E9F008531B16}"/>
              </a:ext>
            </a:extLst>
          </p:cNvPr>
          <p:cNvSpPr txBox="1"/>
          <p:nvPr/>
        </p:nvSpPr>
        <p:spPr>
          <a:xfrm>
            <a:off x="649139" y="1882277"/>
            <a:ext cx="4891615" cy="4050208"/>
          </a:xfrm>
          <a:prstGeom prst="rect">
            <a:avLst/>
          </a:prstGeom>
          <a:noFill/>
        </p:spPr>
        <p:txBody>
          <a:bodyPr wrap="none" lIns="0" tIns="0" rIns="0" bIns="0" rtlCol="0">
            <a:noAutofit/>
          </a:bodyPr>
          <a:lstStyle/>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class</a:t>
            </a:r>
            <a:r>
              <a:rPr lang="da-DK" sz="1600">
                <a:solidFill>
                  <a:srgbClr val="000000"/>
                </a:solidFill>
                <a:latin typeface="Consolas" panose="020B0609020204030204" pitchFamily="49" charset="0"/>
              </a:rPr>
              <a:t> </a:t>
            </a:r>
            <a:r>
              <a:rPr lang="da-DK" sz="1600">
                <a:solidFill>
                  <a:srgbClr val="2B91AF"/>
                </a:solidFill>
                <a:latin typeface="Consolas" panose="020B0609020204030204" pitchFamily="49" charset="0"/>
              </a:rPr>
              <a:t>Employee</a:t>
            </a:r>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string</a:t>
            </a:r>
            <a:r>
              <a:rPr lang="da-DK" sz="1600">
                <a:solidFill>
                  <a:srgbClr val="000000"/>
                </a:solidFill>
                <a:latin typeface="Consolas" panose="020B0609020204030204" pitchFamily="49" charset="0"/>
              </a:rPr>
              <a:t> FirstName;</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string</a:t>
            </a:r>
            <a:r>
              <a:rPr lang="da-DK" sz="1600">
                <a:solidFill>
                  <a:srgbClr val="000000"/>
                </a:solidFill>
                <a:latin typeface="Consolas" panose="020B0609020204030204" pitchFamily="49" charset="0"/>
              </a:rPr>
              <a:t> LastName;</a:t>
            </a:r>
          </a:p>
          <a:p>
            <a:endParaRPr lang="da-DK" sz="1600">
              <a:solidFill>
                <a:srgbClr val="000000"/>
              </a:solidFill>
              <a:latin typeface="Consolas" panose="020B0609020204030204" pitchFamily="49" charset="0"/>
            </a:endParaRP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Employee() { }</a:t>
            </a:r>
          </a:p>
          <a:p>
            <a:endParaRPr lang="da-DK" sz="1600">
              <a:solidFill>
                <a:srgbClr val="000000"/>
              </a:solidFill>
              <a:latin typeface="Consolas" panose="020B0609020204030204" pitchFamily="49" charset="0"/>
            </a:endParaRP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Employee(</a:t>
            </a:r>
            <a:r>
              <a:rPr lang="da-DK" sz="1600">
                <a:solidFill>
                  <a:srgbClr val="0000FF"/>
                </a:solidFill>
                <a:latin typeface="Consolas" panose="020B0609020204030204" pitchFamily="49" charset="0"/>
              </a:rPr>
              <a:t>string</a:t>
            </a:r>
            <a:r>
              <a:rPr lang="da-DK" sz="1600">
                <a:solidFill>
                  <a:srgbClr val="000000"/>
                </a:solidFill>
                <a:latin typeface="Consolas" panose="020B0609020204030204" pitchFamily="49" charset="0"/>
              </a:rPr>
              <a:t> firstName) {</a:t>
            </a:r>
          </a:p>
          <a:p>
            <a:r>
              <a:rPr lang="da-DK" sz="1600">
                <a:solidFill>
                  <a:srgbClr val="000000"/>
                </a:solidFill>
                <a:latin typeface="Consolas" panose="020B0609020204030204" pitchFamily="49" charset="0"/>
              </a:rPr>
              <a:t>            FirstName = firstName;</a:t>
            </a:r>
          </a:p>
          <a:p>
            <a:r>
              <a:rPr lang="da-DK" sz="1600">
                <a:solidFill>
                  <a:srgbClr val="000000"/>
                </a:solidFill>
                <a:latin typeface="Consolas" panose="020B0609020204030204" pitchFamily="49" charset="0"/>
              </a:rPr>
              <a:t>        }</a:t>
            </a:r>
          </a:p>
          <a:p>
            <a:endParaRPr lang="da-DK"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Employee(</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firstName,</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lastName</a:t>
            </a:r>
            <a:r>
              <a:rPr lang="en-US"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FirstName = firstName;</a:t>
            </a:r>
          </a:p>
          <a:p>
            <a:r>
              <a:rPr lang="da-DK" sz="1600">
                <a:solidFill>
                  <a:srgbClr val="000000"/>
                </a:solidFill>
                <a:latin typeface="Consolas" panose="020B0609020204030204" pitchFamily="49" charset="0"/>
              </a:rPr>
              <a:t>            LastName = lastName;</a:t>
            </a:r>
          </a:p>
          <a:p>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endParaRPr lang="da-DK" sz="1200">
              <a:latin typeface="+mn-lt"/>
            </a:endParaRPr>
          </a:p>
        </p:txBody>
      </p:sp>
      <p:sp>
        <p:nvSpPr>
          <p:cNvPr id="7" name="TextBox 6">
            <a:extLst>
              <a:ext uri="{FF2B5EF4-FFF2-40B4-BE49-F238E27FC236}">
                <a16:creationId xmlns:a16="http://schemas.microsoft.com/office/drawing/2014/main" id="{80DDE099-05F8-449E-AEEB-3D9D59C0ECFA}"/>
              </a:ext>
            </a:extLst>
          </p:cNvPr>
          <p:cNvSpPr txBox="1"/>
          <p:nvPr/>
        </p:nvSpPr>
        <p:spPr>
          <a:xfrm>
            <a:off x="6052229" y="2374945"/>
            <a:ext cx="5468789" cy="3064871"/>
          </a:xfrm>
          <a:prstGeom prst="rect">
            <a:avLst/>
          </a:prstGeom>
          <a:noFill/>
        </p:spPr>
        <p:txBody>
          <a:bodyPr wrap="none" lIns="0" tIns="0" rIns="0" bIns="0" rtlCol="0" anchor="t">
            <a:noAutofit/>
          </a:bodyPr>
          <a:lstStyle/>
          <a:p>
            <a:r>
              <a:rPr lang="da-DK" sz="1600">
                <a:solidFill>
                  <a:srgbClr val="0000FF"/>
                </a:solidFill>
                <a:latin typeface="Consolas"/>
                <a:ea typeface="ＭＳ Ｐゴシック"/>
              </a:rPr>
              <a:t>namespace</a:t>
            </a:r>
            <a:r>
              <a:rPr lang="da-DK" sz="1600">
                <a:solidFill>
                  <a:srgbClr val="000000"/>
                </a:solidFill>
                <a:latin typeface="Consolas"/>
                <a:ea typeface="ＭＳ Ｐゴシック"/>
              </a:rPr>
              <a:t> </a:t>
            </a:r>
            <a:r>
              <a:rPr lang="da-DK" sz="1600" err="1">
                <a:solidFill>
                  <a:srgbClr val="000000"/>
                </a:solidFill>
                <a:latin typeface="Consolas"/>
                <a:ea typeface="ＭＳ Ｐゴシック"/>
              </a:rPr>
              <a:t>DemoConsoleApplication</a:t>
            </a:r>
            <a:r>
              <a:rPr lang="da-DK" sz="1600">
                <a:solidFill>
                  <a:srgbClr val="000000"/>
                </a:solidFill>
                <a:latin typeface="Consolas"/>
                <a:ea typeface="ＭＳ Ｐゴシック"/>
              </a:rPr>
              <a:t> {</a:t>
            </a:r>
          </a:p>
          <a:p>
            <a:r>
              <a:rPr lang="da-DK" sz="1600">
                <a:solidFill>
                  <a:srgbClr val="000000"/>
                </a:solidFill>
                <a:latin typeface="Consolas"/>
                <a:ea typeface="ＭＳ Ｐゴシック"/>
              </a:rPr>
              <a:t>    </a:t>
            </a:r>
            <a:r>
              <a:rPr lang="da-DK" sz="1600">
                <a:solidFill>
                  <a:srgbClr val="0000FF"/>
                </a:solidFill>
                <a:latin typeface="Consolas"/>
                <a:ea typeface="ＭＳ Ｐゴシック"/>
              </a:rPr>
              <a:t>class</a:t>
            </a:r>
            <a:r>
              <a:rPr lang="da-DK" sz="1600">
                <a:solidFill>
                  <a:srgbClr val="000000"/>
                </a:solidFill>
                <a:latin typeface="Consolas"/>
                <a:ea typeface="ＭＳ Ｐゴシック"/>
              </a:rPr>
              <a:t> </a:t>
            </a:r>
            <a:r>
              <a:rPr lang="da-DK" sz="1600">
                <a:solidFill>
                  <a:srgbClr val="2B91AF"/>
                </a:solidFill>
                <a:latin typeface="Consolas"/>
                <a:ea typeface="ＭＳ Ｐゴシック"/>
              </a:rPr>
              <a:t>Program</a:t>
            </a:r>
            <a:r>
              <a:rPr lang="da-DK" sz="1600">
                <a:solidFill>
                  <a:srgbClr val="000000"/>
                </a:solidFill>
                <a:latin typeface="Consolas"/>
                <a:ea typeface="ＭＳ Ｐゴシック"/>
              </a:rPr>
              <a:t> {</a:t>
            </a:r>
          </a:p>
          <a:p>
            <a:r>
              <a:rPr lang="en-US" sz="1600">
                <a:solidFill>
                  <a:srgbClr val="000000"/>
                </a:solidFill>
                <a:latin typeface="Consolas"/>
                <a:ea typeface="ＭＳ Ｐゴシック"/>
              </a:rPr>
              <a:t>        </a:t>
            </a:r>
            <a:r>
              <a:rPr lang="en-US" sz="1600">
                <a:solidFill>
                  <a:srgbClr val="0000FF"/>
                </a:solidFill>
                <a:latin typeface="Consolas"/>
                <a:ea typeface="ＭＳ Ｐゴシック"/>
              </a:rPr>
              <a:t>static</a:t>
            </a:r>
            <a:r>
              <a:rPr lang="en-US" sz="1600">
                <a:solidFill>
                  <a:srgbClr val="000000"/>
                </a:solidFill>
                <a:latin typeface="Consolas"/>
                <a:ea typeface="ＭＳ Ｐゴシック"/>
              </a:rPr>
              <a:t> </a:t>
            </a:r>
            <a:r>
              <a:rPr lang="en-US" sz="1600">
                <a:solidFill>
                  <a:srgbClr val="0000FF"/>
                </a:solidFill>
                <a:latin typeface="Consolas"/>
                <a:ea typeface="ＭＳ Ｐゴシック"/>
              </a:rPr>
              <a:t>void</a:t>
            </a:r>
            <a:r>
              <a:rPr lang="en-US" sz="1600">
                <a:solidFill>
                  <a:srgbClr val="000000"/>
                </a:solidFill>
                <a:latin typeface="Consolas"/>
                <a:ea typeface="ＭＳ Ｐゴシック"/>
              </a:rPr>
              <a:t> Main(</a:t>
            </a:r>
            <a:r>
              <a:rPr lang="en-US" sz="1600">
                <a:solidFill>
                  <a:srgbClr val="0000FF"/>
                </a:solidFill>
                <a:latin typeface="Consolas"/>
                <a:ea typeface="ＭＳ Ｐゴシック"/>
              </a:rPr>
              <a:t>string</a:t>
            </a:r>
            <a:r>
              <a:rPr lang="en-US" sz="1600">
                <a:solidFill>
                  <a:srgbClr val="000000"/>
                </a:solidFill>
                <a:latin typeface="Consolas"/>
                <a:ea typeface="ＭＳ Ｐゴシック"/>
              </a:rPr>
              <a:t>[] args) {</a:t>
            </a:r>
          </a:p>
          <a:p>
            <a:endParaRPr lang="da-DK" sz="1600">
              <a:solidFill>
                <a:srgbClr val="000000"/>
              </a:solidFill>
              <a:latin typeface="Consolas" panose="020B0609020204030204" pitchFamily="49" charset="0"/>
            </a:endParaRPr>
          </a:p>
          <a:p>
            <a:r>
              <a:rPr lang="da-DK" sz="1600">
                <a:solidFill>
                  <a:srgbClr val="000000"/>
                </a:solidFill>
                <a:latin typeface="Consolas"/>
                <a:ea typeface="ＭＳ Ｐゴシック"/>
              </a:rPr>
              <a:t>            </a:t>
            </a:r>
            <a:r>
              <a:rPr lang="da-DK" sz="1600">
                <a:solidFill>
                  <a:srgbClr val="2B91AF"/>
                </a:solidFill>
                <a:latin typeface="Consolas"/>
                <a:ea typeface="ＭＳ Ｐゴシック"/>
              </a:rPr>
              <a:t>Employee</a:t>
            </a:r>
            <a:r>
              <a:rPr lang="da-DK" sz="1600">
                <a:solidFill>
                  <a:srgbClr val="000000"/>
                </a:solidFill>
                <a:latin typeface="Consolas"/>
                <a:ea typeface="ＭＳ Ｐゴシック"/>
              </a:rPr>
              <a:t> empl1, empl2, empl3;</a:t>
            </a:r>
          </a:p>
          <a:p>
            <a:endParaRPr lang="da-DK" sz="1600">
              <a:solidFill>
                <a:srgbClr val="000000"/>
              </a:solidFill>
              <a:latin typeface="Consolas" panose="020B0609020204030204" pitchFamily="49" charset="0"/>
            </a:endParaRPr>
          </a:p>
          <a:p>
            <a:r>
              <a:rPr lang="da-DK" sz="1600">
                <a:solidFill>
                  <a:srgbClr val="000000"/>
                </a:solidFill>
                <a:latin typeface="Consolas"/>
                <a:ea typeface="ＭＳ Ｐゴシック"/>
              </a:rPr>
              <a:t>            empl1 = </a:t>
            </a:r>
            <a:r>
              <a:rPr lang="da-DK" sz="1600">
                <a:solidFill>
                  <a:srgbClr val="0000FF"/>
                </a:solidFill>
                <a:latin typeface="Consolas"/>
                <a:ea typeface="ＭＳ Ｐゴシック"/>
              </a:rPr>
              <a:t>new</a:t>
            </a:r>
            <a:r>
              <a:rPr lang="da-DK" sz="1600">
                <a:solidFill>
                  <a:srgbClr val="000000"/>
                </a:solidFill>
                <a:latin typeface="Consolas"/>
                <a:ea typeface="ＭＳ Ｐゴシック"/>
              </a:rPr>
              <a:t> </a:t>
            </a:r>
            <a:r>
              <a:rPr lang="da-DK" sz="1600">
                <a:solidFill>
                  <a:srgbClr val="2B91AF"/>
                </a:solidFill>
                <a:latin typeface="Consolas"/>
                <a:ea typeface="ＭＳ Ｐゴシック"/>
              </a:rPr>
              <a:t>Employee</a:t>
            </a:r>
            <a:r>
              <a:rPr lang="da-DK" sz="1600">
                <a:solidFill>
                  <a:srgbClr val="000000"/>
                </a:solidFill>
                <a:latin typeface="Consolas"/>
                <a:ea typeface="ＭＳ Ｐゴシック"/>
              </a:rPr>
              <a:t>();</a:t>
            </a:r>
          </a:p>
          <a:p>
            <a:endParaRPr lang="da-DK" sz="1600">
              <a:solidFill>
                <a:srgbClr val="000000"/>
              </a:solidFill>
              <a:latin typeface="Consolas" panose="020B0609020204030204" pitchFamily="49" charset="0"/>
            </a:endParaRPr>
          </a:p>
          <a:p>
            <a:r>
              <a:rPr lang="da-DK" sz="1600">
                <a:solidFill>
                  <a:srgbClr val="000000"/>
                </a:solidFill>
                <a:latin typeface="Consolas"/>
                <a:ea typeface="ＭＳ Ｐゴシック"/>
              </a:rPr>
              <a:t>            empl2 = </a:t>
            </a:r>
            <a:r>
              <a:rPr lang="da-DK" sz="1600">
                <a:solidFill>
                  <a:srgbClr val="0000FF"/>
                </a:solidFill>
                <a:latin typeface="Consolas"/>
                <a:ea typeface="ＭＳ Ｐゴシック"/>
              </a:rPr>
              <a:t>new</a:t>
            </a:r>
            <a:r>
              <a:rPr lang="da-DK" sz="1600">
                <a:solidFill>
                  <a:srgbClr val="000000"/>
                </a:solidFill>
                <a:latin typeface="Consolas"/>
                <a:ea typeface="ＭＳ Ｐゴシック"/>
              </a:rPr>
              <a:t> </a:t>
            </a:r>
            <a:r>
              <a:rPr lang="da-DK" sz="1600">
                <a:solidFill>
                  <a:srgbClr val="2B91AF"/>
                </a:solidFill>
                <a:latin typeface="Consolas"/>
                <a:ea typeface="ＭＳ Ｐゴシック"/>
              </a:rPr>
              <a:t>Employee</a:t>
            </a:r>
            <a:r>
              <a:rPr lang="da-DK" sz="1600">
                <a:solidFill>
                  <a:srgbClr val="000000"/>
                </a:solidFill>
                <a:latin typeface="Consolas"/>
                <a:ea typeface="ＭＳ Ｐゴシック"/>
              </a:rPr>
              <a:t>(</a:t>
            </a:r>
            <a:r>
              <a:rPr lang="da-DK" sz="1600">
                <a:solidFill>
                  <a:srgbClr val="A31515"/>
                </a:solidFill>
                <a:latin typeface="Consolas"/>
                <a:ea typeface="ＭＳ Ｐゴシック"/>
              </a:rPr>
              <a:t>"John"</a:t>
            </a:r>
            <a:r>
              <a:rPr lang="da-DK" sz="1600">
                <a:solidFill>
                  <a:srgbClr val="000000"/>
                </a:solidFill>
                <a:latin typeface="Consolas"/>
                <a:ea typeface="ＭＳ Ｐゴシック"/>
              </a:rPr>
              <a:t>);</a:t>
            </a:r>
          </a:p>
          <a:p>
            <a:endParaRPr lang="da-DK" sz="1600">
              <a:solidFill>
                <a:srgbClr val="000000"/>
              </a:solidFill>
              <a:latin typeface="Consolas" panose="020B0609020204030204" pitchFamily="49" charset="0"/>
            </a:endParaRPr>
          </a:p>
          <a:p>
            <a:r>
              <a:rPr lang="en-US" sz="1600">
                <a:solidFill>
                  <a:srgbClr val="000000"/>
                </a:solidFill>
                <a:latin typeface="Consolas"/>
                <a:ea typeface="ＭＳ Ｐゴシック"/>
              </a:rPr>
              <a:t>            empl3 = </a:t>
            </a:r>
            <a:r>
              <a:rPr lang="en-US" sz="1600">
                <a:solidFill>
                  <a:srgbClr val="0000FF"/>
                </a:solidFill>
                <a:latin typeface="Consolas"/>
                <a:ea typeface="ＭＳ Ｐゴシック"/>
              </a:rPr>
              <a:t>new</a:t>
            </a:r>
            <a:r>
              <a:rPr lang="en-US" sz="1600">
                <a:solidFill>
                  <a:srgbClr val="000000"/>
                </a:solidFill>
                <a:latin typeface="Consolas"/>
                <a:ea typeface="ＭＳ Ｐゴシック"/>
              </a:rPr>
              <a:t> </a:t>
            </a:r>
            <a:r>
              <a:rPr lang="en-US" sz="1600">
                <a:solidFill>
                  <a:srgbClr val="2B91AF"/>
                </a:solidFill>
                <a:latin typeface="Consolas"/>
                <a:ea typeface="ＭＳ Ｐゴシック"/>
              </a:rPr>
              <a:t>Employee</a:t>
            </a:r>
            <a:r>
              <a:rPr lang="en-US" sz="1600">
                <a:solidFill>
                  <a:srgbClr val="000000"/>
                </a:solidFill>
                <a:latin typeface="Consolas"/>
                <a:ea typeface="ＭＳ Ｐゴシック"/>
              </a:rPr>
              <a:t>(</a:t>
            </a:r>
            <a:r>
              <a:rPr lang="en-US" sz="1600">
                <a:solidFill>
                  <a:srgbClr val="A31515"/>
                </a:solidFill>
                <a:latin typeface="Consolas"/>
                <a:ea typeface="ＭＳ Ｐゴシック"/>
              </a:rPr>
              <a:t>"</a:t>
            </a:r>
            <a:r>
              <a:rPr lang="en-US" sz="1600" err="1">
                <a:solidFill>
                  <a:srgbClr val="A31515"/>
                </a:solidFill>
                <a:latin typeface="Consolas"/>
                <a:ea typeface="ＭＳ Ｐゴシック"/>
              </a:rPr>
              <a:t>John"</a:t>
            </a:r>
            <a:r>
              <a:rPr lang="en-US" sz="1600" err="1">
                <a:solidFill>
                  <a:srgbClr val="000000"/>
                </a:solidFill>
                <a:latin typeface="Consolas"/>
                <a:ea typeface="ＭＳ Ｐゴシック"/>
              </a:rPr>
              <a:t>,</a:t>
            </a:r>
            <a:r>
              <a:rPr lang="en-US" sz="1600" err="1">
                <a:solidFill>
                  <a:srgbClr val="A31515"/>
                </a:solidFill>
                <a:latin typeface="Consolas"/>
                <a:ea typeface="ＭＳ Ｐゴシック"/>
              </a:rPr>
              <a:t>"Doe</a:t>
            </a:r>
            <a:r>
              <a:rPr lang="en-US" sz="1600">
                <a:solidFill>
                  <a:srgbClr val="A31515"/>
                </a:solidFill>
                <a:latin typeface="Consolas"/>
                <a:ea typeface="ＭＳ Ｐゴシック"/>
              </a:rPr>
              <a:t>"</a:t>
            </a:r>
            <a:r>
              <a:rPr lang="en-US" sz="1600">
                <a:solidFill>
                  <a:srgbClr val="000000"/>
                </a:solidFill>
                <a:latin typeface="Consolas"/>
                <a:ea typeface="ＭＳ Ｐゴシック"/>
              </a:rPr>
              <a:t>);</a:t>
            </a:r>
          </a:p>
          <a:p>
            <a:r>
              <a:rPr lang="da-DK" sz="1600">
                <a:solidFill>
                  <a:srgbClr val="000000"/>
                </a:solidFill>
                <a:latin typeface="Consolas"/>
                <a:ea typeface="ＭＳ Ｐゴシック"/>
              </a:rPr>
              <a:t>        } </a:t>
            </a:r>
            <a:endParaRPr lang="da-DK" sz="1200">
              <a:solidFill>
                <a:srgbClr val="000000"/>
              </a:solidFill>
              <a:latin typeface="Consolas"/>
              <a:ea typeface="ＭＳ Ｐゴシック"/>
            </a:endParaRPr>
          </a:p>
          <a:p>
            <a:r>
              <a:rPr lang="da-DK" sz="1600">
                <a:solidFill>
                  <a:srgbClr val="000000"/>
                </a:solidFill>
                <a:latin typeface="Consolas"/>
                <a:ea typeface="ＭＳ Ｐゴシック"/>
              </a:rPr>
              <a:t>    } </a:t>
            </a:r>
            <a:endParaRPr lang="da-DK" sz="1200">
              <a:solidFill>
                <a:srgbClr val="000000"/>
              </a:solidFill>
              <a:latin typeface="Consolas"/>
              <a:ea typeface="ＭＳ Ｐゴシック"/>
            </a:endParaRPr>
          </a:p>
          <a:p>
            <a:r>
              <a:rPr lang="da-DK" sz="1600">
                <a:solidFill>
                  <a:srgbClr val="000000"/>
                </a:solidFill>
                <a:latin typeface="Consolas"/>
                <a:ea typeface="ＭＳ Ｐゴシック"/>
              </a:rPr>
              <a:t>}</a:t>
            </a:r>
            <a:endParaRPr lang="da-DK" sz="1200">
              <a:latin typeface="Consolas"/>
              <a:ea typeface="ＭＳ Ｐゴシック"/>
            </a:endParaRPr>
          </a:p>
        </p:txBody>
      </p:sp>
      <p:cxnSp>
        <p:nvCxnSpPr>
          <p:cNvPr id="11" name="Straight Arrow Connector 10">
            <a:extLst>
              <a:ext uri="{FF2B5EF4-FFF2-40B4-BE49-F238E27FC236}">
                <a16:creationId xmlns:a16="http://schemas.microsoft.com/office/drawing/2014/main" id="{4772078C-3C8A-48EC-85D4-8F90FC829024}"/>
              </a:ext>
            </a:extLst>
          </p:cNvPr>
          <p:cNvCxnSpPr>
            <a:cxnSpLocks/>
          </p:cNvCxnSpPr>
          <p:nvPr/>
        </p:nvCxnSpPr>
        <p:spPr>
          <a:xfrm flipH="1">
            <a:off x="4806950" y="4943475"/>
            <a:ext cx="2508251" cy="172727"/>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B41D1665-7CE6-4AA0-9693-E34948AEDFED}"/>
              </a:ext>
            </a:extLst>
          </p:cNvPr>
          <p:cNvCxnSpPr>
            <a:cxnSpLocks/>
          </p:cNvCxnSpPr>
          <p:nvPr/>
        </p:nvCxnSpPr>
        <p:spPr>
          <a:xfrm flipH="1" flipV="1">
            <a:off x="4480560" y="3733800"/>
            <a:ext cx="2853691" cy="714376"/>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2D23AE9A-1534-4359-9A4F-B4C473CAD90B}"/>
              </a:ext>
            </a:extLst>
          </p:cNvPr>
          <p:cNvCxnSpPr>
            <a:cxnSpLocks/>
          </p:cNvCxnSpPr>
          <p:nvPr/>
        </p:nvCxnSpPr>
        <p:spPr>
          <a:xfrm flipH="1" flipV="1">
            <a:off x="3931920" y="3002280"/>
            <a:ext cx="3383281" cy="1014875"/>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19" name="Right Brace 18">
            <a:extLst>
              <a:ext uri="{FF2B5EF4-FFF2-40B4-BE49-F238E27FC236}">
                <a16:creationId xmlns:a16="http://schemas.microsoft.com/office/drawing/2014/main" id="{34242F01-DC97-48E2-9486-78B1175089D8}"/>
              </a:ext>
            </a:extLst>
          </p:cNvPr>
          <p:cNvSpPr/>
          <p:nvPr/>
        </p:nvSpPr>
        <p:spPr>
          <a:xfrm>
            <a:off x="4346804" y="4813394"/>
            <a:ext cx="374573" cy="605616"/>
          </a:xfrm>
          <a:prstGeom prst="righ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da-DK"/>
          </a:p>
        </p:txBody>
      </p:sp>
    </p:spTree>
    <p:extLst>
      <p:ext uri="{BB962C8B-B14F-4D97-AF65-F5344CB8AC3E}">
        <p14:creationId xmlns:p14="http://schemas.microsoft.com/office/powerpoint/2010/main" val="1117338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A6D1C-CEC3-4E09-AD1C-96B91E0F5778}"/>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2D382D92-7CA4-4E81-B55C-EC0A4DAEE032}"/>
              </a:ext>
            </a:extLst>
          </p:cNvPr>
          <p:cNvSpPr>
            <a:spLocks noGrp="1"/>
          </p:cNvSpPr>
          <p:nvPr>
            <p:ph type="sldNum" sz="quarter" idx="11"/>
          </p:nvPr>
        </p:nvSpPr>
        <p:spPr/>
        <p:txBody>
          <a:bodyPr/>
          <a:lstStyle/>
          <a:p>
            <a:fld id="{E16BA917-7F09-4B8D-AF07-F52890C14046}" type="slidenum">
              <a:rPr lang="da-DK" smtClean="0"/>
              <a:pPr/>
              <a:t>9</a:t>
            </a:fld>
            <a:endParaRPr lang="da-DK"/>
          </a:p>
        </p:txBody>
      </p:sp>
      <p:sp>
        <p:nvSpPr>
          <p:cNvPr id="4" name="Text Placeholder 3">
            <a:extLst>
              <a:ext uri="{FF2B5EF4-FFF2-40B4-BE49-F238E27FC236}">
                <a16:creationId xmlns:a16="http://schemas.microsoft.com/office/drawing/2014/main" id="{49CA4DB7-AEF9-4697-90C2-49FEBD68BDD7}"/>
              </a:ext>
            </a:extLst>
          </p:cNvPr>
          <p:cNvSpPr>
            <a:spLocks noGrp="1"/>
          </p:cNvSpPr>
          <p:nvPr>
            <p:ph type="body" sz="quarter" idx="17"/>
          </p:nvPr>
        </p:nvSpPr>
        <p:spPr/>
        <p:txBody>
          <a:bodyPr/>
          <a:lstStyle/>
          <a:p>
            <a:r>
              <a:rPr lang="da-DK">
                <a:latin typeface="Arial"/>
                <a:cs typeface="Arial"/>
              </a:rPr>
              <a:t>Initial state</a:t>
            </a:r>
            <a:endParaRPr lang="da-DK"/>
          </a:p>
        </p:txBody>
      </p:sp>
      <p:sp>
        <p:nvSpPr>
          <p:cNvPr id="5" name="TextBox 4">
            <a:extLst>
              <a:ext uri="{FF2B5EF4-FFF2-40B4-BE49-F238E27FC236}">
                <a16:creationId xmlns:a16="http://schemas.microsoft.com/office/drawing/2014/main" id="{BC797214-A7EF-4301-97B2-0CF90DAA9B19}"/>
              </a:ext>
            </a:extLst>
          </p:cNvPr>
          <p:cNvSpPr txBox="1"/>
          <p:nvPr/>
        </p:nvSpPr>
        <p:spPr>
          <a:xfrm>
            <a:off x="649138" y="1651538"/>
            <a:ext cx="10850033" cy="4515798"/>
          </a:xfrm>
          <a:prstGeom prst="rect">
            <a:avLst/>
          </a:prstGeom>
          <a:noFill/>
        </p:spPr>
        <p:txBody>
          <a:bodyPr wrap="none" lIns="0" tIns="0" rIns="0" bIns="0" rtlCol="0">
            <a:noAutofit/>
          </a:bodyPr>
          <a:lstStyle/>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Main(</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 args) {</a:t>
            </a:r>
          </a:p>
          <a:p>
            <a:r>
              <a:rPr lang="da-DK" sz="1800">
                <a:solidFill>
                  <a:srgbClr val="000000"/>
                </a:solidFill>
                <a:latin typeface="Consolas" panose="020B0609020204030204" pitchFamily="49" charset="0"/>
              </a:rPr>
              <a:t>            </a:t>
            </a:r>
            <a:r>
              <a:rPr lang="da-DK" sz="1800">
                <a:solidFill>
                  <a:srgbClr val="0000FF"/>
                </a:solidFill>
                <a:latin typeface="Consolas" panose="020B0609020204030204" pitchFamily="49" charset="0"/>
              </a:rPr>
              <a:t>var</a:t>
            </a:r>
            <a:r>
              <a:rPr lang="da-DK" sz="1800">
                <a:solidFill>
                  <a:srgbClr val="000000"/>
                </a:solidFill>
                <a:latin typeface="Consolas" panose="020B0609020204030204" pitchFamily="49" charset="0"/>
              </a:rPr>
              <a:t> recipient = </a:t>
            </a:r>
            <a:r>
              <a:rPr lang="da-DK" sz="1800">
                <a:solidFill>
                  <a:srgbClr val="A31515"/>
                </a:solidFill>
                <a:latin typeface="Consolas" panose="020B0609020204030204" pitchFamily="49" charset="0"/>
              </a:rPr>
              <a:t>"John </a:t>
            </a:r>
            <a:r>
              <a:rPr lang="da-DK" sz="1800" err="1">
                <a:solidFill>
                  <a:srgbClr val="A31515"/>
                </a:solidFill>
                <a:latin typeface="Consolas" panose="020B0609020204030204" pitchFamily="49" charset="0"/>
              </a:rPr>
              <a:t>Doe</a:t>
            </a:r>
            <a:r>
              <a:rPr lang="da-DK" sz="1800">
                <a:solidFill>
                  <a:srgbClr val="A31515"/>
                </a:solidFill>
                <a:latin typeface="Consolas" panose="020B0609020204030204" pitchFamily="49" charset="0"/>
              </a:rPr>
              <a:t>"</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r>
              <a:rPr lang="da-DK" sz="1800">
                <a:solidFill>
                  <a:srgbClr val="0000FF"/>
                </a:solidFill>
                <a:latin typeface="Consolas" panose="020B0609020204030204" pitchFamily="49" charset="0"/>
              </a:rPr>
              <a:t>var</a:t>
            </a: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title</a:t>
            </a:r>
            <a:r>
              <a:rPr lang="da-DK" sz="1800">
                <a:solidFill>
                  <a:srgbClr val="000000"/>
                </a:solidFill>
                <a:latin typeface="Consolas" panose="020B0609020204030204" pitchFamily="49" charset="0"/>
              </a:rPr>
              <a:t> = </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Greeting</a:t>
            </a:r>
            <a:r>
              <a:rPr lang="da-DK" sz="1800">
                <a:solidFill>
                  <a:srgbClr val="A31515"/>
                </a:solidFill>
                <a:latin typeface="Consolas" panose="020B0609020204030204" pitchFamily="49" charset="0"/>
              </a:rPr>
              <a:t>"</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r>
              <a:rPr lang="da-DK" sz="1800">
                <a:solidFill>
                  <a:srgbClr val="0000FF"/>
                </a:solidFill>
                <a:latin typeface="Consolas" panose="020B0609020204030204" pitchFamily="49" charset="0"/>
              </a:rPr>
              <a:t>var</a:t>
            </a: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messageBody</a:t>
            </a:r>
            <a:r>
              <a:rPr lang="da-DK" sz="1800">
                <a:solidFill>
                  <a:srgbClr val="000000"/>
                </a:solidFill>
                <a:latin typeface="Consolas" panose="020B0609020204030204" pitchFamily="49" charset="0"/>
              </a:rPr>
              <a:t> = </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Hello</a:t>
            </a:r>
            <a:r>
              <a:rPr lang="da-DK" sz="1800">
                <a:solidFill>
                  <a:srgbClr val="A31515"/>
                </a:solidFill>
                <a:latin typeface="Consolas" panose="020B0609020204030204" pitchFamily="49" charset="0"/>
              </a:rPr>
              <a:t> John"</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r>
              <a:rPr lang="da-DK" sz="1800">
                <a:solidFill>
                  <a:srgbClr val="0000FF"/>
                </a:solidFill>
                <a:latin typeface="Consolas" panose="020B0609020204030204" pitchFamily="49" charset="0"/>
              </a:rPr>
              <a:t>var</a:t>
            </a:r>
            <a:r>
              <a:rPr lang="da-DK" sz="1800">
                <a:solidFill>
                  <a:srgbClr val="000000"/>
                </a:solidFill>
                <a:latin typeface="Consolas" panose="020B0609020204030204" pitchFamily="49" charset="0"/>
              </a:rPr>
              <a:t> signature = </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Regards</a:t>
            </a:r>
            <a:r>
              <a:rPr lang="da-DK" sz="1800">
                <a:solidFill>
                  <a:srgbClr val="A31515"/>
                </a:solidFill>
                <a:latin typeface="Consolas" panose="020B0609020204030204" pitchFamily="49" charset="0"/>
              </a:rPr>
              <a:t>, John"</a:t>
            </a:r>
            <a:r>
              <a:rPr lang="da-DK" sz="1800">
                <a:solidFill>
                  <a:srgbClr val="000000"/>
                </a:solidFill>
                <a:latin typeface="Consolas" panose="020B0609020204030204" pitchFamily="49" charset="0"/>
              </a:rPr>
              <a:t>;</a:t>
            </a:r>
          </a:p>
          <a:p>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$"To: </a:t>
            </a:r>
            <a:r>
              <a:rPr lang="da-DK" sz="1800">
                <a:solidFill>
                  <a:srgbClr val="000000"/>
                </a:solidFill>
                <a:latin typeface="Consolas" panose="020B0609020204030204" pitchFamily="49" charset="0"/>
              </a:rPr>
              <a:t>{recipient}</a:t>
            </a:r>
            <a:r>
              <a:rPr lang="da-DK" sz="1800">
                <a:solidFill>
                  <a:srgbClr val="A31515"/>
                </a:solidFill>
                <a:latin typeface="Consolas" panose="020B0609020204030204" pitchFamily="49" charset="0"/>
              </a:rPr>
              <a:t>"</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Subject</a:t>
            </a:r>
            <a:r>
              <a:rPr lang="da-DK" sz="1800">
                <a:solidFill>
                  <a:srgbClr val="A31515"/>
                </a:solidFill>
                <a:latin typeface="Consolas" panose="020B0609020204030204" pitchFamily="49" charset="0"/>
              </a:rPr>
              <a:t>: </a:t>
            </a:r>
            <a:r>
              <a:rPr lang="da-DK" sz="1800">
                <a:solidFill>
                  <a:srgbClr val="000000"/>
                </a:solidFill>
                <a:latin typeface="Consolas" panose="020B0609020204030204" pitchFamily="49" charset="0"/>
              </a:rPr>
              <a:t>{</a:t>
            </a:r>
            <a:r>
              <a:rPr lang="da-DK" sz="1800" err="1">
                <a:solidFill>
                  <a:srgbClr val="000000"/>
                </a:solidFill>
                <a:latin typeface="Consolas" panose="020B0609020204030204" pitchFamily="49" charset="0"/>
              </a:rPr>
              <a:t>title</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r>
              <a:rPr lang="da-DK" sz="1800" err="1">
                <a:solidFill>
                  <a:srgbClr val="000000"/>
                </a:solidFill>
                <a:latin typeface="Consolas" panose="020B0609020204030204" pitchFamily="49" charset="0"/>
              </a:rPr>
              <a:t>messageBody</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(signature);</a:t>
            </a:r>
          </a:p>
          <a:p>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.ReadKey</a:t>
            </a:r>
            <a:r>
              <a:rPr lang="da-DK" sz="1800">
                <a:solidFill>
                  <a:srgbClr val="000000"/>
                </a:solidFill>
                <a:latin typeface="Consolas" panose="020B0609020204030204" pitchFamily="49" charset="0"/>
              </a:rPr>
              <a:t>();</a:t>
            </a:r>
          </a:p>
          <a:p>
            <a:r>
              <a:rPr lang="da-DK">
                <a:solidFill>
                  <a:srgbClr val="000000"/>
                </a:solidFill>
                <a:latin typeface="Consolas" panose="020B0609020204030204" pitchFamily="49" charset="0"/>
              </a:rPr>
              <a:t>}</a:t>
            </a:r>
            <a:endParaRPr lang="da-DK" sz="1600">
              <a:latin typeface="+mn-lt"/>
            </a:endParaRPr>
          </a:p>
        </p:txBody>
      </p:sp>
    </p:spTree>
    <p:extLst>
      <p:ext uri="{BB962C8B-B14F-4D97-AF65-F5344CB8AC3E}">
        <p14:creationId xmlns:p14="http://schemas.microsoft.com/office/powerpoint/2010/main" val="1655538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A6D1C-CEC3-4E09-AD1C-96B91E0F5778}"/>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2D382D92-7CA4-4E81-B55C-EC0A4DAEE032}"/>
              </a:ext>
            </a:extLst>
          </p:cNvPr>
          <p:cNvSpPr>
            <a:spLocks noGrp="1"/>
          </p:cNvSpPr>
          <p:nvPr>
            <p:ph type="sldNum" sz="quarter" idx="11"/>
          </p:nvPr>
        </p:nvSpPr>
        <p:spPr/>
        <p:txBody>
          <a:bodyPr/>
          <a:lstStyle/>
          <a:p>
            <a:fld id="{E16BA917-7F09-4B8D-AF07-F52890C14046}" type="slidenum">
              <a:rPr lang="da-DK" smtClean="0"/>
              <a:pPr/>
              <a:t>10</a:t>
            </a:fld>
            <a:endParaRPr lang="da-DK"/>
          </a:p>
        </p:txBody>
      </p:sp>
      <p:sp>
        <p:nvSpPr>
          <p:cNvPr id="4" name="Text Placeholder 3">
            <a:extLst>
              <a:ext uri="{FF2B5EF4-FFF2-40B4-BE49-F238E27FC236}">
                <a16:creationId xmlns:a16="http://schemas.microsoft.com/office/drawing/2014/main" id="{49CA4DB7-AEF9-4697-90C2-49FEBD68BDD7}"/>
              </a:ext>
            </a:extLst>
          </p:cNvPr>
          <p:cNvSpPr>
            <a:spLocks noGrp="1"/>
          </p:cNvSpPr>
          <p:nvPr>
            <p:ph type="body" sz="quarter" idx="17"/>
          </p:nvPr>
        </p:nvSpPr>
        <p:spPr/>
        <p:txBody>
          <a:bodyPr/>
          <a:lstStyle/>
          <a:p>
            <a:r>
              <a:rPr lang="en-GB"/>
              <a:t>Demo 1</a:t>
            </a:r>
            <a:endParaRPr lang="da-DK"/>
          </a:p>
        </p:txBody>
      </p:sp>
      <p:sp>
        <p:nvSpPr>
          <p:cNvPr id="5" name="TextBox 4">
            <a:extLst>
              <a:ext uri="{FF2B5EF4-FFF2-40B4-BE49-F238E27FC236}">
                <a16:creationId xmlns:a16="http://schemas.microsoft.com/office/drawing/2014/main" id="{7043D923-59F3-437A-BF93-12F9D7C4212A}"/>
              </a:ext>
            </a:extLst>
          </p:cNvPr>
          <p:cNvSpPr txBox="1"/>
          <p:nvPr/>
        </p:nvSpPr>
        <p:spPr>
          <a:xfrm>
            <a:off x="649138" y="1651537"/>
            <a:ext cx="5446861" cy="4506071"/>
          </a:xfrm>
          <a:prstGeom prst="rect">
            <a:avLst/>
          </a:prstGeom>
          <a:noFill/>
        </p:spPr>
        <p:txBody>
          <a:bodyPr wrap="none" lIns="0" tIns="0" rIns="0" bIns="0" rtlCol="0">
            <a:noAutofit/>
          </a:bodyPr>
          <a:lstStyle/>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internal</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a:solidFill>
                  <a:srgbClr val="2B91AF"/>
                </a:solidFill>
                <a:latin typeface="Consolas" panose="020B0609020204030204" pitchFamily="49" charset="0"/>
              </a:rPr>
              <a:t>Mail</a:t>
            </a:r>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a:t>
            </a:r>
            <a:r>
              <a:rPr lang="da-DK" sz="1400">
                <a:solidFill>
                  <a:srgbClr val="0000FF"/>
                </a:solidFill>
                <a:highlight>
                  <a:srgbClr val="FFFF00"/>
                </a:highlight>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Recipient;</a:t>
            </a:r>
          </a:p>
          <a:p>
            <a:r>
              <a:rPr lang="da-DK" sz="1400">
                <a:solidFill>
                  <a:srgbClr val="000000"/>
                </a:solidFill>
                <a:latin typeface="Consolas" panose="020B0609020204030204" pitchFamily="49" charset="0"/>
              </a:rPr>
              <a:t>        </a:t>
            </a:r>
            <a:r>
              <a:rPr lang="da-DK" sz="1400">
                <a:solidFill>
                  <a:srgbClr val="0000FF"/>
                </a:solidFill>
                <a:highlight>
                  <a:srgbClr val="FFFF00"/>
                </a:highlight>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Title;</a:t>
            </a:r>
          </a:p>
          <a:p>
            <a:r>
              <a:rPr lang="da-DK" sz="1400">
                <a:solidFill>
                  <a:srgbClr val="000000"/>
                </a:solidFill>
                <a:latin typeface="Consolas" panose="020B0609020204030204" pitchFamily="49" charset="0"/>
              </a:rPr>
              <a:t>        </a:t>
            </a:r>
            <a:r>
              <a:rPr lang="da-DK" sz="1400">
                <a:solidFill>
                  <a:srgbClr val="0000FF"/>
                </a:solidFill>
                <a:highlight>
                  <a:srgbClr val="FFFF00"/>
                </a:highlight>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Body;</a:t>
            </a:r>
          </a:p>
          <a:p>
            <a:r>
              <a:rPr lang="da-DK" sz="1400">
                <a:solidFill>
                  <a:srgbClr val="000000"/>
                </a:solidFill>
                <a:latin typeface="Consolas" panose="020B0609020204030204" pitchFamily="49" charset="0"/>
              </a:rPr>
              <a:t>        </a:t>
            </a:r>
            <a:r>
              <a:rPr lang="da-DK" sz="1400">
                <a:solidFill>
                  <a:srgbClr val="0000FF"/>
                </a:solidFill>
                <a:highlight>
                  <a:srgbClr val="FFFF00"/>
                </a:highlight>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Signature;</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Mail(</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recipient,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title,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body,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signature) {</a:t>
            </a:r>
          </a:p>
          <a:p>
            <a:r>
              <a:rPr lang="da-DK" sz="1400">
                <a:solidFill>
                  <a:srgbClr val="000000"/>
                </a:solidFill>
                <a:latin typeface="Consolas" panose="020B0609020204030204" pitchFamily="49" charset="0"/>
              </a:rPr>
              <a:t>            Recipient = recipient;</a:t>
            </a:r>
          </a:p>
          <a:p>
            <a:r>
              <a:rPr lang="da-DK" sz="1400">
                <a:solidFill>
                  <a:srgbClr val="000000"/>
                </a:solidFill>
                <a:latin typeface="Consolas" panose="020B0609020204030204" pitchFamily="49" charset="0"/>
              </a:rPr>
              <a:t>            Title = </a:t>
            </a:r>
            <a:r>
              <a:rPr lang="da-DK" sz="1400" err="1">
                <a:solidFill>
                  <a:srgbClr val="000000"/>
                </a:solidFill>
                <a:latin typeface="Consolas" panose="020B0609020204030204" pitchFamily="49" charset="0"/>
              </a:rPr>
              <a:t>title</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Body = </a:t>
            </a:r>
            <a:r>
              <a:rPr lang="da-DK" sz="1400" err="1">
                <a:solidFill>
                  <a:srgbClr val="000000"/>
                </a:solidFill>
                <a:latin typeface="Consolas" panose="020B0609020204030204" pitchFamily="49" charset="0"/>
              </a:rPr>
              <a:t>body</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Signature = signature;</a:t>
            </a:r>
          </a:p>
          <a:p>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a:t>
            </a:r>
            <a:endParaRPr lang="da-DK" sz="1050">
              <a:latin typeface="+mn-lt"/>
            </a:endParaRPr>
          </a:p>
        </p:txBody>
      </p:sp>
      <p:sp>
        <p:nvSpPr>
          <p:cNvPr id="6" name="TextBox 5">
            <a:extLst>
              <a:ext uri="{FF2B5EF4-FFF2-40B4-BE49-F238E27FC236}">
                <a16:creationId xmlns:a16="http://schemas.microsoft.com/office/drawing/2014/main" id="{00741431-8908-4899-BEFD-A3FA28D7D397}"/>
              </a:ext>
            </a:extLst>
          </p:cNvPr>
          <p:cNvSpPr txBox="1"/>
          <p:nvPr/>
        </p:nvSpPr>
        <p:spPr>
          <a:xfrm>
            <a:off x="6095998" y="1651538"/>
            <a:ext cx="5425019" cy="4506070"/>
          </a:xfrm>
          <a:prstGeom prst="rect">
            <a:avLst/>
          </a:prstGeom>
          <a:noFill/>
        </p:spPr>
        <p:txBody>
          <a:bodyPr wrap="none" lIns="0" tIns="0" rIns="0" bIns="0" rtlCol="0">
            <a:noAutofit/>
          </a:bodyPr>
          <a:lstStyle/>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args) {</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mail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Mail</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"John </a:t>
            </a:r>
            <a:r>
              <a:rPr lang="en-US" sz="1400" err="1">
                <a:solidFill>
                  <a:srgbClr val="A31515"/>
                </a:solidFill>
                <a:latin typeface="Consolas" panose="020B0609020204030204" pitchFamily="49" charset="0"/>
              </a:rPr>
              <a:t>Doe"</a:t>
            </a:r>
            <a:r>
              <a:rPr lang="en-US" sz="1400" err="1">
                <a:solidFill>
                  <a:srgbClr val="000000"/>
                </a:solidFill>
                <a:latin typeface="Consolas" panose="020B0609020204030204" pitchFamily="49" charset="0"/>
              </a:rPr>
              <a:t>,</a:t>
            </a:r>
            <a:r>
              <a:rPr lang="en-US" sz="1400" err="1">
                <a:solidFill>
                  <a:srgbClr val="A31515"/>
                </a:solidFill>
                <a:latin typeface="Consolas" panose="020B0609020204030204" pitchFamily="49" charset="0"/>
              </a:rPr>
              <a:t>"Greeting</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A31515"/>
                </a:solidFill>
                <a:latin typeface="Consolas" panose="020B0609020204030204" pitchFamily="49" charset="0"/>
              </a:rPr>
              <a:t>                        "Hello </a:t>
            </a:r>
            <a:r>
              <a:rPr lang="en-US" sz="1400" err="1">
                <a:solidFill>
                  <a:srgbClr val="A31515"/>
                </a:solidFill>
                <a:latin typeface="Consolas" panose="020B0609020204030204" pitchFamily="49" charset="0"/>
              </a:rPr>
              <a:t>John"</a:t>
            </a:r>
            <a:r>
              <a:rPr lang="en-US" sz="1400" err="1">
                <a:solidFill>
                  <a:srgbClr val="000000"/>
                </a:solidFill>
                <a:latin typeface="Consolas" panose="020B0609020204030204" pitchFamily="49" charset="0"/>
              </a:rPr>
              <a:t>,</a:t>
            </a:r>
            <a:r>
              <a:rPr lang="en-US" sz="1400" err="1">
                <a:solidFill>
                  <a:srgbClr val="A31515"/>
                </a:solidFill>
                <a:latin typeface="Consolas" panose="020B0609020204030204" pitchFamily="49" charset="0"/>
              </a:rPr>
              <a:t>"Regards</a:t>
            </a:r>
            <a:r>
              <a:rPr lang="en-US" sz="1400">
                <a:solidFill>
                  <a:srgbClr val="A31515"/>
                </a:solidFill>
                <a:latin typeface="Consolas" panose="020B0609020204030204" pitchFamily="49" charset="0"/>
              </a:rPr>
              <a:t>, John"</a:t>
            </a:r>
            <a:r>
              <a:rPr lang="en-US" sz="1400">
                <a:solidFill>
                  <a:srgbClr val="000000"/>
                </a:solidFill>
                <a:latin typeface="Consolas" panose="020B0609020204030204" pitchFamily="49" charset="0"/>
              </a:rPr>
              <a:t>);</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Console</a:t>
            </a:r>
            <a:r>
              <a:rPr lang="en-US" sz="1400">
                <a:solidFill>
                  <a:srgbClr val="000000"/>
                </a:solidFill>
                <a:latin typeface="Consolas" panose="020B0609020204030204" pitchFamily="49" charset="0"/>
              </a:rPr>
              <a:t>.WriteLine(</a:t>
            </a:r>
            <a:r>
              <a:rPr lang="en-US" sz="1400">
                <a:solidFill>
                  <a:srgbClr val="A31515"/>
                </a:solidFill>
                <a:latin typeface="Consolas" panose="020B0609020204030204" pitchFamily="49" charset="0"/>
              </a:rPr>
              <a:t>$"To: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mail.Recipient</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Console</a:t>
            </a:r>
            <a:r>
              <a:rPr lang="da-DK" sz="1400" err="1">
                <a:solidFill>
                  <a:srgbClr val="000000"/>
                </a:solidFill>
                <a:latin typeface="Consolas" panose="020B0609020204030204" pitchFamily="49" charset="0"/>
              </a:rPr>
              <a:t>.WriteLine</a:t>
            </a:r>
            <a:r>
              <a:rPr lang="da-DK" sz="1400">
                <a:solidFill>
                  <a:srgbClr val="000000"/>
                </a:solidFill>
                <a:latin typeface="Consolas" panose="020B0609020204030204" pitchFamily="49" charset="0"/>
              </a:rPr>
              <a:t>(</a:t>
            </a:r>
            <a:r>
              <a:rPr lang="da-DK" sz="1400">
                <a:solidFill>
                  <a:srgbClr val="A31515"/>
                </a:solidFill>
                <a:latin typeface="Consolas" panose="020B0609020204030204" pitchFamily="49" charset="0"/>
              </a:rPr>
              <a:t>$"</a:t>
            </a:r>
            <a:r>
              <a:rPr lang="da-DK" sz="1400" err="1">
                <a:solidFill>
                  <a:srgbClr val="A31515"/>
                </a:solidFill>
                <a:latin typeface="Consolas" panose="020B0609020204030204" pitchFamily="49" charset="0"/>
              </a:rPr>
              <a:t>Subject</a:t>
            </a:r>
            <a:r>
              <a:rPr lang="da-DK" sz="1400">
                <a:solidFill>
                  <a:srgbClr val="A31515"/>
                </a:solidFill>
                <a:latin typeface="Consolas" panose="020B0609020204030204" pitchFamily="49" charset="0"/>
              </a:rPr>
              <a:t>: </a:t>
            </a:r>
            <a:r>
              <a:rPr lang="da-DK" sz="1400">
                <a:solidFill>
                  <a:srgbClr val="000000"/>
                </a:solidFill>
                <a:latin typeface="Consolas" panose="020B0609020204030204" pitchFamily="49" charset="0"/>
              </a:rPr>
              <a:t>{</a:t>
            </a:r>
            <a:r>
              <a:rPr lang="da-DK" sz="1400" err="1">
                <a:solidFill>
                  <a:srgbClr val="000000"/>
                </a:solidFill>
                <a:latin typeface="Consolas" panose="020B0609020204030204" pitchFamily="49" charset="0"/>
              </a:rPr>
              <a:t>mail.Title</a:t>
            </a:r>
            <a:r>
              <a:rPr lang="da-DK" sz="1400">
                <a:solidFill>
                  <a:srgbClr val="000000"/>
                </a:solidFill>
                <a:latin typeface="Consolas" panose="020B0609020204030204" pitchFamily="49" charset="0"/>
              </a:rPr>
              <a:t>}</a:t>
            </a:r>
            <a:r>
              <a:rPr lang="da-DK" sz="1400">
                <a:solidFill>
                  <a:srgbClr val="A31515"/>
                </a:solidFill>
                <a:latin typeface="Consolas" panose="020B0609020204030204" pitchFamily="49" charset="0"/>
              </a:rPr>
              <a:t>"</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Console</a:t>
            </a:r>
            <a:r>
              <a:rPr lang="da-DK" sz="1400" err="1">
                <a:solidFill>
                  <a:srgbClr val="000000"/>
                </a:solidFill>
                <a:latin typeface="Consolas" panose="020B0609020204030204" pitchFamily="49" charset="0"/>
              </a:rPr>
              <a:t>.WriteLine</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Console</a:t>
            </a:r>
            <a:r>
              <a:rPr lang="da-DK" sz="1400" err="1">
                <a:solidFill>
                  <a:srgbClr val="000000"/>
                </a:solidFill>
                <a:latin typeface="Consolas" panose="020B0609020204030204" pitchFamily="49" charset="0"/>
              </a:rPr>
              <a:t>.WriteLine</a:t>
            </a:r>
            <a:r>
              <a:rPr lang="da-DK" sz="1400">
                <a:solidFill>
                  <a:srgbClr val="000000"/>
                </a:solidFill>
                <a:latin typeface="Consolas" panose="020B0609020204030204" pitchFamily="49" charset="0"/>
              </a:rPr>
              <a:t>(</a:t>
            </a:r>
            <a:r>
              <a:rPr lang="da-DK" sz="1400" err="1">
                <a:solidFill>
                  <a:srgbClr val="000000"/>
                </a:solidFill>
                <a:latin typeface="Consolas" panose="020B0609020204030204" pitchFamily="49" charset="0"/>
              </a:rPr>
              <a:t>mail.Body</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Console</a:t>
            </a:r>
            <a:r>
              <a:rPr lang="da-DK" sz="1400" err="1">
                <a:solidFill>
                  <a:srgbClr val="000000"/>
                </a:solidFill>
                <a:latin typeface="Consolas" panose="020B0609020204030204" pitchFamily="49" charset="0"/>
              </a:rPr>
              <a:t>.WriteLine</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Console</a:t>
            </a:r>
            <a:r>
              <a:rPr lang="da-DK" sz="1400" err="1">
                <a:solidFill>
                  <a:srgbClr val="000000"/>
                </a:solidFill>
                <a:latin typeface="Consolas" panose="020B0609020204030204" pitchFamily="49" charset="0"/>
              </a:rPr>
              <a:t>.WriteLine</a:t>
            </a:r>
            <a:r>
              <a:rPr lang="da-DK" sz="1400">
                <a:solidFill>
                  <a:srgbClr val="000000"/>
                </a:solidFill>
                <a:latin typeface="Consolas" panose="020B0609020204030204" pitchFamily="49" charset="0"/>
              </a:rPr>
              <a:t>(</a:t>
            </a:r>
            <a:r>
              <a:rPr lang="da-DK" sz="1400" err="1">
                <a:solidFill>
                  <a:srgbClr val="000000"/>
                </a:solidFill>
                <a:latin typeface="Consolas" panose="020B0609020204030204" pitchFamily="49" charset="0"/>
              </a:rPr>
              <a:t>mail.Signature</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a:t>
            </a:r>
            <a:endParaRPr lang="da-DK" sz="1050">
              <a:latin typeface="+mn-lt"/>
            </a:endParaRPr>
          </a:p>
        </p:txBody>
      </p:sp>
    </p:spTree>
    <p:extLst>
      <p:ext uri="{BB962C8B-B14F-4D97-AF65-F5344CB8AC3E}">
        <p14:creationId xmlns:p14="http://schemas.microsoft.com/office/powerpoint/2010/main" val="484700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A6D1C-CEC3-4E09-AD1C-96B91E0F5778}"/>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2D382D92-7CA4-4E81-B55C-EC0A4DAEE032}"/>
              </a:ext>
            </a:extLst>
          </p:cNvPr>
          <p:cNvSpPr>
            <a:spLocks noGrp="1"/>
          </p:cNvSpPr>
          <p:nvPr>
            <p:ph type="sldNum" sz="quarter" idx="11"/>
          </p:nvPr>
        </p:nvSpPr>
        <p:spPr/>
        <p:txBody>
          <a:bodyPr/>
          <a:lstStyle/>
          <a:p>
            <a:fld id="{E16BA917-7F09-4B8D-AF07-F52890C14046}" type="slidenum">
              <a:rPr lang="da-DK" smtClean="0"/>
              <a:pPr/>
              <a:t>11</a:t>
            </a:fld>
            <a:endParaRPr lang="da-DK"/>
          </a:p>
        </p:txBody>
      </p:sp>
      <p:sp>
        <p:nvSpPr>
          <p:cNvPr id="4" name="Text Placeholder 3">
            <a:extLst>
              <a:ext uri="{FF2B5EF4-FFF2-40B4-BE49-F238E27FC236}">
                <a16:creationId xmlns:a16="http://schemas.microsoft.com/office/drawing/2014/main" id="{49CA4DB7-AEF9-4697-90C2-49FEBD68BDD7}"/>
              </a:ext>
            </a:extLst>
          </p:cNvPr>
          <p:cNvSpPr>
            <a:spLocks noGrp="1"/>
          </p:cNvSpPr>
          <p:nvPr>
            <p:ph type="body" sz="quarter" idx="17"/>
          </p:nvPr>
        </p:nvSpPr>
        <p:spPr/>
        <p:txBody>
          <a:bodyPr/>
          <a:lstStyle/>
          <a:p>
            <a:r>
              <a:rPr lang="en-GB"/>
              <a:t>Demo 1</a:t>
            </a:r>
            <a:endParaRPr lang="da-DK"/>
          </a:p>
        </p:txBody>
      </p:sp>
      <p:sp>
        <p:nvSpPr>
          <p:cNvPr id="5" name="TextBox 4">
            <a:extLst>
              <a:ext uri="{FF2B5EF4-FFF2-40B4-BE49-F238E27FC236}">
                <a16:creationId xmlns:a16="http://schemas.microsoft.com/office/drawing/2014/main" id="{7043D923-59F3-437A-BF93-12F9D7C4212A}"/>
              </a:ext>
            </a:extLst>
          </p:cNvPr>
          <p:cNvSpPr txBox="1"/>
          <p:nvPr/>
        </p:nvSpPr>
        <p:spPr>
          <a:xfrm>
            <a:off x="649138" y="1651537"/>
            <a:ext cx="5446861" cy="4506071"/>
          </a:xfrm>
          <a:prstGeom prst="rect">
            <a:avLst/>
          </a:prstGeom>
          <a:noFill/>
        </p:spPr>
        <p:txBody>
          <a:bodyPr wrap="none" lIns="0" tIns="0" rIns="0" bIns="0" rtlCol="0">
            <a:noAutofit/>
          </a:bodyPr>
          <a:lstStyle/>
          <a:p>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internal</a:t>
            </a:r>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class</a:t>
            </a:r>
            <a:r>
              <a:rPr lang="en-GB" sz="1400">
                <a:solidFill>
                  <a:srgbClr val="000000"/>
                </a:solidFill>
                <a:latin typeface="Consolas" panose="020B0609020204030204" pitchFamily="49" charset="0"/>
              </a:rPr>
              <a:t> </a:t>
            </a:r>
            <a:r>
              <a:rPr lang="en-GB" sz="1400">
                <a:solidFill>
                  <a:srgbClr val="2B91AF"/>
                </a:solidFill>
                <a:latin typeface="Consolas" panose="020B0609020204030204" pitchFamily="49" charset="0"/>
              </a:rPr>
              <a:t>Mail</a:t>
            </a:r>
            <a:r>
              <a:rPr lang="en-GB" sz="1400">
                <a:solidFill>
                  <a:srgbClr val="000000"/>
                </a:solidFill>
                <a:latin typeface="Consolas" panose="020B0609020204030204" pitchFamily="49" charset="0"/>
              </a:rPr>
              <a:t> {</a:t>
            </a:r>
          </a:p>
          <a:p>
            <a:r>
              <a:rPr lang="en-GB" sz="1400">
                <a:solidFill>
                  <a:srgbClr val="000000"/>
                </a:solidFill>
                <a:latin typeface="Consolas" panose="020B0609020204030204" pitchFamily="49" charset="0"/>
              </a:rPr>
              <a:t>  </a:t>
            </a:r>
            <a:r>
              <a:rPr lang="ru-RU" sz="1400">
                <a:solidFill>
                  <a:srgbClr val="000000"/>
                </a:solidFill>
                <a:latin typeface="Consolas" panose="020B0609020204030204" pitchFamily="49" charset="0"/>
              </a:rPr>
              <a:t>	  </a:t>
            </a:r>
            <a:r>
              <a:rPr lang="en-GB" sz="1400">
                <a:solidFill>
                  <a:srgbClr val="0000FF"/>
                </a:solidFill>
                <a:highlight>
                  <a:srgbClr val="FFFF00"/>
                </a:highlight>
                <a:latin typeface="Consolas" panose="020B0609020204030204" pitchFamily="49" charset="0"/>
              </a:rPr>
              <a:t>public static</a:t>
            </a:r>
            <a:r>
              <a:rPr lang="en-GB" sz="1400">
                <a:solidFill>
                  <a:srgbClr val="000000"/>
                </a:solidFill>
                <a:highlight>
                  <a:srgbClr val="FFFF00"/>
                </a:highlight>
                <a:latin typeface="Consolas" panose="020B0609020204030204" pitchFamily="49" charset="0"/>
              </a:rPr>
              <a:t> </a:t>
            </a:r>
            <a:r>
              <a:rPr lang="en-GB" sz="1400">
                <a:solidFill>
                  <a:srgbClr val="0000FF"/>
                </a:solidFill>
                <a:highlight>
                  <a:srgbClr val="FFFF00"/>
                </a:highlight>
                <a:latin typeface="Consolas" panose="020B0609020204030204" pitchFamily="49" charset="0"/>
              </a:rPr>
              <a:t>int</a:t>
            </a:r>
            <a:r>
              <a:rPr lang="en-GB" sz="1400">
                <a:solidFill>
                  <a:srgbClr val="000000"/>
                </a:solidFill>
                <a:highlight>
                  <a:srgbClr val="FFFF00"/>
                </a:highlight>
                <a:latin typeface="Consolas" panose="020B0609020204030204" pitchFamily="49" charset="0"/>
              </a:rPr>
              <a:t> Count;</a:t>
            </a:r>
            <a:endParaRPr lang="ru-RU" sz="1400">
              <a:solidFill>
                <a:srgbClr val="000000"/>
              </a:solidFill>
              <a:latin typeface="Consolas" panose="020B0609020204030204" pitchFamily="49" charset="0"/>
            </a:endParaRPr>
          </a:p>
          <a:p>
            <a:endParaRPr lang="ru-RU" sz="1400">
              <a:solidFill>
                <a:srgbClr val="000000"/>
              </a:solidFill>
              <a:latin typeface="Consolas" panose="020B0609020204030204" pitchFamily="49" charset="0"/>
            </a:endParaRPr>
          </a:p>
          <a:p>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public</a:t>
            </a:r>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string</a:t>
            </a:r>
            <a:r>
              <a:rPr lang="en-GB" sz="1400">
                <a:solidFill>
                  <a:srgbClr val="000000"/>
                </a:solidFill>
                <a:latin typeface="Consolas" panose="020B0609020204030204" pitchFamily="49" charset="0"/>
              </a:rPr>
              <a:t> Recipient;</a:t>
            </a:r>
          </a:p>
          <a:p>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public</a:t>
            </a:r>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string</a:t>
            </a:r>
            <a:r>
              <a:rPr lang="en-GB" sz="1400">
                <a:solidFill>
                  <a:srgbClr val="000000"/>
                </a:solidFill>
                <a:latin typeface="Consolas" panose="020B0609020204030204" pitchFamily="49" charset="0"/>
              </a:rPr>
              <a:t> Title;</a:t>
            </a:r>
          </a:p>
          <a:p>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public</a:t>
            </a:r>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string</a:t>
            </a:r>
            <a:r>
              <a:rPr lang="en-GB" sz="1400">
                <a:solidFill>
                  <a:srgbClr val="000000"/>
                </a:solidFill>
                <a:latin typeface="Consolas" panose="020B0609020204030204" pitchFamily="49" charset="0"/>
              </a:rPr>
              <a:t> Body;</a:t>
            </a:r>
          </a:p>
          <a:p>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public</a:t>
            </a:r>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string</a:t>
            </a:r>
            <a:r>
              <a:rPr lang="en-GB" sz="1400">
                <a:solidFill>
                  <a:srgbClr val="000000"/>
                </a:solidFill>
                <a:latin typeface="Consolas" panose="020B0609020204030204" pitchFamily="49" charset="0"/>
              </a:rPr>
              <a:t> Signature;</a:t>
            </a:r>
          </a:p>
          <a:p>
            <a:endParaRPr lang="uk-UA"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Mail(</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recipient,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title, </a:t>
            </a:r>
          </a:p>
          <a:p>
            <a:r>
              <a:rPr lang="en-GB" sz="1400">
                <a:solidFill>
                  <a:srgbClr val="000000"/>
                </a:solidFill>
                <a:latin typeface="Consolas" panose="020B0609020204030204" pitchFamily="49" charset="0"/>
              </a:rPr>
              <a:t>            </a:t>
            </a:r>
            <a:r>
              <a:rPr lang="en-GB" sz="1400">
                <a:solidFill>
                  <a:srgbClr val="0000FF"/>
                </a:solidFill>
                <a:latin typeface="Consolas" panose="020B0609020204030204" pitchFamily="49" charset="0"/>
              </a:rPr>
              <a:t>string</a:t>
            </a:r>
            <a:r>
              <a:rPr lang="en-GB" sz="1400">
                <a:solidFill>
                  <a:srgbClr val="000000"/>
                </a:solidFill>
                <a:latin typeface="Consolas" panose="020B0609020204030204" pitchFamily="49" charset="0"/>
              </a:rPr>
              <a:t> body, </a:t>
            </a:r>
            <a:r>
              <a:rPr lang="en-GB" sz="1400">
                <a:solidFill>
                  <a:srgbClr val="0000FF"/>
                </a:solidFill>
                <a:latin typeface="Consolas" panose="020B0609020204030204" pitchFamily="49" charset="0"/>
              </a:rPr>
              <a:t>string</a:t>
            </a:r>
            <a:r>
              <a:rPr lang="en-GB" sz="1400">
                <a:solidFill>
                  <a:srgbClr val="000000"/>
                </a:solidFill>
                <a:latin typeface="Consolas" panose="020B0609020204030204" pitchFamily="49" charset="0"/>
              </a:rPr>
              <a:t> signature) {</a:t>
            </a:r>
          </a:p>
          <a:p>
            <a:r>
              <a:rPr lang="en-GB" sz="1400">
                <a:solidFill>
                  <a:srgbClr val="000000"/>
                </a:solidFill>
                <a:latin typeface="Consolas" panose="020B0609020204030204" pitchFamily="49" charset="0"/>
              </a:rPr>
              <a:t>            Recipient = recipient;</a:t>
            </a:r>
          </a:p>
          <a:p>
            <a:r>
              <a:rPr lang="en-GB" sz="1400">
                <a:solidFill>
                  <a:srgbClr val="000000"/>
                </a:solidFill>
                <a:latin typeface="Consolas" panose="020B0609020204030204" pitchFamily="49" charset="0"/>
              </a:rPr>
              <a:t>            Title = title;</a:t>
            </a:r>
          </a:p>
          <a:p>
            <a:r>
              <a:rPr lang="en-GB" sz="1400">
                <a:solidFill>
                  <a:srgbClr val="000000"/>
                </a:solidFill>
                <a:latin typeface="Consolas" panose="020B0609020204030204" pitchFamily="49" charset="0"/>
              </a:rPr>
              <a:t>            Body = body;</a:t>
            </a:r>
          </a:p>
          <a:p>
            <a:r>
              <a:rPr lang="en-GB" sz="1400">
                <a:solidFill>
                  <a:srgbClr val="000000"/>
                </a:solidFill>
                <a:latin typeface="Consolas" panose="020B0609020204030204" pitchFamily="49" charset="0"/>
              </a:rPr>
              <a:t>            Signature = signature;</a:t>
            </a:r>
          </a:p>
          <a:p>
            <a:endParaRPr lang="uk-UA" sz="1400">
              <a:solidFill>
                <a:srgbClr val="000000"/>
              </a:solidFill>
              <a:latin typeface="Consolas" panose="020B0609020204030204" pitchFamily="49" charset="0"/>
            </a:endParaRPr>
          </a:p>
          <a:p>
            <a:r>
              <a:rPr lang="en-GB" sz="1400">
                <a:solidFill>
                  <a:srgbClr val="000000"/>
                </a:solidFill>
                <a:latin typeface="Consolas" panose="020B0609020204030204" pitchFamily="49" charset="0"/>
              </a:rPr>
              <a:t>            </a:t>
            </a:r>
            <a:r>
              <a:rPr lang="en-GB" sz="1400" err="1">
                <a:solidFill>
                  <a:srgbClr val="2B91AF"/>
                </a:solidFill>
                <a:highlight>
                  <a:srgbClr val="FFFF00"/>
                </a:highlight>
                <a:latin typeface="Consolas" panose="020B0609020204030204" pitchFamily="49" charset="0"/>
              </a:rPr>
              <a:t>Interlocked</a:t>
            </a:r>
            <a:r>
              <a:rPr lang="en-GB" sz="1400" err="1">
                <a:solidFill>
                  <a:srgbClr val="000000"/>
                </a:solidFill>
                <a:highlight>
                  <a:srgbClr val="FFFF00"/>
                </a:highlight>
                <a:latin typeface="Consolas" panose="020B0609020204030204" pitchFamily="49" charset="0"/>
              </a:rPr>
              <a:t>.Increment</a:t>
            </a:r>
            <a:r>
              <a:rPr lang="en-GB" sz="1400">
                <a:solidFill>
                  <a:srgbClr val="000000"/>
                </a:solidFill>
                <a:highlight>
                  <a:srgbClr val="FFFF00"/>
                </a:highlight>
                <a:latin typeface="Consolas" panose="020B0609020204030204" pitchFamily="49" charset="0"/>
              </a:rPr>
              <a:t>(</a:t>
            </a:r>
            <a:r>
              <a:rPr lang="en-GB" sz="1400">
                <a:solidFill>
                  <a:srgbClr val="0000FF"/>
                </a:solidFill>
                <a:highlight>
                  <a:srgbClr val="FFFF00"/>
                </a:highlight>
                <a:latin typeface="Consolas" panose="020B0609020204030204" pitchFamily="49" charset="0"/>
              </a:rPr>
              <a:t>ref</a:t>
            </a:r>
            <a:r>
              <a:rPr lang="en-GB" sz="1400">
                <a:solidFill>
                  <a:srgbClr val="000000"/>
                </a:solidFill>
                <a:highlight>
                  <a:srgbClr val="FFFF00"/>
                </a:highlight>
                <a:latin typeface="Consolas" panose="020B0609020204030204" pitchFamily="49" charset="0"/>
              </a:rPr>
              <a:t> Count);</a:t>
            </a:r>
          </a:p>
          <a:p>
            <a:r>
              <a:rPr lang="uk-UA" sz="1400">
                <a:solidFill>
                  <a:srgbClr val="000000"/>
                </a:solidFill>
                <a:latin typeface="Consolas" panose="020B0609020204030204" pitchFamily="49" charset="0"/>
              </a:rPr>
              <a:t>        }</a:t>
            </a:r>
            <a:endParaRPr lang="da-DK" sz="1400">
              <a:latin typeface="+mn-lt"/>
            </a:endParaRPr>
          </a:p>
        </p:txBody>
      </p:sp>
      <p:sp>
        <p:nvSpPr>
          <p:cNvPr id="6" name="TextBox 5">
            <a:extLst>
              <a:ext uri="{FF2B5EF4-FFF2-40B4-BE49-F238E27FC236}">
                <a16:creationId xmlns:a16="http://schemas.microsoft.com/office/drawing/2014/main" id="{00741431-8908-4899-BEFD-A3FA28D7D397}"/>
              </a:ext>
            </a:extLst>
          </p:cNvPr>
          <p:cNvSpPr txBox="1"/>
          <p:nvPr/>
        </p:nvSpPr>
        <p:spPr>
          <a:xfrm>
            <a:off x="6095998" y="1651538"/>
            <a:ext cx="5425019" cy="4506070"/>
          </a:xfrm>
          <a:prstGeom prst="rect">
            <a:avLst/>
          </a:prstGeom>
          <a:noFill/>
        </p:spPr>
        <p:txBody>
          <a:bodyPr wrap="none" lIns="0" tIns="0" rIns="0" bIns="0" rtlCol="0">
            <a:noAutofit/>
          </a:bodyPr>
          <a:lstStyle/>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args) {</a:t>
            </a:r>
          </a:p>
          <a:p>
            <a:r>
              <a:rPr lang="en-US" sz="1400">
                <a:solidFill>
                  <a:srgbClr val="000000"/>
                </a:solidFill>
                <a:latin typeface="Consolas" panose="020B0609020204030204" pitchFamily="49" charset="0"/>
              </a:rPr>
              <a:t>        </a:t>
            </a:r>
            <a:r>
              <a:rPr lang="en-US" sz="1400">
                <a:solidFill>
                  <a:srgbClr val="2B91AF"/>
                </a:solidFill>
                <a:highlight>
                  <a:srgbClr val="FFFF00"/>
                </a:highlight>
                <a:latin typeface="Consolas" panose="020B0609020204030204" pitchFamily="49" charset="0"/>
              </a:rPr>
              <a:t>Console</a:t>
            </a:r>
            <a:r>
              <a:rPr lang="en-US" sz="1400">
                <a:solidFill>
                  <a:srgbClr val="000000"/>
                </a:solidFill>
                <a:highlight>
                  <a:srgbClr val="FFFF00"/>
                </a:highlight>
                <a:latin typeface="Consolas" panose="020B0609020204030204" pitchFamily="49" charset="0"/>
              </a:rPr>
              <a:t>.WriteLine(</a:t>
            </a:r>
            <a:r>
              <a:rPr lang="en-US" sz="1400">
                <a:solidFill>
                  <a:srgbClr val="A31515"/>
                </a:solidFill>
                <a:highlight>
                  <a:srgbClr val="FFFF00"/>
                </a:highlight>
                <a:latin typeface="Consolas" panose="020B0609020204030204" pitchFamily="49" charset="0"/>
              </a:rPr>
              <a:t>$"Count before: </a:t>
            </a:r>
            <a:r>
              <a:rPr lang="en-US" sz="1400">
                <a:solidFill>
                  <a:srgbClr val="000000"/>
                </a:solidFill>
                <a:highlight>
                  <a:srgbClr val="FFFF00"/>
                </a:highlight>
                <a:latin typeface="Consolas" panose="020B0609020204030204" pitchFamily="49" charset="0"/>
              </a:rPr>
              <a:t>{</a:t>
            </a:r>
            <a:r>
              <a:rPr lang="en-US" sz="1400" err="1">
                <a:solidFill>
                  <a:srgbClr val="2B91AF"/>
                </a:solidFill>
                <a:highlight>
                  <a:srgbClr val="FFFF00"/>
                </a:highlight>
                <a:latin typeface="Consolas" panose="020B0609020204030204" pitchFamily="49" charset="0"/>
              </a:rPr>
              <a:t>Mail</a:t>
            </a:r>
            <a:r>
              <a:rPr lang="en-US" sz="1400" err="1">
                <a:solidFill>
                  <a:srgbClr val="000000"/>
                </a:solidFill>
                <a:highlight>
                  <a:srgbClr val="FFFF00"/>
                </a:highlight>
                <a:latin typeface="Consolas" panose="020B0609020204030204" pitchFamily="49" charset="0"/>
              </a:rPr>
              <a:t>.Count</a:t>
            </a:r>
            <a:r>
              <a:rPr lang="en-US" sz="1400">
                <a:solidFill>
                  <a:srgbClr val="000000"/>
                </a:solidFill>
                <a:highlight>
                  <a:srgbClr val="FFFF00"/>
                </a:highlight>
                <a:latin typeface="Consolas" panose="020B0609020204030204" pitchFamily="49" charset="0"/>
              </a:rPr>
              <a:t>}</a:t>
            </a:r>
            <a:r>
              <a:rPr lang="en-US" sz="1400">
                <a:solidFill>
                  <a:srgbClr val="A31515"/>
                </a:solidFill>
                <a:highlight>
                  <a:srgbClr val="FFFF00"/>
                </a:highlight>
                <a:latin typeface="Consolas" panose="020B0609020204030204" pitchFamily="49" charset="0"/>
              </a:rPr>
              <a:t>"</a:t>
            </a:r>
            <a:r>
              <a:rPr lang="en-US" sz="1400">
                <a:solidFill>
                  <a:srgbClr val="000000"/>
                </a:solidFill>
                <a:highlight>
                  <a:srgbClr val="FFFF00"/>
                </a:highlight>
                <a:latin typeface="Consolas" panose="020B0609020204030204" pitchFamily="49" charset="0"/>
              </a:rPr>
              <a:t>);</a:t>
            </a:r>
          </a:p>
          <a:p>
            <a:endParaRPr lang="uk-UA"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mail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Mail</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"John </a:t>
            </a:r>
            <a:r>
              <a:rPr lang="en-US" sz="1400" err="1">
                <a:solidFill>
                  <a:srgbClr val="A31515"/>
                </a:solidFill>
                <a:latin typeface="Consolas" panose="020B0609020204030204" pitchFamily="49" charset="0"/>
              </a:rPr>
              <a:t>Doe"</a:t>
            </a:r>
            <a:r>
              <a:rPr lang="en-US" sz="1400" err="1">
                <a:solidFill>
                  <a:srgbClr val="000000"/>
                </a:solidFill>
                <a:latin typeface="Consolas" panose="020B0609020204030204" pitchFamily="49" charset="0"/>
              </a:rPr>
              <a:t>,</a:t>
            </a:r>
            <a:r>
              <a:rPr lang="en-US" sz="1400" err="1">
                <a:solidFill>
                  <a:srgbClr val="A31515"/>
                </a:solidFill>
                <a:latin typeface="Consolas" panose="020B0609020204030204" pitchFamily="49" charset="0"/>
              </a:rPr>
              <a:t>"Greeting</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GB" sz="1400">
                <a:solidFill>
                  <a:srgbClr val="000000"/>
                </a:solidFill>
                <a:latin typeface="Consolas" panose="020B0609020204030204" pitchFamily="49" charset="0"/>
              </a:rPr>
              <a:t>            </a:t>
            </a:r>
            <a:r>
              <a:rPr lang="en-GB" sz="1400">
                <a:solidFill>
                  <a:srgbClr val="A31515"/>
                </a:solidFill>
                <a:latin typeface="Consolas" panose="020B0609020204030204" pitchFamily="49" charset="0"/>
              </a:rPr>
              <a:t>"Hello </a:t>
            </a:r>
            <a:r>
              <a:rPr lang="en-GB" sz="1400" err="1">
                <a:solidFill>
                  <a:srgbClr val="A31515"/>
                </a:solidFill>
                <a:latin typeface="Consolas" panose="020B0609020204030204" pitchFamily="49" charset="0"/>
              </a:rPr>
              <a:t>John"</a:t>
            </a:r>
            <a:r>
              <a:rPr lang="en-GB" sz="1400" err="1">
                <a:solidFill>
                  <a:srgbClr val="000000"/>
                </a:solidFill>
                <a:latin typeface="Consolas" panose="020B0609020204030204" pitchFamily="49" charset="0"/>
              </a:rPr>
              <a:t>,</a:t>
            </a:r>
            <a:r>
              <a:rPr lang="en-GB" sz="1400" err="1">
                <a:solidFill>
                  <a:srgbClr val="A31515"/>
                </a:solidFill>
                <a:latin typeface="Consolas" panose="020B0609020204030204" pitchFamily="49" charset="0"/>
              </a:rPr>
              <a:t>"Regards</a:t>
            </a:r>
            <a:r>
              <a:rPr lang="en-GB" sz="1400">
                <a:solidFill>
                  <a:srgbClr val="A31515"/>
                </a:solidFill>
                <a:latin typeface="Consolas" panose="020B0609020204030204" pitchFamily="49" charset="0"/>
              </a:rPr>
              <a:t>, John"</a:t>
            </a:r>
            <a:r>
              <a:rPr lang="en-GB" sz="1400">
                <a:solidFill>
                  <a:srgbClr val="000000"/>
                </a:solidFill>
                <a:latin typeface="Consolas" panose="020B0609020204030204" pitchFamily="49" charset="0"/>
              </a:rPr>
              <a:t>);</a:t>
            </a:r>
          </a:p>
          <a:p>
            <a:endParaRPr lang="uk-UA"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2B91AF"/>
                </a:solidFill>
                <a:highlight>
                  <a:srgbClr val="FFFF00"/>
                </a:highlight>
                <a:latin typeface="Consolas" panose="020B0609020204030204" pitchFamily="49" charset="0"/>
              </a:rPr>
              <a:t>Console</a:t>
            </a:r>
            <a:r>
              <a:rPr lang="en-US" sz="1400">
                <a:solidFill>
                  <a:srgbClr val="000000"/>
                </a:solidFill>
                <a:highlight>
                  <a:srgbClr val="FFFF00"/>
                </a:highlight>
                <a:latin typeface="Consolas" panose="020B0609020204030204" pitchFamily="49" charset="0"/>
              </a:rPr>
              <a:t>.WriteLine(</a:t>
            </a:r>
            <a:r>
              <a:rPr lang="en-US" sz="1400">
                <a:solidFill>
                  <a:srgbClr val="A31515"/>
                </a:solidFill>
                <a:highlight>
                  <a:srgbClr val="FFFF00"/>
                </a:highlight>
                <a:latin typeface="Consolas" panose="020B0609020204030204" pitchFamily="49" charset="0"/>
              </a:rPr>
              <a:t>$"Count after: </a:t>
            </a:r>
            <a:r>
              <a:rPr lang="en-US" sz="1400">
                <a:solidFill>
                  <a:srgbClr val="000000"/>
                </a:solidFill>
                <a:highlight>
                  <a:srgbClr val="FFFF00"/>
                </a:highlight>
                <a:latin typeface="Consolas" panose="020B0609020204030204" pitchFamily="49" charset="0"/>
              </a:rPr>
              <a:t>{</a:t>
            </a:r>
            <a:r>
              <a:rPr lang="en-US" sz="1400" err="1">
                <a:solidFill>
                  <a:srgbClr val="2B91AF"/>
                </a:solidFill>
                <a:highlight>
                  <a:srgbClr val="FFFF00"/>
                </a:highlight>
                <a:latin typeface="Consolas" panose="020B0609020204030204" pitchFamily="49" charset="0"/>
              </a:rPr>
              <a:t>Mail</a:t>
            </a:r>
            <a:r>
              <a:rPr lang="en-US" sz="1400" err="1">
                <a:solidFill>
                  <a:srgbClr val="000000"/>
                </a:solidFill>
                <a:highlight>
                  <a:srgbClr val="FFFF00"/>
                </a:highlight>
                <a:latin typeface="Consolas" panose="020B0609020204030204" pitchFamily="49" charset="0"/>
              </a:rPr>
              <a:t>.Count</a:t>
            </a:r>
            <a:r>
              <a:rPr lang="en-US" sz="1400">
                <a:solidFill>
                  <a:srgbClr val="000000"/>
                </a:solidFill>
                <a:highlight>
                  <a:srgbClr val="FFFF00"/>
                </a:highlight>
                <a:latin typeface="Consolas" panose="020B0609020204030204" pitchFamily="49" charset="0"/>
              </a:rPr>
              <a:t>}</a:t>
            </a:r>
            <a:r>
              <a:rPr lang="en-US" sz="1400">
                <a:solidFill>
                  <a:srgbClr val="A31515"/>
                </a:solidFill>
                <a:highlight>
                  <a:srgbClr val="FFFF00"/>
                </a:highlight>
                <a:latin typeface="Consolas" panose="020B0609020204030204" pitchFamily="49" charset="0"/>
              </a:rPr>
              <a:t>"</a:t>
            </a:r>
            <a:r>
              <a:rPr lang="en-US" sz="1400">
                <a:solidFill>
                  <a:srgbClr val="000000"/>
                </a:solidFill>
                <a:highlight>
                  <a:srgbClr val="FFFF00"/>
                </a:highlight>
                <a:latin typeface="Consolas" panose="020B0609020204030204" pitchFamily="49" charset="0"/>
              </a:rPr>
              <a:t>);</a:t>
            </a:r>
          </a:p>
          <a:p>
            <a:endParaRPr lang="uk-UA"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Console</a:t>
            </a:r>
            <a:r>
              <a:rPr lang="en-US" sz="1400">
                <a:solidFill>
                  <a:srgbClr val="000000"/>
                </a:solidFill>
                <a:latin typeface="Consolas" panose="020B0609020204030204" pitchFamily="49" charset="0"/>
              </a:rPr>
              <a:t>.WriteLine(</a:t>
            </a:r>
            <a:r>
              <a:rPr lang="en-US" sz="1400">
                <a:solidFill>
                  <a:srgbClr val="A31515"/>
                </a:solidFill>
                <a:latin typeface="Consolas" panose="020B0609020204030204" pitchFamily="49" charset="0"/>
              </a:rPr>
              <a:t>$"To: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mail.Recipient</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GB" sz="1400">
                <a:solidFill>
                  <a:srgbClr val="000000"/>
                </a:solidFill>
                <a:latin typeface="Consolas" panose="020B0609020204030204" pitchFamily="49" charset="0"/>
              </a:rPr>
              <a:t>        </a:t>
            </a:r>
            <a:r>
              <a:rPr lang="en-GB" sz="1400" err="1">
                <a:solidFill>
                  <a:srgbClr val="2B91AF"/>
                </a:solidFill>
                <a:latin typeface="Consolas" panose="020B0609020204030204" pitchFamily="49" charset="0"/>
              </a:rPr>
              <a:t>Console</a:t>
            </a:r>
            <a:r>
              <a:rPr lang="en-GB" sz="1400" err="1">
                <a:solidFill>
                  <a:srgbClr val="000000"/>
                </a:solidFill>
                <a:latin typeface="Consolas" panose="020B0609020204030204" pitchFamily="49" charset="0"/>
              </a:rPr>
              <a:t>.WriteLine</a:t>
            </a:r>
            <a:r>
              <a:rPr lang="en-GB" sz="1400">
                <a:solidFill>
                  <a:srgbClr val="000000"/>
                </a:solidFill>
                <a:latin typeface="Consolas" panose="020B0609020204030204" pitchFamily="49" charset="0"/>
              </a:rPr>
              <a:t>(</a:t>
            </a:r>
            <a:r>
              <a:rPr lang="en-GB" sz="1400">
                <a:solidFill>
                  <a:srgbClr val="A31515"/>
                </a:solidFill>
                <a:latin typeface="Consolas" panose="020B0609020204030204" pitchFamily="49" charset="0"/>
              </a:rPr>
              <a:t>$"Subject: </a:t>
            </a:r>
            <a:r>
              <a:rPr lang="en-GB" sz="1400">
                <a:solidFill>
                  <a:srgbClr val="000000"/>
                </a:solidFill>
                <a:latin typeface="Consolas" panose="020B0609020204030204" pitchFamily="49" charset="0"/>
              </a:rPr>
              <a:t>{</a:t>
            </a:r>
            <a:r>
              <a:rPr lang="en-GB" sz="1400" err="1">
                <a:solidFill>
                  <a:srgbClr val="000000"/>
                </a:solidFill>
                <a:latin typeface="Consolas" panose="020B0609020204030204" pitchFamily="49" charset="0"/>
              </a:rPr>
              <a:t>mail.Title</a:t>
            </a:r>
            <a:r>
              <a:rPr lang="en-GB" sz="1400">
                <a:solidFill>
                  <a:srgbClr val="000000"/>
                </a:solidFill>
                <a:latin typeface="Consolas" panose="020B0609020204030204" pitchFamily="49" charset="0"/>
              </a:rPr>
              <a:t>}</a:t>
            </a:r>
            <a:r>
              <a:rPr lang="en-GB" sz="1400">
                <a:solidFill>
                  <a:srgbClr val="A31515"/>
                </a:solidFill>
                <a:latin typeface="Consolas" panose="020B0609020204030204" pitchFamily="49" charset="0"/>
              </a:rPr>
              <a:t>"</a:t>
            </a:r>
            <a:r>
              <a:rPr lang="en-GB" sz="1400">
                <a:solidFill>
                  <a:srgbClr val="000000"/>
                </a:solidFill>
                <a:latin typeface="Consolas" panose="020B0609020204030204" pitchFamily="49" charset="0"/>
              </a:rPr>
              <a:t>);</a:t>
            </a:r>
          </a:p>
          <a:p>
            <a:r>
              <a:rPr lang="en-GB" sz="1400">
                <a:solidFill>
                  <a:srgbClr val="000000"/>
                </a:solidFill>
                <a:latin typeface="Consolas" panose="020B0609020204030204" pitchFamily="49" charset="0"/>
              </a:rPr>
              <a:t>        </a:t>
            </a:r>
            <a:r>
              <a:rPr lang="en-GB" sz="1400" err="1">
                <a:solidFill>
                  <a:srgbClr val="2B91AF"/>
                </a:solidFill>
                <a:latin typeface="Consolas" panose="020B0609020204030204" pitchFamily="49" charset="0"/>
              </a:rPr>
              <a:t>Console</a:t>
            </a:r>
            <a:r>
              <a:rPr lang="en-GB" sz="1400" err="1">
                <a:solidFill>
                  <a:srgbClr val="000000"/>
                </a:solidFill>
                <a:latin typeface="Consolas" panose="020B0609020204030204" pitchFamily="49" charset="0"/>
              </a:rPr>
              <a:t>.WriteLine</a:t>
            </a:r>
            <a:r>
              <a:rPr lang="en-GB" sz="1400">
                <a:solidFill>
                  <a:srgbClr val="000000"/>
                </a:solidFill>
                <a:latin typeface="Consolas" panose="020B0609020204030204" pitchFamily="49" charset="0"/>
              </a:rPr>
              <a:t>();</a:t>
            </a:r>
          </a:p>
          <a:p>
            <a:r>
              <a:rPr lang="en-GB" sz="1400">
                <a:solidFill>
                  <a:srgbClr val="000000"/>
                </a:solidFill>
                <a:latin typeface="Consolas" panose="020B0609020204030204" pitchFamily="49" charset="0"/>
              </a:rPr>
              <a:t>        </a:t>
            </a:r>
            <a:r>
              <a:rPr lang="en-GB" sz="1400" err="1">
                <a:solidFill>
                  <a:srgbClr val="2B91AF"/>
                </a:solidFill>
                <a:latin typeface="Consolas" panose="020B0609020204030204" pitchFamily="49" charset="0"/>
              </a:rPr>
              <a:t>Console</a:t>
            </a:r>
            <a:r>
              <a:rPr lang="en-GB" sz="1400" err="1">
                <a:solidFill>
                  <a:srgbClr val="000000"/>
                </a:solidFill>
                <a:latin typeface="Consolas" panose="020B0609020204030204" pitchFamily="49" charset="0"/>
              </a:rPr>
              <a:t>.WriteLine</a:t>
            </a:r>
            <a:r>
              <a:rPr lang="en-GB" sz="1400">
                <a:solidFill>
                  <a:srgbClr val="000000"/>
                </a:solidFill>
                <a:latin typeface="Consolas" panose="020B0609020204030204" pitchFamily="49" charset="0"/>
              </a:rPr>
              <a:t>(</a:t>
            </a:r>
            <a:r>
              <a:rPr lang="en-GB" sz="1400" err="1">
                <a:solidFill>
                  <a:srgbClr val="000000"/>
                </a:solidFill>
                <a:latin typeface="Consolas" panose="020B0609020204030204" pitchFamily="49" charset="0"/>
              </a:rPr>
              <a:t>mail.Body</a:t>
            </a:r>
            <a:r>
              <a:rPr lang="en-GB" sz="1400">
                <a:solidFill>
                  <a:srgbClr val="000000"/>
                </a:solidFill>
                <a:latin typeface="Consolas" panose="020B0609020204030204" pitchFamily="49" charset="0"/>
              </a:rPr>
              <a:t>);</a:t>
            </a:r>
          </a:p>
          <a:p>
            <a:r>
              <a:rPr lang="en-GB" sz="1400">
                <a:solidFill>
                  <a:srgbClr val="000000"/>
                </a:solidFill>
                <a:latin typeface="Consolas" panose="020B0609020204030204" pitchFamily="49" charset="0"/>
              </a:rPr>
              <a:t>        </a:t>
            </a:r>
            <a:r>
              <a:rPr lang="en-GB" sz="1400" err="1">
                <a:solidFill>
                  <a:srgbClr val="2B91AF"/>
                </a:solidFill>
                <a:latin typeface="Consolas" panose="020B0609020204030204" pitchFamily="49" charset="0"/>
              </a:rPr>
              <a:t>Console</a:t>
            </a:r>
            <a:r>
              <a:rPr lang="en-GB" sz="1400" err="1">
                <a:solidFill>
                  <a:srgbClr val="000000"/>
                </a:solidFill>
                <a:latin typeface="Consolas" panose="020B0609020204030204" pitchFamily="49" charset="0"/>
              </a:rPr>
              <a:t>.WriteLine</a:t>
            </a:r>
            <a:r>
              <a:rPr lang="en-GB" sz="1400">
                <a:solidFill>
                  <a:srgbClr val="000000"/>
                </a:solidFill>
                <a:latin typeface="Consolas" panose="020B0609020204030204" pitchFamily="49" charset="0"/>
              </a:rPr>
              <a:t>();</a:t>
            </a:r>
          </a:p>
          <a:p>
            <a:r>
              <a:rPr lang="en-GB" sz="1400">
                <a:solidFill>
                  <a:srgbClr val="000000"/>
                </a:solidFill>
                <a:latin typeface="Consolas" panose="020B0609020204030204" pitchFamily="49" charset="0"/>
              </a:rPr>
              <a:t>        </a:t>
            </a:r>
            <a:r>
              <a:rPr lang="en-GB" sz="1400" err="1">
                <a:solidFill>
                  <a:srgbClr val="2B91AF"/>
                </a:solidFill>
                <a:latin typeface="Consolas" panose="020B0609020204030204" pitchFamily="49" charset="0"/>
              </a:rPr>
              <a:t>Console</a:t>
            </a:r>
            <a:r>
              <a:rPr lang="en-GB" sz="1400" err="1">
                <a:solidFill>
                  <a:srgbClr val="000000"/>
                </a:solidFill>
                <a:latin typeface="Consolas" panose="020B0609020204030204" pitchFamily="49" charset="0"/>
              </a:rPr>
              <a:t>.WriteLine</a:t>
            </a:r>
            <a:r>
              <a:rPr lang="en-GB" sz="1400">
                <a:solidFill>
                  <a:srgbClr val="000000"/>
                </a:solidFill>
                <a:latin typeface="Consolas" panose="020B0609020204030204" pitchFamily="49" charset="0"/>
              </a:rPr>
              <a:t>(</a:t>
            </a:r>
            <a:r>
              <a:rPr lang="en-GB" sz="1400" err="1">
                <a:solidFill>
                  <a:srgbClr val="000000"/>
                </a:solidFill>
                <a:latin typeface="Consolas" panose="020B0609020204030204" pitchFamily="49" charset="0"/>
              </a:rPr>
              <a:t>mail.Signature</a:t>
            </a:r>
            <a:r>
              <a:rPr lang="en-GB" sz="1400">
                <a:solidFill>
                  <a:srgbClr val="000000"/>
                </a:solidFill>
                <a:latin typeface="Consolas" panose="020B0609020204030204" pitchFamily="49" charset="0"/>
              </a:rPr>
              <a:t>);</a:t>
            </a:r>
          </a:p>
          <a:p>
            <a:r>
              <a:rPr lang="uk-UA" sz="1400">
                <a:solidFill>
                  <a:srgbClr val="000000"/>
                </a:solidFill>
                <a:latin typeface="Consolas" panose="020B0609020204030204" pitchFamily="49" charset="0"/>
              </a:rPr>
              <a:t>    }</a:t>
            </a:r>
            <a:endParaRPr lang="da-DK" sz="1400">
              <a:latin typeface="+mn-lt"/>
            </a:endParaRPr>
          </a:p>
        </p:txBody>
      </p:sp>
    </p:spTree>
    <p:extLst>
      <p:ext uri="{BB962C8B-B14F-4D97-AF65-F5344CB8AC3E}">
        <p14:creationId xmlns:p14="http://schemas.microsoft.com/office/powerpoint/2010/main" val="263883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1BC9-02B6-422C-8C39-28ABD87E48DF}"/>
              </a:ext>
            </a:extLst>
          </p:cNvPr>
          <p:cNvSpPr>
            <a:spLocks noGrp="1"/>
          </p:cNvSpPr>
          <p:nvPr>
            <p:ph type="title"/>
          </p:nvPr>
        </p:nvSpPr>
        <p:spPr/>
        <p:txBody>
          <a:bodyPr/>
          <a:lstStyle/>
          <a:p>
            <a:r>
              <a:rPr lang="en-GB"/>
              <a:t>Class members</a:t>
            </a:r>
            <a:endParaRPr lang="da-DK"/>
          </a:p>
        </p:txBody>
      </p:sp>
      <p:sp>
        <p:nvSpPr>
          <p:cNvPr id="3" name="Slide Number Placeholder 2">
            <a:extLst>
              <a:ext uri="{FF2B5EF4-FFF2-40B4-BE49-F238E27FC236}">
                <a16:creationId xmlns:a16="http://schemas.microsoft.com/office/drawing/2014/main" id="{23AE1A69-0F3A-4966-8D9C-88CDB2E0EF7B}"/>
              </a:ext>
            </a:extLst>
          </p:cNvPr>
          <p:cNvSpPr>
            <a:spLocks noGrp="1"/>
          </p:cNvSpPr>
          <p:nvPr>
            <p:ph type="sldNum" sz="quarter" idx="11"/>
          </p:nvPr>
        </p:nvSpPr>
        <p:spPr/>
        <p:txBody>
          <a:bodyPr/>
          <a:lstStyle/>
          <a:p>
            <a:fld id="{E16BA917-7F09-4B8D-AF07-F52890C14046}" type="slidenum">
              <a:rPr lang="da-DK" smtClean="0"/>
              <a:pPr/>
              <a:t>12</a:t>
            </a:fld>
            <a:endParaRPr lang="da-DK"/>
          </a:p>
        </p:txBody>
      </p:sp>
      <p:sp>
        <p:nvSpPr>
          <p:cNvPr id="4" name="Text Placeholder 3">
            <a:extLst>
              <a:ext uri="{FF2B5EF4-FFF2-40B4-BE49-F238E27FC236}">
                <a16:creationId xmlns:a16="http://schemas.microsoft.com/office/drawing/2014/main" id="{EE036AC5-2CA8-40B9-BE63-652F14AEF2B0}"/>
              </a:ext>
            </a:extLst>
          </p:cNvPr>
          <p:cNvSpPr>
            <a:spLocks noGrp="1"/>
          </p:cNvSpPr>
          <p:nvPr>
            <p:ph type="body" sz="quarter" idx="17"/>
          </p:nvPr>
        </p:nvSpPr>
        <p:spPr/>
        <p:txBody>
          <a:bodyPr/>
          <a:lstStyle/>
          <a:p>
            <a:r>
              <a:rPr lang="en-GB"/>
              <a:t>Practice 1</a:t>
            </a:r>
            <a:endParaRPr lang="da-DK"/>
          </a:p>
        </p:txBody>
      </p:sp>
      <p:sp>
        <p:nvSpPr>
          <p:cNvPr id="5" name="TextBox 4">
            <a:extLst>
              <a:ext uri="{FF2B5EF4-FFF2-40B4-BE49-F238E27FC236}">
                <a16:creationId xmlns:a16="http://schemas.microsoft.com/office/drawing/2014/main" id="{4527D601-0C32-4109-AD61-BC38755A6AAC}"/>
              </a:ext>
            </a:extLst>
          </p:cNvPr>
          <p:cNvSpPr txBox="1"/>
          <p:nvPr/>
        </p:nvSpPr>
        <p:spPr>
          <a:xfrm>
            <a:off x="649138" y="1724890"/>
            <a:ext cx="10850033" cy="2515639"/>
          </a:xfrm>
          <a:prstGeom prst="rect">
            <a:avLst/>
          </a:prstGeom>
          <a:noFill/>
        </p:spPr>
        <p:txBody>
          <a:bodyPr wrap="none" lIns="0" tIns="0" rIns="0" bIns="0" rtlCol="0">
            <a:noAutofit/>
          </a:bodyPr>
          <a:lstStyle/>
          <a:p>
            <a:pPr marL="342900" indent="-342900" defTabSz="179388">
              <a:spcAft>
                <a:spcPts val="600"/>
              </a:spcAft>
              <a:buClr>
                <a:srgbClr val="00DEE6"/>
              </a:buClr>
              <a:buFont typeface="Arial" panose="020B0604020202020204" pitchFamily="34" charset="0"/>
              <a:buAutoNum type="arabicPeriod"/>
            </a:pPr>
            <a:r>
              <a:rPr lang="en-GB" sz="2000">
                <a:latin typeface="+mn-lt"/>
              </a:rPr>
              <a:t>Create </a:t>
            </a:r>
            <a:r>
              <a:rPr lang="en-US" sz="2000">
                <a:latin typeface="Consolas" panose="020B0609020204030204" pitchFamily="49" charset="0"/>
              </a:rPr>
              <a:t>Employee</a:t>
            </a:r>
            <a:r>
              <a:rPr lang="en-GB" sz="2000">
                <a:latin typeface="+mn-lt"/>
              </a:rPr>
              <a:t> class in your console application. It should have following fields:</a:t>
            </a:r>
          </a:p>
          <a:p>
            <a:pPr marL="952485" lvl="1" indent="-342900" defTabSz="179388">
              <a:buClr>
                <a:srgbClr val="00DEE6"/>
              </a:buClr>
              <a:buFont typeface="Arial" panose="020B0604020202020204" pitchFamily="34" charset="0"/>
              <a:buChar char="•"/>
            </a:pPr>
            <a:r>
              <a:rPr lang="en-GB" sz="2000">
                <a:latin typeface="+mn-lt"/>
              </a:rPr>
              <a:t>First name</a:t>
            </a:r>
          </a:p>
          <a:p>
            <a:pPr marL="952485" lvl="1" indent="-342900" defTabSz="179388">
              <a:buClr>
                <a:srgbClr val="00DEE6"/>
              </a:buClr>
              <a:buFont typeface="Arial" panose="020B0604020202020204" pitchFamily="34" charset="0"/>
              <a:buChar char="•"/>
            </a:pPr>
            <a:r>
              <a:rPr lang="en-GB" sz="2000">
                <a:latin typeface="+mn-lt"/>
              </a:rPr>
              <a:t>Last name</a:t>
            </a:r>
          </a:p>
          <a:p>
            <a:pPr marL="952485" lvl="1" indent="-342900" defTabSz="179388">
              <a:buClr>
                <a:srgbClr val="00DEE6"/>
              </a:buClr>
              <a:buFont typeface="Arial" panose="020B0604020202020204" pitchFamily="34" charset="0"/>
              <a:buChar char="•"/>
            </a:pPr>
            <a:r>
              <a:rPr lang="en-GB" sz="2000">
                <a:latin typeface="+mn-lt"/>
              </a:rPr>
              <a:t>Salary</a:t>
            </a:r>
          </a:p>
          <a:p>
            <a:pPr marL="952485" lvl="1" indent="-342900" defTabSz="179388">
              <a:spcAft>
                <a:spcPts val="600"/>
              </a:spcAft>
              <a:buClr>
                <a:srgbClr val="00DEE6"/>
              </a:buClr>
              <a:buFont typeface="Arial" panose="020B0604020202020204" pitchFamily="34" charset="0"/>
              <a:buChar char="•"/>
            </a:pPr>
            <a:r>
              <a:rPr lang="en-GB" sz="2000">
                <a:latin typeface="+mn-lt"/>
              </a:rPr>
              <a:t>Pin code</a:t>
            </a:r>
          </a:p>
          <a:p>
            <a:pPr marL="342900" indent="-342900" defTabSz="179388">
              <a:spcAft>
                <a:spcPts val="600"/>
              </a:spcAft>
              <a:buClr>
                <a:srgbClr val="00DEE6"/>
              </a:buClr>
              <a:buFont typeface="+mj-lt"/>
              <a:buAutoNum type="arabicPeriod"/>
            </a:pPr>
            <a:r>
              <a:rPr lang="en-GB" sz="2000">
                <a:latin typeface="+mn-lt"/>
              </a:rPr>
              <a:t>All fields should be initialized via constructor</a:t>
            </a:r>
          </a:p>
          <a:p>
            <a:pPr marL="342900" indent="-342900" defTabSz="179388">
              <a:buClr>
                <a:srgbClr val="00DEE6"/>
              </a:buClr>
              <a:buFont typeface="+mj-lt"/>
              <a:buAutoNum type="arabicPeriod"/>
            </a:pPr>
            <a:r>
              <a:rPr lang="en-GB" sz="2000">
                <a:latin typeface="+mn-lt"/>
              </a:rPr>
              <a:t>Write a program that will produce following output into console:</a:t>
            </a:r>
          </a:p>
        </p:txBody>
      </p:sp>
      <p:pic>
        <p:nvPicPr>
          <p:cNvPr id="6" name="Graphic 5" descr="Flask">
            <a:extLst>
              <a:ext uri="{FF2B5EF4-FFF2-40B4-BE49-F238E27FC236}">
                <a16:creationId xmlns:a16="http://schemas.microsoft.com/office/drawing/2014/main" id="{AE8FC58E-B858-4404-B048-266D02CD49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pic>
        <p:nvPicPr>
          <p:cNvPr id="10" name="Picture 9">
            <a:extLst>
              <a:ext uri="{FF2B5EF4-FFF2-40B4-BE49-F238E27FC236}">
                <a16:creationId xmlns:a16="http://schemas.microsoft.com/office/drawing/2014/main" id="{CEC63F94-ABFF-46E6-B42F-5368AFF9F200}"/>
              </a:ext>
            </a:extLst>
          </p:cNvPr>
          <p:cNvPicPr>
            <a:picLocks noChangeAspect="1"/>
          </p:cNvPicPr>
          <p:nvPr/>
        </p:nvPicPr>
        <p:blipFill>
          <a:blip r:embed="rId4"/>
          <a:stretch>
            <a:fillRect/>
          </a:stretch>
        </p:blipFill>
        <p:spPr>
          <a:xfrm>
            <a:off x="3919757" y="4437393"/>
            <a:ext cx="4352485" cy="1722121"/>
          </a:xfrm>
          <a:prstGeom prst="rect">
            <a:avLst/>
          </a:prstGeom>
        </p:spPr>
      </p:pic>
    </p:spTree>
    <p:extLst>
      <p:ext uri="{BB962C8B-B14F-4D97-AF65-F5344CB8AC3E}">
        <p14:creationId xmlns:p14="http://schemas.microsoft.com/office/powerpoint/2010/main" val="2144626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1BC9-02B6-422C-8C39-28ABD87E48DF}"/>
              </a:ext>
            </a:extLst>
          </p:cNvPr>
          <p:cNvSpPr>
            <a:spLocks noGrp="1"/>
          </p:cNvSpPr>
          <p:nvPr>
            <p:ph type="title"/>
          </p:nvPr>
        </p:nvSpPr>
        <p:spPr/>
        <p:txBody>
          <a:bodyPr/>
          <a:lstStyle/>
          <a:p>
            <a:r>
              <a:rPr lang="en-GB"/>
              <a:t>Class members</a:t>
            </a:r>
            <a:endParaRPr lang="da-DK"/>
          </a:p>
        </p:txBody>
      </p:sp>
      <p:sp>
        <p:nvSpPr>
          <p:cNvPr id="3" name="Slide Number Placeholder 2">
            <a:extLst>
              <a:ext uri="{FF2B5EF4-FFF2-40B4-BE49-F238E27FC236}">
                <a16:creationId xmlns:a16="http://schemas.microsoft.com/office/drawing/2014/main" id="{23AE1A69-0F3A-4966-8D9C-88CDB2E0EF7B}"/>
              </a:ext>
            </a:extLst>
          </p:cNvPr>
          <p:cNvSpPr>
            <a:spLocks noGrp="1"/>
          </p:cNvSpPr>
          <p:nvPr>
            <p:ph type="sldNum" sz="quarter" idx="11"/>
          </p:nvPr>
        </p:nvSpPr>
        <p:spPr/>
        <p:txBody>
          <a:bodyPr/>
          <a:lstStyle/>
          <a:p>
            <a:fld id="{E16BA917-7F09-4B8D-AF07-F52890C14046}" type="slidenum">
              <a:rPr lang="da-DK" smtClean="0"/>
              <a:pPr/>
              <a:t>13</a:t>
            </a:fld>
            <a:endParaRPr lang="da-DK"/>
          </a:p>
        </p:txBody>
      </p:sp>
      <p:sp>
        <p:nvSpPr>
          <p:cNvPr id="4" name="Text Placeholder 3">
            <a:extLst>
              <a:ext uri="{FF2B5EF4-FFF2-40B4-BE49-F238E27FC236}">
                <a16:creationId xmlns:a16="http://schemas.microsoft.com/office/drawing/2014/main" id="{EE036AC5-2CA8-40B9-BE63-652F14AEF2B0}"/>
              </a:ext>
            </a:extLst>
          </p:cNvPr>
          <p:cNvSpPr>
            <a:spLocks noGrp="1"/>
          </p:cNvSpPr>
          <p:nvPr>
            <p:ph type="body" sz="quarter" idx="17"/>
          </p:nvPr>
        </p:nvSpPr>
        <p:spPr/>
        <p:txBody>
          <a:bodyPr/>
          <a:lstStyle/>
          <a:p>
            <a:r>
              <a:rPr lang="en-GB"/>
              <a:t>Practice 1 - solution</a:t>
            </a:r>
            <a:endParaRPr lang="da-DK"/>
          </a:p>
        </p:txBody>
      </p:sp>
      <p:pic>
        <p:nvPicPr>
          <p:cNvPr id="6" name="Graphic 5" descr="Flask">
            <a:extLst>
              <a:ext uri="{FF2B5EF4-FFF2-40B4-BE49-F238E27FC236}">
                <a16:creationId xmlns:a16="http://schemas.microsoft.com/office/drawing/2014/main" id="{AE8FC58E-B858-4404-B048-266D02CD49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
        <p:nvSpPr>
          <p:cNvPr id="7" name="TextBox 6">
            <a:extLst>
              <a:ext uri="{FF2B5EF4-FFF2-40B4-BE49-F238E27FC236}">
                <a16:creationId xmlns:a16="http://schemas.microsoft.com/office/drawing/2014/main" id="{54FB7AAB-6FB2-4215-8E9E-1824ACA339E5}"/>
              </a:ext>
            </a:extLst>
          </p:cNvPr>
          <p:cNvSpPr txBox="1"/>
          <p:nvPr/>
        </p:nvSpPr>
        <p:spPr>
          <a:xfrm>
            <a:off x="649139" y="1476066"/>
            <a:ext cx="8809186" cy="2730166"/>
          </a:xfrm>
          <a:prstGeom prst="rect">
            <a:avLst/>
          </a:prstGeom>
          <a:noFill/>
        </p:spPr>
        <p:txBody>
          <a:bodyPr wrap="none" lIns="0" tIns="0" rIns="0" bIns="0" rtlCol="0">
            <a:noAutofit/>
          </a:bodyPr>
          <a:lstStyle/>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a:solidFill>
                  <a:srgbClr val="2B91AF"/>
                </a:solidFill>
                <a:latin typeface="Consolas" panose="020B0609020204030204" pitchFamily="49" charset="0"/>
              </a:rPr>
              <a:t>Employee</a:t>
            </a:r>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FirstName;</a:t>
            </a: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LastName;</a:t>
            </a: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double</a:t>
            </a:r>
            <a:r>
              <a:rPr lang="da-DK" sz="1400">
                <a:solidFill>
                  <a:srgbClr val="000000"/>
                </a:solidFill>
                <a:latin typeface="Consolas" panose="020B0609020204030204" pitchFamily="49" charset="0"/>
              </a:rPr>
              <a:t> Salary;</a:t>
            </a: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int</a:t>
            </a:r>
            <a:r>
              <a:rPr lang="da-DK" sz="1400">
                <a:solidFill>
                  <a:srgbClr val="000000"/>
                </a:solidFill>
                <a:latin typeface="Consolas" panose="020B0609020204030204" pitchFamily="49" charset="0"/>
              </a:rPr>
              <a:t> PinCode;</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Employee(</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firstName,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lastName</a:t>
            </a:r>
            <a:r>
              <a:rPr lang="en-US" sz="1400">
                <a:solidFill>
                  <a:srgbClr val="000000"/>
                </a:solidFill>
                <a:latin typeface="Consolas" panose="020B0609020204030204" pitchFamily="49" charset="0"/>
              </a:rPr>
              <a:t>,</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double</a:t>
            </a:r>
            <a:r>
              <a:rPr lang="da-DK" sz="1400">
                <a:solidFill>
                  <a:srgbClr val="000000"/>
                </a:solidFill>
                <a:latin typeface="Consolas" panose="020B0609020204030204" pitchFamily="49" charset="0"/>
              </a:rPr>
              <a:t> salary, </a:t>
            </a:r>
            <a:r>
              <a:rPr lang="da-DK" sz="1400">
                <a:solidFill>
                  <a:srgbClr val="0000FF"/>
                </a:solidFill>
                <a:latin typeface="Consolas" panose="020B0609020204030204" pitchFamily="49" charset="0"/>
              </a:rPr>
              <a:t>int</a:t>
            </a:r>
            <a:r>
              <a:rPr lang="da-DK" sz="1400">
                <a:solidFill>
                  <a:srgbClr val="000000"/>
                </a:solidFill>
                <a:latin typeface="Consolas" panose="020B0609020204030204" pitchFamily="49" charset="0"/>
              </a:rPr>
              <a:t> pinCode) {</a:t>
            </a:r>
          </a:p>
          <a:p>
            <a:r>
              <a:rPr lang="da-DK" sz="1400">
                <a:solidFill>
                  <a:srgbClr val="000000"/>
                </a:solidFill>
                <a:latin typeface="Consolas" panose="020B0609020204030204" pitchFamily="49" charset="0"/>
              </a:rPr>
              <a:t>            FirstName = firstName;</a:t>
            </a:r>
          </a:p>
          <a:p>
            <a:r>
              <a:rPr lang="da-DK" sz="1400">
                <a:solidFill>
                  <a:srgbClr val="000000"/>
                </a:solidFill>
                <a:latin typeface="Consolas" panose="020B0609020204030204" pitchFamily="49" charset="0"/>
              </a:rPr>
              <a:t>            LastName = lastName;</a:t>
            </a:r>
          </a:p>
          <a:p>
            <a:r>
              <a:rPr lang="da-DK" sz="1400">
                <a:solidFill>
                  <a:srgbClr val="000000"/>
                </a:solidFill>
                <a:latin typeface="Consolas" panose="020B0609020204030204" pitchFamily="49" charset="0"/>
              </a:rPr>
              <a:t>            Salary = salary;</a:t>
            </a:r>
          </a:p>
          <a:p>
            <a:r>
              <a:rPr lang="da-DK" sz="1400">
                <a:solidFill>
                  <a:srgbClr val="000000"/>
                </a:solidFill>
                <a:latin typeface="Consolas" panose="020B0609020204030204" pitchFamily="49" charset="0"/>
              </a:rPr>
              <a:t>            PinCode = pinCode;</a:t>
            </a:r>
          </a:p>
          <a:p>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a:t>
            </a:r>
          </a:p>
        </p:txBody>
      </p:sp>
      <p:sp>
        <p:nvSpPr>
          <p:cNvPr id="9" name="TextBox 8">
            <a:extLst>
              <a:ext uri="{FF2B5EF4-FFF2-40B4-BE49-F238E27FC236}">
                <a16:creationId xmlns:a16="http://schemas.microsoft.com/office/drawing/2014/main" id="{82938C7B-D1B1-470F-810A-035A289479AA}"/>
              </a:ext>
            </a:extLst>
          </p:cNvPr>
          <p:cNvSpPr txBox="1"/>
          <p:nvPr/>
        </p:nvSpPr>
        <p:spPr>
          <a:xfrm>
            <a:off x="649139" y="4316475"/>
            <a:ext cx="9047311" cy="1929660"/>
          </a:xfrm>
          <a:prstGeom prst="rect">
            <a:avLst/>
          </a:prstGeom>
          <a:noFill/>
        </p:spPr>
        <p:txBody>
          <a:bodyPr wrap="none" lIns="0" tIns="0" rIns="0" bIns="0" rtlCol="0">
            <a:noAutofit/>
          </a:bodyPr>
          <a:lstStyle/>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args)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var</a:t>
            </a:r>
            <a:r>
              <a:rPr lang="en-US" sz="1600">
                <a:solidFill>
                  <a:srgbClr val="000000"/>
                </a:solidFill>
                <a:latin typeface="Consolas" panose="020B0609020204030204" pitchFamily="49" charset="0"/>
              </a:rPr>
              <a:t> employee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Employee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"John"</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"Doe"</a:t>
            </a:r>
            <a:r>
              <a:rPr lang="en-US" sz="1600">
                <a:solidFill>
                  <a:srgbClr val="000000"/>
                </a:solidFill>
                <a:latin typeface="Consolas" panose="020B0609020204030204" pitchFamily="49" charset="0"/>
              </a:rPr>
              <a:t>,0,1111);</a:t>
            </a:r>
          </a:p>
          <a:p>
            <a:endParaRPr lang="da-DK"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a:t>
            </a:r>
            <a:r>
              <a:rPr lang="da-DK" sz="1600">
                <a:solidFill>
                  <a:srgbClr val="000000"/>
                </a:solidFill>
                <a:latin typeface="Consolas" panose="020B0609020204030204" pitchFamily="49" charset="0"/>
              </a:rPr>
              <a:t>employee.FirstName} {employee.LastName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$"Salary: </a:t>
            </a:r>
            <a:r>
              <a:rPr lang="en-US" sz="1600">
                <a:solidFill>
                  <a:srgbClr val="000000"/>
                </a:solidFill>
                <a:latin typeface="Consolas" panose="020B0609020204030204" pitchFamily="49" charset="0"/>
              </a:rPr>
              <a:t>{</a:t>
            </a:r>
            <a:r>
              <a:rPr lang="en-US" sz="1600" err="1">
                <a:solidFill>
                  <a:srgbClr val="000000"/>
                </a:solidFill>
                <a:latin typeface="Consolas" panose="020B0609020204030204" pitchFamily="49" charset="0"/>
              </a:rPr>
              <a:t>employee.Salary</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a:t>
            </a:r>
          </a:p>
          <a:p>
            <a:r>
              <a:rPr lang="da-DK" sz="1600">
                <a:solidFill>
                  <a:srgbClr val="000000"/>
                </a:solidFill>
                <a:latin typeface="Consolas" panose="020B0609020204030204" pitchFamily="49" charset="0"/>
              </a:rPr>
              <a:t>            </a:t>
            </a:r>
            <a:r>
              <a:rPr lang="da-DK" sz="1600" err="1">
                <a:solidFill>
                  <a:srgbClr val="2B91AF"/>
                </a:solidFill>
                <a:latin typeface="Consolas" panose="020B0609020204030204" pitchFamily="49" charset="0"/>
              </a:rPr>
              <a:t>Console</a:t>
            </a:r>
            <a:r>
              <a:rPr lang="da-DK" sz="1600" err="1">
                <a:solidFill>
                  <a:srgbClr val="000000"/>
                </a:solidFill>
                <a:latin typeface="Consolas" panose="020B0609020204030204" pitchFamily="49" charset="0"/>
              </a:rPr>
              <a:t>.WriteLine</a:t>
            </a:r>
            <a:r>
              <a:rPr lang="da-DK" sz="1600">
                <a:solidFill>
                  <a:srgbClr val="000000"/>
                </a:solidFill>
                <a:latin typeface="Consolas" panose="020B0609020204030204" pitchFamily="49" charset="0"/>
              </a:rPr>
              <a:t>(</a:t>
            </a:r>
            <a:r>
              <a:rPr lang="da-DK" sz="1600">
                <a:solidFill>
                  <a:srgbClr val="A31515"/>
                </a:solidFill>
                <a:latin typeface="Consolas" panose="020B0609020204030204" pitchFamily="49" charset="0"/>
              </a:rPr>
              <a:t>$"Pin </a:t>
            </a:r>
            <a:r>
              <a:rPr lang="da-DK" sz="1600" err="1">
                <a:solidFill>
                  <a:srgbClr val="A31515"/>
                </a:solidFill>
                <a:latin typeface="Consolas" panose="020B0609020204030204" pitchFamily="49" charset="0"/>
              </a:rPr>
              <a:t>code</a:t>
            </a:r>
            <a:r>
              <a:rPr lang="da-DK" sz="1600">
                <a:solidFill>
                  <a:srgbClr val="A31515"/>
                </a:solidFill>
                <a:latin typeface="Consolas" panose="020B0609020204030204" pitchFamily="49" charset="0"/>
              </a:rPr>
              <a:t>: </a:t>
            </a:r>
            <a:r>
              <a:rPr lang="da-DK" sz="1600">
                <a:solidFill>
                  <a:srgbClr val="000000"/>
                </a:solidFill>
                <a:latin typeface="Consolas" panose="020B0609020204030204" pitchFamily="49" charset="0"/>
              </a:rPr>
              <a:t>{</a:t>
            </a:r>
            <a:r>
              <a:rPr lang="da-DK" sz="1600" err="1">
                <a:solidFill>
                  <a:srgbClr val="000000"/>
                </a:solidFill>
                <a:latin typeface="Consolas" panose="020B0609020204030204" pitchFamily="49" charset="0"/>
              </a:rPr>
              <a:t>employee.PinCode</a:t>
            </a:r>
            <a:r>
              <a:rPr lang="da-DK" sz="1600">
                <a:solidFill>
                  <a:srgbClr val="000000"/>
                </a:solidFill>
                <a:latin typeface="Consolas" panose="020B0609020204030204" pitchFamily="49" charset="0"/>
              </a:rPr>
              <a:t>}</a:t>
            </a:r>
            <a:r>
              <a:rPr lang="da-DK" sz="1600">
                <a:solidFill>
                  <a:srgbClr val="A31515"/>
                </a:solidFill>
                <a:latin typeface="Consolas" panose="020B0609020204030204" pitchFamily="49" charset="0"/>
              </a:rPr>
              <a:t>"</a:t>
            </a:r>
            <a:r>
              <a:rPr lang="da-DK" sz="1600">
                <a:solidFill>
                  <a:srgbClr val="000000"/>
                </a:solidFill>
                <a:latin typeface="Consolas" panose="020B0609020204030204" pitchFamily="49" charset="0"/>
              </a:rPr>
              <a:t>);</a:t>
            </a:r>
          </a:p>
          <a:p>
            <a:r>
              <a:rPr lang="da-DK" sz="1600">
                <a:solidFill>
                  <a:srgbClr val="000000"/>
                </a:solidFill>
                <a:latin typeface="Consolas" panose="020B0609020204030204" pitchFamily="49" charset="0"/>
              </a:rPr>
              <a:t>        }</a:t>
            </a:r>
            <a:endParaRPr lang="da-DK" sz="1400">
              <a:latin typeface="+mn-lt"/>
            </a:endParaRPr>
          </a:p>
        </p:txBody>
      </p:sp>
    </p:spTree>
    <p:extLst>
      <p:ext uri="{BB962C8B-B14F-4D97-AF65-F5344CB8AC3E}">
        <p14:creationId xmlns:p14="http://schemas.microsoft.com/office/powerpoint/2010/main" val="4130071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06992-59DD-46BF-9E8E-06CC6D185C91}"/>
              </a:ext>
            </a:extLst>
          </p:cNvPr>
          <p:cNvSpPr>
            <a:spLocks noGrp="1"/>
          </p:cNvSpPr>
          <p:nvPr>
            <p:ph type="title"/>
          </p:nvPr>
        </p:nvSpPr>
        <p:spPr/>
        <p:txBody>
          <a:bodyPr/>
          <a:lstStyle/>
          <a:p>
            <a:r>
              <a:rPr lang="en-GB"/>
              <a:t>Class members</a:t>
            </a:r>
            <a:endParaRPr lang="da-DK"/>
          </a:p>
        </p:txBody>
      </p:sp>
      <p:sp>
        <p:nvSpPr>
          <p:cNvPr id="3" name="Slide Number Placeholder 2">
            <a:extLst>
              <a:ext uri="{FF2B5EF4-FFF2-40B4-BE49-F238E27FC236}">
                <a16:creationId xmlns:a16="http://schemas.microsoft.com/office/drawing/2014/main" id="{09EB543F-A415-4310-B1B8-3254D571230F}"/>
              </a:ext>
            </a:extLst>
          </p:cNvPr>
          <p:cNvSpPr>
            <a:spLocks noGrp="1"/>
          </p:cNvSpPr>
          <p:nvPr>
            <p:ph type="sldNum" sz="quarter" idx="11"/>
          </p:nvPr>
        </p:nvSpPr>
        <p:spPr/>
        <p:txBody>
          <a:bodyPr/>
          <a:lstStyle/>
          <a:p>
            <a:fld id="{E16BA917-7F09-4B8D-AF07-F52890C14046}" type="slidenum">
              <a:rPr lang="da-DK" smtClean="0"/>
              <a:pPr/>
              <a:t>14</a:t>
            </a:fld>
            <a:endParaRPr lang="da-DK"/>
          </a:p>
        </p:txBody>
      </p:sp>
      <p:sp>
        <p:nvSpPr>
          <p:cNvPr id="4" name="Text Placeholder 3">
            <a:extLst>
              <a:ext uri="{FF2B5EF4-FFF2-40B4-BE49-F238E27FC236}">
                <a16:creationId xmlns:a16="http://schemas.microsoft.com/office/drawing/2014/main" id="{B28068C7-CBE4-4319-A8B9-697933A2DA0A}"/>
              </a:ext>
            </a:extLst>
          </p:cNvPr>
          <p:cNvSpPr>
            <a:spLocks noGrp="1"/>
          </p:cNvSpPr>
          <p:nvPr>
            <p:ph type="body" sz="quarter" idx="17"/>
          </p:nvPr>
        </p:nvSpPr>
        <p:spPr/>
        <p:txBody>
          <a:bodyPr/>
          <a:lstStyle/>
          <a:p>
            <a:r>
              <a:rPr lang="en-GB"/>
              <a:t>methods</a:t>
            </a:r>
            <a:endParaRPr lang="da-DK"/>
          </a:p>
        </p:txBody>
      </p:sp>
      <p:sp>
        <p:nvSpPr>
          <p:cNvPr id="5" name="TextBox 4">
            <a:extLst>
              <a:ext uri="{FF2B5EF4-FFF2-40B4-BE49-F238E27FC236}">
                <a16:creationId xmlns:a16="http://schemas.microsoft.com/office/drawing/2014/main" id="{B22E2498-B8A9-450E-AB92-DD948BC0BD57}"/>
              </a:ext>
            </a:extLst>
          </p:cNvPr>
          <p:cNvSpPr txBox="1"/>
          <p:nvPr/>
        </p:nvSpPr>
        <p:spPr>
          <a:xfrm>
            <a:off x="649139" y="1745641"/>
            <a:ext cx="4468961" cy="2597759"/>
          </a:xfrm>
          <a:prstGeom prst="rect">
            <a:avLst/>
          </a:prstGeom>
          <a:noFill/>
        </p:spPr>
        <p:txBody>
          <a:bodyPr wrap="none" lIns="0" tIns="0" rIns="0" bIns="0" rtlCol="0">
            <a:noAutofit/>
          </a:bodyPr>
          <a:lstStyle/>
          <a:p>
            <a:r>
              <a:rPr lang="da-DK" sz="1600" err="1">
                <a:solidFill>
                  <a:srgbClr val="0000FF"/>
                </a:solidFill>
                <a:latin typeface="Consolas" panose="020B0609020204030204" pitchFamily="49" charset="0"/>
              </a:rPr>
              <a:t>class</a:t>
            </a:r>
            <a:r>
              <a:rPr lang="da-DK" sz="1600">
                <a:solidFill>
                  <a:srgbClr val="000000"/>
                </a:solidFill>
                <a:latin typeface="Consolas" panose="020B0609020204030204" pitchFamily="49" charset="0"/>
              </a:rPr>
              <a:t> </a:t>
            </a:r>
            <a:r>
              <a:rPr lang="da-DK" sz="1600" err="1">
                <a:solidFill>
                  <a:srgbClr val="2B91AF"/>
                </a:solidFill>
                <a:latin typeface="Consolas" panose="020B0609020204030204" pitchFamily="49" charset="0"/>
              </a:rPr>
              <a:t>Employee</a:t>
            </a:r>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FirstName { </a:t>
            </a:r>
            <a:r>
              <a:rPr lang="en-US" sz="1600">
                <a:solidFill>
                  <a:srgbClr val="0000FF"/>
                </a:solidFill>
                <a:latin typeface="Consolas" panose="020B0609020204030204" pitchFamily="49" charset="0"/>
              </a:rPr>
              <a:t>get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err="1">
                <a:solidFill>
                  <a:srgbClr val="0000FF"/>
                </a:solidFill>
                <a:latin typeface="Consolas" panose="020B0609020204030204" pitchFamily="49" charset="0"/>
              </a:rPr>
              <a:t>string</a:t>
            </a:r>
            <a:r>
              <a:rPr lang="da-DK" sz="1600">
                <a:solidFill>
                  <a:srgbClr val="000000"/>
                </a:solidFill>
                <a:latin typeface="Consolas" panose="020B0609020204030204" pitchFamily="49" charset="0"/>
              </a:rPr>
              <a:t> </a:t>
            </a:r>
            <a:r>
              <a:rPr lang="da-DK" sz="1600" err="1">
                <a:solidFill>
                  <a:srgbClr val="000000"/>
                </a:solidFill>
                <a:latin typeface="Consolas" panose="020B0609020204030204" pitchFamily="49" charset="0"/>
              </a:rPr>
              <a:t>LastName</a:t>
            </a:r>
            <a:r>
              <a:rPr lang="da-DK" sz="1600">
                <a:solidFill>
                  <a:srgbClr val="000000"/>
                </a:solidFill>
                <a:latin typeface="Consolas" panose="020B0609020204030204" pitchFamily="49" charset="0"/>
              </a:rPr>
              <a:t> { </a:t>
            </a:r>
            <a:r>
              <a:rPr lang="da-DK" sz="1600" err="1">
                <a:solidFill>
                  <a:srgbClr val="0000FF"/>
                </a:solidFill>
                <a:latin typeface="Consolas" panose="020B0609020204030204" pitchFamily="49" charset="0"/>
              </a:rPr>
              <a:t>get</a:t>
            </a:r>
            <a:r>
              <a:rPr lang="da-DK" sz="1600">
                <a:solidFill>
                  <a:srgbClr val="000000"/>
                </a:solidFill>
                <a:latin typeface="Consolas" panose="020B0609020204030204" pitchFamily="49" charset="0"/>
              </a:rPr>
              <a:t>; }</a:t>
            </a:r>
          </a:p>
          <a:p>
            <a:endParaRPr lang="da-DK" sz="1600">
              <a:solidFill>
                <a:srgbClr val="000000"/>
              </a:solidFill>
              <a:latin typeface="Consolas" panose="020B0609020204030204" pitchFamily="49" charset="0"/>
            </a:endParaRPr>
          </a:p>
          <a:p>
            <a:pPr algn="ctr"/>
            <a:r>
              <a:rPr lang="en-GB" sz="1600">
                <a:solidFill>
                  <a:srgbClr val="000000"/>
                </a:solidFill>
                <a:latin typeface="Consolas" panose="020B0609020204030204" pitchFamily="49" charset="0"/>
              </a:rPr>
              <a:t>…</a:t>
            </a:r>
          </a:p>
          <a:p>
            <a:endParaRPr lang="da-DK" sz="1600">
              <a:solidFill>
                <a:srgbClr val="000000"/>
              </a:solidFill>
              <a:latin typeface="Consolas" panose="020B0609020204030204" pitchFamily="49" charset="0"/>
            </a:endParaRP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err="1">
                <a:solidFill>
                  <a:srgbClr val="0000FF"/>
                </a:solidFill>
                <a:latin typeface="Consolas" panose="020B0609020204030204" pitchFamily="49" charset="0"/>
              </a:rPr>
              <a:t>string</a:t>
            </a:r>
            <a:r>
              <a:rPr lang="da-DK" sz="1600">
                <a:solidFill>
                  <a:srgbClr val="000000"/>
                </a:solidFill>
                <a:latin typeface="Consolas" panose="020B0609020204030204" pitchFamily="49" charset="0"/>
              </a:rPr>
              <a:t> </a:t>
            </a:r>
            <a:r>
              <a:rPr lang="da-DK" sz="1600" err="1">
                <a:solidFill>
                  <a:srgbClr val="000000"/>
                </a:solidFill>
                <a:latin typeface="Consolas" panose="020B0609020204030204" pitchFamily="49" charset="0"/>
              </a:rPr>
              <a:t>GetFullName</a:t>
            </a:r>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r>
              <a:rPr lang="da-DK" sz="1600" err="1">
                <a:solidFill>
                  <a:srgbClr val="0000FF"/>
                </a:solidFill>
                <a:latin typeface="Consolas" panose="020B0609020204030204" pitchFamily="49" charset="0"/>
              </a:rPr>
              <a:t>return</a:t>
            </a:r>
            <a:r>
              <a:rPr lang="da-DK" sz="1600">
                <a:solidFill>
                  <a:srgbClr val="000000"/>
                </a:solidFill>
                <a:latin typeface="Consolas" panose="020B0609020204030204" pitchFamily="49" charset="0"/>
              </a:rPr>
              <a:t> </a:t>
            </a:r>
            <a:r>
              <a:rPr lang="da-DK" sz="1600" err="1">
                <a:solidFill>
                  <a:srgbClr val="000000"/>
                </a:solidFill>
                <a:latin typeface="Consolas" panose="020B0609020204030204" pitchFamily="49" charset="0"/>
              </a:rPr>
              <a:t>FirstName</a:t>
            </a:r>
            <a:r>
              <a:rPr lang="da-DK" sz="1600">
                <a:solidFill>
                  <a:srgbClr val="000000"/>
                </a:solidFill>
                <a:latin typeface="Consolas" panose="020B0609020204030204" pitchFamily="49" charset="0"/>
              </a:rPr>
              <a:t> + </a:t>
            </a:r>
            <a:r>
              <a:rPr lang="da-DK" sz="1600">
                <a:solidFill>
                  <a:srgbClr val="A31515"/>
                </a:solidFill>
                <a:latin typeface="Consolas" panose="020B0609020204030204" pitchFamily="49" charset="0"/>
              </a:rPr>
              <a:t>' '</a:t>
            </a:r>
            <a:r>
              <a:rPr lang="da-DK" sz="1600">
                <a:solidFill>
                  <a:srgbClr val="000000"/>
                </a:solidFill>
                <a:latin typeface="Consolas" panose="020B0609020204030204" pitchFamily="49" charset="0"/>
              </a:rPr>
              <a:t> + </a:t>
            </a:r>
            <a:r>
              <a:rPr lang="da-DK" sz="1600" err="1">
                <a:solidFill>
                  <a:srgbClr val="000000"/>
                </a:solidFill>
                <a:latin typeface="Consolas" panose="020B0609020204030204" pitchFamily="49" charset="0"/>
              </a:rPr>
              <a:t>LastName</a:t>
            </a:r>
            <a:r>
              <a:rPr lang="da-DK" sz="1600">
                <a:solidFill>
                  <a:srgbClr val="000000"/>
                </a:solidFill>
                <a:latin typeface="Consolas" panose="020B0609020204030204" pitchFamily="49" charset="0"/>
              </a:rPr>
              <a:t>;</a:t>
            </a:r>
          </a:p>
          <a:p>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a:t>
            </a:r>
            <a:endParaRPr lang="da-DK" sz="1400">
              <a:latin typeface="+mn-lt"/>
            </a:endParaRPr>
          </a:p>
        </p:txBody>
      </p:sp>
      <p:sp>
        <p:nvSpPr>
          <p:cNvPr id="7" name="TextBox 6">
            <a:extLst>
              <a:ext uri="{FF2B5EF4-FFF2-40B4-BE49-F238E27FC236}">
                <a16:creationId xmlns:a16="http://schemas.microsoft.com/office/drawing/2014/main" id="{AC9B44AF-8ABA-4025-AB02-85E34E0DF65F}"/>
              </a:ext>
            </a:extLst>
          </p:cNvPr>
          <p:cNvSpPr txBox="1"/>
          <p:nvPr/>
        </p:nvSpPr>
        <p:spPr>
          <a:xfrm>
            <a:off x="6518879" y="2681512"/>
            <a:ext cx="5023982" cy="1970616"/>
          </a:xfrm>
          <a:prstGeom prst="rect">
            <a:avLst/>
          </a:prstGeom>
          <a:noFill/>
        </p:spPr>
        <p:txBody>
          <a:bodyPr wrap="none" lIns="0" tIns="0" rIns="0" bIns="0" rtlCol="0">
            <a:noAutofit/>
          </a:bodyPr>
          <a:lstStyle/>
          <a:p>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args)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var</a:t>
            </a:r>
            <a:r>
              <a:rPr lang="en-US" sz="1600">
                <a:solidFill>
                  <a:srgbClr val="000000"/>
                </a:solidFill>
                <a:latin typeface="Consolas" panose="020B0609020204030204" pitchFamily="49" charset="0"/>
              </a:rPr>
              <a:t> employee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Employee</a:t>
            </a:r>
            <a:r>
              <a:rPr lang="en-US" sz="1600">
                <a:solidFill>
                  <a:srgbClr val="000000"/>
                </a:solidFill>
                <a:latin typeface="Consolas" panose="020B0609020204030204" pitchFamily="49" charset="0"/>
              </a:rPr>
              <a:t>( … );</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var</a:t>
            </a:r>
            <a:r>
              <a:rPr lang="da-DK" sz="1600">
                <a:solidFill>
                  <a:srgbClr val="000000"/>
                </a:solidFill>
                <a:latin typeface="Consolas" panose="020B0609020204030204" pitchFamily="49" charset="0"/>
              </a:rPr>
              <a:t> </a:t>
            </a:r>
            <a:r>
              <a:rPr lang="da-DK" sz="1600" err="1">
                <a:solidFill>
                  <a:srgbClr val="000000"/>
                </a:solidFill>
                <a:latin typeface="Consolas" panose="020B0609020204030204" pitchFamily="49" charset="0"/>
              </a:rPr>
              <a:t>fullName</a:t>
            </a:r>
            <a:r>
              <a:rPr lang="da-DK" sz="1600">
                <a:solidFill>
                  <a:srgbClr val="000000"/>
                </a:solidFill>
                <a:latin typeface="Consolas" panose="020B0609020204030204" pitchFamily="49" charset="0"/>
              </a:rPr>
              <a:t> = </a:t>
            </a:r>
            <a:r>
              <a:rPr lang="da-DK" sz="1600" err="1">
                <a:solidFill>
                  <a:srgbClr val="000000"/>
                </a:solidFill>
                <a:latin typeface="Consolas" panose="020B0609020204030204" pitchFamily="49" charset="0"/>
              </a:rPr>
              <a:t>employee.GetFullName</a:t>
            </a:r>
            <a:r>
              <a:rPr lang="da-DK" sz="1600">
                <a:solidFill>
                  <a:srgbClr val="000000"/>
                </a:solidFill>
                <a:latin typeface="Consolas" panose="020B0609020204030204" pitchFamily="49" charset="0"/>
              </a:rPr>
              <a:t>();</a:t>
            </a:r>
          </a:p>
          <a:p>
            <a:endParaRPr lang="da-DK" sz="1600">
              <a:solidFill>
                <a:srgbClr val="000000"/>
              </a:solidFill>
              <a:latin typeface="Consolas" panose="020B0609020204030204" pitchFamily="49" charset="0"/>
            </a:endParaRPr>
          </a:p>
          <a:p>
            <a:r>
              <a:rPr lang="da-DK" sz="1600">
                <a:solidFill>
                  <a:srgbClr val="000000"/>
                </a:solidFill>
                <a:latin typeface="Consolas" panose="020B0609020204030204" pitchFamily="49" charset="0"/>
              </a:rPr>
              <a:t>	</a:t>
            </a:r>
            <a:r>
              <a:rPr lang="da-DK" sz="1600">
                <a:solidFill>
                  <a:srgbClr val="2B91AF"/>
                </a:solidFill>
                <a:latin typeface="Consolas" panose="020B0609020204030204" pitchFamily="49" charset="0"/>
              </a:rPr>
              <a:t> </a:t>
            </a:r>
            <a:r>
              <a:rPr lang="da-DK" sz="1600" err="1">
                <a:solidFill>
                  <a:srgbClr val="2B91AF"/>
                </a:solidFill>
                <a:latin typeface="Consolas" panose="020B0609020204030204" pitchFamily="49" charset="0"/>
              </a:rPr>
              <a:t>Console</a:t>
            </a:r>
            <a:r>
              <a:rPr lang="da-DK" sz="1600" err="1">
                <a:solidFill>
                  <a:srgbClr val="000000"/>
                </a:solidFill>
                <a:latin typeface="Consolas" panose="020B0609020204030204" pitchFamily="49" charset="0"/>
              </a:rPr>
              <a:t>.WriteLine</a:t>
            </a:r>
            <a:r>
              <a:rPr lang="da-DK" sz="1600">
                <a:solidFill>
                  <a:srgbClr val="000000"/>
                </a:solidFill>
                <a:latin typeface="Consolas" panose="020B0609020204030204" pitchFamily="49" charset="0"/>
              </a:rPr>
              <a:t>(</a:t>
            </a:r>
            <a:r>
              <a:rPr lang="da-DK" sz="1600" err="1">
                <a:solidFill>
                  <a:srgbClr val="000000"/>
                </a:solidFill>
                <a:latin typeface="Consolas" panose="020B0609020204030204" pitchFamily="49" charset="0"/>
              </a:rPr>
              <a:t>fullName</a:t>
            </a:r>
            <a:r>
              <a:rPr lang="da-DK" sz="1600">
                <a:solidFill>
                  <a:srgbClr val="000000"/>
                </a:solidFill>
                <a:latin typeface="Consolas" panose="020B0609020204030204" pitchFamily="49" charset="0"/>
              </a:rPr>
              <a:t>);</a:t>
            </a:r>
          </a:p>
          <a:p>
            <a:r>
              <a:rPr lang="da-DK" sz="1600">
                <a:solidFill>
                  <a:srgbClr val="000000"/>
                </a:solidFill>
                <a:latin typeface="Consolas" panose="020B0609020204030204" pitchFamily="49" charset="0"/>
              </a:rPr>
              <a:t>}</a:t>
            </a:r>
          </a:p>
        </p:txBody>
      </p:sp>
      <p:cxnSp>
        <p:nvCxnSpPr>
          <p:cNvPr id="8" name="Straight Arrow Connector 7">
            <a:extLst>
              <a:ext uri="{FF2B5EF4-FFF2-40B4-BE49-F238E27FC236}">
                <a16:creationId xmlns:a16="http://schemas.microsoft.com/office/drawing/2014/main" id="{9974A268-106D-45AC-91C8-B637A6043E7F}"/>
              </a:ext>
            </a:extLst>
          </p:cNvPr>
          <p:cNvCxnSpPr>
            <a:cxnSpLocks/>
          </p:cNvCxnSpPr>
          <p:nvPr/>
        </p:nvCxnSpPr>
        <p:spPr>
          <a:xfrm flipH="1" flipV="1">
            <a:off x="6331594" y="3553821"/>
            <a:ext cx="741022" cy="1710"/>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9" name="Right Brace 8">
            <a:extLst>
              <a:ext uri="{FF2B5EF4-FFF2-40B4-BE49-F238E27FC236}">
                <a16:creationId xmlns:a16="http://schemas.microsoft.com/office/drawing/2014/main" id="{40E05D42-F36F-435B-A8EC-EF215D4206E0}"/>
              </a:ext>
            </a:extLst>
          </p:cNvPr>
          <p:cNvSpPr/>
          <p:nvPr/>
        </p:nvSpPr>
        <p:spPr>
          <a:xfrm>
            <a:off x="5663600" y="3126192"/>
            <a:ext cx="374573" cy="855258"/>
          </a:xfrm>
          <a:prstGeom prst="righ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da-DK"/>
          </a:p>
        </p:txBody>
      </p:sp>
    </p:spTree>
    <p:extLst>
      <p:ext uri="{BB962C8B-B14F-4D97-AF65-F5344CB8AC3E}">
        <p14:creationId xmlns:p14="http://schemas.microsoft.com/office/powerpoint/2010/main" val="3754985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42F7-33D4-4C0A-A004-0E1838AA5E5D}"/>
              </a:ext>
            </a:extLst>
          </p:cNvPr>
          <p:cNvSpPr>
            <a:spLocks noGrp="1"/>
          </p:cNvSpPr>
          <p:nvPr>
            <p:ph type="title"/>
          </p:nvPr>
        </p:nvSpPr>
        <p:spPr/>
        <p:txBody>
          <a:bodyPr/>
          <a:lstStyle/>
          <a:p>
            <a:r>
              <a:rPr lang="en-GB"/>
              <a:t>Class members</a:t>
            </a:r>
            <a:endParaRPr lang="da-DK"/>
          </a:p>
        </p:txBody>
      </p:sp>
      <p:sp>
        <p:nvSpPr>
          <p:cNvPr id="3" name="Slide Number Placeholder 2">
            <a:extLst>
              <a:ext uri="{FF2B5EF4-FFF2-40B4-BE49-F238E27FC236}">
                <a16:creationId xmlns:a16="http://schemas.microsoft.com/office/drawing/2014/main" id="{01F6CDCF-71F0-45FC-9042-05197826CC6F}"/>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4" name="Text Placeholder 3">
            <a:extLst>
              <a:ext uri="{FF2B5EF4-FFF2-40B4-BE49-F238E27FC236}">
                <a16:creationId xmlns:a16="http://schemas.microsoft.com/office/drawing/2014/main" id="{63022E28-A6F8-4CF0-A3CF-ADCB9FF53C9B}"/>
              </a:ext>
            </a:extLst>
          </p:cNvPr>
          <p:cNvSpPr>
            <a:spLocks noGrp="1"/>
          </p:cNvSpPr>
          <p:nvPr>
            <p:ph type="body" sz="quarter" idx="17"/>
          </p:nvPr>
        </p:nvSpPr>
        <p:spPr/>
        <p:txBody>
          <a:bodyPr/>
          <a:lstStyle/>
          <a:p>
            <a:r>
              <a:rPr lang="en-GB"/>
              <a:t>properties</a:t>
            </a:r>
            <a:endParaRPr lang="da-DK"/>
          </a:p>
        </p:txBody>
      </p:sp>
      <p:sp>
        <p:nvSpPr>
          <p:cNvPr id="7" name="TextBox 6">
            <a:extLst>
              <a:ext uri="{FF2B5EF4-FFF2-40B4-BE49-F238E27FC236}">
                <a16:creationId xmlns:a16="http://schemas.microsoft.com/office/drawing/2014/main" id="{09574842-BB69-4208-BFDA-F5BAC2E8F5C1}"/>
              </a:ext>
            </a:extLst>
          </p:cNvPr>
          <p:cNvSpPr txBox="1"/>
          <p:nvPr/>
        </p:nvSpPr>
        <p:spPr>
          <a:xfrm>
            <a:off x="536462" y="1973619"/>
            <a:ext cx="4754589" cy="723370"/>
          </a:xfrm>
          <a:prstGeom prst="rect">
            <a:avLst/>
          </a:prstGeom>
          <a:noFill/>
        </p:spPr>
        <p:txBody>
          <a:bodyPr wrap="none" lIns="0" tIns="0" rIns="0" bIns="0" rtlCol="0">
            <a:noAutofit/>
          </a:bodyPr>
          <a:lstStyle/>
          <a:p>
            <a:r>
              <a:rPr lang="da-DK" sz="1400">
                <a:solidFill>
                  <a:srgbClr val="000000"/>
                </a:solidFill>
                <a:latin typeface="Consolas" panose="020B0609020204030204" pitchFamily="49" charset="0"/>
              </a:rPr>
              <a:t> </a:t>
            </a:r>
            <a:r>
              <a:rPr lang="da-DK" sz="1400" err="1">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Employee</a:t>
            </a:r>
            <a:r>
              <a:rPr lang="da-DK"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FirstName { </a:t>
            </a:r>
            <a:r>
              <a:rPr lang="en-US" sz="1400">
                <a:solidFill>
                  <a:srgbClr val="0000FF"/>
                </a:solidFill>
                <a:latin typeface="Consolas" panose="020B0609020204030204" pitchFamily="49" charset="0"/>
              </a:rPr>
              <a:t>get</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set</a:t>
            </a:r>
            <a:r>
              <a:rPr lang="en-US" sz="1400">
                <a:solidFill>
                  <a:srgbClr val="000000"/>
                </a:solidFill>
                <a:latin typeface="Consolas" panose="020B0609020204030204" pitchFamily="49" charset="0"/>
              </a:rPr>
              <a:t>; }</a:t>
            </a:r>
          </a:p>
          <a:p>
            <a:pPr algn="ctr"/>
            <a:r>
              <a:rPr lang="en-US"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a:t>
            </a:r>
            <a:endParaRPr lang="da-DK" sz="1200">
              <a:latin typeface="+mn-lt"/>
            </a:endParaRPr>
          </a:p>
        </p:txBody>
      </p:sp>
      <p:sp>
        <p:nvSpPr>
          <p:cNvPr id="8" name="TextBox 7">
            <a:extLst>
              <a:ext uri="{FF2B5EF4-FFF2-40B4-BE49-F238E27FC236}">
                <a16:creationId xmlns:a16="http://schemas.microsoft.com/office/drawing/2014/main" id="{D9A1326B-6C4F-4863-8B8C-2B672BD8A0C1}"/>
              </a:ext>
            </a:extLst>
          </p:cNvPr>
          <p:cNvSpPr txBox="1"/>
          <p:nvPr/>
        </p:nvSpPr>
        <p:spPr>
          <a:xfrm>
            <a:off x="649139" y="4330700"/>
            <a:ext cx="5043001" cy="1110190"/>
          </a:xfrm>
          <a:prstGeom prst="rect">
            <a:avLst/>
          </a:prstGeom>
          <a:noFill/>
        </p:spPr>
        <p:txBody>
          <a:bodyPr wrap="none" lIns="0" tIns="0" rIns="0" bIns="0" rtlCol="0">
            <a:noAutofit/>
          </a:bodyPr>
          <a:lstStyle/>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args) {</a:t>
            </a:r>
          </a:p>
          <a:p>
            <a:pPr algn="ctr"/>
            <a:r>
              <a:rPr lang="en-US" sz="1400">
                <a:solidFill>
                  <a:srgbClr val="000000"/>
                </a:solidFill>
                <a:latin typeface="Consolas" panose="020B0609020204030204" pitchFamily="49" charset="0"/>
              </a:rPr>
              <a:t>…</a:t>
            </a:r>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employee.FirstName = </a:t>
            </a:r>
            <a:r>
              <a:rPr lang="da-DK" sz="1400">
                <a:solidFill>
                  <a:srgbClr val="A31515"/>
                </a:solidFill>
                <a:latin typeface="Consolas" panose="020B0609020204030204" pitchFamily="49" charset="0"/>
              </a:rPr>
              <a:t>"Jane"</a:t>
            </a:r>
            <a:r>
              <a:rPr lang="da-DK"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Console</a:t>
            </a:r>
            <a:r>
              <a:rPr lang="en-US" sz="1400">
                <a:solidFill>
                  <a:srgbClr val="000000"/>
                </a:solidFill>
                <a:latin typeface="Consolas" panose="020B0609020204030204" pitchFamily="49" charset="0"/>
              </a:rPr>
              <a:t>.WriteLine(</a:t>
            </a:r>
            <a:r>
              <a:rPr lang="en-US" sz="1400" err="1">
                <a:solidFill>
                  <a:srgbClr val="000000"/>
                </a:solidFill>
                <a:latin typeface="Consolas" panose="020B0609020204030204" pitchFamily="49" charset="0"/>
              </a:rPr>
              <a:t>employee.FirstName</a:t>
            </a:r>
            <a:r>
              <a:rPr lang="en-US" sz="1400">
                <a:solidFill>
                  <a:srgbClr val="000000"/>
                </a:solidFill>
                <a:latin typeface="Consolas" panose="020B0609020204030204" pitchFamily="49" charset="0"/>
              </a:rPr>
              <a:t>);</a:t>
            </a:r>
          </a:p>
          <a:p>
            <a:pPr algn="ctr"/>
            <a:r>
              <a:rPr lang="en-US" sz="1400">
                <a:solidFill>
                  <a:srgbClr val="000000"/>
                </a:solidFill>
                <a:latin typeface="Consolas" panose="020B0609020204030204" pitchFamily="49" charset="0"/>
              </a:rPr>
              <a:t>…</a:t>
            </a:r>
          </a:p>
        </p:txBody>
      </p:sp>
      <p:cxnSp>
        <p:nvCxnSpPr>
          <p:cNvPr id="22" name="Connector: Elbow 21">
            <a:extLst>
              <a:ext uri="{FF2B5EF4-FFF2-40B4-BE49-F238E27FC236}">
                <a16:creationId xmlns:a16="http://schemas.microsoft.com/office/drawing/2014/main" id="{39DF4661-B9AD-4EF4-823B-46BCAE37CDA9}"/>
              </a:ext>
            </a:extLst>
          </p:cNvPr>
          <p:cNvCxnSpPr>
            <a:cxnSpLocks/>
          </p:cNvCxnSpPr>
          <p:nvPr/>
        </p:nvCxnSpPr>
        <p:spPr>
          <a:xfrm rot="5400000" flipH="1" flipV="1">
            <a:off x="3405453" y="3623998"/>
            <a:ext cx="2447395" cy="76200"/>
          </a:xfrm>
          <a:prstGeom prst="bentConnector3">
            <a:avLst>
              <a:gd name="adj1" fmla="val -128"/>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2E8124E0-63FB-4033-9BCF-0F069B99B46A}"/>
              </a:ext>
            </a:extLst>
          </p:cNvPr>
          <p:cNvCxnSpPr>
            <a:cxnSpLocks/>
          </p:cNvCxnSpPr>
          <p:nvPr/>
        </p:nvCxnSpPr>
        <p:spPr>
          <a:xfrm flipV="1">
            <a:off x="3840480" y="2453640"/>
            <a:ext cx="251460" cy="2567940"/>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39" name="TextBox 38">
            <a:extLst>
              <a:ext uri="{FF2B5EF4-FFF2-40B4-BE49-F238E27FC236}">
                <a16:creationId xmlns:a16="http://schemas.microsoft.com/office/drawing/2014/main" id="{F2014A19-FDF9-4F7B-97AB-310E24B34ECD}"/>
              </a:ext>
            </a:extLst>
          </p:cNvPr>
          <p:cNvSpPr txBox="1"/>
          <p:nvPr/>
        </p:nvSpPr>
        <p:spPr>
          <a:xfrm>
            <a:off x="6788273" y="2549631"/>
            <a:ext cx="4754588" cy="2224934"/>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da-DK" sz="1800">
                <a:solidFill>
                  <a:srgbClr val="0000FF"/>
                </a:solidFill>
                <a:latin typeface="Consolas" panose="020B0609020204030204" pitchFamily="49" charset="0"/>
              </a:rPr>
              <a:t>class</a:t>
            </a:r>
            <a:r>
              <a:rPr lang="da-DK" sz="1800">
                <a:solidFill>
                  <a:srgbClr val="000000"/>
                </a:solidFill>
                <a:latin typeface="Consolas" panose="020B0609020204030204" pitchFamily="49" charset="0"/>
              </a:rPr>
              <a:t> </a:t>
            </a:r>
            <a:r>
              <a:rPr lang="da-DK" sz="1800">
                <a:solidFill>
                  <a:srgbClr val="2B91AF"/>
                </a:solidFill>
                <a:latin typeface="Consolas" panose="020B0609020204030204" pitchFamily="49" charset="0"/>
              </a:rPr>
              <a:t>Employee</a:t>
            </a:r>
            <a:r>
              <a:rPr lang="da-DK" sz="1800">
                <a:solidFill>
                  <a:srgbClr val="000000"/>
                </a:solidFill>
                <a:latin typeface="Consolas" panose="020B0609020204030204" pitchFamily="49" charset="0"/>
              </a:rPr>
              <a:t> {</a:t>
            </a:r>
            <a:endParaRPr lang="ru-UA" sz="1800">
              <a:solidFill>
                <a:srgbClr val="000000"/>
              </a:solidFill>
              <a:latin typeface="Consolas" panose="020B0609020204030204" pitchFamily="49" charset="0"/>
            </a:endParaRPr>
          </a:p>
          <a:p>
            <a:pPr marL="0" indent="0" algn="ctr" defTabSz="179388">
              <a:buClr>
                <a:srgbClr val="00DEE6"/>
              </a:buClr>
              <a:buFont typeface="Arial" panose="020B0604020202020204" pitchFamily="34" charset="0"/>
              <a:buNone/>
            </a:pPr>
            <a:r>
              <a:rPr lang="en-GB">
                <a:solidFill>
                  <a:srgbClr val="000000"/>
                </a:solidFill>
                <a:latin typeface="Consolas" panose="020B0609020204030204" pitchFamily="49" charset="0"/>
              </a:rPr>
              <a:t>…</a:t>
            </a:r>
          </a:p>
          <a:p>
            <a:r>
              <a:rPr lang="da-DK" sz="1800">
                <a:solidFill>
                  <a:srgbClr val="0000FF"/>
                </a:solidFill>
                <a:latin typeface="Consolas" panose="020B0609020204030204" pitchFamily="49" charset="0"/>
              </a:rPr>
              <a:t>private</a:t>
            </a:r>
            <a:r>
              <a:rPr lang="da-DK" sz="1800">
                <a:solidFill>
                  <a:srgbClr val="000000"/>
                </a:solidFill>
                <a:latin typeface="Consolas" panose="020B0609020204030204" pitchFamily="49" charset="0"/>
              </a:rPr>
              <a:t> </a:t>
            </a:r>
            <a:r>
              <a:rPr lang="da-DK" sz="1800">
                <a:solidFill>
                  <a:srgbClr val="0000FF"/>
                </a:solidFill>
                <a:latin typeface="Consolas" panose="020B0609020204030204" pitchFamily="49" charset="0"/>
              </a:rPr>
              <a:t>int</a:t>
            </a:r>
            <a:r>
              <a:rPr lang="da-DK" sz="1800">
                <a:solidFill>
                  <a:srgbClr val="000000"/>
                </a:solidFill>
                <a:latin typeface="Consolas" panose="020B0609020204030204" pitchFamily="49" charset="0"/>
              </a:rPr>
              <a:t> _pinCode;</a:t>
            </a:r>
          </a:p>
          <a:p>
            <a:r>
              <a:rPr lang="da-DK" sz="1800">
                <a:solidFill>
                  <a:srgbClr val="0000FF"/>
                </a:solidFill>
                <a:latin typeface="Consolas" panose="020B0609020204030204" pitchFamily="49" charset="0"/>
              </a:rPr>
              <a:t>internal</a:t>
            </a:r>
            <a:r>
              <a:rPr lang="da-DK" sz="1800">
                <a:solidFill>
                  <a:srgbClr val="000000"/>
                </a:solidFill>
                <a:latin typeface="Consolas" panose="020B0609020204030204" pitchFamily="49" charset="0"/>
              </a:rPr>
              <a:t> </a:t>
            </a:r>
            <a:r>
              <a:rPr lang="da-DK" sz="1800">
                <a:solidFill>
                  <a:srgbClr val="0000FF"/>
                </a:solidFill>
                <a:latin typeface="Consolas" panose="020B0609020204030204" pitchFamily="49" charset="0"/>
              </a:rPr>
              <a:t>int</a:t>
            </a:r>
            <a:r>
              <a:rPr lang="da-DK" sz="1800">
                <a:solidFill>
                  <a:srgbClr val="000000"/>
                </a:solidFill>
                <a:latin typeface="Consolas" panose="020B0609020204030204" pitchFamily="49" charset="0"/>
              </a:rPr>
              <a:t> PinCode {</a:t>
            </a:r>
          </a:p>
          <a:p>
            <a:r>
              <a:rPr lang="da-DK">
                <a:solidFill>
                  <a:srgbClr val="000000"/>
                </a:solidFill>
                <a:latin typeface="Consolas" panose="020B0609020204030204" pitchFamily="49" charset="0"/>
              </a:rPr>
              <a:t>	</a:t>
            </a:r>
            <a:r>
              <a:rPr lang="da-DK">
                <a:solidFill>
                  <a:srgbClr val="0000FF"/>
                </a:solidFill>
                <a:latin typeface="Consolas" panose="020B0609020204030204" pitchFamily="49" charset="0"/>
              </a:rPr>
              <a:t>get</a:t>
            </a:r>
            <a:r>
              <a:rPr lang="da-DK">
                <a:solidFill>
                  <a:srgbClr val="000000"/>
                </a:solidFill>
                <a:latin typeface="Consolas" panose="020B0609020204030204" pitchFamily="49" charset="0"/>
              </a:rPr>
              <a:t> { </a:t>
            </a:r>
            <a:r>
              <a:rPr lang="da-DK">
                <a:solidFill>
                  <a:srgbClr val="0000FF"/>
                </a:solidFill>
                <a:latin typeface="Consolas" panose="020B0609020204030204" pitchFamily="49" charset="0"/>
              </a:rPr>
              <a:t>return</a:t>
            </a:r>
            <a:r>
              <a:rPr lang="da-DK">
                <a:solidFill>
                  <a:srgbClr val="000000"/>
                </a:solidFill>
                <a:latin typeface="Consolas" panose="020B0609020204030204" pitchFamily="49" charset="0"/>
              </a:rPr>
              <a:t> _pinCode; }</a:t>
            </a:r>
          </a:p>
          <a:p>
            <a:r>
              <a:rPr lang="da-DK" sz="1800">
                <a:solidFill>
                  <a:srgbClr val="0000FF"/>
                </a:solidFill>
                <a:latin typeface="Consolas" panose="020B0609020204030204" pitchFamily="49" charset="0"/>
              </a:rPr>
              <a:t>	set</a:t>
            </a:r>
            <a:r>
              <a:rPr lang="da-DK" sz="1800">
                <a:solidFill>
                  <a:srgbClr val="000000"/>
                </a:solidFill>
                <a:latin typeface="Consolas" panose="020B0609020204030204" pitchFamily="49" charset="0"/>
              </a:rPr>
              <a:t> { _pinCode = </a:t>
            </a:r>
            <a:r>
              <a:rPr lang="da-DK" sz="1800" err="1">
                <a:solidFill>
                  <a:srgbClr val="0000FF"/>
                </a:solidFill>
                <a:latin typeface="Consolas" panose="020B0609020204030204" pitchFamily="49" charset="0"/>
              </a:rPr>
              <a:t>value</a:t>
            </a:r>
            <a:r>
              <a:rPr lang="da-DK" sz="1800">
                <a:solidFill>
                  <a:srgbClr val="000000"/>
                </a:solidFill>
                <a:latin typeface="Consolas" panose="020B0609020204030204" pitchFamily="49" charset="0"/>
              </a:rPr>
              <a:t>; }	}</a:t>
            </a:r>
            <a:endParaRPr lang="en-GB" sz="1800">
              <a:solidFill>
                <a:srgbClr val="000000"/>
              </a:solidFill>
              <a:latin typeface="Consolas" panose="020B0609020204030204" pitchFamily="49" charset="0"/>
            </a:endParaRPr>
          </a:p>
          <a:p>
            <a:pPr algn="ctr"/>
            <a:r>
              <a:rPr lang="en-GB">
                <a:solidFill>
                  <a:srgbClr val="000000"/>
                </a:solidFill>
                <a:latin typeface="Consolas" panose="020B0609020204030204" pitchFamily="49" charset="0"/>
              </a:rPr>
              <a:t>…</a:t>
            </a:r>
            <a:endParaRPr lang="da-DK" sz="1600">
              <a:latin typeface="+mn-lt"/>
            </a:endParaRPr>
          </a:p>
        </p:txBody>
      </p:sp>
    </p:spTree>
    <p:extLst>
      <p:ext uri="{BB962C8B-B14F-4D97-AF65-F5344CB8AC3E}">
        <p14:creationId xmlns:p14="http://schemas.microsoft.com/office/powerpoint/2010/main" val="1725090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D4E8-ADA2-4832-A389-3B44120DD960}"/>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D6F00375-DBA3-4B48-A085-6430B260E94E}"/>
              </a:ext>
            </a:extLst>
          </p:cNvPr>
          <p:cNvSpPr>
            <a:spLocks noGrp="1"/>
          </p:cNvSpPr>
          <p:nvPr>
            <p:ph type="sldNum" sz="quarter" idx="11"/>
          </p:nvPr>
        </p:nvSpPr>
        <p:spPr/>
        <p:txBody>
          <a:bodyPr/>
          <a:lstStyle/>
          <a:p>
            <a:fld id="{E16BA917-7F09-4B8D-AF07-F52890C14046}" type="slidenum">
              <a:rPr lang="da-DK" smtClean="0"/>
              <a:pPr/>
              <a:t>16</a:t>
            </a:fld>
            <a:endParaRPr lang="da-DK"/>
          </a:p>
        </p:txBody>
      </p:sp>
      <p:sp>
        <p:nvSpPr>
          <p:cNvPr id="4" name="Text Placeholder 3">
            <a:extLst>
              <a:ext uri="{FF2B5EF4-FFF2-40B4-BE49-F238E27FC236}">
                <a16:creationId xmlns:a16="http://schemas.microsoft.com/office/drawing/2014/main" id="{058852A0-E9F8-499B-B112-7075DBCB09C6}"/>
              </a:ext>
            </a:extLst>
          </p:cNvPr>
          <p:cNvSpPr>
            <a:spLocks noGrp="1"/>
          </p:cNvSpPr>
          <p:nvPr>
            <p:ph type="body" sz="quarter" idx="17"/>
          </p:nvPr>
        </p:nvSpPr>
        <p:spPr/>
        <p:txBody>
          <a:bodyPr/>
          <a:lstStyle/>
          <a:p>
            <a:r>
              <a:rPr lang="en-GB"/>
              <a:t>Demo 2</a:t>
            </a:r>
            <a:endParaRPr lang="da-DK"/>
          </a:p>
        </p:txBody>
      </p:sp>
      <p:sp>
        <p:nvSpPr>
          <p:cNvPr id="5" name="TextBox 4">
            <a:extLst>
              <a:ext uri="{FF2B5EF4-FFF2-40B4-BE49-F238E27FC236}">
                <a16:creationId xmlns:a16="http://schemas.microsoft.com/office/drawing/2014/main" id="{BE41BD08-E162-4664-A998-DA7E4F18ECC7}"/>
              </a:ext>
            </a:extLst>
          </p:cNvPr>
          <p:cNvSpPr txBox="1"/>
          <p:nvPr/>
        </p:nvSpPr>
        <p:spPr>
          <a:xfrm>
            <a:off x="649138" y="1651537"/>
            <a:ext cx="5446861" cy="4506071"/>
          </a:xfrm>
          <a:prstGeom prst="rect">
            <a:avLst/>
          </a:prstGeom>
          <a:noFill/>
        </p:spPr>
        <p:txBody>
          <a:bodyPr wrap="none" lIns="0" tIns="0" rIns="0" bIns="0" rtlCol="0">
            <a:noAutofit/>
          </a:bodyPr>
          <a:lstStyle/>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a:solidFill>
                  <a:srgbClr val="2B91AF"/>
                </a:solidFill>
                <a:latin typeface="Consolas" panose="020B0609020204030204" pitchFamily="49" charset="0"/>
              </a:rPr>
              <a:t>Mail</a:t>
            </a:r>
            <a:r>
              <a:rPr lang="da-DK" sz="1400">
                <a:solidFill>
                  <a:srgbClr val="000000"/>
                </a:solidFill>
                <a:latin typeface="Consolas" panose="020B0609020204030204" pitchFamily="49" charset="0"/>
              </a:rPr>
              <a:t> {</a:t>
            </a:r>
          </a:p>
          <a:p>
            <a:pPr algn="ctr"/>
            <a:r>
              <a:rPr lang="en-GB" sz="1400">
                <a:solidFill>
                  <a:srgbClr val="000000"/>
                </a:solidFill>
                <a:latin typeface="Consolas" panose="020B0609020204030204" pitchFamily="49" charset="0"/>
              </a:rPr>
              <a:t>	</a:t>
            </a:r>
            <a:r>
              <a:rPr lang="en-GB" sz="1400" b="1">
                <a:solidFill>
                  <a:srgbClr val="000000"/>
                </a:solidFill>
                <a:latin typeface="Consolas" panose="020B0609020204030204" pitchFamily="49" charset="0"/>
              </a:rPr>
              <a:t>…</a:t>
            </a:r>
            <a:endParaRPr lang="da-DK" sz="1400" b="1">
              <a:solidFill>
                <a:srgbClr val="000000"/>
              </a:solidFill>
              <a:latin typeface="Consolas" panose="020B0609020204030204" pitchFamily="49" charset="0"/>
            </a:endParaRPr>
          </a:p>
          <a:p>
            <a:endParaRPr lang="da-DK" sz="1400">
              <a:solidFill>
                <a:srgbClr val="000000"/>
              </a:solidFill>
              <a:latin typeface="Consolas" panose="020B0609020204030204" pitchFamily="49" charset="0"/>
            </a:endParaRPr>
          </a:p>
          <a:p>
            <a:r>
              <a:rPr lang="da-DK" sz="1400">
                <a:solidFill>
                  <a:srgbClr val="000000"/>
                </a:solidFill>
                <a:highlight>
                  <a:srgbClr val="FFFF00"/>
                </a:highlight>
                <a:latin typeface="Consolas" panose="020B0609020204030204" pitchFamily="49" charset="0"/>
              </a:rPr>
              <a:t>        </a:t>
            </a:r>
            <a:r>
              <a:rPr lang="da-DK" sz="1400">
                <a:solidFill>
                  <a:srgbClr val="0000FF"/>
                </a:solidFill>
                <a:highlight>
                  <a:srgbClr val="FFFF00"/>
                </a:highlight>
                <a:latin typeface="Consolas" panose="020B0609020204030204" pitchFamily="49" charset="0"/>
              </a:rPr>
              <a:t>public</a:t>
            </a:r>
            <a:r>
              <a:rPr lang="da-DK" sz="1400">
                <a:solidFill>
                  <a:srgbClr val="000000"/>
                </a:solidFill>
                <a:highlight>
                  <a:srgbClr val="FFFF00"/>
                </a:highlight>
                <a:latin typeface="Consolas" panose="020B0609020204030204" pitchFamily="49" charset="0"/>
              </a:rPr>
              <a:t> </a:t>
            </a:r>
            <a:r>
              <a:rPr lang="da-DK" sz="1400">
                <a:solidFill>
                  <a:srgbClr val="0000FF"/>
                </a:solidFill>
                <a:highlight>
                  <a:srgbClr val="FFFF00"/>
                </a:highlight>
                <a:latin typeface="Consolas" panose="020B0609020204030204" pitchFamily="49" charset="0"/>
              </a:rPr>
              <a:t>void</a:t>
            </a:r>
            <a:r>
              <a:rPr lang="da-DK" sz="1400">
                <a:solidFill>
                  <a:srgbClr val="000000"/>
                </a:solidFill>
                <a:highlight>
                  <a:srgbClr val="FFFF00"/>
                </a:highlight>
                <a:latin typeface="Consolas" panose="020B0609020204030204" pitchFamily="49" charset="0"/>
              </a:rPr>
              <a:t> Send() {</a:t>
            </a:r>
          </a:p>
          <a:p>
            <a:r>
              <a:rPr lang="da-DK" sz="1400">
                <a:solidFill>
                  <a:srgbClr val="000000"/>
                </a:solidFill>
                <a:highlight>
                  <a:srgbClr val="FFFF00"/>
                </a:highlight>
                <a:latin typeface="Consolas" panose="020B0609020204030204" pitchFamily="49" charset="0"/>
              </a:rPr>
              <a:t>            </a:t>
            </a:r>
            <a:r>
              <a:rPr lang="da-DK" sz="1400" err="1">
                <a:solidFill>
                  <a:srgbClr val="2B91AF"/>
                </a:solidFill>
                <a:highlight>
                  <a:srgbClr val="FFFF00"/>
                </a:highlight>
                <a:latin typeface="Consolas" panose="020B0609020204030204" pitchFamily="49" charset="0"/>
              </a:rPr>
              <a:t>Console</a:t>
            </a:r>
            <a:r>
              <a:rPr lang="da-DK" sz="1400" err="1">
                <a:solidFill>
                  <a:srgbClr val="000000"/>
                </a:solidFill>
                <a:highlight>
                  <a:srgbClr val="FFFF00"/>
                </a:highlight>
                <a:latin typeface="Consolas" panose="020B0609020204030204" pitchFamily="49" charset="0"/>
              </a:rPr>
              <a:t>.WriteLine</a:t>
            </a:r>
            <a:r>
              <a:rPr lang="da-DK" sz="1400">
                <a:solidFill>
                  <a:srgbClr val="000000"/>
                </a:solidFill>
                <a:highlight>
                  <a:srgbClr val="FFFF00"/>
                </a:highlight>
                <a:latin typeface="Consolas" panose="020B0609020204030204" pitchFamily="49" charset="0"/>
              </a:rPr>
              <a:t>(</a:t>
            </a:r>
            <a:r>
              <a:rPr lang="da-DK" sz="1400">
                <a:solidFill>
                  <a:srgbClr val="A31515"/>
                </a:solidFill>
                <a:highlight>
                  <a:srgbClr val="FFFF00"/>
                </a:highlight>
                <a:latin typeface="Consolas" panose="020B0609020204030204" pitchFamily="49" charset="0"/>
              </a:rPr>
              <a:t>$"To: </a:t>
            </a:r>
            <a:r>
              <a:rPr lang="da-DK" sz="1400">
                <a:solidFill>
                  <a:srgbClr val="000000"/>
                </a:solidFill>
                <a:highlight>
                  <a:srgbClr val="FFFF00"/>
                </a:highlight>
                <a:latin typeface="Consolas" panose="020B0609020204030204" pitchFamily="49" charset="0"/>
              </a:rPr>
              <a:t>{Recipient}</a:t>
            </a:r>
            <a:r>
              <a:rPr lang="da-DK" sz="1400">
                <a:solidFill>
                  <a:srgbClr val="A31515"/>
                </a:solidFill>
                <a:highlight>
                  <a:srgbClr val="FFFF00"/>
                </a:highlight>
                <a:latin typeface="Consolas" panose="020B0609020204030204" pitchFamily="49" charset="0"/>
              </a:rPr>
              <a:t>"</a:t>
            </a:r>
            <a:r>
              <a:rPr lang="da-DK" sz="1400">
                <a:solidFill>
                  <a:srgbClr val="000000"/>
                </a:solidFill>
                <a:highlight>
                  <a:srgbClr val="FFFF00"/>
                </a:highlight>
                <a:latin typeface="Consolas" panose="020B0609020204030204" pitchFamily="49" charset="0"/>
              </a:rPr>
              <a:t>);</a:t>
            </a:r>
          </a:p>
          <a:p>
            <a:r>
              <a:rPr lang="da-DK" sz="1400">
                <a:solidFill>
                  <a:srgbClr val="000000"/>
                </a:solidFill>
                <a:highlight>
                  <a:srgbClr val="FFFF00"/>
                </a:highlight>
                <a:latin typeface="Consolas" panose="020B0609020204030204" pitchFamily="49" charset="0"/>
              </a:rPr>
              <a:t>            </a:t>
            </a:r>
            <a:r>
              <a:rPr lang="da-DK" sz="1400" err="1">
                <a:solidFill>
                  <a:srgbClr val="2B91AF"/>
                </a:solidFill>
                <a:highlight>
                  <a:srgbClr val="FFFF00"/>
                </a:highlight>
                <a:latin typeface="Consolas" panose="020B0609020204030204" pitchFamily="49" charset="0"/>
              </a:rPr>
              <a:t>Console</a:t>
            </a:r>
            <a:r>
              <a:rPr lang="da-DK" sz="1400" err="1">
                <a:solidFill>
                  <a:srgbClr val="000000"/>
                </a:solidFill>
                <a:highlight>
                  <a:srgbClr val="FFFF00"/>
                </a:highlight>
                <a:latin typeface="Consolas" panose="020B0609020204030204" pitchFamily="49" charset="0"/>
              </a:rPr>
              <a:t>.WriteLine</a:t>
            </a:r>
            <a:r>
              <a:rPr lang="da-DK" sz="1400">
                <a:solidFill>
                  <a:srgbClr val="000000"/>
                </a:solidFill>
                <a:highlight>
                  <a:srgbClr val="FFFF00"/>
                </a:highlight>
                <a:latin typeface="Consolas" panose="020B0609020204030204" pitchFamily="49" charset="0"/>
              </a:rPr>
              <a:t>(</a:t>
            </a:r>
            <a:r>
              <a:rPr lang="da-DK" sz="1400">
                <a:solidFill>
                  <a:srgbClr val="A31515"/>
                </a:solidFill>
                <a:highlight>
                  <a:srgbClr val="FFFF00"/>
                </a:highlight>
                <a:latin typeface="Consolas" panose="020B0609020204030204" pitchFamily="49" charset="0"/>
              </a:rPr>
              <a:t>$"</a:t>
            </a:r>
            <a:r>
              <a:rPr lang="da-DK" sz="1400" err="1">
                <a:solidFill>
                  <a:srgbClr val="A31515"/>
                </a:solidFill>
                <a:highlight>
                  <a:srgbClr val="FFFF00"/>
                </a:highlight>
                <a:latin typeface="Consolas" panose="020B0609020204030204" pitchFamily="49" charset="0"/>
              </a:rPr>
              <a:t>Subject</a:t>
            </a:r>
            <a:r>
              <a:rPr lang="da-DK" sz="1400">
                <a:solidFill>
                  <a:srgbClr val="A31515"/>
                </a:solidFill>
                <a:highlight>
                  <a:srgbClr val="FFFF00"/>
                </a:highlight>
                <a:latin typeface="Consolas" panose="020B0609020204030204" pitchFamily="49" charset="0"/>
              </a:rPr>
              <a:t>: </a:t>
            </a:r>
            <a:r>
              <a:rPr lang="da-DK" sz="1400">
                <a:solidFill>
                  <a:srgbClr val="000000"/>
                </a:solidFill>
                <a:highlight>
                  <a:srgbClr val="FFFF00"/>
                </a:highlight>
                <a:latin typeface="Consolas" panose="020B0609020204030204" pitchFamily="49" charset="0"/>
              </a:rPr>
              <a:t>{Title}</a:t>
            </a:r>
            <a:r>
              <a:rPr lang="da-DK" sz="1400">
                <a:solidFill>
                  <a:srgbClr val="A31515"/>
                </a:solidFill>
                <a:highlight>
                  <a:srgbClr val="FFFF00"/>
                </a:highlight>
                <a:latin typeface="Consolas" panose="020B0609020204030204" pitchFamily="49" charset="0"/>
              </a:rPr>
              <a:t>"</a:t>
            </a:r>
            <a:r>
              <a:rPr lang="da-DK" sz="1400">
                <a:solidFill>
                  <a:srgbClr val="000000"/>
                </a:solidFill>
                <a:highlight>
                  <a:srgbClr val="FFFF00"/>
                </a:highlight>
                <a:latin typeface="Consolas" panose="020B0609020204030204" pitchFamily="49" charset="0"/>
              </a:rPr>
              <a:t>);</a:t>
            </a:r>
          </a:p>
          <a:p>
            <a:r>
              <a:rPr lang="da-DK" sz="1400">
                <a:solidFill>
                  <a:srgbClr val="000000"/>
                </a:solidFill>
                <a:highlight>
                  <a:srgbClr val="FFFF00"/>
                </a:highlight>
                <a:latin typeface="Consolas" panose="020B0609020204030204" pitchFamily="49" charset="0"/>
              </a:rPr>
              <a:t>            </a:t>
            </a:r>
            <a:r>
              <a:rPr lang="da-DK" sz="1400" err="1">
                <a:solidFill>
                  <a:srgbClr val="2B91AF"/>
                </a:solidFill>
                <a:highlight>
                  <a:srgbClr val="FFFF00"/>
                </a:highlight>
                <a:latin typeface="Consolas" panose="020B0609020204030204" pitchFamily="49" charset="0"/>
              </a:rPr>
              <a:t>Console</a:t>
            </a:r>
            <a:r>
              <a:rPr lang="da-DK" sz="1400" err="1">
                <a:solidFill>
                  <a:srgbClr val="000000"/>
                </a:solidFill>
                <a:highlight>
                  <a:srgbClr val="FFFF00"/>
                </a:highlight>
                <a:latin typeface="Consolas" panose="020B0609020204030204" pitchFamily="49" charset="0"/>
              </a:rPr>
              <a:t>.WriteLine</a:t>
            </a:r>
            <a:r>
              <a:rPr lang="da-DK" sz="1400">
                <a:solidFill>
                  <a:srgbClr val="000000"/>
                </a:solidFill>
                <a:highlight>
                  <a:srgbClr val="FFFF00"/>
                </a:highlight>
                <a:latin typeface="Consolas" panose="020B0609020204030204" pitchFamily="49" charset="0"/>
              </a:rPr>
              <a:t>();</a:t>
            </a:r>
          </a:p>
          <a:p>
            <a:r>
              <a:rPr lang="da-DK" sz="1400">
                <a:solidFill>
                  <a:srgbClr val="000000"/>
                </a:solidFill>
                <a:highlight>
                  <a:srgbClr val="FFFF00"/>
                </a:highlight>
                <a:latin typeface="Consolas" panose="020B0609020204030204" pitchFamily="49" charset="0"/>
              </a:rPr>
              <a:t>            </a:t>
            </a:r>
            <a:r>
              <a:rPr lang="da-DK" sz="1400" err="1">
                <a:solidFill>
                  <a:srgbClr val="2B91AF"/>
                </a:solidFill>
                <a:highlight>
                  <a:srgbClr val="FFFF00"/>
                </a:highlight>
                <a:latin typeface="Consolas" panose="020B0609020204030204" pitchFamily="49" charset="0"/>
              </a:rPr>
              <a:t>Console</a:t>
            </a:r>
            <a:r>
              <a:rPr lang="da-DK" sz="1400" err="1">
                <a:solidFill>
                  <a:srgbClr val="000000"/>
                </a:solidFill>
                <a:highlight>
                  <a:srgbClr val="FFFF00"/>
                </a:highlight>
                <a:latin typeface="Consolas" panose="020B0609020204030204" pitchFamily="49" charset="0"/>
              </a:rPr>
              <a:t>.WriteLine</a:t>
            </a:r>
            <a:r>
              <a:rPr lang="da-DK" sz="1400">
                <a:solidFill>
                  <a:srgbClr val="000000"/>
                </a:solidFill>
                <a:highlight>
                  <a:srgbClr val="FFFF00"/>
                </a:highlight>
                <a:latin typeface="Consolas" panose="020B0609020204030204" pitchFamily="49" charset="0"/>
              </a:rPr>
              <a:t>(Body);</a:t>
            </a:r>
          </a:p>
          <a:p>
            <a:r>
              <a:rPr lang="da-DK" sz="1400">
                <a:solidFill>
                  <a:srgbClr val="000000"/>
                </a:solidFill>
                <a:highlight>
                  <a:srgbClr val="FFFF00"/>
                </a:highlight>
                <a:latin typeface="Consolas" panose="020B0609020204030204" pitchFamily="49" charset="0"/>
              </a:rPr>
              <a:t>            </a:t>
            </a:r>
            <a:r>
              <a:rPr lang="da-DK" sz="1400" err="1">
                <a:solidFill>
                  <a:srgbClr val="2B91AF"/>
                </a:solidFill>
                <a:highlight>
                  <a:srgbClr val="FFFF00"/>
                </a:highlight>
                <a:latin typeface="Consolas" panose="020B0609020204030204" pitchFamily="49" charset="0"/>
              </a:rPr>
              <a:t>Console</a:t>
            </a:r>
            <a:r>
              <a:rPr lang="da-DK" sz="1400" err="1">
                <a:solidFill>
                  <a:srgbClr val="000000"/>
                </a:solidFill>
                <a:highlight>
                  <a:srgbClr val="FFFF00"/>
                </a:highlight>
                <a:latin typeface="Consolas" panose="020B0609020204030204" pitchFamily="49" charset="0"/>
              </a:rPr>
              <a:t>.WriteLine</a:t>
            </a:r>
            <a:r>
              <a:rPr lang="da-DK" sz="1400">
                <a:solidFill>
                  <a:srgbClr val="000000"/>
                </a:solidFill>
                <a:highlight>
                  <a:srgbClr val="FFFF00"/>
                </a:highlight>
                <a:latin typeface="Consolas" panose="020B0609020204030204" pitchFamily="49" charset="0"/>
              </a:rPr>
              <a:t>();</a:t>
            </a:r>
          </a:p>
          <a:p>
            <a:r>
              <a:rPr lang="da-DK" sz="1400">
                <a:solidFill>
                  <a:srgbClr val="000000"/>
                </a:solidFill>
                <a:highlight>
                  <a:srgbClr val="FFFF00"/>
                </a:highlight>
                <a:latin typeface="Consolas" panose="020B0609020204030204" pitchFamily="49" charset="0"/>
              </a:rPr>
              <a:t>            </a:t>
            </a:r>
            <a:r>
              <a:rPr lang="da-DK" sz="1400" err="1">
                <a:solidFill>
                  <a:srgbClr val="2B91AF"/>
                </a:solidFill>
                <a:highlight>
                  <a:srgbClr val="FFFF00"/>
                </a:highlight>
                <a:latin typeface="Consolas" panose="020B0609020204030204" pitchFamily="49" charset="0"/>
              </a:rPr>
              <a:t>Console</a:t>
            </a:r>
            <a:r>
              <a:rPr lang="da-DK" sz="1400" err="1">
                <a:solidFill>
                  <a:srgbClr val="000000"/>
                </a:solidFill>
                <a:highlight>
                  <a:srgbClr val="FFFF00"/>
                </a:highlight>
                <a:latin typeface="Consolas" panose="020B0609020204030204" pitchFamily="49" charset="0"/>
              </a:rPr>
              <a:t>.WriteLine</a:t>
            </a:r>
            <a:r>
              <a:rPr lang="da-DK" sz="1400">
                <a:solidFill>
                  <a:srgbClr val="000000"/>
                </a:solidFill>
                <a:highlight>
                  <a:srgbClr val="FFFF00"/>
                </a:highlight>
                <a:latin typeface="Consolas" panose="020B0609020204030204" pitchFamily="49" charset="0"/>
              </a:rPr>
              <a:t>(Signature);</a:t>
            </a:r>
          </a:p>
          <a:p>
            <a:r>
              <a:rPr lang="da-DK" sz="1400">
                <a:solidFill>
                  <a:srgbClr val="000000"/>
                </a:solidFill>
                <a:highlight>
                  <a:srgbClr val="FFFF00"/>
                </a:highlight>
                <a:latin typeface="Consolas" panose="020B0609020204030204" pitchFamily="49" charset="0"/>
              </a:rPr>
              <a:t>        }</a:t>
            </a:r>
          </a:p>
          <a:p>
            <a:r>
              <a:rPr lang="da-DK" sz="1400">
                <a:solidFill>
                  <a:srgbClr val="000000"/>
                </a:solidFill>
                <a:latin typeface="Consolas" panose="020B0609020204030204" pitchFamily="49" charset="0"/>
              </a:rPr>
              <a:t>    }</a:t>
            </a:r>
          </a:p>
        </p:txBody>
      </p:sp>
      <p:sp>
        <p:nvSpPr>
          <p:cNvPr id="6" name="TextBox 5">
            <a:extLst>
              <a:ext uri="{FF2B5EF4-FFF2-40B4-BE49-F238E27FC236}">
                <a16:creationId xmlns:a16="http://schemas.microsoft.com/office/drawing/2014/main" id="{F225F98F-1092-4D48-8C36-49B52C2445D0}"/>
              </a:ext>
            </a:extLst>
          </p:cNvPr>
          <p:cNvSpPr txBox="1"/>
          <p:nvPr/>
        </p:nvSpPr>
        <p:spPr>
          <a:xfrm>
            <a:off x="6095998" y="1651538"/>
            <a:ext cx="5425019" cy="4506070"/>
          </a:xfrm>
          <a:prstGeom prst="rect">
            <a:avLst/>
          </a:prstGeom>
          <a:noFill/>
        </p:spPr>
        <p:txBody>
          <a:bodyPr wrap="none" lIns="0" tIns="0" rIns="0" bIns="0" rtlCol="0">
            <a:noAutofit/>
          </a:bodyPr>
          <a:lstStyle/>
          <a:p>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args) {</a:t>
            </a:r>
          </a:p>
          <a:p>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Mail</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mail</a:t>
            </a:r>
            <a:r>
              <a:rPr lang="en-US" sz="1400">
                <a:solidFill>
                  <a:srgbClr val="000000"/>
                </a:solidFill>
                <a:latin typeface="Consolas" panose="020B0609020204030204" pitchFamily="49" charset="0"/>
              </a:rPr>
              <a:t>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Mail</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"John </a:t>
            </a:r>
            <a:r>
              <a:rPr lang="en-US" sz="1400" err="1">
                <a:solidFill>
                  <a:srgbClr val="A31515"/>
                </a:solidFill>
                <a:latin typeface="Consolas" panose="020B0609020204030204" pitchFamily="49" charset="0"/>
              </a:rPr>
              <a:t>Doe"</a:t>
            </a:r>
            <a:r>
              <a:rPr lang="en-US" sz="1400" err="1">
                <a:solidFill>
                  <a:srgbClr val="000000"/>
                </a:solidFill>
                <a:latin typeface="Consolas" panose="020B0609020204030204" pitchFamily="49" charset="0"/>
              </a:rPr>
              <a:t>,</a:t>
            </a:r>
            <a:r>
              <a:rPr lang="en-US" sz="1400" err="1">
                <a:solidFill>
                  <a:srgbClr val="A31515"/>
                </a:solidFill>
                <a:latin typeface="Consolas" panose="020B0609020204030204" pitchFamily="49" charset="0"/>
              </a:rPr>
              <a:t>"Greeting</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A31515"/>
                </a:solidFill>
                <a:latin typeface="Consolas" panose="020B0609020204030204" pitchFamily="49" charset="0"/>
              </a:rPr>
              <a:t>	"Hello </a:t>
            </a:r>
            <a:r>
              <a:rPr lang="en-US" sz="1400" err="1">
                <a:solidFill>
                  <a:srgbClr val="A31515"/>
                </a:solidFill>
                <a:latin typeface="Consolas" panose="020B0609020204030204" pitchFamily="49" charset="0"/>
              </a:rPr>
              <a:t>John"</a:t>
            </a:r>
            <a:r>
              <a:rPr lang="en-US" sz="1400" err="1">
                <a:solidFill>
                  <a:srgbClr val="000000"/>
                </a:solidFill>
                <a:latin typeface="Consolas" panose="020B0609020204030204" pitchFamily="49" charset="0"/>
              </a:rPr>
              <a:t>,</a:t>
            </a:r>
            <a:r>
              <a:rPr lang="en-US" sz="1400" err="1">
                <a:solidFill>
                  <a:srgbClr val="A31515"/>
                </a:solidFill>
                <a:latin typeface="Consolas" panose="020B0609020204030204" pitchFamily="49" charset="0"/>
              </a:rPr>
              <a:t>"Regards</a:t>
            </a:r>
            <a:r>
              <a:rPr lang="en-US" sz="1400">
                <a:solidFill>
                  <a:srgbClr val="A31515"/>
                </a:solidFill>
                <a:latin typeface="Consolas" panose="020B0609020204030204" pitchFamily="49" charset="0"/>
              </a:rPr>
              <a:t>, John"</a:t>
            </a:r>
            <a:r>
              <a:rPr lang="en-US"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a:t>
            </a:r>
            <a:r>
              <a:rPr lang="da-DK" sz="1400" err="1">
                <a:solidFill>
                  <a:srgbClr val="000000"/>
                </a:solidFill>
                <a:highlight>
                  <a:srgbClr val="FFFF00"/>
                </a:highlight>
                <a:latin typeface="Consolas" panose="020B0609020204030204" pitchFamily="49" charset="0"/>
              </a:rPr>
              <a:t>mail.Send</a:t>
            </a:r>
            <a:r>
              <a:rPr lang="da-DK" sz="1400">
                <a:solidFill>
                  <a:srgbClr val="000000"/>
                </a:solidFill>
                <a:highlight>
                  <a:srgbClr val="FFFF00"/>
                </a:highlight>
                <a:latin typeface="Consolas" panose="020B0609020204030204" pitchFamily="49" charset="0"/>
              </a:rPr>
              <a:t>();</a:t>
            </a:r>
          </a:p>
          <a:p>
            <a:r>
              <a:rPr lang="da-DK" sz="1400">
                <a:solidFill>
                  <a:srgbClr val="000000"/>
                </a:solidFill>
                <a:latin typeface="Consolas" panose="020B0609020204030204" pitchFamily="49" charset="0"/>
              </a:rPr>
              <a:t>}</a:t>
            </a:r>
          </a:p>
          <a:p>
            <a:endParaRPr lang="da-DK" sz="1400">
              <a:latin typeface="+mn-lt"/>
            </a:endParaRPr>
          </a:p>
        </p:txBody>
      </p:sp>
    </p:spTree>
    <p:extLst>
      <p:ext uri="{BB962C8B-B14F-4D97-AF65-F5344CB8AC3E}">
        <p14:creationId xmlns:p14="http://schemas.microsoft.com/office/powerpoint/2010/main" val="811083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70F6-F95B-493B-A76D-FFE52D4A80B2}"/>
              </a:ext>
            </a:extLst>
          </p:cNvPr>
          <p:cNvSpPr>
            <a:spLocks noGrp="1"/>
          </p:cNvSpPr>
          <p:nvPr>
            <p:ph type="title"/>
          </p:nvPr>
        </p:nvSpPr>
        <p:spPr/>
        <p:txBody>
          <a:bodyPr/>
          <a:lstStyle/>
          <a:p>
            <a:r>
              <a:rPr lang="en-GB"/>
              <a:t>Class members</a:t>
            </a:r>
            <a:endParaRPr lang="da-DK"/>
          </a:p>
        </p:txBody>
      </p:sp>
      <p:sp>
        <p:nvSpPr>
          <p:cNvPr id="3" name="Slide Number Placeholder 2">
            <a:extLst>
              <a:ext uri="{FF2B5EF4-FFF2-40B4-BE49-F238E27FC236}">
                <a16:creationId xmlns:a16="http://schemas.microsoft.com/office/drawing/2014/main" id="{6B7FB283-F8F4-4300-A789-D8A59B67B12D}"/>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4" name="Text Placeholder 3">
            <a:extLst>
              <a:ext uri="{FF2B5EF4-FFF2-40B4-BE49-F238E27FC236}">
                <a16:creationId xmlns:a16="http://schemas.microsoft.com/office/drawing/2014/main" id="{8ADF2A5E-F23C-45C8-9843-C7A12E9383EE}"/>
              </a:ext>
            </a:extLst>
          </p:cNvPr>
          <p:cNvSpPr>
            <a:spLocks noGrp="1"/>
          </p:cNvSpPr>
          <p:nvPr>
            <p:ph type="body" sz="quarter" idx="17"/>
          </p:nvPr>
        </p:nvSpPr>
        <p:spPr/>
        <p:txBody>
          <a:bodyPr/>
          <a:lstStyle/>
          <a:p>
            <a:r>
              <a:rPr lang="en-GB"/>
              <a:t>Practice 2</a:t>
            </a:r>
            <a:endParaRPr lang="da-DK"/>
          </a:p>
        </p:txBody>
      </p:sp>
      <p:sp>
        <p:nvSpPr>
          <p:cNvPr id="5" name="TextBox 4">
            <a:extLst>
              <a:ext uri="{FF2B5EF4-FFF2-40B4-BE49-F238E27FC236}">
                <a16:creationId xmlns:a16="http://schemas.microsoft.com/office/drawing/2014/main" id="{F18404E4-18F7-42F9-A985-AE92D9B78CDB}"/>
              </a:ext>
            </a:extLst>
          </p:cNvPr>
          <p:cNvSpPr txBox="1"/>
          <p:nvPr/>
        </p:nvSpPr>
        <p:spPr>
          <a:xfrm>
            <a:off x="649138" y="1651537"/>
            <a:ext cx="10850033" cy="1993363"/>
          </a:xfrm>
          <a:prstGeom prst="rect">
            <a:avLst/>
          </a:prstGeom>
          <a:noFill/>
        </p:spPr>
        <p:txBody>
          <a:bodyPr wrap="none" lIns="0" tIns="0" rIns="0" bIns="0" rtlCol="0">
            <a:noAutofit/>
          </a:bodyPr>
          <a:lstStyle/>
          <a:p>
            <a:pPr marL="342900" indent="-342900" defTabSz="179388">
              <a:spcAft>
                <a:spcPts val="600"/>
              </a:spcAft>
              <a:buClr>
                <a:srgbClr val="00DEE6"/>
              </a:buClr>
              <a:buFont typeface="Arial" panose="020B0604020202020204" pitchFamily="34" charset="0"/>
              <a:buAutoNum type="arabicPeriod"/>
            </a:pPr>
            <a:r>
              <a:rPr lang="en-GB">
                <a:latin typeface="+mn-lt"/>
              </a:rPr>
              <a:t>Replace fields in your class with properties. They should have only getter</a:t>
            </a:r>
          </a:p>
          <a:p>
            <a:pPr marL="342900" indent="-342900" defTabSz="179388">
              <a:spcAft>
                <a:spcPts val="600"/>
              </a:spcAft>
              <a:buClr>
                <a:srgbClr val="00DEE6"/>
              </a:buClr>
              <a:buFont typeface="Arial" panose="020B0604020202020204" pitchFamily="34" charset="0"/>
              <a:buAutoNum type="arabicPeriod"/>
            </a:pPr>
            <a:r>
              <a:rPr lang="en-GB">
                <a:latin typeface="+mn-lt"/>
              </a:rPr>
              <a:t>Try to update property value</a:t>
            </a:r>
          </a:p>
          <a:p>
            <a:pPr marL="342900" indent="-342900" defTabSz="179388">
              <a:spcAft>
                <a:spcPts val="600"/>
              </a:spcAft>
              <a:buClr>
                <a:srgbClr val="00DEE6"/>
              </a:buClr>
              <a:buFont typeface="Arial" panose="020B0604020202020204" pitchFamily="34" charset="0"/>
              <a:buAutoNum type="arabicPeriod"/>
            </a:pPr>
            <a:r>
              <a:rPr lang="en-GB">
                <a:latin typeface="+mn-lt"/>
              </a:rPr>
              <a:t>Create method that will return full name</a:t>
            </a:r>
          </a:p>
          <a:p>
            <a:pPr marL="342900" indent="-342900" defTabSz="179388">
              <a:spcAft>
                <a:spcPts val="600"/>
              </a:spcAft>
              <a:buClr>
                <a:srgbClr val="00DEE6"/>
              </a:buClr>
              <a:buFont typeface="Arial" panose="020B0604020202020204" pitchFamily="34" charset="0"/>
              <a:buAutoNum type="arabicPeriod"/>
            </a:pPr>
            <a:r>
              <a:rPr lang="en-GB">
                <a:latin typeface="+mn-lt"/>
              </a:rPr>
              <a:t>Verify that program’s result is the same</a:t>
            </a:r>
            <a:endParaRPr lang="da-DK">
              <a:latin typeface="+mn-lt"/>
            </a:endParaRPr>
          </a:p>
        </p:txBody>
      </p:sp>
      <p:pic>
        <p:nvPicPr>
          <p:cNvPr id="6" name="Graphic 5" descr="Flask">
            <a:extLst>
              <a:ext uri="{FF2B5EF4-FFF2-40B4-BE49-F238E27FC236}">
                <a16:creationId xmlns:a16="http://schemas.microsoft.com/office/drawing/2014/main" id="{FB59B7DD-D403-4AC4-A4A9-66B0340962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pic>
        <p:nvPicPr>
          <p:cNvPr id="7" name="Picture 6">
            <a:extLst>
              <a:ext uri="{FF2B5EF4-FFF2-40B4-BE49-F238E27FC236}">
                <a16:creationId xmlns:a16="http://schemas.microsoft.com/office/drawing/2014/main" id="{2005CEB5-3049-4C84-BD18-C2CD638B244C}"/>
              </a:ext>
            </a:extLst>
          </p:cNvPr>
          <p:cNvPicPr>
            <a:picLocks noChangeAspect="1"/>
          </p:cNvPicPr>
          <p:nvPr/>
        </p:nvPicPr>
        <p:blipFill>
          <a:blip r:embed="rId4"/>
          <a:stretch>
            <a:fillRect/>
          </a:stretch>
        </p:blipFill>
        <p:spPr>
          <a:xfrm>
            <a:off x="3919757" y="4079879"/>
            <a:ext cx="4352485" cy="1722121"/>
          </a:xfrm>
          <a:prstGeom prst="rect">
            <a:avLst/>
          </a:prstGeom>
        </p:spPr>
      </p:pic>
    </p:spTree>
    <p:extLst>
      <p:ext uri="{BB962C8B-B14F-4D97-AF65-F5344CB8AC3E}">
        <p14:creationId xmlns:p14="http://schemas.microsoft.com/office/powerpoint/2010/main" val="197362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70F6-F95B-493B-A76D-FFE52D4A80B2}"/>
              </a:ext>
            </a:extLst>
          </p:cNvPr>
          <p:cNvSpPr>
            <a:spLocks noGrp="1"/>
          </p:cNvSpPr>
          <p:nvPr>
            <p:ph type="title"/>
          </p:nvPr>
        </p:nvSpPr>
        <p:spPr/>
        <p:txBody>
          <a:bodyPr/>
          <a:lstStyle/>
          <a:p>
            <a:r>
              <a:rPr lang="en-GB"/>
              <a:t>Class members</a:t>
            </a:r>
            <a:endParaRPr lang="da-DK"/>
          </a:p>
        </p:txBody>
      </p:sp>
      <p:sp>
        <p:nvSpPr>
          <p:cNvPr id="3" name="Slide Number Placeholder 2">
            <a:extLst>
              <a:ext uri="{FF2B5EF4-FFF2-40B4-BE49-F238E27FC236}">
                <a16:creationId xmlns:a16="http://schemas.microsoft.com/office/drawing/2014/main" id="{6B7FB283-F8F4-4300-A789-D8A59B67B12D}"/>
              </a:ext>
            </a:extLst>
          </p:cNvPr>
          <p:cNvSpPr>
            <a:spLocks noGrp="1"/>
          </p:cNvSpPr>
          <p:nvPr>
            <p:ph type="sldNum" sz="quarter" idx="11"/>
          </p:nvPr>
        </p:nvSpPr>
        <p:spPr/>
        <p:txBody>
          <a:bodyPr/>
          <a:lstStyle/>
          <a:p>
            <a:fld id="{E16BA917-7F09-4B8D-AF07-F52890C14046}" type="slidenum">
              <a:rPr lang="da-DK" smtClean="0"/>
              <a:pPr/>
              <a:t>18</a:t>
            </a:fld>
            <a:endParaRPr lang="da-DK"/>
          </a:p>
        </p:txBody>
      </p:sp>
      <p:sp>
        <p:nvSpPr>
          <p:cNvPr id="4" name="Text Placeholder 3">
            <a:extLst>
              <a:ext uri="{FF2B5EF4-FFF2-40B4-BE49-F238E27FC236}">
                <a16:creationId xmlns:a16="http://schemas.microsoft.com/office/drawing/2014/main" id="{8ADF2A5E-F23C-45C8-9843-C7A12E9383EE}"/>
              </a:ext>
            </a:extLst>
          </p:cNvPr>
          <p:cNvSpPr>
            <a:spLocks noGrp="1"/>
          </p:cNvSpPr>
          <p:nvPr>
            <p:ph type="body" sz="quarter" idx="17"/>
          </p:nvPr>
        </p:nvSpPr>
        <p:spPr/>
        <p:txBody>
          <a:bodyPr/>
          <a:lstStyle/>
          <a:p>
            <a:r>
              <a:rPr lang="en-GB"/>
              <a:t>Practice 2 - solution</a:t>
            </a:r>
            <a:endParaRPr lang="da-DK"/>
          </a:p>
        </p:txBody>
      </p:sp>
      <p:sp>
        <p:nvSpPr>
          <p:cNvPr id="5" name="TextBox 4">
            <a:extLst>
              <a:ext uri="{FF2B5EF4-FFF2-40B4-BE49-F238E27FC236}">
                <a16:creationId xmlns:a16="http://schemas.microsoft.com/office/drawing/2014/main" id="{F18404E4-18F7-42F9-A985-AE92D9B78CDB}"/>
              </a:ext>
            </a:extLst>
          </p:cNvPr>
          <p:cNvSpPr txBox="1"/>
          <p:nvPr/>
        </p:nvSpPr>
        <p:spPr>
          <a:xfrm>
            <a:off x="649138" y="1651537"/>
            <a:ext cx="10850033" cy="4468707"/>
          </a:xfrm>
          <a:prstGeom prst="rect">
            <a:avLst/>
          </a:prstGeom>
          <a:noFill/>
        </p:spPr>
        <p:txBody>
          <a:bodyPr wrap="none" lIns="0" tIns="0" rIns="0" bIns="0" rtlCol="0">
            <a:noAutofit/>
          </a:bodyPr>
          <a:lstStyle/>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class</a:t>
            </a:r>
            <a:r>
              <a:rPr lang="da-DK" sz="1600">
                <a:solidFill>
                  <a:srgbClr val="000000"/>
                </a:solidFill>
                <a:latin typeface="Consolas" panose="020B0609020204030204" pitchFamily="49" charset="0"/>
              </a:rPr>
              <a:t> </a:t>
            </a:r>
            <a:r>
              <a:rPr lang="da-DK" sz="1600">
                <a:solidFill>
                  <a:srgbClr val="2B91AF"/>
                </a:solidFill>
                <a:latin typeface="Consolas" panose="020B0609020204030204" pitchFamily="49" charset="0"/>
              </a:rPr>
              <a:t>Employee</a:t>
            </a:r>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string</a:t>
            </a:r>
            <a:r>
              <a:rPr lang="da-DK" sz="1600">
                <a:solidFill>
                  <a:srgbClr val="000000"/>
                </a:solidFill>
                <a:latin typeface="Consolas" panose="020B0609020204030204" pitchFamily="49" charset="0"/>
              </a:rPr>
              <a:t> FirstName </a:t>
            </a:r>
            <a:r>
              <a:rPr lang="da-DK" sz="1600">
                <a:solidFill>
                  <a:srgbClr val="000000"/>
                </a:solidFill>
                <a:highlight>
                  <a:srgbClr val="FFFF00"/>
                </a:highlight>
                <a:latin typeface="Consolas" panose="020B0609020204030204" pitchFamily="49" charset="0"/>
              </a:rPr>
              <a:t>{ </a:t>
            </a:r>
            <a:r>
              <a:rPr lang="da-DK" sz="1600">
                <a:solidFill>
                  <a:srgbClr val="0000FF"/>
                </a:solidFill>
                <a:highlight>
                  <a:srgbClr val="FFFF00"/>
                </a:highlight>
                <a:latin typeface="Consolas" panose="020B0609020204030204" pitchFamily="49" charset="0"/>
              </a:rPr>
              <a:t>get</a:t>
            </a:r>
            <a:r>
              <a:rPr lang="da-DK" sz="1600">
                <a:solidFill>
                  <a:srgbClr val="000000"/>
                </a:solidFill>
                <a:highlight>
                  <a:srgbClr val="FFFF00"/>
                </a:highlight>
                <a:latin typeface="Consolas" panose="020B0609020204030204" pitchFamily="49" charset="0"/>
              </a:rPr>
              <a:t>; }</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string</a:t>
            </a:r>
            <a:r>
              <a:rPr lang="da-DK" sz="1600">
                <a:solidFill>
                  <a:srgbClr val="000000"/>
                </a:solidFill>
                <a:latin typeface="Consolas" panose="020B0609020204030204" pitchFamily="49" charset="0"/>
              </a:rPr>
              <a:t> LastName </a:t>
            </a:r>
            <a:r>
              <a:rPr lang="da-DK" sz="1600">
                <a:solidFill>
                  <a:srgbClr val="000000"/>
                </a:solidFill>
                <a:highlight>
                  <a:srgbClr val="FFFF00"/>
                </a:highlight>
                <a:latin typeface="Consolas" panose="020B0609020204030204" pitchFamily="49" charset="0"/>
              </a:rPr>
              <a:t>{ </a:t>
            </a:r>
            <a:r>
              <a:rPr lang="da-DK" sz="1600">
                <a:solidFill>
                  <a:srgbClr val="0000FF"/>
                </a:solidFill>
                <a:highlight>
                  <a:srgbClr val="FFFF00"/>
                </a:highlight>
                <a:latin typeface="Consolas" panose="020B0609020204030204" pitchFamily="49" charset="0"/>
              </a:rPr>
              <a:t>get</a:t>
            </a:r>
            <a:r>
              <a:rPr lang="da-DK" sz="1600">
                <a:solidFill>
                  <a:srgbClr val="000000"/>
                </a:solidFill>
                <a:highlight>
                  <a:srgbClr val="FFFF00"/>
                </a:highlight>
                <a:latin typeface="Consolas" panose="020B0609020204030204" pitchFamily="49" charset="0"/>
              </a:rPr>
              <a:t>; }</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double</a:t>
            </a:r>
            <a:r>
              <a:rPr lang="da-DK" sz="1600">
                <a:solidFill>
                  <a:srgbClr val="000000"/>
                </a:solidFill>
                <a:latin typeface="Consolas" panose="020B0609020204030204" pitchFamily="49" charset="0"/>
              </a:rPr>
              <a:t> Salary </a:t>
            </a:r>
            <a:r>
              <a:rPr lang="da-DK" sz="1600">
                <a:solidFill>
                  <a:srgbClr val="000000"/>
                </a:solidFill>
                <a:highlight>
                  <a:srgbClr val="FFFF00"/>
                </a:highlight>
                <a:latin typeface="Consolas" panose="020B0609020204030204" pitchFamily="49" charset="0"/>
              </a:rPr>
              <a:t>{ </a:t>
            </a:r>
            <a:r>
              <a:rPr lang="da-DK" sz="1600">
                <a:solidFill>
                  <a:srgbClr val="0000FF"/>
                </a:solidFill>
                <a:highlight>
                  <a:srgbClr val="FFFF00"/>
                </a:highlight>
                <a:latin typeface="Consolas" panose="020B0609020204030204" pitchFamily="49" charset="0"/>
              </a:rPr>
              <a:t>get</a:t>
            </a:r>
            <a:r>
              <a:rPr lang="da-DK" sz="1600">
                <a:solidFill>
                  <a:srgbClr val="000000"/>
                </a:solidFill>
                <a:highlight>
                  <a:srgbClr val="FFFF00"/>
                </a:highlight>
                <a:latin typeface="Consolas" panose="020B0609020204030204" pitchFamily="49" charset="0"/>
              </a:rPr>
              <a:t>; }</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public</a:t>
            </a:r>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int</a:t>
            </a:r>
            <a:r>
              <a:rPr lang="da-DK" sz="1600">
                <a:solidFill>
                  <a:srgbClr val="000000"/>
                </a:solidFill>
                <a:latin typeface="Consolas" panose="020B0609020204030204" pitchFamily="49" charset="0"/>
              </a:rPr>
              <a:t> PinCode </a:t>
            </a:r>
            <a:r>
              <a:rPr lang="da-DK" sz="1600">
                <a:solidFill>
                  <a:srgbClr val="000000"/>
                </a:solidFill>
                <a:highlight>
                  <a:srgbClr val="FFFF00"/>
                </a:highlight>
                <a:latin typeface="Consolas" panose="020B0609020204030204" pitchFamily="49" charset="0"/>
              </a:rPr>
              <a:t>{ </a:t>
            </a:r>
            <a:r>
              <a:rPr lang="da-DK" sz="1600">
                <a:solidFill>
                  <a:srgbClr val="0000FF"/>
                </a:solidFill>
                <a:highlight>
                  <a:srgbClr val="FFFF00"/>
                </a:highlight>
                <a:latin typeface="Consolas" panose="020B0609020204030204" pitchFamily="49" charset="0"/>
              </a:rPr>
              <a:t>get</a:t>
            </a:r>
            <a:r>
              <a:rPr lang="da-DK" sz="1600">
                <a:solidFill>
                  <a:srgbClr val="000000"/>
                </a:solidFill>
                <a:highlight>
                  <a:srgbClr val="FFFF00"/>
                </a:highlight>
                <a:latin typeface="Consolas" panose="020B0609020204030204" pitchFamily="49" charset="0"/>
              </a:rPr>
              <a:t>; }</a:t>
            </a:r>
          </a:p>
          <a:p>
            <a:endParaRPr lang="da-DK"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Employee(</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firstName, </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lastName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salary,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pinCode</a:t>
            </a:r>
            <a:r>
              <a:rPr lang="en-US" sz="1600">
                <a:solidFill>
                  <a:srgbClr val="000000"/>
                </a:solidFill>
                <a:latin typeface="Consolas" panose="020B0609020204030204" pitchFamily="49" charset="0"/>
              </a:rPr>
              <a:t>) {…</a:t>
            </a:r>
            <a:r>
              <a:rPr lang="da-DK" sz="1600">
                <a:solidFill>
                  <a:srgbClr val="000000"/>
                </a:solidFill>
                <a:latin typeface="Consolas" panose="020B0609020204030204" pitchFamily="49" charset="0"/>
              </a:rPr>
              <a:t>}</a:t>
            </a:r>
          </a:p>
          <a:p>
            <a:endParaRPr lang="da-DK" sz="1600">
              <a:solidFill>
                <a:srgbClr val="000000"/>
              </a:solidFill>
              <a:latin typeface="Consolas" panose="020B0609020204030204" pitchFamily="49" charset="0"/>
            </a:endParaRPr>
          </a:p>
          <a:p>
            <a:r>
              <a:rPr lang="da-DK" sz="1600">
                <a:solidFill>
                  <a:srgbClr val="000000"/>
                </a:solidFill>
                <a:highlight>
                  <a:srgbClr val="FFFF00"/>
                </a:highlight>
                <a:latin typeface="Consolas" panose="020B0609020204030204" pitchFamily="49" charset="0"/>
              </a:rPr>
              <a:t>        </a:t>
            </a:r>
            <a:r>
              <a:rPr lang="da-DK" sz="1600">
                <a:solidFill>
                  <a:srgbClr val="0000FF"/>
                </a:solidFill>
                <a:highlight>
                  <a:srgbClr val="FFFF00"/>
                </a:highlight>
                <a:latin typeface="Consolas" panose="020B0609020204030204" pitchFamily="49" charset="0"/>
              </a:rPr>
              <a:t>public</a:t>
            </a:r>
            <a:r>
              <a:rPr lang="da-DK" sz="1600">
                <a:solidFill>
                  <a:srgbClr val="000000"/>
                </a:solidFill>
                <a:highlight>
                  <a:srgbClr val="FFFF00"/>
                </a:highlight>
                <a:latin typeface="Consolas" panose="020B0609020204030204" pitchFamily="49" charset="0"/>
              </a:rPr>
              <a:t> </a:t>
            </a:r>
            <a:r>
              <a:rPr lang="da-DK" sz="1600">
                <a:solidFill>
                  <a:srgbClr val="0000FF"/>
                </a:solidFill>
                <a:highlight>
                  <a:srgbClr val="FFFF00"/>
                </a:highlight>
                <a:latin typeface="Consolas" panose="020B0609020204030204" pitchFamily="49" charset="0"/>
              </a:rPr>
              <a:t>string</a:t>
            </a:r>
            <a:r>
              <a:rPr lang="da-DK" sz="1600">
                <a:solidFill>
                  <a:srgbClr val="000000"/>
                </a:solidFill>
                <a:highlight>
                  <a:srgbClr val="FFFF00"/>
                </a:highlight>
                <a:latin typeface="Consolas" panose="020B0609020204030204" pitchFamily="49" charset="0"/>
              </a:rPr>
              <a:t> GetFullName() {</a:t>
            </a:r>
          </a:p>
          <a:p>
            <a:r>
              <a:rPr lang="da-DK" sz="1600">
                <a:solidFill>
                  <a:srgbClr val="000000"/>
                </a:solidFill>
                <a:highlight>
                  <a:srgbClr val="FFFF00"/>
                </a:highlight>
                <a:latin typeface="Consolas" panose="020B0609020204030204" pitchFamily="49" charset="0"/>
              </a:rPr>
              <a:t>            </a:t>
            </a:r>
            <a:r>
              <a:rPr lang="da-DK" sz="1600">
                <a:solidFill>
                  <a:srgbClr val="0000FF"/>
                </a:solidFill>
                <a:highlight>
                  <a:srgbClr val="FFFF00"/>
                </a:highlight>
                <a:latin typeface="Consolas" panose="020B0609020204030204" pitchFamily="49" charset="0"/>
              </a:rPr>
              <a:t>return</a:t>
            </a:r>
            <a:r>
              <a:rPr lang="da-DK" sz="1600">
                <a:solidFill>
                  <a:srgbClr val="000000"/>
                </a:solidFill>
                <a:highlight>
                  <a:srgbClr val="FFFF00"/>
                </a:highlight>
                <a:latin typeface="Consolas" panose="020B0609020204030204" pitchFamily="49" charset="0"/>
              </a:rPr>
              <a:t> FirstName + </a:t>
            </a:r>
            <a:r>
              <a:rPr lang="da-DK" sz="1600">
                <a:solidFill>
                  <a:srgbClr val="A31515"/>
                </a:solidFill>
                <a:highlight>
                  <a:srgbClr val="FFFF00"/>
                </a:highlight>
                <a:latin typeface="Consolas" panose="020B0609020204030204" pitchFamily="49" charset="0"/>
              </a:rPr>
              <a:t>' '</a:t>
            </a:r>
            <a:r>
              <a:rPr lang="da-DK" sz="1600">
                <a:solidFill>
                  <a:srgbClr val="000000"/>
                </a:solidFill>
                <a:highlight>
                  <a:srgbClr val="FFFF00"/>
                </a:highlight>
                <a:latin typeface="Consolas" panose="020B0609020204030204" pitchFamily="49" charset="0"/>
              </a:rPr>
              <a:t> + LastName;</a:t>
            </a:r>
          </a:p>
          <a:p>
            <a:r>
              <a:rPr lang="da-DK" sz="1600">
                <a:solidFill>
                  <a:srgbClr val="000000"/>
                </a:solidFill>
                <a:highlight>
                  <a:srgbClr val="FFFF00"/>
                </a:highlight>
                <a:latin typeface="Consolas" panose="020B0609020204030204" pitchFamily="49" charset="0"/>
              </a:rPr>
              <a:t>        }</a:t>
            </a:r>
          </a:p>
          <a:p>
            <a:r>
              <a:rPr lang="da-DK" sz="1600">
                <a:solidFill>
                  <a:srgbClr val="000000"/>
                </a:solidFill>
                <a:latin typeface="Consolas" panose="020B0609020204030204" pitchFamily="49" charset="0"/>
              </a:rPr>
              <a:t>}</a:t>
            </a:r>
            <a:endParaRPr lang="da-DK" sz="1600">
              <a:latin typeface="+mn-lt"/>
            </a:endParaRPr>
          </a:p>
        </p:txBody>
      </p:sp>
      <p:pic>
        <p:nvPicPr>
          <p:cNvPr id="6" name="Graphic 5" descr="Flask">
            <a:extLst>
              <a:ext uri="{FF2B5EF4-FFF2-40B4-BE49-F238E27FC236}">
                <a16:creationId xmlns:a16="http://schemas.microsoft.com/office/drawing/2014/main" id="{FB59B7DD-D403-4AC4-A4A9-66B0340962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4271737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latin typeface="Roboto"/>
              </a:rPr>
              <a:t>Coffee time</a:t>
            </a:r>
          </a:p>
        </p:txBody>
      </p:sp>
      <p:pic>
        <p:nvPicPr>
          <p:cNvPr id="4098" name="Picture 2" descr="Premium Photo | White coffee cup and roasted coffee beans around">
            <a:extLst>
              <a:ext uri="{FF2B5EF4-FFF2-40B4-BE49-F238E27FC236}">
                <a16:creationId xmlns:a16="http://schemas.microsoft.com/office/drawing/2014/main" id="{A3E451E8-870E-4569-9864-8B5DF64FB4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4675" y="1830075"/>
            <a:ext cx="59626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925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2E37-6940-4B07-BF24-512BC061A836}"/>
              </a:ext>
            </a:extLst>
          </p:cNvPr>
          <p:cNvSpPr>
            <a:spLocks noGrp="1"/>
          </p:cNvSpPr>
          <p:nvPr>
            <p:ph type="title"/>
          </p:nvPr>
        </p:nvSpPr>
        <p:spPr/>
        <p:txBody>
          <a:bodyPr/>
          <a:lstStyle/>
          <a:p>
            <a:r>
              <a:rPr lang="en-GB"/>
              <a:t>Structure types</a:t>
            </a:r>
            <a:endParaRPr lang="da-DK"/>
          </a:p>
        </p:txBody>
      </p:sp>
      <p:sp>
        <p:nvSpPr>
          <p:cNvPr id="3" name="Slide Number Placeholder 2">
            <a:extLst>
              <a:ext uri="{FF2B5EF4-FFF2-40B4-BE49-F238E27FC236}">
                <a16:creationId xmlns:a16="http://schemas.microsoft.com/office/drawing/2014/main" id="{4E4D3708-FB6D-43D0-81C9-8F6F9C60F96B}"/>
              </a:ext>
            </a:extLst>
          </p:cNvPr>
          <p:cNvSpPr>
            <a:spLocks noGrp="1"/>
          </p:cNvSpPr>
          <p:nvPr>
            <p:ph type="sldNum" sz="quarter" idx="11"/>
          </p:nvPr>
        </p:nvSpPr>
        <p:spPr/>
        <p:txBody>
          <a:bodyPr/>
          <a:lstStyle/>
          <a:p>
            <a:fld id="{E16BA917-7F09-4B8D-AF07-F52890C14046}" type="slidenum">
              <a:rPr lang="da-DK" smtClean="0"/>
              <a:pPr/>
              <a:t>20</a:t>
            </a:fld>
            <a:endParaRPr lang="da-DK"/>
          </a:p>
        </p:txBody>
      </p:sp>
      <p:sp>
        <p:nvSpPr>
          <p:cNvPr id="4" name="Text Placeholder 3">
            <a:extLst>
              <a:ext uri="{FF2B5EF4-FFF2-40B4-BE49-F238E27FC236}">
                <a16:creationId xmlns:a16="http://schemas.microsoft.com/office/drawing/2014/main" id="{B6F76671-05E7-4FA5-84AB-79F00077C0B1}"/>
              </a:ext>
            </a:extLst>
          </p:cNvPr>
          <p:cNvSpPr>
            <a:spLocks noGrp="1"/>
          </p:cNvSpPr>
          <p:nvPr>
            <p:ph type="body" sz="quarter" idx="17"/>
          </p:nvPr>
        </p:nvSpPr>
        <p:spPr/>
        <p:txBody>
          <a:bodyPr/>
          <a:lstStyle/>
          <a:p>
            <a:r>
              <a:rPr lang="en-GB"/>
              <a:t>definition</a:t>
            </a:r>
            <a:endParaRPr lang="da-DK"/>
          </a:p>
        </p:txBody>
      </p:sp>
      <p:pic>
        <p:nvPicPr>
          <p:cNvPr id="6" name="Picture 5">
            <a:extLst>
              <a:ext uri="{FF2B5EF4-FFF2-40B4-BE49-F238E27FC236}">
                <a16:creationId xmlns:a16="http://schemas.microsoft.com/office/drawing/2014/main" id="{A3EADCFC-D2FC-45D7-9AA9-72D1B26F7472}"/>
              </a:ext>
            </a:extLst>
          </p:cNvPr>
          <p:cNvPicPr>
            <a:picLocks noChangeAspect="1"/>
          </p:cNvPicPr>
          <p:nvPr/>
        </p:nvPicPr>
        <p:blipFill>
          <a:blip r:embed="rId3"/>
          <a:stretch>
            <a:fillRect/>
          </a:stretch>
        </p:blipFill>
        <p:spPr>
          <a:xfrm>
            <a:off x="1011861" y="2736765"/>
            <a:ext cx="3477784" cy="2467734"/>
          </a:xfrm>
          <a:prstGeom prst="rect">
            <a:avLst/>
          </a:prstGeom>
        </p:spPr>
      </p:pic>
      <p:sp>
        <p:nvSpPr>
          <p:cNvPr id="8" name="TextBox 7">
            <a:extLst>
              <a:ext uri="{FF2B5EF4-FFF2-40B4-BE49-F238E27FC236}">
                <a16:creationId xmlns:a16="http://schemas.microsoft.com/office/drawing/2014/main" id="{16F4693B-2148-44A1-B730-6FA85132483A}"/>
              </a:ext>
            </a:extLst>
          </p:cNvPr>
          <p:cNvSpPr txBox="1"/>
          <p:nvPr/>
        </p:nvSpPr>
        <p:spPr>
          <a:xfrm>
            <a:off x="4980950" y="1892594"/>
            <a:ext cx="5432498" cy="1139163"/>
          </a:xfrm>
          <a:prstGeom prst="rect">
            <a:avLst/>
          </a:prstGeom>
          <a:noFill/>
        </p:spPr>
        <p:txBody>
          <a:bodyPr wrap="none" lIns="0" tIns="0" rIns="0" bIns="0" rtlCol="0">
            <a:noAutofit/>
          </a:bodyPr>
          <a:lstStyle/>
          <a:p>
            <a:r>
              <a:rPr lang="da-DK" sz="1600">
                <a:solidFill>
                  <a:srgbClr val="0000FF"/>
                </a:solidFill>
                <a:latin typeface="Consolas" panose="020B0609020204030204" pitchFamily="49" charset="0"/>
              </a:rPr>
              <a:t>namespace</a:t>
            </a:r>
            <a:r>
              <a:rPr lang="da-DK" sz="1600">
                <a:solidFill>
                  <a:srgbClr val="000000"/>
                </a:solidFill>
                <a:latin typeface="Consolas" panose="020B0609020204030204" pitchFamily="49" charset="0"/>
              </a:rPr>
              <a:t> </a:t>
            </a:r>
            <a:r>
              <a:rPr lang="da-DK" sz="1600" err="1">
                <a:solidFill>
                  <a:srgbClr val="000000"/>
                </a:solidFill>
                <a:latin typeface="Consolas" panose="020B0609020204030204" pitchFamily="49" charset="0"/>
              </a:rPr>
              <a:t>DemoConsoleApplication</a:t>
            </a:r>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struct</a:t>
            </a:r>
            <a:r>
              <a:rPr lang="da-DK" sz="1600">
                <a:solidFill>
                  <a:srgbClr val="000000"/>
                </a:solidFill>
                <a:latin typeface="Consolas" panose="020B0609020204030204" pitchFamily="49" charset="0"/>
              </a:rPr>
              <a:t> </a:t>
            </a:r>
            <a:r>
              <a:rPr lang="da-DK" sz="1600">
                <a:solidFill>
                  <a:srgbClr val="2B91AF"/>
                </a:solidFill>
                <a:latin typeface="Consolas" panose="020B0609020204030204" pitchFamily="49" charset="0"/>
              </a:rPr>
              <a:t>SalarySlip</a:t>
            </a:r>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a:t>
            </a:r>
            <a:endParaRPr lang="da-DK" sz="1400">
              <a:latin typeface="+mn-lt"/>
            </a:endParaRPr>
          </a:p>
        </p:txBody>
      </p:sp>
      <p:sp>
        <p:nvSpPr>
          <p:cNvPr id="10" name="TextBox 9">
            <a:extLst>
              <a:ext uri="{FF2B5EF4-FFF2-40B4-BE49-F238E27FC236}">
                <a16:creationId xmlns:a16="http://schemas.microsoft.com/office/drawing/2014/main" id="{8412C139-BB87-4E96-9CBA-458647DD237E}"/>
              </a:ext>
            </a:extLst>
          </p:cNvPr>
          <p:cNvSpPr txBox="1"/>
          <p:nvPr/>
        </p:nvSpPr>
        <p:spPr>
          <a:xfrm>
            <a:off x="4980950" y="3815127"/>
            <a:ext cx="6690350" cy="2541250"/>
          </a:xfrm>
          <a:prstGeom prst="rect">
            <a:avLst/>
          </a:prstGeom>
          <a:noFill/>
        </p:spPr>
        <p:txBody>
          <a:bodyPr wrap="none" lIns="0" tIns="0" rIns="0" bIns="0" rtlCol="0">
            <a:noAutofit/>
          </a:bodyPr>
          <a:lstStyle/>
          <a:p>
            <a:r>
              <a:rPr lang="da-DK" sz="1600">
                <a:solidFill>
                  <a:srgbClr val="0000FF"/>
                </a:solidFill>
                <a:latin typeface="Consolas" panose="020B0609020204030204" pitchFamily="49" charset="0"/>
              </a:rPr>
              <a:t>namespace</a:t>
            </a:r>
            <a:r>
              <a:rPr lang="da-DK" sz="1600">
                <a:solidFill>
                  <a:srgbClr val="000000"/>
                </a:solidFill>
                <a:latin typeface="Consolas" panose="020B0609020204030204" pitchFamily="49" charset="0"/>
              </a:rPr>
              <a:t> </a:t>
            </a:r>
            <a:r>
              <a:rPr lang="da-DK" sz="1600" err="1">
                <a:solidFill>
                  <a:srgbClr val="000000"/>
                </a:solidFill>
                <a:latin typeface="Consolas" panose="020B0609020204030204" pitchFamily="49" charset="0"/>
              </a:rPr>
              <a:t>DemoConsoleApplication</a:t>
            </a:r>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class</a:t>
            </a:r>
            <a:r>
              <a:rPr lang="da-DK" sz="1600">
                <a:solidFill>
                  <a:srgbClr val="000000"/>
                </a:solidFill>
                <a:latin typeface="Consolas" panose="020B0609020204030204" pitchFamily="49" charset="0"/>
              </a:rPr>
              <a:t> </a:t>
            </a:r>
            <a:r>
              <a:rPr lang="da-DK" sz="1600">
                <a:solidFill>
                  <a:srgbClr val="2B91AF"/>
                </a:solidFill>
                <a:latin typeface="Consolas" panose="020B0609020204030204" pitchFamily="49" charset="0"/>
              </a:rPr>
              <a:t>Program</a:t>
            </a:r>
            <a:r>
              <a:rPr lang="da-DK"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args) {</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var</a:t>
            </a:r>
            <a:r>
              <a:rPr lang="da-DK" sz="1600">
                <a:solidFill>
                  <a:srgbClr val="000000"/>
                </a:solidFill>
                <a:latin typeface="Consolas" panose="020B0609020204030204" pitchFamily="49" charset="0"/>
              </a:rPr>
              <a:t> employee1 = </a:t>
            </a:r>
            <a:r>
              <a:rPr lang="da-DK" sz="1600">
                <a:solidFill>
                  <a:srgbClr val="0000FF"/>
                </a:solidFill>
                <a:latin typeface="Consolas" panose="020B0609020204030204" pitchFamily="49" charset="0"/>
              </a:rPr>
              <a:t>new</a:t>
            </a:r>
            <a:r>
              <a:rPr lang="da-DK" sz="1600">
                <a:solidFill>
                  <a:srgbClr val="000000"/>
                </a:solidFill>
                <a:latin typeface="Consolas" panose="020B0609020204030204" pitchFamily="49" charset="0"/>
              </a:rPr>
              <a:t> </a:t>
            </a:r>
            <a:r>
              <a:rPr lang="da-DK" sz="1600">
                <a:solidFill>
                  <a:srgbClr val="2B91AF"/>
                </a:solidFill>
                <a:latin typeface="Consolas" panose="020B0609020204030204" pitchFamily="49" charset="0"/>
              </a:rPr>
              <a:t>SalarySlip</a:t>
            </a:r>
            <a:r>
              <a:rPr lang="da-DK" sz="1600">
                <a:solidFill>
                  <a:srgbClr val="000000"/>
                </a:solidFill>
                <a:latin typeface="Consolas" panose="020B0609020204030204" pitchFamily="49" charset="0"/>
              </a:rPr>
              <a:t>();</a:t>
            </a:r>
          </a:p>
          <a:p>
            <a:r>
              <a:rPr lang="da-DK" sz="1600">
                <a:solidFill>
                  <a:srgbClr val="000000"/>
                </a:solidFill>
                <a:latin typeface="Consolas" panose="020B0609020204030204" pitchFamily="49" charset="0"/>
              </a:rPr>
              <a:t>            </a:t>
            </a:r>
            <a:r>
              <a:rPr lang="da-DK" sz="1600">
                <a:solidFill>
                  <a:srgbClr val="0000FF"/>
                </a:solidFill>
                <a:latin typeface="Consolas" panose="020B0609020204030204" pitchFamily="49" charset="0"/>
              </a:rPr>
              <a:t>var</a:t>
            </a:r>
            <a:r>
              <a:rPr lang="da-DK" sz="1600">
                <a:solidFill>
                  <a:srgbClr val="000000"/>
                </a:solidFill>
                <a:latin typeface="Consolas" panose="020B0609020204030204" pitchFamily="49" charset="0"/>
              </a:rPr>
              <a:t> employee2 = </a:t>
            </a:r>
            <a:r>
              <a:rPr lang="da-DK" sz="1600">
                <a:solidFill>
                  <a:srgbClr val="0000FF"/>
                </a:solidFill>
                <a:latin typeface="Consolas" panose="020B0609020204030204" pitchFamily="49" charset="0"/>
              </a:rPr>
              <a:t>new</a:t>
            </a:r>
            <a:r>
              <a:rPr lang="da-DK" sz="1600">
                <a:solidFill>
                  <a:srgbClr val="000000"/>
                </a:solidFill>
                <a:latin typeface="Consolas" panose="020B0609020204030204" pitchFamily="49" charset="0"/>
              </a:rPr>
              <a:t> </a:t>
            </a:r>
            <a:r>
              <a:rPr lang="da-DK" sz="1600">
                <a:solidFill>
                  <a:srgbClr val="2B91AF"/>
                </a:solidFill>
                <a:latin typeface="Consolas" panose="020B0609020204030204" pitchFamily="49" charset="0"/>
              </a:rPr>
              <a:t>SalarySlip</a:t>
            </a:r>
            <a:r>
              <a:rPr lang="da-DK" sz="1600">
                <a:solidFill>
                  <a:srgbClr val="000000"/>
                </a:solidFill>
                <a:latin typeface="Consolas" panose="020B0609020204030204" pitchFamily="49" charset="0"/>
              </a:rPr>
              <a:t>();</a:t>
            </a:r>
          </a:p>
          <a:p>
            <a:r>
              <a:rPr lang="da-DK" sz="1600">
                <a:solidFill>
                  <a:srgbClr val="000000"/>
                </a:solidFill>
                <a:latin typeface="Consolas" panose="020B0609020204030204" pitchFamily="49" charset="0"/>
              </a:rPr>
              <a:t>        } </a:t>
            </a:r>
          </a:p>
          <a:p>
            <a:r>
              <a:rPr lang="da-DK" sz="1600">
                <a:solidFill>
                  <a:srgbClr val="000000"/>
                </a:solidFill>
                <a:latin typeface="Consolas" panose="020B0609020204030204" pitchFamily="49" charset="0"/>
              </a:rPr>
              <a:t>    } </a:t>
            </a:r>
          </a:p>
          <a:p>
            <a:r>
              <a:rPr lang="da-DK" sz="1600">
                <a:solidFill>
                  <a:srgbClr val="000000"/>
                </a:solidFill>
                <a:latin typeface="Consolas" panose="020B0609020204030204" pitchFamily="49" charset="0"/>
              </a:rPr>
              <a:t>}</a:t>
            </a:r>
          </a:p>
        </p:txBody>
      </p:sp>
      <p:cxnSp>
        <p:nvCxnSpPr>
          <p:cNvPr id="13" name="Straight Arrow Connector 12">
            <a:extLst>
              <a:ext uri="{FF2B5EF4-FFF2-40B4-BE49-F238E27FC236}">
                <a16:creationId xmlns:a16="http://schemas.microsoft.com/office/drawing/2014/main" id="{0797EC49-298D-4108-AB4E-483CFE9A06B2}"/>
              </a:ext>
            </a:extLst>
          </p:cNvPr>
          <p:cNvCxnSpPr>
            <a:cxnSpLocks/>
          </p:cNvCxnSpPr>
          <p:nvPr/>
        </p:nvCxnSpPr>
        <p:spPr>
          <a:xfrm flipV="1">
            <a:off x="3114675" y="2390775"/>
            <a:ext cx="2266950" cy="2400300"/>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CD84A86A-C69D-42D9-B3B1-7D53510E81C4}"/>
              </a:ext>
            </a:extLst>
          </p:cNvPr>
          <p:cNvCxnSpPr>
            <a:cxnSpLocks/>
          </p:cNvCxnSpPr>
          <p:nvPr/>
        </p:nvCxnSpPr>
        <p:spPr>
          <a:xfrm>
            <a:off x="6603146" y="2470069"/>
            <a:ext cx="2521804" cy="2101931"/>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23806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58EA-A277-4886-9986-0A62A386A31A}"/>
              </a:ext>
            </a:extLst>
          </p:cNvPr>
          <p:cNvSpPr>
            <a:spLocks noGrp="1"/>
          </p:cNvSpPr>
          <p:nvPr>
            <p:ph type="title"/>
          </p:nvPr>
        </p:nvSpPr>
        <p:spPr/>
        <p:txBody>
          <a:bodyPr/>
          <a:lstStyle/>
          <a:p>
            <a:r>
              <a:rPr lang="en-GB"/>
              <a:t>Structure types</a:t>
            </a:r>
            <a:endParaRPr lang="da-DK"/>
          </a:p>
        </p:txBody>
      </p:sp>
      <p:sp>
        <p:nvSpPr>
          <p:cNvPr id="3" name="Slide Number Placeholder 2">
            <a:extLst>
              <a:ext uri="{FF2B5EF4-FFF2-40B4-BE49-F238E27FC236}">
                <a16:creationId xmlns:a16="http://schemas.microsoft.com/office/drawing/2014/main" id="{DFA1FE03-9EE1-4026-AC8E-7E24B3328A17}"/>
              </a:ext>
            </a:extLst>
          </p:cNvPr>
          <p:cNvSpPr>
            <a:spLocks noGrp="1"/>
          </p:cNvSpPr>
          <p:nvPr>
            <p:ph type="sldNum" sz="quarter" idx="11"/>
          </p:nvPr>
        </p:nvSpPr>
        <p:spPr/>
        <p:txBody>
          <a:bodyPr/>
          <a:lstStyle/>
          <a:p>
            <a:fld id="{E16BA917-7F09-4B8D-AF07-F52890C14046}" type="slidenum">
              <a:rPr lang="da-DK" smtClean="0"/>
              <a:pPr/>
              <a:t>21</a:t>
            </a:fld>
            <a:endParaRPr lang="da-DK"/>
          </a:p>
        </p:txBody>
      </p:sp>
      <p:sp>
        <p:nvSpPr>
          <p:cNvPr id="4" name="Text Placeholder 3">
            <a:extLst>
              <a:ext uri="{FF2B5EF4-FFF2-40B4-BE49-F238E27FC236}">
                <a16:creationId xmlns:a16="http://schemas.microsoft.com/office/drawing/2014/main" id="{DDBC2D64-0A68-40F6-8D4E-FABF9282906C}"/>
              </a:ext>
            </a:extLst>
          </p:cNvPr>
          <p:cNvSpPr>
            <a:spLocks noGrp="1"/>
          </p:cNvSpPr>
          <p:nvPr>
            <p:ph type="body" sz="quarter" idx="17"/>
          </p:nvPr>
        </p:nvSpPr>
        <p:spPr/>
        <p:txBody>
          <a:bodyPr/>
          <a:lstStyle/>
          <a:p>
            <a:r>
              <a:rPr lang="da-DK" err="1">
                <a:latin typeface="+mj-lt"/>
              </a:rPr>
              <a:t>Limitations</a:t>
            </a:r>
            <a:endParaRPr lang="da-DK">
              <a:latin typeface="+mj-lt"/>
            </a:endParaRPr>
          </a:p>
        </p:txBody>
      </p:sp>
      <p:sp>
        <p:nvSpPr>
          <p:cNvPr id="6" name="TextBox 5">
            <a:extLst>
              <a:ext uri="{FF2B5EF4-FFF2-40B4-BE49-F238E27FC236}">
                <a16:creationId xmlns:a16="http://schemas.microsoft.com/office/drawing/2014/main" id="{EB707917-C3E8-498F-A645-F3B509C26421}"/>
              </a:ext>
            </a:extLst>
          </p:cNvPr>
          <p:cNvSpPr txBox="1"/>
          <p:nvPr/>
        </p:nvSpPr>
        <p:spPr>
          <a:xfrm>
            <a:off x="649138" y="1575367"/>
            <a:ext cx="10850033" cy="3247043"/>
          </a:xfrm>
          <a:prstGeom prst="rect">
            <a:avLst/>
          </a:prstGeom>
          <a:noFill/>
        </p:spPr>
        <p:txBody>
          <a:bodyPr wrap="square">
            <a:spAutoFit/>
          </a:bodyPr>
          <a:lstStyle/>
          <a:p>
            <a:pPr algn="l">
              <a:spcAft>
                <a:spcPts val="600"/>
              </a:spcAft>
            </a:pPr>
            <a:r>
              <a:rPr lang="en-US" sz="2000" b="0" i="0">
                <a:solidFill>
                  <a:srgbClr val="171717"/>
                </a:solidFill>
                <a:effectLst/>
                <a:latin typeface="+mn-lt"/>
              </a:rPr>
              <a:t>When you design a structure type, you have the same capabilities as with a </a:t>
            </a:r>
            <a:r>
              <a:rPr lang="en-US" sz="2000" b="0" i="0" u="none" strike="noStrike">
                <a:solidFill>
                  <a:srgbClr val="171717"/>
                </a:solidFill>
                <a:effectLst/>
                <a:latin typeface="+mn-lt"/>
                <a:hlinkClick r:id="rId2"/>
              </a:rPr>
              <a:t>class</a:t>
            </a:r>
            <a:r>
              <a:rPr lang="en-US" sz="2000" b="0" i="0">
                <a:solidFill>
                  <a:srgbClr val="171717"/>
                </a:solidFill>
                <a:effectLst/>
                <a:latin typeface="+mn-lt"/>
              </a:rPr>
              <a:t> type, with the following exceptions:</a:t>
            </a:r>
          </a:p>
          <a:p>
            <a:pPr marL="285750" indent="-285750" algn="l">
              <a:spcAft>
                <a:spcPts val="600"/>
              </a:spcAft>
              <a:buClr>
                <a:schemeClr val="accent2"/>
              </a:buClr>
              <a:buFont typeface="Arial" panose="020B0604020202020204" pitchFamily="34" charset="0"/>
              <a:buChar char="•"/>
            </a:pPr>
            <a:r>
              <a:rPr lang="en-US" sz="2000" b="0" i="0">
                <a:solidFill>
                  <a:srgbClr val="171717"/>
                </a:solidFill>
                <a:effectLst/>
                <a:latin typeface="+mn-lt"/>
              </a:rPr>
              <a:t>You can't declare a </a:t>
            </a:r>
            <a:r>
              <a:rPr lang="en-US" sz="2000" b="0" i="0" err="1">
                <a:solidFill>
                  <a:srgbClr val="171717"/>
                </a:solidFill>
                <a:effectLst/>
                <a:latin typeface="+mn-lt"/>
              </a:rPr>
              <a:t>parameterless</a:t>
            </a:r>
            <a:r>
              <a:rPr lang="en-US" sz="2000" b="0" i="0">
                <a:solidFill>
                  <a:srgbClr val="171717"/>
                </a:solidFill>
                <a:effectLst/>
                <a:latin typeface="+mn-lt"/>
              </a:rPr>
              <a:t> constructor. Every structure type already provides an implicit </a:t>
            </a:r>
            <a:r>
              <a:rPr lang="en-US" sz="2000" b="0" i="0" err="1">
                <a:solidFill>
                  <a:srgbClr val="171717"/>
                </a:solidFill>
                <a:effectLst/>
                <a:latin typeface="+mn-lt"/>
              </a:rPr>
              <a:t>parameterless</a:t>
            </a:r>
            <a:r>
              <a:rPr lang="en-US" sz="2000" b="0" i="0">
                <a:solidFill>
                  <a:srgbClr val="171717"/>
                </a:solidFill>
                <a:effectLst/>
                <a:latin typeface="+mn-lt"/>
              </a:rPr>
              <a:t> constructor that produces the </a:t>
            </a:r>
            <a:r>
              <a:rPr lang="en-US" sz="2000" b="0" i="0" u="none" strike="noStrike">
                <a:solidFill>
                  <a:srgbClr val="171717"/>
                </a:solidFill>
                <a:effectLst/>
                <a:latin typeface="+mn-lt"/>
                <a:hlinkClick r:id="rId3"/>
              </a:rPr>
              <a:t>default value</a:t>
            </a:r>
            <a:r>
              <a:rPr lang="en-US" sz="2000" b="0" i="0">
                <a:solidFill>
                  <a:srgbClr val="171717"/>
                </a:solidFill>
                <a:effectLst/>
                <a:latin typeface="+mn-lt"/>
              </a:rPr>
              <a:t> of the type.</a:t>
            </a:r>
          </a:p>
          <a:p>
            <a:pPr marL="285750" indent="-285750" algn="l">
              <a:spcAft>
                <a:spcPts val="600"/>
              </a:spcAft>
              <a:buClr>
                <a:schemeClr val="accent2"/>
              </a:buClr>
              <a:buFont typeface="Arial" panose="020B0604020202020204" pitchFamily="34" charset="0"/>
              <a:buChar char="•"/>
            </a:pPr>
            <a:r>
              <a:rPr lang="en-US" sz="2000" b="0" i="0">
                <a:solidFill>
                  <a:srgbClr val="171717"/>
                </a:solidFill>
                <a:effectLst/>
                <a:latin typeface="+mn-lt"/>
              </a:rPr>
              <a:t>You can't initialize an instance field or property at its declaration. </a:t>
            </a:r>
          </a:p>
          <a:p>
            <a:pPr marL="285750" indent="-285750" algn="l">
              <a:spcAft>
                <a:spcPts val="600"/>
              </a:spcAft>
              <a:buClr>
                <a:schemeClr val="accent2"/>
              </a:buClr>
              <a:buFont typeface="Arial" panose="020B0604020202020204" pitchFamily="34" charset="0"/>
              <a:buChar char="•"/>
            </a:pPr>
            <a:r>
              <a:rPr lang="en-US" sz="2000" b="0" i="0">
                <a:solidFill>
                  <a:srgbClr val="171717"/>
                </a:solidFill>
                <a:effectLst/>
                <a:latin typeface="+mn-lt"/>
              </a:rPr>
              <a:t>A constructor of a structure type must initialize all instance fields of the type.</a:t>
            </a:r>
          </a:p>
          <a:p>
            <a:pPr marL="285750" indent="-285750" algn="l">
              <a:spcAft>
                <a:spcPts val="600"/>
              </a:spcAft>
              <a:buClr>
                <a:schemeClr val="accent2"/>
              </a:buClr>
              <a:buFont typeface="Arial" panose="020B0604020202020204" pitchFamily="34" charset="0"/>
              <a:buChar char="•"/>
            </a:pPr>
            <a:r>
              <a:rPr lang="en-US" sz="2000" b="0" i="0">
                <a:solidFill>
                  <a:srgbClr val="171717"/>
                </a:solidFill>
                <a:effectLst/>
                <a:latin typeface="+mn-lt"/>
              </a:rPr>
              <a:t>A structure type can't inherit from other class or structure type and it can't be the base of a class. However, a structure type can implement </a:t>
            </a:r>
            <a:r>
              <a:rPr lang="en-US" sz="2000" b="0" i="0" u="none" strike="noStrike">
                <a:solidFill>
                  <a:srgbClr val="171717"/>
                </a:solidFill>
                <a:effectLst/>
                <a:latin typeface="+mn-lt"/>
                <a:hlinkClick r:id="rId4"/>
              </a:rPr>
              <a:t>interfaces</a:t>
            </a:r>
            <a:r>
              <a:rPr lang="en-US" sz="2000" b="0" i="0">
                <a:solidFill>
                  <a:srgbClr val="171717"/>
                </a:solidFill>
                <a:effectLst/>
                <a:latin typeface="+mn-lt"/>
              </a:rPr>
              <a:t>.</a:t>
            </a:r>
          </a:p>
          <a:p>
            <a:pPr marL="285750" indent="-285750" algn="l">
              <a:spcAft>
                <a:spcPts val="600"/>
              </a:spcAft>
              <a:buClr>
                <a:schemeClr val="accent2"/>
              </a:buClr>
              <a:buFont typeface="Arial" panose="020B0604020202020204" pitchFamily="34" charset="0"/>
              <a:buChar char="•"/>
            </a:pPr>
            <a:r>
              <a:rPr lang="en-US" sz="2000" b="0" i="0">
                <a:solidFill>
                  <a:srgbClr val="171717"/>
                </a:solidFill>
                <a:effectLst/>
                <a:latin typeface="+mn-lt"/>
              </a:rPr>
              <a:t>You can't declare a </a:t>
            </a:r>
            <a:r>
              <a:rPr lang="en-US" sz="2000" b="0" i="0" u="none" strike="noStrike">
                <a:solidFill>
                  <a:srgbClr val="171717"/>
                </a:solidFill>
                <a:effectLst/>
                <a:latin typeface="+mn-lt"/>
                <a:hlinkClick r:id="rId5"/>
              </a:rPr>
              <a:t>finalizer</a:t>
            </a:r>
            <a:r>
              <a:rPr lang="en-US" sz="2000" b="0" i="0">
                <a:solidFill>
                  <a:srgbClr val="171717"/>
                </a:solidFill>
                <a:effectLst/>
                <a:latin typeface="+mn-lt"/>
              </a:rPr>
              <a:t> within a structure type.</a:t>
            </a:r>
          </a:p>
        </p:txBody>
      </p:sp>
    </p:spTree>
    <p:extLst>
      <p:ext uri="{BB962C8B-B14F-4D97-AF65-F5344CB8AC3E}">
        <p14:creationId xmlns:p14="http://schemas.microsoft.com/office/powerpoint/2010/main" val="3744312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22</a:t>
            </a:fld>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Reference type</a:t>
            </a:r>
            <a:endParaRPr lang="en-US" b="0" i="0">
              <a:solidFill>
                <a:srgbClr val="212121"/>
              </a:solidFill>
              <a:effectLst/>
            </a:endParaRPr>
          </a:p>
        </p:txBody>
      </p:sp>
      <p:sp>
        <p:nvSpPr>
          <p:cNvPr id="8" name="Content Placeholder 7">
            <a:extLst>
              <a:ext uri="{FF2B5EF4-FFF2-40B4-BE49-F238E27FC236}">
                <a16:creationId xmlns:a16="http://schemas.microsoft.com/office/drawing/2014/main" id="{7684AB7A-770E-4C0E-A729-4E7C16BD2FE0}"/>
              </a:ext>
            </a:extLst>
          </p:cNvPr>
          <p:cNvSpPr>
            <a:spLocks noGrp="1"/>
          </p:cNvSpPr>
          <p:nvPr>
            <p:ph sz="quarter" idx="19"/>
          </p:nvPr>
        </p:nvSpPr>
        <p:spPr>
          <a:xfrm>
            <a:off x="718059" y="2737805"/>
            <a:ext cx="4210449" cy="2233935"/>
          </a:xfrm>
        </p:spPr>
        <p:txBody>
          <a:bodyPr/>
          <a:lstStyle/>
          <a:p>
            <a:pPr marL="0" indent="0">
              <a:buNone/>
            </a:pPr>
            <a:endParaRPr lang="en-US" sz="1200" noProof="1">
              <a:solidFill>
                <a:srgbClr val="2B91AF"/>
              </a:solidFill>
              <a:latin typeface="Consolas" panose="020B0609020204030204" pitchFamily="49" charset="0"/>
            </a:endParaRPr>
          </a:p>
          <a:p>
            <a:pPr marL="0" indent="0">
              <a:spcBef>
                <a:spcPts val="0"/>
              </a:spcBef>
              <a:spcAft>
                <a:spcPts val="0"/>
              </a:spcAft>
              <a:buNone/>
            </a:pPr>
            <a:r>
              <a:rPr lang="en-US" sz="1600" noProof="1">
                <a:solidFill>
                  <a:srgbClr val="0000FF"/>
                </a:solidFill>
                <a:latin typeface="Consolas" panose="020B0609020204030204" pitchFamily="49" charset="0"/>
              </a:rPr>
              <a:t>var</a:t>
            </a:r>
            <a:r>
              <a:rPr lang="en-US" sz="1600" noProof="1">
                <a:solidFill>
                  <a:srgbClr val="000000"/>
                </a:solidFill>
                <a:latin typeface="Consolas" panose="020B0609020204030204" pitchFamily="49" charset="0"/>
              </a:rPr>
              <a:t> employee1 = </a:t>
            </a:r>
            <a:r>
              <a:rPr lang="en-US" sz="1600" noProof="1">
                <a:solidFill>
                  <a:srgbClr val="0000FF"/>
                </a:solidFill>
                <a:latin typeface="Consolas" panose="020B0609020204030204" pitchFamily="49" charset="0"/>
              </a:rPr>
              <a:t>new</a:t>
            </a:r>
            <a:r>
              <a:rPr lang="en-US" sz="1600" noProof="1">
                <a:solidFill>
                  <a:srgbClr val="000000"/>
                </a:solidFill>
                <a:latin typeface="Consolas" panose="020B0609020204030204" pitchFamily="49" charset="0"/>
              </a:rPr>
              <a:t> </a:t>
            </a:r>
            <a:r>
              <a:rPr lang="en-US" sz="1600" noProof="1">
                <a:solidFill>
                  <a:srgbClr val="2B91AF"/>
                </a:solidFill>
                <a:latin typeface="Consolas" panose="020B0609020204030204" pitchFamily="49" charset="0"/>
              </a:rPr>
              <a:t>Employee</a:t>
            </a:r>
            <a:r>
              <a:rPr lang="en-US" sz="1600" noProof="1">
                <a:solidFill>
                  <a:srgbClr val="000000"/>
                </a:solidFill>
                <a:latin typeface="Consolas" panose="020B0609020204030204" pitchFamily="49" charset="0"/>
              </a:rPr>
              <a:t>(</a:t>
            </a:r>
            <a:r>
              <a:rPr lang="en-US" sz="1600" noProof="1">
                <a:latin typeface="Consolas" panose="020B0609020204030204" pitchFamily="49" charset="0"/>
              </a:rPr>
              <a:t>…</a:t>
            </a:r>
            <a:r>
              <a:rPr lang="en-US" sz="1600" noProof="1">
                <a:solidFill>
                  <a:srgbClr val="000000"/>
                </a:solidFill>
                <a:latin typeface="Consolas" panose="020B0609020204030204" pitchFamily="49" charset="0"/>
              </a:rPr>
              <a:t>);</a:t>
            </a:r>
          </a:p>
          <a:p>
            <a:pPr marL="0" indent="0">
              <a:spcBef>
                <a:spcPts val="0"/>
              </a:spcBef>
              <a:spcAft>
                <a:spcPts val="0"/>
              </a:spcAft>
              <a:buNone/>
            </a:pPr>
            <a:endParaRPr lang="en-US" sz="1600" noProof="1">
              <a:solidFill>
                <a:srgbClr val="2B91AF"/>
              </a:solidFill>
              <a:latin typeface="Consolas" panose="020B0609020204030204" pitchFamily="49" charset="0"/>
            </a:endParaRPr>
          </a:p>
          <a:p>
            <a:pPr marL="0" indent="0">
              <a:spcBef>
                <a:spcPts val="0"/>
              </a:spcBef>
              <a:spcAft>
                <a:spcPts val="0"/>
              </a:spcAft>
              <a:buNone/>
            </a:pPr>
            <a:endParaRPr lang="en-US" sz="1600" noProof="1">
              <a:solidFill>
                <a:srgbClr val="2B91AF"/>
              </a:solidFill>
              <a:latin typeface="Consolas" panose="020B0609020204030204" pitchFamily="49" charset="0"/>
            </a:endParaRPr>
          </a:p>
          <a:p>
            <a:pPr marL="0" indent="0">
              <a:spcBef>
                <a:spcPts val="0"/>
              </a:spcBef>
              <a:spcAft>
                <a:spcPts val="0"/>
              </a:spcAft>
              <a:buNone/>
            </a:pPr>
            <a:r>
              <a:rPr lang="en-US" sz="1600" noProof="1">
                <a:solidFill>
                  <a:srgbClr val="2B91AF"/>
                </a:solidFill>
                <a:latin typeface="Consolas" panose="020B0609020204030204" pitchFamily="49" charset="0"/>
              </a:rPr>
              <a:t>Employee</a:t>
            </a:r>
            <a:r>
              <a:rPr lang="en-US" sz="1600" noProof="1">
                <a:solidFill>
                  <a:srgbClr val="000000"/>
                </a:solidFill>
                <a:latin typeface="Consolas" panose="020B0609020204030204" pitchFamily="49" charset="0"/>
              </a:rPr>
              <a:t> employee2 = </a:t>
            </a:r>
            <a:r>
              <a:rPr lang="en-US" sz="1600" noProof="1">
                <a:solidFill>
                  <a:srgbClr val="0000FF"/>
                </a:solidFill>
                <a:latin typeface="Consolas" panose="020B0609020204030204" pitchFamily="49" charset="0"/>
              </a:rPr>
              <a:t>new</a:t>
            </a:r>
            <a:r>
              <a:rPr lang="en-US" sz="1600" noProof="1">
                <a:solidFill>
                  <a:srgbClr val="000000"/>
                </a:solidFill>
                <a:latin typeface="Consolas" panose="020B0609020204030204" pitchFamily="49" charset="0"/>
              </a:rPr>
              <a:t> </a:t>
            </a:r>
            <a:r>
              <a:rPr lang="en-US" sz="1600" noProof="1">
                <a:solidFill>
                  <a:srgbClr val="2B91AF"/>
                </a:solidFill>
                <a:latin typeface="Consolas" panose="020B0609020204030204" pitchFamily="49" charset="0"/>
              </a:rPr>
              <a:t>Employee</a:t>
            </a:r>
            <a:r>
              <a:rPr lang="en-US" sz="1600" noProof="1">
                <a:solidFill>
                  <a:srgbClr val="000000"/>
                </a:solidFill>
                <a:latin typeface="Consolas" panose="020B0609020204030204" pitchFamily="49" charset="0"/>
              </a:rPr>
              <a:t>(</a:t>
            </a:r>
            <a:r>
              <a:rPr lang="en-US" sz="1600" noProof="1">
                <a:latin typeface="Consolas" panose="020B0609020204030204" pitchFamily="49" charset="0"/>
              </a:rPr>
              <a:t>…</a:t>
            </a:r>
            <a:r>
              <a:rPr lang="en-US" sz="1600" noProof="1">
                <a:solidFill>
                  <a:srgbClr val="000000"/>
                </a:solidFill>
                <a:latin typeface="Consolas" panose="020B0609020204030204" pitchFamily="49" charset="0"/>
              </a:rPr>
              <a:t>);</a:t>
            </a:r>
          </a:p>
          <a:p>
            <a:pPr marL="0" indent="0">
              <a:spcBef>
                <a:spcPts val="0"/>
              </a:spcBef>
              <a:spcAft>
                <a:spcPts val="0"/>
              </a:spcAft>
              <a:buNone/>
            </a:pPr>
            <a:endParaRPr lang="en-US" sz="1600" noProof="1">
              <a:solidFill>
                <a:srgbClr val="0000FF"/>
              </a:solidFill>
              <a:latin typeface="Consolas" panose="020B0609020204030204" pitchFamily="49" charset="0"/>
            </a:endParaRPr>
          </a:p>
          <a:p>
            <a:pPr marL="0" indent="0">
              <a:spcBef>
                <a:spcPts val="0"/>
              </a:spcBef>
              <a:spcAft>
                <a:spcPts val="0"/>
              </a:spcAft>
              <a:buNone/>
            </a:pPr>
            <a:endParaRPr lang="en-US" sz="1600" noProof="1">
              <a:solidFill>
                <a:srgbClr val="0000FF"/>
              </a:solidFill>
              <a:latin typeface="Consolas" panose="020B0609020204030204" pitchFamily="49" charset="0"/>
            </a:endParaRPr>
          </a:p>
          <a:p>
            <a:pPr marL="0" indent="0">
              <a:spcBef>
                <a:spcPts val="0"/>
              </a:spcBef>
              <a:spcAft>
                <a:spcPts val="0"/>
              </a:spcAft>
              <a:buNone/>
            </a:pPr>
            <a:r>
              <a:rPr lang="en-US" sz="1600" noProof="1">
                <a:solidFill>
                  <a:srgbClr val="0000FF"/>
                </a:solidFill>
                <a:latin typeface="Consolas" panose="020B0609020204030204" pitchFamily="49" charset="0"/>
              </a:rPr>
              <a:t>object</a:t>
            </a:r>
            <a:r>
              <a:rPr lang="en-US" sz="1600" noProof="1">
                <a:solidFill>
                  <a:srgbClr val="000000"/>
                </a:solidFill>
                <a:latin typeface="Consolas" panose="020B0609020204030204" pitchFamily="49" charset="0"/>
              </a:rPr>
              <a:t> employee3 = </a:t>
            </a:r>
            <a:r>
              <a:rPr lang="en-US" sz="1600" noProof="1">
                <a:solidFill>
                  <a:srgbClr val="0000FF"/>
                </a:solidFill>
                <a:latin typeface="Consolas" panose="020B0609020204030204" pitchFamily="49" charset="0"/>
              </a:rPr>
              <a:t>new</a:t>
            </a:r>
            <a:r>
              <a:rPr lang="en-US" sz="1600" noProof="1">
                <a:solidFill>
                  <a:srgbClr val="000000"/>
                </a:solidFill>
                <a:latin typeface="Consolas" panose="020B0609020204030204" pitchFamily="49" charset="0"/>
              </a:rPr>
              <a:t> </a:t>
            </a:r>
            <a:r>
              <a:rPr lang="en-US" sz="1600" noProof="1">
                <a:solidFill>
                  <a:srgbClr val="2B91AF"/>
                </a:solidFill>
                <a:latin typeface="Consolas" panose="020B0609020204030204" pitchFamily="49" charset="0"/>
              </a:rPr>
              <a:t>Employee</a:t>
            </a:r>
            <a:r>
              <a:rPr lang="en-US" sz="1600" noProof="1">
                <a:solidFill>
                  <a:srgbClr val="000000"/>
                </a:solidFill>
                <a:latin typeface="Consolas" panose="020B0609020204030204" pitchFamily="49" charset="0"/>
              </a:rPr>
              <a:t>(</a:t>
            </a:r>
            <a:r>
              <a:rPr lang="en-US" sz="1600" noProof="1">
                <a:latin typeface="Consolas" panose="020B0609020204030204" pitchFamily="49" charset="0"/>
              </a:rPr>
              <a:t>…</a:t>
            </a:r>
            <a:r>
              <a:rPr lang="en-US" sz="1600" noProof="1">
                <a:solidFill>
                  <a:srgbClr val="000000"/>
                </a:solidFill>
                <a:latin typeface="Consolas" panose="020B0609020204030204" pitchFamily="49" charset="0"/>
              </a:rPr>
              <a:t>);</a:t>
            </a:r>
          </a:p>
        </p:txBody>
      </p:sp>
      <p:sp>
        <p:nvSpPr>
          <p:cNvPr id="5" name="Oval 4">
            <a:extLst>
              <a:ext uri="{FF2B5EF4-FFF2-40B4-BE49-F238E27FC236}">
                <a16:creationId xmlns:a16="http://schemas.microsoft.com/office/drawing/2014/main" id="{B6025FEC-3ADD-4C56-B88E-A6630926CBF2}"/>
              </a:ext>
            </a:extLst>
          </p:cNvPr>
          <p:cNvSpPr/>
          <p:nvPr/>
        </p:nvSpPr>
        <p:spPr>
          <a:xfrm>
            <a:off x="6096000" y="2906678"/>
            <a:ext cx="4491954" cy="2076242"/>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7" name="TextBox 6">
            <a:extLst>
              <a:ext uri="{FF2B5EF4-FFF2-40B4-BE49-F238E27FC236}">
                <a16:creationId xmlns:a16="http://schemas.microsoft.com/office/drawing/2014/main" id="{7E820F20-8078-44E3-9B73-A8D90B430B2C}"/>
              </a:ext>
            </a:extLst>
          </p:cNvPr>
          <p:cNvSpPr txBox="1"/>
          <p:nvPr/>
        </p:nvSpPr>
        <p:spPr>
          <a:xfrm>
            <a:off x="9605903" y="3368762"/>
            <a:ext cx="524188" cy="276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Heap</a:t>
            </a:r>
          </a:p>
        </p:txBody>
      </p:sp>
      <p:sp>
        <p:nvSpPr>
          <p:cNvPr id="9" name="Speech Bubble: Oval 8">
            <a:extLst>
              <a:ext uri="{FF2B5EF4-FFF2-40B4-BE49-F238E27FC236}">
                <a16:creationId xmlns:a16="http://schemas.microsoft.com/office/drawing/2014/main" id="{B1E36308-0F8D-42A5-A2B5-1EB920BD4747}"/>
              </a:ext>
            </a:extLst>
          </p:cNvPr>
          <p:cNvSpPr/>
          <p:nvPr/>
        </p:nvSpPr>
        <p:spPr>
          <a:xfrm>
            <a:off x="8389996" y="1527887"/>
            <a:ext cx="3711333" cy="1454099"/>
          </a:xfrm>
          <a:prstGeom prst="wedgeEllipseCallout">
            <a:avLst>
              <a:gd name="adj1" fmla="val -9139"/>
              <a:gd name="adj2" fmla="val 73786"/>
            </a:avLst>
          </a:prstGeom>
          <a:solidFill>
            <a:schemeClr val="bg1"/>
          </a:solidFill>
          <a:ln>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i="1">
                <a:solidFill>
                  <a:schemeClr val="accent6">
                    <a:lumMod val="25000"/>
                  </a:schemeClr>
                </a:solidFill>
              </a:rPr>
              <a:t>The heap is a block of memory in which objects (i.e., reference-type instances) reside. Whenever a new object is created, it is allocated on the heap, and a reference to that object is returned</a:t>
            </a:r>
            <a:r>
              <a:rPr lang="en-US" sz="1100" i="1">
                <a:solidFill>
                  <a:schemeClr val="accent6">
                    <a:lumMod val="75000"/>
                  </a:schemeClr>
                </a:solidFill>
              </a:rPr>
              <a:t>.</a:t>
            </a:r>
          </a:p>
        </p:txBody>
      </p:sp>
      <p:sp>
        <p:nvSpPr>
          <p:cNvPr id="19" name="Oval 18">
            <a:extLst>
              <a:ext uri="{FF2B5EF4-FFF2-40B4-BE49-F238E27FC236}">
                <a16:creationId xmlns:a16="http://schemas.microsoft.com/office/drawing/2014/main" id="{B5AC9A29-B6DC-48AE-A157-FDC7C66527E7}"/>
              </a:ext>
            </a:extLst>
          </p:cNvPr>
          <p:cNvSpPr/>
          <p:nvPr/>
        </p:nvSpPr>
        <p:spPr>
          <a:xfrm>
            <a:off x="7845388" y="4309146"/>
            <a:ext cx="1158372" cy="394447"/>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noProof="1">
                <a:solidFill>
                  <a:schemeClr val="tx1"/>
                </a:solidFill>
                <a:latin typeface="Consolas" panose="020B0609020204030204" pitchFamily="49" charset="0"/>
              </a:rPr>
              <a:t>employee3</a:t>
            </a:r>
            <a:endParaRPr lang="en-US" sz="1000">
              <a:solidFill>
                <a:schemeClr val="tx1"/>
              </a:solidFill>
            </a:endParaRPr>
          </a:p>
        </p:txBody>
      </p:sp>
      <p:sp>
        <p:nvSpPr>
          <p:cNvPr id="29" name="Oval 28">
            <a:extLst>
              <a:ext uri="{FF2B5EF4-FFF2-40B4-BE49-F238E27FC236}">
                <a16:creationId xmlns:a16="http://schemas.microsoft.com/office/drawing/2014/main" id="{90EEDA33-02E3-4B82-96AF-EAD52D806D0F}"/>
              </a:ext>
            </a:extLst>
          </p:cNvPr>
          <p:cNvSpPr/>
          <p:nvPr/>
        </p:nvSpPr>
        <p:spPr>
          <a:xfrm>
            <a:off x="6885202" y="3717475"/>
            <a:ext cx="1158372" cy="394447"/>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noProof="1">
                <a:solidFill>
                  <a:schemeClr val="tx1"/>
                </a:solidFill>
                <a:latin typeface="Consolas" panose="020B0609020204030204" pitchFamily="49" charset="0"/>
              </a:rPr>
              <a:t>employee2</a:t>
            </a:r>
            <a:endParaRPr lang="en-US" sz="1000">
              <a:solidFill>
                <a:schemeClr val="tx1"/>
              </a:solidFill>
            </a:endParaRPr>
          </a:p>
        </p:txBody>
      </p:sp>
      <p:sp>
        <p:nvSpPr>
          <p:cNvPr id="33" name="Oval 32">
            <a:extLst>
              <a:ext uri="{FF2B5EF4-FFF2-40B4-BE49-F238E27FC236}">
                <a16:creationId xmlns:a16="http://schemas.microsoft.com/office/drawing/2014/main" id="{E8C0B70E-0092-4B83-BD42-9CAB25F0C4FB}"/>
              </a:ext>
            </a:extLst>
          </p:cNvPr>
          <p:cNvSpPr/>
          <p:nvPr/>
        </p:nvSpPr>
        <p:spPr>
          <a:xfrm>
            <a:off x="7776232" y="3057294"/>
            <a:ext cx="1227528" cy="394447"/>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noProof="1">
                <a:solidFill>
                  <a:schemeClr val="tx1"/>
                </a:solidFill>
                <a:latin typeface="Consolas" panose="020B0609020204030204" pitchFamily="49" charset="0"/>
              </a:rPr>
              <a:t>employee1</a:t>
            </a:r>
            <a:endParaRPr lang="en-US" sz="1000">
              <a:solidFill>
                <a:schemeClr val="tx1"/>
              </a:solidFill>
            </a:endParaRPr>
          </a:p>
        </p:txBody>
      </p:sp>
      <p:sp>
        <p:nvSpPr>
          <p:cNvPr id="10" name="Text Placeholder 9">
            <a:extLst>
              <a:ext uri="{FF2B5EF4-FFF2-40B4-BE49-F238E27FC236}">
                <a16:creationId xmlns:a16="http://schemas.microsoft.com/office/drawing/2014/main" id="{86CF9FDA-07CA-421A-9B3E-1109902CBE2D}"/>
              </a:ext>
            </a:extLst>
          </p:cNvPr>
          <p:cNvSpPr>
            <a:spLocks noGrp="1"/>
          </p:cNvSpPr>
          <p:nvPr>
            <p:ph type="body" sz="quarter" idx="17"/>
          </p:nvPr>
        </p:nvSpPr>
        <p:spPr/>
        <p:txBody>
          <a:bodyPr/>
          <a:lstStyle/>
          <a:p>
            <a:r>
              <a:rPr lang="en-GB"/>
              <a:t>example</a:t>
            </a:r>
          </a:p>
        </p:txBody>
      </p:sp>
      <p:cxnSp>
        <p:nvCxnSpPr>
          <p:cNvPr id="20" name="Straight Arrow Connector 19">
            <a:extLst>
              <a:ext uri="{FF2B5EF4-FFF2-40B4-BE49-F238E27FC236}">
                <a16:creationId xmlns:a16="http://schemas.microsoft.com/office/drawing/2014/main" id="{BEFF31DA-6D36-4023-BC60-486ADB30F94B}"/>
              </a:ext>
            </a:extLst>
          </p:cNvPr>
          <p:cNvCxnSpPr>
            <a:cxnSpLocks/>
            <a:endCxn id="33" idx="2"/>
          </p:cNvCxnSpPr>
          <p:nvPr/>
        </p:nvCxnSpPr>
        <p:spPr>
          <a:xfrm>
            <a:off x="4324350" y="3209925"/>
            <a:ext cx="3451882" cy="44593"/>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8C9883E9-7BDB-48B9-924E-0C86C31F580D}"/>
              </a:ext>
            </a:extLst>
          </p:cNvPr>
          <p:cNvCxnSpPr>
            <a:cxnSpLocks/>
            <a:endCxn id="29" idx="2"/>
          </p:cNvCxnSpPr>
          <p:nvPr/>
        </p:nvCxnSpPr>
        <p:spPr>
          <a:xfrm flipV="1">
            <a:off x="4969669" y="3914699"/>
            <a:ext cx="1915533" cy="28651"/>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011B0055-5064-494B-B52F-C78BA8A5CE0D}"/>
              </a:ext>
            </a:extLst>
          </p:cNvPr>
          <p:cNvCxnSpPr>
            <a:cxnSpLocks/>
            <a:endCxn id="19" idx="2"/>
          </p:cNvCxnSpPr>
          <p:nvPr/>
        </p:nvCxnSpPr>
        <p:spPr>
          <a:xfrm flipV="1">
            <a:off x="4738688" y="4506370"/>
            <a:ext cx="3106700" cy="179930"/>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26537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Reference type</a:t>
            </a:r>
            <a:endParaRPr lang="en-US" b="0" i="0">
              <a:solidFill>
                <a:srgbClr val="212121"/>
              </a:solidFill>
              <a:effectLst/>
            </a:endParaRPr>
          </a:p>
        </p:txBody>
      </p:sp>
      <p:sp>
        <p:nvSpPr>
          <p:cNvPr id="8" name="Content Placeholder 7">
            <a:extLst>
              <a:ext uri="{FF2B5EF4-FFF2-40B4-BE49-F238E27FC236}">
                <a16:creationId xmlns:a16="http://schemas.microsoft.com/office/drawing/2014/main" id="{7684AB7A-770E-4C0E-A729-4E7C16BD2FE0}"/>
              </a:ext>
            </a:extLst>
          </p:cNvPr>
          <p:cNvSpPr>
            <a:spLocks noGrp="1"/>
          </p:cNvSpPr>
          <p:nvPr>
            <p:ph sz="quarter" idx="19"/>
          </p:nvPr>
        </p:nvSpPr>
        <p:spPr>
          <a:xfrm>
            <a:off x="1351722" y="2059763"/>
            <a:ext cx="3176099" cy="1139438"/>
          </a:xfrm>
        </p:spPr>
        <p:txBody>
          <a:bodyPr/>
          <a:lstStyle/>
          <a:p>
            <a:pPr marL="0" indent="0">
              <a:spcBef>
                <a:spcPts val="0"/>
              </a:spcBef>
              <a:spcAft>
                <a:spcPts val="0"/>
              </a:spcAft>
              <a:buNone/>
            </a:pPr>
            <a:endParaRPr lang="en-US" sz="1050" noProof="1">
              <a:solidFill>
                <a:srgbClr val="2B91AF"/>
              </a:solidFill>
              <a:latin typeface="Consolas" panose="020B0609020204030204" pitchFamily="49" charset="0"/>
            </a:endParaRPr>
          </a:p>
          <a:p>
            <a:pPr marL="0" indent="0">
              <a:buNone/>
            </a:pPr>
            <a:r>
              <a:rPr lang="en-US" sz="1400" noProof="1">
                <a:solidFill>
                  <a:srgbClr val="0000FF"/>
                </a:solidFill>
                <a:latin typeface="Consolas" panose="020B0609020204030204" pitchFamily="49" charset="0"/>
              </a:rPr>
              <a:t>var</a:t>
            </a:r>
            <a:r>
              <a:rPr lang="en-US" sz="1400">
                <a:solidFill>
                  <a:srgbClr val="000000"/>
                </a:solidFill>
                <a:latin typeface="Consolas" panose="020B0609020204030204" pitchFamily="49" charset="0"/>
              </a:rPr>
              <a:t> employee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Employee</a:t>
            </a:r>
            <a:r>
              <a:rPr lang="en-US" sz="1400">
                <a:solidFill>
                  <a:srgbClr val="000000"/>
                </a:solidFill>
                <a:latin typeface="Consolas" panose="020B0609020204030204" pitchFamily="49" charset="0"/>
              </a:rPr>
              <a:t>(</a:t>
            </a:r>
            <a:r>
              <a:rPr lang="en-US" sz="1400">
                <a:latin typeface="Consolas" panose="020B0609020204030204" pitchFamily="49" charset="0"/>
              </a:rPr>
              <a:t>…</a:t>
            </a:r>
            <a:r>
              <a:rPr lang="en-US" sz="1400">
                <a:solidFill>
                  <a:srgbClr val="000000"/>
                </a:solidFill>
                <a:latin typeface="Consolas" panose="020B0609020204030204" pitchFamily="49" charset="0"/>
              </a:rPr>
              <a:t>);</a:t>
            </a:r>
          </a:p>
          <a:p>
            <a:pPr marL="0" indent="0">
              <a:buNone/>
            </a:pPr>
            <a:r>
              <a:rPr lang="en-US" sz="1400" noProof="1">
                <a:solidFill>
                  <a:srgbClr val="2B91AF"/>
                </a:solidFill>
                <a:latin typeface="Consolas" panose="020B0609020204030204" pitchFamily="49" charset="0"/>
              </a:rPr>
              <a:t>Employee</a:t>
            </a:r>
            <a:r>
              <a:rPr lang="en-US" sz="1400">
                <a:solidFill>
                  <a:srgbClr val="000000"/>
                </a:solidFill>
                <a:latin typeface="Consolas" panose="020B0609020204030204" pitchFamily="49" charset="0"/>
              </a:rPr>
              <a:t> employee2 = employee;</a:t>
            </a:r>
            <a:endParaRPr lang="en-US" sz="1050" noProof="1">
              <a:solidFill>
                <a:srgbClr val="000000"/>
              </a:solidFill>
              <a:latin typeface="Consolas" panose="020B0609020204030204" pitchFamily="49" charset="0"/>
            </a:endParaRPr>
          </a:p>
        </p:txBody>
      </p:sp>
      <p:sp>
        <p:nvSpPr>
          <p:cNvPr id="5" name="Oval 4">
            <a:extLst>
              <a:ext uri="{FF2B5EF4-FFF2-40B4-BE49-F238E27FC236}">
                <a16:creationId xmlns:a16="http://schemas.microsoft.com/office/drawing/2014/main" id="{B6025FEC-3ADD-4C56-B88E-A6630926CBF2}"/>
              </a:ext>
            </a:extLst>
          </p:cNvPr>
          <p:cNvSpPr/>
          <p:nvPr/>
        </p:nvSpPr>
        <p:spPr>
          <a:xfrm>
            <a:off x="1351722" y="3599453"/>
            <a:ext cx="2623649" cy="1755292"/>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33" name="Oval 32">
            <a:extLst>
              <a:ext uri="{FF2B5EF4-FFF2-40B4-BE49-F238E27FC236}">
                <a16:creationId xmlns:a16="http://schemas.microsoft.com/office/drawing/2014/main" id="{E8C0B70E-0092-4B83-BD42-9CAB25F0C4FB}"/>
              </a:ext>
            </a:extLst>
          </p:cNvPr>
          <p:cNvSpPr/>
          <p:nvPr/>
        </p:nvSpPr>
        <p:spPr>
          <a:xfrm>
            <a:off x="2050865" y="3991735"/>
            <a:ext cx="1188082" cy="394447"/>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noProof="1">
                <a:solidFill>
                  <a:schemeClr val="accent6">
                    <a:lumMod val="50000"/>
                  </a:schemeClr>
                </a:solidFill>
                <a:latin typeface="Consolas" panose="020B0609020204030204" pitchFamily="49" charset="0"/>
              </a:rPr>
              <a:t>employee</a:t>
            </a:r>
            <a:endParaRPr lang="en-US" sz="1000" err="1">
              <a:solidFill>
                <a:schemeClr val="accent6">
                  <a:lumMod val="50000"/>
                </a:schemeClr>
              </a:solidFill>
            </a:endParaRPr>
          </a:p>
        </p:txBody>
      </p:sp>
      <p:sp>
        <p:nvSpPr>
          <p:cNvPr id="13" name="TextBox 12">
            <a:extLst>
              <a:ext uri="{FF2B5EF4-FFF2-40B4-BE49-F238E27FC236}">
                <a16:creationId xmlns:a16="http://schemas.microsoft.com/office/drawing/2014/main" id="{91005043-050A-4EFC-BE81-6F1C39761550}"/>
              </a:ext>
            </a:extLst>
          </p:cNvPr>
          <p:cNvSpPr txBox="1"/>
          <p:nvPr/>
        </p:nvSpPr>
        <p:spPr>
          <a:xfrm>
            <a:off x="5226964" y="2878541"/>
            <a:ext cx="5804040" cy="1657427"/>
          </a:xfrm>
          <a:prstGeom prst="rect">
            <a:avLst/>
          </a:prstGeom>
          <a:noFill/>
        </p:spPr>
        <p:txBody>
          <a:bodyPr wrap="none" lIns="0" tIns="0" rIns="0" bIns="0" rtlCol="0">
            <a:noAutofit/>
          </a:bodyPr>
          <a:lstStyle/>
          <a:p>
            <a:pPr marL="0" indent="0" algn="just" defTabSz="179388">
              <a:spcAft>
                <a:spcPts val="600"/>
              </a:spcAft>
              <a:buClr>
                <a:srgbClr val="00DEE6"/>
              </a:buClr>
              <a:buFont typeface="Arial" panose="020B0604020202020204" pitchFamily="34" charset="0"/>
              <a:buNone/>
            </a:pPr>
            <a:r>
              <a:rPr lang="en-US">
                <a:latin typeface="+mn-lt"/>
              </a:rPr>
              <a:t>In this example </a:t>
            </a:r>
            <a:r>
              <a:rPr lang="en-US">
                <a:solidFill>
                  <a:srgbClr val="0000FF"/>
                </a:solidFill>
                <a:latin typeface="Consolas" panose="020B0609020204030204" pitchFamily="49" charset="0"/>
              </a:rPr>
              <a:t>new</a:t>
            </a:r>
            <a:r>
              <a:rPr lang="en-US">
                <a:solidFill>
                  <a:srgbClr val="000000"/>
                </a:solidFill>
                <a:latin typeface="Consolas" panose="020B0609020204030204" pitchFamily="49" charset="0"/>
              </a:rPr>
              <a:t> </a:t>
            </a:r>
            <a:r>
              <a:rPr lang="en-US" sz="1800" noProof="1">
                <a:solidFill>
                  <a:srgbClr val="2B91AF"/>
                </a:solidFill>
                <a:latin typeface="Consolas" panose="020B0609020204030204" pitchFamily="49" charset="0"/>
              </a:rPr>
              <a:t>Employee</a:t>
            </a:r>
            <a:r>
              <a:rPr lang="en-US">
                <a:latin typeface="Consolas" panose="020B0609020204030204" pitchFamily="49" charset="0"/>
              </a:rPr>
              <a:t>()</a:t>
            </a:r>
            <a:r>
              <a:rPr lang="en-US">
                <a:solidFill>
                  <a:srgbClr val="2B91AF"/>
                </a:solidFill>
                <a:latin typeface="Consolas" panose="020B0609020204030204" pitchFamily="49" charset="0"/>
              </a:rPr>
              <a:t> </a:t>
            </a:r>
            <a:r>
              <a:rPr lang="en-US">
                <a:latin typeface="+mn-lt"/>
              </a:rPr>
              <a:t>statement creates one </a:t>
            </a:r>
          </a:p>
          <a:p>
            <a:pPr marL="0" indent="0" algn="just" defTabSz="179388">
              <a:spcAft>
                <a:spcPts val="600"/>
              </a:spcAft>
              <a:buClr>
                <a:srgbClr val="00DEE6"/>
              </a:buClr>
              <a:buFont typeface="Arial" panose="020B0604020202020204" pitchFamily="34" charset="0"/>
              <a:buNone/>
            </a:pPr>
            <a:r>
              <a:rPr lang="en-US">
                <a:latin typeface="+mn-lt"/>
              </a:rPr>
              <a:t>object of type </a:t>
            </a:r>
            <a:r>
              <a:rPr lang="en-US" sz="1800" noProof="1">
                <a:solidFill>
                  <a:srgbClr val="2B91AF"/>
                </a:solidFill>
                <a:latin typeface="Consolas" panose="020B0609020204030204" pitchFamily="49" charset="0"/>
              </a:rPr>
              <a:t>Employee</a:t>
            </a:r>
            <a:r>
              <a:rPr lang="en-US">
                <a:latin typeface="+mn-lt"/>
              </a:rPr>
              <a:t> in the heap.</a:t>
            </a:r>
          </a:p>
          <a:p>
            <a:pPr marL="0" indent="0" algn="just" defTabSz="179388">
              <a:spcAft>
                <a:spcPts val="600"/>
              </a:spcAft>
              <a:buClr>
                <a:srgbClr val="00DEE6"/>
              </a:buClr>
              <a:buFont typeface="Arial" panose="020B0604020202020204" pitchFamily="34" charset="0"/>
              <a:buNone/>
            </a:pPr>
            <a:r>
              <a:rPr lang="en-US">
                <a:latin typeface="+mn-lt"/>
              </a:rPr>
              <a:t>But in variables </a:t>
            </a:r>
            <a:r>
              <a:rPr lang="en-US" i="1">
                <a:latin typeface="+mn-lt"/>
              </a:rPr>
              <a:t>employee</a:t>
            </a:r>
            <a:r>
              <a:rPr lang="en-US">
                <a:latin typeface="+mn-lt"/>
              </a:rPr>
              <a:t> and </a:t>
            </a:r>
            <a:r>
              <a:rPr lang="en-US" i="1">
                <a:latin typeface="+mn-lt"/>
              </a:rPr>
              <a:t>employee2</a:t>
            </a:r>
            <a:r>
              <a:rPr lang="en-US">
                <a:latin typeface="+mn-lt"/>
              </a:rPr>
              <a:t> stored </a:t>
            </a:r>
          </a:p>
          <a:p>
            <a:pPr marL="0" indent="0" algn="just" defTabSz="179388">
              <a:spcAft>
                <a:spcPts val="600"/>
              </a:spcAft>
              <a:buClr>
                <a:srgbClr val="00DEE6"/>
              </a:buClr>
              <a:buFont typeface="Arial" panose="020B0604020202020204" pitchFamily="34" charset="0"/>
              <a:buNone/>
            </a:pPr>
            <a:r>
              <a:rPr lang="en-US">
                <a:latin typeface="+mn-lt"/>
              </a:rPr>
              <a:t>reference at the same object.</a:t>
            </a:r>
          </a:p>
        </p:txBody>
      </p:sp>
      <p:sp>
        <p:nvSpPr>
          <p:cNvPr id="17" name="TextBox 16">
            <a:extLst>
              <a:ext uri="{FF2B5EF4-FFF2-40B4-BE49-F238E27FC236}">
                <a16:creationId xmlns:a16="http://schemas.microsoft.com/office/drawing/2014/main" id="{5475B4A7-1407-4A80-841E-CDF99343FEC4}"/>
              </a:ext>
            </a:extLst>
          </p:cNvPr>
          <p:cNvSpPr txBox="1"/>
          <p:nvPr/>
        </p:nvSpPr>
        <p:spPr>
          <a:xfrm>
            <a:off x="2401452" y="4948889"/>
            <a:ext cx="524188" cy="276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Heap</a:t>
            </a:r>
          </a:p>
        </p:txBody>
      </p:sp>
      <p:cxnSp>
        <p:nvCxnSpPr>
          <p:cNvPr id="18" name="Straight Arrow Connector 17">
            <a:extLst>
              <a:ext uri="{FF2B5EF4-FFF2-40B4-BE49-F238E27FC236}">
                <a16:creationId xmlns:a16="http://schemas.microsoft.com/office/drawing/2014/main" id="{304479F3-ED2D-4283-9E43-6BE187E24005}"/>
              </a:ext>
            </a:extLst>
          </p:cNvPr>
          <p:cNvCxnSpPr>
            <a:cxnSpLocks/>
            <a:endCxn id="33" idx="0"/>
          </p:cNvCxnSpPr>
          <p:nvPr/>
        </p:nvCxnSpPr>
        <p:spPr>
          <a:xfrm>
            <a:off x="2531381" y="2862084"/>
            <a:ext cx="113525" cy="1129651"/>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B63A0B90-F6D9-4219-9F73-0B0372522715}"/>
              </a:ext>
            </a:extLst>
          </p:cNvPr>
          <p:cNvCxnSpPr>
            <a:cxnSpLocks/>
            <a:endCxn id="33" idx="0"/>
          </p:cNvCxnSpPr>
          <p:nvPr/>
        </p:nvCxnSpPr>
        <p:spPr>
          <a:xfrm flipH="1">
            <a:off x="2644906" y="2862084"/>
            <a:ext cx="1074557" cy="1129651"/>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86556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59F157-24E9-4762-894D-4E81CB615E6D}"/>
              </a:ext>
            </a:extLst>
          </p:cNvPr>
          <p:cNvSpPr>
            <a:spLocks noGrp="1"/>
          </p:cNvSpPr>
          <p:nvPr>
            <p:ph type="sldNum" sz="quarter" idx="11"/>
          </p:nvPr>
        </p:nvSpPr>
        <p:spPr/>
        <p:txBody>
          <a:bodyPr/>
          <a:lstStyle/>
          <a:p>
            <a:fld id="{E16BA917-7F09-4B8D-AF07-F52890C14046}" type="slidenum">
              <a:rPr lang="da-DK" smtClean="0"/>
              <a:pPr/>
              <a:t>24</a:t>
            </a:fld>
            <a:endParaRPr lang="da-DK"/>
          </a:p>
        </p:txBody>
      </p:sp>
      <p:sp>
        <p:nvSpPr>
          <p:cNvPr id="3" name="Text Placeholder 2">
            <a:extLst>
              <a:ext uri="{FF2B5EF4-FFF2-40B4-BE49-F238E27FC236}">
                <a16:creationId xmlns:a16="http://schemas.microsoft.com/office/drawing/2014/main" id="{EDB63C6F-F7DD-47CB-9AE2-A217E0C11B56}"/>
              </a:ext>
            </a:extLst>
          </p:cNvPr>
          <p:cNvSpPr>
            <a:spLocks noGrp="1"/>
          </p:cNvSpPr>
          <p:nvPr>
            <p:ph type="body" sz="quarter" idx="17"/>
          </p:nvPr>
        </p:nvSpPr>
        <p:spPr/>
        <p:txBody>
          <a:bodyPr/>
          <a:lstStyle/>
          <a:p>
            <a:r>
              <a:rPr lang="en-GB"/>
              <a:t>Demo 3</a:t>
            </a:r>
            <a:endParaRPr lang="da-DK"/>
          </a:p>
        </p:txBody>
      </p:sp>
      <p:sp>
        <p:nvSpPr>
          <p:cNvPr id="4" name="Title 3">
            <a:extLst>
              <a:ext uri="{FF2B5EF4-FFF2-40B4-BE49-F238E27FC236}">
                <a16:creationId xmlns:a16="http://schemas.microsoft.com/office/drawing/2014/main" id="{1F930581-58BF-44BA-8C0B-8B2F85172E9E}"/>
              </a:ext>
            </a:extLst>
          </p:cNvPr>
          <p:cNvSpPr>
            <a:spLocks noGrp="1"/>
          </p:cNvSpPr>
          <p:nvPr>
            <p:ph type="title"/>
          </p:nvPr>
        </p:nvSpPr>
        <p:spPr/>
        <p:txBody>
          <a:bodyPr/>
          <a:lstStyle/>
          <a:p>
            <a:r>
              <a:rPr lang="en-GB"/>
              <a:t>Live demo</a:t>
            </a:r>
            <a:endParaRPr lang="da-DK"/>
          </a:p>
        </p:txBody>
      </p:sp>
      <p:sp>
        <p:nvSpPr>
          <p:cNvPr id="5" name="Content Placeholder 4">
            <a:extLst>
              <a:ext uri="{FF2B5EF4-FFF2-40B4-BE49-F238E27FC236}">
                <a16:creationId xmlns:a16="http://schemas.microsoft.com/office/drawing/2014/main" id="{1ACAF619-A031-4489-9FCA-68A868FDBF23}"/>
              </a:ext>
            </a:extLst>
          </p:cNvPr>
          <p:cNvSpPr>
            <a:spLocks noGrp="1"/>
          </p:cNvSpPr>
          <p:nvPr>
            <p:ph sz="quarter" idx="19"/>
          </p:nvPr>
        </p:nvSpPr>
        <p:spPr>
          <a:xfrm>
            <a:off x="649139" y="1620838"/>
            <a:ext cx="10856912" cy="4568825"/>
          </a:xfrm>
        </p:spPr>
        <p:txBody>
          <a:bodyPr/>
          <a:lstStyle/>
          <a:p>
            <a:pPr marL="0" indent="0">
              <a:spcBef>
                <a:spcPts val="0"/>
              </a:spcBef>
              <a:spcAft>
                <a:spcPts val="0"/>
              </a:spcAft>
              <a:buNone/>
            </a:pPr>
            <a:r>
              <a:rPr lang="da-DK"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highlight>
                  <a:srgbClr val="FFFF00"/>
                </a:highlight>
                <a:latin typeface="Consolas" panose="020B0609020204030204" pitchFamily="49" charset="0"/>
              </a:rPr>
              <a:t>struct</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SalarySlipStruct</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Salary { </a:t>
            </a:r>
            <a:r>
              <a:rPr lang="en-US" sz="1100">
                <a:solidFill>
                  <a:srgbClr val="0000FF"/>
                </a:solidFill>
                <a:latin typeface="Consolas" panose="020B0609020204030204" pitchFamily="49" charset="0"/>
              </a:rPr>
              <a:t>get</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FF"/>
                </a:solidFill>
                <a:latin typeface="Consolas" panose="020B0609020204030204" pitchFamily="49" charset="0"/>
              </a:rPr>
              <a:t>	public</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Currency</a:t>
            </a:r>
            <a:r>
              <a:rPr lang="en-US" sz="1100">
                <a:solidFill>
                  <a:srgbClr val="000000"/>
                </a:solidFill>
                <a:latin typeface="Consolas" panose="020B0609020204030204" pitchFamily="49" charset="0"/>
              </a:rPr>
              <a:t> ReportingCurrency { </a:t>
            </a:r>
            <a:r>
              <a:rPr lang="en-US" sz="1100">
                <a:solidFill>
                  <a:srgbClr val="0000FF"/>
                </a:solidFill>
                <a:latin typeface="Consolas" panose="020B0609020204030204" pitchFamily="49" charset="0"/>
              </a:rPr>
              <a:t>get</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float</a:t>
            </a:r>
            <a:r>
              <a:rPr lang="en-US" sz="1100">
                <a:solidFill>
                  <a:srgbClr val="000000"/>
                </a:solidFill>
                <a:latin typeface="Consolas" panose="020B0609020204030204" pitchFamily="49" charset="0"/>
              </a:rPr>
              <a:t> CurrencyRate { </a:t>
            </a:r>
            <a:r>
              <a:rPr lang="en-US" sz="1100">
                <a:solidFill>
                  <a:srgbClr val="0000FF"/>
                </a:solidFill>
                <a:latin typeface="Consolas" panose="020B0609020204030204" pitchFamily="49" charset="0"/>
              </a:rPr>
              <a:t>get</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DateTime ReportDate { </a:t>
            </a:r>
            <a:r>
              <a:rPr lang="en-US" sz="1100">
                <a:solidFill>
                  <a:srgbClr val="0000FF"/>
                </a:solidFill>
                <a:latin typeface="Consolas" panose="020B0609020204030204" pitchFamily="49" charset="0"/>
              </a:rPr>
              <a:t>get</a:t>
            </a:r>
            <a:r>
              <a:rPr lang="en-US" sz="1100">
                <a:solidFill>
                  <a:srgbClr val="000000"/>
                </a:solidFill>
                <a:latin typeface="Consolas" panose="020B0609020204030204" pitchFamily="49" charset="0"/>
              </a:rPr>
              <a:t>; }</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SalarySlipStruct</a:t>
            </a:r>
            <a:r>
              <a:rPr lang="en-US" sz="1100">
                <a:solidFill>
                  <a:srgbClr val="000000"/>
                </a:solidFill>
                <a:latin typeface="Consolas" panose="020B0609020204030204" pitchFamily="49" charset="0"/>
              </a:rPr>
              <a:t>(</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salary, Currency reportingCurrency, </a:t>
            </a:r>
            <a:r>
              <a:rPr lang="en-US" sz="1100">
                <a:solidFill>
                  <a:srgbClr val="0000FF"/>
                </a:solidFill>
                <a:latin typeface="Consolas" panose="020B0609020204030204" pitchFamily="49" charset="0"/>
              </a:rPr>
              <a:t>float</a:t>
            </a:r>
            <a:r>
              <a:rPr lang="en-US" sz="1100">
                <a:solidFill>
                  <a:srgbClr val="000000"/>
                </a:solidFill>
                <a:latin typeface="Consolas" panose="020B0609020204030204" pitchFamily="49" charset="0"/>
              </a:rPr>
              <a:t> currencyRate) {</a:t>
            </a:r>
          </a:p>
          <a:p>
            <a:pPr marL="0" indent="0">
              <a:spcBef>
                <a:spcPts val="0"/>
              </a:spcBef>
              <a:spcAft>
                <a:spcPts val="0"/>
              </a:spcAft>
              <a:buNone/>
            </a:pPr>
            <a:r>
              <a:rPr lang="en-US" sz="1100">
                <a:solidFill>
                  <a:srgbClr val="000000"/>
                </a:solidFill>
                <a:latin typeface="Consolas" panose="020B0609020204030204" pitchFamily="49" charset="0"/>
              </a:rPr>
              <a:t>            Salary = salary;</a:t>
            </a:r>
          </a:p>
          <a:p>
            <a:pPr marL="0" indent="0">
              <a:spcBef>
                <a:spcPts val="0"/>
              </a:spcBef>
              <a:spcAft>
                <a:spcPts val="0"/>
              </a:spcAft>
              <a:buNone/>
            </a:pPr>
            <a:r>
              <a:rPr lang="en-US" sz="1100">
                <a:solidFill>
                  <a:srgbClr val="000000"/>
                </a:solidFill>
                <a:latin typeface="Consolas" panose="020B0609020204030204" pitchFamily="49" charset="0"/>
              </a:rPr>
              <a:t>            ReportingCurrency = reportingCurrency;</a:t>
            </a:r>
          </a:p>
          <a:p>
            <a:pPr marL="0" indent="0">
              <a:spcBef>
                <a:spcPts val="0"/>
              </a:spcBef>
              <a:spcAft>
                <a:spcPts val="0"/>
              </a:spcAft>
              <a:buNone/>
            </a:pPr>
            <a:r>
              <a:rPr lang="en-US" sz="1100">
                <a:solidFill>
                  <a:srgbClr val="000000"/>
                </a:solidFill>
                <a:latin typeface="Consolas" panose="020B0609020204030204" pitchFamily="49" charset="0"/>
              </a:rPr>
              <a:t>            CurrencyRate = currencyRate;</a:t>
            </a:r>
          </a:p>
          <a:p>
            <a:pPr marL="0" indent="0">
              <a:spcBef>
                <a:spcPts val="0"/>
              </a:spcBef>
              <a:spcAft>
                <a:spcPts val="0"/>
              </a:spcAft>
              <a:buNone/>
            </a:pPr>
            <a:r>
              <a:rPr lang="en-US" sz="1100">
                <a:solidFill>
                  <a:srgbClr val="000000"/>
                </a:solidFill>
                <a:latin typeface="Consolas" panose="020B0609020204030204" pitchFamily="49" charset="0"/>
              </a:rPr>
              <a:t>            ReportDate = </a:t>
            </a:r>
            <a:r>
              <a:rPr lang="en-US" sz="1100">
                <a:solidFill>
                  <a:srgbClr val="2B91AF"/>
                </a:solidFill>
                <a:latin typeface="Consolas" panose="020B0609020204030204" pitchFamily="49" charset="0"/>
              </a:rPr>
              <a:t>DateTime</a:t>
            </a:r>
            <a:r>
              <a:rPr lang="en-US" sz="1100">
                <a:solidFill>
                  <a:srgbClr val="000000"/>
                </a:solidFill>
                <a:latin typeface="Consolas" panose="020B0609020204030204" pitchFamily="49" charset="0"/>
              </a:rPr>
              <a:t>.Today;</a:t>
            </a:r>
          </a:p>
          <a:p>
            <a:pPr marL="0" indent="0">
              <a:spcBef>
                <a:spcPts val="0"/>
              </a:spcBef>
              <a:spcAft>
                <a:spcPts val="0"/>
              </a:spcAft>
              <a:buNone/>
            </a:pPr>
            <a:r>
              <a:rPr lang="en-US" sz="1100">
                <a:solidFill>
                  <a:srgbClr val="000000"/>
                </a:solidFill>
                <a:latin typeface="Consolas" panose="020B0609020204030204" pitchFamily="49" charset="0"/>
              </a:rPr>
              <a:t>	}</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override</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ToString() =&gt; </a:t>
            </a:r>
            <a:r>
              <a:rPr lang="en-US" sz="1100">
                <a:solidFill>
                  <a:srgbClr val="A31515"/>
                </a:solidFill>
                <a:latin typeface="Consolas" panose="020B0609020204030204" pitchFamily="49" charset="0"/>
              </a:rPr>
              <a:t>$"Salary slip:</a:t>
            </a:r>
            <a:r>
              <a:rPr lang="en-US" sz="1100">
                <a:solidFill>
                  <a:srgbClr val="FF007F"/>
                </a:solidFill>
                <a:latin typeface="Consolas" panose="020B0609020204030204" pitchFamily="49" charset="0"/>
              </a:rPr>
              <a:t>\n</a:t>
            </a:r>
            <a:r>
              <a:rPr lang="en-US" sz="1100">
                <a:solidFill>
                  <a:srgbClr val="A31515"/>
                </a:solidFill>
                <a:latin typeface="Consolas" panose="020B0609020204030204" pitchFamily="49" charset="0"/>
              </a:rPr>
              <a:t>Salary: </a:t>
            </a:r>
            <a:r>
              <a:rPr lang="en-US" sz="1100">
                <a:solidFill>
                  <a:srgbClr val="000000"/>
                </a:solidFill>
                <a:latin typeface="Consolas" panose="020B0609020204030204" pitchFamily="49" charset="0"/>
              </a:rPr>
              <a:t>{Salary}</a:t>
            </a:r>
            <a:r>
              <a:rPr lang="en-US" sz="1100">
                <a:solidFill>
                  <a:srgbClr val="FF007F"/>
                </a:solidFill>
                <a:latin typeface="Consolas" panose="020B0609020204030204" pitchFamily="49" charset="0"/>
              </a:rPr>
              <a:t>\</a:t>
            </a:r>
            <a:r>
              <a:rPr lang="en-US" sz="1100" err="1">
                <a:solidFill>
                  <a:srgbClr val="FF007F"/>
                </a:solidFill>
                <a:latin typeface="Consolas" panose="020B0609020204030204" pitchFamily="49" charset="0"/>
              </a:rPr>
              <a:t>n</a:t>
            </a:r>
            <a:r>
              <a:rPr lang="en-US" sz="1100" err="1">
                <a:solidFill>
                  <a:srgbClr val="A31515"/>
                </a:solidFill>
                <a:latin typeface="Consolas" panose="020B0609020204030204" pitchFamily="49" charset="0"/>
              </a:rPr>
              <a:t>Currency</a:t>
            </a:r>
            <a:r>
              <a:rPr lang="en-US" sz="1100">
                <a:solidFill>
                  <a:srgbClr val="A31515"/>
                </a:solidFill>
                <a:latin typeface="Consolas" panose="020B0609020204030204" pitchFamily="49" charset="0"/>
              </a:rPr>
              <a:t>: </a:t>
            </a:r>
            <a:r>
              <a:rPr lang="en-US" sz="1100">
                <a:solidFill>
                  <a:srgbClr val="000000"/>
                </a:solidFill>
                <a:latin typeface="Consolas" panose="020B0609020204030204" pitchFamily="49" charset="0"/>
              </a:rPr>
              <a:t>{ReportingCurrency}</a:t>
            </a:r>
            <a:r>
              <a:rPr lang="en-US" sz="1100">
                <a:solidFill>
                  <a:srgbClr val="FF007F"/>
                </a:solidFill>
                <a:latin typeface="Consolas" panose="020B0609020204030204" pitchFamily="49" charset="0"/>
              </a:rPr>
              <a:t>\n</a:t>
            </a:r>
            <a:r>
              <a:rPr lang="en-US" sz="1100">
                <a:solidFill>
                  <a:srgbClr val="A31515"/>
                </a:solidFill>
                <a:latin typeface="Consolas" panose="020B0609020204030204" pitchFamily="49" charset="0"/>
              </a:rPr>
              <a:t>"</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A31515"/>
                </a:solidFill>
                <a:latin typeface="Consolas" panose="020B0609020204030204" pitchFamily="49" charset="0"/>
              </a:rPr>
              <a:t>$"Rate: </a:t>
            </a:r>
            <a:r>
              <a:rPr lang="en-US" sz="1100">
                <a:solidFill>
                  <a:srgbClr val="000000"/>
                </a:solidFill>
                <a:latin typeface="Consolas" panose="020B0609020204030204" pitchFamily="49" charset="0"/>
              </a:rPr>
              <a:t>{CurrencyRate}</a:t>
            </a:r>
            <a:r>
              <a:rPr lang="en-US" sz="1100">
                <a:solidFill>
                  <a:srgbClr val="FF007F"/>
                </a:solidFill>
                <a:latin typeface="Consolas" panose="020B0609020204030204" pitchFamily="49" charset="0"/>
              </a:rPr>
              <a:t>\n</a:t>
            </a:r>
            <a:r>
              <a:rPr lang="en-US" sz="1100">
                <a:solidFill>
                  <a:srgbClr val="A31515"/>
                </a:solidFill>
                <a:latin typeface="Consolas" panose="020B0609020204030204" pitchFamily="49" charset="0"/>
              </a:rPr>
              <a:t>Report Date: </a:t>
            </a:r>
            <a:r>
              <a:rPr lang="en-US" sz="1100">
                <a:solidFill>
                  <a:srgbClr val="000000"/>
                </a:solidFill>
                <a:latin typeface="Consolas" panose="020B0609020204030204" pitchFamily="49" charset="0"/>
              </a:rPr>
              <a:t>{ReportDate}</a:t>
            </a:r>
            <a:r>
              <a:rPr lang="en-US" sz="1100">
                <a:solidFill>
                  <a:srgbClr val="A31515"/>
                </a:solidFill>
                <a:latin typeface="Consolas" panose="020B0609020204030204" pitchFamily="49" charset="0"/>
              </a:rPr>
              <a:t>"</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endParaRPr lang="da-DK" sz="1100"/>
          </a:p>
        </p:txBody>
      </p:sp>
    </p:spTree>
    <p:extLst>
      <p:ext uri="{BB962C8B-B14F-4D97-AF65-F5344CB8AC3E}">
        <p14:creationId xmlns:p14="http://schemas.microsoft.com/office/powerpoint/2010/main" val="956190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59F157-24E9-4762-894D-4E81CB615E6D}"/>
              </a:ext>
            </a:extLst>
          </p:cNvPr>
          <p:cNvSpPr>
            <a:spLocks noGrp="1"/>
          </p:cNvSpPr>
          <p:nvPr>
            <p:ph type="sldNum" sz="quarter" idx="11"/>
          </p:nvPr>
        </p:nvSpPr>
        <p:spPr/>
        <p:txBody>
          <a:bodyPr/>
          <a:lstStyle/>
          <a:p>
            <a:fld id="{E16BA917-7F09-4B8D-AF07-F52890C14046}" type="slidenum">
              <a:rPr lang="da-DK" smtClean="0"/>
              <a:pPr/>
              <a:t>25</a:t>
            </a:fld>
            <a:endParaRPr lang="da-DK"/>
          </a:p>
        </p:txBody>
      </p:sp>
      <p:sp>
        <p:nvSpPr>
          <p:cNvPr id="3" name="Text Placeholder 2">
            <a:extLst>
              <a:ext uri="{FF2B5EF4-FFF2-40B4-BE49-F238E27FC236}">
                <a16:creationId xmlns:a16="http://schemas.microsoft.com/office/drawing/2014/main" id="{EDB63C6F-F7DD-47CB-9AE2-A217E0C11B56}"/>
              </a:ext>
            </a:extLst>
          </p:cNvPr>
          <p:cNvSpPr>
            <a:spLocks noGrp="1"/>
          </p:cNvSpPr>
          <p:nvPr>
            <p:ph type="body" sz="quarter" idx="17"/>
          </p:nvPr>
        </p:nvSpPr>
        <p:spPr/>
        <p:txBody>
          <a:bodyPr/>
          <a:lstStyle/>
          <a:p>
            <a:r>
              <a:rPr lang="en-GB"/>
              <a:t>Demo 3</a:t>
            </a:r>
            <a:endParaRPr lang="da-DK"/>
          </a:p>
        </p:txBody>
      </p:sp>
      <p:sp>
        <p:nvSpPr>
          <p:cNvPr id="4" name="Title 3">
            <a:extLst>
              <a:ext uri="{FF2B5EF4-FFF2-40B4-BE49-F238E27FC236}">
                <a16:creationId xmlns:a16="http://schemas.microsoft.com/office/drawing/2014/main" id="{1F930581-58BF-44BA-8C0B-8B2F85172E9E}"/>
              </a:ext>
            </a:extLst>
          </p:cNvPr>
          <p:cNvSpPr>
            <a:spLocks noGrp="1"/>
          </p:cNvSpPr>
          <p:nvPr>
            <p:ph type="title"/>
          </p:nvPr>
        </p:nvSpPr>
        <p:spPr/>
        <p:txBody>
          <a:bodyPr/>
          <a:lstStyle/>
          <a:p>
            <a:r>
              <a:rPr lang="en-GB"/>
              <a:t>Live demo</a:t>
            </a:r>
            <a:endParaRPr lang="da-DK"/>
          </a:p>
        </p:txBody>
      </p:sp>
      <p:sp>
        <p:nvSpPr>
          <p:cNvPr id="5" name="Content Placeholder 4">
            <a:extLst>
              <a:ext uri="{FF2B5EF4-FFF2-40B4-BE49-F238E27FC236}">
                <a16:creationId xmlns:a16="http://schemas.microsoft.com/office/drawing/2014/main" id="{1ACAF619-A031-4489-9FCA-68A868FDBF23}"/>
              </a:ext>
            </a:extLst>
          </p:cNvPr>
          <p:cNvSpPr>
            <a:spLocks noGrp="1"/>
          </p:cNvSpPr>
          <p:nvPr>
            <p:ph sz="quarter" idx="19"/>
          </p:nvPr>
        </p:nvSpPr>
        <p:spPr/>
        <p:txBody>
          <a:bodyPr/>
          <a:lstStyle/>
          <a:p>
            <a:pPr marL="0" indent="0">
              <a:spcBef>
                <a:spcPts val="0"/>
              </a:spcBef>
              <a:spcAft>
                <a:spcPts val="0"/>
              </a:spcAft>
              <a:buNone/>
            </a:pPr>
            <a:r>
              <a:rPr lang="en-US" sz="1400">
                <a:solidFill>
                  <a:srgbClr val="0000FF"/>
                </a:solidFill>
                <a:latin typeface="Consolas" panose="020B0609020204030204" pitchFamily="49" charset="0"/>
              </a:rPr>
              <a:t>	  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args)</a:t>
            </a:r>
          </a:p>
          <a:p>
            <a:pPr marL="0" indent="0">
              <a:spcBef>
                <a:spcPts val="0"/>
              </a:spcBef>
              <a:spcAft>
                <a:spcPts val="0"/>
              </a:spcAft>
              <a:buNone/>
            </a:pP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salarySlip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SalarySlip</a:t>
            </a:r>
            <a:r>
              <a:rPr lang="en-US" sz="1400">
                <a:solidFill>
                  <a:srgbClr val="000000"/>
                </a:solidFill>
                <a:latin typeface="Consolas" panose="020B0609020204030204" pitchFamily="49" charset="0"/>
              </a:rPr>
              <a:t>(1000, 50, Currency.USD, </a:t>
            </a:r>
          </a:p>
          <a:p>
            <a:pPr marL="0" indent="0">
              <a:spcBef>
                <a:spcPts val="0"/>
              </a:spcBef>
              <a:spcAft>
                <a:spcPts val="0"/>
              </a:spcAft>
              <a:buNone/>
            </a:pPr>
            <a:r>
              <a:rPr lang="en-US" sz="1400">
                <a:solidFill>
                  <a:srgbClr val="000000"/>
                </a:solidFill>
                <a:latin typeface="Consolas" panose="020B0609020204030204" pitchFamily="49" charset="0"/>
              </a:rPr>
              <a:t>                                      1, 0, 0.2, 10, 20);</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Console</a:t>
            </a:r>
            <a:r>
              <a:rPr lang="en-US" sz="1400">
                <a:solidFill>
                  <a:srgbClr val="000000"/>
                </a:solidFill>
                <a:latin typeface="Consolas" panose="020B0609020204030204" pitchFamily="49" charset="0"/>
              </a:rPr>
              <a:t>.WriteLine(</a:t>
            </a:r>
            <a:r>
              <a:rPr lang="en-US" sz="1400">
                <a:solidFill>
                  <a:srgbClr val="A31515"/>
                </a:solidFill>
                <a:latin typeface="Consolas" panose="020B0609020204030204" pitchFamily="49" charset="0"/>
              </a:rPr>
              <a:t>$"Sending salary slip: </a:t>
            </a:r>
            <a:r>
              <a:rPr lang="en-US" sz="1400">
                <a:solidFill>
                  <a:srgbClr val="000000"/>
                </a:solidFill>
                <a:latin typeface="Consolas" panose="020B0609020204030204" pitchFamily="49" charset="0"/>
              </a:rPr>
              <a:t>{salarySlip}</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pPr marL="0" indent="0">
              <a:spcBef>
                <a:spcPts val="0"/>
              </a:spcBef>
              <a:spcAft>
                <a:spcPts val="0"/>
              </a:spcAft>
              <a:buNone/>
            </a:pPr>
            <a:endParaRPr lang="en-US"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salarySlipStruct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SalarySlipStruct</a:t>
            </a:r>
            <a:r>
              <a:rPr lang="en-US" sz="1400">
                <a:solidFill>
                  <a:srgbClr val="000000"/>
                </a:solidFill>
                <a:latin typeface="Consolas" panose="020B0609020204030204" pitchFamily="49" charset="0"/>
              </a:rPr>
              <a:t>(1000, 50, Currency.USD, </a:t>
            </a:r>
          </a:p>
          <a:p>
            <a:pPr marL="0" indent="0">
              <a:spcBef>
                <a:spcPts val="0"/>
              </a:spcBef>
              <a:spcAft>
                <a:spcPts val="0"/>
              </a:spcAft>
              <a:buNone/>
            </a:pPr>
            <a:r>
              <a:rPr lang="en-US" sz="1400">
                <a:solidFill>
                  <a:srgbClr val="000000"/>
                </a:solidFill>
                <a:latin typeface="Consolas" panose="020B0609020204030204" pitchFamily="49" charset="0"/>
              </a:rPr>
              <a:t>                                                        1, 0, 0.2, 10, 20);</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Console</a:t>
            </a:r>
            <a:r>
              <a:rPr lang="en-US" sz="1400">
                <a:solidFill>
                  <a:srgbClr val="000000"/>
                </a:solidFill>
                <a:latin typeface="Consolas" panose="020B0609020204030204" pitchFamily="49" charset="0"/>
              </a:rPr>
              <a:t>.WriteLine(</a:t>
            </a:r>
            <a:r>
              <a:rPr lang="en-US" sz="1400">
                <a:solidFill>
                  <a:srgbClr val="A31515"/>
                </a:solidFill>
                <a:latin typeface="Consolas" panose="020B0609020204030204" pitchFamily="49" charset="0"/>
              </a:rPr>
              <a:t>$"</a:t>
            </a:r>
            <a:r>
              <a:rPr lang="en-US" sz="1400">
                <a:solidFill>
                  <a:srgbClr val="FF007F"/>
                </a:solidFill>
                <a:latin typeface="Consolas" panose="020B0609020204030204" pitchFamily="49" charset="0"/>
              </a:rPr>
              <a:t>\n</a:t>
            </a:r>
            <a:r>
              <a:rPr lang="en-US" sz="1400">
                <a:solidFill>
                  <a:srgbClr val="A31515"/>
                </a:solidFill>
                <a:latin typeface="Consolas" panose="020B0609020204030204" pitchFamily="49" charset="0"/>
              </a:rPr>
              <a:t>Sending salary slip (struct): </a:t>
            </a:r>
            <a:r>
              <a:rPr lang="en-US" sz="1400">
                <a:solidFill>
                  <a:srgbClr val="000000"/>
                </a:solidFill>
                <a:latin typeface="Consolas" panose="020B0609020204030204" pitchFamily="49" charset="0"/>
              </a:rPr>
              <a:t>{salarySlipStruct}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pPr marL="0" indent="0">
              <a:spcBef>
                <a:spcPts val="0"/>
              </a:spcBef>
              <a:spcAft>
                <a:spcPts val="0"/>
              </a:spcAft>
              <a:buNone/>
            </a:pPr>
            <a:endParaRPr lang="en-US"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Console</a:t>
            </a:r>
            <a:r>
              <a:rPr lang="en-US" sz="1400">
                <a:solidFill>
                  <a:srgbClr val="000000"/>
                </a:solidFill>
                <a:latin typeface="Consolas" panose="020B0609020204030204" pitchFamily="49" charset="0"/>
              </a:rPr>
              <a:t>.WriteLine(</a:t>
            </a:r>
            <a:r>
              <a:rPr lang="en-US" sz="1400">
                <a:solidFill>
                  <a:srgbClr val="A31515"/>
                </a:solidFill>
                <a:latin typeface="Consolas" panose="020B0609020204030204" pitchFamily="49" charset="0"/>
              </a:rPr>
              <a:t>"</a:t>
            </a:r>
            <a:r>
              <a:rPr lang="en-US" sz="1400">
                <a:solidFill>
                  <a:srgbClr val="FF007F"/>
                </a:solidFill>
                <a:latin typeface="Consolas" panose="020B0609020204030204" pitchFamily="49" charset="0"/>
              </a:rPr>
              <a:t>\n</a:t>
            </a:r>
            <a:r>
              <a:rPr lang="en-US" sz="1400">
                <a:solidFill>
                  <a:srgbClr val="A31515"/>
                </a:solidFill>
                <a:latin typeface="Consolas" panose="020B0609020204030204" pitchFamily="49" charset="0"/>
              </a:rPr>
              <a:t>Updating salary slips...</a:t>
            </a:r>
            <a:r>
              <a:rPr lang="en-US" sz="1400">
                <a:solidFill>
                  <a:srgbClr val="FF007F"/>
                </a:solidFill>
                <a:latin typeface="Consolas" panose="020B0609020204030204" pitchFamily="49" charset="0"/>
              </a:rPr>
              <a:t>\n</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DateTime</a:t>
            </a:r>
            <a:r>
              <a:rPr lang="en-US" sz="1400">
                <a:solidFill>
                  <a:srgbClr val="000000"/>
                </a:solidFill>
                <a:latin typeface="Consolas" panose="020B0609020204030204" pitchFamily="49" charset="0"/>
              </a:rPr>
              <a:t> reportDateTime = </a:t>
            </a:r>
            <a:r>
              <a:rPr lang="en-US" sz="1400">
                <a:solidFill>
                  <a:srgbClr val="2B91AF"/>
                </a:solidFill>
                <a:latin typeface="Consolas" panose="020B0609020204030204" pitchFamily="49" charset="0"/>
              </a:rPr>
              <a:t>DateTime</a:t>
            </a:r>
            <a:r>
              <a:rPr lang="en-US" sz="1400">
                <a:solidFill>
                  <a:srgbClr val="000000"/>
                </a:solidFill>
                <a:latin typeface="Consolas" panose="020B0609020204030204" pitchFamily="49" charset="0"/>
              </a:rPr>
              <a:t>.Today.AddDays(-1);</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00"/>
                </a:solidFill>
                <a:highlight>
                  <a:srgbClr val="FFFF00"/>
                </a:highlight>
                <a:latin typeface="Consolas" panose="020B0609020204030204" pitchFamily="49" charset="0"/>
              </a:rPr>
              <a:t>UpdateClass</a:t>
            </a:r>
            <a:r>
              <a:rPr lang="en-US" sz="1400">
                <a:solidFill>
                  <a:srgbClr val="000000"/>
                </a:solidFill>
                <a:latin typeface="Consolas" panose="020B0609020204030204" pitchFamily="49" charset="0"/>
              </a:rPr>
              <a:t>(salarySlip, reportDateTime);</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00"/>
                </a:solidFill>
                <a:highlight>
                  <a:srgbClr val="FFFF00"/>
                </a:highlight>
                <a:latin typeface="Consolas" panose="020B0609020204030204" pitchFamily="49" charset="0"/>
              </a:rPr>
              <a:t>UpdateStruct</a:t>
            </a:r>
            <a:r>
              <a:rPr lang="en-US" sz="1400">
                <a:solidFill>
                  <a:srgbClr val="000000"/>
                </a:solidFill>
                <a:latin typeface="Consolas" panose="020B0609020204030204" pitchFamily="49" charset="0"/>
              </a:rPr>
              <a:t>(salarySlipStruct, reportDateTime);</a:t>
            </a:r>
          </a:p>
          <a:p>
            <a:pPr marL="0" indent="0">
              <a:spcBef>
                <a:spcPts val="0"/>
              </a:spcBef>
              <a:spcAft>
                <a:spcPts val="0"/>
              </a:spcAft>
              <a:buNone/>
            </a:pPr>
            <a:endParaRPr lang="en-US"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Console</a:t>
            </a:r>
            <a:r>
              <a:rPr lang="en-US" sz="1400">
                <a:solidFill>
                  <a:srgbClr val="000000"/>
                </a:solidFill>
                <a:latin typeface="Consolas" panose="020B0609020204030204" pitchFamily="49" charset="0"/>
              </a:rPr>
              <a:t>.WriteLine(</a:t>
            </a:r>
            <a:r>
              <a:rPr lang="en-US" sz="1400">
                <a:solidFill>
                  <a:srgbClr val="A31515"/>
                </a:solidFill>
                <a:latin typeface="Consolas" panose="020B0609020204030204" pitchFamily="49" charset="0"/>
              </a:rPr>
              <a:t>$"Sending updated salary slip: </a:t>
            </a:r>
            <a:r>
              <a:rPr lang="en-US" sz="1400">
                <a:solidFill>
                  <a:srgbClr val="000000"/>
                </a:solidFill>
                <a:latin typeface="Consolas" panose="020B0609020204030204" pitchFamily="49" charset="0"/>
              </a:rPr>
              <a:t>{salarySlip}</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Console</a:t>
            </a:r>
            <a:r>
              <a:rPr lang="en-US" sz="1400">
                <a:solidFill>
                  <a:srgbClr val="000000"/>
                </a:solidFill>
                <a:latin typeface="Consolas" panose="020B0609020204030204" pitchFamily="49" charset="0"/>
              </a:rPr>
              <a:t>.WriteLine(</a:t>
            </a:r>
            <a:r>
              <a:rPr lang="en-US" sz="1400">
                <a:solidFill>
                  <a:srgbClr val="A31515"/>
                </a:solidFill>
                <a:latin typeface="Consolas" panose="020B0609020204030204" pitchFamily="49" charset="0"/>
              </a:rPr>
              <a:t>$"</a:t>
            </a:r>
            <a:r>
              <a:rPr lang="en-US" sz="1400">
                <a:solidFill>
                  <a:srgbClr val="FF007F"/>
                </a:solidFill>
                <a:latin typeface="Consolas" panose="020B0609020204030204" pitchFamily="49" charset="0"/>
              </a:rPr>
              <a:t>\n</a:t>
            </a:r>
            <a:r>
              <a:rPr lang="en-US" sz="1400">
                <a:solidFill>
                  <a:srgbClr val="A31515"/>
                </a:solidFill>
                <a:latin typeface="Consolas" panose="020B0609020204030204" pitchFamily="49" charset="0"/>
              </a:rPr>
              <a:t>Sending updated salary slip (struct): </a:t>
            </a:r>
            <a:r>
              <a:rPr lang="en-US" sz="1400">
                <a:solidFill>
                  <a:srgbClr val="000000"/>
                </a:solidFill>
                <a:latin typeface="Consolas" panose="020B0609020204030204" pitchFamily="49" charset="0"/>
              </a:rPr>
              <a:t>{salarySlipStruct}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panose="020B0609020204030204" pitchFamily="49" charset="0"/>
              </a:rPr>
              <a:t>        }</a:t>
            </a:r>
            <a:endParaRPr lang="da-DK" sz="1000"/>
          </a:p>
        </p:txBody>
      </p:sp>
    </p:spTree>
    <p:extLst>
      <p:ext uri="{BB962C8B-B14F-4D97-AF65-F5344CB8AC3E}">
        <p14:creationId xmlns:p14="http://schemas.microsoft.com/office/powerpoint/2010/main" val="1579301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59F157-24E9-4762-894D-4E81CB615E6D}"/>
              </a:ext>
            </a:extLst>
          </p:cNvPr>
          <p:cNvSpPr>
            <a:spLocks noGrp="1"/>
          </p:cNvSpPr>
          <p:nvPr>
            <p:ph type="sldNum" sz="quarter" idx="11"/>
          </p:nvPr>
        </p:nvSpPr>
        <p:spPr/>
        <p:txBody>
          <a:bodyPr/>
          <a:lstStyle/>
          <a:p>
            <a:fld id="{E16BA917-7F09-4B8D-AF07-F52890C14046}" type="slidenum">
              <a:rPr lang="da-DK" smtClean="0"/>
              <a:pPr/>
              <a:t>26</a:t>
            </a:fld>
            <a:endParaRPr lang="da-DK"/>
          </a:p>
        </p:txBody>
      </p:sp>
      <p:sp>
        <p:nvSpPr>
          <p:cNvPr id="3" name="Text Placeholder 2">
            <a:extLst>
              <a:ext uri="{FF2B5EF4-FFF2-40B4-BE49-F238E27FC236}">
                <a16:creationId xmlns:a16="http://schemas.microsoft.com/office/drawing/2014/main" id="{EDB63C6F-F7DD-47CB-9AE2-A217E0C11B56}"/>
              </a:ext>
            </a:extLst>
          </p:cNvPr>
          <p:cNvSpPr>
            <a:spLocks noGrp="1"/>
          </p:cNvSpPr>
          <p:nvPr>
            <p:ph type="body" sz="quarter" idx="17"/>
          </p:nvPr>
        </p:nvSpPr>
        <p:spPr/>
        <p:txBody>
          <a:bodyPr/>
          <a:lstStyle/>
          <a:p>
            <a:r>
              <a:rPr lang="en-GB"/>
              <a:t>Demo 3</a:t>
            </a:r>
            <a:endParaRPr lang="da-DK"/>
          </a:p>
        </p:txBody>
      </p:sp>
      <p:sp>
        <p:nvSpPr>
          <p:cNvPr id="4" name="Title 3">
            <a:extLst>
              <a:ext uri="{FF2B5EF4-FFF2-40B4-BE49-F238E27FC236}">
                <a16:creationId xmlns:a16="http://schemas.microsoft.com/office/drawing/2014/main" id="{1F930581-58BF-44BA-8C0B-8B2F85172E9E}"/>
              </a:ext>
            </a:extLst>
          </p:cNvPr>
          <p:cNvSpPr>
            <a:spLocks noGrp="1"/>
          </p:cNvSpPr>
          <p:nvPr>
            <p:ph type="title"/>
          </p:nvPr>
        </p:nvSpPr>
        <p:spPr/>
        <p:txBody>
          <a:bodyPr/>
          <a:lstStyle/>
          <a:p>
            <a:r>
              <a:rPr lang="en-GB"/>
              <a:t>Live demo</a:t>
            </a:r>
            <a:endParaRPr lang="da-DK"/>
          </a:p>
        </p:txBody>
      </p:sp>
      <p:sp>
        <p:nvSpPr>
          <p:cNvPr id="5" name="Content Placeholder 4">
            <a:extLst>
              <a:ext uri="{FF2B5EF4-FFF2-40B4-BE49-F238E27FC236}">
                <a16:creationId xmlns:a16="http://schemas.microsoft.com/office/drawing/2014/main" id="{1ACAF619-A031-4489-9FCA-68A868FDBF23}"/>
              </a:ext>
            </a:extLst>
          </p:cNvPr>
          <p:cNvSpPr>
            <a:spLocks noGrp="1"/>
          </p:cNvSpPr>
          <p:nvPr>
            <p:ph sz="quarter" idx="19"/>
          </p:nvPr>
        </p:nvSpPr>
        <p:spPr/>
        <p:txBody>
          <a:bodyPr/>
          <a:lstStyle/>
          <a:p>
            <a:pPr marL="0" indent="0">
              <a:spcBef>
                <a:spcPts val="0"/>
              </a:spcBef>
              <a:spcAft>
                <a:spcPts val="0"/>
              </a:spcAft>
              <a:buNone/>
            </a:pPr>
            <a:r>
              <a:rPr lang="en-US" sz="1600">
                <a:solidFill>
                  <a:srgbClr val="0000FF"/>
                </a:solidFill>
                <a:latin typeface="Consolas" panose="020B0609020204030204" pitchFamily="49" charset="0"/>
              </a:rPr>
              <a:t>        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UpdateClass(</a:t>
            </a:r>
            <a:r>
              <a:rPr lang="en-US" sz="1600">
                <a:solidFill>
                  <a:srgbClr val="2B91AF"/>
                </a:solidFill>
                <a:latin typeface="Consolas" panose="020B0609020204030204" pitchFamily="49" charset="0"/>
              </a:rPr>
              <a:t>SalarySlip</a:t>
            </a:r>
            <a:r>
              <a:rPr lang="en-US" sz="1600">
                <a:solidFill>
                  <a:srgbClr val="000000"/>
                </a:solidFill>
                <a:latin typeface="Consolas" panose="020B0609020204030204" pitchFamily="49" charset="0"/>
              </a:rPr>
              <a:t> salarySlip, </a:t>
            </a:r>
            <a:r>
              <a:rPr lang="en-US" sz="1600">
                <a:solidFill>
                  <a:srgbClr val="2B91AF"/>
                </a:solidFill>
                <a:latin typeface="Consolas" panose="020B0609020204030204" pitchFamily="49" charset="0"/>
              </a:rPr>
              <a:t>DateTime</a:t>
            </a:r>
            <a:r>
              <a:rPr lang="en-US" sz="1600">
                <a:solidFill>
                  <a:srgbClr val="000000"/>
                </a:solidFill>
                <a:latin typeface="Consolas" panose="020B0609020204030204" pitchFamily="49" charset="0"/>
              </a:rPr>
              <a:t> dateTime) {</a:t>
            </a:r>
          </a:p>
          <a:p>
            <a:pPr marL="0" indent="0">
              <a:spcBef>
                <a:spcPts val="0"/>
              </a:spcBef>
              <a:spcAft>
                <a:spcPts val="0"/>
              </a:spcAft>
              <a:buNone/>
            </a:pPr>
            <a:r>
              <a:rPr lang="en-US" sz="1600">
                <a:solidFill>
                  <a:srgbClr val="000000"/>
                </a:solidFill>
                <a:latin typeface="Consolas" panose="020B0609020204030204" pitchFamily="49" charset="0"/>
              </a:rPr>
              <a:t>            salarySlip.ReportDate = dateTime;</a:t>
            </a:r>
          </a:p>
          <a:p>
            <a:pPr marL="0" indent="0">
              <a:spcBef>
                <a:spcPts val="0"/>
              </a:spcBef>
              <a:spcAft>
                <a:spcPts val="0"/>
              </a:spcAft>
              <a:buNone/>
            </a:pPr>
            <a:r>
              <a:rPr lang="en-US" sz="1600">
                <a:solidFill>
                  <a:srgbClr val="000000"/>
                </a:solidFill>
                <a:latin typeface="Consolas" panose="020B0609020204030204" pitchFamily="49" charset="0"/>
              </a:rPr>
              <a:t>        }</a:t>
            </a:r>
          </a:p>
          <a:p>
            <a:pPr marL="0" indent="0">
              <a:spcBef>
                <a:spcPts val="0"/>
              </a:spcBef>
              <a:spcAft>
                <a:spcPts val="0"/>
              </a:spcAft>
              <a:buNone/>
            </a:pPr>
            <a:endParaRPr lang="en-US" sz="1600">
              <a:solidFill>
                <a:srgbClr val="000000"/>
              </a:solidFill>
              <a:latin typeface="Consolas" panose="020B0609020204030204" pitchFamily="49" charset="0"/>
            </a:endParaRP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UpdateStruct(</a:t>
            </a:r>
            <a:r>
              <a:rPr lang="en-US" sz="1600">
                <a:solidFill>
                  <a:srgbClr val="2B91AF"/>
                </a:solidFill>
                <a:latin typeface="Consolas" panose="020B0609020204030204" pitchFamily="49" charset="0"/>
              </a:rPr>
              <a:t>SalarySlipStruct</a:t>
            </a:r>
            <a:r>
              <a:rPr lang="en-US" sz="1600">
                <a:solidFill>
                  <a:srgbClr val="000000"/>
                </a:solidFill>
                <a:latin typeface="Consolas" panose="020B0609020204030204" pitchFamily="49" charset="0"/>
              </a:rPr>
              <a:t> salarySlip, </a:t>
            </a:r>
            <a:r>
              <a:rPr lang="en-US" sz="1600">
                <a:solidFill>
                  <a:srgbClr val="2B91AF"/>
                </a:solidFill>
                <a:latin typeface="Consolas" panose="020B0609020204030204" pitchFamily="49" charset="0"/>
              </a:rPr>
              <a:t>DateTime</a:t>
            </a:r>
            <a:r>
              <a:rPr lang="en-US" sz="1600">
                <a:solidFill>
                  <a:srgbClr val="000000"/>
                </a:solidFill>
                <a:latin typeface="Consolas" panose="020B0609020204030204" pitchFamily="49" charset="0"/>
              </a:rPr>
              <a:t> dateTime) {</a:t>
            </a:r>
          </a:p>
          <a:p>
            <a:pPr marL="0" indent="0">
              <a:spcBef>
                <a:spcPts val="0"/>
              </a:spcBef>
              <a:spcAft>
                <a:spcPts val="0"/>
              </a:spcAft>
              <a:buNone/>
            </a:pPr>
            <a:r>
              <a:rPr lang="en-US" sz="1600">
                <a:solidFill>
                  <a:srgbClr val="000000"/>
                </a:solidFill>
                <a:latin typeface="Consolas" panose="020B0609020204030204" pitchFamily="49" charset="0"/>
              </a:rPr>
              <a:t>            salarySlip.ReportDate = dateTime;</a:t>
            </a:r>
          </a:p>
          <a:p>
            <a:pPr marL="0" indent="0">
              <a:spcBef>
                <a:spcPts val="0"/>
              </a:spcBef>
              <a:spcAft>
                <a:spcPts val="0"/>
              </a:spcAft>
              <a:buNone/>
            </a:pPr>
            <a:r>
              <a:rPr lang="en-US" sz="1600">
                <a:solidFill>
                  <a:srgbClr val="000000"/>
                </a:solidFill>
                <a:latin typeface="Consolas" panose="020B0609020204030204" pitchFamily="49" charset="0"/>
              </a:rPr>
              <a:t>        }</a:t>
            </a:r>
            <a:endParaRPr lang="da-DK" sz="1400"/>
          </a:p>
        </p:txBody>
      </p:sp>
    </p:spTree>
    <p:extLst>
      <p:ext uri="{BB962C8B-B14F-4D97-AF65-F5344CB8AC3E}">
        <p14:creationId xmlns:p14="http://schemas.microsoft.com/office/powerpoint/2010/main" val="1908949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59F157-24E9-4762-894D-4E81CB615E6D}"/>
              </a:ext>
            </a:extLst>
          </p:cNvPr>
          <p:cNvSpPr>
            <a:spLocks noGrp="1"/>
          </p:cNvSpPr>
          <p:nvPr>
            <p:ph type="sldNum" sz="quarter" idx="11"/>
          </p:nvPr>
        </p:nvSpPr>
        <p:spPr/>
        <p:txBody>
          <a:bodyPr/>
          <a:lstStyle/>
          <a:p>
            <a:fld id="{E16BA917-7F09-4B8D-AF07-F52890C14046}" type="slidenum">
              <a:rPr lang="da-DK" smtClean="0"/>
              <a:pPr/>
              <a:t>27</a:t>
            </a:fld>
            <a:endParaRPr lang="da-DK"/>
          </a:p>
        </p:txBody>
      </p:sp>
      <p:sp>
        <p:nvSpPr>
          <p:cNvPr id="3" name="Text Placeholder 2">
            <a:extLst>
              <a:ext uri="{FF2B5EF4-FFF2-40B4-BE49-F238E27FC236}">
                <a16:creationId xmlns:a16="http://schemas.microsoft.com/office/drawing/2014/main" id="{EDB63C6F-F7DD-47CB-9AE2-A217E0C11B56}"/>
              </a:ext>
            </a:extLst>
          </p:cNvPr>
          <p:cNvSpPr>
            <a:spLocks noGrp="1"/>
          </p:cNvSpPr>
          <p:nvPr>
            <p:ph type="body" sz="quarter" idx="17"/>
          </p:nvPr>
        </p:nvSpPr>
        <p:spPr/>
        <p:txBody>
          <a:bodyPr/>
          <a:lstStyle/>
          <a:p>
            <a:r>
              <a:rPr lang="en-GB"/>
              <a:t>Demo 3</a:t>
            </a:r>
            <a:endParaRPr lang="da-DK"/>
          </a:p>
        </p:txBody>
      </p:sp>
      <p:sp>
        <p:nvSpPr>
          <p:cNvPr id="4" name="Title 3">
            <a:extLst>
              <a:ext uri="{FF2B5EF4-FFF2-40B4-BE49-F238E27FC236}">
                <a16:creationId xmlns:a16="http://schemas.microsoft.com/office/drawing/2014/main" id="{1F930581-58BF-44BA-8C0B-8B2F85172E9E}"/>
              </a:ext>
            </a:extLst>
          </p:cNvPr>
          <p:cNvSpPr>
            <a:spLocks noGrp="1"/>
          </p:cNvSpPr>
          <p:nvPr>
            <p:ph type="title"/>
          </p:nvPr>
        </p:nvSpPr>
        <p:spPr/>
        <p:txBody>
          <a:bodyPr/>
          <a:lstStyle/>
          <a:p>
            <a:r>
              <a:rPr lang="en-GB"/>
              <a:t>Live demo</a:t>
            </a:r>
            <a:endParaRPr lang="da-DK"/>
          </a:p>
        </p:txBody>
      </p:sp>
      <p:pic>
        <p:nvPicPr>
          <p:cNvPr id="6" name="Picture 5">
            <a:extLst>
              <a:ext uri="{FF2B5EF4-FFF2-40B4-BE49-F238E27FC236}">
                <a16:creationId xmlns:a16="http://schemas.microsoft.com/office/drawing/2014/main" id="{42BEC591-4195-45C3-9AEF-CB10CEC954BE}"/>
              </a:ext>
            </a:extLst>
          </p:cNvPr>
          <p:cNvPicPr>
            <a:picLocks noChangeAspect="1"/>
          </p:cNvPicPr>
          <p:nvPr/>
        </p:nvPicPr>
        <p:blipFill>
          <a:blip r:embed="rId3"/>
          <a:stretch>
            <a:fillRect/>
          </a:stretch>
        </p:blipFill>
        <p:spPr>
          <a:xfrm>
            <a:off x="4156054" y="1458384"/>
            <a:ext cx="3864928" cy="4495756"/>
          </a:xfrm>
          <a:prstGeom prst="rect">
            <a:avLst/>
          </a:prstGeom>
        </p:spPr>
      </p:pic>
    </p:spTree>
    <p:extLst>
      <p:ext uri="{BB962C8B-B14F-4D97-AF65-F5344CB8AC3E}">
        <p14:creationId xmlns:p14="http://schemas.microsoft.com/office/powerpoint/2010/main" val="3707975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E83A0D-DE7C-41CC-8FF7-756031EF71CA}"/>
              </a:ext>
            </a:extLst>
          </p:cNvPr>
          <p:cNvSpPr>
            <a:spLocks noGrp="1"/>
          </p:cNvSpPr>
          <p:nvPr>
            <p:ph type="sldNum" sz="quarter" idx="11"/>
          </p:nvPr>
        </p:nvSpPr>
        <p:spPr/>
        <p:txBody>
          <a:bodyPr/>
          <a:lstStyle/>
          <a:p>
            <a:fld id="{E16BA917-7F09-4B8D-AF07-F52890C14046}" type="slidenum">
              <a:rPr lang="da-DK" smtClean="0"/>
              <a:pPr/>
              <a:t>28</a:t>
            </a:fld>
            <a:endParaRPr lang="da-DK"/>
          </a:p>
        </p:txBody>
      </p:sp>
      <p:sp>
        <p:nvSpPr>
          <p:cNvPr id="3" name="Text Placeholder 2">
            <a:extLst>
              <a:ext uri="{FF2B5EF4-FFF2-40B4-BE49-F238E27FC236}">
                <a16:creationId xmlns:a16="http://schemas.microsoft.com/office/drawing/2014/main" id="{45B7AA04-B9C8-400D-BCF3-1DF559ABB71F}"/>
              </a:ext>
            </a:extLst>
          </p:cNvPr>
          <p:cNvSpPr>
            <a:spLocks noGrp="1"/>
          </p:cNvSpPr>
          <p:nvPr>
            <p:ph type="body" sz="quarter" idx="17"/>
          </p:nvPr>
        </p:nvSpPr>
        <p:spPr/>
        <p:txBody>
          <a:bodyPr/>
          <a:lstStyle/>
          <a:p>
            <a:endParaRPr lang="uk-UA"/>
          </a:p>
        </p:txBody>
      </p:sp>
      <p:sp>
        <p:nvSpPr>
          <p:cNvPr id="4" name="Title 3">
            <a:extLst>
              <a:ext uri="{FF2B5EF4-FFF2-40B4-BE49-F238E27FC236}">
                <a16:creationId xmlns:a16="http://schemas.microsoft.com/office/drawing/2014/main" id="{5E9659F7-9458-4196-A8B8-47E56AAD8E95}"/>
              </a:ext>
            </a:extLst>
          </p:cNvPr>
          <p:cNvSpPr>
            <a:spLocks noGrp="1"/>
          </p:cNvSpPr>
          <p:nvPr>
            <p:ph type="title"/>
          </p:nvPr>
        </p:nvSpPr>
        <p:spPr/>
        <p:txBody>
          <a:bodyPr/>
          <a:lstStyle/>
          <a:p>
            <a:r>
              <a:rPr lang="en-GB"/>
              <a:t>Pass by reference / value</a:t>
            </a:r>
            <a:endParaRPr lang="uk-UA"/>
          </a:p>
        </p:txBody>
      </p:sp>
      <p:pic>
        <p:nvPicPr>
          <p:cNvPr id="1026" name="Picture 2">
            <a:extLst>
              <a:ext uri="{FF2B5EF4-FFF2-40B4-BE49-F238E27FC236}">
                <a16:creationId xmlns:a16="http://schemas.microsoft.com/office/drawing/2014/main" id="{2D2090D4-DEBE-4F96-BF6F-6B8C584ADA95}"/>
              </a:ext>
            </a:extLst>
          </p:cNvPr>
          <p:cNvPicPr>
            <a:picLocks noGrp="1" noChangeAspect="1" noChangeArrowheads="1" noCrop="1"/>
          </p:cNvPicPr>
          <p:nvPr>
            <p:ph sz="quarter" idx="19"/>
          </p:nvPr>
        </p:nvPicPr>
        <p:blipFill>
          <a:blip r:embed="rId3">
            <a:extLst>
              <a:ext uri="{28A0092B-C50C-407E-A947-70E740481C1C}">
                <a14:useLocalDpi xmlns:a14="http://schemas.microsoft.com/office/drawing/2010/main" val="0"/>
              </a:ext>
            </a:extLst>
          </a:blip>
          <a:srcRect/>
          <a:stretch>
            <a:fillRect/>
          </a:stretch>
        </p:blipFill>
        <p:spPr bwMode="auto">
          <a:xfrm>
            <a:off x="1777843" y="1692769"/>
            <a:ext cx="8636314" cy="4663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300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12E58C-28DD-4E02-914B-D86C61C34999}"/>
              </a:ext>
            </a:extLst>
          </p:cNvPr>
          <p:cNvSpPr>
            <a:spLocks noGrp="1"/>
          </p:cNvSpPr>
          <p:nvPr>
            <p:ph type="sldNum" sz="quarter" idx="11"/>
          </p:nvPr>
        </p:nvSpPr>
        <p:spPr/>
        <p:txBody>
          <a:bodyPr/>
          <a:lstStyle/>
          <a:p>
            <a:fld id="{E16BA917-7F09-4B8D-AF07-F52890C14046}" type="slidenum">
              <a:rPr lang="da-DK" smtClean="0"/>
              <a:pPr/>
              <a:t>29</a:t>
            </a:fld>
            <a:endParaRPr lang="da-DK"/>
          </a:p>
        </p:txBody>
      </p:sp>
      <p:sp>
        <p:nvSpPr>
          <p:cNvPr id="3" name="Text Placeholder 2">
            <a:extLst>
              <a:ext uri="{FF2B5EF4-FFF2-40B4-BE49-F238E27FC236}">
                <a16:creationId xmlns:a16="http://schemas.microsoft.com/office/drawing/2014/main" id="{E046933A-64BE-4AA9-AD73-00ABB0C613B0}"/>
              </a:ext>
            </a:extLst>
          </p:cNvPr>
          <p:cNvSpPr>
            <a:spLocks noGrp="1"/>
          </p:cNvSpPr>
          <p:nvPr>
            <p:ph type="body" sz="quarter" idx="17"/>
          </p:nvPr>
        </p:nvSpPr>
        <p:spPr/>
        <p:txBody>
          <a:bodyPr/>
          <a:lstStyle/>
          <a:p>
            <a:r>
              <a:rPr lang="en-GB"/>
              <a:t>Practice 3</a:t>
            </a:r>
            <a:endParaRPr lang="da-DK"/>
          </a:p>
        </p:txBody>
      </p:sp>
      <p:sp>
        <p:nvSpPr>
          <p:cNvPr id="4" name="Title 3">
            <a:extLst>
              <a:ext uri="{FF2B5EF4-FFF2-40B4-BE49-F238E27FC236}">
                <a16:creationId xmlns:a16="http://schemas.microsoft.com/office/drawing/2014/main" id="{FBA0CA80-4352-4D35-B55A-7A57E5422969}"/>
              </a:ext>
            </a:extLst>
          </p:cNvPr>
          <p:cNvSpPr>
            <a:spLocks noGrp="1"/>
          </p:cNvSpPr>
          <p:nvPr>
            <p:ph type="title"/>
          </p:nvPr>
        </p:nvSpPr>
        <p:spPr/>
        <p:txBody>
          <a:bodyPr/>
          <a:lstStyle/>
          <a:p>
            <a:r>
              <a:rPr lang="en-GB"/>
              <a:t>Value vs reference types</a:t>
            </a:r>
            <a:endParaRPr lang="da-DK"/>
          </a:p>
        </p:txBody>
      </p:sp>
      <p:sp>
        <p:nvSpPr>
          <p:cNvPr id="5" name="Content Placeholder 4">
            <a:extLst>
              <a:ext uri="{FF2B5EF4-FFF2-40B4-BE49-F238E27FC236}">
                <a16:creationId xmlns:a16="http://schemas.microsoft.com/office/drawing/2014/main" id="{C6F6F0DC-C3F8-4FDC-9B5A-732455194949}"/>
              </a:ext>
            </a:extLst>
          </p:cNvPr>
          <p:cNvSpPr>
            <a:spLocks noGrp="1"/>
          </p:cNvSpPr>
          <p:nvPr>
            <p:ph sz="quarter" idx="19"/>
          </p:nvPr>
        </p:nvSpPr>
        <p:spPr>
          <a:xfrm>
            <a:off x="664106" y="1622968"/>
            <a:ext cx="10856912" cy="4568825"/>
          </a:xfrm>
        </p:spPr>
        <p:txBody>
          <a:bodyPr vert="horz" lIns="0" tIns="0" rIns="0" bIns="0" rtlCol="0" anchor="t">
            <a:noAutofit/>
          </a:bodyPr>
          <a:lstStyle/>
          <a:p>
            <a:pPr marL="342900" indent="-342900">
              <a:buFont typeface="+mj-lt"/>
              <a:buAutoNum type="arabicPeriod"/>
            </a:pPr>
            <a:r>
              <a:rPr lang="en-GB" sz="1600"/>
              <a:t>Create a SalarySlip struct</a:t>
            </a:r>
          </a:p>
          <a:p>
            <a:pPr marL="531813" lvl="1" indent="-342900"/>
            <a:r>
              <a:rPr lang="en-GB" sz="1400"/>
              <a:t>add few value type properties like salary, reporting date etc.</a:t>
            </a:r>
          </a:p>
          <a:p>
            <a:pPr marL="531813" lvl="1" indent="-342900"/>
            <a:r>
              <a:rPr lang="en-GB" sz="1400"/>
              <a:t>add constructor to initialize all struct properties,</a:t>
            </a:r>
          </a:p>
          <a:p>
            <a:pPr marL="531813" lvl="1" indent="-342900"/>
            <a:r>
              <a:rPr lang="en-GB" sz="1400"/>
              <a:t>try to add constructor with less arguments than previous one and constructor without arguments, is it possible, why?</a:t>
            </a:r>
          </a:p>
          <a:p>
            <a:pPr marL="531813" lvl="1" indent="-342900"/>
            <a:r>
              <a:rPr lang="en-GB" sz="1400"/>
              <a:t>override the </a:t>
            </a:r>
            <a:r>
              <a:rPr lang="en-GB" sz="1400" err="1"/>
              <a:t>ToString</a:t>
            </a:r>
            <a:r>
              <a:rPr lang="en-GB" sz="1400"/>
              <a:t> method and include all the properties in it</a:t>
            </a:r>
          </a:p>
          <a:p>
            <a:pPr marL="342900" indent="-342900">
              <a:buFont typeface="+mj-lt"/>
              <a:buAutoNum type="arabicPeriod"/>
            </a:pPr>
            <a:r>
              <a:rPr lang="en-GB" sz="1600">
                <a:cs typeface="Calibri"/>
              </a:rPr>
              <a:t>Instantiate </a:t>
            </a:r>
            <a:r>
              <a:rPr lang="en-GB" sz="1600"/>
              <a:t>SalarySlip struct in the Main method and print the data into console</a:t>
            </a:r>
            <a:endParaRPr lang="en-GB" sz="1600">
              <a:cs typeface="Calibri"/>
            </a:endParaRPr>
          </a:p>
          <a:p>
            <a:pPr marL="342900" indent="-342900">
              <a:buFont typeface="+mj-lt"/>
              <a:buAutoNum type="arabicPeriod"/>
            </a:pPr>
            <a:r>
              <a:rPr lang="en-GB" sz="1600">
                <a:cs typeface="Calibri"/>
              </a:rPr>
              <a:t>Create a new method of type </a:t>
            </a:r>
            <a:r>
              <a:rPr lang="en-GB" sz="1600" b="1">
                <a:cs typeface="Calibri"/>
              </a:rPr>
              <a:t>void</a:t>
            </a:r>
            <a:r>
              <a:rPr lang="en-GB" sz="1600">
                <a:cs typeface="Calibri"/>
              </a:rPr>
              <a:t> in the Program class that updates the </a:t>
            </a:r>
            <a:r>
              <a:rPr lang="en-GB" sz="1600"/>
              <a:t>SalarySlip with provided reporting date</a:t>
            </a:r>
          </a:p>
          <a:p>
            <a:pPr marL="342900" indent="-342900">
              <a:buFont typeface="+mj-lt"/>
              <a:buAutoNum type="arabicPeriod"/>
            </a:pPr>
            <a:r>
              <a:rPr lang="en-GB" sz="1600"/>
              <a:t>Print the updated salary slip object from the main method to the console.</a:t>
            </a:r>
          </a:p>
          <a:p>
            <a:pPr marL="531813" lvl="1" indent="-342900"/>
            <a:r>
              <a:rPr lang="en-US" sz="1400"/>
              <a:t>Is the value being updated? Why?</a:t>
            </a:r>
            <a:endParaRPr lang="en-GB" sz="1400"/>
          </a:p>
          <a:p>
            <a:pPr marL="342900" indent="-342900">
              <a:buFont typeface="+mj-lt"/>
              <a:buAutoNum type="arabicPeriod"/>
            </a:pPr>
            <a:r>
              <a:rPr lang="en-GB" sz="1600"/>
              <a:t>Modify existing method to return an updated salary slip and check the console output once more</a:t>
            </a:r>
          </a:p>
          <a:p>
            <a:pPr marL="342900" indent="-342900">
              <a:buFont typeface="+mj-lt"/>
              <a:buAutoNum type="arabicPeriod"/>
            </a:pPr>
            <a:r>
              <a:rPr lang="en-GB" sz="1600"/>
              <a:t>Try the same flow with SalarySlip class (</a:t>
            </a:r>
            <a:r>
              <a:rPr lang="en-GB" sz="1600">
                <a:solidFill>
                  <a:srgbClr val="2B91AF"/>
                </a:solidFill>
                <a:latin typeface="Consolas" panose="020B0609020204030204" pitchFamily="49" charset="0"/>
              </a:rPr>
              <a:t>Hint</a:t>
            </a:r>
            <a:r>
              <a:rPr lang="en-GB" sz="1600"/>
              <a:t> – change the keyword struct to class and execute the program)</a:t>
            </a:r>
          </a:p>
          <a:p>
            <a:pPr lvl="1"/>
            <a:r>
              <a:rPr lang="en-GB" sz="1400"/>
              <a:t>Did you get the same results in case of void method type? Why?</a:t>
            </a:r>
            <a:endParaRPr lang="en-US" sz="1400"/>
          </a:p>
        </p:txBody>
      </p:sp>
      <p:pic>
        <p:nvPicPr>
          <p:cNvPr id="6" name="Graphic 5" descr="Flask">
            <a:extLst>
              <a:ext uri="{FF2B5EF4-FFF2-40B4-BE49-F238E27FC236}">
                <a16:creationId xmlns:a16="http://schemas.microsoft.com/office/drawing/2014/main" id="{FBD4CE9D-ABA6-40A4-83CC-AC7F67DE48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538826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9AC1F4-F47E-4F29-A004-5D122336F6EC}"/>
              </a:ext>
            </a:extLst>
          </p:cNvPr>
          <p:cNvSpPr>
            <a:spLocks noGrp="1"/>
          </p:cNvSpPr>
          <p:nvPr>
            <p:ph type="sldNum" sz="quarter" idx="11"/>
          </p:nvPr>
        </p:nvSpPr>
        <p:spPr/>
        <p:txBody>
          <a:bodyPr/>
          <a:lstStyle/>
          <a:p>
            <a:fld id="{E16BA917-7F09-4B8D-AF07-F52890C14046}" type="slidenum">
              <a:rPr lang="da-DK" smtClean="0"/>
              <a:pPr/>
              <a:t>30</a:t>
            </a:fld>
            <a:endParaRPr lang="da-DK"/>
          </a:p>
        </p:txBody>
      </p:sp>
      <p:sp>
        <p:nvSpPr>
          <p:cNvPr id="3" name="Text Placeholder 2">
            <a:extLst>
              <a:ext uri="{FF2B5EF4-FFF2-40B4-BE49-F238E27FC236}">
                <a16:creationId xmlns:a16="http://schemas.microsoft.com/office/drawing/2014/main" id="{3B3A4E3B-E80E-45A7-B0C6-E0B122423C29}"/>
              </a:ext>
            </a:extLst>
          </p:cNvPr>
          <p:cNvSpPr>
            <a:spLocks noGrp="1"/>
          </p:cNvSpPr>
          <p:nvPr>
            <p:ph type="body" sz="quarter" idx="17"/>
          </p:nvPr>
        </p:nvSpPr>
        <p:spPr/>
        <p:txBody>
          <a:bodyPr/>
          <a:lstStyle/>
          <a:p>
            <a:r>
              <a:rPr lang="en-GB"/>
              <a:t>practice 3 - solution</a:t>
            </a:r>
            <a:endParaRPr lang="da-DK"/>
          </a:p>
        </p:txBody>
      </p:sp>
      <p:sp>
        <p:nvSpPr>
          <p:cNvPr id="4" name="Title 3">
            <a:extLst>
              <a:ext uri="{FF2B5EF4-FFF2-40B4-BE49-F238E27FC236}">
                <a16:creationId xmlns:a16="http://schemas.microsoft.com/office/drawing/2014/main" id="{302BA25E-4A78-4D34-AF81-9DAE9FAA2F97}"/>
              </a:ext>
            </a:extLst>
          </p:cNvPr>
          <p:cNvSpPr>
            <a:spLocks noGrp="1"/>
          </p:cNvSpPr>
          <p:nvPr>
            <p:ph type="title"/>
          </p:nvPr>
        </p:nvSpPr>
        <p:spPr/>
        <p:txBody>
          <a:bodyPr/>
          <a:lstStyle/>
          <a:p>
            <a:r>
              <a:rPr lang="en-GB"/>
              <a:t>Value vs reference types</a:t>
            </a:r>
            <a:endParaRPr lang="da-DK"/>
          </a:p>
        </p:txBody>
      </p:sp>
      <p:pic>
        <p:nvPicPr>
          <p:cNvPr id="6" name="Graphic 5" descr="Flask">
            <a:extLst>
              <a:ext uri="{FF2B5EF4-FFF2-40B4-BE49-F238E27FC236}">
                <a16:creationId xmlns:a16="http://schemas.microsoft.com/office/drawing/2014/main" id="{70048556-42C6-48DE-9FA9-92A49C5A09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8" name="Content Placeholder 7">
            <a:extLst>
              <a:ext uri="{FF2B5EF4-FFF2-40B4-BE49-F238E27FC236}">
                <a16:creationId xmlns:a16="http://schemas.microsoft.com/office/drawing/2014/main" id="{3D8963B8-342B-4C4E-963C-28A21A699F50}"/>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struct</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SalarySlip</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double</a:t>
            </a:r>
            <a:r>
              <a:rPr lang="en-US" sz="1400">
                <a:solidFill>
                  <a:srgbClr val="000000"/>
                </a:solidFill>
                <a:latin typeface="Consolas" panose="020B0609020204030204" pitchFamily="49" charset="0"/>
              </a:rPr>
              <a:t> Salary { </a:t>
            </a:r>
            <a:r>
              <a:rPr lang="en-US" sz="1400">
                <a:solidFill>
                  <a:srgbClr val="0000FF"/>
                </a:solidFill>
                <a:latin typeface="Consolas" panose="020B0609020204030204" pitchFamily="49" charset="0"/>
              </a:rPr>
              <a:t>get</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DateTime</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ReportDate</a:t>
            </a:r>
            <a:r>
              <a:rPr lang="en-US" sz="1400">
                <a:solidFill>
                  <a:srgbClr val="000000"/>
                </a:solidFill>
                <a:latin typeface="Consolas" panose="020B0609020204030204" pitchFamily="49" charset="0"/>
              </a:rPr>
              <a:t> { </a:t>
            </a:r>
            <a:r>
              <a:rPr lang="en-US" sz="1400">
                <a:solidFill>
                  <a:srgbClr val="0000FF"/>
                </a:solidFill>
                <a:latin typeface="Consolas" panose="020B0609020204030204" pitchFamily="49" charset="0"/>
              </a:rPr>
              <a:t>get</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set</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FF"/>
                </a:solidFill>
                <a:latin typeface="Consolas" panose="020B0609020204030204" pitchFamily="49" charset="0"/>
              </a:rPr>
              <a:t>        public</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SalarySlip</a:t>
            </a:r>
            <a:r>
              <a:rPr lang="en-US" sz="1400">
                <a:solidFill>
                  <a:srgbClr val="000000"/>
                </a:solidFill>
                <a:latin typeface="Consolas" panose="020B0609020204030204" pitchFamily="49" charset="0"/>
              </a:rPr>
              <a:t>(</a:t>
            </a:r>
            <a:r>
              <a:rPr lang="en-US" sz="1400">
                <a:solidFill>
                  <a:srgbClr val="0000FF"/>
                </a:solidFill>
                <a:latin typeface="Consolas" panose="020B0609020204030204" pitchFamily="49" charset="0"/>
              </a:rPr>
              <a:t>double</a:t>
            </a:r>
            <a:r>
              <a:rPr lang="en-US" sz="1400">
                <a:solidFill>
                  <a:srgbClr val="000000"/>
                </a:solidFill>
                <a:latin typeface="Consolas" panose="020B0609020204030204" pitchFamily="49" charset="0"/>
              </a:rPr>
              <a:t> salary) {</a:t>
            </a:r>
          </a:p>
          <a:p>
            <a:pPr marL="0" indent="0">
              <a:spcBef>
                <a:spcPts val="0"/>
              </a:spcBef>
              <a:spcAft>
                <a:spcPts val="0"/>
              </a:spcAft>
              <a:buNone/>
            </a:pPr>
            <a:r>
              <a:rPr lang="en-US" sz="1400">
                <a:solidFill>
                  <a:srgbClr val="000000"/>
                </a:solidFill>
                <a:latin typeface="Consolas" panose="020B0609020204030204" pitchFamily="49" charset="0"/>
              </a:rPr>
              <a:t>          Salary = salary;</a:t>
            </a:r>
          </a:p>
          <a:p>
            <a:pPr marL="0" indent="0">
              <a:spcBef>
                <a:spcPts val="0"/>
              </a:spcBef>
              <a:spcAft>
                <a:spcPts val="0"/>
              </a:spcAft>
              <a:buNone/>
            </a:pP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ReportDate</a:t>
            </a:r>
            <a:r>
              <a:rPr lang="en-US" sz="1400">
                <a:solidFill>
                  <a:srgbClr val="000000"/>
                </a:solidFill>
                <a:latin typeface="Consolas" panose="020B0609020204030204" pitchFamily="49" charset="0"/>
              </a:rPr>
              <a:t> = </a:t>
            </a:r>
            <a:r>
              <a:rPr lang="en-US" sz="1400" err="1">
                <a:solidFill>
                  <a:srgbClr val="000000"/>
                </a:solidFill>
                <a:latin typeface="Consolas" panose="020B0609020204030204" pitchFamily="49" charset="0"/>
              </a:rPr>
              <a:t>DateTime.Today</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panose="020B0609020204030204" pitchFamily="49" charset="0"/>
              </a:rPr>
              <a:t>        }</a:t>
            </a:r>
          </a:p>
          <a:p>
            <a:pPr marL="0" indent="0">
              <a:spcBef>
                <a:spcPts val="0"/>
              </a:spcBef>
              <a:spcAft>
                <a:spcPts val="0"/>
              </a:spcAft>
              <a:buNone/>
            </a:pPr>
            <a:endParaRPr lang="en-US" sz="1400">
              <a:solidFill>
                <a:srgbClr val="000000"/>
              </a:solidFill>
              <a:latin typeface="Consolas" panose="020B0609020204030204" pitchFamily="49" charset="0"/>
              <a:cs typeface="Calibri"/>
            </a:endParaRPr>
          </a:p>
          <a:p>
            <a:pPr marL="0" indent="0">
              <a:spcBef>
                <a:spcPts val="0"/>
              </a:spcBef>
              <a:spcAft>
                <a:spcPts val="0"/>
              </a:spcAft>
              <a:buNone/>
            </a:pPr>
            <a:r>
              <a:rPr lang="en-US" sz="1400">
                <a:solidFill>
                  <a:srgbClr val="0000FF"/>
                </a:solidFill>
                <a:latin typeface="Consolas" panose="020B0609020204030204" pitchFamily="49" charset="0"/>
              </a:rPr>
              <a:t>        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override</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ToString</a:t>
            </a:r>
            <a:r>
              <a:rPr lang="en-US" sz="1400">
                <a:solidFill>
                  <a:srgbClr val="000000"/>
                </a:solidFill>
                <a:latin typeface="Consolas" panose="020B0609020204030204" pitchFamily="49" charset="0"/>
              </a:rPr>
              <a:t>() =&gt; </a:t>
            </a:r>
            <a:r>
              <a:rPr lang="en-US" sz="1400">
                <a:solidFill>
                  <a:srgbClr val="A31515"/>
                </a:solidFill>
                <a:latin typeface="Consolas" panose="020B0609020204030204" pitchFamily="49" charset="0"/>
              </a:rPr>
              <a:t>$"Salary slip:</a:t>
            </a:r>
            <a:r>
              <a:rPr lang="en-US" sz="1400">
                <a:solidFill>
                  <a:srgbClr val="FF007F"/>
                </a:solidFill>
                <a:latin typeface="Consolas" panose="020B0609020204030204" pitchFamily="49" charset="0"/>
              </a:rPr>
              <a:t>\</a:t>
            </a:r>
            <a:r>
              <a:rPr lang="en-US" sz="1400" err="1">
                <a:solidFill>
                  <a:srgbClr val="FF007F"/>
                </a:solidFill>
                <a:latin typeface="Consolas" panose="020B0609020204030204" pitchFamily="49" charset="0"/>
              </a:rPr>
              <a:t>n</a:t>
            </a:r>
            <a:r>
              <a:rPr lang="en-US" sz="1400" err="1">
                <a:solidFill>
                  <a:srgbClr val="A31515"/>
                </a:solidFill>
                <a:latin typeface="Consolas" panose="020B0609020204030204" pitchFamily="49" charset="0"/>
              </a:rPr>
              <a:t>Salary</a:t>
            </a:r>
            <a:r>
              <a:rPr lang="en-US" sz="1400">
                <a:solidFill>
                  <a:srgbClr val="A31515"/>
                </a:solidFill>
                <a:latin typeface="Consolas" panose="020B0609020204030204" pitchFamily="49" charset="0"/>
              </a:rPr>
              <a:t>: </a:t>
            </a:r>
            <a:r>
              <a:rPr lang="en-US" sz="1400">
                <a:solidFill>
                  <a:srgbClr val="000000"/>
                </a:solidFill>
                <a:latin typeface="Consolas" panose="020B0609020204030204" pitchFamily="49" charset="0"/>
              </a:rPr>
              <a:t>{Salary}</a:t>
            </a:r>
            <a:r>
              <a:rPr lang="en-US" sz="1400">
                <a:solidFill>
                  <a:srgbClr val="FF007F"/>
                </a:solidFill>
                <a:latin typeface="Consolas" panose="020B0609020204030204" pitchFamily="49" charset="0"/>
              </a:rPr>
              <a:t>\</a:t>
            </a:r>
            <a:r>
              <a:rPr lang="en-US" sz="1400" err="1">
                <a:solidFill>
                  <a:srgbClr val="FF007F"/>
                </a:solidFill>
                <a:latin typeface="Consolas" panose="020B0609020204030204" pitchFamily="49" charset="0"/>
              </a:rPr>
              <a:t>n</a:t>
            </a:r>
            <a:r>
              <a:rPr lang="en-US" sz="1400" err="1">
                <a:solidFill>
                  <a:srgbClr val="A31515"/>
                </a:solidFill>
                <a:latin typeface="Consolas" panose="020B0609020204030204" pitchFamily="49" charset="0"/>
              </a:rPr>
              <a:t>Report</a:t>
            </a:r>
            <a:r>
              <a:rPr lang="en-US" sz="1400">
                <a:solidFill>
                  <a:srgbClr val="A31515"/>
                </a:solidFill>
                <a:latin typeface="Consolas" panose="020B0609020204030204" pitchFamily="49" charset="0"/>
              </a:rPr>
              <a:t> Date: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ReportDate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panose="020B0609020204030204" pitchFamily="49" charset="0"/>
                <a:cs typeface="Calibri"/>
              </a:rPr>
              <a:t>}</a:t>
            </a:r>
          </a:p>
          <a:p>
            <a:pPr marL="0" indent="0">
              <a:spcBef>
                <a:spcPts val="0"/>
              </a:spcBef>
              <a:spcAft>
                <a:spcPts val="0"/>
              </a:spcAft>
              <a:buNone/>
            </a:pPr>
            <a:endParaRPr lang="en-US" sz="1400">
              <a:solidFill>
                <a:srgbClr val="000000"/>
              </a:solidFill>
              <a:latin typeface="Consolas" panose="020B0609020204030204" pitchFamily="49" charset="0"/>
              <a:cs typeface="Calibri"/>
            </a:endParaRPr>
          </a:p>
          <a:p>
            <a:pPr marL="0" indent="0">
              <a:spcBef>
                <a:spcPts val="0"/>
              </a:spcBef>
              <a:spcAft>
                <a:spcPts val="0"/>
              </a:spcAft>
              <a:buNone/>
            </a:pPr>
            <a:r>
              <a:rPr lang="en-US" sz="1400">
                <a:solidFill>
                  <a:srgbClr val="0000FF"/>
                </a:solidFill>
                <a:latin typeface="Consolas" panose="020B0609020204030204" pitchFamily="49" charset="0"/>
              </a:rPr>
              <a:t>private</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UpdateSalarySlip(</a:t>
            </a:r>
            <a:r>
              <a:rPr lang="en-US" sz="1400" err="1">
                <a:solidFill>
                  <a:srgbClr val="2B91AF"/>
                </a:solidFill>
                <a:latin typeface="Consolas" panose="020B0609020204030204" pitchFamily="49" charset="0"/>
              </a:rPr>
              <a:t>SalarySlipStruct</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salarySlip</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DateTime</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reportingDate</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salarySlip.ReportDate</a:t>
            </a:r>
            <a:r>
              <a:rPr lang="en-US" sz="1400">
                <a:solidFill>
                  <a:srgbClr val="000000"/>
                </a:solidFill>
                <a:latin typeface="Consolas" panose="020B0609020204030204" pitchFamily="49" charset="0"/>
              </a:rPr>
              <a:t> = </a:t>
            </a:r>
            <a:r>
              <a:rPr lang="en-US" sz="1400" err="1">
                <a:solidFill>
                  <a:srgbClr val="000000"/>
                </a:solidFill>
                <a:latin typeface="Consolas" panose="020B0609020204030204" pitchFamily="49" charset="0"/>
              </a:rPr>
              <a:t>reportingDate</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a:cs typeface="Calibri"/>
              </a:rPr>
              <a:t>}</a:t>
            </a:r>
          </a:p>
          <a:p>
            <a:pPr marL="0" indent="0">
              <a:spcBef>
                <a:spcPts val="0"/>
              </a:spcBef>
              <a:spcAft>
                <a:spcPts val="0"/>
              </a:spcAft>
              <a:buNone/>
            </a:pPr>
            <a:endParaRPr lang="en-US" sz="1400">
              <a:solidFill>
                <a:srgbClr val="000000"/>
              </a:solidFill>
              <a:latin typeface="Consolas"/>
              <a:cs typeface="Calibri"/>
            </a:endParaRPr>
          </a:p>
          <a:p>
            <a:pPr marL="0" indent="0">
              <a:spcBef>
                <a:spcPts val="0"/>
              </a:spcBef>
              <a:spcAft>
                <a:spcPts val="0"/>
              </a:spcAft>
              <a:buNone/>
            </a:pPr>
            <a:r>
              <a:rPr lang="en-US" sz="1400">
                <a:solidFill>
                  <a:srgbClr val="0000FF"/>
                </a:solidFill>
                <a:latin typeface="Consolas" panose="020B0609020204030204" pitchFamily="49" charset="0"/>
              </a:rPr>
              <a:t>private</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UpdateSalarySlip(</a:t>
            </a:r>
            <a:r>
              <a:rPr lang="en-US" sz="1400" err="1">
                <a:solidFill>
                  <a:srgbClr val="2B91AF"/>
                </a:solidFill>
                <a:latin typeface="Consolas" panose="020B0609020204030204" pitchFamily="49" charset="0"/>
              </a:rPr>
              <a:t>SalarySlip</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salarySlip</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DateTime</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reportingDate</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salarySlip.ReportDate</a:t>
            </a:r>
            <a:r>
              <a:rPr lang="en-US" sz="1400">
                <a:solidFill>
                  <a:srgbClr val="000000"/>
                </a:solidFill>
                <a:latin typeface="Consolas" panose="020B0609020204030204" pitchFamily="49" charset="0"/>
              </a:rPr>
              <a:t> = </a:t>
            </a:r>
            <a:r>
              <a:rPr lang="en-US" sz="1400" err="1">
                <a:solidFill>
                  <a:srgbClr val="000000"/>
                </a:solidFill>
                <a:latin typeface="Consolas" panose="020B0609020204030204" pitchFamily="49" charset="0"/>
              </a:rPr>
              <a:t>reportingDate</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a:cs typeface="Calibri"/>
              </a:rPr>
              <a:t>}</a:t>
            </a:r>
          </a:p>
          <a:p>
            <a:pPr marL="0" indent="0">
              <a:spcBef>
                <a:spcPts val="0"/>
              </a:spcBef>
              <a:spcAft>
                <a:spcPts val="0"/>
              </a:spcAft>
              <a:buNone/>
            </a:pPr>
            <a:endParaRPr lang="en-US" sz="1400">
              <a:solidFill>
                <a:srgbClr val="000000"/>
              </a:solidFill>
              <a:latin typeface="Consolas"/>
              <a:cs typeface="Calibri"/>
            </a:endParaRPr>
          </a:p>
          <a:p>
            <a:pPr marL="0" indent="0">
              <a:spcBef>
                <a:spcPts val="0"/>
              </a:spcBef>
              <a:spcAft>
                <a:spcPts val="0"/>
              </a:spcAft>
              <a:buNone/>
            </a:pPr>
            <a:endParaRPr lang="da-DK" sz="1400">
              <a:latin typeface="Consolas"/>
              <a:cs typeface="Calibri"/>
            </a:endParaRPr>
          </a:p>
        </p:txBody>
      </p:sp>
    </p:spTree>
    <p:extLst>
      <p:ext uri="{BB962C8B-B14F-4D97-AF65-F5344CB8AC3E}">
        <p14:creationId xmlns:p14="http://schemas.microsoft.com/office/powerpoint/2010/main" val="407905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LUNCH</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31</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4" name="Picture 5" descr="Text&#10;&#10;Description automatically generated">
            <a:extLst>
              <a:ext uri="{FF2B5EF4-FFF2-40B4-BE49-F238E27FC236}">
                <a16:creationId xmlns:a16="http://schemas.microsoft.com/office/drawing/2014/main" id="{0F0A2FC9-23FA-494A-8B9E-92012F23330F}"/>
              </a:ext>
            </a:extLst>
          </p:cNvPr>
          <p:cNvPicPr>
            <a:picLocks noChangeAspect="1"/>
          </p:cNvPicPr>
          <p:nvPr/>
        </p:nvPicPr>
        <p:blipFill>
          <a:blip r:embed="rId2"/>
          <a:stretch>
            <a:fillRect/>
          </a:stretch>
        </p:blipFill>
        <p:spPr>
          <a:xfrm>
            <a:off x="3962400" y="1387795"/>
            <a:ext cx="4274975" cy="5015469"/>
          </a:xfrm>
          <a:prstGeom prst="rect">
            <a:avLst/>
          </a:prstGeom>
        </p:spPr>
      </p:pic>
    </p:spTree>
    <p:extLst>
      <p:ext uri="{BB962C8B-B14F-4D97-AF65-F5344CB8AC3E}">
        <p14:creationId xmlns:p14="http://schemas.microsoft.com/office/powerpoint/2010/main" val="4695507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58EA-A277-4886-9986-0A62A386A31A}"/>
              </a:ext>
            </a:extLst>
          </p:cNvPr>
          <p:cNvSpPr>
            <a:spLocks noGrp="1"/>
          </p:cNvSpPr>
          <p:nvPr>
            <p:ph type="title"/>
          </p:nvPr>
        </p:nvSpPr>
        <p:spPr/>
        <p:txBody>
          <a:bodyPr/>
          <a:lstStyle/>
          <a:p>
            <a:r>
              <a:rPr lang="en-GB"/>
              <a:t>PASS BY reference</a:t>
            </a:r>
            <a:endParaRPr lang="da-DK"/>
          </a:p>
        </p:txBody>
      </p:sp>
      <p:sp>
        <p:nvSpPr>
          <p:cNvPr id="3" name="Slide Number Placeholder 2">
            <a:extLst>
              <a:ext uri="{FF2B5EF4-FFF2-40B4-BE49-F238E27FC236}">
                <a16:creationId xmlns:a16="http://schemas.microsoft.com/office/drawing/2014/main" id="{DFA1FE03-9EE1-4026-AC8E-7E24B3328A17}"/>
              </a:ext>
            </a:extLst>
          </p:cNvPr>
          <p:cNvSpPr>
            <a:spLocks noGrp="1"/>
          </p:cNvSpPr>
          <p:nvPr>
            <p:ph type="sldNum" sz="quarter" idx="11"/>
          </p:nvPr>
        </p:nvSpPr>
        <p:spPr/>
        <p:txBody>
          <a:bodyPr/>
          <a:lstStyle/>
          <a:p>
            <a:fld id="{E16BA917-7F09-4B8D-AF07-F52890C14046}" type="slidenum">
              <a:rPr lang="da-DK" smtClean="0"/>
              <a:pPr/>
              <a:t>32</a:t>
            </a:fld>
            <a:endParaRPr lang="da-DK"/>
          </a:p>
        </p:txBody>
      </p:sp>
      <p:sp>
        <p:nvSpPr>
          <p:cNvPr id="4" name="Text Placeholder 3">
            <a:extLst>
              <a:ext uri="{FF2B5EF4-FFF2-40B4-BE49-F238E27FC236}">
                <a16:creationId xmlns:a16="http://schemas.microsoft.com/office/drawing/2014/main" id="{DDBC2D64-0A68-40F6-8D4E-FABF9282906C}"/>
              </a:ext>
            </a:extLst>
          </p:cNvPr>
          <p:cNvSpPr>
            <a:spLocks noGrp="1"/>
          </p:cNvSpPr>
          <p:nvPr>
            <p:ph type="body" sz="quarter" idx="17"/>
          </p:nvPr>
        </p:nvSpPr>
        <p:spPr/>
        <p:txBody>
          <a:bodyPr/>
          <a:lstStyle/>
          <a:p>
            <a:r>
              <a:rPr lang="da-DK">
                <a:latin typeface="+mj-lt"/>
              </a:rPr>
              <a:t>HOW TO PASS BY REFERENCE?</a:t>
            </a:r>
          </a:p>
        </p:txBody>
      </p:sp>
      <p:sp>
        <p:nvSpPr>
          <p:cNvPr id="6" name="TextBox 5">
            <a:extLst>
              <a:ext uri="{FF2B5EF4-FFF2-40B4-BE49-F238E27FC236}">
                <a16:creationId xmlns:a16="http://schemas.microsoft.com/office/drawing/2014/main" id="{EB707917-C3E8-498F-A645-F3B509C26421}"/>
              </a:ext>
            </a:extLst>
          </p:cNvPr>
          <p:cNvSpPr txBox="1"/>
          <p:nvPr/>
        </p:nvSpPr>
        <p:spPr>
          <a:xfrm>
            <a:off x="649138" y="1575367"/>
            <a:ext cx="10850033" cy="4785926"/>
          </a:xfrm>
          <a:prstGeom prst="rect">
            <a:avLst/>
          </a:prstGeom>
          <a:noFill/>
        </p:spPr>
        <p:txBody>
          <a:bodyPr wrap="square">
            <a:spAutoFit/>
          </a:bodyPr>
          <a:lstStyle/>
          <a:p>
            <a:pPr algn="l">
              <a:spcAft>
                <a:spcPts val="600"/>
              </a:spcAft>
            </a:pPr>
            <a:r>
              <a:rPr lang="en-US" sz="2000" b="0" i="0">
                <a:solidFill>
                  <a:srgbClr val="171717"/>
                </a:solidFill>
                <a:effectLst/>
                <a:latin typeface="+mn-lt"/>
              </a:rPr>
              <a:t>In C#, passing a Value-Type parameter to a method by value means passing a copy of the variable to the method. So, the changes made to the parameter inside the called method will not affect the original data stored in the argument variable.</a:t>
            </a:r>
          </a:p>
          <a:p>
            <a:pPr algn="l">
              <a:spcAft>
                <a:spcPts val="600"/>
              </a:spcAft>
            </a:pPr>
            <a:endParaRPr lang="en-US" sz="1600">
              <a:solidFill>
                <a:srgbClr val="171717"/>
              </a:solidFill>
              <a:latin typeface="+mn-lt"/>
            </a:endParaRPr>
          </a:p>
          <a:p>
            <a:pPr algn="l">
              <a:spcAft>
                <a:spcPts val="600"/>
              </a:spcAft>
            </a:pPr>
            <a:endParaRPr lang="en-US" sz="1600">
              <a:solidFill>
                <a:srgbClr val="171717"/>
              </a:solidFill>
              <a:latin typeface="+mn-lt"/>
            </a:endParaRPr>
          </a:p>
          <a:p>
            <a:pPr algn="l">
              <a:spcAft>
                <a:spcPts val="600"/>
              </a:spcAft>
            </a:pPr>
            <a:endParaRPr lang="en-US" sz="1600">
              <a:solidFill>
                <a:srgbClr val="171717"/>
              </a:solidFill>
              <a:latin typeface="+mn-lt"/>
            </a:endParaRPr>
          </a:p>
          <a:p>
            <a:pPr marL="0" indent="0">
              <a:spcBef>
                <a:spcPts val="0"/>
              </a:spcBef>
              <a:spcAft>
                <a:spcPts val="0"/>
              </a:spcAft>
              <a:buNone/>
            </a:pPr>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UpdateStruct(</a:t>
            </a:r>
            <a:r>
              <a:rPr lang="en-US" sz="1600">
                <a:solidFill>
                  <a:srgbClr val="2B91AF"/>
                </a:solidFill>
                <a:latin typeface="Consolas" panose="020B0609020204030204" pitchFamily="49" charset="0"/>
                <a:cs typeface="Calibri" panose="020F0502020204030204" pitchFamily="34" charset="0"/>
              </a:rPr>
              <a:t>SalarySlipStruct</a:t>
            </a:r>
            <a:r>
              <a:rPr lang="en-US" sz="1600">
                <a:solidFill>
                  <a:srgbClr val="000000"/>
                </a:solidFill>
                <a:latin typeface="Consolas" panose="020B0609020204030204" pitchFamily="49" charset="0"/>
              </a:rPr>
              <a:t> salarySlip, </a:t>
            </a:r>
            <a:r>
              <a:rPr lang="en-US" sz="1600">
                <a:solidFill>
                  <a:srgbClr val="2B91AF"/>
                </a:solidFill>
                <a:latin typeface="Consolas" panose="020B0609020204030204" pitchFamily="49" charset="0"/>
                <a:cs typeface="Calibri" panose="020F0502020204030204" pitchFamily="34" charset="0"/>
              </a:rPr>
              <a:t>DateTime</a:t>
            </a:r>
            <a:r>
              <a:rPr lang="en-US" sz="1600">
                <a:solidFill>
                  <a:srgbClr val="000000"/>
                </a:solidFill>
                <a:latin typeface="Consolas" panose="020B0609020204030204" pitchFamily="49" charset="0"/>
              </a:rPr>
              <a:t> dateTime) {</a:t>
            </a:r>
          </a:p>
          <a:p>
            <a:pPr marL="0" indent="0">
              <a:spcBef>
                <a:spcPts val="0"/>
              </a:spcBef>
              <a:spcAft>
                <a:spcPts val="0"/>
              </a:spcAft>
              <a:buNone/>
            </a:pPr>
            <a:r>
              <a:rPr lang="en-US" sz="1600">
                <a:solidFill>
                  <a:srgbClr val="000000"/>
                </a:solidFill>
                <a:latin typeface="Consolas" panose="020B0609020204030204" pitchFamily="49" charset="0"/>
              </a:rPr>
              <a:t>     salarySlip.ReportDate = dateTime;</a:t>
            </a:r>
          </a:p>
          <a:p>
            <a:pPr marL="0" indent="0">
              <a:spcBef>
                <a:spcPts val="0"/>
              </a:spcBef>
              <a:spcAft>
                <a:spcPts val="0"/>
              </a:spcAft>
              <a:buNone/>
            </a:pPr>
            <a:r>
              <a:rPr lang="en-US" sz="1600">
                <a:solidFill>
                  <a:srgbClr val="000000"/>
                </a:solidFill>
                <a:latin typeface="Consolas" panose="020B0609020204030204" pitchFamily="49" charset="0"/>
              </a:rPr>
              <a:t>}</a:t>
            </a:r>
            <a:endParaRPr lang="da-DK" sz="1400"/>
          </a:p>
          <a:p>
            <a:pPr algn="l">
              <a:spcAft>
                <a:spcPts val="600"/>
              </a:spcAft>
            </a:pPr>
            <a:endParaRPr lang="en-US" sz="2000" b="0" i="0">
              <a:solidFill>
                <a:srgbClr val="171717"/>
              </a:solidFill>
              <a:effectLst/>
              <a:latin typeface="+mn-lt"/>
            </a:endParaRPr>
          </a:p>
          <a:p>
            <a:pPr marL="0" indent="0">
              <a:spcBef>
                <a:spcPts val="0"/>
              </a:spcBef>
              <a:spcAft>
                <a:spcPts val="0"/>
              </a:spcAft>
              <a:buNone/>
            </a:pPr>
            <a:endParaRPr lang="en-US" sz="2000">
              <a:solidFill>
                <a:srgbClr val="0000FF"/>
              </a:solidFill>
              <a:latin typeface="Consolas" panose="020B0609020204030204" pitchFamily="49" charset="0"/>
            </a:endParaRPr>
          </a:p>
          <a:p>
            <a:pPr marL="0" indent="0">
              <a:spcBef>
                <a:spcPts val="0"/>
              </a:spcBef>
              <a:spcAft>
                <a:spcPts val="0"/>
              </a:spcAft>
              <a:buNone/>
            </a:pPr>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UpdateStruct(</a:t>
            </a:r>
            <a:r>
              <a:rPr lang="en-US" sz="1600">
                <a:solidFill>
                  <a:srgbClr val="0000FF"/>
                </a:solidFill>
                <a:latin typeface="Consolas" panose="020B0609020204030204" pitchFamily="49" charset="0"/>
              </a:rPr>
              <a:t>ref</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cs typeface="Calibri" panose="020F0502020204030204" pitchFamily="34" charset="0"/>
              </a:rPr>
              <a:t>SalarySlipStruct</a:t>
            </a:r>
            <a:r>
              <a:rPr lang="en-US" sz="1600">
                <a:solidFill>
                  <a:srgbClr val="000000"/>
                </a:solidFill>
                <a:latin typeface="Consolas" panose="020B0609020204030204" pitchFamily="49" charset="0"/>
              </a:rPr>
              <a:t> salarySlip, </a:t>
            </a:r>
            <a:r>
              <a:rPr lang="en-US" sz="1600">
                <a:solidFill>
                  <a:srgbClr val="2B91AF"/>
                </a:solidFill>
                <a:latin typeface="Consolas" panose="020B0609020204030204" pitchFamily="49" charset="0"/>
                <a:cs typeface="Calibri" panose="020F0502020204030204" pitchFamily="34" charset="0"/>
              </a:rPr>
              <a:t>DateTime</a:t>
            </a:r>
            <a:r>
              <a:rPr lang="en-US" sz="1600">
                <a:solidFill>
                  <a:srgbClr val="000000"/>
                </a:solidFill>
                <a:latin typeface="Consolas" panose="020B0609020204030204" pitchFamily="49" charset="0"/>
              </a:rPr>
              <a:t> dateTime) {</a:t>
            </a:r>
          </a:p>
          <a:p>
            <a:pPr marL="0" indent="0">
              <a:spcBef>
                <a:spcPts val="0"/>
              </a:spcBef>
              <a:spcAft>
                <a:spcPts val="0"/>
              </a:spcAft>
              <a:buNone/>
            </a:pPr>
            <a:r>
              <a:rPr lang="en-US" sz="1600">
                <a:solidFill>
                  <a:srgbClr val="000000"/>
                </a:solidFill>
                <a:latin typeface="Consolas" panose="020B0609020204030204" pitchFamily="49" charset="0"/>
              </a:rPr>
              <a:t>     salarySlip.ReportDate = dateTime;</a:t>
            </a:r>
          </a:p>
          <a:p>
            <a:pPr marL="0" indent="0">
              <a:spcBef>
                <a:spcPts val="0"/>
              </a:spcBef>
              <a:spcAft>
                <a:spcPts val="0"/>
              </a:spcAft>
              <a:buNone/>
            </a:pPr>
            <a:r>
              <a:rPr lang="en-US" sz="1600">
                <a:solidFill>
                  <a:srgbClr val="000000"/>
                </a:solidFill>
                <a:latin typeface="Consolas" panose="020B0609020204030204" pitchFamily="49" charset="0"/>
              </a:rPr>
              <a:t>}</a:t>
            </a:r>
            <a:endParaRPr lang="ru-RU" sz="1600">
              <a:solidFill>
                <a:srgbClr val="000000"/>
              </a:solidFill>
              <a:latin typeface="Consolas" panose="020B0609020204030204" pitchFamily="49" charset="0"/>
            </a:endParaRPr>
          </a:p>
          <a:p>
            <a:pPr marL="0" indent="0">
              <a:spcBef>
                <a:spcPts val="0"/>
              </a:spcBef>
              <a:spcAft>
                <a:spcPts val="0"/>
              </a:spcAft>
              <a:buNone/>
            </a:pPr>
            <a:endParaRPr lang="ru-RU" sz="1600">
              <a:solidFill>
                <a:srgbClr val="000000"/>
              </a:solidFill>
              <a:latin typeface="Consolas" panose="020B0609020204030204" pitchFamily="49" charset="0"/>
            </a:endParaRPr>
          </a:p>
          <a:p>
            <a:pPr marL="0" indent="0">
              <a:spcBef>
                <a:spcPts val="0"/>
              </a:spcBef>
              <a:spcAft>
                <a:spcPts val="0"/>
              </a:spcAft>
              <a:buNone/>
            </a:pPr>
            <a:r>
              <a:rPr lang="en-US" sz="2000">
                <a:solidFill>
                  <a:srgbClr val="171717"/>
                </a:solidFill>
                <a:latin typeface="+mn-lt"/>
              </a:rPr>
              <a:t>Using the ref keyword, we can pass parameters by reference without copying.</a:t>
            </a:r>
          </a:p>
        </p:txBody>
      </p:sp>
      <p:sp>
        <p:nvSpPr>
          <p:cNvPr id="5" name="Arrow: Down 4">
            <a:extLst>
              <a:ext uri="{FF2B5EF4-FFF2-40B4-BE49-F238E27FC236}">
                <a16:creationId xmlns:a16="http://schemas.microsoft.com/office/drawing/2014/main" id="{E80CAC2B-65E2-440F-AC98-FD9520F85E2C}"/>
              </a:ext>
            </a:extLst>
          </p:cNvPr>
          <p:cNvSpPr/>
          <p:nvPr/>
        </p:nvSpPr>
        <p:spPr>
          <a:xfrm>
            <a:off x="4983891" y="4209535"/>
            <a:ext cx="568411" cy="675503"/>
          </a:xfrm>
          <a:prstGeom prst="down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cxnSp>
        <p:nvCxnSpPr>
          <p:cNvPr id="8" name="Straight Arrow Connector 7">
            <a:extLst>
              <a:ext uri="{FF2B5EF4-FFF2-40B4-BE49-F238E27FC236}">
                <a16:creationId xmlns:a16="http://schemas.microsoft.com/office/drawing/2014/main" id="{46C16E9A-71ED-4D49-9141-12CB31CFB33F}"/>
              </a:ext>
            </a:extLst>
          </p:cNvPr>
          <p:cNvCxnSpPr>
            <a:cxnSpLocks/>
          </p:cNvCxnSpPr>
          <p:nvPr/>
        </p:nvCxnSpPr>
        <p:spPr>
          <a:xfrm flipH="1">
            <a:off x="6796217" y="3299824"/>
            <a:ext cx="708453" cy="258353"/>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1" name="Rectangle 10">
            <a:extLst>
              <a:ext uri="{FF2B5EF4-FFF2-40B4-BE49-F238E27FC236}">
                <a16:creationId xmlns:a16="http://schemas.microsoft.com/office/drawing/2014/main" id="{D75F3A24-7935-4C06-A3CE-FE83DF540948}"/>
              </a:ext>
            </a:extLst>
          </p:cNvPr>
          <p:cNvSpPr/>
          <p:nvPr/>
        </p:nvSpPr>
        <p:spPr>
          <a:xfrm>
            <a:off x="7504670" y="2508991"/>
            <a:ext cx="2660821" cy="790833"/>
          </a:xfrm>
          <a:prstGeom prst="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solidFill>
                  <a:schemeClr val="tx1"/>
                </a:solidFill>
              </a:rPr>
              <a:t>Passed by value </a:t>
            </a:r>
          </a:p>
          <a:p>
            <a:pPr algn="ctr"/>
            <a:r>
              <a:rPr lang="en-GB" sz="1400">
                <a:solidFill>
                  <a:schemeClr val="tx1"/>
                </a:solidFill>
              </a:rPr>
              <a:t>Dealing with a copy of the value type object</a:t>
            </a:r>
            <a:endParaRPr lang="en-US" sz="1400" err="1">
              <a:solidFill>
                <a:schemeClr val="tx1"/>
              </a:solidFill>
            </a:endParaRPr>
          </a:p>
        </p:txBody>
      </p:sp>
      <p:cxnSp>
        <p:nvCxnSpPr>
          <p:cNvPr id="14" name="Straight Arrow Connector 13">
            <a:extLst>
              <a:ext uri="{FF2B5EF4-FFF2-40B4-BE49-F238E27FC236}">
                <a16:creationId xmlns:a16="http://schemas.microsoft.com/office/drawing/2014/main" id="{A8123C17-804C-43AB-B103-526FDD83060B}"/>
              </a:ext>
            </a:extLst>
          </p:cNvPr>
          <p:cNvCxnSpPr>
            <a:cxnSpLocks/>
          </p:cNvCxnSpPr>
          <p:nvPr/>
        </p:nvCxnSpPr>
        <p:spPr>
          <a:xfrm flipH="1">
            <a:off x="6796217" y="4744426"/>
            <a:ext cx="708453" cy="258353"/>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5" name="Rectangle 14">
            <a:extLst>
              <a:ext uri="{FF2B5EF4-FFF2-40B4-BE49-F238E27FC236}">
                <a16:creationId xmlns:a16="http://schemas.microsoft.com/office/drawing/2014/main" id="{6D339C2D-194D-4A95-8659-5D0FD0359C4F}"/>
              </a:ext>
            </a:extLst>
          </p:cNvPr>
          <p:cNvSpPr/>
          <p:nvPr/>
        </p:nvSpPr>
        <p:spPr>
          <a:xfrm>
            <a:off x="7504670" y="3953593"/>
            <a:ext cx="2660821" cy="790833"/>
          </a:xfrm>
          <a:prstGeom prst="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solidFill>
                  <a:schemeClr val="tx1"/>
                </a:solidFill>
              </a:rPr>
              <a:t>Passed by reference </a:t>
            </a:r>
          </a:p>
          <a:p>
            <a:pPr algn="ctr"/>
            <a:r>
              <a:rPr lang="en-GB" sz="1400">
                <a:solidFill>
                  <a:schemeClr val="tx1"/>
                </a:solidFill>
              </a:rPr>
              <a:t>Dealing with the same object</a:t>
            </a:r>
            <a:r>
              <a:rPr lang="ru-RU" sz="1400">
                <a:solidFill>
                  <a:schemeClr val="tx1"/>
                </a:solidFill>
              </a:rPr>
              <a:t> </a:t>
            </a:r>
            <a:r>
              <a:rPr lang="en-US" sz="1400">
                <a:solidFill>
                  <a:schemeClr val="tx1"/>
                </a:solidFill>
              </a:rPr>
              <a:t>up the stack</a:t>
            </a:r>
            <a:r>
              <a:rPr lang="en-GB" sz="1400">
                <a:solidFill>
                  <a:schemeClr val="tx1"/>
                </a:solidFill>
              </a:rPr>
              <a:t> </a:t>
            </a:r>
            <a:endParaRPr lang="en-US" sz="1400" err="1">
              <a:solidFill>
                <a:schemeClr val="tx1"/>
              </a:solidFill>
            </a:endParaRPr>
          </a:p>
        </p:txBody>
      </p:sp>
    </p:spTree>
    <p:extLst>
      <p:ext uri="{BB962C8B-B14F-4D97-AF65-F5344CB8AC3E}">
        <p14:creationId xmlns:p14="http://schemas.microsoft.com/office/powerpoint/2010/main" val="2026036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58EA-A277-4886-9986-0A62A386A31A}"/>
              </a:ext>
            </a:extLst>
          </p:cNvPr>
          <p:cNvSpPr>
            <a:spLocks noGrp="1"/>
          </p:cNvSpPr>
          <p:nvPr>
            <p:ph type="title"/>
          </p:nvPr>
        </p:nvSpPr>
        <p:spPr/>
        <p:txBody>
          <a:bodyPr/>
          <a:lstStyle/>
          <a:p>
            <a:r>
              <a:rPr lang="en-GB"/>
              <a:t>PASS BY reference</a:t>
            </a:r>
            <a:endParaRPr lang="da-DK"/>
          </a:p>
        </p:txBody>
      </p:sp>
      <p:sp>
        <p:nvSpPr>
          <p:cNvPr id="3" name="Slide Number Placeholder 2">
            <a:extLst>
              <a:ext uri="{FF2B5EF4-FFF2-40B4-BE49-F238E27FC236}">
                <a16:creationId xmlns:a16="http://schemas.microsoft.com/office/drawing/2014/main" id="{DFA1FE03-9EE1-4026-AC8E-7E24B3328A17}"/>
              </a:ext>
            </a:extLst>
          </p:cNvPr>
          <p:cNvSpPr>
            <a:spLocks noGrp="1"/>
          </p:cNvSpPr>
          <p:nvPr>
            <p:ph type="sldNum" sz="quarter" idx="11"/>
          </p:nvPr>
        </p:nvSpPr>
        <p:spPr/>
        <p:txBody>
          <a:bodyPr/>
          <a:lstStyle/>
          <a:p>
            <a:fld id="{E16BA917-7F09-4B8D-AF07-F52890C14046}" type="slidenum">
              <a:rPr lang="da-DK" smtClean="0"/>
              <a:pPr/>
              <a:t>33</a:t>
            </a:fld>
            <a:endParaRPr lang="da-DK"/>
          </a:p>
        </p:txBody>
      </p:sp>
      <p:sp>
        <p:nvSpPr>
          <p:cNvPr id="4" name="Text Placeholder 3">
            <a:extLst>
              <a:ext uri="{FF2B5EF4-FFF2-40B4-BE49-F238E27FC236}">
                <a16:creationId xmlns:a16="http://schemas.microsoft.com/office/drawing/2014/main" id="{DDBC2D64-0A68-40F6-8D4E-FABF9282906C}"/>
              </a:ext>
            </a:extLst>
          </p:cNvPr>
          <p:cNvSpPr>
            <a:spLocks noGrp="1"/>
          </p:cNvSpPr>
          <p:nvPr>
            <p:ph type="body" sz="quarter" idx="17"/>
          </p:nvPr>
        </p:nvSpPr>
        <p:spPr/>
        <p:txBody>
          <a:bodyPr/>
          <a:lstStyle/>
          <a:p>
            <a:r>
              <a:rPr lang="en-US">
                <a:latin typeface="+mj-lt"/>
              </a:rPr>
              <a:t>REF IN OUT keywords</a:t>
            </a:r>
            <a:endParaRPr lang="da-DK">
              <a:latin typeface="+mj-lt"/>
            </a:endParaRPr>
          </a:p>
        </p:txBody>
      </p:sp>
      <p:sp>
        <p:nvSpPr>
          <p:cNvPr id="6" name="TextBox 5">
            <a:extLst>
              <a:ext uri="{FF2B5EF4-FFF2-40B4-BE49-F238E27FC236}">
                <a16:creationId xmlns:a16="http://schemas.microsoft.com/office/drawing/2014/main" id="{EB707917-C3E8-498F-A645-F3B509C26421}"/>
              </a:ext>
            </a:extLst>
          </p:cNvPr>
          <p:cNvSpPr txBox="1"/>
          <p:nvPr/>
        </p:nvSpPr>
        <p:spPr>
          <a:xfrm>
            <a:off x="649138" y="1575367"/>
            <a:ext cx="10850033" cy="1738938"/>
          </a:xfrm>
          <a:prstGeom prst="rect">
            <a:avLst/>
          </a:prstGeom>
          <a:noFill/>
        </p:spPr>
        <p:txBody>
          <a:bodyPr wrap="square">
            <a:spAutoFit/>
          </a:bodyPr>
          <a:lstStyle/>
          <a:p>
            <a:pPr algn="l">
              <a:spcAft>
                <a:spcPts val="600"/>
              </a:spcAft>
            </a:pPr>
            <a:r>
              <a:rPr lang="en-US" sz="2000" b="0" i="0">
                <a:solidFill>
                  <a:srgbClr val="171717"/>
                </a:solidFill>
                <a:effectLst/>
                <a:latin typeface="+mn-lt"/>
              </a:rPr>
              <a:t>Method parameters have modifiers available to change the desired outcome of how the parameter is treated. </a:t>
            </a:r>
          </a:p>
          <a:p>
            <a:pPr algn="l">
              <a:spcAft>
                <a:spcPts val="600"/>
              </a:spcAft>
            </a:pPr>
            <a:r>
              <a:rPr lang="en-US" sz="2000" b="0" i="0">
                <a:solidFill>
                  <a:srgbClr val="171717"/>
                </a:solidFill>
                <a:effectLst/>
                <a:latin typeface="+mn-lt"/>
              </a:rPr>
              <a:t>Each method has a specific use case:</a:t>
            </a:r>
            <a:endParaRPr lang="en-US" sz="1600">
              <a:solidFill>
                <a:srgbClr val="171717"/>
              </a:solidFill>
              <a:latin typeface="+mn-lt"/>
            </a:endParaRPr>
          </a:p>
          <a:p>
            <a:pPr algn="l">
              <a:spcAft>
                <a:spcPts val="600"/>
              </a:spcAft>
            </a:pPr>
            <a:endParaRPr lang="en-US" sz="1600">
              <a:solidFill>
                <a:srgbClr val="171717"/>
              </a:solidFill>
              <a:latin typeface="+mn-lt"/>
            </a:endParaRPr>
          </a:p>
          <a:p>
            <a:pPr marL="0" indent="0">
              <a:spcBef>
                <a:spcPts val="0"/>
              </a:spcBef>
              <a:spcAft>
                <a:spcPts val="0"/>
              </a:spcAft>
              <a:buNone/>
            </a:pPr>
            <a:endParaRPr lang="ru-RU" sz="1600">
              <a:solidFill>
                <a:srgbClr val="000000"/>
              </a:solidFill>
              <a:latin typeface="Consolas" panose="020B0609020204030204" pitchFamily="49" charset="0"/>
            </a:endParaRPr>
          </a:p>
        </p:txBody>
      </p:sp>
      <p:graphicFrame>
        <p:nvGraphicFramePr>
          <p:cNvPr id="7" name="Diagram 6">
            <a:extLst>
              <a:ext uri="{FF2B5EF4-FFF2-40B4-BE49-F238E27FC236}">
                <a16:creationId xmlns:a16="http://schemas.microsoft.com/office/drawing/2014/main" id="{379F3B39-5E1D-4D9A-A9CC-1AECC5CE95EE}"/>
              </a:ext>
            </a:extLst>
          </p:cNvPr>
          <p:cNvGraphicFramePr/>
          <p:nvPr>
            <p:extLst>
              <p:ext uri="{D42A27DB-BD31-4B8C-83A1-F6EECF244321}">
                <p14:modId xmlns:p14="http://schemas.microsoft.com/office/powerpoint/2010/main" val="2445767257"/>
              </p:ext>
            </p:extLst>
          </p:nvPr>
        </p:nvGraphicFramePr>
        <p:xfrm>
          <a:off x="1762897" y="2697635"/>
          <a:ext cx="8347676" cy="35434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5194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58EA-A277-4886-9986-0A62A386A31A}"/>
              </a:ext>
            </a:extLst>
          </p:cNvPr>
          <p:cNvSpPr>
            <a:spLocks noGrp="1"/>
          </p:cNvSpPr>
          <p:nvPr>
            <p:ph type="title"/>
          </p:nvPr>
        </p:nvSpPr>
        <p:spPr/>
        <p:txBody>
          <a:bodyPr/>
          <a:lstStyle/>
          <a:p>
            <a:r>
              <a:rPr lang="en-GB"/>
              <a:t>PASS BY reference</a:t>
            </a:r>
            <a:endParaRPr lang="da-DK"/>
          </a:p>
        </p:txBody>
      </p:sp>
      <p:sp>
        <p:nvSpPr>
          <p:cNvPr id="3" name="Slide Number Placeholder 2">
            <a:extLst>
              <a:ext uri="{FF2B5EF4-FFF2-40B4-BE49-F238E27FC236}">
                <a16:creationId xmlns:a16="http://schemas.microsoft.com/office/drawing/2014/main" id="{DFA1FE03-9EE1-4026-AC8E-7E24B3328A17}"/>
              </a:ext>
            </a:extLst>
          </p:cNvPr>
          <p:cNvSpPr>
            <a:spLocks noGrp="1"/>
          </p:cNvSpPr>
          <p:nvPr>
            <p:ph type="sldNum" sz="quarter" idx="11"/>
          </p:nvPr>
        </p:nvSpPr>
        <p:spPr/>
        <p:txBody>
          <a:bodyPr/>
          <a:lstStyle/>
          <a:p>
            <a:fld id="{E16BA917-7F09-4B8D-AF07-F52890C14046}" type="slidenum">
              <a:rPr lang="da-DK" smtClean="0"/>
              <a:pPr/>
              <a:t>34</a:t>
            </a:fld>
            <a:endParaRPr lang="da-DK"/>
          </a:p>
        </p:txBody>
      </p:sp>
      <p:sp>
        <p:nvSpPr>
          <p:cNvPr id="4" name="Text Placeholder 3">
            <a:extLst>
              <a:ext uri="{FF2B5EF4-FFF2-40B4-BE49-F238E27FC236}">
                <a16:creationId xmlns:a16="http://schemas.microsoft.com/office/drawing/2014/main" id="{DDBC2D64-0A68-40F6-8D4E-FABF9282906C}"/>
              </a:ext>
            </a:extLst>
          </p:cNvPr>
          <p:cNvSpPr>
            <a:spLocks noGrp="1"/>
          </p:cNvSpPr>
          <p:nvPr>
            <p:ph type="body" sz="quarter" idx="17"/>
          </p:nvPr>
        </p:nvSpPr>
        <p:spPr/>
        <p:txBody>
          <a:bodyPr/>
          <a:lstStyle/>
          <a:p>
            <a:r>
              <a:rPr lang="en-US">
                <a:latin typeface="+mj-lt"/>
              </a:rPr>
              <a:t>The ref Modifier</a:t>
            </a:r>
            <a:endParaRPr lang="da-DK">
              <a:latin typeface="+mj-lt"/>
            </a:endParaRPr>
          </a:p>
        </p:txBody>
      </p:sp>
      <p:sp>
        <p:nvSpPr>
          <p:cNvPr id="6" name="TextBox 5">
            <a:extLst>
              <a:ext uri="{FF2B5EF4-FFF2-40B4-BE49-F238E27FC236}">
                <a16:creationId xmlns:a16="http://schemas.microsoft.com/office/drawing/2014/main" id="{EB707917-C3E8-498F-A645-F3B509C26421}"/>
              </a:ext>
            </a:extLst>
          </p:cNvPr>
          <p:cNvSpPr txBox="1"/>
          <p:nvPr/>
        </p:nvSpPr>
        <p:spPr>
          <a:xfrm>
            <a:off x="649138" y="1575367"/>
            <a:ext cx="10850033" cy="3585597"/>
          </a:xfrm>
          <a:prstGeom prst="rect">
            <a:avLst/>
          </a:prstGeom>
          <a:noFill/>
        </p:spPr>
        <p:txBody>
          <a:bodyPr wrap="square" lIns="91440" tIns="45720" rIns="91440" bIns="45720" anchor="t">
            <a:spAutoFit/>
          </a:bodyPr>
          <a:lstStyle/>
          <a:p>
            <a:pPr algn="l">
              <a:spcAft>
                <a:spcPts val="600"/>
              </a:spcAft>
            </a:pPr>
            <a:r>
              <a:rPr lang="en-US" sz="2000" b="0" i="0">
                <a:solidFill>
                  <a:srgbClr val="171717"/>
                </a:solidFill>
                <a:effectLst/>
                <a:latin typeface="+mn-lt"/>
                <a:ea typeface="ＭＳ Ｐゴシック"/>
              </a:rPr>
              <a:t>By default, a reference type passed into a method will have any changes made to its values reflected outside the method as well.</a:t>
            </a:r>
          </a:p>
          <a:p>
            <a:pPr algn="l">
              <a:spcAft>
                <a:spcPts val="600"/>
              </a:spcAft>
            </a:pPr>
            <a:endParaRPr lang="en-US" sz="2000">
              <a:solidFill>
                <a:srgbClr val="171717"/>
              </a:solidFill>
              <a:latin typeface="+mn-lt"/>
            </a:endParaRPr>
          </a:p>
          <a:p>
            <a:pPr algn="l">
              <a:spcAft>
                <a:spcPts val="600"/>
              </a:spcAft>
            </a:pPr>
            <a:endParaRPr lang="en-US" sz="2000" b="0" i="0">
              <a:solidFill>
                <a:srgbClr val="171717"/>
              </a:solidFill>
              <a:effectLst/>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Bef>
                <a:spcPts val="0"/>
              </a:spcBef>
              <a:spcAft>
                <a:spcPts val="0"/>
              </a:spcAft>
            </a:pPr>
            <a:endParaRPr lang="ru-RU" sz="1600">
              <a:solidFill>
                <a:srgbClr val="000000"/>
              </a:solidFill>
              <a:latin typeface="Consolas" panose="020B0609020204030204" pitchFamily="49" charset="0"/>
            </a:endParaRPr>
          </a:p>
          <a:p>
            <a:pPr algn="l">
              <a:spcBef>
                <a:spcPts val="0"/>
              </a:spcBef>
              <a:spcAft>
                <a:spcPts val="0"/>
              </a:spcAft>
            </a:pPr>
            <a:endParaRPr lang="en-US" sz="1600">
              <a:solidFill>
                <a:srgbClr val="171717"/>
              </a:solidFill>
              <a:latin typeface="Arial" panose="020B0604020202020204"/>
            </a:endParaRPr>
          </a:p>
        </p:txBody>
      </p:sp>
      <p:sp>
        <p:nvSpPr>
          <p:cNvPr id="8" name="TextBox 7">
            <a:extLst>
              <a:ext uri="{FF2B5EF4-FFF2-40B4-BE49-F238E27FC236}">
                <a16:creationId xmlns:a16="http://schemas.microsoft.com/office/drawing/2014/main" id="{BB684A15-5484-4DD4-AFC1-5CC95F2A230A}"/>
              </a:ext>
            </a:extLst>
          </p:cNvPr>
          <p:cNvSpPr txBox="1"/>
          <p:nvPr/>
        </p:nvSpPr>
        <p:spPr>
          <a:xfrm>
            <a:off x="769411" y="2574324"/>
            <a:ext cx="11163922" cy="854676"/>
          </a:xfrm>
          <a:prstGeom prst="rect">
            <a:avLst/>
          </a:prstGeom>
          <a:noFill/>
        </p:spPr>
        <p:txBody>
          <a:bodyPr wrap="square" lIns="0" tIns="0" rIns="0" bIns="0" rtlCol="0">
            <a:noAutofit/>
          </a:bodyPr>
          <a:lstStyle/>
          <a:p>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UpdateSalarySlip(</a:t>
            </a:r>
            <a:r>
              <a:rPr lang="en-US" sz="1600" err="1">
                <a:solidFill>
                  <a:srgbClr val="2B91AF"/>
                </a:solidFill>
                <a:latin typeface="Consolas" panose="020B0609020204030204" pitchFamily="49" charset="0"/>
                <a:cs typeface="Calibri" panose="020F0502020204030204" pitchFamily="34" charset="0"/>
              </a:rPr>
              <a:t>SalarySlip</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salarySlip</a:t>
            </a:r>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cs typeface="Calibri" panose="020F0502020204030204" pitchFamily="34" charset="0"/>
              </a:rPr>
              <a:t>DateTime</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reportingDate</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salarySlip.ReportDate</a:t>
            </a:r>
            <a:r>
              <a:rPr lang="en-US" sz="1600">
                <a:solidFill>
                  <a:srgbClr val="000000"/>
                </a:solidFill>
                <a:latin typeface="Consolas" panose="020B0609020204030204" pitchFamily="49" charset="0"/>
              </a:rPr>
              <a:t> = </a:t>
            </a:r>
            <a:r>
              <a:rPr lang="en-US" sz="1600" err="1">
                <a:solidFill>
                  <a:srgbClr val="000000"/>
                </a:solidFill>
                <a:latin typeface="Consolas" panose="020B0609020204030204" pitchFamily="49" charset="0"/>
              </a:rPr>
              <a:t>reportingDate</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a:t>
            </a:r>
          </a:p>
          <a:p>
            <a:endParaRPr lang="en-US" sz="1400">
              <a:latin typeface="+mn-lt"/>
            </a:endParaRPr>
          </a:p>
        </p:txBody>
      </p:sp>
      <p:sp>
        <p:nvSpPr>
          <p:cNvPr id="7" name="TextBox 6">
            <a:extLst>
              <a:ext uri="{FF2B5EF4-FFF2-40B4-BE49-F238E27FC236}">
                <a16:creationId xmlns:a16="http://schemas.microsoft.com/office/drawing/2014/main" id="{D86F4CD0-99E4-4869-A10E-C2B9FFD20F3C}"/>
              </a:ext>
            </a:extLst>
          </p:cNvPr>
          <p:cNvSpPr txBox="1"/>
          <p:nvPr/>
        </p:nvSpPr>
        <p:spPr>
          <a:xfrm>
            <a:off x="6467556" y="3140522"/>
            <a:ext cx="4955033" cy="799542"/>
          </a:xfrm>
          <a:prstGeom prst="rect">
            <a:avLst/>
          </a:prstGeom>
          <a:noFill/>
        </p:spPr>
        <p:txBody>
          <a:bodyPr wrap="square" lIns="0" tIns="0" rIns="0" bIns="0" rtlCol="0">
            <a:noAutofit/>
          </a:bodyPr>
          <a:lstStyle/>
          <a:p>
            <a:pPr defTabSz="179388">
              <a:buClr>
                <a:srgbClr val="00DEE6"/>
              </a:buClr>
            </a:pPr>
            <a:r>
              <a:rPr lang="en-US" sz="1600" b="0" i="0">
                <a:solidFill>
                  <a:srgbClr val="171717"/>
                </a:solidFill>
                <a:effectLst/>
                <a:latin typeface="+mn-lt"/>
              </a:rPr>
              <a:t>Reference type represents the same object stored in the heap and accessed by a reference</a:t>
            </a:r>
          </a:p>
          <a:p>
            <a:pPr defTabSz="179388">
              <a:buClr>
                <a:srgbClr val="00DEE6"/>
              </a:buClr>
            </a:pPr>
            <a:r>
              <a:rPr lang="en-US" sz="1600">
                <a:solidFill>
                  <a:srgbClr val="171717"/>
                </a:solidFill>
                <a:latin typeface="+mn-lt"/>
              </a:rPr>
              <a:t>Where reference is</a:t>
            </a:r>
            <a:r>
              <a:rPr lang="en-US" sz="1600" b="0" i="0">
                <a:solidFill>
                  <a:srgbClr val="171717"/>
                </a:solidFill>
                <a:effectLst/>
                <a:latin typeface="+mn-lt"/>
              </a:rPr>
              <a:t> passed to method by value</a:t>
            </a:r>
            <a:endParaRPr lang="ru-RU" sz="12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err="1">
              <a:latin typeface="+mn-lt"/>
            </a:endParaRPr>
          </a:p>
        </p:txBody>
      </p:sp>
      <p:cxnSp>
        <p:nvCxnSpPr>
          <p:cNvPr id="9" name="Straight Arrow Connector 8">
            <a:extLst>
              <a:ext uri="{FF2B5EF4-FFF2-40B4-BE49-F238E27FC236}">
                <a16:creationId xmlns:a16="http://schemas.microsoft.com/office/drawing/2014/main" id="{D8207916-E025-4BE7-81AC-962E1625288E}"/>
              </a:ext>
            </a:extLst>
          </p:cNvPr>
          <p:cNvCxnSpPr>
            <a:cxnSpLocks/>
          </p:cNvCxnSpPr>
          <p:nvPr/>
        </p:nvCxnSpPr>
        <p:spPr>
          <a:xfrm flipH="1">
            <a:off x="6511984" y="2220580"/>
            <a:ext cx="712600" cy="353744"/>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0" name="TextBox 9">
            <a:extLst>
              <a:ext uri="{FF2B5EF4-FFF2-40B4-BE49-F238E27FC236}">
                <a16:creationId xmlns:a16="http://schemas.microsoft.com/office/drawing/2014/main" id="{64679D08-7A8F-47CB-94AF-6DDB9040E861}"/>
              </a:ext>
            </a:extLst>
          </p:cNvPr>
          <p:cNvSpPr txBox="1"/>
          <p:nvPr/>
        </p:nvSpPr>
        <p:spPr>
          <a:xfrm>
            <a:off x="7273957" y="2088951"/>
            <a:ext cx="2961530" cy="33492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Reference type passed by value</a:t>
            </a:r>
          </a:p>
        </p:txBody>
      </p:sp>
      <p:cxnSp>
        <p:nvCxnSpPr>
          <p:cNvPr id="11" name="Straight Arrow Connector 10">
            <a:extLst>
              <a:ext uri="{FF2B5EF4-FFF2-40B4-BE49-F238E27FC236}">
                <a16:creationId xmlns:a16="http://schemas.microsoft.com/office/drawing/2014/main" id="{58FD67B3-EF2A-457F-85A5-4CEA129BEBAC}"/>
              </a:ext>
            </a:extLst>
          </p:cNvPr>
          <p:cNvCxnSpPr>
            <a:cxnSpLocks/>
          </p:cNvCxnSpPr>
          <p:nvPr/>
        </p:nvCxnSpPr>
        <p:spPr>
          <a:xfrm flipH="1" flipV="1">
            <a:off x="5651981" y="2850292"/>
            <a:ext cx="726550" cy="486229"/>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3" name="Straight Arrow Connector 12">
            <a:extLst>
              <a:ext uri="{FF2B5EF4-FFF2-40B4-BE49-F238E27FC236}">
                <a16:creationId xmlns:a16="http://schemas.microsoft.com/office/drawing/2014/main" id="{5BC6C0B1-5622-4C73-AEE1-B4E869F64346}"/>
              </a:ext>
            </a:extLst>
          </p:cNvPr>
          <p:cNvCxnSpPr>
            <a:cxnSpLocks/>
          </p:cNvCxnSpPr>
          <p:nvPr/>
        </p:nvCxnSpPr>
        <p:spPr>
          <a:xfrm flipV="1">
            <a:off x="1878227" y="3140523"/>
            <a:ext cx="1126112" cy="424462"/>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5" name="TextBox 14">
            <a:extLst>
              <a:ext uri="{FF2B5EF4-FFF2-40B4-BE49-F238E27FC236}">
                <a16:creationId xmlns:a16="http://schemas.microsoft.com/office/drawing/2014/main" id="{9FDA7978-ADC5-4DC7-AB48-6FED23AB8176}"/>
              </a:ext>
            </a:extLst>
          </p:cNvPr>
          <p:cNvSpPr txBox="1"/>
          <p:nvPr/>
        </p:nvSpPr>
        <p:spPr>
          <a:xfrm>
            <a:off x="696948" y="3628415"/>
            <a:ext cx="4955033" cy="323688"/>
          </a:xfrm>
          <a:prstGeom prst="rect">
            <a:avLst/>
          </a:prstGeom>
          <a:noFill/>
        </p:spPr>
        <p:txBody>
          <a:bodyPr wrap="square" lIns="0" tIns="0" rIns="0" bIns="0" rtlCol="0">
            <a:noAutofit/>
          </a:bodyPr>
          <a:lstStyle/>
          <a:p>
            <a:pPr defTabSz="179388">
              <a:buClr>
                <a:srgbClr val="00DEE6"/>
              </a:buClr>
            </a:pPr>
            <a:r>
              <a:rPr lang="en-US" sz="1600" b="0" i="0">
                <a:solidFill>
                  <a:srgbClr val="171717"/>
                </a:solidFill>
                <a:effectLst/>
                <a:latin typeface="+mn-lt"/>
              </a:rPr>
              <a:t>This change will be visible outside of the method</a:t>
            </a:r>
            <a:endParaRPr lang="ru-RU" sz="12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err="1">
              <a:latin typeface="+mn-lt"/>
            </a:endParaRPr>
          </a:p>
        </p:txBody>
      </p:sp>
    </p:spTree>
    <p:extLst>
      <p:ext uri="{BB962C8B-B14F-4D97-AF65-F5344CB8AC3E}">
        <p14:creationId xmlns:p14="http://schemas.microsoft.com/office/powerpoint/2010/main" val="21899015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58EA-A277-4886-9986-0A62A386A31A}"/>
              </a:ext>
            </a:extLst>
          </p:cNvPr>
          <p:cNvSpPr>
            <a:spLocks noGrp="1"/>
          </p:cNvSpPr>
          <p:nvPr>
            <p:ph type="title"/>
          </p:nvPr>
        </p:nvSpPr>
        <p:spPr/>
        <p:txBody>
          <a:bodyPr/>
          <a:lstStyle/>
          <a:p>
            <a:r>
              <a:rPr lang="en-GB"/>
              <a:t>PASS BY reference</a:t>
            </a:r>
            <a:endParaRPr lang="da-DK"/>
          </a:p>
        </p:txBody>
      </p:sp>
      <p:sp>
        <p:nvSpPr>
          <p:cNvPr id="3" name="Slide Number Placeholder 2">
            <a:extLst>
              <a:ext uri="{FF2B5EF4-FFF2-40B4-BE49-F238E27FC236}">
                <a16:creationId xmlns:a16="http://schemas.microsoft.com/office/drawing/2014/main" id="{DFA1FE03-9EE1-4026-AC8E-7E24B3328A17}"/>
              </a:ext>
            </a:extLst>
          </p:cNvPr>
          <p:cNvSpPr>
            <a:spLocks noGrp="1"/>
          </p:cNvSpPr>
          <p:nvPr>
            <p:ph type="sldNum" sz="quarter" idx="11"/>
          </p:nvPr>
        </p:nvSpPr>
        <p:spPr/>
        <p:txBody>
          <a:bodyPr/>
          <a:lstStyle/>
          <a:p>
            <a:fld id="{E16BA917-7F09-4B8D-AF07-F52890C14046}" type="slidenum">
              <a:rPr lang="da-DK" smtClean="0"/>
              <a:pPr/>
              <a:t>35</a:t>
            </a:fld>
            <a:endParaRPr lang="da-DK"/>
          </a:p>
        </p:txBody>
      </p:sp>
      <p:sp>
        <p:nvSpPr>
          <p:cNvPr id="4" name="Text Placeholder 3">
            <a:extLst>
              <a:ext uri="{FF2B5EF4-FFF2-40B4-BE49-F238E27FC236}">
                <a16:creationId xmlns:a16="http://schemas.microsoft.com/office/drawing/2014/main" id="{DDBC2D64-0A68-40F6-8D4E-FABF9282906C}"/>
              </a:ext>
            </a:extLst>
          </p:cNvPr>
          <p:cNvSpPr>
            <a:spLocks noGrp="1"/>
          </p:cNvSpPr>
          <p:nvPr>
            <p:ph type="body" sz="quarter" idx="17"/>
          </p:nvPr>
        </p:nvSpPr>
        <p:spPr/>
        <p:txBody>
          <a:bodyPr/>
          <a:lstStyle/>
          <a:p>
            <a:r>
              <a:rPr lang="en-US">
                <a:latin typeface="+mj-lt"/>
              </a:rPr>
              <a:t>The ref Modifier</a:t>
            </a:r>
            <a:endParaRPr lang="da-DK">
              <a:latin typeface="+mj-lt"/>
            </a:endParaRPr>
          </a:p>
        </p:txBody>
      </p:sp>
      <p:sp>
        <p:nvSpPr>
          <p:cNvPr id="6" name="TextBox 5">
            <a:extLst>
              <a:ext uri="{FF2B5EF4-FFF2-40B4-BE49-F238E27FC236}">
                <a16:creationId xmlns:a16="http://schemas.microsoft.com/office/drawing/2014/main" id="{EB707917-C3E8-498F-A645-F3B509C26421}"/>
              </a:ext>
            </a:extLst>
          </p:cNvPr>
          <p:cNvSpPr txBox="1"/>
          <p:nvPr/>
        </p:nvSpPr>
        <p:spPr>
          <a:xfrm>
            <a:off x="649138" y="1575367"/>
            <a:ext cx="10850033" cy="4416594"/>
          </a:xfrm>
          <a:prstGeom prst="rect">
            <a:avLst/>
          </a:prstGeom>
          <a:noFill/>
        </p:spPr>
        <p:txBody>
          <a:bodyPr wrap="square">
            <a:spAutoFit/>
          </a:bodyPr>
          <a:lstStyle/>
          <a:p>
            <a:pPr algn="l">
              <a:spcAft>
                <a:spcPts val="600"/>
              </a:spcAft>
            </a:pPr>
            <a:r>
              <a:rPr lang="en-US" sz="2000" b="0" i="0">
                <a:solidFill>
                  <a:srgbClr val="171717"/>
                </a:solidFill>
                <a:effectLst/>
                <a:latin typeface="+mn-lt"/>
              </a:rPr>
              <a:t>If you assign the reference type to a new reference type inside the method, those changes will only be local to the method. </a:t>
            </a: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r>
              <a:rPr lang="en-US" sz="2000" b="0" i="0">
                <a:solidFill>
                  <a:srgbClr val="171717"/>
                </a:solidFill>
                <a:effectLst/>
                <a:latin typeface="+mn-lt"/>
              </a:rPr>
              <a:t>Using the ref modifier, you have the option to assign a new reference type and have it reflected outside the method. </a:t>
            </a:r>
            <a:endParaRPr lang="en-US" sz="1600">
              <a:solidFill>
                <a:srgbClr val="171717"/>
              </a:solidFill>
              <a:latin typeface="+mn-lt"/>
            </a:endParaRPr>
          </a:p>
          <a:p>
            <a:pPr marL="0" indent="0">
              <a:spcBef>
                <a:spcPts val="0"/>
              </a:spcBef>
              <a:spcAft>
                <a:spcPts val="0"/>
              </a:spcAft>
              <a:buNone/>
            </a:pPr>
            <a:endParaRPr lang="ru-RU" sz="1600">
              <a:solidFill>
                <a:srgbClr val="000000"/>
              </a:solidFill>
              <a:latin typeface="Consolas" panose="020B0609020204030204" pitchFamily="49" charset="0"/>
            </a:endParaRPr>
          </a:p>
        </p:txBody>
      </p:sp>
      <p:grpSp>
        <p:nvGrpSpPr>
          <p:cNvPr id="5" name="Group 4">
            <a:extLst>
              <a:ext uri="{FF2B5EF4-FFF2-40B4-BE49-F238E27FC236}">
                <a16:creationId xmlns:a16="http://schemas.microsoft.com/office/drawing/2014/main" id="{1E0A3913-56F9-476C-98BC-7F8805ED1489}"/>
              </a:ext>
            </a:extLst>
          </p:cNvPr>
          <p:cNvGrpSpPr/>
          <p:nvPr/>
        </p:nvGrpSpPr>
        <p:grpSpPr>
          <a:xfrm>
            <a:off x="670985" y="2521196"/>
            <a:ext cx="11521015" cy="2130793"/>
            <a:chOff x="670985" y="2521196"/>
            <a:chExt cx="11521015" cy="2130793"/>
          </a:xfrm>
        </p:grpSpPr>
        <p:sp>
          <p:nvSpPr>
            <p:cNvPr id="7" name="TextBox 6">
              <a:extLst>
                <a:ext uri="{FF2B5EF4-FFF2-40B4-BE49-F238E27FC236}">
                  <a16:creationId xmlns:a16="http://schemas.microsoft.com/office/drawing/2014/main" id="{D86F4CD0-99E4-4869-A10E-C2B9FFD20F3C}"/>
                </a:ext>
              </a:extLst>
            </p:cNvPr>
            <p:cNvSpPr txBox="1"/>
            <p:nvPr/>
          </p:nvSpPr>
          <p:spPr>
            <a:xfrm>
              <a:off x="670985" y="3852447"/>
              <a:ext cx="2912474" cy="799542"/>
            </a:xfrm>
            <a:prstGeom prst="rect">
              <a:avLst/>
            </a:prstGeom>
            <a:noFill/>
          </p:spPr>
          <p:txBody>
            <a:bodyPr wrap="square" lIns="0" tIns="0" rIns="0" bIns="0" rtlCol="0">
              <a:noAutofit/>
            </a:bodyPr>
            <a:lstStyle/>
            <a:p>
              <a:pPr defTabSz="179388">
                <a:buClr>
                  <a:srgbClr val="00DEE6"/>
                </a:buClr>
              </a:pPr>
              <a:r>
                <a:rPr lang="en-US" sz="1600" b="0" i="0">
                  <a:solidFill>
                    <a:srgbClr val="171717"/>
                  </a:solidFill>
                  <a:effectLst/>
                  <a:latin typeface="+mn-lt"/>
                </a:rPr>
                <a:t>Local variable which exists only in the current stack frame</a:t>
              </a:r>
              <a:endParaRPr lang="ru-RU" sz="12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a:latin typeface="+mn-lt"/>
              </a:endParaRPr>
            </a:p>
          </p:txBody>
        </p:sp>
        <p:cxnSp>
          <p:nvCxnSpPr>
            <p:cNvPr id="11" name="Straight Arrow Connector 10">
              <a:extLst>
                <a:ext uri="{FF2B5EF4-FFF2-40B4-BE49-F238E27FC236}">
                  <a16:creationId xmlns:a16="http://schemas.microsoft.com/office/drawing/2014/main" id="{58FD67B3-EF2A-457F-85A5-4CEA129BEBAC}"/>
                </a:ext>
              </a:extLst>
            </p:cNvPr>
            <p:cNvCxnSpPr>
              <a:cxnSpLocks/>
            </p:cNvCxnSpPr>
            <p:nvPr/>
          </p:nvCxnSpPr>
          <p:spPr>
            <a:xfrm flipV="1">
              <a:off x="1351722" y="3395782"/>
              <a:ext cx="369003" cy="421003"/>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7" name="TextBox 16">
              <a:extLst>
                <a:ext uri="{FF2B5EF4-FFF2-40B4-BE49-F238E27FC236}">
                  <a16:creationId xmlns:a16="http://schemas.microsoft.com/office/drawing/2014/main" id="{EE43F4A5-2A78-4D3D-96B5-4EA566389138}"/>
                </a:ext>
              </a:extLst>
            </p:cNvPr>
            <p:cNvSpPr txBox="1"/>
            <p:nvPr/>
          </p:nvSpPr>
          <p:spPr>
            <a:xfrm>
              <a:off x="1028078" y="2521196"/>
              <a:ext cx="11163922" cy="854676"/>
            </a:xfrm>
            <a:prstGeom prst="rect">
              <a:avLst/>
            </a:prstGeom>
            <a:noFill/>
          </p:spPr>
          <p:txBody>
            <a:bodyPr wrap="square" lIns="0" tIns="0" rIns="0" bIns="0" rtlCol="0">
              <a:noAutofit/>
            </a:bodyPr>
            <a:lstStyle/>
            <a:p>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UpdateSalarySlip(</a:t>
              </a:r>
              <a:r>
                <a:rPr lang="en-US" sz="1600" err="1">
                  <a:solidFill>
                    <a:srgbClr val="2B91AF"/>
                  </a:solidFill>
                  <a:latin typeface="Consolas" panose="020B0609020204030204" pitchFamily="49" charset="0"/>
                  <a:cs typeface="Calibri" panose="020F0502020204030204" pitchFamily="34" charset="0"/>
                </a:rPr>
                <a:t>SalarySlip</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salarySlip</a:t>
              </a:r>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cs typeface="Calibri" panose="020F0502020204030204" pitchFamily="34" charset="0"/>
                </a:rPr>
                <a:t>DateTime</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reportingDate</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B050"/>
                  </a:solidFill>
                  <a:latin typeface="Consolas" panose="020B0609020204030204" pitchFamily="49" charset="0"/>
                </a:rPr>
                <a:t>// …</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salarySlip</a:t>
              </a:r>
              <a:r>
                <a:rPr lang="en-US" sz="1600">
                  <a:solidFill>
                    <a:srgbClr val="000000"/>
                  </a:solidFill>
                  <a:latin typeface="Consolas" panose="020B0609020204030204" pitchFamily="49" charset="0"/>
                </a:rPr>
                <a:t>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cs typeface="Calibri" panose="020F0502020204030204" pitchFamily="34" charset="0"/>
                </a:rPr>
                <a:t>SalarySlip</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a:t>
              </a:r>
            </a:p>
            <a:p>
              <a:endParaRPr lang="en-US" sz="1400">
                <a:latin typeface="+mn-lt"/>
              </a:endParaRPr>
            </a:p>
          </p:txBody>
        </p:sp>
        <p:cxnSp>
          <p:nvCxnSpPr>
            <p:cNvPr id="16" name="Straight Arrow Connector 15">
              <a:extLst>
                <a:ext uri="{FF2B5EF4-FFF2-40B4-BE49-F238E27FC236}">
                  <a16:creationId xmlns:a16="http://schemas.microsoft.com/office/drawing/2014/main" id="{F6C72982-379F-4612-A31E-5D6E841C5DC6}"/>
                </a:ext>
              </a:extLst>
            </p:cNvPr>
            <p:cNvCxnSpPr>
              <a:cxnSpLocks/>
            </p:cNvCxnSpPr>
            <p:nvPr/>
          </p:nvCxnSpPr>
          <p:spPr>
            <a:xfrm flipH="1" flipV="1">
              <a:off x="3901918" y="3330556"/>
              <a:ext cx="746242" cy="486229"/>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8" name="TextBox 17">
              <a:extLst>
                <a:ext uri="{FF2B5EF4-FFF2-40B4-BE49-F238E27FC236}">
                  <a16:creationId xmlns:a16="http://schemas.microsoft.com/office/drawing/2014/main" id="{0F30C6A6-3D15-486E-B7B6-4A77F5F116BD}"/>
                </a:ext>
              </a:extLst>
            </p:cNvPr>
            <p:cNvSpPr txBox="1"/>
            <p:nvPr/>
          </p:nvSpPr>
          <p:spPr>
            <a:xfrm>
              <a:off x="4275039" y="3852447"/>
              <a:ext cx="4514734" cy="799542"/>
            </a:xfrm>
            <a:prstGeom prst="rect">
              <a:avLst/>
            </a:prstGeom>
            <a:noFill/>
          </p:spPr>
          <p:txBody>
            <a:bodyPr wrap="square" lIns="0" tIns="0" rIns="0" bIns="0" rtlCol="0">
              <a:noAutofit/>
            </a:bodyPr>
            <a:lstStyle/>
            <a:p>
              <a:pPr defTabSz="179388">
                <a:buClr>
                  <a:srgbClr val="00DEE6"/>
                </a:buClr>
              </a:pPr>
              <a:r>
                <a:rPr lang="en-US" sz="1600" b="0" i="0">
                  <a:solidFill>
                    <a:srgbClr val="171717"/>
                  </a:solidFill>
                  <a:effectLst/>
                  <a:latin typeface="+mn-lt"/>
                </a:rPr>
                <a:t>This assignment will be lost after the method finishes executing.</a:t>
              </a:r>
              <a:endParaRPr lang="en-US" sz="1600">
                <a:latin typeface="+mn-lt"/>
              </a:endParaRPr>
            </a:p>
          </p:txBody>
        </p:sp>
      </p:grpSp>
    </p:spTree>
    <p:extLst>
      <p:ext uri="{BB962C8B-B14F-4D97-AF65-F5344CB8AC3E}">
        <p14:creationId xmlns:p14="http://schemas.microsoft.com/office/powerpoint/2010/main" val="1785268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58EA-A277-4886-9986-0A62A386A31A}"/>
              </a:ext>
            </a:extLst>
          </p:cNvPr>
          <p:cNvSpPr>
            <a:spLocks noGrp="1"/>
          </p:cNvSpPr>
          <p:nvPr>
            <p:ph type="title"/>
          </p:nvPr>
        </p:nvSpPr>
        <p:spPr/>
        <p:txBody>
          <a:bodyPr/>
          <a:lstStyle/>
          <a:p>
            <a:r>
              <a:rPr lang="en-GB"/>
              <a:t>PASS BY reference</a:t>
            </a:r>
            <a:endParaRPr lang="da-DK"/>
          </a:p>
        </p:txBody>
      </p:sp>
      <p:sp>
        <p:nvSpPr>
          <p:cNvPr id="3" name="Slide Number Placeholder 2">
            <a:extLst>
              <a:ext uri="{FF2B5EF4-FFF2-40B4-BE49-F238E27FC236}">
                <a16:creationId xmlns:a16="http://schemas.microsoft.com/office/drawing/2014/main" id="{DFA1FE03-9EE1-4026-AC8E-7E24B3328A17}"/>
              </a:ext>
            </a:extLst>
          </p:cNvPr>
          <p:cNvSpPr>
            <a:spLocks noGrp="1"/>
          </p:cNvSpPr>
          <p:nvPr>
            <p:ph type="sldNum" sz="quarter" idx="11"/>
          </p:nvPr>
        </p:nvSpPr>
        <p:spPr/>
        <p:txBody>
          <a:bodyPr/>
          <a:lstStyle/>
          <a:p>
            <a:fld id="{E16BA917-7F09-4B8D-AF07-F52890C14046}" type="slidenum">
              <a:rPr lang="da-DK" smtClean="0"/>
              <a:pPr/>
              <a:t>36</a:t>
            </a:fld>
            <a:endParaRPr lang="da-DK"/>
          </a:p>
        </p:txBody>
      </p:sp>
      <p:sp>
        <p:nvSpPr>
          <p:cNvPr id="4" name="Text Placeholder 3">
            <a:extLst>
              <a:ext uri="{FF2B5EF4-FFF2-40B4-BE49-F238E27FC236}">
                <a16:creationId xmlns:a16="http://schemas.microsoft.com/office/drawing/2014/main" id="{DDBC2D64-0A68-40F6-8D4E-FABF9282906C}"/>
              </a:ext>
            </a:extLst>
          </p:cNvPr>
          <p:cNvSpPr>
            <a:spLocks noGrp="1"/>
          </p:cNvSpPr>
          <p:nvPr>
            <p:ph type="body" sz="quarter" idx="17"/>
          </p:nvPr>
        </p:nvSpPr>
        <p:spPr/>
        <p:txBody>
          <a:bodyPr/>
          <a:lstStyle/>
          <a:p>
            <a:r>
              <a:rPr lang="en-US">
                <a:latin typeface="+mj-lt"/>
              </a:rPr>
              <a:t>The ref Modifier</a:t>
            </a:r>
            <a:endParaRPr lang="da-DK">
              <a:latin typeface="+mj-lt"/>
            </a:endParaRPr>
          </a:p>
        </p:txBody>
      </p:sp>
      <p:sp>
        <p:nvSpPr>
          <p:cNvPr id="6" name="TextBox 5">
            <a:extLst>
              <a:ext uri="{FF2B5EF4-FFF2-40B4-BE49-F238E27FC236}">
                <a16:creationId xmlns:a16="http://schemas.microsoft.com/office/drawing/2014/main" id="{EB707917-C3E8-498F-A645-F3B509C26421}"/>
              </a:ext>
            </a:extLst>
          </p:cNvPr>
          <p:cNvSpPr txBox="1"/>
          <p:nvPr/>
        </p:nvSpPr>
        <p:spPr>
          <a:xfrm>
            <a:off x="649138" y="1575367"/>
            <a:ext cx="10850033" cy="3339376"/>
          </a:xfrm>
          <a:prstGeom prst="rect">
            <a:avLst/>
          </a:prstGeom>
          <a:noFill/>
        </p:spPr>
        <p:txBody>
          <a:bodyPr wrap="square">
            <a:spAutoFit/>
          </a:bodyPr>
          <a:lstStyle/>
          <a:p>
            <a:pPr algn="l">
              <a:spcAft>
                <a:spcPts val="600"/>
              </a:spcAft>
            </a:pPr>
            <a:r>
              <a:rPr lang="en-US" sz="2000" b="0" i="0">
                <a:solidFill>
                  <a:srgbClr val="171717"/>
                </a:solidFill>
                <a:effectLst/>
                <a:latin typeface="+mn-lt"/>
              </a:rPr>
              <a:t>Using the ref modifier, you have the option to assign a new reference type and have it reflected outside the method. </a:t>
            </a:r>
            <a:endParaRPr lang="en-US" sz="16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algn="l">
              <a:spcAft>
                <a:spcPts val="600"/>
              </a:spcAft>
            </a:pPr>
            <a:endParaRPr lang="en-US" sz="2000">
              <a:solidFill>
                <a:srgbClr val="171717"/>
              </a:solidFill>
              <a:latin typeface="+mn-lt"/>
            </a:endParaRPr>
          </a:p>
          <a:p>
            <a:pPr marL="0" indent="0">
              <a:spcBef>
                <a:spcPts val="0"/>
              </a:spcBef>
              <a:spcAft>
                <a:spcPts val="0"/>
              </a:spcAft>
              <a:buNone/>
            </a:pPr>
            <a:endParaRPr lang="ru-RU" sz="160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D86F4CD0-99E4-4869-A10E-C2B9FFD20F3C}"/>
              </a:ext>
            </a:extLst>
          </p:cNvPr>
          <p:cNvSpPr txBox="1"/>
          <p:nvPr/>
        </p:nvSpPr>
        <p:spPr>
          <a:xfrm>
            <a:off x="692829" y="4483091"/>
            <a:ext cx="2912474" cy="799542"/>
          </a:xfrm>
          <a:prstGeom prst="rect">
            <a:avLst/>
          </a:prstGeom>
          <a:noFill/>
        </p:spPr>
        <p:txBody>
          <a:bodyPr wrap="square" lIns="0" tIns="0" rIns="0" bIns="0" rtlCol="0">
            <a:noAutofit/>
          </a:bodyPr>
          <a:lstStyle/>
          <a:p>
            <a:pPr defTabSz="179388">
              <a:buClr>
                <a:srgbClr val="00DEE6"/>
              </a:buClr>
            </a:pPr>
            <a:r>
              <a:rPr lang="en-US" sz="1600" b="0" i="0">
                <a:solidFill>
                  <a:srgbClr val="171717"/>
                </a:solidFill>
                <a:effectLst/>
                <a:latin typeface="+mn-lt"/>
              </a:rPr>
              <a:t>This variable represents reference to variable outside of the method</a:t>
            </a:r>
            <a:endParaRPr lang="ru-RU" sz="12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err="1">
              <a:latin typeface="+mn-lt"/>
            </a:endParaRPr>
          </a:p>
        </p:txBody>
      </p:sp>
      <p:cxnSp>
        <p:nvCxnSpPr>
          <p:cNvPr id="11" name="Straight Arrow Connector 10">
            <a:extLst>
              <a:ext uri="{FF2B5EF4-FFF2-40B4-BE49-F238E27FC236}">
                <a16:creationId xmlns:a16="http://schemas.microsoft.com/office/drawing/2014/main" id="{58FD67B3-EF2A-457F-85A5-4CEA129BEBAC}"/>
              </a:ext>
            </a:extLst>
          </p:cNvPr>
          <p:cNvCxnSpPr>
            <a:cxnSpLocks/>
          </p:cNvCxnSpPr>
          <p:nvPr/>
        </p:nvCxnSpPr>
        <p:spPr>
          <a:xfrm flipV="1">
            <a:off x="1373565" y="3979656"/>
            <a:ext cx="369003" cy="421003"/>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7" name="TextBox 16">
            <a:extLst>
              <a:ext uri="{FF2B5EF4-FFF2-40B4-BE49-F238E27FC236}">
                <a16:creationId xmlns:a16="http://schemas.microsoft.com/office/drawing/2014/main" id="{EE43F4A5-2A78-4D3D-96B5-4EA566389138}"/>
              </a:ext>
            </a:extLst>
          </p:cNvPr>
          <p:cNvSpPr txBox="1"/>
          <p:nvPr/>
        </p:nvSpPr>
        <p:spPr>
          <a:xfrm>
            <a:off x="692829" y="3143974"/>
            <a:ext cx="11163922" cy="854676"/>
          </a:xfrm>
          <a:prstGeom prst="rect">
            <a:avLst/>
          </a:prstGeom>
          <a:noFill/>
        </p:spPr>
        <p:txBody>
          <a:bodyPr wrap="square" lIns="0" tIns="0" rIns="0" bIns="0" rtlCol="0">
            <a:noAutofit/>
          </a:bodyPr>
          <a:lstStyle/>
          <a:p>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UpdateSalarySlip(</a:t>
            </a:r>
            <a:r>
              <a:rPr lang="en-US" sz="1600">
                <a:solidFill>
                  <a:srgbClr val="0000FF"/>
                </a:solidFill>
                <a:latin typeface="Consolas" panose="020B0609020204030204" pitchFamily="49" charset="0"/>
              </a:rPr>
              <a:t>ref</a:t>
            </a:r>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cs typeface="Calibri" panose="020F0502020204030204" pitchFamily="34" charset="0"/>
              </a:rPr>
              <a:t>SalarySlip</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salarySlip</a:t>
            </a:r>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cs typeface="Calibri" panose="020F0502020204030204" pitchFamily="34" charset="0"/>
              </a:rPr>
              <a:t>DateTime</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reportingDate</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B050"/>
                </a:solidFill>
                <a:latin typeface="Consolas" panose="020B0609020204030204" pitchFamily="49" charset="0"/>
              </a:rPr>
              <a:t>// …</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salarySlip</a:t>
            </a:r>
            <a:r>
              <a:rPr lang="en-US" sz="1600">
                <a:solidFill>
                  <a:srgbClr val="000000"/>
                </a:solidFill>
                <a:latin typeface="Consolas" panose="020B0609020204030204" pitchFamily="49" charset="0"/>
              </a:rPr>
              <a:t>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cs typeface="Calibri" panose="020F0502020204030204" pitchFamily="34" charset="0"/>
              </a:rPr>
              <a:t>SalarySlip</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a:t>
            </a:r>
          </a:p>
          <a:p>
            <a:endParaRPr lang="en-US" sz="1400">
              <a:latin typeface="+mn-lt"/>
            </a:endParaRPr>
          </a:p>
        </p:txBody>
      </p:sp>
      <p:cxnSp>
        <p:nvCxnSpPr>
          <p:cNvPr id="16" name="Straight Arrow Connector 15">
            <a:extLst>
              <a:ext uri="{FF2B5EF4-FFF2-40B4-BE49-F238E27FC236}">
                <a16:creationId xmlns:a16="http://schemas.microsoft.com/office/drawing/2014/main" id="{F6C72982-379F-4612-A31E-5D6E841C5DC6}"/>
              </a:ext>
            </a:extLst>
          </p:cNvPr>
          <p:cNvCxnSpPr>
            <a:cxnSpLocks/>
          </p:cNvCxnSpPr>
          <p:nvPr/>
        </p:nvCxnSpPr>
        <p:spPr>
          <a:xfrm flipH="1" flipV="1">
            <a:off x="3761821" y="3979656"/>
            <a:ext cx="746242" cy="486229"/>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8" name="TextBox 17">
            <a:extLst>
              <a:ext uri="{FF2B5EF4-FFF2-40B4-BE49-F238E27FC236}">
                <a16:creationId xmlns:a16="http://schemas.microsoft.com/office/drawing/2014/main" id="{0F30C6A6-3D15-486E-B7B6-4A77F5F116BD}"/>
              </a:ext>
            </a:extLst>
          </p:cNvPr>
          <p:cNvSpPr txBox="1"/>
          <p:nvPr/>
        </p:nvSpPr>
        <p:spPr>
          <a:xfrm>
            <a:off x="4296882" y="4460960"/>
            <a:ext cx="4514734" cy="799542"/>
          </a:xfrm>
          <a:prstGeom prst="rect">
            <a:avLst/>
          </a:prstGeom>
          <a:noFill/>
        </p:spPr>
        <p:txBody>
          <a:bodyPr wrap="square" lIns="0" tIns="0" rIns="0" bIns="0" rtlCol="0">
            <a:noAutofit/>
          </a:bodyPr>
          <a:lstStyle/>
          <a:p>
            <a:pPr defTabSz="179388">
              <a:buClr>
                <a:srgbClr val="00DEE6"/>
              </a:buClr>
            </a:pPr>
            <a:r>
              <a:rPr lang="en-US" sz="1600" b="0" i="0">
                <a:solidFill>
                  <a:srgbClr val="171717"/>
                </a:solidFill>
                <a:effectLst/>
                <a:latin typeface="+mn-lt"/>
              </a:rPr>
              <a:t>This assignment will be visible after the method finishes executing</a:t>
            </a:r>
            <a:endParaRPr lang="en-US" sz="1600">
              <a:latin typeface="+mn-lt"/>
            </a:endParaRPr>
          </a:p>
        </p:txBody>
      </p:sp>
      <p:cxnSp>
        <p:nvCxnSpPr>
          <p:cNvPr id="12" name="Straight Arrow Connector 11">
            <a:extLst>
              <a:ext uri="{FF2B5EF4-FFF2-40B4-BE49-F238E27FC236}">
                <a16:creationId xmlns:a16="http://schemas.microsoft.com/office/drawing/2014/main" id="{177A2725-C021-4353-946F-4955857A1DC6}"/>
              </a:ext>
            </a:extLst>
          </p:cNvPr>
          <p:cNvCxnSpPr>
            <a:cxnSpLocks/>
          </p:cNvCxnSpPr>
          <p:nvPr/>
        </p:nvCxnSpPr>
        <p:spPr>
          <a:xfrm flipH="1">
            <a:off x="5085773" y="2729497"/>
            <a:ext cx="712600" cy="353744"/>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3" name="TextBox 12">
            <a:extLst>
              <a:ext uri="{FF2B5EF4-FFF2-40B4-BE49-F238E27FC236}">
                <a16:creationId xmlns:a16="http://schemas.microsoft.com/office/drawing/2014/main" id="{F677683C-1F42-46AD-8E30-A74C390C1249}"/>
              </a:ext>
            </a:extLst>
          </p:cNvPr>
          <p:cNvSpPr txBox="1"/>
          <p:nvPr/>
        </p:nvSpPr>
        <p:spPr>
          <a:xfrm>
            <a:off x="5847746" y="2597868"/>
            <a:ext cx="3361092" cy="33492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Reference type passed by reference</a:t>
            </a:r>
          </a:p>
        </p:txBody>
      </p:sp>
    </p:spTree>
    <p:extLst>
      <p:ext uri="{BB962C8B-B14F-4D97-AF65-F5344CB8AC3E}">
        <p14:creationId xmlns:p14="http://schemas.microsoft.com/office/powerpoint/2010/main" val="1311764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58EA-A277-4886-9986-0A62A386A31A}"/>
              </a:ext>
            </a:extLst>
          </p:cNvPr>
          <p:cNvSpPr>
            <a:spLocks noGrp="1"/>
          </p:cNvSpPr>
          <p:nvPr>
            <p:ph type="title"/>
          </p:nvPr>
        </p:nvSpPr>
        <p:spPr/>
        <p:txBody>
          <a:bodyPr/>
          <a:lstStyle/>
          <a:p>
            <a:r>
              <a:rPr lang="en-GB"/>
              <a:t>PASS BY reference</a:t>
            </a:r>
            <a:endParaRPr lang="da-DK"/>
          </a:p>
        </p:txBody>
      </p:sp>
      <p:sp>
        <p:nvSpPr>
          <p:cNvPr id="3" name="Slide Number Placeholder 2">
            <a:extLst>
              <a:ext uri="{FF2B5EF4-FFF2-40B4-BE49-F238E27FC236}">
                <a16:creationId xmlns:a16="http://schemas.microsoft.com/office/drawing/2014/main" id="{DFA1FE03-9EE1-4026-AC8E-7E24B3328A17}"/>
              </a:ext>
            </a:extLst>
          </p:cNvPr>
          <p:cNvSpPr>
            <a:spLocks noGrp="1"/>
          </p:cNvSpPr>
          <p:nvPr>
            <p:ph type="sldNum" sz="quarter" idx="11"/>
          </p:nvPr>
        </p:nvSpPr>
        <p:spPr/>
        <p:txBody>
          <a:bodyPr/>
          <a:lstStyle/>
          <a:p>
            <a:fld id="{E16BA917-7F09-4B8D-AF07-F52890C14046}" type="slidenum">
              <a:rPr lang="da-DK" smtClean="0"/>
              <a:pPr/>
              <a:t>37</a:t>
            </a:fld>
            <a:endParaRPr lang="da-DK"/>
          </a:p>
        </p:txBody>
      </p:sp>
      <p:sp>
        <p:nvSpPr>
          <p:cNvPr id="4" name="Text Placeholder 3">
            <a:extLst>
              <a:ext uri="{FF2B5EF4-FFF2-40B4-BE49-F238E27FC236}">
                <a16:creationId xmlns:a16="http://schemas.microsoft.com/office/drawing/2014/main" id="{DDBC2D64-0A68-40F6-8D4E-FABF9282906C}"/>
              </a:ext>
            </a:extLst>
          </p:cNvPr>
          <p:cNvSpPr>
            <a:spLocks noGrp="1"/>
          </p:cNvSpPr>
          <p:nvPr>
            <p:ph type="body" sz="quarter" idx="17"/>
          </p:nvPr>
        </p:nvSpPr>
        <p:spPr/>
        <p:txBody>
          <a:bodyPr/>
          <a:lstStyle/>
          <a:p>
            <a:r>
              <a:rPr lang="en-US">
                <a:latin typeface="+mj-lt"/>
              </a:rPr>
              <a:t>The OUT Modifier</a:t>
            </a:r>
            <a:endParaRPr lang="da-DK">
              <a:latin typeface="+mj-lt"/>
            </a:endParaRPr>
          </a:p>
        </p:txBody>
      </p:sp>
      <p:sp>
        <p:nvSpPr>
          <p:cNvPr id="6" name="TextBox 5">
            <a:extLst>
              <a:ext uri="{FF2B5EF4-FFF2-40B4-BE49-F238E27FC236}">
                <a16:creationId xmlns:a16="http://schemas.microsoft.com/office/drawing/2014/main" id="{EB707917-C3E8-498F-A645-F3B509C26421}"/>
              </a:ext>
            </a:extLst>
          </p:cNvPr>
          <p:cNvSpPr txBox="1"/>
          <p:nvPr/>
        </p:nvSpPr>
        <p:spPr>
          <a:xfrm>
            <a:off x="649138" y="1575367"/>
            <a:ext cx="10850033" cy="4185761"/>
          </a:xfrm>
          <a:prstGeom prst="rect">
            <a:avLst/>
          </a:prstGeom>
          <a:noFill/>
        </p:spPr>
        <p:txBody>
          <a:bodyPr wrap="square">
            <a:spAutoFit/>
          </a:bodyPr>
          <a:lstStyle/>
          <a:p>
            <a:pPr algn="l">
              <a:spcAft>
                <a:spcPts val="600"/>
              </a:spcAft>
            </a:pPr>
            <a:r>
              <a:rPr lang="en-US" sz="2000" b="0" i="0">
                <a:solidFill>
                  <a:srgbClr val="171717"/>
                </a:solidFill>
                <a:effectLst/>
                <a:latin typeface="+mn-lt"/>
              </a:rPr>
              <a:t>Using the out modifier, we initialize a variable inside the method. Like ref, anything that happens in the method alters the variable outside the method.</a:t>
            </a:r>
          </a:p>
          <a:p>
            <a:pPr algn="l">
              <a:spcAft>
                <a:spcPts val="600"/>
              </a:spcAft>
            </a:pPr>
            <a:r>
              <a:rPr lang="en-US" sz="2000" b="0" i="0">
                <a:solidFill>
                  <a:srgbClr val="171717"/>
                </a:solidFill>
                <a:effectLst/>
                <a:latin typeface="+mn-lt"/>
              </a:rPr>
              <a:t>With ref, you have the choice to not make changes to the parameter. </a:t>
            </a:r>
            <a:endParaRPr lang="en-US">
              <a:solidFill>
                <a:srgbClr val="171717"/>
              </a:solidFill>
              <a:latin typeface="+mn-lt"/>
            </a:endParaRPr>
          </a:p>
          <a:p>
            <a:r>
              <a:rPr lang="en-US" sz="1200">
                <a:solidFill>
                  <a:srgbClr val="0000FF"/>
                </a:solidFill>
                <a:latin typeface="Consolas" panose="020B0609020204030204" pitchFamily="49" charset="0"/>
              </a:rPr>
              <a:t>       </a:t>
            </a:r>
          </a:p>
          <a:p>
            <a:endParaRPr lang="en-US" sz="1200" b="0" i="0">
              <a:solidFill>
                <a:srgbClr val="0000FF"/>
              </a:solidFill>
              <a:effectLst/>
              <a:latin typeface="Consolas" panose="020B0609020204030204" pitchFamily="49" charset="0"/>
            </a:endParaRPr>
          </a:p>
          <a:p>
            <a:endParaRPr lang="en-US" sz="1200">
              <a:solidFill>
                <a:srgbClr val="0000FF"/>
              </a:solidFill>
              <a:latin typeface="Consolas" panose="020B0609020204030204" pitchFamily="49" charset="0"/>
            </a:endParaRPr>
          </a:p>
          <a:p>
            <a:endParaRPr lang="en-US" sz="1200" b="0" i="0">
              <a:solidFill>
                <a:srgbClr val="0000FF"/>
              </a:solidFill>
              <a:effectLst/>
              <a:latin typeface="Consolas" panose="020B0609020204030204" pitchFamily="49" charset="0"/>
            </a:endParaRPr>
          </a:p>
          <a:p>
            <a:endParaRPr lang="en-US" sz="1200">
              <a:solidFill>
                <a:srgbClr val="0000FF"/>
              </a:solidFill>
              <a:latin typeface="Consolas" panose="020B0609020204030204" pitchFamily="49" charset="0"/>
            </a:endParaRPr>
          </a:p>
          <a:p>
            <a:endParaRPr lang="en-US" sz="1200" b="0" i="0">
              <a:solidFill>
                <a:srgbClr val="0000FF"/>
              </a:solidFill>
              <a:effectLst/>
              <a:latin typeface="Consolas" panose="020B0609020204030204" pitchFamily="49" charset="0"/>
            </a:endParaRPr>
          </a:p>
          <a:p>
            <a:endParaRPr lang="en-US" sz="1200">
              <a:solidFill>
                <a:srgbClr val="0000FF"/>
              </a:solidFill>
              <a:latin typeface="Consolas" panose="020B0609020204030204" pitchFamily="49" charset="0"/>
            </a:endParaRPr>
          </a:p>
          <a:p>
            <a:endParaRPr lang="en-US" sz="1200" b="0" i="0">
              <a:solidFill>
                <a:srgbClr val="0000FF"/>
              </a:solidFill>
              <a:effectLst/>
              <a:latin typeface="Consolas" panose="020B0609020204030204" pitchFamily="49" charset="0"/>
            </a:endParaRPr>
          </a:p>
          <a:p>
            <a:endParaRPr lang="en-US" sz="1200">
              <a:solidFill>
                <a:srgbClr val="0000FF"/>
              </a:solidFill>
              <a:latin typeface="Consolas" panose="020B0609020204030204" pitchFamily="49" charset="0"/>
            </a:endParaRPr>
          </a:p>
          <a:p>
            <a:endParaRPr lang="en-US" sz="1200" b="0" i="0">
              <a:solidFill>
                <a:srgbClr val="0000FF"/>
              </a:solidFill>
              <a:effectLst/>
              <a:latin typeface="Consolas" panose="020B0609020204030204" pitchFamily="49" charset="0"/>
            </a:endParaRPr>
          </a:p>
          <a:p>
            <a:endParaRPr lang="en-US" sz="1600" b="0" i="0">
              <a:solidFill>
                <a:srgbClr val="000000"/>
              </a:solidFill>
              <a:effectLst/>
              <a:latin typeface="Consolas" panose="020B0609020204030204" pitchFamily="49" charset="0"/>
            </a:endParaRPr>
          </a:p>
          <a:p>
            <a:endParaRPr lang="en-US" sz="2000" b="0" i="0">
              <a:solidFill>
                <a:srgbClr val="171717"/>
              </a:solidFill>
              <a:effectLst/>
              <a:latin typeface="+mn-lt"/>
            </a:endParaRPr>
          </a:p>
          <a:p>
            <a:endParaRPr lang="en-US" sz="2000">
              <a:solidFill>
                <a:srgbClr val="171717"/>
              </a:solidFill>
              <a:latin typeface="+mn-lt"/>
            </a:endParaRPr>
          </a:p>
          <a:p>
            <a:endParaRPr lang="en-US" sz="2000" b="0" i="0">
              <a:solidFill>
                <a:srgbClr val="171717"/>
              </a:solidFill>
              <a:effectLst/>
              <a:latin typeface="+mn-lt"/>
            </a:endParaRPr>
          </a:p>
        </p:txBody>
      </p:sp>
      <p:sp>
        <p:nvSpPr>
          <p:cNvPr id="7" name="TextBox 6">
            <a:extLst>
              <a:ext uri="{FF2B5EF4-FFF2-40B4-BE49-F238E27FC236}">
                <a16:creationId xmlns:a16="http://schemas.microsoft.com/office/drawing/2014/main" id="{B09E023E-6E6E-4229-B12F-3E54CFEADF84}"/>
              </a:ext>
            </a:extLst>
          </p:cNvPr>
          <p:cNvSpPr txBox="1"/>
          <p:nvPr/>
        </p:nvSpPr>
        <p:spPr>
          <a:xfrm>
            <a:off x="5638800" y="2973859"/>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grpSp>
        <p:nvGrpSpPr>
          <p:cNvPr id="15" name="Group 14">
            <a:extLst>
              <a:ext uri="{FF2B5EF4-FFF2-40B4-BE49-F238E27FC236}">
                <a16:creationId xmlns:a16="http://schemas.microsoft.com/office/drawing/2014/main" id="{2CC4966F-4919-42A5-B49D-2478753B99EE}"/>
              </a:ext>
            </a:extLst>
          </p:cNvPr>
          <p:cNvGrpSpPr/>
          <p:nvPr/>
        </p:nvGrpSpPr>
        <p:grpSpPr>
          <a:xfrm>
            <a:off x="105015" y="3102353"/>
            <a:ext cx="10620224" cy="3254025"/>
            <a:chOff x="88539" y="2702009"/>
            <a:chExt cx="10620224" cy="3254025"/>
          </a:xfrm>
        </p:grpSpPr>
        <p:sp>
          <p:nvSpPr>
            <p:cNvPr id="8" name="TextBox 7">
              <a:extLst>
                <a:ext uri="{FF2B5EF4-FFF2-40B4-BE49-F238E27FC236}">
                  <a16:creationId xmlns:a16="http://schemas.microsoft.com/office/drawing/2014/main" id="{852BABAC-F10B-4894-B3C6-15CE4E1F9377}"/>
                </a:ext>
              </a:extLst>
            </p:cNvPr>
            <p:cNvSpPr txBox="1"/>
            <p:nvPr/>
          </p:nvSpPr>
          <p:spPr>
            <a:xfrm>
              <a:off x="88539" y="2702009"/>
              <a:ext cx="10620224" cy="2828141"/>
            </a:xfrm>
            <a:prstGeom prst="rect">
              <a:avLst/>
            </a:prstGeom>
            <a:noFill/>
          </p:spPr>
          <p:txBody>
            <a:bodyPr wrap="square" lIns="0" tIns="0" rIns="0" bIns="0" rtlCol="0">
              <a:noAutofit/>
            </a:bodyPr>
            <a:lstStyle/>
            <a:p>
              <a:r>
                <a:rPr lang="en-US" sz="1200">
                  <a:solidFill>
                    <a:srgbClr val="0000FF"/>
                  </a:solidFill>
                  <a:latin typeface="Consolas" panose="020B0609020204030204" pitchFamily="49" charset="0"/>
                </a:rPr>
                <a:t>        </a:t>
              </a:r>
              <a:r>
                <a:rPr lang="en-US" sz="1600">
                  <a:solidFill>
                    <a:srgbClr val="0000FF"/>
                  </a:solidFill>
                  <a:latin typeface="Consolas" panose="020B0609020204030204" pitchFamily="49" charset="0"/>
                </a:rPr>
                <a:t>bool</a:t>
              </a:r>
              <a:r>
                <a:rPr lang="en-US" sz="1600">
                  <a:solidFill>
                    <a:srgbClr val="000000"/>
                  </a:solidFill>
                  <a:latin typeface="Consolas" panose="020B0609020204030204" pitchFamily="49" charset="0"/>
                </a:rPr>
                <a:t> ValidateSalarySlip(</a:t>
              </a:r>
              <a:r>
                <a:rPr lang="en-US" sz="1600">
                  <a:solidFill>
                    <a:srgbClr val="2B91AF"/>
                  </a:solidFill>
                  <a:latin typeface="Consolas" panose="020B0609020204030204" pitchFamily="49" charset="0"/>
                  <a:cs typeface="Calibri" panose="020F0502020204030204" pitchFamily="34" charset="0"/>
                </a:rPr>
                <a:t>SalarySlip</a:t>
              </a:r>
              <a:r>
                <a:rPr lang="en-US" sz="1600">
                  <a:solidFill>
                    <a:srgbClr val="000000"/>
                  </a:solidFill>
                  <a:latin typeface="Consolas" panose="020B0609020204030204" pitchFamily="49" charset="0"/>
                </a:rPr>
                <a:t> salarySlip, </a:t>
              </a:r>
              <a:r>
                <a:rPr lang="en-US" sz="1600">
                  <a:solidFill>
                    <a:srgbClr val="0000FF"/>
                  </a:solidFill>
                  <a:latin typeface="Consolas" panose="020B0609020204030204" pitchFamily="49" charset="0"/>
                </a:rPr>
                <a:t>out</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validationMessage)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if</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cs typeface="Calibri" panose="020F0502020204030204" pitchFamily="34" charset="0"/>
                </a:rPr>
                <a:t>Math</a:t>
              </a:r>
              <a:r>
                <a:rPr lang="en-US" sz="1600">
                  <a:solidFill>
                    <a:srgbClr val="000000"/>
                  </a:solidFill>
                  <a:latin typeface="Consolas" panose="020B0609020204030204" pitchFamily="49" charset="0"/>
                </a:rPr>
                <a:t>.Abs(salarySlip.Salary - </a:t>
              </a:r>
              <a:r>
                <a:rPr lang="en-US" sz="1600">
                  <a:solidFill>
                    <a:srgbClr val="0000FF"/>
                  </a:solidFill>
                  <a:latin typeface="Consolas" panose="020B0609020204030204" pitchFamily="49" charset="0"/>
                </a:rPr>
                <a:t>default</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&lt; </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.Epsilon </a:t>
              </a:r>
            </a:p>
            <a:p>
              <a:r>
                <a:rPr lang="en-US" sz="1600">
                  <a:solidFill>
                    <a:srgbClr val="000000"/>
                  </a:solidFill>
                  <a:latin typeface="Consolas" panose="020B0609020204030204" pitchFamily="49" charset="0"/>
                </a:rPr>
                <a:t>                                                    &amp;&amp; salarySlip.WorkedDays &gt; 0) {</a:t>
              </a:r>
            </a:p>
            <a:p>
              <a:r>
                <a:rPr lang="en-US" sz="1600">
                  <a:solidFill>
                    <a:srgbClr val="000000"/>
                  </a:solidFill>
                  <a:latin typeface="Consolas" panose="020B0609020204030204" pitchFamily="49" charset="0"/>
                </a:rPr>
                <a:t>                validationMessage = </a:t>
              </a:r>
              <a:r>
                <a:rPr lang="en-US" sz="1600">
                  <a:solidFill>
                    <a:srgbClr val="A31515"/>
                  </a:solidFill>
                  <a:latin typeface="Consolas" panose="020B0609020204030204" pitchFamily="49" charset="0"/>
                </a:rPr>
                <a:t>"The correct salary value is missing."</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return</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false</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//other validations...</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validationMessage = </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.Empty;</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return</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true</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p>
            <a:p>
              <a:pPr marL="0" indent="0" defTabSz="179388">
                <a:buClr>
                  <a:srgbClr val="00DEE6"/>
                </a:buClr>
                <a:buFont typeface="Arial" panose="020B0604020202020204" pitchFamily="34" charset="0"/>
                <a:buNone/>
              </a:pPr>
              <a:endParaRPr lang="en-US" sz="1600">
                <a:latin typeface="+mn-lt"/>
              </a:endParaRPr>
            </a:p>
          </p:txBody>
        </p:sp>
        <p:sp>
          <p:nvSpPr>
            <p:cNvPr id="9" name="TextBox 8">
              <a:extLst>
                <a:ext uri="{FF2B5EF4-FFF2-40B4-BE49-F238E27FC236}">
                  <a16:creationId xmlns:a16="http://schemas.microsoft.com/office/drawing/2014/main" id="{3C88AFBE-4149-4C3D-9100-D6AC22D7B0E3}"/>
                </a:ext>
              </a:extLst>
            </p:cNvPr>
            <p:cNvSpPr txBox="1"/>
            <p:nvPr/>
          </p:nvSpPr>
          <p:spPr>
            <a:xfrm>
              <a:off x="5988909" y="4341418"/>
              <a:ext cx="3130378" cy="1614616"/>
            </a:xfrm>
            <a:prstGeom prst="rect">
              <a:avLst/>
            </a:prstGeom>
            <a:noFill/>
          </p:spPr>
          <p:txBody>
            <a:bodyPr wrap="square" lIns="0" tIns="0" rIns="0" bIns="0" rtlCol="0">
              <a:noAutofit/>
            </a:bodyPr>
            <a:lstStyle/>
            <a:p>
              <a:pPr defTabSz="179388">
                <a:buClr>
                  <a:srgbClr val="00DEE6"/>
                </a:buClr>
              </a:pPr>
              <a:r>
                <a:rPr lang="en-US" sz="1600" b="0" i="0">
                  <a:solidFill>
                    <a:srgbClr val="171717"/>
                  </a:solidFill>
                  <a:effectLst/>
                  <a:latin typeface="+mn-lt"/>
                </a:rPr>
                <a:t>When using </a:t>
              </a:r>
              <a:r>
                <a:rPr lang="en-US" sz="1600" b="1" i="0">
                  <a:solidFill>
                    <a:srgbClr val="171717"/>
                  </a:solidFill>
                  <a:effectLst/>
                  <a:latin typeface="+mn-lt"/>
                </a:rPr>
                <a:t>out</a:t>
              </a:r>
              <a:r>
                <a:rPr lang="en-US" sz="1600" b="0" i="0">
                  <a:solidFill>
                    <a:srgbClr val="171717"/>
                  </a:solidFill>
                  <a:effectLst/>
                  <a:latin typeface="+mn-lt"/>
                </a:rPr>
                <a:t>, you must initialize the parameter you pass inside the method.</a:t>
              </a:r>
              <a:endParaRPr lang="ru-RU" sz="12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err="1">
                <a:latin typeface="+mn-lt"/>
              </a:endParaRPr>
            </a:p>
          </p:txBody>
        </p:sp>
        <p:cxnSp>
          <p:nvCxnSpPr>
            <p:cNvPr id="11" name="Straight Arrow Connector 10">
              <a:extLst>
                <a:ext uri="{FF2B5EF4-FFF2-40B4-BE49-F238E27FC236}">
                  <a16:creationId xmlns:a16="http://schemas.microsoft.com/office/drawing/2014/main" id="{67255316-3996-4A6C-9F0D-31CA873BE874}"/>
                </a:ext>
              </a:extLst>
            </p:cNvPr>
            <p:cNvCxnSpPr/>
            <p:nvPr/>
          </p:nvCxnSpPr>
          <p:spPr>
            <a:xfrm flipH="1" flipV="1">
              <a:off x="3863546" y="3723503"/>
              <a:ext cx="2034746" cy="914400"/>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2" name="Straight Arrow Connector 11">
              <a:extLst>
                <a:ext uri="{FF2B5EF4-FFF2-40B4-BE49-F238E27FC236}">
                  <a16:creationId xmlns:a16="http://schemas.microsoft.com/office/drawing/2014/main" id="{F20307DE-F5D6-47B2-9817-61B9146869A7}"/>
                </a:ext>
              </a:extLst>
            </p:cNvPr>
            <p:cNvCxnSpPr>
              <a:cxnSpLocks/>
            </p:cNvCxnSpPr>
            <p:nvPr/>
          </p:nvCxnSpPr>
          <p:spPr>
            <a:xfrm flipH="1">
              <a:off x="5198502" y="4637903"/>
              <a:ext cx="699790" cy="152400"/>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grpSp>
    </p:spTree>
    <p:extLst>
      <p:ext uri="{BB962C8B-B14F-4D97-AF65-F5344CB8AC3E}">
        <p14:creationId xmlns:p14="http://schemas.microsoft.com/office/powerpoint/2010/main" val="5563941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58EA-A277-4886-9986-0A62A386A31A}"/>
              </a:ext>
            </a:extLst>
          </p:cNvPr>
          <p:cNvSpPr>
            <a:spLocks noGrp="1"/>
          </p:cNvSpPr>
          <p:nvPr>
            <p:ph type="title"/>
          </p:nvPr>
        </p:nvSpPr>
        <p:spPr/>
        <p:txBody>
          <a:bodyPr/>
          <a:lstStyle/>
          <a:p>
            <a:r>
              <a:rPr lang="en-GB"/>
              <a:t>PASS BY reference</a:t>
            </a:r>
            <a:endParaRPr lang="da-DK"/>
          </a:p>
        </p:txBody>
      </p:sp>
      <p:sp>
        <p:nvSpPr>
          <p:cNvPr id="3" name="Slide Number Placeholder 2">
            <a:extLst>
              <a:ext uri="{FF2B5EF4-FFF2-40B4-BE49-F238E27FC236}">
                <a16:creationId xmlns:a16="http://schemas.microsoft.com/office/drawing/2014/main" id="{DFA1FE03-9EE1-4026-AC8E-7E24B3328A17}"/>
              </a:ext>
            </a:extLst>
          </p:cNvPr>
          <p:cNvSpPr>
            <a:spLocks noGrp="1"/>
          </p:cNvSpPr>
          <p:nvPr>
            <p:ph type="sldNum" sz="quarter" idx="11"/>
          </p:nvPr>
        </p:nvSpPr>
        <p:spPr/>
        <p:txBody>
          <a:bodyPr/>
          <a:lstStyle/>
          <a:p>
            <a:fld id="{E16BA917-7F09-4B8D-AF07-F52890C14046}" type="slidenum">
              <a:rPr lang="da-DK" smtClean="0"/>
              <a:pPr/>
              <a:t>38</a:t>
            </a:fld>
            <a:endParaRPr lang="da-DK"/>
          </a:p>
        </p:txBody>
      </p:sp>
      <p:sp>
        <p:nvSpPr>
          <p:cNvPr id="4" name="Text Placeholder 3">
            <a:extLst>
              <a:ext uri="{FF2B5EF4-FFF2-40B4-BE49-F238E27FC236}">
                <a16:creationId xmlns:a16="http://schemas.microsoft.com/office/drawing/2014/main" id="{DDBC2D64-0A68-40F6-8D4E-FABF9282906C}"/>
              </a:ext>
            </a:extLst>
          </p:cNvPr>
          <p:cNvSpPr>
            <a:spLocks noGrp="1"/>
          </p:cNvSpPr>
          <p:nvPr>
            <p:ph type="body" sz="quarter" idx="17"/>
          </p:nvPr>
        </p:nvSpPr>
        <p:spPr/>
        <p:txBody>
          <a:bodyPr/>
          <a:lstStyle/>
          <a:p>
            <a:r>
              <a:rPr lang="en-US">
                <a:latin typeface="+mj-lt"/>
              </a:rPr>
              <a:t>The IN Modifier</a:t>
            </a:r>
            <a:endParaRPr lang="da-DK">
              <a:latin typeface="+mj-lt"/>
            </a:endParaRPr>
          </a:p>
        </p:txBody>
      </p:sp>
      <p:sp>
        <p:nvSpPr>
          <p:cNvPr id="6" name="TextBox 5">
            <a:extLst>
              <a:ext uri="{FF2B5EF4-FFF2-40B4-BE49-F238E27FC236}">
                <a16:creationId xmlns:a16="http://schemas.microsoft.com/office/drawing/2014/main" id="{EB707917-C3E8-498F-A645-F3B509C26421}"/>
              </a:ext>
            </a:extLst>
          </p:cNvPr>
          <p:cNvSpPr txBox="1"/>
          <p:nvPr/>
        </p:nvSpPr>
        <p:spPr>
          <a:xfrm>
            <a:off x="649138" y="1575367"/>
            <a:ext cx="10850033" cy="5924699"/>
          </a:xfrm>
          <a:prstGeom prst="rect">
            <a:avLst/>
          </a:prstGeom>
          <a:noFill/>
        </p:spPr>
        <p:txBody>
          <a:bodyPr wrap="square">
            <a:spAutoFit/>
          </a:bodyPr>
          <a:lstStyle/>
          <a:p>
            <a:pPr algn="l">
              <a:spcAft>
                <a:spcPts val="600"/>
              </a:spcAft>
            </a:pPr>
            <a:r>
              <a:rPr lang="en-US" sz="2000" b="0" i="0">
                <a:solidFill>
                  <a:srgbClr val="171717"/>
                </a:solidFill>
                <a:effectLst/>
                <a:latin typeface="+mn-lt"/>
              </a:rPr>
              <a:t>The in modifier is most often used for performance reasons and was introduced in C# 7.2. </a:t>
            </a:r>
          </a:p>
          <a:p>
            <a:pPr algn="l">
              <a:spcAft>
                <a:spcPts val="600"/>
              </a:spcAft>
            </a:pPr>
            <a:r>
              <a:rPr lang="en-US" sz="2000" b="0" i="0">
                <a:solidFill>
                  <a:srgbClr val="171717"/>
                </a:solidFill>
                <a:effectLst/>
                <a:latin typeface="+mn-lt"/>
              </a:rPr>
              <a:t>The motivation of in is to be used with a struct to improve performance by declaring that the value will not be modified. </a:t>
            </a:r>
          </a:p>
          <a:p>
            <a:pPr algn="l">
              <a:spcAft>
                <a:spcPts val="600"/>
              </a:spcAft>
            </a:pPr>
            <a:endParaRPr lang="en-US" sz="2000">
              <a:solidFill>
                <a:srgbClr val="171717"/>
              </a:solidFill>
              <a:latin typeface="+mn-lt"/>
            </a:endParaRPr>
          </a:p>
          <a:p>
            <a:pPr algn="l">
              <a:spcAft>
                <a:spcPts val="600"/>
              </a:spcAft>
            </a:pPr>
            <a:endParaRPr lang="en-US" sz="2000" b="0" i="0">
              <a:solidFill>
                <a:srgbClr val="171717"/>
              </a:solidFill>
              <a:effectLst/>
              <a:latin typeface="+mn-lt"/>
            </a:endParaRPr>
          </a:p>
          <a:p>
            <a:pPr algn="l">
              <a:spcAft>
                <a:spcPts val="600"/>
              </a:spcAft>
            </a:pPr>
            <a:endParaRPr lang="en-US" sz="2000">
              <a:solidFill>
                <a:srgbClr val="171717"/>
              </a:solidFill>
              <a:latin typeface="+mn-lt"/>
            </a:endParaRPr>
          </a:p>
          <a:p>
            <a:pPr algn="l">
              <a:spcAft>
                <a:spcPts val="600"/>
              </a:spcAft>
            </a:pPr>
            <a:endParaRPr lang="en-US" sz="2000" b="0" i="0">
              <a:solidFill>
                <a:srgbClr val="171717"/>
              </a:solidFill>
              <a:effectLst/>
              <a:latin typeface="+mn-lt"/>
            </a:endParaRPr>
          </a:p>
          <a:p>
            <a:pPr algn="l">
              <a:spcAft>
                <a:spcPts val="600"/>
              </a:spcAft>
            </a:pPr>
            <a:r>
              <a:rPr lang="en-US" sz="2000" b="0" i="0">
                <a:solidFill>
                  <a:srgbClr val="171717"/>
                </a:solidFill>
                <a:effectLst/>
                <a:latin typeface="+mn-lt"/>
              </a:rPr>
              <a:t>When using with reference types, it only prevents you from assigning a new reference.</a:t>
            </a:r>
            <a:r>
              <a:rPr lang="en-US" sz="1200">
                <a:solidFill>
                  <a:srgbClr val="0000FF"/>
                </a:solidFill>
                <a:latin typeface="Consolas" panose="020B0609020204030204" pitchFamily="49" charset="0"/>
              </a:rPr>
              <a:t>       </a:t>
            </a:r>
          </a:p>
          <a:p>
            <a:endParaRPr lang="en-US" sz="1200" b="0" i="0">
              <a:solidFill>
                <a:srgbClr val="0000FF"/>
              </a:solidFill>
              <a:effectLst/>
              <a:latin typeface="Consolas" panose="020B0609020204030204" pitchFamily="49" charset="0"/>
            </a:endParaRPr>
          </a:p>
          <a:p>
            <a:endParaRPr lang="en-US" sz="1200">
              <a:solidFill>
                <a:srgbClr val="0000FF"/>
              </a:solidFill>
              <a:latin typeface="Consolas" panose="020B0609020204030204" pitchFamily="49" charset="0"/>
            </a:endParaRPr>
          </a:p>
          <a:p>
            <a:endParaRPr lang="en-US" sz="1200" b="0" i="0">
              <a:solidFill>
                <a:srgbClr val="0000FF"/>
              </a:solidFill>
              <a:effectLst/>
              <a:latin typeface="Consolas" panose="020B0609020204030204" pitchFamily="49" charset="0"/>
            </a:endParaRPr>
          </a:p>
          <a:p>
            <a:endParaRPr lang="en-US" sz="1200">
              <a:solidFill>
                <a:srgbClr val="0000FF"/>
              </a:solidFill>
              <a:latin typeface="Consolas" panose="020B0609020204030204" pitchFamily="49" charset="0"/>
            </a:endParaRPr>
          </a:p>
          <a:p>
            <a:endParaRPr lang="en-US" sz="1200" b="0" i="0">
              <a:solidFill>
                <a:srgbClr val="0000FF"/>
              </a:solidFill>
              <a:effectLst/>
              <a:latin typeface="Consolas" panose="020B0609020204030204" pitchFamily="49" charset="0"/>
            </a:endParaRPr>
          </a:p>
          <a:p>
            <a:endParaRPr lang="en-US" sz="1200">
              <a:solidFill>
                <a:srgbClr val="0000FF"/>
              </a:solidFill>
              <a:latin typeface="Consolas" panose="020B0609020204030204" pitchFamily="49" charset="0"/>
            </a:endParaRPr>
          </a:p>
          <a:p>
            <a:endParaRPr lang="en-US" sz="1200" b="0" i="0">
              <a:solidFill>
                <a:srgbClr val="0000FF"/>
              </a:solidFill>
              <a:effectLst/>
              <a:latin typeface="Consolas" panose="020B0609020204030204" pitchFamily="49" charset="0"/>
            </a:endParaRPr>
          </a:p>
          <a:p>
            <a:endParaRPr lang="en-US" sz="1200">
              <a:solidFill>
                <a:srgbClr val="0000FF"/>
              </a:solidFill>
              <a:latin typeface="Consolas" panose="020B0609020204030204" pitchFamily="49" charset="0"/>
            </a:endParaRPr>
          </a:p>
          <a:p>
            <a:endParaRPr lang="en-US" sz="1200" b="0" i="0">
              <a:solidFill>
                <a:srgbClr val="0000FF"/>
              </a:solidFill>
              <a:effectLst/>
              <a:latin typeface="Consolas" panose="020B0609020204030204" pitchFamily="49" charset="0"/>
            </a:endParaRPr>
          </a:p>
          <a:p>
            <a:endParaRPr lang="en-US" sz="1600" b="0" i="0">
              <a:solidFill>
                <a:srgbClr val="000000"/>
              </a:solidFill>
              <a:effectLst/>
              <a:latin typeface="Consolas" panose="020B0609020204030204" pitchFamily="49" charset="0"/>
            </a:endParaRPr>
          </a:p>
          <a:p>
            <a:endParaRPr lang="en-US" sz="2000" b="0" i="0">
              <a:solidFill>
                <a:srgbClr val="171717"/>
              </a:solidFill>
              <a:effectLst/>
              <a:latin typeface="+mn-lt"/>
            </a:endParaRPr>
          </a:p>
          <a:p>
            <a:endParaRPr lang="en-US" sz="2000">
              <a:solidFill>
                <a:srgbClr val="171717"/>
              </a:solidFill>
              <a:latin typeface="+mn-lt"/>
            </a:endParaRPr>
          </a:p>
          <a:p>
            <a:endParaRPr lang="en-US" sz="2000" b="0" i="0">
              <a:solidFill>
                <a:srgbClr val="171717"/>
              </a:solidFill>
              <a:effectLst/>
              <a:latin typeface="+mn-lt"/>
            </a:endParaRPr>
          </a:p>
        </p:txBody>
      </p:sp>
      <p:grpSp>
        <p:nvGrpSpPr>
          <p:cNvPr id="19" name="Group 18">
            <a:extLst>
              <a:ext uri="{FF2B5EF4-FFF2-40B4-BE49-F238E27FC236}">
                <a16:creationId xmlns:a16="http://schemas.microsoft.com/office/drawing/2014/main" id="{813E7938-48F7-48B3-B58D-2B0A8715C027}"/>
              </a:ext>
            </a:extLst>
          </p:cNvPr>
          <p:cNvGrpSpPr/>
          <p:nvPr/>
        </p:nvGrpSpPr>
        <p:grpSpPr>
          <a:xfrm>
            <a:off x="758731" y="4777169"/>
            <a:ext cx="11163922" cy="1579209"/>
            <a:chOff x="816396" y="3111652"/>
            <a:chExt cx="11163922" cy="1579209"/>
          </a:xfrm>
        </p:grpSpPr>
        <p:sp>
          <p:nvSpPr>
            <p:cNvPr id="13" name="TextBox 12">
              <a:extLst>
                <a:ext uri="{FF2B5EF4-FFF2-40B4-BE49-F238E27FC236}">
                  <a16:creationId xmlns:a16="http://schemas.microsoft.com/office/drawing/2014/main" id="{32BE37F7-47A8-43E0-823A-93BEB896A3B6}"/>
                </a:ext>
              </a:extLst>
            </p:cNvPr>
            <p:cNvSpPr txBox="1"/>
            <p:nvPr/>
          </p:nvSpPr>
          <p:spPr>
            <a:xfrm>
              <a:off x="816396" y="3550819"/>
              <a:ext cx="11163922" cy="854676"/>
            </a:xfrm>
            <a:prstGeom prst="rect">
              <a:avLst/>
            </a:prstGeom>
            <a:noFill/>
          </p:spPr>
          <p:txBody>
            <a:bodyPr wrap="square" lIns="0" tIns="0" rIns="0" bIns="0" rtlCol="0">
              <a:noAutofit/>
            </a:bodyPr>
            <a:lstStyle/>
            <a:p>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UpdateSalarySlip(</a:t>
              </a:r>
              <a:r>
                <a:rPr lang="en-US" sz="1600">
                  <a:solidFill>
                    <a:srgbClr val="0000FF"/>
                  </a:solidFill>
                  <a:latin typeface="Consolas" panose="020B0609020204030204" pitchFamily="49" charset="0"/>
                </a:rPr>
                <a:t>in</a:t>
              </a:r>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cs typeface="Calibri" panose="020F0502020204030204" pitchFamily="34" charset="0"/>
                </a:rPr>
                <a:t>SalarySlip</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salarySlip</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salarySlip</a:t>
              </a:r>
              <a:r>
                <a:rPr lang="en-US" sz="1600">
                  <a:solidFill>
                    <a:srgbClr val="000000"/>
                  </a:solidFill>
                  <a:latin typeface="Consolas" panose="020B0609020204030204" pitchFamily="49" charset="0"/>
                </a:rPr>
                <a:t>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cs typeface="Calibri" panose="020F0502020204030204" pitchFamily="34" charset="0"/>
                </a:rPr>
                <a:t>SalarySlip</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a:t>
              </a:r>
            </a:p>
            <a:p>
              <a:endParaRPr lang="en-US" sz="1400">
                <a:latin typeface="+mn-lt"/>
              </a:endParaRPr>
            </a:p>
          </p:txBody>
        </p:sp>
        <p:cxnSp>
          <p:nvCxnSpPr>
            <p:cNvPr id="14" name="Straight Arrow Connector 13">
              <a:extLst>
                <a:ext uri="{FF2B5EF4-FFF2-40B4-BE49-F238E27FC236}">
                  <a16:creationId xmlns:a16="http://schemas.microsoft.com/office/drawing/2014/main" id="{85921F3B-1FEB-4D97-84B5-27DE8B68763F}"/>
                </a:ext>
              </a:extLst>
            </p:cNvPr>
            <p:cNvCxnSpPr>
              <a:cxnSpLocks/>
            </p:cNvCxnSpPr>
            <p:nvPr/>
          </p:nvCxnSpPr>
          <p:spPr>
            <a:xfrm flipH="1">
              <a:off x="5034913" y="3243281"/>
              <a:ext cx="712600" cy="353744"/>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6" name="TextBox 15">
              <a:extLst>
                <a:ext uri="{FF2B5EF4-FFF2-40B4-BE49-F238E27FC236}">
                  <a16:creationId xmlns:a16="http://schemas.microsoft.com/office/drawing/2014/main" id="{B039C8AD-3EA8-4037-9E09-7E179B00C7C1}"/>
                </a:ext>
              </a:extLst>
            </p:cNvPr>
            <p:cNvSpPr txBox="1"/>
            <p:nvPr/>
          </p:nvSpPr>
          <p:spPr>
            <a:xfrm>
              <a:off x="5796886" y="3111652"/>
              <a:ext cx="3361092" cy="33492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Reference type passed by reference</a:t>
              </a:r>
            </a:p>
          </p:txBody>
        </p:sp>
        <p:cxnSp>
          <p:nvCxnSpPr>
            <p:cNvPr id="17" name="Straight Arrow Connector 16">
              <a:extLst>
                <a:ext uri="{FF2B5EF4-FFF2-40B4-BE49-F238E27FC236}">
                  <a16:creationId xmlns:a16="http://schemas.microsoft.com/office/drawing/2014/main" id="{15B9EE1D-41C1-49D8-AC4C-063197DFE6E8}"/>
                </a:ext>
              </a:extLst>
            </p:cNvPr>
            <p:cNvCxnSpPr>
              <a:cxnSpLocks/>
            </p:cNvCxnSpPr>
            <p:nvPr/>
          </p:nvCxnSpPr>
          <p:spPr>
            <a:xfrm flipH="1" flipV="1">
              <a:off x="3764692" y="4085968"/>
              <a:ext cx="1033876" cy="401602"/>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8" name="TextBox 17">
              <a:extLst>
                <a:ext uri="{FF2B5EF4-FFF2-40B4-BE49-F238E27FC236}">
                  <a16:creationId xmlns:a16="http://schemas.microsoft.com/office/drawing/2014/main" id="{7973DFB8-4CFF-415A-A8A1-178192CA2F67}"/>
                </a:ext>
              </a:extLst>
            </p:cNvPr>
            <p:cNvSpPr txBox="1"/>
            <p:nvPr/>
          </p:nvSpPr>
          <p:spPr>
            <a:xfrm>
              <a:off x="4847941" y="4355941"/>
              <a:ext cx="1338675" cy="33492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Compile error</a:t>
              </a:r>
            </a:p>
          </p:txBody>
        </p:sp>
      </p:grpSp>
      <p:sp>
        <p:nvSpPr>
          <p:cNvPr id="21" name="TextBox 20">
            <a:extLst>
              <a:ext uri="{FF2B5EF4-FFF2-40B4-BE49-F238E27FC236}">
                <a16:creationId xmlns:a16="http://schemas.microsoft.com/office/drawing/2014/main" id="{F53A9A1F-F32E-440F-839D-7E80BC0F0D57}"/>
              </a:ext>
            </a:extLst>
          </p:cNvPr>
          <p:cNvSpPr txBox="1"/>
          <p:nvPr/>
        </p:nvSpPr>
        <p:spPr>
          <a:xfrm>
            <a:off x="786312" y="3274989"/>
            <a:ext cx="11163922" cy="854676"/>
          </a:xfrm>
          <a:prstGeom prst="rect">
            <a:avLst/>
          </a:prstGeom>
          <a:noFill/>
        </p:spPr>
        <p:txBody>
          <a:bodyPr wrap="square" lIns="0" tIns="0" rIns="0" bIns="0" rtlCol="0">
            <a:noAutofit/>
          </a:bodyPr>
          <a:lstStyle/>
          <a:p>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SendSalarySlip(</a:t>
            </a:r>
            <a:r>
              <a:rPr lang="en-US" sz="1600">
                <a:solidFill>
                  <a:srgbClr val="0000FF"/>
                </a:solidFill>
                <a:latin typeface="Consolas" panose="020B0609020204030204" pitchFamily="49" charset="0"/>
              </a:rPr>
              <a:t>in</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cs typeface="Calibri" panose="020F0502020204030204" pitchFamily="34" charset="0"/>
              </a:rPr>
              <a:t>SalarySlipStruct</a:t>
            </a:r>
            <a:r>
              <a:rPr lang="en-US" sz="1600">
                <a:solidFill>
                  <a:srgbClr val="000000"/>
                </a:solidFill>
                <a:latin typeface="Consolas" panose="020B0609020204030204" pitchFamily="49" charset="0"/>
              </a:rPr>
              <a:t> salarySlip) {</a:t>
            </a:r>
          </a:p>
          <a:p>
            <a:r>
              <a:rPr lang="en-US" sz="1600">
                <a:solidFill>
                  <a:srgbClr val="000000"/>
                </a:solidFill>
                <a:latin typeface="Consolas" panose="020B0609020204030204" pitchFamily="49" charset="0"/>
              </a:rPr>
              <a:t>    </a:t>
            </a:r>
            <a:r>
              <a:rPr lang="en-US" sz="1600">
                <a:solidFill>
                  <a:srgbClr val="00B050"/>
                </a:solidFill>
                <a:latin typeface="Consolas" panose="020B0609020204030204" pitchFamily="49" charset="0"/>
              </a:rPr>
              <a:t>// … </a:t>
            </a:r>
          </a:p>
          <a:p>
            <a:r>
              <a:rPr lang="en-US" sz="1600">
                <a:solidFill>
                  <a:srgbClr val="000000"/>
                </a:solidFill>
                <a:latin typeface="Consolas" panose="020B0609020204030204" pitchFamily="49" charset="0"/>
              </a:rPr>
              <a:t>}</a:t>
            </a:r>
          </a:p>
          <a:p>
            <a:endParaRPr lang="en-US" sz="1400">
              <a:latin typeface="+mn-lt"/>
            </a:endParaRPr>
          </a:p>
        </p:txBody>
      </p:sp>
      <p:cxnSp>
        <p:nvCxnSpPr>
          <p:cNvPr id="22" name="Straight Arrow Connector 21">
            <a:extLst>
              <a:ext uri="{FF2B5EF4-FFF2-40B4-BE49-F238E27FC236}">
                <a16:creationId xmlns:a16="http://schemas.microsoft.com/office/drawing/2014/main" id="{05DC6EB2-98F2-46AB-9573-0CB5DC3E019D}"/>
              </a:ext>
            </a:extLst>
          </p:cNvPr>
          <p:cNvCxnSpPr>
            <a:cxnSpLocks/>
          </p:cNvCxnSpPr>
          <p:nvPr/>
        </p:nvCxnSpPr>
        <p:spPr>
          <a:xfrm flipH="1">
            <a:off x="4782092" y="2953792"/>
            <a:ext cx="712600" cy="353744"/>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23" name="TextBox 22">
            <a:extLst>
              <a:ext uri="{FF2B5EF4-FFF2-40B4-BE49-F238E27FC236}">
                <a16:creationId xmlns:a16="http://schemas.microsoft.com/office/drawing/2014/main" id="{ADA77BC5-48B2-4389-AD6C-80EDDBA58CAA}"/>
              </a:ext>
            </a:extLst>
          </p:cNvPr>
          <p:cNvSpPr txBox="1"/>
          <p:nvPr/>
        </p:nvSpPr>
        <p:spPr>
          <a:xfrm>
            <a:off x="5544064" y="2627485"/>
            <a:ext cx="4083581" cy="529598"/>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Value type passed by reference, additional memory in the stack is not allocated</a:t>
            </a:r>
          </a:p>
        </p:txBody>
      </p:sp>
    </p:spTree>
    <p:extLst>
      <p:ext uri="{BB962C8B-B14F-4D97-AF65-F5344CB8AC3E}">
        <p14:creationId xmlns:p14="http://schemas.microsoft.com/office/powerpoint/2010/main" val="930604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58EA-A277-4886-9986-0A62A386A31A}"/>
              </a:ext>
            </a:extLst>
          </p:cNvPr>
          <p:cNvSpPr>
            <a:spLocks noGrp="1"/>
          </p:cNvSpPr>
          <p:nvPr>
            <p:ph type="title"/>
          </p:nvPr>
        </p:nvSpPr>
        <p:spPr/>
        <p:txBody>
          <a:bodyPr/>
          <a:lstStyle/>
          <a:p>
            <a:r>
              <a:rPr lang="en-GB"/>
              <a:t>PASS BY reference</a:t>
            </a:r>
            <a:endParaRPr lang="da-DK"/>
          </a:p>
        </p:txBody>
      </p:sp>
      <p:sp>
        <p:nvSpPr>
          <p:cNvPr id="3" name="Slide Number Placeholder 2">
            <a:extLst>
              <a:ext uri="{FF2B5EF4-FFF2-40B4-BE49-F238E27FC236}">
                <a16:creationId xmlns:a16="http://schemas.microsoft.com/office/drawing/2014/main" id="{DFA1FE03-9EE1-4026-AC8E-7E24B3328A17}"/>
              </a:ext>
            </a:extLst>
          </p:cNvPr>
          <p:cNvSpPr>
            <a:spLocks noGrp="1"/>
          </p:cNvSpPr>
          <p:nvPr>
            <p:ph type="sldNum" sz="quarter" idx="11"/>
          </p:nvPr>
        </p:nvSpPr>
        <p:spPr/>
        <p:txBody>
          <a:bodyPr/>
          <a:lstStyle/>
          <a:p>
            <a:fld id="{E16BA917-7F09-4B8D-AF07-F52890C14046}" type="slidenum">
              <a:rPr lang="da-DK" smtClean="0"/>
              <a:pPr/>
              <a:t>39</a:t>
            </a:fld>
            <a:endParaRPr lang="da-DK"/>
          </a:p>
        </p:txBody>
      </p:sp>
      <p:sp>
        <p:nvSpPr>
          <p:cNvPr id="4" name="Text Placeholder 3">
            <a:extLst>
              <a:ext uri="{FF2B5EF4-FFF2-40B4-BE49-F238E27FC236}">
                <a16:creationId xmlns:a16="http://schemas.microsoft.com/office/drawing/2014/main" id="{DDBC2D64-0A68-40F6-8D4E-FABF9282906C}"/>
              </a:ext>
            </a:extLst>
          </p:cNvPr>
          <p:cNvSpPr>
            <a:spLocks noGrp="1"/>
          </p:cNvSpPr>
          <p:nvPr>
            <p:ph type="body" sz="quarter" idx="17"/>
          </p:nvPr>
        </p:nvSpPr>
        <p:spPr/>
        <p:txBody>
          <a:bodyPr/>
          <a:lstStyle/>
          <a:p>
            <a:r>
              <a:rPr lang="en-US">
                <a:latin typeface="+mj-lt"/>
              </a:rPr>
              <a:t>LIMITATIONS</a:t>
            </a:r>
            <a:endParaRPr lang="da-DK">
              <a:latin typeface="+mj-lt"/>
            </a:endParaRPr>
          </a:p>
        </p:txBody>
      </p:sp>
      <p:sp>
        <p:nvSpPr>
          <p:cNvPr id="6" name="TextBox 5">
            <a:extLst>
              <a:ext uri="{FF2B5EF4-FFF2-40B4-BE49-F238E27FC236}">
                <a16:creationId xmlns:a16="http://schemas.microsoft.com/office/drawing/2014/main" id="{EB707917-C3E8-498F-A645-F3B509C26421}"/>
              </a:ext>
            </a:extLst>
          </p:cNvPr>
          <p:cNvSpPr txBox="1"/>
          <p:nvPr/>
        </p:nvSpPr>
        <p:spPr>
          <a:xfrm>
            <a:off x="649138" y="1575367"/>
            <a:ext cx="10850033" cy="3416320"/>
          </a:xfrm>
          <a:prstGeom prst="rect">
            <a:avLst/>
          </a:prstGeom>
          <a:noFill/>
        </p:spPr>
        <p:txBody>
          <a:bodyPr wrap="square">
            <a:spAutoFit/>
          </a:bodyPr>
          <a:lstStyle/>
          <a:p>
            <a:r>
              <a:rPr lang="en-US" sz="2000">
                <a:solidFill>
                  <a:srgbClr val="171717"/>
                </a:solidFill>
                <a:latin typeface="+mn-lt"/>
              </a:rPr>
              <a:t>When overloading a method in C#, using a modifier will be considered a different method signature than not using a modifier at all. You cannot overload a method if the only difference between methods is the type of modifier used. This will result in a compile error.</a:t>
            </a:r>
          </a:p>
          <a:p>
            <a:endParaRPr lang="en-US" sz="1200">
              <a:solidFill>
                <a:srgbClr val="0000FF"/>
              </a:solidFill>
              <a:latin typeface="Consolas" panose="020B0609020204030204" pitchFamily="49" charset="0"/>
            </a:endParaRPr>
          </a:p>
          <a:p>
            <a:endParaRPr lang="en-US" sz="1200" b="0" i="0">
              <a:solidFill>
                <a:srgbClr val="0000FF"/>
              </a:solidFill>
              <a:effectLst/>
              <a:latin typeface="Consolas" panose="020B0609020204030204" pitchFamily="49" charset="0"/>
            </a:endParaRPr>
          </a:p>
          <a:p>
            <a:r>
              <a:rPr lang="en-US" sz="2000">
                <a:solidFill>
                  <a:srgbClr val="171717"/>
                </a:solidFill>
                <a:latin typeface="+mn-lt"/>
              </a:rPr>
              <a:t>It's important to note that </a:t>
            </a:r>
            <a:r>
              <a:rPr lang="en-US" sz="2000" b="1">
                <a:solidFill>
                  <a:srgbClr val="171717"/>
                </a:solidFill>
                <a:latin typeface="+mn-lt"/>
              </a:rPr>
              <a:t>in</a:t>
            </a:r>
            <a:r>
              <a:rPr lang="en-US" sz="2000">
                <a:solidFill>
                  <a:srgbClr val="171717"/>
                </a:solidFill>
                <a:latin typeface="+mn-lt"/>
              </a:rPr>
              <a:t>, </a:t>
            </a:r>
            <a:r>
              <a:rPr lang="en-US" sz="2000" b="1">
                <a:solidFill>
                  <a:srgbClr val="171717"/>
                </a:solidFill>
                <a:latin typeface="+mn-lt"/>
              </a:rPr>
              <a:t>out</a:t>
            </a:r>
            <a:r>
              <a:rPr lang="en-US" sz="2000">
                <a:solidFill>
                  <a:srgbClr val="171717"/>
                </a:solidFill>
                <a:latin typeface="+mn-lt"/>
              </a:rPr>
              <a:t>, and </a:t>
            </a:r>
            <a:r>
              <a:rPr lang="en-US" sz="2000" b="1">
                <a:solidFill>
                  <a:srgbClr val="171717"/>
                </a:solidFill>
                <a:latin typeface="+mn-lt"/>
              </a:rPr>
              <a:t>ref</a:t>
            </a:r>
            <a:r>
              <a:rPr lang="en-US" sz="2000">
                <a:solidFill>
                  <a:srgbClr val="171717"/>
                </a:solidFill>
                <a:latin typeface="+mn-lt"/>
              </a:rPr>
              <a:t> cannot be used in methods with the async modifier. You can use them in synchronous methods that return a task, though.</a:t>
            </a:r>
          </a:p>
          <a:p>
            <a:endParaRPr lang="en-US" sz="2000">
              <a:solidFill>
                <a:srgbClr val="171717"/>
              </a:solidFill>
              <a:latin typeface="+mn-lt"/>
            </a:endParaRPr>
          </a:p>
          <a:p>
            <a:r>
              <a:rPr lang="en-US" sz="2000">
                <a:solidFill>
                  <a:srgbClr val="171717"/>
                </a:solidFill>
                <a:latin typeface="+mn-lt"/>
              </a:rPr>
              <a:t>Pass a struct as the argument for an </a:t>
            </a:r>
            <a:r>
              <a:rPr lang="en-US" sz="2000" b="1">
                <a:solidFill>
                  <a:srgbClr val="171717"/>
                </a:solidFill>
                <a:latin typeface="+mn-lt"/>
              </a:rPr>
              <a:t>in</a:t>
            </a:r>
            <a:r>
              <a:rPr lang="en-US" sz="2000">
                <a:solidFill>
                  <a:srgbClr val="171717"/>
                </a:solidFill>
                <a:latin typeface="+mn-lt"/>
              </a:rPr>
              <a:t> parameter only if it's declared with the readonly modifier or the method accesses only readonly members of the struct. Otherwise, the compiler must create defensive copies in many situations to ensure that arguments are not mutated.</a:t>
            </a:r>
          </a:p>
          <a:p>
            <a:endParaRPr lang="en-US" sz="1200" b="0" i="0">
              <a:solidFill>
                <a:srgbClr val="0000FF"/>
              </a:solidFill>
              <a:effectLst/>
              <a:latin typeface="Consolas" panose="020B0609020204030204" pitchFamily="49" charset="0"/>
            </a:endParaRPr>
          </a:p>
        </p:txBody>
      </p:sp>
    </p:spTree>
    <p:extLst>
      <p:ext uri="{BB962C8B-B14F-4D97-AF65-F5344CB8AC3E}">
        <p14:creationId xmlns:p14="http://schemas.microsoft.com/office/powerpoint/2010/main" val="33133026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12E58C-28DD-4E02-914B-D86C61C34999}"/>
              </a:ext>
            </a:extLst>
          </p:cNvPr>
          <p:cNvSpPr>
            <a:spLocks noGrp="1"/>
          </p:cNvSpPr>
          <p:nvPr>
            <p:ph type="sldNum" sz="quarter" idx="11"/>
          </p:nvPr>
        </p:nvSpPr>
        <p:spPr/>
        <p:txBody>
          <a:bodyPr/>
          <a:lstStyle/>
          <a:p>
            <a:fld id="{E16BA917-7F09-4B8D-AF07-F52890C14046}" type="slidenum">
              <a:rPr lang="da-DK" smtClean="0"/>
              <a:pPr/>
              <a:t>40</a:t>
            </a:fld>
            <a:endParaRPr lang="da-DK"/>
          </a:p>
        </p:txBody>
      </p:sp>
      <p:sp>
        <p:nvSpPr>
          <p:cNvPr id="3" name="Text Placeholder 2">
            <a:extLst>
              <a:ext uri="{FF2B5EF4-FFF2-40B4-BE49-F238E27FC236}">
                <a16:creationId xmlns:a16="http://schemas.microsoft.com/office/drawing/2014/main" id="{E046933A-64BE-4AA9-AD73-00ABB0C613B0}"/>
              </a:ext>
            </a:extLst>
          </p:cNvPr>
          <p:cNvSpPr>
            <a:spLocks noGrp="1"/>
          </p:cNvSpPr>
          <p:nvPr>
            <p:ph type="body" sz="quarter" idx="17"/>
          </p:nvPr>
        </p:nvSpPr>
        <p:spPr/>
        <p:txBody>
          <a:bodyPr/>
          <a:lstStyle/>
          <a:p>
            <a:r>
              <a:rPr lang="en-GB"/>
              <a:t>Practice 4</a:t>
            </a:r>
            <a:endParaRPr lang="da-DK"/>
          </a:p>
        </p:txBody>
      </p:sp>
      <p:sp>
        <p:nvSpPr>
          <p:cNvPr id="4" name="Title 3">
            <a:extLst>
              <a:ext uri="{FF2B5EF4-FFF2-40B4-BE49-F238E27FC236}">
                <a16:creationId xmlns:a16="http://schemas.microsoft.com/office/drawing/2014/main" id="{FBA0CA80-4352-4D35-B55A-7A57E5422969}"/>
              </a:ext>
            </a:extLst>
          </p:cNvPr>
          <p:cNvSpPr>
            <a:spLocks noGrp="1"/>
          </p:cNvSpPr>
          <p:nvPr>
            <p:ph type="title"/>
          </p:nvPr>
        </p:nvSpPr>
        <p:spPr/>
        <p:txBody>
          <a:bodyPr/>
          <a:lstStyle/>
          <a:p>
            <a:r>
              <a:rPr lang="en-GB"/>
              <a:t>PASS BY reference</a:t>
            </a:r>
            <a:endParaRPr lang="da-DK"/>
          </a:p>
        </p:txBody>
      </p:sp>
      <p:sp>
        <p:nvSpPr>
          <p:cNvPr id="5" name="Content Placeholder 4">
            <a:extLst>
              <a:ext uri="{FF2B5EF4-FFF2-40B4-BE49-F238E27FC236}">
                <a16:creationId xmlns:a16="http://schemas.microsoft.com/office/drawing/2014/main" id="{C6F6F0DC-C3F8-4FDC-9B5A-732455194949}"/>
              </a:ext>
            </a:extLst>
          </p:cNvPr>
          <p:cNvSpPr>
            <a:spLocks noGrp="1"/>
          </p:cNvSpPr>
          <p:nvPr>
            <p:ph sz="quarter" idx="19"/>
          </p:nvPr>
        </p:nvSpPr>
        <p:spPr>
          <a:xfrm>
            <a:off x="664106" y="1622968"/>
            <a:ext cx="10856912" cy="4568825"/>
          </a:xfrm>
        </p:spPr>
        <p:txBody>
          <a:bodyPr vert="horz" lIns="0" tIns="0" rIns="0" bIns="0" rtlCol="0" anchor="t">
            <a:noAutofit/>
          </a:bodyPr>
          <a:lstStyle/>
          <a:p>
            <a:pPr marL="342900" indent="-342900">
              <a:buFont typeface="+mj-lt"/>
              <a:buAutoNum type="arabicPeriod"/>
            </a:pPr>
            <a:r>
              <a:rPr lang="en-GB" sz="1600"/>
              <a:t>Modify </a:t>
            </a:r>
            <a:r>
              <a:rPr lang="en-US" sz="1600" b="1">
                <a:solidFill>
                  <a:srgbClr val="000000"/>
                </a:solidFill>
                <a:latin typeface="Consolas" panose="020B0609020204030204" pitchFamily="49" charset="0"/>
              </a:rPr>
              <a:t>UpdateSalarySlip</a:t>
            </a:r>
            <a:r>
              <a:rPr lang="en-GB" sz="1600"/>
              <a:t> </a:t>
            </a:r>
            <a:r>
              <a:rPr lang="en-US" sz="1600" i="0">
                <a:solidFill>
                  <a:srgbClr val="202124"/>
                </a:solidFill>
                <a:effectLst/>
                <a:latin typeface="arial" panose="020B0604020202020204" pitchFamily="34" charset="0"/>
              </a:rPr>
              <a:t>method that does not return a value </a:t>
            </a:r>
            <a:r>
              <a:rPr lang="en-GB" sz="1600"/>
              <a:t>by providing </a:t>
            </a:r>
            <a:r>
              <a:rPr lang="en-GB" sz="1600" b="1"/>
              <a:t>ref</a:t>
            </a:r>
            <a:r>
              <a:rPr lang="en-GB" sz="1600"/>
              <a:t> keyword for struct SalarySlip</a:t>
            </a:r>
          </a:p>
          <a:p>
            <a:pPr marL="342900" indent="-342900">
              <a:buFont typeface="+mj-lt"/>
              <a:buAutoNum type="arabicPeriod"/>
            </a:pPr>
            <a:r>
              <a:rPr lang="en-GB" sz="1600"/>
              <a:t>Verify that changes made inside the method are visible outside of the method</a:t>
            </a:r>
          </a:p>
          <a:p>
            <a:pPr marL="342900" indent="-342900">
              <a:buFont typeface="+mj-lt"/>
              <a:buAutoNum type="arabicPeriod"/>
            </a:pPr>
            <a:r>
              <a:rPr lang="en-US" sz="1600">
                <a:cs typeface="Calibri"/>
              </a:rPr>
              <a:t>Change </a:t>
            </a:r>
            <a:r>
              <a:rPr lang="en-US" sz="1600" b="1">
                <a:cs typeface="Calibri"/>
              </a:rPr>
              <a:t>ref</a:t>
            </a:r>
            <a:r>
              <a:rPr lang="en-US" sz="1600">
                <a:cs typeface="Calibri"/>
              </a:rPr>
              <a:t> keyword to </a:t>
            </a:r>
            <a:r>
              <a:rPr lang="en-US" sz="1600" b="1">
                <a:cs typeface="Calibri"/>
              </a:rPr>
              <a:t>out</a:t>
            </a:r>
            <a:r>
              <a:rPr lang="en-US" sz="1600"/>
              <a:t>. Is </a:t>
            </a:r>
            <a:r>
              <a:rPr lang="en-US" sz="1600">
                <a:cs typeface="Calibri"/>
              </a:rPr>
              <a:t>it valid for this example? Why?</a:t>
            </a:r>
          </a:p>
        </p:txBody>
      </p:sp>
      <p:pic>
        <p:nvPicPr>
          <p:cNvPr id="6" name="Graphic 5" descr="Flask">
            <a:extLst>
              <a:ext uri="{FF2B5EF4-FFF2-40B4-BE49-F238E27FC236}">
                <a16:creationId xmlns:a16="http://schemas.microsoft.com/office/drawing/2014/main" id="{FBD4CE9D-ABA6-40A4-83CC-AC7F67DE48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2455426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9AC1F4-F47E-4F29-A004-5D122336F6EC}"/>
              </a:ext>
            </a:extLst>
          </p:cNvPr>
          <p:cNvSpPr>
            <a:spLocks noGrp="1"/>
          </p:cNvSpPr>
          <p:nvPr>
            <p:ph type="sldNum" sz="quarter" idx="11"/>
          </p:nvPr>
        </p:nvSpPr>
        <p:spPr/>
        <p:txBody>
          <a:bodyPr/>
          <a:lstStyle/>
          <a:p>
            <a:fld id="{E16BA917-7F09-4B8D-AF07-F52890C14046}" type="slidenum">
              <a:rPr lang="da-DK" smtClean="0"/>
              <a:pPr/>
              <a:t>41</a:t>
            </a:fld>
            <a:endParaRPr lang="da-DK"/>
          </a:p>
        </p:txBody>
      </p:sp>
      <p:sp>
        <p:nvSpPr>
          <p:cNvPr id="3" name="Text Placeholder 2">
            <a:extLst>
              <a:ext uri="{FF2B5EF4-FFF2-40B4-BE49-F238E27FC236}">
                <a16:creationId xmlns:a16="http://schemas.microsoft.com/office/drawing/2014/main" id="{3B3A4E3B-E80E-45A7-B0C6-E0B122423C29}"/>
              </a:ext>
            </a:extLst>
          </p:cNvPr>
          <p:cNvSpPr>
            <a:spLocks noGrp="1"/>
          </p:cNvSpPr>
          <p:nvPr>
            <p:ph type="body" sz="quarter" idx="17"/>
          </p:nvPr>
        </p:nvSpPr>
        <p:spPr/>
        <p:txBody>
          <a:bodyPr/>
          <a:lstStyle/>
          <a:p>
            <a:r>
              <a:rPr lang="en-GB"/>
              <a:t>practice 4 - solution</a:t>
            </a:r>
            <a:endParaRPr lang="da-DK"/>
          </a:p>
        </p:txBody>
      </p:sp>
      <p:sp>
        <p:nvSpPr>
          <p:cNvPr id="4" name="Title 3">
            <a:extLst>
              <a:ext uri="{FF2B5EF4-FFF2-40B4-BE49-F238E27FC236}">
                <a16:creationId xmlns:a16="http://schemas.microsoft.com/office/drawing/2014/main" id="{302BA25E-4A78-4D34-AF81-9DAE9FAA2F97}"/>
              </a:ext>
            </a:extLst>
          </p:cNvPr>
          <p:cNvSpPr>
            <a:spLocks noGrp="1"/>
          </p:cNvSpPr>
          <p:nvPr>
            <p:ph type="title"/>
          </p:nvPr>
        </p:nvSpPr>
        <p:spPr/>
        <p:txBody>
          <a:bodyPr/>
          <a:lstStyle/>
          <a:p>
            <a:r>
              <a:rPr lang="en-GB"/>
              <a:t>PASS BY reference</a:t>
            </a:r>
            <a:endParaRPr lang="da-DK"/>
          </a:p>
        </p:txBody>
      </p:sp>
      <p:pic>
        <p:nvPicPr>
          <p:cNvPr id="6" name="Graphic 5" descr="Flask">
            <a:extLst>
              <a:ext uri="{FF2B5EF4-FFF2-40B4-BE49-F238E27FC236}">
                <a16:creationId xmlns:a16="http://schemas.microsoft.com/office/drawing/2014/main" id="{70048556-42C6-48DE-9FA9-92A49C5A09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8" name="Content Placeholder 7">
            <a:extLst>
              <a:ext uri="{FF2B5EF4-FFF2-40B4-BE49-F238E27FC236}">
                <a16:creationId xmlns:a16="http://schemas.microsoft.com/office/drawing/2014/main" id="{3D8963B8-342B-4C4E-963C-28A21A699F50}"/>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en-US" sz="1400">
                <a:solidFill>
                  <a:srgbClr val="0000FF"/>
                </a:solidFill>
                <a:latin typeface="Consolas" panose="020B0609020204030204" pitchFamily="49" charset="0"/>
              </a:rPr>
              <a:t>internal</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struct</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SalarySlip</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double</a:t>
            </a:r>
            <a:r>
              <a:rPr lang="en-US" sz="1400">
                <a:solidFill>
                  <a:srgbClr val="000000"/>
                </a:solidFill>
                <a:latin typeface="Consolas" panose="020B0609020204030204" pitchFamily="49" charset="0"/>
              </a:rPr>
              <a:t> Salary { </a:t>
            </a:r>
            <a:r>
              <a:rPr lang="en-US" sz="1400">
                <a:solidFill>
                  <a:srgbClr val="0000FF"/>
                </a:solidFill>
                <a:latin typeface="Consolas" panose="020B0609020204030204" pitchFamily="49" charset="0"/>
              </a:rPr>
              <a:t>get</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DateTime</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ReportDate</a:t>
            </a:r>
            <a:r>
              <a:rPr lang="en-US" sz="1400">
                <a:solidFill>
                  <a:srgbClr val="000000"/>
                </a:solidFill>
                <a:latin typeface="Consolas" panose="020B0609020204030204" pitchFamily="49" charset="0"/>
              </a:rPr>
              <a:t> { </a:t>
            </a:r>
            <a:r>
              <a:rPr lang="en-US" sz="1400">
                <a:solidFill>
                  <a:srgbClr val="0000FF"/>
                </a:solidFill>
                <a:latin typeface="Consolas" panose="020B0609020204030204" pitchFamily="49" charset="0"/>
              </a:rPr>
              <a:t>get</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set</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FF"/>
                </a:solidFill>
                <a:latin typeface="Consolas" panose="020B0609020204030204" pitchFamily="49" charset="0"/>
              </a:rPr>
              <a:t>        public</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SalarySlip</a:t>
            </a:r>
            <a:r>
              <a:rPr lang="en-US" sz="1400">
                <a:solidFill>
                  <a:srgbClr val="000000"/>
                </a:solidFill>
                <a:latin typeface="Consolas" panose="020B0609020204030204" pitchFamily="49" charset="0"/>
              </a:rPr>
              <a:t>(</a:t>
            </a:r>
            <a:r>
              <a:rPr lang="en-US" sz="1400">
                <a:solidFill>
                  <a:srgbClr val="0000FF"/>
                </a:solidFill>
                <a:latin typeface="Consolas" panose="020B0609020204030204" pitchFamily="49" charset="0"/>
              </a:rPr>
              <a:t>double</a:t>
            </a:r>
            <a:r>
              <a:rPr lang="en-US" sz="1400">
                <a:solidFill>
                  <a:srgbClr val="000000"/>
                </a:solidFill>
                <a:latin typeface="Consolas" panose="020B0609020204030204" pitchFamily="49" charset="0"/>
              </a:rPr>
              <a:t> salary) {</a:t>
            </a:r>
          </a:p>
          <a:p>
            <a:pPr marL="0" indent="0">
              <a:spcBef>
                <a:spcPts val="0"/>
              </a:spcBef>
              <a:spcAft>
                <a:spcPts val="0"/>
              </a:spcAft>
              <a:buNone/>
            </a:pPr>
            <a:r>
              <a:rPr lang="en-US" sz="1400">
                <a:solidFill>
                  <a:srgbClr val="000000"/>
                </a:solidFill>
                <a:latin typeface="Consolas" panose="020B0609020204030204" pitchFamily="49" charset="0"/>
              </a:rPr>
              <a:t>          Salary = salary;</a:t>
            </a:r>
          </a:p>
          <a:p>
            <a:pPr marL="0" indent="0">
              <a:spcBef>
                <a:spcPts val="0"/>
              </a:spcBef>
              <a:spcAft>
                <a:spcPts val="0"/>
              </a:spcAft>
              <a:buNone/>
            </a:pP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ReportDate</a:t>
            </a:r>
            <a:r>
              <a:rPr lang="en-US" sz="1400">
                <a:solidFill>
                  <a:srgbClr val="000000"/>
                </a:solidFill>
                <a:latin typeface="Consolas" panose="020B0609020204030204" pitchFamily="49" charset="0"/>
              </a:rPr>
              <a:t> = </a:t>
            </a:r>
            <a:r>
              <a:rPr lang="en-US" sz="1400" err="1">
                <a:solidFill>
                  <a:srgbClr val="2B91AF"/>
                </a:solidFill>
                <a:latin typeface="Consolas" panose="020B0609020204030204" pitchFamily="49" charset="0"/>
              </a:rPr>
              <a:t>DateTime</a:t>
            </a:r>
            <a:r>
              <a:rPr lang="en-US" sz="1400" err="1">
                <a:solidFill>
                  <a:srgbClr val="000000"/>
                </a:solidFill>
                <a:latin typeface="Consolas" panose="020B0609020204030204" pitchFamily="49" charset="0"/>
              </a:rPr>
              <a:t>.Today</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panose="020B0609020204030204" pitchFamily="49" charset="0"/>
              </a:rPr>
              <a:t>        }</a:t>
            </a:r>
          </a:p>
          <a:p>
            <a:pPr marL="0" indent="0">
              <a:spcBef>
                <a:spcPts val="0"/>
              </a:spcBef>
              <a:spcAft>
                <a:spcPts val="0"/>
              </a:spcAft>
              <a:buNone/>
            </a:pPr>
            <a:endParaRPr lang="en-US" sz="1400">
              <a:solidFill>
                <a:srgbClr val="000000"/>
              </a:solidFill>
              <a:latin typeface="Consolas" panose="020B0609020204030204" pitchFamily="49" charset="0"/>
              <a:cs typeface="Calibri"/>
            </a:endParaRPr>
          </a:p>
          <a:p>
            <a:pPr marL="0" indent="0">
              <a:spcBef>
                <a:spcPts val="0"/>
              </a:spcBef>
              <a:spcAft>
                <a:spcPts val="0"/>
              </a:spcAft>
              <a:buNone/>
            </a:pPr>
            <a:r>
              <a:rPr lang="en-US" sz="1400">
                <a:solidFill>
                  <a:srgbClr val="0000FF"/>
                </a:solidFill>
                <a:latin typeface="Consolas" panose="020B0609020204030204" pitchFamily="49" charset="0"/>
              </a:rPr>
              <a:t>        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override</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ToString</a:t>
            </a:r>
            <a:r>
              <a:rPr lang="en-US" sz="1400">
                <a:solidFill>
                  <a:srgbClr val="000000"/>
                </a:solidFill>
                <a:latin typeface="Consolas" panose="020B0609020204030204" pitchFamily="49" charset="0"/>
              </a:rPr>
              <a:t>() =&gt; </a:t>
            </a:r>
            <a:r>
              <a:rPr lang="en-US" sz="1400">
                <a:solidFill>
                  <a:srgbClr val="A31515"/>
                </a:solidFill>
                <a:latin typeface="Consolas" panose="020B0609020204030204" pitchFamily="49" charset="0"/>
              </a:rPr>
              <a:t>$"Salary slip:</a:t>
            </a:r>
            <a:r>
              <a:rPr lang="en-US" sz="1400">
                <a:solidFill>
                  <a:srgbClr val="FF007F"/>
                </a:solidFill>
                <a:latin typeface="Consolas" panose="020B0609020204030204" pitchFamily="49" charset="0"/>
              </a:rPr>
              <a:t>\</a:t>
            </a:r>
            <a:r>
              <a:rPr lang="en-US" sz="1400" err="1">
                <a:solidFill>
                  <a:srgbClr val="FF007F"/>
                </a:solidFill>
                <a:latin typeface="Consolas" panose="020B0609020204030204" pitchFamily="49" charset="0"/>
              </a:rPr>
              <a:t>n</a:t>
            </a:r>
            <a:r>
              <a:rPr lang="en-US" sz="1400" err="1">
                <a:solidFill>
                  <a:srgbClr val="A31515"/>
                </a:solidFill>
                <a:latin typeface="Consolas" panose="020B0609020204030204" pitchFamily="49" charset="0"/>
              </a:rPr>
              <a:t>Salary</a:t>
            </a:r>
            <a:r>
              <a:rPr lang="en-US" sz="1400">
                <a:solidFill>
                  <a:srgbClr val="A31515"/>
                </a:solidFill>
                <a:latin typeface="Consolas" panose="020B0609020204030204" pitchFamily="49" charset="0"/>
              </a:rPr>
              <a:t>: </a:t>
            </a:r>
            <a:r>
              <a:rPr lang="en-US" sz="1400">
                <a:solidFill>
                  <a:srgbClr val="000000"/>
                </a:solidFill>
                <a:latin typeface="Consolas" panose="020B0609020204030204" pitchFamily="49" charset="0"/>
              </a:rPr>
              <a:t>{Salary}</a:t>
            </a:r>
            <a:r>
              <a:rPr lang="en-US" sz="1400">
                <a:solidFill>
                  <a:srgbClr val="FF007F"/>
                </a:solidFill>
                <a:latin typeface="Consolas" panose="020B0609020204030204" pitchFamily="49" charset="0"/>
              </a:rPr>
              <a:t>\</a:t>
            </a:r>
            <a:r>
              <a:rPr lang="en-US" sz="1400" err="1">
                <a:solidFill>
                  <a:srgbClr val="FF007F"/>
                </a:solidFill>
                <a:latin typeface="Consolas" panose="020B0609020204030204" pitchFamily="49" charset="0"/>
              </a:rPr>
              <a:t>n</a:t>
            </a:r>
            <a:r>
              <a:rPr lang="en-US" sz="1400" err="1">
                <a:solidFill>
                  <a:srgbClr val="A31515"/>
                </a:solidFill>
                <a:latin typeface="Consolas" panose="020B0609020204030204" pitchFamily="49" charset="0"/>
              </a:rPr>
              <a:t>Report</a:t>
            </a:r>
            <a:r>
              <a:rPr lang="en-US" sz="1400">
                <a:solidFill>
                  <a:srgbClr val="A31515"/>
                </a:solidFill>
                <a:latin typeface="Consolas" panose="020B0609020204030204" pitchFamily="49" charset="0"/>
              </a:rPr>
              <a:t> Date: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ReportDate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panose="020B0609020204030204" pitchFamily="49" charset="0"/>
                <a:cs typeface="Calibri"/>
              </a:rPr>
              <a:t>}</a:t>
            </a:r>
          </a:p>
          <a:p>
            <a:pPr marL="0" indent="0">
              <a:spcBef>
                <a:spcPts val="0"/>
              </a:spcBef>
              <a:spcAft>
                <a:spcPts val="0"/>
              </a:spcAft>
              <a:buNone/>
            </a:pPr>
            <a:endParaRPr lang="en-US" sz="1400">
              <a:solidFill>
                <a:srgbClr val="000000"/>
              </a:solidFill>
              <a:latin typeface="Consolas" panose="020B0609020204030204" pitchFamily="49" charset="0"/>
              <a:cs typeface="Calibri"/>
            </a:endParaRPr>
          </a:p>
          <a:p>
            <a:pPr marL="0" indent="0">
              <a:spcBef>
                <a:spcPts val="0"/>
              </a:spcBef>
              <a:spcAft>
                <a:spcPts val="0"/>
              </a:spcAft>
              <a:buNone/>
            </a:pPr>
            <a:r>
              <a:rPr lang="en-US" sz="1400">
                <a:solidFill>
                  <a:srgbClr val="0000FF"/>
                </a:solidFill>
                <a:latin typeface="Consolas" panose="020B0609020204030204" pitchFamily="49" charset="0"/>
              </a:rPr>
              <a:t>private</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UpdateSalarySlip(</a:t>
            </a:r>
            <a:r>
              <a:rPr lang="en-US" sz="1400">
                <a:solidFill>
                  <a:srgbClr val="0000FF"/>
                </a:solidFill>
                <a:latin typeface="Consolas" panose="020B0609020204030204" pitchFamily="49" charset="0"/>
              </a:rPr>
              <a:t>ref</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SalarySlipStruct</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salarySlip</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DateTime</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reportingDate</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salarySlip.ReportDate</a:t>
            </a:r>
            <a:r>
              <a:rPr lang="en-US" sz="1400">
                <a:solidFill>
                  <a:srgbClr val="000000"/>
                </a:solidFill>
                <a:latin typeface="Consolas" panose="020B0609020204030204" pitchFamily="49" charset="0"/>
              </a:rPr>
              <a:t> = </a:t>
            </a:r>
            <a:r>
              <a:rPr lang="en-US" sz="1400" err="1">
                <a:solidFill>
                  <a:srgbClr val="000000"/>
                </a:solidFill>
                <a:latin typeface="Consolas" panose="020B0609020204030204" pitchFamily="49" charset="0"/>
              </a:rPr>
              <a:t>reportingDate</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a:cs typeface="Calibri"/>
              </a:rPr>
              <a:t>}</a:t>
            </a:r>
          </a:p>
          <a:p>
            <a:pPr marL="0" indent="0">
              <a:spcBef>
                <a:spcPts val="0"/>
              </a:spcBef>
              <a:spcAft>
                <a:spcPts val="0"/>
              </a:spcAft>
              <a:buNone/>
            </a:pPr>
            <a:endParaRPr lang="da-DK" sz="1400">
              <a:latin typeface="Consolas"/>
              <a:cs typeface="Calibri"/>
            </a:endParaRPr>
          </a:p>
        </p:txBody>
      </p:sp>
    </p:spTree>
    <p:extLst>
      <p:ext uri="{BB962C8B-B14F-4D97-AF65-F5344CB8AC3E}">
        <p14:creationId xmlns:p14="http://schemas.microsoft.com/office/powerpoint/2010/main" val="3400891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latin typeface="Roboto"/>
              </a:rPr>
              <a:t>Coffee time</a:t>
            </a:r>
          </a:p>
        </p:txBody>
      </p:sp>
      <p:pic>
        <p:nvPicPr>
          <p:cNvPr id="4098" name="Picture 2" descr="Premium Photo | White coffee cup and roasted coffee beans around">
            <a:extLst>
              <a:ext uri="{FF2B5EF4-FFF2-40B4-BE49-F238E27FC236}">
                <a16:creationId xmlns:a16="http://schemas.microsoft.com/office/drawing/2014/main" id="{A3E451E8-870E-4569-9864-8B5DF64FB4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4675" y="1830075"/>
            <a:ext cx="59626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544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four main concepts (A-</a:t>
            </a:r>
            <a:r>
              <a:rPr lang="da-DK"/>
              <a:t>PIE)</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sp>
        <p:nvSpPr>
          <p:cNvPr id="6" name="Oval 5">
            <a:extLst>
              <a:ext uri="{FF2B5EF4-FFF2-40B4-BE49-F238E27FC236}">
                <a16:creationId xmlns:a16="http://schemas.microsoft.com/office/drawing/2014/main" id="{5CDDFBBF-19C2-43E1-AFE6-93542E6E75BC}"/>
              </a:ext>
            </a:extLst>
          </p:cNvPr>
          <p:cNvSpPr/>
          <p:nvPr/>
        </p:nvSpPr>
        <p:spPr>
          <a:xfrm>
            <a:off x="4607352" y="2987133"/>
            <a:ext cx="2507226" cy="1349478"/>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2400">
                <a:solidFill>
                  <a:schemeClr val="tx1"/>
                </a:solidFill>
              </a:rPr>
              <a:t>OOP concepts</a:t>
            </a:r>
            <a:endParaRPr lang="en-US" sz="2400">
              <a:solidFill>
                <a:schemeClr val="tx1"/>
              </a:solidFill>
            </a:endParaRPr>
          </a:p>
        </p:txBody>
      </p:sp>
      <p:graphicFrame>
        <p:nvGraphicFramePr>
          <p:cNvPr id="7" name="Diagram 6">
            <a:extLst>
              <a:ext uri="{FF2B5EF4-FFF2-40B4-BE49-F238E27FC236}">
                <a16:creationId xmlns:a16="http://schemas.microsoft.com/office/drawing/2014/main" id="{E130050C-4131-4317-B8FE-A3B9BD7B2C9E}"/>
              </a:ext>
            </a:extLst>
          </p:cNvPr>
          <p:cNvGraphicFramePr/>
          <p:nvPr>
            <p:extLst>
              <p:ext uri="{D42A27DB-BD31-4B8C-83A1-F6EECF244321}">
                <p14:modId xmlns:p14="http://schemas.microsoft.com/office/powerpoint/2010/main" val="3383599835"/>
              </p:ext>
            </p:extLst>
          </p:nvPr>
        </p:nvGraphicFramePr>
        <p:xfrm>
          <a:off x="715225" y="4227095"/>
          <a:ext cx="3868461" cy="15719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A584E9A7-128D-4CDB-83D8-26662569102A}"/>
              </a:ext>
            </a:extLst>
          </p:cNvPr>
          <p:cNvGraphicFramePr/>
          <p:nvPr>
            <p:extLst>
              <p:ext uri="{D42A27DB-BD31-4B8C-83A1-F6EECF244321}">
                <p14:modId xmlns:p14="http://schemas.microsoft.com/office/powerpoint/2010/main" val="72850622"/>
              </p:ext>
            </p:extLst>
          </p:nvPr>
        </p:nvGraphicFramePr>
        <p:xfrm>
          <a:off x="670985" y="2099213"/>
          <a:ext cx="3868461" cy="12342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Diagram 9">
            <a:extLst>
              <a:ext uri="{FF2B5EF4-FFF2-40B4-BE49-F238E27FC236}">
                <a16:creationId xmlns:a16="http://schemas.microsoft.com/office/drawing/2014/main" id="{68D5C485-FAC0-42F5-B031-5732258A488F}"/>
              </a:ext>
            </a:extLst>
          </p:cNvPr>
          <p:cNvGraphicFramePr/>
          <p:nvPr>
            <p:extLst>
              <p:ext uri="{D42A27DB-BD31-4B8C-83A1-F6EECF244321}">
                <p14:modId xmlns:p14="http://schemas.microsoft.com/office/powerpoint/2010/main" val="4079881858"/>
              </p:ext>
            </p:extLst>
          </p:nvPr>
        </p:nvGraphicFramePr>
        <p:xfrm>
          <a:off x="7114578" y="2099213"/>
          <a:ext cx="4118777" cy="144472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2" name="Diagram 11">
            <a:extLst>
              <a:ext uri="{FF2B5EF4-FFF2-40B4-BE49-F238E27FC236}">
                <a16:creationId xmlns:a16="http://schemas.microsoft.com/office/drawing/2014/main" id="{B8AC036E-BB01-435F-AC9F-4FE4E8E65B60}"/>
              </a:ext>
            </a:extLst>
          </p:cNvPr>
          <p:cNvGraphicFramePr/>
          <p:nvPr>
            <p:extLst>
              <p:ext uri="{D42A27DB-BD31-4B8C-83A1-F6EECF244321}">
                <p14:modId xmlns:p14="http://schemas.microsoft.com/office/powerpoint/2010/main" val="1636112978"/>
              </p:ext>
            </p:extLst>
          </p:nvPr>
        </p:nvGraphicFramePr>
        <p:xfrm>
          <a:off x="7132592" y="4189446"/>
          <a:ext cx="4100763" cy="157194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1809615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Encapsulation 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sp>
        <p:nvSpPr>
          <p:cNvPr id="6" name="AutoShape 2" descr="C# access modifier -svgshare.com">
            <a:extLst>
              <a:ext uri="{FF2B5EF4-FFF2-40B4-BE49-F238E27FC236}">
                <a16:creationId xmlns:a16="http://schemas.microsoft.com/office/drawing/2014/main" id="{360EA761-3A7D-4DA6-AC8C-0ED5DECBBDB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Content Placeholder 7">
            <a:extLst>
              <a:ext uri="{FF2B5EF4-FFF2-40B4-BE49-F238E27FC236}">
                <a16:creationId xmlns:a16="http://schemas.microsoft.com/office/drawing/2014/main" id="{1EBE9478-FC87-446E-A909-3BC761278751}"/>
              </a:ext>
            </a:extLst>
          </p:cNvPr>
          <p:cNvSpPr>
            <a:spLocks noGrp="1"/>
          </p:cNvSpPr>
          <p:nvPr>
            <p:ph sz="quarter" idx="19"/>
          </p:nvPr>
        </p:nvSpPr>
        <p:spPr>
          <a:xfrm>
            <a:off x="868544" y="2478033"/>
            <a:ext cx="10454911" cy="2858695"/>
          </a:xfrm>
        </p:spPr>
        <p:txBody>
          <a:bodyPr/>
          <a:lstStyle/>
          <a:p>
            <a:pPr marL="0" indent="0">
              <a:spcBef>
                <a:spcPts val="0"/>
              </a:spcBef>
              <a:spcAft>
                <a:spcPts val="0"/>
              </a:spcAft>
              <a:buNone/>
            </a:pPr>
            <a:r>
              <a:rPr lang="en-US" noProof="1">
                <a:solidFill>
                  <a:srgbClr val="0000FF"/>
                </a:solidFill>
                <a:latin typeface="Consolas" panose="020B0609020204030204" pitchFamily="49" charset="0"/>
              </a:rPr>
              <a:t>   internal</a:t>
            </a: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class</a:t>
            </a:r>
            <a:r>
              <a:rPr lang="en-US" noProof="1">
                <a:solidFill>
                  <a:srgbClr val="000000"/>
                </a:solidFill>
                <a:latin typeface="Consolas" panose="020B0609020204030204" pitchFamily="49" charset="0"/>
              </a:rPr>
              <a:t> </a:t>
            </a:r>
            <a:r>
              <a:rPr lang="en-US" noProof="1">
                <a:solidFill>
                  <a:srgbClr val="2B91AF"/>
                </a:solidFill>
                <a:latin typeface="Consolas" panose="020B0609020204030204" pitchFamily="49" charset="0"/>
              </a:rPr>
              <a:t>Employee</a:t>
            </a:r>
            <a:r>
              <a:rPr lang="en-US" noProof="1">
                <a:solidFill>
                  <a:srgbClr val="000000"/>
                </a:solidFill>
                <a:latin typeface="Consolas" panose="020B0609020204030204" pitchFamily="49" charset="0"/>
              </a:rPr>
              <a:t> {</a:t>
            </a:r>
          </a:p>
          <a:p>
            <a:pPr marL="0" indent="0">
              <a:spcBef>
                <a:spcPts val="0"/>
              </a:spcBef>
              <a:spcAft>
                <a:spcPts val="0"/>
              </a:spcAft>
              <a:buNone/>
            </a:pP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public</a:t>
            </a: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string</a:t>
            </a:r>
            <a:r>
              <a:rPr lang="en-US" noProof="1">
                <a:solidFill>
                  <a:srgbClr val="000000"/>
                </a:solidFill>
                <a:latin typeface="Consolas" panose="020B0609020204030204" pitchFamily="49" charset="0"/>
              </a:rPr>
              <a:t> Name { </a:t>
            </a:r>
            <a:r>
              <a:rPr lang="en-US" noProof="1">
                <a:solidFill>
                  <a:srgbClr val="0000FF"/>
                </a:solidFill>
                <a:latin typeface="Consolas" panose="020B0609020204030204" pitchFamily="49" charset="0"/>
              </a:rPr>
              <a:t>get</a:t>
            </a:r>
            <a:r>
              <a:rPr lang="en-US" noProof="1">
                <a:solidFill>
                  <a:srgbClr val="000000"/>
                </a:solidFill>
                <a:latin typeface="Consolas" panose="020B0609020204030204" pitchFamily="49" charset="0"/>
              </a:rPr>
              <a:t>; }  </a:t>
            </a:r>
          </a:p>
          <a:p>
            <a:pPr marL="0" indent="0">
              <a:spcBef>
                <a:spcPts val="0"/>
              </a:spcBef>
              <a:spcAft>
                <a:spcPts val="0"/>
              </a:spcAft>
              <a:buNone/>
            </a:pP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public</a:t>
            </a: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double</a:t>
            </a:r>
            <a:r>
              <a:rPr lang="en-US" noProof="1">
                <a:solidFill>
                  <a:srgbClr val="000000"/>
                </a:solidFill>
                <a:latin typeface="Consolas" panose="020B0609020204030204" pitchFamily="49" charset="0"/>
              </a:rPr>
              <a:t> Salary { </a:t>
            </a:r>
            <a:r>
              <a:rPr lang="en-US" noProof="1">
                <a:solidFill>
                  <a:srgbClr val="0000FF"/>
                </a:solidFill>
                <a:latin typeface="Consolas" panose="020B0609020204030204" pitchFamily="49" charset="0"/>
              </a:rPr>
              <a:t>get</a:t>
            </a:r>
            <a:r>
              <a:rPr lang="en-US" noProof="1">
                <a:solidFill>
                  <a:srgbClr val="000000"/>
                </a:solidFill>
                <a:latin typeface="Consolas" panose="020B0609020204030204" pitchFamily="49" charset="0"/>
              </a:rPr>
              <a:t>; }</a:t>
            </a:r>
          </a:p>
          <a:p>
            <a:pPr marL="0" indent="0">
              <a:spcBef>
                <a:spcPts val="0"/>
              </a:spcBef>
              <a:spcAft>
                <a:spcPts val="0"/>
              </a:spcAft>
              <a:buNone/>
            </a:pPr>
            <a:r>
              <a:rPr lang="en-US" sz="1800">
                <a:solidFill>
                  <a:srgbClr val="0000FF"/>
                </a:solidFill>
                <a:latin typeface="Consolas" panose="020B0609020204030204" pitchFamily="49" charset="0"/>
              </a:rPr>
              <a:t>        private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_</a:t>
            </a:r>
            <a:r>
              <a:rPr lang="en-US" sz="1800" err="1">
                <a:solidFill>
                  <a:srgbClr val="000000"/>
                </a:solidFill>
                <a:latin typeface="Consolas" panose="020B0609020204030204" pitchFamily="49" charset="0"/>
              </a:rPr>
              <a:t>pinCode</a:t>
            </a:r>
            <a:r>
              <a:rPr lang="en-US" sz="1800">
                <a:solidFill>
                  <a:srgbClr val="000000"/>
                </a:solidFill>
                <a:latin typeface="Consolas" panose="020B0609020204030204" pitchFamily="49" charset="0"/>
              </a:rPr>
              <a:t>;</a:t>
            </a:r>
            <a:endParaRPr lang="en-US" noProof="1">
              <a:solidFill>
                <a:srgbClr val="000000"/>
              </a:solidFill>
              <a:latin typeface="Consolas" panose="020B0609020204030204" pitchFamily="49" charset="0"/>
            </a:endParaRPr>
          </a:p>
          <a:p>
            <a:pPr marL="0" indent="0">
              <a:spcBef>
                <a:spcPts val="0"/>
              </a:spcBef>
              <a:spcAft>
                <a:spcPts val="0"/>
              </a:spcAft>
              <a:buNone/>
            </a:pP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internal</a:t>
            </a:r>
            <a:r>
              <a:rPr lang="en-US" noProof="1">
                <a:solidFill>
                  <a:srgbClr val="000000"/>
                </a:solidFill>
                <a:latin typeface="Consolas" panose="020B0609020204030204" pitchFamily="49" charset="0"/>
              </a:rPr>
              <a:t> Employee(</a:t>
            </a:r>
            <a:r>
              <a:rPr lang="en-US" noProof="1">
                <a:solidFill>
                  <a:srgbClr val="0000FF"/>
                </a:solidFill>
                <a:latin typeface="Consolas" panose="020B0609020204030204" pitchFamily="49" charset="0"/>
              </a:rPr>
              <a:t>string</a:t>
            </a:r>
            <a:r>
              <a:rPr lang="en-US" noProof="1">
                <a:solidFill>
                  <a:srgbClr val="000000"/>
                </a:solidFill>
                <a:latin typeface="Consolas" panose="020B0609020204030204" pitchFamily="49" charset="0"/>
              </a:rPr>
              <a:t> name, </a:t>
            </a:r>
            <a:r>
              <a:rPr lang="en-US" noProof="1">
                <a:solidFill>
                  <a:srgbClr val="0000FF"/>
                </a:solidFill>
                <a:latin typeface="Consolas" panose="020B0609020204030204" pitchFamily="49" charset="0"/>
              </a:rPr>
              <a:t>int</a:t>
            </a:r>
            <a:r>
              <a:rPr lang="en-US" noProof="1">
                <a:solidFill>
                  <a:srgbClr val="000000"/>
                </a:solidFill>
                <a:latin typeface="Consolas" panose="020B0609020204030204" pitchFamily="49" charset="0"/>
              </a:rPr>
              <a:t> salary) {</a:t>
            </a:r>
          </a:p>
          <a:p>
            <a:pPr marL="0" indent="0">
              <a:spcBef>
                <a:spcPts val="0"/>
              </a:spcBef>
              <a:spcAft>
                <a:spcPts val="0"/>
              </a:spcAft>
              <a:buNone/>
            </a:pPr>
            <a:r>
              <a:rPr lang="en-US" noProof="1">
                <a:solidFill>
                  <a:srgbClr val="000000"/>
                </a:solidFill>
                <a:latin typeface="Consolas" panose="020B0609020204030204" pitchFamily="49" charset="0"/>
              </a:rPr>
              <a:t>            Name = name;</a:t>
            </a:r>
          </a:p>
          <a:p>
            <a:pPr marL="0" indent="0">
              <a:spcBef>
                <a:spcPts val="0"/>
              </a:spcBef>
              <a:spcAft>
                <a:spcPts val="0"/>
              </a:spcAft>
              <a:buNone/>
            </a:pPr>
            <a:r>
              <a:rPr lang="en-US" noProof="1">
                <a:solidFill>
                  <a:srgbClr val="000000"/>
                </a:solidFill>
                <a:latin typeface="Consolas" panose="020B0609020204030204" pitchFamily="49" charset="0"/>
              </a:rPr>
              <a:t>            Salary = salary;</a:t>
            </a:r>
          </a:p>
          <a:p>
            <a:pPr marL="0" indent="0">
              <a:spcBef>
                <a:spcPts val="0"/>
              </a:spcBef>
              <a:spcAft>
                <a:spcPts val="0"/>
              </a:spcAft>
              <a:buNone/>
            </a:pPr>
            <a:r>
              <a:rPr lang="en-US" noProof="1">
                <a:solidFill>
                  <a:srgbClr val="000000"/>
                </a:solidFill>
                <a:latin typeface="Consolas" panose="020B0609020204030204" pitchFamily="49" charset="0"/>
              </a:rPr>
              <a:t>        }</a:t>
            </a:r>
          </a:p>
          <a:p>
            <a:pPr marL="0" indent="0">
              <a:spcBef>
                <a:spcPts val="0"/>
              </a:spcBef>
              <a:spcAft>
                <a:spcPts val="0"/>
              </a:spcAft>
              <a:buNone/>
            </a:pPr>
            <a:r>
              <a:rPr lang="en-US" noProof="1">
                <a:solidFill>
                  <a:srgbClr val="000000"/>
                </a:solidFill>
                <a:latin typeface="Consolas" panose="020B0609020204030204" pitchFamily="49" charset="0"/>
              </a:rPr>
              <a:t>    }</a:t>
            </a:r>
          </a:p>
          <a:p>
            <a:pPr marL="0" indent="0">
              <a:spcBef>
                <a:spcPts val="0"/>
              </a:spcBef>
              <a:spcAft>
                <a:spcPts val="0"/>
              </a:spcAft>
              <a:buNone/>
            </a:pPr>
            <a:endParaRPr lang="en-US" sz="1600" noProof="1">
              <a:solidFill>
                <a:srgbClr val="000000"/>
              </a:solidFill>
              <a:latin typeface="Consolas" panose="020B0609020204030204" pitchFamily="49" charset="0"/>
            </a:endParaRPr>
          </a:p>
        </p:txBody>
      </p:sp>
      <p:sp>
        <p:nvSpPr>
          <p:cNvPr id="17" name="TextBox 16">
            <a:extLst>
              <a:ext uri="{FF2B5EF4-FFF2-40B4-BE49-F238E27FC236}">
                <a16:creationId xmlns:a16="http://schemas.microsoft.com/office/drawing/2014/main" id="{09FD99D8-8CA6-44E4-BF59-C281BD768D1B}"/>
              </a:ext>
            </a:extLst>
          </p:cNvPr>
          <p:cNvSpPr txBox="1"/>
          <p:nvPr/>
        </p:nvSpPr>
        <p:spPr>
          <a:xfrm>
            <a:off x="6039559" y="3053518"/>
            <a:ext cx="2286000" cy="27079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a:solidFill>
                  <a:srgbClr val="E6AF00"/>
                </a:solidFill>
                <a:latin typeface="Consolas" panose="020B0609020204030204" pitchFamily="49" charset="0"/>
                <a:cs typeface="Calibri" panose="020F0502020204030204" pitchFamily="34" charset="0"/>
              </a:rPr>
              <a:t>Encapsulated data</a:t>
            </a:r>
            <a:endParaRPr lang="en-US">
              <a:solidFill>
                <a:srgbClr val="E6AF00"/>
              </a:solidFill>
              <a:latin typeface="Consolas" panose="020B0609020204030204" pitchFamily="49" charset="0"/>
              <a:cs typeface="Calibri" panose="020F0502020204030204" pitchFamily="34" charset="0"/>
            </a:endParaRPr>
          </a:p>
        </p:txBody>
      </p:sp>
      <p:sp>
        <p:nvSpPr>
          <p:cNvPr id="18" name="Right Brace 17">
            <a:extLst>
              <a:ext uri="{FF2B5EF4-FFF2-40B4-BE49-F238E27FC236}">
                <a16:creationId xmlns:a16="http://schemas.microsoft.com/office/drawing/2014/main" id="{3F398BF5-1A35-4489-99D6-003C841AD344}"/>
              </a:ext>
            </a:extLst>
          </p:cNvPr>
          <p:cNvSpPr/>
          <p:nvPr/>
        </p:nvSpPr>
        <p:spPr>
          <a:xfrm>
            <a:off x="5719519" y="2814011"/>
            <a:ext cx="210312" cy="749808"/>
          </a:xfrm>
          <a:prstGeom prst="rightBrace">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ight Brace 18">
            <a:extLst>
              <a:ext uri="{FF2B5EF4-FFF2-40B4-BE49-F238E27FC236}">
                <a16:creationId xmlns:a16="http://schemas.microsoft.com/office/drawing/2014/main" id="{D0F77A98-80A5-4907-ACEA-CA6820707D24}"/>
              </a:ext>
            </a:extLst>
          </p:cNvPr>
          <p:cNvSpPr/>
          <p:nvPr/>
        </p:nvSpPr>
        <p:spPr>
          <a:xfrm>
            <a:off x="8325559" y="2480163"/>
            <a:ext cx="304800" cy="2308952"/>
          </a:xfrm>
          <a:prstGeom prst="rightBrace">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40DA5D7-DD32-43F7-B8BA-B3DD06EE408D}"/>
              </a:ext>
            </a:extLst>
          </p:cNvPr>
          <p:cNvSpPr txBox="1"/>
          <p:nvPr/>
        </p:nvSpPr>
        <p:spPr>
          <a:xfrm>
            <a:off x="8740087" y="3476711"/>
            <a:ext cx="2286000" cy="27079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a:solidFill>
                  <a:srgbClr val="E6AF00"/>
                </a:solidFill>
                <a:latin typeface="Consolas" panose="020B0609020204030204" pitchFamily="49" charset="0"/>
                <a:cs typeface="Calibri" panose="020F0502020204030204" pitchFamily="34" charset="0"/>
              </a:rPr>
              <a:t>Encapsulation unit</a:t>
            </a:r>
            <a:endParaRPr lang="en-US" err="1">
              <a:solidFill>
                <a:srgbClr val="E6AF00"/>
              </a:solidFill>
              <a:latin typeface="Consolas" panose="020B0609020204030204" pitchFamily="49" charset="0"/>
              <a:cs typeface="Calibri" panose="020F0502020204030204" pitchFamily="34" charset="0"/>
            </a:endParaRPr>
          </a:p>
        </p:txBody>
      </p:sp>
    </p:spTree>
    <p:extLst>
      <p:ext uri="{BB962C8B-B14F-4D97-AF65-F5344CB8AC3E}">
        <p14:creationId xmlns:p14="http://schemas.microsoft.com/office/powerpoint/2010/main" val="22154756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Encapsulation</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sp>
        <p:nvSpPr>
          <p:cNvPr id="6" name="AutoShape 2" descr="C# access modifier -svgshare.com">
            <a:extLst>
              <a:ext uri="{FF2B5EF4-FFF2-40B4-BE49-F238E27FC236}">
                <a16:creationId xmlns:a16="http://schemas.microsoft.com/office/drawing/2014/main" id="{360EA761-3A7D-4DA6-AC8C-0ED5DECBBDB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7B24ADCB-D46A-4470-94C8-FA539CFD045C}"/>
              </a:ext>
            </a:extLst>
          </p:cNvPr>
          <p:cNvPicPr>
            <a:picLocks noChangeAspect="1"/>
          </p:cNvPicPr>
          <p:nvPr/>
        </p:nvPicPr>
        <p:blipFill>
          <a:blip r:embed="rId3"/>
          <a:stretch>
            <a:fillRect/>
          </a:stretch>
        </p:blipFill>
        <p:spPr>
          <a:xfrm>
            <a:off x="1800225" y="1972950"/>
            <a:ext cx="8591550" cy="3829050"/>
          </a:xfrm>
          <a:prstGeom prst="rect">
            <a:avLst/>
          </a:prstGeom>
        </p:spPr>
      </p:pic>
    </p:spTree>
    <p:extLst>
      <p:ext uri="{BB962C8B-B14F-4D97-AF65-F5344CB8AC3E}">
        <p14:creationId xmlns:p14="http://schemas.microsoft.com/office/powerpoint/2010/main" val="36327114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46</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Encapsulation</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pic>
        <p:nvPicPr>
          <p:cNvPr id="11" name="Picture 10">
            <a:extLst>
              <a:ext uri="{FF2B5EF4-FFF2-40B4-BE49-F238E27FC236}">
                <a16:creationId xmlns:a16="http://schemas.microsoft.com/office/drawing/2014/main" id="{F2166A2A-14DC-4713-ADF9-0AD7FC260AD1}"/>
              </a:ext>
            </a:extLst>
          </p:cNvPr>
          <p:cNvPicPr>
            <a:picLocks noChangeAspect="1"/>
          </p:cNvPicPr>
          <p:nvPr/>
        </p:nvPicPr>
        <p:blipFill>
          <a:blip r:embed="rId3"/>
          <a:stretch>
            <a:fillRect/>
          </a:stretch>
        </p:blipFill>
        <p:spPr>
          <a:xfrm>
            <a:off x="543402" y="2469872"/>
            <a:ext cx="4500383" cy="2878045"/>
          </a:xfrm>
          <a:prstGeom prst="rect">
            <a:avLst/>
          </a:prstGeom>
        </p:spPr>
      </p:pic>
      <p:pic>
        <p:nvPicPr>
          <p:cNvPr id="13" name="Picture 12">
            <a:extLst>
              <a:ext uri="{FF2B5EF4-FFF2-40B4-BE49-F238E27FC236}">
                <a16:creationId xmlns:a16="http://schemas.microsoft.com/office/drawing/2014/main" id="{23DD6B10-FC4C-46A9-BAFB-02977426126D}"/>
              </a:ext>
            </a:extLst>
          </p:cNvPr>
          <p:cNvPicPr>
            <a:picLocks noChangeAspect="1"/>
          </p:cNvPicPr>
          <p:nvPr/>
        </p:nvPicPr>
        <p:blipFill>
          <a:blip r:embed="rId4"/>
          <a:stretch>
            <a:fillRect/>
          </a:stretch>
        </p:blipFill>
        <p:spPr>
          <a:xfrm>
            <a:off x="6005244" y="3429000"/>
            <a:ext cx="4155898" cy="2119233"/>
          </a:xfrm>
          <a:prstGeom prst="rect">
            <a:avLst/>
          </a:prstGeom>
        </p:spPr>
      </p:pic>
      <p:sp>
        <p:nvSpPr>
          <p:cNvPr id="12" name="Speech Bubble: Oval 11">
            <a:extLst>
              <a:ext uri="{FF2B5EF4-FFF2-40B4-BE49-F238E27FC236}">
                <a16:creationId xmlns:a16="http://schemas.microsoft.com/office/drawing/2014/main" id="{B528E0CF-AB0C-44E7-82D6-E54BB8528D71}"/>
              </a:ext>
            </a:extLst>
          </p:cNvPr>
          <p:cNvSpPr/>
          <p:nvPr/>
        </p:nvSpPr>
        <p:spPr>
          <a:xfrm>
            <a:off x="7528386" y="2033282"/>
            <a:ext cx="3167930" cy="1543118"/>
          </a:xfrm>
          <a:prstGeom prst="wedgeEllipseCallout">
            <a:avLst>
              <a:gd name="adj1" fmla="val -41528"/>
              <a:gd name="adj2" fmla="val 73079"/>
            </a:avLst>
          </a:prstGeom>
          <a:solidFill>
            <a:schemeClr val="bg1"/>
          </a:solidFill>
          <a:ln>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i="1">
                <a:solidFill>
                  <a:schemeClr val="accent6">
                    <a:lumMod val="25000"/>
                  </a:schemeClr>
                </a:solidFill>
              </a:rPr>
              <a:t>Only public properties are </a:t>
            </a:r>
          </a:p>
          <a:p>
            <a:pPr algn="ctr"/>
            <a:r>
              <a:rPr lang="en-US" sz="1200" i="1">
                <a:solidFill>
                  <a:schemeClr val="accent6">
                    <a:lumMod val="25000"/>
                  </a:schemeClr>
                </a:solidFill>
              </a:rPr>
              <a:t>available from outside of the object</a:t>
            </a:r>
          </a:p>
          <a:p>
            <a:pPr algn="ctr"/>
            <a:endParaRPr lang="en-US" sz="1200" i="1">
              <a:solidFill>
                <a:schemeClr val="accent6">
                  <a:lumMod val="25000"/>
                </a:schemeClr>
              </a:solidFill>
            </a:endParaRPr>
          </a:p>
          <a:p>
            <a:pPr algn="ctr"/>
            <a:r>
              <a:rPr lang="en-US" sz="1200" i="1">
                <a:solidFill>
                  <a:schemeClr val="accent6">
                    <a:lumMod val="25000"/>
                  </a:schemeClr>
                </a:solidFill>
              </a:rPr>
              <a:t>private field - </a:t>
            </a:r>
            <a:r>
              <a:rPr lang="en-US" sz="1200" b="1" i="1">
                <a:solidFill>
                  <a:schemeClr val="accent6">
                    <a:lumMod val="25000"/>
                  </a:schemeClr>
                </a:solidFill>
              </a:rPr>
              <a:t>_</a:t>
            </a:r>
            <a:r>
              <a:rPr lang="en-US" sz="1200" b="1" i="1" err="1">
                <a:solidFill>
                  <a:schemeClr val="accent6">
                    <a:lumMod val="25000"/>
                  </a:schemeClr>
                </a:solidFill>
              </a:rPr>
              <a:t>pinCode</a:t>
            </a:r>
            <a:r>
              <a:rPr lang="en-US" sz="1200" b="1" i="1">
                <a:solidFill>
                  <a:schemeClr val="accent6">
                    <a:lumMod val="25000"/>
                  </a:schemeClr>
                </a:solidFill>
              </a:rPr>
              <a:t> </a:t>
            </a:r>
            <a:r>
              <a:rPr lang="en-US" sz="1200" i="1">
                <a:solidFill>
                  <a:schemeClr val="accent6">
                    <a:lumMod val="25000"/>
                  </a:schemeClr>
                </a:solidFill>
              </a:rPr>
              <a:t>is not visible</a:t>
            </a:r>
          </a:p>
        </p:txBody>
      </p:sp>
    </p:spTree>
    <p:extLst>
      <p:ext uri="{BB962C8B-B14F-4D97-AF65-F5344CB8AC3E}">
        <p14:creationId xmlns:p14="http://schemas.microsoft.com/office/powerpoint/2010/main" val="1223354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7DECFB-171B-47A7-B53F-25D7D367A915}"/>
              </a:ext>
            </a:extLst>
          </p:cNvPr>
          <p:cNvSpPr>
            <a:spLocks noGrp="1"/>
          </p:cNvSpPr>
          <p:nvPr>
            <p:ph type="sldNum" sz="quarter" idx="11"/>
          </p:nvPr>
        </p:nvSpPr>
        <p:spPr/>
        <p:txBody>
          <a:bodyPr/>
          <a:lstStyle/>
          <a:p>
            <a:fld id="{E16BA917-7F09-4B8D-AF07-F52890C14046}" type="slidenum">
              <a:rPr lang="da-DK" smtClean="0"/>
              <a:pPr/>
              <a:t>47</a:t>
            </a:fld>
            <a:endParaRPr lang="da-DK"/>
          </a:p>
        </p:txBody>
      </p:sp>
      <p:sp>
        <p:nvSpPr>
          <p:cNvPr id="3" name="Text Placeholder 2">
            <a:extLst>
              <a:ext uri="{FF2B5EF4-FFF2-40B4-BE49-F238E27FC236}">
                <a16:creationId xmlns:a16="http://schemas.microsoft.com/office/drawing/2014/main" id="{6D5283C0-4264-49D8-BDAE-57152F6DB7FD}"/>
              </a:ext>
            </a:extLst>
          </p:cNvPr>
          <p:cNvSpPr>
            <a:spLocks noGrp="1"/>
          </p:cNvSpPr>
          <p:nvPr>
            <p:ph type="body" sz="quarter" idx="17"/>
          </p:nvPr>
        </p:nvSpPr>
        <p:spPr/>
        <p:txBody>
          <a:bodyPr/>
          <a:lstStyle/>
          <a:p>
            <a:endParaRPr lang="da-DK"/>
          </a:p>
        </p:txBody>
      </p:sp>
      <p:sp>
        <p:nvSpPr>
          <p:cNvPr id="4" name="Title 3">
            <a:extLst>
              <a:ext uri="{FF2B5EF4-FFF2-40B4-BE49-F238E27FC236}">
                <a16:creationId xmlns:a16="http://schemas.microsoft.com/office/drawing/2014/main" id="{49C1CBE1-2068-4502-8705-887407A4253C}"/>
              </a:ext>
            </a:extLst>
          </p:cNvPr>
          <p:cNvSpPr>
            <a:spLocks noGrp="1"/>
          </p:cNvSpPr>
          <p:nvPr>
            <p:ph type="title"/>
          </p:nvPr>
        </p:nvSpPr>
        <p:spPr/>
        <p:txBody>
          <a:bodyPr/>
          <a:lstStyle/>
          <a:p>
            <a:r>
              <a:rPr lang="en-GB"/>
              <a:t>Default </a:t>
            </a:r>
            <a:r>
              <a:rPr lang="en-US" sz="3200"/>
              <a:t>access modifiers</a:t>
            </a:r>
            <a:endParaRPr lang="da-DK"/>
          </a:p>
        </p:txBody>
      </p:sp>
      <p:sp>
        <p:nvSpPr>
          <p:cNvPr id="5" name="Content Placeholder 4">
            <a:extLst>
              <a:ext uri="{FF2B5EF4-FFF2-40B4-BE49-F238E27FC236}">
                <a16:creationId xmlns:a16="http://schemas.microsoft.com/office/drawing/2014/main" id="{B4AFB841-26B2-43E9-A802-295661D49EEA}"/>
              </a:ext>
            </a:extLst>
          </p:cNvPr>
          <p:cNvSpPr>
            <a:spLocks noGrp="1"/>
          </p:cNvSpPr>
          <p:nvPr>
            <p:ph sz="quarter" idx="19"/>
          </p:nvPr>
        </p:nvSpPr>
        <p:spPr/>
        <p:txBody>
          <a:bodyPr vert="horz" lIns="0" tIns="0" rIns="0" bIns="0" rtlCol="0" anchor="t">
            <a:noAutofit/>
          </a:bodyPr>
          <a:lstStyle/>
          <a:p>
            <a:r>
              <a:rPr lang="en-US" sz="2000" b="0" i="0">
                <a:solidFill>
                  <a:srgbClr val="212121"/>
                </a:solidFill>
                <a:effectLst/>
                <a:latin typeface="+mn-lt"/>
                <a:cs typeface="Calibri"/>
              </a:rPr>
              <a:t>Default access modifiers at Namespace level are </a:t>
            </a:r>
            <a:r>
              <a:rPr lang="da-DK" sz="1800">
                <a:solidFill>
                  <a:srgbClr val="0000FF"/>
                </a:solidFill>
                <a:latin typeface="Consolas" panose="020B0609020204030204" pitchFamily="49" charset="0"/>
              </a:rPr>
              <a:t>internal</a:t>
            </a:r>
            <a:r>
              <a:rPr lang="en-US" sz="2000" b="0" i="0">
                <a:solidFill>
                  <a:srgbClr val="212121"/>
                </a:solidFill>
                <a:effectLst/>
                <a:latin typeface="+mn-lt"/>
                <a:cs typeface="Calibri"/>
              </a:rPr>
              <a:t>. </a:t>
            </a:r>
            <a:r>
              <a:rPr lang="en-US" sz="2000" b="0" i="0">
                <a:solidFill>
                  <a:srgbClr val="171717"/>
                </a:solidFill>
                <a:effectLst/>
                <a:latin typeface="+mn-lt"/>
                <a:cs typeface="Calibri"/>
              </a:rPr>
              <a:t>Classes and structs </a:t>
            </a:r>
            <a:r>
              <a:rPr lang="en-US" sz="2000">
                <a:solidFill>
                  <a:srgbClr val="171717"/>
                </a:solidFill>
                <a:latin typeface="+mn-lt"/>
                <a:cs typeface="Calibri"/>
              </a:rPr>
              <a:t>are declared</a:t>
            </a:r>
            <a:r>
              <a:rPr lang="en-US" sz="2000" b="0" i="0">
                <a:solidFill>
                  <a:srgbClr val="171717"/>
                </a:solidFill>
                <a:effectLst/>
                <a:latin typeface="+mn-lt"/>
                <a:cs typeface="Calibri"/>
              </a:rPr>
              <a:t> directly within a namespace (in other words, </a:t>
            </a:r>
            <a:r>
              <a:rPr lang="en-US" sz="2000">
                <a:solidFill>
                  <a:srgbClr val="171717"/>
                </a:solidFill>
                <a:latin typeface="+mn-lt"/>
                <a:cs typeface="Calibri"/>
              </a:rPr>
              <a:t>they</a:t>
            </a:r>
            <a:r>
              <a:rPr lang="en-US" sz="2000" b="0" i="0">
                <a:solidFill>
                  <a:srgbClr val="171717"/>
                </a:solidFill>
                <a:effectLst/>
                <a:latin typeface="+mn-lt"/>
                <a:cs typeface="Calibri"/>
              </a:rPr>
              <a:t> aren't nested within other classes or structs) </a:t>
            </a:r>
          </a:p>
          <a:p>
            <a:r>
              <a:rPr lang="en-US" sz="2000" b="0" i="0">
                <a:solidFill>
                  <a:srgbClr val="212121"/>
                </a:solidFill>
                <a:effectLst/>
                <a:latin typeface="+mn-lt"/>
                <a:cs typeface="Calibri"/>
              </a:rPr>
              <a:t>Default access modifiers at Class level are </a:t>
            </a:r>
            <a:r>
              <a:rPr lang="da-DK" sz="1800">
                <a:solidFill>
                  <a:srgbClr val="0000FF"/>
                </a:solidFill>
                <a:latin typeface="Consolas" panose="020B0609020204030204" pitchFamily="49" charset="0"/>
              </a:rPr>
              <a:t>private</a:t>
            </a:r>
            <a:r>
              <a:rPr lang="en-US" sz="2000" b="0" i="0">
                <a:solidFill>
                  <a:srgbClr val="212121"/>
                </a:solidFill>
                <a:effectLst/>
                <a:latin typeface="+mn-lt"/>
                <a:cs typeface="Calibri"/>
              </a:rPr>
              <a:t>. </a:t>
            </a:r>
            <a:r>
              <a:rPr lang="en-US" sz="2000" b="0" i="0">
                <a:solidFill>
                  <a:srgbClr val="171717"/>
                </a:solidFill>
                <a:effectLst/>
                <a:latin typeface="+mn-lt"/>
                <a:cs typeface="Calibri"/>
              </a:rPr>
              <a:t>Class and struct members, including nested classes and structs.</a:t>
            </a:r>
            <a:endParaRPr lang="en-US" sz="2000" b="0" i="0">
              <a:solidFill>
                <a:srgbClr val="212121"/>
              </a:solidFill>
              <a:effectLst/>
              <a:latin typeface="+mn-lt"/>
              <a:cs typeface="Calibri"/>
            </a:endParaRPr>
          </a:p>
          <a:p>
            <a:r>
              <a:rPr lang="en-US" sz="2000" b="0" i="0">
                <a:solidFill>
                  <a:srgbClr val="212121"/>
                </a:solidFill>
                <a:effectLst/>
                <a:latin typeface="+mn-lt"/>
                <a:cs typeface="Calibri"/>
              </a:rPr>
              <a:t>Default access modifiers at function level are </a:t>
            </a:r>
            <a:r>
              <a:rPr lang="da-DK" sz="1800">
                <a:solidFill>
                  <a:srgbClr val="0000FF"/>
                </a:solidFill>
                <a:latin typeface="Consolas" panose="020B0609020204030204" pitchFamily="49" charset="0"/>
              </a:rPr>
              <a:t>private</a:t>
            </a:r>
            <a:r>
              <a:rPr lang="en-US" sz="2000" b="0" i="0">
                <a:solidFill>
                  <a:srgbClr val="212121"/>
                </a:solidFill>
                <a:effectLst/>
                <a:latin typeface="+mn-lt"/>
                <a:cs typeface="Calibri"/>
              </a:rPr>
              <a:t>; we are not allowed to use even private keywords explicitly.</a:t>
            </a:r>
          </a:p>
          <a:p>
            <a:endParaRPr lang="en-US" sz="2000">
              <a:solidFill>
                <a:srgbClr val="212121"/>
              </a:solidFill>
              <a:latin typeface="+mn-lt"/>
            </a:endParaRPr>
          </a:p>
          <a:p>
            <a:pPr marL="0" indent="0">
              <a:buNone/>
            </a:pPr>
            <a:r>
              <a:rPr lang="en-US" sz="2000">
                <a:solidFill>
                  <a:srgbClr val="212121"/>
                </a:solidFill>
                <a:latin typeface="+mn-lt"/>
                <a:cs typeface="Calibri"/>
                <a:hlinkClick r:id="rId3"/>
              </a:rPr>
              <a:t>Other types</a:t>
            </a:r>
            <a:endParaRPr lang="da-DK" sz="2000">
              <a:latin typeface="+mn-lt"/>
              <a:cs typeface="Calibri"/>
            </a:endParaRPr>
          </a:p>
        </p:txBody>
      </p:sp>
    </p:spTree>
    <p:extLst>
      <p:ext uri="{BB962C8B-B14F-4D97-AF65-F5344CB8AC3E}">
        <p14:creationId xmlns:p14="http://schemas.microsoft.com/office/powerpoint/2010/main" val="21723514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pPr marL="0" marR="0" lvl="0" indent="0" algn="l" defTabSz="609585" rtl="0" eaLnBrk="1" fontAlgn="base" latinLnBrk="0" hangingPunct="1">
              <a:lnSpc>
                <a:spcPct val="100000"/>
              </a:lnSpc>
              <a:spcBef>
                <a:spcPct val="0"/>
              </a:spcBef>
              <a:spcAft>
                <a:spcPct val="0"/>
              </a:spcAft>
              <a:buClrTx/>
              <a:buSzTx/>
              <a:buFontTx/>
              <a:buNone/>
              <a:tabLst/>
              <a:defRPr/>
            </a:pPr>
            <a:fld id="{E16BA917-7F09-4B8D-AF07-F52890C14046}" type="slidenum">
              <a:rPr kumimoji="0" lang="da-DK" sz="1000" b="0" i="0" u="none" strike="noStrike" kern="1200" cap="none" spc="0" normalizeH="0" baseline="0" noProof="0" smtClean="0">
                <a:ln>
                  <a:noFill/>
                </a:ln>
                <a:solidFill>
                  <a:srgbClr val="CCCCCC"/>
                </a:solidFill>
                <a:effectLst/>
                <a:uLnTx/>
                <a:uFillTx/>
                <a:latin typeface="Arial" panose="020B0604020202020204"/>
                <a:ea typeface="ＭＳ Ｐゴシック" charset="0"/>
              </a:rPr>
              <a:pPr marL="0" marR="0" lvl="0" indent="0" algn="l" defTabSz="609585" rtl="0" eaLnBrk="1" fontAlgn="base" latinLnBrk="0" hangingPunct="1">
                <a:lnSpc>
                  <a:spcPct val="100000"/>
                </a:lnSpc>
                <a:spcBef>
                  <a:spcPct val="0"/>
                </a:spcBef>
                <a:spcAft>
                  <a:spcPct val="0"/>
                </a:spcAft>
                <a:buClrTx/>
                <a:buSzTx/>
                <a:buFontTx/>
                <a:buNone/>
                <a:tabLst/>
                <a:defRPr/>
              </a:pPr>
              <a:t>48</a:t>
            </a:fld>
            <a:endParaRPr kumimoji="0" lang="da-DK" sz="1000" b="0" i="0" u="none" strike="noStrike" kern="1200" cap="none" spc="0" normalizeH="0" baseline="0" noProof="0">
              <a:ln>
                <a:noFill/>
              </a:ln>
              <a:solidFill>
                <a:srgbClr val="CCCCCC"/>
              </a:solidFill>
              <a:effectLst/>
              <a:uLnTx/>
              <a:uFillTx/>
              <a:latin typeface="Arial" panose="020B0604020202020204"/>
              <a:ea typeface="ＭＳ Ｐゴシック" charset="0"/>
            </a:endParaRPr>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Encapsulation</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buNone/>
            </a:pPr>
            <a:r>
              <a:rPr lang="en-US" sz="2400"/>
              <a:t>The following are the benefits of </a:t>
            </a:r>
            <a:r>
              <a:rPr lang="en-US" sz="2400">
                <a:solidFill>
                  <a:schemeClr val="accent2"/>
                </a:solidFill>
              </a:rPr>
              <a:t>encapsulation</a:t>
            </a:r>
            <a:r>
              <a:rPr lang="en-US" sz="2400"/>
              <a:t>:</a:t>
            </a:r>
          </a:p>
        </p:txBody>
      </p:sp>
      <p:sp>
        <p:nvSpPr>
          <p:cNvPr id="6" name="Rectangle: Rounded Corners 5">
            <a:extLst>
              <a:ext uri="{FF2B5EF4-FFF2-40B4-BE49-F238E27FC236}">
                <a16:creationId xmlns:a16="http://schemas.microsoft.com/office/drawing/2014/main" id="{E798467D-F892-4784-861A-B20E8AD3C7E4}"/>
              </a:ext>
            </a:extLst>
          </p:cNvPr>
          <p:cNvSpPr/>
          <p:nvPr/>
        </p:nvSpPr>
        <p:spPr>
          <a:xfrm rot="2851478">
            <a:off x="2943552" y="2368986"/>
            <a:ext cx="1863004" cy="1806753"/>
          </a:xfrm>
          <a:prstGeom prst="roundRect">
            <a:avLst/>
          </a:prstGeom>
          <a:solidFill>
            <a:schemeClr val="accent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466DD7A2-5098-4A37-A74D-4620B7DC26A3}"/>
              </a:ext>
            </a:extLst>
          </p:cNvPr>
          <p:cNvSpPr txBox="1"/>
          <p:nvPr/>
        </p:nvSpPr>
        <p:spPr>
          <a:xfrm>
            <a:off x="3036037" y="2932025"/>
            <a:ext cx="1676400" cy="533400"/>
          </a:xfrm>
          <a:prstGeom prst="rect">
            <a:avLst/>
          </a:prstGeom>
          <a:noFill/>
        </p:spPr>
        <p:txBody>
          <a:bodyPr wrap="square" lIns="0" tIns="0" rIns="0" bIns="0" rtlCol="0">
            <a:noAutofit/>
          </a:bodyPr>
          <a:lstStyle/>
          <a:p>
            <a:pPr marL="0" marR="0" lvl="0" indent="0" algn="ctr" defTabSz="179388" rtl="0" eaLnBrk="1" fontAlgn="base" latinLnBrk="0" hangingPunct="1">
              <a:lnSpc>
                <a:spcPct val="100000"/>
              </a:lnSpc>
              <a:spcBef>
                <a:spcPct val="0"/>
              </a:spcBef>
              <a:spcAft>
                <a:spcPct val="0"/>
              </a:spcAft>
              <a:buClr>
                <a:srgbClr val="00DEE6"/>
              </a:buClr>
              <a:buSzTx/>
              <a:buFont typeface="Arial" panose="020B0604020202020204" pitchFamily="34" charset="0"/>
              <a:buNone/>
              <a:tabLst/>
              <a:defRPr/>
            </a:pPr>
            <a:r>
              <a:rPr kumimoji="0" lang="en-US" sz="1800" b="1" i="0" u="none" strike="noStrike" kern="1200" cap="none" spc="0" normalizeH="0" baseline="0" noProof="0">
                <a:ln>
                  <a:noFill/>
                </a:ln>
                <a:solidFill>
                  <a:prstClr val="white"/>
                </a:solidFill>
                <a:effectLst/>
                <a:uLnTx/>
                <a:uFillTx/>
                <a:latin typeface="Arial" panose="020B0604020202020204"/>
                <a:ea typeface="ＭＳ Ｐゴシック" charset="0"/>
              </a:rPr>
              <a:t>Reduces complexity</a:t>
            </a:r>
          </a:p>
        </p:txBody>
      </p:sp>
      <p:sp>
        <p:nvSpPr>
          <p:cNvPr id="9" name="Rectangle: Rounded Corners 8">
            <a:extLst>
              <a:ext uri="{FF2B5EF4-FFF2-40B4-BE49-F238E27FC236}">
                <a16:creationId xmlns:a16="http://schemas.microsoft.com/office/drawing/2014/main" id="{EF27C592-D84D-4517-AE10-25A43431FACF}"/>
              </a:ext>
            </a:extLst>
          </p:cNvPr>
          <p:cNvSpPr/>
          <p:nvPr/>
        </p:nvSpPr>
        <p:spPr>
          <a:xfrm rot="2851478">
            <a:off x="5076255" y="4333785"/>
            <a:ext cx="1863004" cy="1806753"/>
          </a:xfrm>
          <a:prstGeom prst="roundRect">
            <a:avLst/>
          </a:prstGeom>
          <a:solidFill>
            <a:srgbClr val="FFC00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4F9A1576-F12E-420F-82B4-476D7B4AA93D}"/>
              </a:ext>
            </a:extLst>
          </p:cNvPr>
          <p:cNvSpPr txBox="1"/>
          <p:nvPr/>
        </p:nvSpPr>
        <p:spPr>
          <a:xfrm>
            <a:off x="5168740" y="4896824"/>
            <a:ext cx="1676400" cy="533400"/>
          </a:xfrm>
          <a:prstGeom prst="rect">
            <a:avLst/>
          </a:prstGeom>
          <a:noFill/>
        </p:spPr>
        <p:txBody>
          <a:bodyPr wrap="square" lIns="0" tIns="0" rIns="0" bIns="0" rtlCol="0">
            <a:noAutofit/>
          </a:bodyPr>
          <a:lstStyle/>
          <a:p>
            <a:pPr marL="0" marR="0" lvl="0" indent="0" algn="ctr" defTabSz="179388" rtl="0" eaLnBrk="1" fontAlgn="base" latinLnBrk="0" hangingPunct="1">
              <a:lnSpc>
                <a:spcPct val="100000"/>
              </a:lnSpc>
              <a:spcBef>
                <a:spcPct val="0"/>
              </a:spcBef>
              <a:spcAft>
                <a:spcPct val="0"/>
              </a:spcAft>
              <a:buClr>
                <a:srgbClr val="00DEE6"/>
              </a:buClr>
              <a:buSzTx/>
              <a:buFont typeface="Arial" panose="020B0604020202020204" pitchFamily="34" charset="0"/>
              <a:buNone/>
              <a:tabLst/>
              <a:defRPr/>
            </a:pPr>
            <a:r>
              <a:rPr kumimoji="0" lang="en-US" sz="1800" b="1" i="0" u="none" strike="noStrike" kern="1200" cap="none" spc="0" normalizeH="0" baseline="0" noProof="0">
                <a:ln>
                  <a:noFill/>
                </a:ln>
                <a:solidFill>
                  <a:prstClr val="white"/>
                </a:solidFill>
                <a:effectLst/>
                <a:uLnTx/>
                <a:uFillTx/>
                <a:latin typeface="Arial" panose="020B0604020202020204"/>
                <a:ea typeface="ＭＳ Ｐゴシック" charset="0"/>
              </a:rPr>
              <a:t>Easier maintenance</a:t>
            </a:r>
          </a:p>
        </p:txBody>
      </p:sp>
      <p:sp>
        <p:nvSpPr>
          <p:cNvPr id="11" name="Rectangle: Rounded Corners 10">
            <a:extLst>
              <a:ext uri="{FF2B5EF4-FFF2-40B4-BE49-F238E27FC236}">
                <a16:creationId xmlns:a16="http://schemas.microsoft.com/office/drawing/2014/main" id="{423DDA59-6386-4926-9FC5-02F5A1945101}"/>
              </a:ext>
            </a:extLst>
          </p:cNvPr>
          <p:cNvSpPr/>
          <p:nvPr/>
        </p:nvSpPr>
        <p:spPr>
          <a:xfrm rot="2851478">
            <a:off x="7208958" y="2485357"/>
            <a:ext cx="1863004" cy="1806753"/>
          </a:xfrm>
          <a:prstGeom prst="roundRect">
            <a:avLst/>
          </a:prstGeom>
          <a:solidFill>
            <a:srgbClr val="FF000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177B74A2-0EC0-4DEC-9135-BA4C4A44BBBA}"/>
              </a:ext>
            </a:extLst>
          </p:cNvPr>
          <p:cNvSpPr txBox="1"/>
          <p:nvPr/>
        </p:nvSpPr>
        <p:spPr>
          <a:xfrm>
            <a:off x="7301443" y="3048396"/>
            <a:ext cx="1676400" cy="533400"/>
          </a:xfrm>
          <a:prstGeom prst="rect">
            <a:avLst/>
          </a:prstGeom>
          <a:noFill/>
        </p:spPr>
        <p:txBody>
          <a:bodyPr wrap="square" lIns="0" tIns="0" rIns="0" bIns="0" rtlCol="0">
            <a:noAutofit/>
          </a:bodyPr>
          <a:lstStyle/>
          <a:p>
            <a:pPr marL="0" marR="0" lvl="0" indent="0" algn="ctr" defTabSz="179388" rtl="0" eaLnBrk="1" fontAlgn="base" latinLnBrk="0" hangingPunct="1">
              <a:lnSpc>
                <a:spcPct val="100000"/>
              </a:lnSpc>
              <a:spcBef>
                <a:spcPct val="0"/>
              </a:spcBef>
              <a:spcAft>
                <a:spcPct val="0"/>
              </a:spcAft>
              <a:buClr>
                <a:srgbClr val="00DEE6"/>
              </a:buClr>
              <a:buSzTx/>
              <a:buFont typeface="Arial" panose="020B0604020202020204" pitchFamily="34" charset="0"/>
              <a:buNone/>
              <a:tabLst/>
              <a:defRPr/>
            </a:pPr>
            <a:r>
              <a:rPr kumimoji="0" lang="en-US" sz="1800" b="1" i="0" u="none" strike="noStrike" kern="1200" cap="none" spc="0" normalizeH="0" baseline="0" noProof="0">
                <a:ln>
                  <a:noFill/>
                </a:ln>
                <a:solidFill>
                  <a:prstClr val="white"/>
                </a:solidFill>
                <a:effectLst/>
                <a:uLnTx/>
                <a:uFillTx/>
                <a:latin typeface="Arial" panose="020B0604020202020204"/>
                <a:ea typeface="ＭＳ Ｐゴシック" charset="0"/>
              </a:rPr>
              <a:t>Structural changes remain local</a:t>
            </a:r>
          </a:p>
        </p:txBody>
      </p:sp>
      <p:cxnSp>
        <p:nvCxnSpPr>
          <p:cNvPr id="15" name="Straight Connector 14">
            <a:extLst>
              <a:ext uri="{FF2B5EF4-FFF2-40B4-BE49-F238E27FC236}">
                <a16:creationId xmlns:a16="http://schemas.microsoft.com/office/drawing/2014/main" id="{89B58931-94D5-4BFA-8D61-20145AB64B1D}"/>
              </a:ext>
            </a:extLst>
          </p:cNvPr>
          <p:cNvCxnSpPr/>
          <p:nvPr/>
        </p:nvCxnSpPr>
        <p:spPr>
          <a:xfrm flipV="1">
            <a:off x="4394200" y="3716867"/>
            <a:ext cx="1075267" cy="1032933"/>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Straight Connector 16">
            <a:extLst>
              <a:ext uri="{FF2B5EF4-FFF2-40B4-BE49-F238E27FC236}">
                <a16:creationId xmlns:a16="http://schemas.microsoft.com/office/drawing/2014/main" id="{7489966F-3DD0-408B-B481-272260A83073}"/>
              </a:ext>
            </a:extLst>
          </p:cNvPr>
          <p:cNvCxnSpPr/>
          <p:nvPr/>
        </p:nvCxnSpPr>
        <p:spPr>
          <a:xfrm>
            <a:off x="6485467" y="3716867"/>
            <a:ext cx="1049866" cy="1179957"/>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18" name="Straight Connector 17">
            <a:extLst>
              <a:ext uri="{FF2B5EF4-FFF2-40B4-BE49-F238E27FC236}">
                <a16:creationId xmlns:a16="http://schemas.microsoft.com/office/drawing/2014/main" id="{CD328B4B-2C38-4890-BEEC-313BA86746C6}"/>
              </a:ext>
            </a:extLst>
          </p:cNvPr>
          <p:cNvCxnSpPr>
            <a:cxnSpLocks/>
          </p:cNvCxnSpPr>
          <p:nvPr/>
        </p:nvCxnSpPr>
        <p:spPr>
          <a:xfrm flipV="1">
            <a:off x="8681926" y="3860352"/>
            <a:ext cx="1123830" cy="1058263"/>
          </a:xfrm>
          <a:prstGeom prst="line">
            <a:avLst/>
          </a:prstGeom>
          <a:ln>
            <a:solidFill>
              <a:srgbClr val="FFC000"/>
            </a:solidFill>
          </a:ln>
        </p:spPr>
        <p:style>
          <a:lnRef idx="3">
            <a:schemeClr val="accent2"/>
          </a:lnRef>
          <a:fillRef idx="0">
            <a:schemeClr val="accent2"/>
          </a:fillRef>
          <a:effectRef idx="2">
            <a:schemeClr val="accent2"/>
          </a:effectRef>
          <a:fontRef idx="minor">
            <a:schemeClr val="tx1"/>
          </a:fontRef>
        </p:style>
      </p:cxnSp>
      <p:cxnSp>
        <p:nvCxnSpPr>
          <p:cNvPr id="20" name="Straight Connector 19">
            <a:extLst>
              <a:ext uri="{FF2B5EF4-FFF2-40B4-BE49-F238E27FC236}">
                <a16:creationId xmlns:a16="http://schemas.microsoft.com/office/drawing/2014/main" id="{691A4FA5-7BC4-4ED5-85A5-0A5A838CAE7B}"/>
              </a:ext>
            </a:extLst>
          </p:cNvPr>
          <p:cNvCxnSpPr>
            <a:cxnSpLocks/>
          </p:cNvCxnSpPr>
          <p:nvPr/>
        </p:nvCxnSpPr>
        <p:spPr>
          <a:xfrm flipH="1" flipV="1">
            <a:off x="2322607" y="3618983"/>
            <a:ext cx="1008873" cy="1076173"/>
          </a:xfrm>
          <a:prstGeom prst="line">
            <a:avLst/>
          </a:prstGeom>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1762170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A34E7-6090-40DA-80CC-A60FC2DA8745}"/>
              </a:ext>
            </a:extLst>
          </p:cNvPr>
          <p:cNvSpPr>
            <a:spLocks noGrp="1"/>
          </p:cNvSpPr>
          <p:nvPr>
            <p:ph type="sldNum" sz="quarter" idx="11"/>
          </p:nvPr>
        </p:nvSpPr>
        <p:spPr/>
        <p:txBody>
          <a:bodyPr/>
          <a:lstStyle/>
          <a:p>
            <a:fld id="{E16BA917-7F09-4B8D-AF07-F52890C14046}" type="slidenum">
              <a:rPr lang="da-DK" smtClean="0"/>
              <a:pPr/>
              <a:t>49</a:t>
            </a:fld>
            <a:endParaRPr lang="da-DK"/>
          </a:p>
        </p:txBody>
      </p:sp>
      <p:sp>
        <p:nvSpPr>
          <p:cNvPr id="3" name="Text Placeholder 2">
            <a:extLst>
              <a:ext uri="{FF2B5EF4-FFF2-40B4-BE49-F238E27FC236}">
                <a16:creationId xmlns:a16="http://schemas.microsoft.com/office/drawing/2014/main" id="{B038102E-CC1C-47E1-A905-5C5176EE389D}"/>
              </a:ext>
            </a:extLst>
          </p:cNvPr>
          <p:cNvSpPr>
            <a:spLocks noGrp="1"/>
          </p:cNvSpPr>
          <p:nvPr>
            <p:ph type="body" sz="quarter" idx="17"/>
          </p:nvPr>
        </p:nvSpPr>
        <p:spPr/>
        <p:txBody>
          <a:bodyPr/>
          <a:lstStyle/>
          <a:p>
            <a:r>
              <a:rPr lang="en-GB"/>
              <a:t>Demo 4</a:t>
            </a:r>
            <a:endParaRPr lang="da-DK"/>
          </a:p>
        </p:txBody>
      </p:sp>
      <p:sp>
        <p:nvSpPr>
          <p:cNvPr id="4" name="Title 3">
            <a:extLst>
              <a:ext uri="{FF2B5EF4-FFF2-40B4-BE49-F238E27FC236}">
                <a16:creationId xmlns:a16="http://schemas.microsoft.com/office/drawing/2014/main" id="{A3975B8B-FD81-4D1A-9828-D3867561D80D}"/>
              </a:ext>
            </a:extLst>
          </p:cNvPr>
          <p:cNvSpPr>
            <a:spLocks noGrp="1"/>
          </p:cNvSpPr>
          <p:nvPr>
            <p:ph type="title"/>
          </p:nvPr>
        </p:nvSpPr>
        <p:spPr/>
        <p:txBody>
          <a:bodyPr/>
          <a:lstStyle/>
          <a:p>
            <a:r>
              <a:rPr lang="en-GB"/>
              <a:t>Live demo	</a:t>
            </a:r>
            <a:endParaRPr lang="da-DK"/>
          </a:p>
        </p:txBody>
      </p:sp>
      <p:pic>
        <p:nvPicPr>
          <p:cNvPr id="7" name="Picture 6">
            <a:extLst>
              <a:ext uri="{FF2B5EF4-FFF2-40B4-BE49-F238E27FC236}">
                <a16:creationId xmlns:a16="http://schemas.microsoft.com/office/drawing/2014/main" id="{0D7E6573-3811-4F33-B0F6-54CCA25E54C9}"/>
              </a:ext>
            </a:extLst>
          </p:cNvPr>
          <p:cNvPicPr>
            <a:picLocks noChangeAspect="1"/>
          </p:cNvPicPr>
          <p:nvPr/>
        </p:nvPicPr>
        <p:blipFill>
          <a:blip r:embed="rId3"/>
          <a:stretch>
            <a:fillRect/>
          </a:stretch>
        </p:blipFill>
        <p:spPr>
          <a:xfrm>
            <a:off x="1456660" y="2434873"/>
            <a:ext cx="3756606" cy="3367125"/>
          </a:xfrm>
          <a:prstGeom prst="rect">
            <a:avLst/>
          </a:prstGeom>
        </p:spPr>
      </p:pic>
      <p:pic>
        <p:nvPicPr>
          <p:cNvPr id="9" name="Picture 8">
            <a:extLst>
              <a:ext uri="{FF2B5EF4-FFF2-40B4-BE49-F238E27FC236}">
                <a16:creationId xmlns:a16="http://schemas.microsoft.com/office/drawing/2014/main" id="{9D777FBD-E1C0-46BE-B83F-13934CA4D677}"/>
              </a:ext>
            </a:extLst>
          </p:cNvPr>
          <p:cNvPicPr>
            <a:picLocks noChangeAspect="1"/>
          </p:cNvPicPr>
          <p:nvPr/>
        </p:nvPicPr>
        <p:blipFill>
          <a:blip r:embed="rId4"/>
          <a:stretch>
            <a:fillRect/>
          </a:stretch>
        </p:blipFill>
        <p:spPr>
          <a:xfrm>
            <a:off x="6978735" y="2434873"/>
            <a:ext cx="3243560" cy="3367125"/>
          </a:xfrm>
          <a:prstGeom prst="rect">
            <a:avLst/>
          </a:prstGeom>
        </p:spPr>
      </p:pic>
    </p:spTree>
    <p:extLst>
      <p:ext uri="{BB962C8B-B14F-4D97-AF65-F5344CB8AC3E}">
        <p14:creationId xmlns:p14="http://schemas.microsoft.com/office/powerpoint/2010/main" val="2320873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A34E7-6090-40DA-80CC-A60FC2DA8745}"/>
              </a:ext>
            </a:extLst>
          </p:cNvPr>
          <p:cNvSpPr>
            <a:spLocks noGrp="1"/>
          </p:cNvSpPr>
          <p:nvPr>
            <p:ph type="sldNum" sz="quarter" idx="11"/>
          </p:nvPr>
        </p:nvSpPr>
        <p:spPr/>
        <p:txBody>
          <a:bodyPr/>
          <a:lstStyle/>
          <a:p>
            <a:fld id="{E16BA917-7F09-4B8D-AF07-F52890C14046}" type="slidenum">
              <a:rPr lang="da-DK" smtClean="0"/>
              <a:pPr/>
              <a:t>50</a:t>
            </a:fld>
            <a:endParaRPr lang="da-DK"/>
          </a:p>
        </p:txBody>
      </p:sp>
      <p:sp>
        <p:nvSpPr>
          <p:cNvPr id="3" name="Text Placeholder 2">
            <a:extLst>
              <a:ext uri="{FF2B5EF4-FFF2-40B4-BE49-F238E27FC236}">
                <a16:creationId xmlns:a16="http://schemas.microsoft.com/office/drawing/2014/main" id="{B038102E-CC1C-47E1-A905-5C5176EE389D}"/>
              </a:ext>
            </a:extLst>
          </p:cNvPr>
          <p:cNvSpPr>
            <a:spLocks noGrp="1"/>
          </p:cNvSpPr>
          <p:nvPr>
            <p:ph type="body" sz="quarter" idx="17"/>
          </p:nvPr>
        </p:nvSpPr>
        <p:spPr/>
        <p:txBody>
          <a:bodyPr/>
          <a:lstStyle/>
          <a:p>
            <a:r>
              <a:rPr lang="en-GB"/>
              <a:t>Demo 4</a:t>
            </a:r>
            <a:endParaRPr lang="da-DK"/>
          </a:p>
        </p:txBody>
      </p:sp>
      <p:sp>
        <p:nvSpPr>
          <p:cNvPr id="4" name="Title 3">
            <a:extLst>
              <a:ext uri="{FF2B5EF4-FFF2-40B4-BE49-F238E27FC236}">
                <a16:creationId xmlns:a16="http://schemas.microsoft.com/office/drawing/2014/main" id="{A3975B8B-FD81-4D1A-9828-D3867561D80D}"/>
              </a:ext>
            </a:extLst>
          </p:cNvPr>
          <p:cNvSpPr>
            <a:spLocks noGrp="1"/>
          </p:cNvSpPr>
          <p:nvPr>
            <p:ph type="title"/>
          </p:nvPr>
        </p:nvSpPr>
        <p:spPr/>
        <p:txBody>
          <a:bodyPr/>
          <a:lstStyle/>
          <a:p>
            <a:r>
              <a:rPr lang="en-GB"/>
              <a:t>Live demo	</a:t>
            </a:r>
            <a:endParaRPr lang="da-DK"/>
          </a:p>
        </p:txBody>
      </p:sp>
      <p:pic>
        <p:nvPicPr>
          <p:cNvPr id="9" name="Picture 8">
            <a:extLst>
              <a:ext uri="{FF2B5EF4-FFF2-40B4-BE49-F238E27FC236}">
                <a16:creationId xmlns:a16="http://schemas.microsoft.com/office/drawing/2014/main" id="{AE754B07-B1CB-4CE7-AE61-4B547683E0AB}"/>
              </a:ext>
            </a:extLst>
          </p:cNvPr>
          <p:cNvPicPr>
            <a:picLocks noChangeAspect="1"/>
          </p:cNvPicPr>
          <p:nvPr/>
        </p:nvPicPr>
        <p:blipFill>
          <a:blip r:embed="rId3"/>
          <a:stretch>
            <a:fillRect/>
          </a:stretch>
        </p:blipFill>
        <p:spPr>
          <a:xfrm>
            <a:off x="1045344" y="3108102"/>
            <a:ext cx="10101311" cy="1598557"/>
          </a:xfrm>
          <a:prstGeom prst="rect">
            <a:avLst/>
          </a:prstGeom>
        </p:spPr>
      </p:pic>
    </p:spTree>
    <p:extLst>
      <p:ext uri="{BB962C8B-B14F-4D97-AF65-F5344CB8AC3E}">
        <p14:creationId xmlns:p14="http://schemas.microsoft.com/office/powerpoint/2010/main" val="13731810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A34E7-6090-40DA-80CC-A60FC2DA8745}"/>
              </a:ext>
            </a:extLst>
          </p:cNvPr>
          <p:cNvSpPr>
            <a:spLocks noGrp="1"/>
          </p:cNvSpPr>
          <p:nvPr>
            <p:ph type="sldNum" sz="quarter" idx="11"/>
          </p:nvPr>
        </p:nvSpPr>
        <p:spPr/>
        <p:txBody>
          <a:bodyPr/>
          <a:lstStyle/>
          <a:p>
            <a:fld id="{E16BA917-7F09-4B8D-AF07-F52890C14046}" type="slidenum">
              <a:rPr lang="da-DK" smtClean="0"/>
              <a:pPr/>
              <a:t>51</a:t>
            </a:fld>
            <a:endParaRPr lang="da-DK"/>
          </a:p>
        </p:txBody>
      </p:sp>
      <p:sp>
        <p:nvSpPr>
          <p:cNvPr id="3" name="Text Placeholder 2">
            <a:extLst>
              <a:ext uri="{FF2B5EF4-FFF2-40B4-BE49-F238E27FC236}">
                <a16:creationId xmlns:a16="http://schemas.microsoft.com/office/drawing/2014/main" id="{B038102E-CC1C-47E1-A905-5C5176EE389D}"/>
              </a:ext>
            </a:extLst>
          </p:cNvPr>
          <p:cNvSpPr>
            <a:spLocks noGrp="1"/>
          </p:cNvSpPr>
          <p:nvPr>
            <p:ph type="body" sz="quarter" idx="17"/>
          </p:nvPr>
        </p:nvSpPr>
        <p:spPr/>
        <p:txBody>
          <a:bodyPr/>
          <a:lstStyle/>
          <a:p>
            <a:r>
              <a:rPr lang="en-GB"/>
              <a:t>Demo 4</a:t>
            </a:r>
            <a:endParaRPr lang="da-DK"/>
          </a:p>
        </p:txBody>
      </p:sp>
      <p:sp>
        <p:nvSpPr>
          <p:cNvPr id="4" name="Title 3">
            <a:extLst>
              <a:ext uri="{FF2B5EF4-FFF2-40B4-BE49-F238E27FC236}">
                <a16:creationId xmlns:a16="http://schemas.microsoft.com/office/drawing/2014/main" id="{A3975B8B-FD81-4D1A-9828-D3867561D80D}"/>
              </a:ext>
            </a:extLst>
          </p:cNvPr>
          <p:cNvSpPr>
            <a:spLocks noGrp="1"/>
          </p:cNvSpPr>
          <p:nvPr>
            <p:ph type="title"/>
          </p:nvPr>
        </p:nvSpPr>
        <p:spPr/>
        <p:txBody>
          <a:bodyPr/>
          <a:lstStyle/>
          <a:p>
            <a:r>
              <a:rPr lang="en-GB"/>
              <a:t>Live demo	</a:t>
            </a:r>
            <a:endParaRPr lang="da-DK"/>
          </a:p>
        </p:txBody>
      </p:sp>
      <p:sp>
        <p:nvSpPr>
          <p:cNvPr id="5" name="Content Placeholder 4">
            <a:extLst>
              <a:ext uri="{FF2B5EF4-FFF2-40B4-BE49-F238E27FC236}">
                <a16:creationId xmlns:a16="http://schemas.microsoft.com/office/drawing/2014/main" id="{7936CEF9-491B-4E1F-9D20-D3AD2891F9B5}"/>
              </a:ext>
            </a:extLst>
          </p:cNvPr>
          <p:cNvSpPr>
            <a:spLocks noGrp="1"/>
          </p:cNvSpPr>
          <p:nvPr>
            <p:ph sz="quarter" idx="19"/>
          </p:nvPr>
        </p:nvSpPr>
        <p:spPr>
          <a:xfrm>
            <a:off x="672001" y="1620838"/>
            <a:ext cx="10855897" cy="4568825"/>
          </a:xfrm>
        </p:spPr>
        <p:txBody>
          <a:bodyPr/>
          <a:lstStyle/>
          <a:p>
            <a:pPr marL="0" indent="0">
              <a:spcBef>
                <a:spcPts val="0"/>
              </a:spcBef>
              <a:spcAft>
                <a:spcPts val="0"/>
              </a:spcAft>
              <a:buNone/>
            </a:pPr>
            <a:r>
              <a:rPr lang="da-DK" sz="1400">
                <a:solidFill>
                  <a:srgbClr val="000000"/>
                </a:solidFill>
                <a:latin typeface="Consolas" panose="020B0609020204030204" pitchFamily="49" charset="0"/>
              </a:rPr>
              <a:t> </a:t>
            </a:r>
            <a:r>
              <a:rPr lang="da-DK" sz="1400">
                <a:solidFill>
                  <a:srgbClr val="0000FF"/>
                </a:solidFill>
                <a:highlight>
                  <a:srgbClr val="FFFF00"/>
                </a:highlight>
                <a:latin typeface="Consolas" panose="020B0609020204030204" pitchFamily="49" charset="0"/>
              </a:rPr>
              <a:t>public</a:t>
            </a:r>
            <a:r>
              <a:rPr lang="da-DK" sz="1400">
                <a:solidFill>
                  <a:srgbClr val="000000"/>
                </a:solidFill>
                <a:highlight>
                  <a:srgbClr val="FFFF00"/>
                </a:highlight>
                <a:latin typeface="Consolas" panose="020B0609020204030204" pitchFamily="49" charset="0"/>
              </a:rPr>
              <a:t> </a:t>
            </a:r>
            <a:r>
              <a:rPr lang="da-DK" sz="1400">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a:solidFill>
                  <a:srgbClr val="2B91AF"/>
                </a:solidFill>
                <a:latin typeface="Consolas" panose="020B0609020204030204" pitchFamily="49" charset="0"/>
              </a:rPr>
              <a:t>Mail</a:t>
            </a:r>
            <a:r>
              <a:rPr lang="da-DK" sz="1400">
                <a:solidFill>
                  <a:srgbClr val="000000"/>
                </a:solidFill>
                <a:latin typeface="Consolas" panose="020B0609020204030204" pitchFamily="49" charset="0"/>
              </a:rPr>
              <a:t> {</a:t>
            </a:r>
          </a:p>
          <a:p>
            <a:pPr marL="0" indent="0">
              <a:spcBef>
                <a:spcPts val="0"/>
              </a:spcBef>
              <a:spcAft>
                <a:spcPts val="0"/>
              </a:spcAft>
              <a:buNone/>
            </a:pP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internal</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Recipient;</a:t>
            </a:r>
          </a:p>
          <a:p>
            <a:pPr marL="0" indent="0">
              <a:spcBef>
                <a:spcPts val="0"/>
              </a:spcBef>
              <a:spcAft>
                <a:spcPts val="0"/>
              </a:spcAft>
              <a:buNone/>
            </a:pP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internal</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Title;</a:t>
            </a:r>
          </a:p>
          <a:p>
            <a:pPr marL="0" indent="0">
              <a:spcBef>
                <a:spcPts val="0"/>
              </a:spcBef>
              <a:spcAft>
                <a:spcPts val="0"/>
              </a:spcAft>
              <a:buNone/>
            </a:pP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internal</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Body;</a:t>
            </a:r>
          </a:p>
          <a:p>
            <a:pPr marL="0" indent="0">
              <a:spcBef>
                <a:spcPts val="0"/>
              </a:spcBef>
              <a:spcAft>
                <a:spcPts val="0"/>
              </a:spcAft>
              <a:buNone/>
            </a:pP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internal</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Signature;</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Mail(</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recipient,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title,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body,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signature) {…</a:t>
            </a:r>
            <a:r>
              <a:rPr lang="da-DK" sz="1400">
                <a:solidFill>
                  <a:srgbClr val="000000"/>
                </a:solidFill>
                <a:latin typeface="Consolas" panose="020B0609020204030204" pitchFamily="49" charset="0"/>
              </a:rPr>
              <a:t>}</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void</a:t>
            </a:r>
            <a:r>
              <a:rPr lang="da-DK" sz="1400">
                <a:solidFill>
                  <a:srgbClr val="000000"/>
                </a:solidFill>
                <a:latin typeface="Consolas" panose="020B0609020204030204" pitchFamily="49" charset="0"/>
              </a:rPr>
              <a:t> Send() {…}</a:t>
            </a:r>
          </a:p>
          <a:p>
            <a:pPr marL="0" indent="0">
              <a:spcBef>
                <a:spcPts val="0"/>
              </a:spcBef>
              <a:spcAft>
                <a:spcPts val="0"/>
              </a:spcAft>
              <a:buNone/>
            </a:pPr>
            <a:r>
              <a:rPr lang="da-DK" sz="1400">
                <a:solidFill>
                  <a:srgbClr val="000000"/>
                </a:solidFill>
                <a:latin typeface="Consolas" panose="020B0609020204030204" pitchFamily="49" charset="0"/>
              </a:rPr>
              <a:t>    }</a:t>
            </a:r>
            <a:endParaRPr lang="da-DK" sz="1400"/>
          </a:p>
        </p:txBody>
      </p:sp>
    </p:spTree>
    <p:extLst>
      <p:ext uri="{BB962C8B-B14F-4D97-AF65-F5344CB8AC3E}">
        <p14:creationId xmlns:p14="http://schemas.microsoft.com/office/powerpoint/2010/main" val="10364182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A34E7-6090-40DA-80CC-A60FC2DA8745}"/>
              </a:ext>
            </a:extLst>
          </p:cNvPr>
          <p:cNvSpPr>
            <a:spLocks noGrp="1"/>
          </p:cNvSpPr>
          <p:nvPr>
            <p:ph type="sldNum" sz="quarter" idx="11"/>
          </p:nvPr>
        </p:nvSpPr>
        <p:spPr/>
        <p:txBody>
          <a:bodyPr/>
          <a:lstStyle/>
          <a:p>
            <a:fld id="{E16BA917-7F09-4B8D-AF07-F52890C14046}" type="slidenum">
              <a:rPr lang="da-DK" smtClean="0"/>
              <a:pPr/>
              <a:t>52</a:t>
            </a:fld>
            <a:endParaRPr lang="da-DK"/>
          </a:p>
        </p:txBody>
      </p:sp>
      <p:sp>
        <p:nvSpPr>
          <p:cNvPr id="3" name="Text Placeholder 2">
            <a:extLst>
              <a:ext uri="{FF2B5EF4-FFF2-40B4-BE49-F238E27FC236}">
                <a16:creationId xmlns:a16="http://schemas.microsoft.com/office/drawing/2014/main" id="{B038102E-CC1C-47E1-A905-5C5176EE389D}"/>
              </a:ext>
            </a:extLst>
          </p:cNvPr>
          <p:cNvSpPr>
            <a:spLocks noGrp="1"/>
          </p:cNvSpPr>
          <p:nvPr>
            <p:ph type="body" sz="quarter" idx="17"/>
          </p:nvPr>
        </p:nvSpPr>
        <p:spPr/>
        <p:txBody>
          <a:bodyPr/>
          <a:lstStyle/>
          <a:p>
            <a:r>
              <a:rPr lang="en-GB"/>
              <a:t>Demo 4</a:t>
            </a:r>
            <a:endParaRPr lang="da-DK"/>
          </a:p>
        </p:txBody>
      </p:sp>
      <p:sp>
        <p:nvSpPr>
          <p:cNvPr id="4" name="Title 3">
            <a:extLst>
              <a:ext uri="{FF2B5EF4-FFF2-40B4-BE49-F238E27FC236}">
                <a16:creationId xmlns:a16="http://schemas.microsoft.com/office/drawing/2014/main" id="{A3975B8B-FD81-4D1A-9828-D3867561D80D}"/>
              </a:ext>
            </a:extLst>
          </p:cNvPr>
          <p:cNvSpPr>
            <a:spLocks noGrp="1"/>
          </p:cNvSpPr>
          <p:nvPr>
            <p:ph type="title"/>
          </p:nvPr>
        </p:nvSpPr>
        <p:spPr/>
        <p:txBody>
          <a:bodyPr/>
          <a:lstStyle/>
          <a:p>
            <a:r>
              <a:rPr lang="en-GB"/>
              <a:t>Live demo	</a:t>
            </a:r>
            <a:endParaRPr lang="da-DK"/>
          </a:p>
        </p:txBody>
      </p:sp>
      <p:pic>
        <p:nvPicPr>
          <p:cNvPr id="7" name="Content Placeholder 6">
            <a:extLst>
              <a:ext uri="{FF2B5EF4-FFF2-40B4-BE49-F238E27FC236}">
                <a16:creationId xmlns:a16="http://schemas.microsoft.com/office/drawing/2014/main" id="{7839565A-29B8-4CC1-AB52-7F5B4B9EB4D1}"/>
              </a:ext>
            </a:extLst>
          </p:cNvPr>
          <p:cNvPicPr>
            <a:picLocks noGrp="1" noChangeAspect="1"/>
          </p:cNvPicPr>
          <p:nvPr>
            <p:ph sz="quarter" idx="19"/>
          </p:nvPr>
        </p:nvPicPr>
        <p:blipFill>
          <a:blip r:embed="rId3"/>
          <a:stretch>
            <a:fillRect/>
          </a:stretch>
        </p:blipFill>
        <p:spPr>
          <a:xfrm>
            <a:off x="6711722" y="1735951"/>
            <a:ext cx="3438095" cy="2171429"/>
          </a:xfrm>
        </p:spPr>
      </p:pic>
      <p:sp>
        <p:nvSpPr>
          <p:cNvPr id="8" name="TextBox 7">
            <a:extLst>
              <a:ext uri="{FF2B5EF4-FFF2-40B4-BE49-F238E27FC236}">
                <a16:creationId xmlns:a16="http://schemas.microsoft.com/office/drawing/2014/main" id="{C0224CC8-5684-48E4-A699-D9D950ACC5FF}"/>
              </a:ext>
            </a:extLst>
          </p:cNvPr>
          <p:cNvSpPr txBox="1"/>
          <p:nvPr/>
        </p:nvSpPr>
        <p:spPr>
          <a:xfrm>
            <a:off x="670984" y="1594590"/>
            <a:ext cx="5741691" cy="4207409"/>
          </a:xfrm>
          <a:prstGeom prst="rect">
            <a:avLst/>
          </a:prstGeom>
          <a:noFill/>
        </p:spPr>
        <p:txBody>
          <a:bodyPr wrap="none" lIns="0" tIns="0" rIns="0" bIns="0" rtlCol="0">
            <a:noAutofit/>
          </a:bodyPr>
          <a:lstStyle/>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a:solidFill>
                  <a:srgbClr val="2B91AF"/>
                </a:solidFill>
                <a:latin typeface="Consolas" panose="020B0609020204030204" pitchFamily="49" charset="0"/>
              </a:rPr>
              <a:t>Mail</a:t>
            </a:r>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a:t>
            </a:r>
            <a:r>
              <a:rPr lang="da-DK" sz="1400">
                <a:solidFill>
                  <a:srgbClr val="0000FF"/>
                </a:solidFill>
                <a:highlight>
                  <a:srgbClr val="FFFF00"/>
                </a:highlight>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Recipient;</a:t>
            </a:r>
          </a:p>
          <a:p>
            <a:r>
              <a:rPr lang="da-DK" sz="1400">
                <a:solidFill>
                  <a:srgbClr val="000000"/>
                </a:solidFill>
                <a:latin typeface="Consolas" panose="020B0609020204030204" pitchFamily="49" charset="0"/>
              </a:rPr>
              <a:t>        </a:t>
            </a:r>
            <a:r>
              <a:rPr lang="da-DK" sz="1400">
                <a:solidFill>
                  <a:srgbClr val="0000FF"/>
                </a:solidFill>
                <a:highlight>
                  <a:srgbClr val="FFFF00"/>
                </a:highlight>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Title;</a:t>
            </a: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internal</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Body;</a:t>
            </a: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internal</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Signature;</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Mail(</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recipient,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title,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body,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signature) {…</a:t>
            </a:r>
            <a:r>
              <a:rPr lang="da-DK" sz="1400">
                <a:solidFill>
                  <a:srgbClr val="000000"/>
                </a:solidFill>
                <a:latin typeface="Consolas" panose="020B0609020204030204" pitchFamily="49" charset="0"/>
              </a:rPr>
              <a:t>}</a:t>
            </a:r>
          </a:p>
          <a:p>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void</a:t>
            </a:r>
            <a:r>
              <a:rPr lang="da-DK" sz="1400">
                <a:solidFill>
                  <a:srgbClr val="000000"/>
                </a:solidFill>
                <a:latin typeface="Consolas" panose="020B0609020204030204" pitchFamily="49" charset="0"/>
              </a:rPr>
              <a:t> Send() {…}</a:t>
            </a:r>
          </a:p>
          <a:p>
            <a:r>
              <a:rPr lang="da-DK" sz="1400">
                <a:solidFill>
                  <a:srgbClr val="000000"/>
                </a:solidFill>
                <a:latin typeface="Consolas" panose="020B0609020204030204" pitchFamily="49" charset="0"/>
              </a:rPr>
              <a:t>    }</a:t>
            </a:r>
            <a:endParaRPr lang="da-DK" sz="1200">
              <a:latin typeface="+mn-lt"/>
            </a:endParaRPr>
          </a:p>
        </p:txBody>
      </p:sp>
      <p:pic>
        <p:nvPicPr>
          <p:cNvPr id="10" name="Picture 9">
            <a:extLst>
              <a:ext uri="{FF2B5EF4-FFF2-40B4-BE49-F238E27FC236}">
                <a16:creationId xmlns:a16="http://schemas.microsoft.com/office/drawing/2014/main" id="{59B67FCE-41D9-40FF-8944-6A8B2ED6E4F9}"/>
              </a:ext>
            </a:extLst>
          </p:cNvPr>
          <p:cNvPicPr>
            <a:picLocks noChangeAspect="1"/>
          </p:cNvPicPr>
          <p:nvPr/>
        </p:nvPicPr>
        <p:blipFill>
          <a:blip r:embed="rId4"/>
          <a:stretch>
            <a:fillRect/>
          </a:stretch>
        </p:blipFill>
        <p:spPr>
          <a:xfrm>
            <a:off x="6711722" y="3897972"/>
            <a:ext cx="3311974" cy="2223316"/>
          </a:xfrm>
          <a:prstGeom prst="rect">
            <a:avLst/>
          </a:prstGeom>
        </p:spPr>
      </p:pic>
    </p:spTree>
    <p:extLst>
      <p:ext uri="{BB962C8B-B14F-4D97-AF65-F5344CB8AC3E}">
        <p14:creationId xmlns:p14="http://schemas.microsoft.com/office/powerpoint/2010/main" val="3322345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AA4DFB-0836-48D8-9F32-A5C1CF769B3E}"/>
              </a:ext>
            </a:extLst>
          </p:cNvPr>
          <p:cNvSpPr>
            <a:spLocks noGrp="1"/>
          </p:cNvSpPr>
          <p:nvPr>
            <p:ph type="sldNum" sz="quarter" idx="11"/>
          </p:nvPr>
        </p:nvSpPr>
        <p:spPr/>
        <p:txBody>
          <a:bodyPr/>
          <a:lstStyle/>
          <a:p>
            <a:fld id="{E16BA917-7F09-4B8D-AF07-F52890C14046}" type="slidenum">
              <a:rPr lang="da-DK" smtClean="0"/>
              <a:pPr/>
              <a:t>53</a:t>
            </a:fld>
            <a:endParaRPr lang="da-DK"/>
          </a:p>
        </p:txBody>
      </p:sp>
      <p:sp>
        <p:nvSpPr>
          <p:cNvPr id="3" name="Text Placeholder 2">
            <a:extLst>
              <a:ext uri="{FF2B5EF4-FFF2-40B4-BE49-F238E27FC236}">
                <a16:creationId xmlns:a16="http://schemas.microsoft.com/office/drawing/2014/main" id="{F0CBCAD3-45FA-478A-8477-E9E2CD8B9BC0}"/>
              </a:ext>
            </a:extLst>
          </p:cNvPr>
          <p:cNvSpPr>
            <a:spLocks noGrp="1"/>
          </p:cNvSpPr>
          <p:nvPr>
            <p:ph type="body" sz="quarter" idx="17"/>
          </p:nvPr>
        </p:nvSpPr>
        <p:spPr/>
        <p:txBody>
          <a:bodyPr/>
          <a:lstStyle/>
          <a:p>
            <a:r>
              <a:rPr lang="en-GB"/>
              <a:t>Practice 5</a:t>
            </a:r>
            <a:endParaRPr lang="da-DK"/>
          </a:p>
        </p:txBody>
      </p:sp>
      <p:sp>
        <p:nvSpPr>
          <p:cNvPr id="4" name="Title 3">
            <a:extLst>
              <a:ext uri="{FF2B5EF4-FFF2-40B4-BE49-F238E27FC236}">
                <a16:creationId xmlns:a16="http://schemas.microsoft.com/office/drawing/2014/main" id="{01D0B89A-2D8F-410B-9390-25CA7339F217}"/>
              </a:ext>
            </a:extLst>
          </p:cNvPr>
          <p:cNvSpPr>
            <a:spLocks noGrp="1"/>
          </p:cNvSpPr>
          <p:nvPr>
            <p:ph type="title"/>
          </p:nvPr>
        </p:nvSpPr>
        <p:spPr/>
        <p:txBody>
          <a:bodyPr/>
          <a:lstStyle/>
          <a:p>
            <a:r>
              <a:rPr lang="en-US" b="0" i="0">
                <a:solidFill>
                  <a:srgbClr val="212121"/>
                </a:solidFill>
                <a:effectLst/>
              </a:rPr>
              <a:t>Object Oriented Programming In C#</a:t>
            </a:r>
            <a:endParaRPr lang="da-DK"/>
          </a:p>
        </p:txBody>
      </p:sp>
      <p:sp>
        <p:nvSpPr>
          <p:cNvPr id="5" name="Content Placeholder 4">
            <a:extLst>
              <a:ext uri="{FF2B5EF4-FFF2-40B4-BE49-F238E27FC236}">
                <a16:creationId xmlns:a16="http://schemas.microsoft.com/office/drawing/2014/main" id="{52B3DF3A-5C4B-49CD-8B3D-F55E1B27C706}"/>
              </a:ext>
            </a:extLst>
          </p:cNvPr>
          <p:cNvSpPr>
            <a:spLocks noGrp="1"/>
          </p:cNvSpPr>
          <p:nvPr>
            <p:ph sz="quarter" idx="19"/>
          </p:nvPr>
        </p:nvSpPr>
        <p:spPr/>
        <p:txBody>
          <a:bodyPr vert="horz" lIns="0" tIns="0" rIns="0" bIns="0" rtlCol="0" anchor="t">
            <a:noAutofit/>
          </a:bodyPr>
          <a:lstStyle/>
          <a:p>
            <a:pPr marL="342900" indent="-342900">
              <a:buFont typeface="+mj-lt"/>
              <a:buAutoNum type="arabicPeriod"/>
            </a:pPr>
            <a:r>
              <a:rPr lang="en-GB">
                <a:cs typeface="Calibri"/>
              </a:rPr>
              <a:t>Add new project to solution</a:t>
            </a:r>
          </a:p>
          <a:p>
            <a:pPr marL="342900" indent="-342900">
              <a:buFont typeface="+mj-lt"/>
              <a:buAutoNum type="arabicPeriod"/>
            </a:pPr>
            <a:r>
              <a:rPr lang="en-GB">
                <a:cs typeface="Calibri"/>
              </a:rPr>
              <a:t>Transfer </a:t>
            </a:r>
            <a:r>
              <a:rPr lang="da-DK" sz="1800">
                <a:solidFill>
                  <a:srgbClr val="2B91AF"/>
                </a:solidFill>
                <a:latin typeface="Consolas"/>
                <a:cs typeface="Calibri"/>
              </a:rPr>
              <a:t>Employee</a:t>
            </a:r>
            <a:r>
              <a:rPr lang="en-GB">
                <a:cs typeface="Calibri"/>
              </a:rPr>
              <a:t> and </a:t>
            </a:r>
            <a:r>
              <a:rPr lang="da-DK" sz="1800">
                <a:solidFill>
                  <a:srgbClr val="2B91AF"/>
                </a:solidFill>
                <a:latin typeface="Consolas"/>
                <a:cs typeface="Calibri"/>
              </a:rPr>
              <a:t>SalarySlip </a:t>
            </a:r>
            <a:r>
              <a:rPr lang="da-DK">
                <a:cs typeface="Calibri"/>
              </a:rPr>
              <a:t>classes/structs </a:t>
            </a:r>
            <a:r>
              <a:rPr lang="en-GB">
                <a:cs typeface="Calibri"/>
              </a:rPr>
              <a:t>into the new project</a:t>
            </a:r>
          </a:p>
          <a:p>
            <a:pPr marL="342900" indent="-342900">
              <a:buFont typeface="+mj-lt"/>
              <a:buAutoNum type="arabicPeriod"/>
            </a:pPr>
            <a:r>
              <a:rPr lang="en-GB">
                <a:cs typeface="Calibri"/>
              </a:rPr>
              <a:t>Add needed references</a:t>
            </a:r>
          </a:p>
          <a:p>
            <a:pPr marL="342900" indent="-342900">
              <a:buFont typeface="+mj-lt"/>
              <a:buAutoNum type="arabicPeriod"/>
            </a:pPr>
            <a:r>
              <a:rPr lang="en-US">
                <a:cs typeface="Calibri"/>
              </a:rPr>
              <a:t>Set access modifiers as restrictive as possible</a:t>
            </a:r>
          </a:p>
          <a:p>
            <a:pPr marL="342900" indent="-342900">
              <a:buFont typeface="+mj-lt"/>
              <a:buAutoNum type="arabicPeriod"/>
            </a:pPr>
            <a:r>
              <a:rPr lang="en-US">
                <a:cs typeface="Calibri"/>
              </a:rPr>
              <a:t>Verify that your program is still working as intended</a:t>
            </a:r>
          </a:p>
          <a:p>
            <a:pPr marL="342900" indent="-342900">
              <a:buFont typeface="+mj-lt"/>
              <a:buAutoNum type="arabicPeriod"/>
            </a:pPr>
            <a:r>
              <a:rPr lang="en-US">
                <a:cs typeface="Calibri"/>
              </a:rPr>
              <a:t>Explore how class members accessibility changed</a:t>
            </a:r>
          </a:p>
          <a:p>
            <a:pPr marL="342900" indent="-342900">
              <a:buFont typeface="+mj-lt"/>
              <a:buAutoNum type="arabicPeriod"/>
            </a:pPr>
            <a:r>
              <a:rPr lang="en-US">
                <a:cs typeface="Calibri"/>
              </a:rPr>
              <a:t>Convert private properties to private fields</a:t>
            </a:r>
          </a:p>
          <a:p>
            <a:pPr marL="0" indent="0">
              <a:buNone/>
            </a:pPr>
            <a:endParaRPr lang="en-GB"/>
          </a:p>
        </p:txBody>
      </p:sp>
      <p:pic>
        <p:nvPicPr>
          <p:cNvPr id="7" name="Graphic 6" descr="Flask">
            <a:extLst>
              <a:ext uri="{FF2B5EF4-FFF2-40B4-BE49-F238E27FC236}">
                <a16:creationId xmlns:a16="http://schemas.microsoft.com/office/drawing/2014/main" id="{2B653C26-63F5-4ABA-BF40-3AC85F362A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682310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AA4DFB-0836-48D8-9F32-A5C1CF769B3E}"/>
              </a:ext>
            </a:extLst>
          </p:cNvPr>
          <p:cNvSpPr>
            <a:spLocks noGrp="1"/>
          </p:cNvSpPr>
          <p:nvPr>
            <p:ph type="sldNum" sz="quarter" idx="11"/>
          </p:nvPr>
        </p:nvSpPr>
        <p:spPr/>
        <p:txBody>
          <a:bodyPr/>
          <a:lstStyle/>
          <a:p>
            <a:fld id="{E16BA917-7F09-4B8D-AF07-F52890C14046}" type="slidenum">
              <a:rPr lang="da-DK" smtClean="0"/>
              <a:pPr/>
              <a:t>54</a:t>
            </a:fld>
            <a:endParaRPr lang="da-DK"/>
          </a:p>
        </p:txBody>
      </p:sp>
      <p:sp>
        <p:nvSpPr>
          <p:cNvPr id="3" name="Text Placeholder 2">
            <a:extLst>
              <a:ext uri="{FF2B5EF4-FFF2-40B4-BE49-F238E27FC236}">
                <a16:creationId xmlns:a16="http://schemas.microsoft.com/office/drawing/2014/main" id="{F0CBCAD3-45FA-478A-8477-E9E2CD8B9BC0}"/>
              </a:ext>
            </a:extLst>
          </p:cNvPr>
          <p:cNvSpPr>
            <a:spLocks noGrp="1"/>
          </p:cNvSpPr>
          <p:nvPr>
            <p:ph type="body" sz="quarter" idx="17"/>
          </p:nvPr>
        </p:nvSpPr>
        <p:spPr/>
        <p:txBody>
          <a:bodyPr/>
          <a:lstStyle/>
          <a:p>
            <a:r>
              <a:rPr lang="en-GB"/>
              <a:t>Practice 5 - solution</a:t>
            </a:r>
            <a:endParaRPr lang="da-DK"/>
          </a:p>
        </p:txBody>
      </p:sp>
      <p:sp>
        <p:nvSpPr>
          <p:cNvPr id="4" name="Title 3">
            <a:extLst>
              <a:ext uri="{FF2B5EF4-FFF2-40B4-BE49-F238E27FC236}">
                <a16:creationId xmlns:a16="http://schemas.microsoft.com/office/drawing/2014/main" id="{01D0B89A-2D8F-410B-9390-25CA7339F217}"/>
              </a:ext>
            </a:extLst>
          </p:cNvPr>
          <p:cNvSpPr>
            <a:spLocks noGrp="1"/>
          </p:cNvSpPr>
          <p:nvPr>
            <p:ph type="title"/>
          </p:nvPr>
        </p:nvSpPr>
        <p:spPr/>
        <p:txBody>
          <a:bodyPr/>
          <a:lstStyle/>
          <a:p>
            <a:r>
              <a:rPr lang="en-US" b="0" i="0">
                <a:solidFill>
                  <a:srgbClr val="212121"/>
                </a:solidFill>
                <a:effectLst/>
              </a:rPr>
              <a:t>Object Oriented Programming In C#</a:t>
            </a:r>
            <a:endParaRPr lang="da-DK"/>
          </a:p>
        </p:txBody>
      </p:sp>
      <p:sp>
        <p:nvSpPr>
          <p:cNvPr id="5" name="Content Placeholder 4">
            <a:extLst>
              <a:ext uri="{FF2B5EF4-FFF2-40B4-BE49-F238E27FC236}">
                <a16:creationId xmlns:a16="http://schemas.microsoft.com/office/drawing/2014/main" id="{52B3DF3A-5C4B-49CD-8B3D-F55E1B27C706}"/>
              </a:ext>
            </a:extLst>
          </p:cNvPr>
          <p:cNvSpPr>
            <a:spLocks noGrp="1"/>
          </p:cNvSpPr>
          <p:nvPr>
            <p:ph sz="quarter" idx="19"/>
          </p:nvPr>
        </p:nvSpPr>
        <p:spPr>
          <a:xfrm>
            <a:off x="672001" y="1620838"/>
            <a:ext cx="5236430" cy="4568825"/>
          </a:xfrm>
        </p:spPr>
        <p:txBody>
          <a:bodyPr/>
          <a:lstStyle/>
          <a:p>
            <a:pPr marL="0" indent="0">
              <a:spcBef>
                <a:spcPts val="0"/>
              </a:spcBef>
              <a:spcAft>
                <a:spcPts val="0"/>
              </a:spcAft>
              <a:buNone/>
            </a:pP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class</a:t>
            </a:r>
            <a:r>
              <a:rPr lang="da-DK" sz="1200">
                <a:solidFill>
                  <a:srgbClr val="000000"/>
                </a:solidFill>
                <a:latin typeface="Consolas" panose="020B0609020204030204" pitchFamily="49" charset="0"/>
              </a:rPr>
              <a:t> </a:t>
            </a:r>
            <a:r>
              <a:rPr lang="da-DK" sz="1200">
                <a:solidFill>
                  <a:srgbClr val="2B91AF"/>
                </a:solidFill>
                <a:latin typeface="Consolas" panose="020B0609020204030204" pitchFamily="49" charset="0"/>
              </a:rPr>
              <a:t>Employee</a:t>
            </a:r>
            <a:r>
              <a:rPr lang="da-DK"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private</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_firstName; </a:t>
            </a:r>
          </a:p>
          <a:p>
            <a:pPr marL="0" indent="0">
              <a:spcBef>
                <a:spcPts val="0"/>
              </a:spcBef>
              <a:spcAft>
                <a:spcPts val="0"/>
              </a:spcAft>
              <a:buNone/>
            </a:pP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private</a:t>
            </a: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string</a:t>
            </a:r>
            <a:r>
              <a:rPr lang="da-DK" sz="1200">
                <a:solidFill>
                  <a:srgbClr val="000000"/>
                </a:solidFill>
                <a:latin typeface="Consolas" panose="020B0609020204030204" pitchFamily="49" charset="0"/>
              </a:rPr>
              <a:t> _lastName;</a:t>
            </a:r>
          </a:p>
          <a:p>
            <a:pPr marL="0" indent="0">
              <a:spcBef>
                <a:spcPts val="0"/>
              </a:spcBef>
              <a:spcAft>
                <a:spcPts val="0"/>
              </a:spcAft>
              <a:buNone/>
            </a:pP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private</a:t>
            </a: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double</a:t>
            </a:r>
            <a:r>
              <a:rPr lang="da-DK" sz="1200">
                <a:solidFill>
                  <a:srgbClr val="000000"/>
                </a:solidFill>
                <a:latin typeface="Consolas" panose="020B0609020204030204" pitchFamily="49" charset="0"/>
              </a:rPr>
              <a:t> _salary;</a:t>
            </a:r>
          </a:p>
          <a:p>
            <a:pPr marL="0" indent="0">
              <a:spcBef>
                <a:spcPts val="0"/>
              </a:spcBef>
              <a:spcAft>
                <a:spcPts val="0"/>
              </a:spcAft>
              <a:buNone/>
            </a:pP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private</a:t>
            </a: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int</a:t>
            </a:r>
            <a:r>
              <a:rPr lang="da-DK" sz="1200">
                <a:solidFill>
                  <a:srgbClr val="000000"/>
                </a:solidFill>
                <a:latin typeface="Consolas" panose="020B0609020204030204" pitchFamily="49" charset="0"/>
              </a:rPr>
              <a:t> _pinCode;</a:t>
            </a:r>
          </a:p>
          <a:p>
            <a:pPr marL="0" indent="0">
              <a:spcBef>
                <a:spcPts val="0"/>
              </a:spcBef>
              <a:spcAft>
                <a:spcPts val="0"/>
              </a:spcAft>
              <a:buNone/>
            </a:pPr>
            <a:endParaRPr lang="da-DK"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Employee(</a:t>
            </a:r>
            <a:r>
              <a:rPr lang="en-US" sz="1200">
                <a:latin typeface="Consolas" panose="020B0609020204030204" pitchFamily="49" charset="0"/>
              </a:rPr>
              <a:t>…</a:t>
            </a:r>
            <a:r>
              <a:rPr lang="en-US" sz="1200">
                <a:solidFill>
                  <a:srgbClr val="000000"/>
                </a:solidFill>
                <a:latin typeface="Consolas" panose="020B0609020204030204" pitchFamily="49" charset="0"/>
              </a:rPr>
              <a:t>) {</a:t>
            </a:r>
          </a:p>
          <a:p>
            <a:pPr marL="0" indent="0">
              <a:spcBef>
                <a:spcPts val="0"/>
              </a:spcBef>
              <a:spcAft>
                <a:spcPts val="0"/>
              </a:spcAft>
              <a:buNone/>
            </a:pPr>
            <a:r>
              <a:rPr lang="da-DK" sz="1200">
                <a:solidFill>
                  <a:srgbClr val="000000"/>
                </a:solidFill>
                <a:latin typeface="Consolas" panose="020B0609020204030204" pitchFamily="49" charset="0"/>
              </a:rPr>
              <a:t>            _firstName = firstName;</a:t>
            </a:r>
          </a:p>
          <a:p>
            <a:pPr marL="0" indent="0">
              <a:spcBef>
                <a:spcPts val="0"/>
              </a:spcBef>
              <a:spcAft>
                <a:spcPts val="0"/>
              </a:spcAft>
              <a:buNone/>
            </a:pPr>
            <a:r>
              <a:rPr lang="da-DK" sz="1200">
                <a:solidFill>
                  <a:srgbClr val="000000"/>
                </a:solidFill>
                <a:latin typeface="Consolas" panose="020B0609020204030204" pitchFamily="49" charset="0"/>
              </a:rPr>
              <a:t>            _lastName = lastName;</a:t>
            </a:r>
          </a:p>
          <a:p>
            <a:pPr marL="0" indent="0">
              <a:spcBef>
                <a:spcPts val="0"/>
              </a:spcBef>
              <a:spcAft>
                <a:spcPts val="0"/>
              </a:spcAft>
              <a:buNone/>
            </a:pPr>
            <a:r>
              <a:rPr lang="da-DK" sz="1200">
                <a:solidFill>
                  <a:srgbClr val="000000"/>
                </a:solidFill>
                <a:latin typeface="Consolas" panose="020B0609020204030204" pitchFamily="49" charset="0"/>
              </a:rPr>
              <a:t>            _salary = salary;</a:t>
            </a:r>
          </a:p>
          <a:p>
            <a:pPr marL="0" indent="0">
              <a:spcBef>
                <a:spcPts val="0"/>
              </a:spcBef>
              <a:spcAft>
                <a:spcPts val="0"/>
              </a:spcAft>
              <a:buNone/>
            </a:pPr>
            <a:r>
              <a:rPr lang="da-DK" sz="1200">
                <a:solidFill>
                  <a:srgbClr val="000000"/>
                </a:solidFill>
                <a:latin typeface="Consolas" panose="020B0609020204030204" pitchFamily="49" charset="0"/>
              </a:rPr>
              <a:t>            _pinCode = pinCode;</a:t>
            </a:r>
          </a:p>
          <a:p>
            <a:pPr marL="0" indent="0">
              <a:spcBef>
                <a:spcPts val="0"/>
              </a:spcBef>
              <a:spcAft>
                <a:spcPts val="0"/>
              </a:spcAft>
              <a:buNone/>
            </a:pPr>
            <a:r>
              <a:rPr lang="da-DK" sz="1200">
                <a:solidFill>
                  <a:srgbClr val="000000"/>
                </a:solidFill>
                <a:latin typeface="Consolas" panose="020B0609020204030204" pitchFamily="49" charset="0"/>
              </a:rPr>
              <a:t>        }</a:t>
            </a:r>
          </a:p>
          <a:p>
            <a:pPr marL="0" indent="0">
              <a:spcBef>
                <a:spcPts val="0"/>
              </a:spcBef>
              <a:spcAft>
                <a:spcPts val="0"/>
              </a:spcAft>
              <a:buNone/>
            </a:pPr>
            <a:endParaRPr lang="da-DK" sz="1200">
              <a:solidFill>
                <a:srgbClr val="000000"/>
              </a:solidFill>
              <a:latin typeface="Consolas" panose="020B0609020204030204" pitchFamily="49" charset="0"/>
            </a:endParaRPr>
          </a:p>
          <a:p>
            <a:pPr marL="0" indent="0">
              <a:spcBef>
                <a:spcPts val="0"/>
              </a:spcBef>
              <a:spcAft>
                <a:spcPts val="0"/>
              </a:spcAft>
              <a:buNone/>
            </a:pP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private</a:t>
            </a: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string</a:t>
            </a:r>
            <a:r>
              <a:rPr lang="da-DK" sz="1200">
                <a:solidFill>
                  <a:srgbClr val="000000"/>
                </a:solidFill>
                <a:latin typeface="Consolas" panose="020B0609020204030204" pitchFamily="49" charset="0"/>
              </a:rPr>
              <a:t> GetFullName() {</a:t>
            </a:r>
          </a:p>
          <a:p>
            <a:pPr marL="0" indent="0">
              <a:spcBef>
                <a:spcPts val="0"/>
              </a:spcBef>
              <a:spcAft>
                <a:spcPts val="0"/>
              </a:spcAft>
              <a:buNone/>
            </a:pP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return</a:t>
            </a:r>
            <a:r>
              <a:rPr lang="da-DK" sz="1200">
                <a:solidFill>
                  <a:srgbClr val="000000"/>
                </a:solidFill>
                <a:latin typeface="Consolas" panose="020B0609020204030204" pitchFamily="49" charset="0"/>
              </a:rPr>
              <a:t> _firstName + </a:t>
            </a:r>
            <a:r>
              <a:rPr lang="en-US" sz="1200">
                <a:solidFill>
                  <a:srgbClr val="A31515"/>
                </a:solidFill>
                <a:latin typeface="Consolas" panose="020B0609020204030204" pitchFamily="49" charset="0"/>
              </a:rPr>
              <a:t>"</a:t>
            </a:r>
            <a:r>
              <a:rPr lang="da-DK" sz="1200">
                <a:solidFill>
                  <a:srgbClr val="A31515"/>
                </a:solidFill>
                <a:latin typeface="Consolas" panose="020B0609020204030204" pitchFamily="49" charset="0"/>
              </a:rPr>
              <a:t> </a:t>
            </a:r>
            <a:r>
              <a:rPr lang="en-US" sz="1200">
                <a:solidFill>
                  <a:srgbClr val="A31515"/>
                </a:solidFill>
                <a:latin typeface="Consolas" panose="020B0609020204030204" pitchFamily="49" charset="0"/>
              </a:rPr>
              <a:t>"</a:t>
            </a:r>
            <a:r>
              <a:rPr lang="da-DK" sz="1200">
                <a:solidFill>
                  <a:srgbClr val="A31515"/>
                </a:solidFill>
                <a:latin typeface="Consolas" panose="020B0609020204030204" pitchFamily="49" charset="0"/>
              </a:rPr>
              <a:t> </a:t>
            </a:r>
            <a:r>
              <a:rPr lang="da-DK" sz="1200">
                <a:solidFill>
                  <a:srgbClr val="000000"/>
                </a:solidFill>
                <a:latin typeface="Consolas" panose="020B0609020204030204" pitchFamily="49" charset="0"/>
              </a:rPr>
              <a:t>+ _lastName;</a:t>
            </a:r>
          </a:p>
          <a:p>
            <a:pPr marL="0" indent="0">
              <a:spcBef>
                <a:spcPts val="0"/>
              </a:spcBef>
              <a:spcAft>
                <a:spcPts val="0"/>
              </a:spcAft>
              <a:buNone/>
            </a:pPr>
            <a:r>
              <a:rPr lang="da-DK" sz="1200">
                <a:solidFill>
                  <a:srgbClr val="000000"/>
                </a:solidFill>
                <a:latin typeface="Consolas" panose="020B0609020204030204" pitchFamily="49" charset="0"/>
              </a:rPr>
              <a:t>        }</a:t>
            </a:r>
          </a:p>
          <a:p>
            <a:pPr marL="0" indent="0">
              <a:spcBef>
                <a:spcPts val="0"/>
              </a:spcBef>
              <a:spcAft>
                <a:spcPts val="0"/>
              </a:spcAft>
              <a:buNone/>
            </a:pPr>
            <a:r>
              <a:rPr lang="da-DK" sz="1200">
                <a:solidFill>
                  <a:srgbClr val="000000"/>
                </a:solidFill>
                <a:latin typeface="Consolas" panose="020B0609020204030204" pitchFamily="49" charset="0"/>
              </a:rPr>
              <a:t>}</a:t>
            </a:r>
            <a:endParaRPr lang="da-DK" sz="1200"/>
          </a:p>
        </p:txBody>
      </p:sp>
      <p:pic>
        <p:nvPicPr>
          <p:cNvPr id="7" name="Graphic 6" descr="Flask">
            <a:extLst>
              <a:ext uri="{FF2B5EF4-FFF2-40B4-BE49-F238E27FC236}">
                <a16:creationId xmlns:a16="http://schemas.microsoft.com/office/drawing/2014/main" id="{2B653C26-63F5-4ABA-BF40-3AC85F362A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8" name="Content Placeholder 4">
            <a:extLst>
              <a:ext uri="{FF2B5EF4-FFF2-40B4-BE49-F238E27FC236}">
                <a16:creationId xmlns:a16="http://schemas.microsoft.com/office/drawing/2014/main" id="{74FFCF96-DFE2-4804-B927-2BE802E5B85E}"/>
              </a:ext>
            </a:extLst>
          </p:cNvPr>
          <p:cNvSpPr txBox="1">
            <a:spLocks/>
          </p:cNvSpPr>
          <p:nvPr/>
        </p:nvSpPr>
        <p:spPr>
          <a:xfrm>
            <a:off x="5700584" y="1620837"/>
            <a:ext cx="5819415" cy="4568825"/>
          </a:xfrm>
          <a:prstGeom prst="rect">
            <a:avLst/>
          </a:prstGeom>
        </p:spPr>
        <p:txBody>
          <a:bodyPr vert="horz" lIns="0" tIns="0" rIns="0" bIns="0" rtlCol="0">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spcBef>
                <a:spcPts val="0"/>
              </a:spcBef>
              <a:spcAft>
                <a:spcPts val="0"/>
              </a:spcAft>
              <a:buNone/>
            </a:pPr>
            <a:r>
              <a:rPr lang="da-DK"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struct</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SalarySlip</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private</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DateTime ReportDate { </a:t>
            </a:r>
            <a:r>
              <a:rPr lang="en-US" sz="1200">
                <a:solidFill>
                  <a:srgbClr val="0000FF"/>
                </a:solidFill>
                <a:latin typeface="Consolas" panose="020B0609020204030204" pitchFamily="49" charset="0"/>
              </a:rPr>
              <a:t>get</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set</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FF"/>
                </a:solidFill>
                <a:latin typeface="Consolas" panose="020B0609020204030204" pitchFamily="49" charset="0"/>
              </a:rPr>
              <a:t>        public</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SalarySlip</a:t>
            </a:r>
            <a:r>
              <a:rPr lang="en-US" sz="1200">
                <a:solidFill>
                  <a:srgbClr val="000000"/>
                </a:solidFill>
                <a:latin typeface="Consolas" panose="020B0609020204030204" pitchFamily="49" charset="0"/>
              </a:rPr>
              <a:t>(</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a:t>
            </a:r>
          </a:p>
          <a:p>
            <a:pPr marL="0" indent="0">
              <a:spcBef>
                <a:spcPts val="0"/>
              </a:spcBef>
              <a:spcAft>
                <a:spcPts val="0"/>
              </a:spcAft>
              <a:buNone/>
            </a:pPr>
            <a:r>
              <a:rPr lang="en-US" sz="1200">
                <a:solidFill>
                  <a:srgbClr val="000000"/>
                </a:solidFill>
                <a:latin typeface="Consolas" panose="020B0609020204030204" pitchFamily="49" charset="0"/>
              </a:rPr>
              <a:t>          _salary = salary;</a:t>
            </a:r>
          </a:p>
          <a:p>
            <a:pPr marL="0" indent="0">
              <a:spcBef>
                <a:spcPts val="0"/>
              </a:spcBef>
              <a:spcAft>
                <a:spcPts val="0"/>
              </a:spcAft>
              <a:buNone/>
            </a:pPr>
            <a:r>
              <a:rPr lang="en-US" sz="1200">
                <a:solidFill>
                  <a:srgbClr val="000000"/>
                </a:solidFill>
                <a:latin typeface="Consolas" panose="020B0609020204030204" pitchFamily="49" charset="0"/>
              </a:rPr>
              <a:t>          ReportDate = DateTime.Today;</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endParaRPr lang="en-US" sz="1200">
              <a:solidFill>
                <a:srgbClr val="000000"/>
              </a:solidFill>
              <a:latin typeface="Consolas" panose="020B0609020204030204" pitchFamily="49" charset="0"/>
              <a:cs typeface="Calibri"/>
            </a:endParaRPr>
          </a:p>
          <a:p>
            <a:pPr marL="0" indent="0">
              <a:spcBef>
                <a:spcPts val="0"/>
              </a:spcBef>
              <a:spcAft>
                <a:spcPts val="0"/>
              </a:spcAft>
              <a:buNone/>
            </a:pPr>
            <a:r>
              <a:rPr lang="en-US" sz="1200">
                <a:solidFill>
                  <a:srgbClr val="0000FF"/>
                </a:solidFill>
                <a:latin typeface="Consolas" panose="020B0609020204030204" pitchFamily="49" charset="0"/>
              </a:rPr>
              <a:t>        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override</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ToString() =&gt; </a:t>
            </a:r>
            <a:r>
              <a:rPr lang="en-US" sz="1200">
                <a:solidFill>
                  <a:srgbClr val="A31515"/>
                </a:solidFill>
                <a:latin typeface="Consolas" panose="020B0609020204030204" pitchFamily="49" charset="0"/>
              </a:rPr>
              <a:t>$"Salary slip:</a:t>
            </a:r>
            <a:r>
              <a:rPr lang="en-US" sz="1200">
                <a:solidFill>
                  <a:srgbClr val="FF007F"/>
                </a:solidFill>
                <a:latin typeface="Consolas" panose="020B0609020204030204" pitchFamily="49" charset="0"/>
              </a:rPr>
              <a:t>\n</a:t>
            </a:r>
            <a:r>
              <a:rPr lang="en-US" sz="1200">
                <a:solidFill>
                  <a:srgbClr val="A31515"/>
                </a:solidFill>
                <a:latin typeface="Consolas" panose="020B0609020204030204" pitchFamily="49" charset="0"/>
              </a:rPr>
              <a:t>Salary:    </a:t>
            </a:r>
            <a:r>
              <a:rPr lang="en-US" sz="1200">
                <a:solidFill>
                  <a:srgbClr val="000000"/>
                </a:solidFill>
                <a:latin typeface="Consolas" panose="020B0609020204030204" pitchFamily="49" charset="0"/>
              </a:rPr>
              <a:t>       {_salary}</a:t>
            </a:r>
            <a:r>
              <a:rPr lang="en-US" sz="1200">
                <a:solidFill>
                  <a:srgbClr val="FF007F"/>
                </a:solidFill>
                <a:latin typeface="Consolas" panose="020B0609020204030204" pitchFamily="49" charset="0"/>
              </a:rPr>
              <a:t>\n</a:t>
            </a:r>
            <a:r>
              <a:rPr lang="en-US" sz="1200">
                <a:solidFill>
                  <a:srgbClr val="A31515"/>
                </a:solidFill>
                <a:latin typeface="Consolas" panose="020B0609020204030204" pitchFamily="49" charset="0"/>
              </a:rPr>
              <a:t>Report Date: </a:t>
            </a:r>
            <a:r>
              <a:rPr lang="en-US" sz="1200">
                <a:solidFill>
                  <a:srgbClr val="000000"/>
                </a:solidFill>
                <a:latin typeface="Consolas" panose="020B0609020204030204" pitchFamily="49" charset="0"/>
              </a:rPr>
              <a:t>{ReportDate}</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a:t>
            </a:r>
          </a:p>
          <a:p>
            <a:pPr marL="0" indent="0">
              <a:spcBef>
                <a:spcPts val="0"/>
              </a:spcBef>
              <a:spcAft>
                <a:spcPts val="0"/>
              </a:spcAft>
              <a:buNone/>
            </a:pPr>
            <a:endParaRPr lang="en-US" sz="1200">
              <a:solidFill>
                <a:srgbClr val="000000"/>
              </a:solidFill>
              <a:latin typeface="Consolas" panose="020B0609020204030204" pitchFamily="49" charset="0"/>
              <a:cs typeface="Calibri"/>
            </a:endParaRPr>
          </a:p>
          <a:p>
            <a:pPr marL="0" indent="0">
              <a:spcBef>
                <a:spcPts val="0"/>
              </a:spcBef>
              <a:spcAft>
                <a:spcPts val="0"/>
              </a:spcAft>
              <a:buNone/>
            </a:pPr>
            <a:r>
              <a:rPr lang="en-US" sz="1200">
                <a:solidFill>
                  <a:srgbClr val="000000"/>
                </a:solidFill>
                <a:latin typeface="Consolas" panose="020B0609020204030204" pitchFamily="49" charset="0"/>
                <a:cs typeface="Calibri"/>
              </a:rPr>
              <a:t>}</a:t>
            </a:r>
          </a:p>
        </p:txBody>
      </p:sp>
    </p:spTree>
    <p:extLst>
      <p:ext uri="{BB962C8B-B14F-4D97-AF65-F5344CB8AC3E}">
        <p14:creationId xmlns:p14="http://schemas.microsoft.com/office/powerpoint/2010/main" val="2011651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55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latin typeface="Roboto"/>
              </a:rPr>
              <a:t>Coffee time</a:t>
            </a:r>
          </a:p>
        </p:txBody>
      </p:sp>
      <p:pic>
        <p:nvPicPr>
          <p:cNvPr id="4098" name="Picture 2" descr="Premium Photo | White coffee cup and roasted coffee beans around">
            <a:extLst>
              <a:ext uri="{FF2B5EF4-FFF2-40B4-BE49-F238E27FC236}">
                <a16:creationId xmlns:a16="http://schemas.microsoft.com/office/drawing/2014/main" id="{A3E451E8-870E-4569-9864-8B5DF64FB4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4675" y="1830075"/>
            <a:ext cx="59626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0810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941715-8CC2-4829-84B8-AD0EB8227B2F}"/>
              </a:ext>
            </a:extLst>
          </p:cNvPr>
          <p:cNvSpPr>
            <a:spLocks noGrp="1"/>
          </p:cNvSpPr>
          <p:nvPr>
            <p:ph type="sldNum" sz="quarter" idx="11"/>
          </p:nvPr>
        </p:nvSpPr>
        <p:spPr/>
        <p:txBody>
          <a:bodyPr/>
          <a:lstStyle/>
          <a:p>
            <a:fld id="{E16BA917-7F09-4B8D-AF07-F52890C14046}" type="slidenum">
              <a:rPr lang="da-DK" smtClean="0"/>
              <a:pPr/>
              <a:t>56</a:t>
            </a:fld>
            <a:endParaRPr lang="da-DK"/>
          </a:p>
        </p:txBody>
      </p:sp>
      <p:sp>
        <p:nvSpPr>
          <p:cNvPr id="3" name="Text Placeholder 2">
            <a:extLst>
              <a:ext uri="{FF2B5EF4-FFF2-40B4-BE49-F238E27FC236}">
                <a16:creationId xmlns:a16="http://schemas.microsoft.com/office/drawing/2014/main" id="{048E82A9-34B1-4795-8DD6-63B50383B4AD}"/>
              </a:ext>
            </a:extLst>
          </p:cNvPr>
          <p:cNvSpPr>
            <a:spLocks noGrp="1"/>
          </p:cNvSpPr>
          <p:nvPr>
            <p:ph type="body" sz="quarter" idx="17"/>
          </p:nvPr>
        </p:nvSpPr>
        <p:spPr/>
        <p:txBody>
          <a:bodyPr/>
          <a:lstStyle/>
          <a:p>
            <a:r>
              <a:rPr lang="en-GB"/>
              <a:t>How to create a string</a:t>
            </a:r>
            <a:endParaRPr lang="da-DK"/>
          </a:p>
        </p:txBody>
      </p:sp>
      <p:sp>
        <p:nvSpPr>
          <p:cNvPr id="4" name="Title 3">
            <a:extLst>
              <a:ext uri="{FF2B5EF4-FFF2-40B4-BE49-F238E27FC236}">
                <a16:creationId xmlns:a16="http://schemas.microsoft.com/office/drawing/2014/main" id="{FEF3D0F5-E78D-43B6-9DDE-D178C93B0688}"/>
              </a:ext>
            </a:extLst>
          </p:cNvPr>
          <p:cNvSpPr>
            <a:spLocks noGrp="1"/>
          </p:cNvSpPr>
          <p:nvPr>
            <p:ph type="title"/>
          </p:nvPr>
        </p:nvSpPr>
        <p:spPr/>
        <p:txBody>
          <a:bodyPr/>
          <a:lstStyle/>
          <a:p>
            <a:r>
              <a:rPr lang="en-GB"/>
              <a:t>string</a:t>
            </a:r>
            <a:endParaRPr lang="da-DK"/>
          </a:p>
        </p:txBody>
      </p:sp>
      <p:sp>
        <p:nvSpPr>
          <p:cNvPr id="5" name="Content Placeholder 4">
            <a:extLst>
              <a:ext uri="{FF2B5EF4-FFF2-40B4-BE49-F238E27FC236}">
                <a16:creationId xmlns:a16="http://schemas.microsoft.com/office/drawing/2014/main" id="{2E95EA2A-0338-4514-968F-D26E319C6B0D}"/>
              </a:ext>
            </a:extLst>
          </p:cNvPr>
          <p:cNvSpPr>
            <a:spLocks noGrp="1"/>
          </p:cNvSpPr>
          <p:nvPr>
            <p:ph sz="quarter" idx="19"/>
          </p:nvPr>
        </p:nvSpPr>
        <p:spPr/>
        <p:txBody>
          <a:bodyPr/>
          <a:lstStyle/>
          <a:p>
            <a:pPr>
              <a:spcAft>
                <a:spcPts val="300"/>
              </a:spcAft>
            </a:pPr>
            <a:r>
              <a:rPr lang="en-US" sz="2000" b="0" i="0">
                <a:solidFill>
                  <a:srgbClr val="171717"/>
                </a:solidFill>
                <a:effectLst/>
                <a:latin typeface="+mn-lt"/>
              </a:rPr>
              <a:t>By assigning a string literal to a </a:t>
            </a:r>
            <a:r>
              <a:rPr lang="en-US" sz="2000" b="0" i="0" u="none" strike="noStrike">
                <a:effectLst/>
                <a:latin typeface="Consolas" panose="020B0609020204030204" pitchFamily="49" charset="0"/>
                <a:hlinkClick r:id="rId3"/>
              </a:rPr>
              <a:t>String</a:t>
            </a:r>
            <a:r>
              <a:rPr lang="en-US" sz="2000" b="0" i="0">
                <a:solidFill>
                  <a:srgbClr val="171717"/>
                </a:solidFill>
                <a:effectLst/>
                <a:latin typeface="+mn-lt"/>
              </a:rPr>
              <a:t> variable.  </a:t>
            </a:r>
            <a:br>
              <a:rPr lang="en-US" sz="2000" b="0" i="0">
                <a:solidFill>
                  <a:srgbClr val="171717"/>
                </a:solidFill>
                <a:effectLst/>
                <a:latin typeface="+mn-lt"/>
              </a:rPr>
            </a:br>
            <a:r>
              <a:rPr lang="en-US" sz="2000" b="0" i="0">
                <a:solidFill>
                  <a:srgbClr val="171717"/>
                </a:solidFill>
                <a:effectLst/>
                <a:latin typeface="+mn-lt"/>
              </a:rPr>
              <a:t>	</a:t>
            </a:r>
            <a:r>
              <a:rPr lang="en-US" sz="2000" b="0" i="1">
                <a:solidFill>
                  <a:srgbClr val="0101FD"/>
                </a:solidFill>
                <a:effectLst/>
                <a:latin typeface="Consolas" panose="020B0609020204030204" pitchFamily="49" charset="0"/>
              </a:rPr>
              <a:t>string</a:t>
            </a:r>
            <a:r>
              <a:rPr lang="en-US" sz="2000" b="0" i="1">
                <a:solidFill>
                  <a:srgbClr val="171717"/>
                </a:solidFill>
                <a:effectLst/>
                <a:latin typeface="Consolas" panose="020B0609020204030204" pitchFamily="49" charset="0"/>
              </a:rPr>
              <a:t> </a:t>
            </a:r>
            <a:r>
              <a:rPr lang="en-US" sz="2000" i="1">
                <a:solidFill>
                  <a:srgbClr val="171717"/>
                </a:solidFill>
                <a:latin typeface="Consolas" panose="020B0609020204030204" pitchFamily="49" charset="0"/>
              </a:rPr>
              <a:t>mySt</a:t>
            </a:r>
            <a:r>
              <a:rPr lang="en-US" sz="2000" b="0" i="1">
                <a:solidFill>
                  <a:srgbClr val="171717"/>
                </a:solidFill>
                <a:effectLst/>
                <a:latin typeface="Consolas" panose="020B0609020204030204" pitchFamily="49" charset="0"/>
              </a:rPr>
              <a:t>ring = </a:t>
            </a:r>
            <a:r>
              <a:rPr lang="en-US" sz="2000" b="0" i="1">
                <a:solidFill>
                  <a:srgbClr val="A31515"/>
                </a:solidFill>
                <a:effectLst/>
                <a:latin typeface="Consolas" panose="020B0609020204030204" pitchFamily="49" charset="0"/>
              </a:rPr>
              <a:t>"This is a string created by assignment."</a:t>
            </a:r>
            <a:r>
              <a:rPr lang="en-US" sz="2000" b="0" i="1">
                <a:solidFill>
                  <a:srgbClr val="171717"/>
                </a:solidFill>
                <a:effectLst/>
                <a:latin typeface="Consolas" panose="020B0609020204030204" pitchFamily="49" charset="0"/>
              </a:rPr>
              <a:t>;</a:t>
            </a:r>
            <a:endParaRPr lang="da-DK" sz="2000" i="1">
              <a:solidFill>
                <a:srgbClr val="171717"/>
              </a:solidFill>
              <a:latin typeface="Consolas" panose="020B0609020204030204" pitchFamily="49" charset="0"/>
            </a:endParaRPr>
          </a:p>
          <a:p>
            <a:pPr>
              <a:spcAft>
                <a:spcPts val="300"/>
              </a:spcAft>
            </a:pPr>
            <a:r>
              <a:rPr lang="en-US" sz="2000" b="0" i="0">
                <a:solidFill>
                  <a:srgbClr val="171717"/>
                </a:solidFill>
                <a:effectLst/>
                <a:latin typeface="+mn-lt"/>
              </a:rPr>
              <a:t>By calling a </a:t>
            </a:r>
            <a:r>
              <a:rPr lang="en-US" sz="2000" b="0" i="0" u="none" strike="noStrike">
                <a:effectLst/>
                <a:latin typeface="Consolas" panose="020B0609020204030204" pitchFamily="49" charset="0"/>
                <a:hlinkClick r:id="rId3"/>
              </a:rPr>
              <a:t>String</a:t>
            </a:r>
            <a:r>
              <a:rPr lang="en-US" sz="2000" b="0" i="0">
                <a:solidFill>
                  <a:srgbClr val="171717"/>
                </a:solidFill>
                <a:effectLst/>
                <a:latin typeface="+mn-lt"/>
              </a:rPr>
              <a:t> class constructor. </a:t>
            </a:r>
            <a:br>
              <a:rPr lang="en-US" sz="2000" b="0" i="0">
                <a:solidFill>
                  <a:srgbClr val="171717"/>
                </a:solidFill>
                <a:effectLst/>
                <a:latin typeface="+mn-lt"/>
              </a:rPr>
            </a:br>
            <a:r>
              <a:rPr lang="en-US" sz="2000" b="0" i="0">
                <a:solidFill>
                  <a:srgbClr val="171717"/>
                </a:solidFill>
                <a:effectLst/>
                <a:latin typeface="+mn-lt"/>
              </a:rPr>
              <a:t>	</a:t>
            </a:r>
            <a:r>
              <a:rPr lang="da-DK" sz="2000" b="0" i="1">
                <a:solidFill>
                  <a:srgbClr val="0101FD"/>
                </a:solidFill>
                <a:effectLst/>
                <a:latin typeface="Consolas" panose="020B0609020204030204" pitchFamily="49" charset="0"/>
              </a:rPr>
              <a:t>string</a:t>
            </a:r>
            <a:r>
              <a:rPr lang="da-DK" sz="2000" b="0" i="1">
                <a:solidFill>
                  <a:srgbClr val="171717"/>
                </a:solidFill>
                <a:effectLst/>
                <a:latin typeface="Consolas" panose="020B0609020204030204" pitchFamily="49" charset="0"/>
              </a:rPr>
              <a:t> </a:t>
            </a:r>
            <a:r>
              <a:rPr lang="en-US" sz="2000" i="1">
                <a:solidFill>
                  <a:srgbClr val="171717"/>
                </a:solidFill>
                <a:latin typeface="Consolas" panose="020B0609020204030204" pitchFamily="49" charset="0"/>
              </a:rPr>
              <a:t>mySt</a:t>
            </a:r>
            <a:r>
              <a:rPr lang="en-US" sz="2000" b="0" i="1">
                <a:solidFill>
                  <a:srgbClr val="171717"/>
                </a:solidFill>
                <a:effectLst/>
                <a:latin typeface="Consolas" panose="020B0609020204030204" pitchFamily="49" charset="0"/>
              </a:rPr>
              <a:t>ring</a:t>
            </a:r>
            <a:r>
              <a:rPr lang="da-DK" sz="2000" b="0" i="1">
                <a:solidFill>
                  <a:srgbClr val="171717"/>
                </a:solidFill>
                <a:effectLst/>
                <a:latin typeface="Consolas" panose="020B0609020204030204" pitchFamily="49" charset="0"/>
              </a:rPr>
              <a:t> = </a:t>
            </a:r>
            <a:r>
              <a:rPr lang="da-DK" sz="2000" b="0" i="1">
                <a:solidFill>
                  <a:srgbClr val="0101FD"/>
                </a:solidFill>
                <a:effectLst/>
                <a:latin typeface="Consolas" panose="020B0609020204030204" pitchFamily="49" charset="0"/>
              </a:rPr>
              <a:t>new</a:t>
            </a:r>
            <a:r>
              <a:rPr lang="da-DK" sz="2000" b="0" i="1">
                <a:solidFill>
                  <a:srgbClr val="171717"/>
                </a:solidFill>
                <a:effectLst/>
                <a:latin typeface="Consolas" panose="020B0609020204030204" pitchFamily="49" charset="0"/>
              </a:rPr>
              <a:t> </a:t>
            </a:r>
            <a:r>
              <a:rPr lang="da-DK" sz="2000" b="0" i="1">
                <a:solidFill>
                  <a:srgbClr val="0101FD"/>
                </a:solidFill>
                <a:effectLst/>
                <a:latin typeface="Consolas" panose="020B0609020204030204" pitchFamily="49" charset="0"/>
              </a:rPr>
              <a:t>string</a:t>
            </a:r>
            <a:r>
              <a:rPr lang="da-DK" sz="2000" b="0" i="1">
                <a:solidFill>
                  <a:srgbClr val="171717"/>
                </a:solidFill>
                <a:effectLst/>
                <a:latin typeface="Consolas" panose="020B0609020204030204" pitchFamily="49" charset="0"/>
              </a:rPr>
              <a:t>(</a:t>
            </a:r>
            <a:r>
              <a:rPr lang="da-DK" sz="2000" b="0" i="1">
                <a:solidFill>
                  <a:srgbClr val="A31515"/>
                </a:solidFill>
                <a:effectLst/>
                <a:latin typeface="Consolas" panose="020B0609020204030204" pitchFamily="49" charset="0"/>
              </a:rPr>
              <a:t>'c'</a:t>
            </a:r>
            <a:r>
              <a:rPr lang="da-DK" sz="2000" b="0" i="1">
                <a:solidFill>
                  <a:srgbClr val="171717"/>
                </a:solidFill>
                <a:effectLst/>
                <a:latin typeface="Consolas" panose="020B0609020204030204" pitchFamily="49" charset="0"/>
              </a:rPr>
              <a:t>, 20);</a:t>
            </a:r>
            <a:endParaRPr lang="da-DK" sz="2000" i="1">
              <a:solidFill>
                <a:srgbClr val="000000"/>
              </a:solidFill>
              <a:latin typeface="Consolas" panose="020B0609020204030204" pitchFamily="49" charset="0"/>
            </a:endParaRPr>
          </a:p>
          <a:p>
            <a:pPr>
              <a:spcAft>
                <a:spcPts val="300"/>
              </a:spcAft>
            </a:pPr>
            <a:r>
              <a:rPr lang="en-US" sz="2000" b="0" i="0">
                <a:solidFill>
                  <a:srgbClr val="171717"/>
                </a:solidFill>
                <a:effectLst/>
                <a:latin typeface="+mn-lt"/>
              </a:rPr>
              <a:t>By using the string concatenation operator </a:t>
            </a:r>
            <a:br>
              <a:rPr lang="en-US" sz="2000" b="0" i="0">
                <a:solidFill>
                  <a:srgbClr val="171717"/>
                </a:solidFill>
                <a:effectLst/>
                <a:latin typeface="+mn-lt"/>
              </a:rPr>
            </a:br>
            <a:r>
              <a:rPr lang="en-US" sz="2000" b="0" i="0">
                <a:solidFill>
                  <a:srgbClr val="171717"/>
                </a:solidFill>
                <a:effectLst/>
                <a:latin typeface="+mn-lt"/>
              </a:rPr>
              <a:t>	</a:t>
            </a:r>
            <a:r>
              <a:rPr lang="en-US" sz="2000" b="0" i="1">
                <a:solidFill>
                  <a:srgbClr val="0101FD"/>
                </a:solidFill>
                <a:effectLst/>
                <a:latin typeface="Consolas" panose="020B0609020204030204" pitchFamily="49" charset="0"/>
              </a:rPr>
              <a:t>string</a:t>
            </a:r>
            <a:r>
              <a:rPr lang="en-US" sz="2000" b="0" i="1">
                <a:solidFill>
                  <a:srgbClr val="171717"/>
                </a:solidFill>
                <a:effectLst/>
                <a:latin typeface="Consolas" panose="020B0609020204030204" pitchFamily="49" charset="0"/>
              </a:rPr>
              <a:t> </a:t>
            </a:r>
            <a:r>
              <a:rPr lang="en-US" sz="2000" i="1">
                <a:solidFill>
                  <a:srgbClr val="171717"/>
                </a:solidFill>
                <a:latin typeface="Consolas" panose="020B0609020204030204" pitchFamily="49" charset="0"/>
              </a:rPr>
              <a:t>mySt</a:t>
            </a:r>
            <a:r>
              <a:rPr lang="en-US" sz="2000" b="0" i="1">
                <a:solidFill>
                  <a:srgbClr val="171717"/>
                </a:solidFill>
                <a:effectLst/>
                <a:latin typeface="Consolas" panose="020B0609020204030204" pitchFamily="49" charset="0"/>
              </a:rPr>
              <a:t>ring = </a:t>
            </a:r>
            <a:r>
              <a:rPr lang="en-US" sz="2000" b="0" i="1">
                <a:solidFill>
                  <a:srgbClr val="A31515"/>
                </a:solidFill>
                <a:effectLst/>
                <a:latin typeface="Consolas" panose="020B0609020204030204" pitchFamily="49" charset="0"/>
              </a:rPr>
              <a:t>"This is one sentence. "</a:t>
            </a:r>
            <a:r>
              <a:rPr lang="en-US" sz="2000" b="0" i="1">
                <a:solidFill>
                  <a:srgbClr val="171717"/>
                </a:solidFill>
                <a:effectLst/>
                <a:latin typeface="Consolas" panose="020B0609020204030204" pitchFamily="49" charset="0"/>
              </a:rPr>
              <a:t> + </a:t>
            </a:r>
            <a:r>
              <a:rPr lang="en-US" sz="2000" b="0" i="1">
                <a:solidFill>
                  <a:srgbClr val="A31515"/>
                </a:solidFill>
                <a:effectLst/>
                <a:latin typeface="Consolas" panose="020B0609020204030204" pitchFamily="49" charset="0"/>
              </a:rPr>
              <a:t>"This is a second. "</a:t>
            </a:r>
            <a:r>
              <a:rPr lang="en-US" sz="2000" b="0" i="1">
                <a:solidFill>
                  <a:srgbClr val="171717"/>
                </a:solidFill>
                <a:effectLst/>
                <a:latin typeface="Consolas" panose="020B0609020204030204" pitchFamily="49" charset="0"/>
              </a:rPr>
              <a:t>;</a:t>
            </a:r>
            <a:endParaRPr lang="en-US" sz="2000" b="0" i="1">
              <a:solidFill>
                <a:srgbClr val="000000"/>
              </a:solidFill>
              <a:effectLst/>
              <a:latin typeface="Consolas" panose="020B0609020204030204" pitchFamily="49" charset="0"/>
            </a:endParaRPr>
          </a:p>
          <a:p>
            <a:pPr>
              <a:spcAft>
                <a:spcPts val="300"/>
              </a:spcAft>
            </a:pPr>
            <a:r>
              <a:rPr lang="en-US" sz="2000" b="0" i="0">
                <a:solidFill>
                  <a:srgbClr val="171717"/>
                </a:solidFill>
                <a:effectLst/>
                <a:latin typeface="+mn-lt"/>
              </a:rPr>
              <a:t>By retrieving a property or calling a method that returns a string</a:t>
            </a:r>
            <a:br>
              <a:rPr lang="en-US" sz="2000" b="0" i="0">
                <a:solidFill>
                  <a:srgbClr val="171717"/>
                </a:solidFill>
                <a:effectLst/>
                <a:latin typeface="+mn-lt"/>
              </a:rPr>
            </a:br>
            <a:r>
              <a:rPr lang="en-US" sz="2000" b="0" i="0">
                <a:solidFill>
                  <a:srgbClr val="171717"/>
                </a:solidFill>
                <a:effectLst/>
                <a:latin typeface="+mn-lt"/>
              </a:rPr>
              <a:t>	</a:t>
            </a:r>
            <a:r>
              <a:rPr lang="da-DK" sz="2000" i="1">
                <a:solidFill>
                  <a:srgbClr val="000000"/>
                </a:solidFill>
                <a:latin typeface="Consolas" panose="020B0609020204030204" pitchFamily="49" charset="0"/>
              </a:rPr>
              <a:t>employee.FirstName</a:t>
            </a:r>
            <a:endParaRPr lang="en-US" sz="2000" b="0" i="1">
              <a:solidFill>
                <a:srgbClr val="171717"/>
              </a:solidFill>
              <a:effectLst/>
              <a:latin typeface="+mn-lt"/>
            </a:endParaRPr>
          </a:p>
          <a:p>
            <a:pPr>
              <a:spcAft>
                <a:spcPts val="300"/>
              </a:spcAft>
            </a:pPr>
            <a:r>
              <a:rPr lang="en-US" sz="2000" b="0" i="0">
                <a:solidFill>
                  <a:srgbClr val="171717"/>
                </a:solidFill>
                <a:effectLst/>
                <a:latin typeface="+mn-lt"/>
              </a:rPr>
              <a:t>By calling a formatting method to convert a value or object to its string representation.</a:t>
            </a:r>
            <a:br>
              <a:rPr lang="en-US" sz="2000" b="0" i="0">
                <a:solidFill>
                  <a:srgbClr val="171717"/>
                </a:solidFill>
                <a:effectLst/>
                <a:latin typeface="+mn-lt"/>
              </a:rPr>
            </a:br>
            <a:r>
              <a:rPr lang="en-US" sz="2000" b="0" i="0">
                <a:solidFill>
                  <a:srgbClr val="171717"/>
                </a:solidFill>
                <a:effectLst/>
                <a:latin typeface="+mn-lt"/>
              </a:rPr>
              <a:t>	</a:t>
            </a:r>
            <a:r>
              <a:rPr lang="da-DK" sz="2000" i="1">
                <a:solidFill>
                  <a:srgbClr val="0000FF"/>
                </a:solidFill>
                <a:latin typeface="Consolas" panose="020B0609020204030204" pitchFamily="49" charset="0"/>
              </a:rPr>
              <a:t>int</a:t>
            </a:r>
            <a:r>
              <a:rPr lang="da-DK" sz="2000" i="1">
                <a:solidFill>
                  <a:srgbClr val="000000"/>
                </a:solidFill>
                <a:latin typeface="Consolas" panose="020B0609020204030204" pitchFamily="49" charset="0"/>
              </a:rPr>
              <a:t> one = 1;</a:t>
            </a:r>
            <a:br>
              <a:rPr lang="da-DK" sz="2000" i="1">
                <a:solidFill>
                  <a:srgbClr val="000000"/>
                </a:solidFill>
                <a:latin typeface="Consolas" panose="020B0609020204030204" pitchFamily="49" charset="0"/>
              </a:rPr>
            </a:br>
            <a:r>
              <a:rPr lang="da-DK" sz="2000" i="1">
                <a:solidFill>
                  <a:srgbClr val="000000"/>
                </a:solidFill>
                <a:latin typeface="Consolas" panose="020B0609020204030204" pitchFamily="49" charset="0"/>
              </a:rPr>
              <a:t>	</a:t>
            </a:r>
            <a:r>
              <a:rPr lang="da-DK" sz="2000" i="1" err="1">
                <a:solidFill>
                  <a:srgbClr val="000000"/>
                </a:solidFill>
                <a:latin typeface="Consolas" panose="020B0609020204030204" pitchFamily="49" charset="0"/>
              </a:rPr>
              <a:t>one.ToString</a:t>
            </a:r>
            <a:r>
              <a:rPr lang="da-DK" sz="2000" i="1">
                <a:solidFill>
                  <a:srgbClr val="000000"/>
                </a:solidFill>
                <a:latin typeface="Consolas" panose="020B0609020204030204" pitchFamily="49" charset="0"/>
              </a:rPr>
              <a:t>()</a:t>
            </a:r>
            <a:br>
              <a:rPr lang="en-US" sz="2000" b="0" i="0">
                <a:solidFill>
                  <a:srgbClr val="171717"/>
                </a:solidFill>
                <a:effectLst/>
                <a:latin typeface="+mn-lt"/>
              </a:rPr>
            </a:br>
            <a:endParaRPr lang="en-US" sz="2000">
              <a:solidFill>
                <a:srgbClr val="171717"/>
              </a:solidFill>
              <a:latin typeface="+mn-lt"/>
            </a:endParaRPr>
          </a:p>
          <a:p>
            <a:pPr marL="0" indent="0">
              <a:spcBef>
                <a:spcPts val="0"/>
              </a:spcBef>
              <a:spcAft>
                <a:spcPts val="600"/>
              </a:spcAft>
              <a:buNone/>
            </a:pPr>
            <a:r>
              <a:rPr lang="en-US" sz="2000">
                <a:solidFill>
                  <a:srgbClr val="171717"/>
                </a:solidFill>
                <a:latin typeface="+mn-lt"/>
                <a:hlinkClick r:id="rId4"/>
              </a:rPr>
              <a:t>Examples</a:t>
            </a:r>
            <a:endParaRPr lang="da-DK" sz="2000">
              <a:solidFill>
                <a:srgbClr val="000000"/>
              </a:solidFill>
              <a:latin typeface="+mn-lt"/>
            </a:endParaRPr>
          </a:p>
        </p:txBody>
      </p:sp>
    </p:spTree>
    <p:extLst>
      <p:ext uri="{BB962C8B-B14F-4D97-AF65-F5344CB8AC3E}">
        <p14:creationId xmlns:p14="http://schemas.microsoft.com/office/powerpoint/2010/main" val="23279421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5E6CC3-16A4-4FE9-AD75-5B472350A400}"/>
              </a:ext>
            </a:extLst>
          </p:cNvPr>
          <p:cNvSpPr>
            <a:spLocks noGrp="1"/>
          </p:cNvSpPr>
          <p:nvPr>
            <p:ph type="sldNum" sz="quarter" idx="11"/>
          </p:nvPr>
        </p:nvSpPr>
        <p:spPr/>
        <p:txBody>
          <a:bodyPr/>
          <a:lstStyle/>
          <a:p>
            <a:fld id="{E16BA917-7F09-4B8D-AF07-F52890C14046}" type="slidenum">
              <a:rPr lang="da-DK" smtClean="0"/>
              <a:pPr/>
              <a:t>57</a:t>
            </a:fld>
            <a:endParaRPr lang="da-DK"/>
          </a:p>
        </p:txBody>
      </p:sp>
      <p:sp>
        <p:nvSpPr>
          <p:cNvPr id="3" name="Text Placeholder 2">
            <a:extLst>
              <a:ext uri="{FF2B5EF4-FFF2-40B4-BE49-F238E27FC236}">
                <a16:creationId xmlns:a16="http://schemas.microsoft.com/office/drawing/2014/main" id="{A5256183-2C2E-43CD-95AB-A7782E0E55D9}"/>
              </a:ext>
            </a:extLst>
          </p:cNvPr>
          <p:cNvSpPr>
            <a:spLocks noGrp="1"/>
          </p:cNvSpPr>
          <p:nvPr>
            <p:ph type="body" sz="quarter" idx="17"/>
          </p:nvPr>
        </p:nvSpPr>
        <p:spPr/>
        <p:txBody>
          <a:bodyPr/>
          <a:lstStyle/>
          <a:p>
            <a:r>
              <a:rPr lang="en-GB"/>
              <a:t>Demo 5</a:t>
            </a:r>
            <a:endParaRPr lang="da-DK"/>
          </a:p>
        </p:txBody>
      </p:sp>
      <p:sp>
        <p:nvSpPr>
          <p:cNvPr id="4" name="Title 3">
            <a:extLst>
              <a:ext uri="{FF2B5EF4-FFF2-40B4-BE49-F238E27FC236}">
                <a16:creationId xmlns:a16="http://schemas.microsoft.com/office/drawing/2014/main" id="{FBEF803E-9158-42A8-B45E-544E771C91CF}"/>
              </a:ext>
            </a:extLst>
          </p:cNvPr>
          <p:cNvSpPr>
            <a:spLocks noGrp="1"/>
          </p:cNvSpPr>
          <p:nvPr>
            <p:ph type="title"/>
          </p:nvPr>
        </p:nvSpPr>
        <p:spPr/>
        <p:txBody>
          <a:bodyPr/>
          <a:lstStyle/>
          <a:p>
            <a:r>
              <a:rPr lang="en-GB"/>
              <a:t>Live demo</a:t>
            </a:r>
            <a:endParaRPr lang="da-DK"/>
          </a:p>
        </p:txBody>
      </p:sp>
      <p:pic>
        <p:nvPicPr>
          <p:cNvPr id="9" name="Picture 8">
            <a:extLst>
              <a:ext uri="{FF2B5EF4-FFF2-40B4-BE49-F238E27FC236}">
                <a16:creationId xmlns:a16="http://schemas.microsoft.com/office/drawing/2014/main" id="{FC937B2E-862D-4658-A632-812B439CEFBA}"/>
              </a:ext>
            </a:extLst>
          </p:cNvPr>
          <p:cNvPicPr>
            <a:picLocks noChangeAspect="1"/>
          </p:cNvPicPr>
          <p:nvPr/>
        </p:nvPicPr>
        <p:blipFill>
          <a:blip r:embed="rId3"/>
          <a:stretch>
            <a:fillRect/>
          </a:stretch>
        </p:blipFill>
        <p:spPr>
          <a:xfrm>
            <a:off x="649139" y="1533639"/>
            <a:ext cx="6903870" cy="1950703"/>
          </a:xfrm>
          <a:prstGeom prst="rect">
            <a:avLst/>
          </a:prstGeom>
        </p:spPr>
      </p:pic>
      <p:sp>
        <p:nvSpPr>
          <p:cNvPr id="10" name="TextBox 9">
            <a:extLst>
              <a:ext uri="{FF2B5EF4-FFF2-40B4-BE49-F238E27FC236}">
                <a16:creationId xmlns:a16="http://schemas.microsoft.com/office/drawing/2014/main" id="{F0C424E5-A10E-4FA3-BD83-1465175C1521}"/>
              </a:ext>
            </a:extLst>
          </p:cNvPr>
          <p:cNvSpPr txBox="1"/>
          <p:nvPr/>
        </p:nvSpPr>
        <p:spPr>
          <a:xfrm>
            <a:off x="5177641" y="4198830"/>
            <a:ext cx="6343377" cy="1603170"/>
          </a:xfrm>
          <a:prstGeom prst="rect">
            <a:avLst/>
          </a:prstGeom>
          <a:noFill/>
        </p:spPr>
        <p:txBody>
          <a:bodyPr wrap="none" lIns="0" tIns="0" rIns="0" bIns="0" rtlCol="0">
            <a:noAutofit/>
          </a:bodyPr>
          <a:lstStyle/>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Main(</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 args) {</a:t>
            </a: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r>
              <a:rPr lang="da-DK" sz="1800" err="1">
                <a:solidFill>
                  <a:srgbClr val="2B91AF"/>
                </a:solidFill>
                <a:latin typeface="Consolas" panose="020B0609020204030204" pitchFamily="49" charset="0"/>
              </a:rPr>
              <a:t>Texts</a:t>
            </a:r>
            <a:r>
              <a:rPr lang="da-DK" sz="1800" err="1">
                <a:solidFill>
                  <a:srgbClr val="000000"/>
                </a:solidFill>
                <a:latin typeface="Consolas" panose="020B0609020204030204" pitchFamily="49" charset="0"/>
              </a:rPr>
              <a:t>.MyString</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endParaRPr lang="da-DK" sz="1600" b="1">
              <a:latin typeface="+mn-lt"/>
            </a:endParaRPr>
          </a:p>
        </p:txBody>
      </p:sp>
      <p:cxnSp>
        <p:nvCxnSpPr>
          <p:cNvPr id="11" name="Straight Arrow Connector 10">
            <a:extLst>
              <a:ext uri="{FF2B5EF4-FFF2-40B4-BE49-F238E27FC236}">
                <a16:creationId xmlns:a16="http://schemas.microsoft.com/office/drawing/2014/main" id="{4B61C0AC-0BB7-46E2-A194-D6E088E84F67}"/>
              </a:ext>
            </a:extLst>
          </p:cNvPr>
          <p:cNvCxnSpPr>
            <a:cxnSpLocks/>
          </p:cNvCxnSpPr>
          <p:nvPr/>
        </p:nvCxnSpPr>
        <p:spPr>
          <a:xfrm>
            <a:off x="1628775" y="2990850"/>
            <a:ext cx="8120867" cy="1486147"/>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234521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1DD0B5-07C3-4C57-8CF9-D9E463E85E9B}"/>
              </a:ext>
            </a:extLst>
          </p:cNvPr>
          <p:cNvSpPr>
            <a:spLocks noGrp="1"/>
          </p:cNvSpPr>
          <p:nvPr>
            <p:ph type="sldNum" sz="quarter" idx="11"/>
          </p:nvPr>
        </p:nvSpPr>
        <p:spPr/>
        <p:txBody>
          <a:bodyPr/>
          <a:lstStyle/>
          <a:p>
            <a:fld id="{E16BA917-7F09-4B8D-AF07-F52890C14046}" type="slidenum">
              <a:rPr lang="da-DK" smtClean="0"/>
              <a:pPr/>
              <a:t>58</a:t>
            </a:fld>
            <a:endParaRPr lang="da-DK"/>
          </a:p>
        </p:txBody>
      </p:sp>
      <p:sp>
        <p:nvSpPr>
          <p:cNvPr id="3" name="Text Placeholder 2">
            <a:extLst>
              <a:ext uri="{FF2B5EF4-FFF2-40B4-BE49-F238E27FC236}">
                <a16:creationId xmlns:a16="http://schemas.microsoft.com/office/drawing/2014/main" id="{A483045C-5802-43A1-9391-1123396D4180}"/>
              </a:ext>
            </a:extLst>
          </p:cNvPr>
          <p:cNvSpPr>
            <a:spLocks noGrp="1"/>
          </p:cNvSpPr>
          <p:nvPr>
            <p:ph type="body" sz="quarter" idx="17"/>
          </p:nvPr>
        </p:nvSpPr>
        <p:spPr/>
        <p:txBody>
          <a:bodyPr/>
          <a:lstStyle/>
          <a:p>
            <a:r>
              <a:rPr lang="en-GB"/>
              <a:t>What is a string</a:t>
            </a:r>
            <a:endParaRPr lang="da-DK"/>
          </a:p>
        </p:txBody>
      </p:sp>
      <p:sp>
        <p:nvSpPr>
          <p:cNvPr id="4" name="Title 3">
            <a:extLst>
              <a:ext uri="{FF2B5EF4-FFF2-40B4-BE49-F238E27FC236}">
                <a16:creationId xmlns:a16="http://schemas.microsoft.com/office/drawing/2014/main" id="{1BF0F600-62DA-4D1D-B094-EFA05FE91328}"/>
              </a:ext>
            </a:extLst>
          </p:cNvPr>
          <p:cNvSpPr>
            <a:spLocks noGrp="1"/>
          </p:cNvSpPr>
          <p:nvPr>
            <p:ph type="title"/>
          </p:nvPr>
        </p:nvSpPr>
        <p:spPr/>
        <p:txBody>
          <a:bodyPr/>
          <a:lstStyle/>
          <a:p>
            <a:r>
              <a:rPr lang="en-GB"/>
              <a:t>string</a:t>
            </a:r>
            <a:endParaRPr lang="da-DK"/>
          </a:p>
        </p:txBody>
      </p:sp>
      <p:sp>
        <p:nvSpPr>
          <p:cNvPr id="7" name="Content Placeholder 6">
            <a:extLst>
              <a:ext uri="{FF2B5EF4-FFF2-40B4-BE49-F238E27FC236}">
                <a16:creationId xmlns:a16="http://schemas.microsoft.com/office/drawing/2014/main" id="{DD715C7C-30C1-46CA-A22A-78B7C021A5F8}"/>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da-DK" sz="1400">
                <a:solidFill>
                  <a:srgbClr val="0000FF"/>
                </a:solidFill>
                <a:latin typeface="Consolas"/>
                <a:cs typeface="Calibri"/>
              </a:rPr>
              <a:t>namespace</a:t>
            </a:r>
            <a:r>
              <a:rPr lang="da-DK" sz="1400">
                <a:solidFill>
                  <a:srgbClr val="000000"/>
                </a:solidFill>
                <a:latin typeface="Consolas"/>
                <a:cs typeface="Calibri"/>
              </a:rPr>
              <a:t> System {</a:t>
            </a:r>
          </a:p>
          <a:p>
            <a:pPr marL="0" indent="0">
              <a:spcBef>
                <a:spcPts val="0"/>
              </a:spcBef>
              <a:spcAft>
                <a:spcPts val="0"/>
              </a:spcAft>
              <a:buNone/>
            </a:pPr>
            <a:r>
              <a:rPr lang="da-DK" sz="1400">
                <a:solidFill>
                  <a:srgbClr val="000000"/>
                </a:solidFill>
                <a:latin typeface="Consolas"/>
                <a:cs typeface="Calibri"/>
              </a:rPr>
              <a:t>    </a:t>
            </a:r>
            <a:r>
              <a:rPr lang="da-DK" sz="1400">
                <a:solidFill>
                  <a:srgbClr val="008000"/>
                </a:solidFill>
                <a:latin typeface="Consolas"/>
                <a:cs typeface="Calibri"/>
              </a:rPr>
              <a:t>//</a:t>
            </a:r>
            <a:endParaRPr lang="da-DK" sz="1400">
              <a:solidFill>
                <a:srgbClr val="000000"/>
              </a:solidFill>
              <a:latin typeface="Consolas"/>
              <a:cs typeface="Calibri"/>
            </a:endParaRPr>
          </a:p>
          <a:p>
            <a:pPr marL="0" indent="0">
              <a:spcBef>
                <a:spcPts val="0"/>
              </a:spcBef>
              <a:spcAft>
                <a:spcPts val="0"/>
              </a:spcAft>
              <a:buNone/>
            </a:pPr>
            <a:r>
              <a:rPr lang="da-DK" sz="1400">
                <a:solidFill>
                  <a:srgbClr val="000000"/>
                </a:solidFill>
                <a:latin typeface="Consolas"/>
                <a:cs typeface="Calibri"/>
              </a:rPr>
              <a:t>    </a:t>
            </a:r>
            <a:r>
              <a:rPr lang="da-DK" sz="1400">
                <a:solidFill>
                  <a:srgbClr val="008000"/>
                </a:solidFill>
                <a:latin typeface="Consolas"/>
                <a:cs typeface="Calibri"/>
              </a:rPr>
              <a:t>// Summary:</a:t>
            </a:r>
            <a:endParaRPr lang="da-DK" sz="1400">
              <a:solidFill>
                <a:srgbClr val="000000"/>
              </a:solidFill>
              <a:latin typeface="Consolas"/>
              <a:cs typeface="Calibri"/>
            </a:endParaRPr>
          </a:p>
          <a:p>
            <a:pPr marL="0" indent="0">
              <a:spcBef>
                <a:spcPts val="0"/>
              </a:spcBef>
              <a:spcAft>
                <a:spcPts val="0"/>
              </a:spcAft>
              <a:buNone/>
            </a:pPr>
            <a:r>
              <a:rPr lang="en-US" sz="1400">
                <a:solidFill>
                  <a:srgbClr val="000000"/>
                </a:solidFill>
                <a:latin typeface="Consolas"/>
                <a:cs typeface="Calibri"/>
              </a:rPr>
              <a:t>    </a:t>
            </a:r>
            <a:r>
              <a:rPr lang="en-US" sz="1400">
                <a:solidFill>
                  <a:srgbClr val="008000"/>
                </a:solidFill>
                <a:latin typeface="Consolas"/>
                <a:cs typeface="Calibri"/>
              </a:rPr>
              <a:t>//     Represents text as a series of Unicode characters. To browse the .NET Framework</a:t>
            </a:r>
            <a:endParaRPr lang="en-US" sz="1400">
              <a:solidFill>
                <a:srgbClr val="000000"/>
              </a:solidFill>
              <a:latin typeface="Consolas"/>
              <a:cs typeface="Calibri"/>
            </a:endParaRPr>
          </a:p>
          <a:p>
            <a:pPr marL="0" indent="0">
              <a:spcBef>
                <a:spcPts val="0"/>
              </a:spcBef>
              <a:spcAft>
                <a:spcPts val="0"/>
              </a:spcAft>
              <a:buNone/>
            </a:pPr>
            <a:r>
              <a:rPr lang="en-US" sz="1400">
                <a:solidFill>
                  <a:srgbClr val="000000"/>
                </a:solidFill>
                <a:latin typeface="Consolas"/>
                <a:cs typeface="Calibri"/>
              </a:rPr>
              <a:t>    </a:t>
            </a:r>
            <a:r>
              <a:rPr lang="en-US" sz="1400">
                <a:solidFill>
                  <a:srgbClr val="008000"/>
                </a:solidFill>
                <a:latin typeface="Consolas"/>
                <a:cs typeface="Calibri"/>
              </a:rPr>
              <a:t>//     source code for this type, see the Reference Source.</a:t>
            </a:r>
            <a:endParaRPr lang="en-US" sz="1400">
              <a:solidFill>
                <a:srgbClr val="000000"/>
              </a:solidFill>
              <a:latin typeface="Consolas"/>
              <a:cs typeface="Calibri"/>
            </a:endParaRPr>
          </a:p>
          <a:p>
            <a:pPr marL="0" indent="0">
              <a:spcBef>
                <a:spcPts val="0"/>
              </a:spcBef>
              <a:spcAft>
                <a:spcPts val="0"/>
              </a:spcAft>
              <a:buNone/>
            </a:pPr>
            <a:r>
              <a:rPr lang="da-DK" sz="1400">
                <a:solidFill>
                  <a:srgbClr val="000000"/>
                </a:solidFill>
                <a:latin typeface="Consolas"/>
                <a:cs typeface="Calibri"/>
              </a:rPr>
              <a:t>    [</a:t>
            </a:r>
            <a:r>
              <a:rPr lang="da-DK" sz="1400" err="1">
                <a:solidFill>
                  <a:srgbClr val="2B91AF"/>
                </a:solidFill>
                <a:latin typeface="Consolas"/>
                <a:cs typeface="Calibri"/>
              </a:rPr>
              <a:t>ComVisible</a:t>
            </a:r>
            <a:r>
              <a:rPr lang="da-DK" sz="1400">
                <a:solidFill>
                  <a:srgbClr val="000000"/>
                </a:solidFill>
                <a:latin typeface="Consolas"/>
                <a:cs typeface="Calibri"/>
              </a:rPr>
              <a:t>(</a:t>
            </a:r>
            <a:r>
              <a:rPr lang="da-DK" sz="1400">
                <a:solidFill>
                  <a:srgbClr val="0000FF"/>
                </a:solidFill>
                <a:latin typeface="Consolas"/>
                <a:cs typeface="Calibri"/>
              </a:rPr>
              <a:t>true</a:t>
            </a:r>
            <a:r>
              <a:rPr lang="da-DK" sz="1400">
                <a:solidFill>
                  <a:srgbClr val="000000"/>
                </a:solidFill>
                <a:latin typeface="Consolas"/>
                <a:cs typeface="Calibri"/>
              </a:rPr>
              <a:t>)]</a:t>
            </a:r>
          </a:p>
          <a:p>
            <a:pPr marL="0" indent="0">
              <a:spcBef>
                <a:spcPts val="0"/>
              </a:spcBef>
              <a:spcAft>
                <a:spcPts val="0"/>
              </a:spcAft>
              <a:buNone/>
            </a:pPr>
            <a:r>
              <a:rPr lang="da-DK" sz="1400">
                <a:solidFill>
                  <a:srgbClr val="000000"/>
                </a:solidFill>
                <a:latin typeface="Consolas"/>
                <a:cs typeface="Calibri"/>
              </a:rPr>
              <a:t>    [</a:t>
            </a:r>
            <a:r>
              <a:rPr lang="da-DK" sz="1400" err="1">
                <a:solidFill>
                  <a:srgbClr val="2B91AF"/>
                </a:solidFill>
                <a:latin typeface="Consolas"/>
                <a:cs typeface="Calibri"/>
              </a:rPr>
              <a:t>DefaultMember</a:t>
            </a:r>
            <a:r>
              <a:rPr lang="da-DK" sz="1400">
                <a:solidFill>
                  <a:srgbClr val="000000"/>
                </a:solidFill>
                <a:latin typeface="Consolas"/>
                <a:cs typeface="Calibri"/>
              </a:rPr>
              <a:t>(</a:t>
            </a:r>
            <a:r>
              <a:rPr lang="da-DK" sz="1400">
                <a:solidFill>
                  <a:srgbClr val="A31515"/>
                </a:solidFill>
                <a:latin typeface="Consolas"/>
                <a:cs typeface="Calibri"/>
              </a:rPr>
              <a:t>"</a:t>
            </a:r>
            <a:r>
              <a:rPr lang="da-DK" sz="1400" err="1">
                <a:solidFill>
                  <a:srgbClr val="A31515"/>
                </a:solidFill>
                <a:latin typeface="Consolas"/>
                <a:cs typeface="Calibri"/>
              </a:rPr>
              <a:t>Chars</a:t>
            </a:r>
            <a:r>
              <a:rPr lang="da-DK" sz="1400">
                <a:solidFill>
                  <a:srgbClr val="A31515"/>
                </a:solidFill>
                <a:latin typeface="Consolas"/>
                <a:cs typeface="Calibri"/>
              </a:rPr>
              <a:t>"</a:t>
            </a:r>
            <a:r>
              <a:rPr lang="da-DK" sz="1400">
                <a:solidFill>
                  <a:srgbClr val="000000"/>
                </a:solidFill>
                <a:latin typeface="Consolas"/>
                <a:cs typeface="Calibri"/>
              </a:rPr>
              <a:t>)]</a:t>
            </a:r>
          </a:p>
          <a:p>
            <a:pPr marL="0" indent="0">
              <a:spcBef>
                <a:spcPts val="0"/>
              </a:spcBef>
              <a:spcAft>
                <a:spcPts val="0"/>
              </a:spcAft>
              <a:buNone/>
            </a:pPr>
            <a:r>
              <a:rPr lang="da-DK" sz="1400">
                <a:solidFill>
                  <a:srgbClr val="000000"/>
                </a:solidFill>
                <a:latin typeface="Consolas"/>
                <a:cs typeface="Calibri"/>
              </a:rPr>
              <a:t>    </a:t>
            </a:r>
            <a:r>
              <a:rPr lang="da-DK" sz="1400">
                <a:solidFill>
                  <a:srgbClr val="0000FF"/>
                </a:solidFill>
                <a:latin typeface="Consolas"/>
                <a:cs typeface="Calibri"/>
              </a:rPr>
              <a:t>public</a:t>
            </a:r>
            <a:r>
              <a:rPr lang="da-DK" sz="1400">
                <a:solidFill>
                  <a:srgbClr val="000000"/>
                </a:solidFill>
                <a:latin typeface="Consolas"/>
                <a:cs typeface="Calibri"/>
              </a:rPr>
              <a:t> </a:t>
            </a:r>
            <a:r>
              <a:rPr lang="da-DK" sz="1400" err="1">
                <a:solidFill>
                  <a:srgbClr val="0000FF"/>
                </a:solidFill>
                <a:latin typeface="Consolas"/>
                <a:cs typeface="Calibri"/>
              </a:rPr>
              <a:t>sealed</a:t>
            </a:r>
            <a:r>
              <a:rPr lang="da-DK" sz="1400">
                <a:solidFill>
                  <a:srgbClr val="000000"/>
                </a:solidFill>
                <a:latin typeface="Consolas"/>
                <a:cs typeface="Calibri"/>
              </a:rPr>
              <a:t> </a:t>
            </a:r>
            <a:r>
              <a:rPr lang="da-DK" sz="1400">
                <a:solidFill>
                  <a:srgbClr val="0000FF"/>
                </a:solidFill>
                <a:latin typeface="Consolas"/>
                <a:cs typeface="Calibri"/>
              </a:rPr>
              <a:t>class</a:t>
            </a:r>
            <a:r>
              <a:rPr lang="da-DK" sz="1400">
                <a:solidFill>
                  <a:srgbClr val="000000"/>
                </a:solidFill>
                <a:latin typeface="Consolas"/>
                <a:cs typeface="Calibri"/>
              </a:rPr>
              <a:t> </a:t>
            </a:r>
            <a:r>
              <a:rPr lang="da-DK" sz="1400">
                <a:solidFill>
                  <a:srgbClr val="2B91AF"/>
                </a:solidFill>
                <a:latin typeface="Consolas"/>
                <a:cs typeface="Calibri"/>
              </a:rPr>
              <a:t>String</a:t>
            </a:r>
            <a:r>
              <a:rPr lang="da-DK" sz="1400">
                <a:solidFill>
                  <a:srgbClr val="000000"/>
                </a:solidFill>
                <a:latin typeface="Consolas"/>
                <a:cs typeface="Calibri"/>
              </a:rPr>
              <a:t> : </a:t>
            </a:r>
            <a:r>
              <a:rPr lang="da-DK" sz="1400" err="1">
                <a:solidFill>
                  <a:srgbClr val="2B91AF"/>
                </a:solidFill>
                <a:latin typeface="Consolas"/>
                <a:cs typeface="Calibri"/>
              </a:rPr>
              <a:t>IComparable</a:t>
            </a:r>
            <a:r>
              <a:rPr lang="da-DK" sz="1400">
                <a:solidFill>
                  <a:srgbClr val="000000"/>
                </a:solidFill>
                <a:latin typeface="Consolas"/>
                <a:cs typeface="Calibri"/>
              </a:rPr>
              <a:t>, </a:t>
            </a:r>
            <a:r>
              <a:rPr lang="da-DK" sz="1400" err="1">
                <a:solidFill>
                  <a:srgbClr val="2B91AF"/>
                </a:solidFill>
                <a:latin typeface="Consolas"/>
                <a:cs typeface="Calibri"/>
              </a:rPr>
              <a:t>ICloneable</a:t>
            </a:r>
            <a:r>
              <a:rPr lang="da-DK" sz="1400">
                <a:solidFill>
                  <a:srgbClr val="000000"/>
                </a:solidFill>
                <a:latin typeface="Consolas"/>
                <a:cs typeface="Calibri"/>
              </a:rPr>
              <a:t>, </a:t>
            </a:r>
            <a:r>
              <a:rPr lang="da-DK" sz="1400" err="1">
                <a:solidFill>
                  <a:srgbClr val="2B91AF"/>
                </a:solidFill>
                <a:latin typeface="Consolas"/>
                <a:cs typeface="Calibri"/>
              </a:rPr>
              <a:t>IConvertible</a:t>
            </a:r>
            <a:r>
              <a:rPr lang="da-DK" sz="1400">
                <a:solidFill>
                  <a:srgbClr val="000000"/>
                </a:solidFill>
                <a:latin typeface="Consolas"/>
                <a:cs typeface="Calibri"/>
              </a:rPr>
              <a:t>, </a:t>
            </a:r>
            <a:r>
              <a:rPr lang="da-DK" sz="1400" err="1">
                <a:solidFill>
                  <a:srgbClr val="2B91AF"/>
                </a:solidFill>
                <a:latin typeface="Consolas"/>
                <a:cs typeface="Calibri"/>
              </a:rPr>
              <a:t>IEnumerable</a:t>
            </a:r>
            <a:r>
              <a:rPr lang="da-DK" sz="1400">
                <a:solidFill>
                  <a:srgbClr val="000000"/>
                </a:solidFill>
                <a:latin typeface="Consolas"/>
                <a:cs typeface="Calibri"/>
              </a:rPr>
              <a:t>, </a:t>
            </a:r>
            <a:r>
              <a:rPr lang="da-DK" sz="1400" err="1">
                <a:solidFill>
                  <a:srgbClr val="2B91AF"/>
                </a:solidFill>
                <a:latin typeface="Consolas"/>
                <a:cs typeface="Calibri"/>
              </a:rPr>
              <a:t>IComparable</a:t>
            </a:r>
            <a:r>
              <a:rPr lang="da-DK" sz="1400">
                <a:solidFill>
                  <a:srgbClr val="000000"/>
                </a:solidFill>
                <a:latin typeface="Consolas"/>
                <a:cs typeface="Calibri"/>
              </a:rPr>
              <a:t>&lt;</a:t>
            </a:r>
            <a:r>
              <a:rPr lang="da-DK" sz="1400">
                <a:solidFill>
                  <a:srgbClr val="2B91AF"/>
                </a:solidFill>
                <a:latin typeface="Consolas"/>
                <a:cs typeface="Calibri"/>
              </a:rPr>
              <a:t>String</a:t>
            </a:r>
            <a:r>
              <a:rPr lang="da-DK" sz="1400">
                <a:solidFill>
                  <a:srgbClr val="000000"/>
                </a:solidFill>
                <a:latin typeface="Consolas"/>
                <a:cs typeface="Calibri"/>
              </a:rPr>
              <a:t>&gt;, </a:t>
            </a:r>
            <a:r>
              <a:rPr lang="ru-UA" sz="1400">
                <a:solidFill>
                  <a:srgbClr val="000000"/>
                </a:solidFill>
                <a:latin typeface="Consolas"/>
                <a:cs typeface="Calibri"/>
              </a:rPr>
              <a:t>						</a:t>
            </a:r>
            <a:r>
              <a:rPr lang="da-DK" sz="1400" err="1">
                <a:solidFill>
                  <a:srgbClr val="2B91AF"/>
                </a:solidFill>
                <a:latin typeface="Consolas"/>
                <a:cs typeface="Calibri"/>
              </a:rPr>
              <a:t>IEnumerable</a:t>
            </a:r>
            <a:r>
              <a:rPr lang="da-DK" sz="1400">
                <a:solidFill>
                  <a:srgbClr val="000000"/>
                </a:solidFill>
                <a:latin typeface="Consolas"/>
                <a:cs typeface="Calibri"/>
              </a:rPr>
              <a:t>&lt;</a:t>
            </a:r>
            <a:r>
              <a:rPr lang="da-DK" sz="1400" err="1">
                <a:solidFill>
                  <a:srgbClr val="0000FF"/>
                </a:solidFill>
                <a:latin typeface="Consolas"/>
                <a:cs typeface="Calibri"/>
              </a:rPr>
              <a:t>char</a:t>
            </a:r>
            <a:r>
              <a:rPr lang="da-DK" sz="1400">
                <a:solidFill>
                  <a:srgbClr val="000000"/>
                </a:solidFill>
                <a:latin typeface="Consolas"/>
                <a:cs typeface="Calibri"/>
              </a:rPr>
              <a:t>&gt;, </a:t>
            </a:r>
            <a:r>
              <a:rPr lang="da-DK" sz="1400" err="1">
                <a:solidFill>
                  <a:srgbClr val="2B91AF"/>
                </a:solidFill>
                <a:latin typeface="Consolas"/>
                <a:cs typeface="Calibri"/>
              </a:rPr>
              <a:t>IEquatable</a:t>
            </a:r>
            <a:r>
              <a:rPr lang="da-DK" sz="1400">
                <a:solidFill>
                  <a:srgbClr val="000000"/>
                </a:solidFill>
                <a:latin typeface="Consolas"/>
                <a:cs typeface="Calibri"/>
              </a:rPr>
              <a:t>&lt;</a:t>
            </a:r>
            <a:r>
              <a:rPr lang="da-DK" sz="1400">
                <a:solidFill>
                  <a:srgbClr val="2B91AF"/>
                </a:solidFill>
                <a:latin typeface="Consolas"/>
                <a:cs typeface="Calibri"/>
              </a:rPr>
              <a:t>String</a:t>
            </a:r>
            <a:r>
              <a:rPr lang="da-DK" sz="1400">
                <a:solidFill>
                  <a:srgbClr val="000000"/>
                </a:solidFill>
                <a:latin typeface="Consolas"/>
                <a:cs typeface="Calibri"/>
              </a:rPr>
              <a:t>&gt; {</a:t>
            </a:r>
          </a:p>
          <a:p>
            <a:pPr marL="0" indent="0">
              <a:spcBef>
                <a:spcPts val="0"/>
              </a:spcBef>
              <a:spcAft>
                <a:spcPts val="0"/>
              </a:spcAft>
              <a:buNone/>
            </a:pPr>
            <a:r>
              <a:rPr lang="ru-UA" sz="1400">
                <a:solidFill>
                  <a:srgbClr val="0000FF"/>
                </a:solidFill>
                <a:latin typeface="Consolas"/>
                <a:cs typeface="Calibri"/>
              </a:rPr>
              <a:t>	   </a:t>
            </a:r>
            <a:r>
              <a:rPr lang="en-US" sz="1400">
                <a:solidFill>
                  <a:srgbClr val="0000FF"/>
                </a:solidFill>
                <a:latin typeface="Consolas"/>
                <a:cs typeface="Calibri"/>
              </a:rPr>
              <a:t>public</a:t>
            </a:r>
            <a:r>
              <a:rPr lang="en-US" sz="1400">
                <a:solidFill>
                  <a:srgbClr val="000000"/>
                </a:solidFill>
                <a:latin typeface="Consolas"/>
                <a:cs typeface="Calibri"/>
              </a:rPr>
              <a:t> </a:t>
            </a:r>
            <a:r>
              <a:rPr lang="en-US" sz="1400">
                <a:solidFill>
                  <a:srgbClr val="0000FF"/>
                </a:solidFill>
                <a:latin typeface="Consolas"/>
                <a:cs typeface="Calibri"/>
              </a:rPr>
              <a:t>static</a:t>
            </a:r>
            <a:r>
              <a:rPr lang="en-US" sz="1400">
                <a:solidFill>
                  <a:srgbClr val="000000"/>
                </a:solidFill>
                <a:latin typeface="Consolas"/>
                <a:cs typeface="Calibri"/>
              </a:rPr>
              <a:t> </a:t>
            </a:r>
            <a:r>
              <a:rPr lang="en-US" sz="1400">
                <a:solidFill>
                  <a:srgbClr val="0000FF"/>
                </a:solidFill>
                <a:latin typeface="Consolas"/>
                <a:cs typeface="Calibri"/>
              </a:rPr>
              <a:t>readonly</a:t>
            </a:r>
            <a:r>
              <a:rPr lang="en-US" sz="1400">
                <a:solidFill>
                  <a:srgbClr val="000000"/>
                </a:solidFill>
                <a:latin typeface="Consolas"/>
                <a:cs typeface="Calibri"/>
              </a:rPr>
              <a:t> </a:t>
            </a:r>
            <a:r>
              <a:rPr lang="en-US" sz="1400">
                <a:solidFill>
                  <a:srgbClr val="2B91AF"/>
                </a:solidFill>
                <a:latin typeface="Consolas"/>
                <a:cs typeface="Calibri"/>
              </a:rPr>
              <a:t>String</a:t>
            </a:r>
            <a:r>
              <a:rPr lang="en-US" sz="1400">
                <a:solidFill>
                  <a:srgbClr val="000000"/>
                </a:solidFill>
                <a:latin typeface="Consolas"/>
                <a:cs typeface="Calibri"/>
              </a:rPr>
              <a:t> Empty;</a:t>
            </a:r>
          </a:p>
          <a:p>
            <a:pPr marL="0" indent="0">
              <a:spcBef>
                <a:spcPts val="0"/>
              </a:spcBef>
              <a:spcAft>
                <a:spcPts val="0"/>
              </a:spcAft>
              <a:buNone/>
            </a:pPr>
            <a:r>
              <a:rPr lang="ru-UA" sz="1400">
                <a:solidFill>
                  <a:srgbClr val="0000FF"/>
                </a:solidFill>
                <a:latin typeface="Consolas"/>
                <a:cs typeface="Calibri"/>
              </a:rPr>
              <a:t>	   </a:t>
            </a:r>
            <a:r>
              <a:rPr lang="da-DK" sz="1400">
                <a:solidFill>
                  <a:srgbClr val="0000FF"/>
                </a:solidFill>
                <a:latin typeface="Consolas"/>
                <a:cs typeface="Calibri"/>
              </a:rPr>
              <a:t>public</a:t>
            </a:r>
            <a:r>
              <a:rPr lang="da-DK" sz="1400">
                <a:solidFill>
                  <a:srgbClr val="000000"/>
                </a:solidFill>
                <a:latin typeface="Consolas"/>
                <a:cs typeface="Calibri"/>
              </a:rPr>
              <a:t> String(</a:t>
            </a:r>
            <a:r>
              <a:rPr lang="da-DK" sz="1400" err="1">
                <a:solidFill>
                  <a:srgbClr val="0000FF"/>
                </a:solidFill>
                <a:latin typeface="Consolas"/>
                <a:cs typeface="Calibri"/>
              </a:rPr>
              <a:t>char</a:t>
            </a:r>
            <a:r>
              <a:rPr lang="da-DK" sz="1400">
                <a:solidFill>
                  <a:srgbClr val="000000"/>
                </a:solidFill>
                <a:latin typeface="Consolas"/>
                <a:cs typeface="Calibri"/>
              </a:rPr>
              <a:t>[] </a:t>
            </a:r>
            <a:r>
              <a:rPr lang="da-DK" sz="1400" err="1">
                <a:solidFill>
                  <a:srgbClr val="000000"/>
                </a:solidFill>
                <a:latin typeface="Consolas"/>
                <a:cs typeface="Calibri"/>
              </a:rPr>
              <a:t>value</a:t>
            </a:r>
            <a:r>
              <a:rPr lang="da-DK" sz="1400">
                <a:solidFill>
                  <a:srgbClr val="000000"/>
                </a:solidFill>
                <a:latin typeface="Consolas"/>
                <a:cs typeface="Calibri"/>
              </a:rPr>
              <a:t>);</a:t>
            </a:r>
          </a:p>
          <a:p>
            <a:pPr marL="0" indent="0">
              <a:spcBef>
                <a:spcPts val="0"/>
              </a:spcBef>
              <a:spcAft>
                <a:spcPts val="0"/>
              </a:spcAft>
              <a:buNone/>
            </a:pPr>
            <a:r>
              <a:rPr lang="ru-UA" sz="1400">
                <a:solidFill>
                  <a:srgbClr val="0000FF"/>
                </a:solidFill>
                <a:latin typeface="Consolas"/>
                <a:cs typeface="Calibri"/>
              </a:rPr>
              <a:t>	   </a:t>
            </a:r>
            <a:r>
              <a:rPr lang="da-DK" sz="1400">
                <a:solidFill>
                  <a:srgbClr val="0000FF"/>
                </a:solidFill>
                <a:latin typeface="Consolas"/>
                <a:cs typeface="Calibri"/>
              </a:rPr>
              <a:t>public</a:t>
            </a:r>
            <a:r>
              <a:rPr lang="da-DK" sz="1400">
                <a:solidFill>
                  <a:srgbClr val="000000"/>
                </a:solidFill>
                <a:latin typeface="Consolas"/>
                <a:cs typeface="Calibri"/>
              </a:rPr>
              <a:t> String(</a:t>
            </a:r>
            <a:r>
              <a:rPr lang="da-DK" sz="1400" err="1">
                <a:solidFill>
                  <a:srgbClr val="0000FF"/>
                </a:solidFill>
                <a:latin typeface="Consolas"/>
                <a:cs typeface="Calibri"/>
              </a:rPr>
              <a:t>sbyte</a:t>
            </a:r>
            <a:r>
              <a:rPr lang="da-DK" sz="1400">
                <a:solidFill>
                  <a:srgbClr val="000000"/>
                </a:solidFill>
                <a:latin typeface="Consolas"/>
                <a:cs typeface="Calibri"/>
              </a:rPr>
              <a:t>* </a:t>
            </a:r>
            <a:r>
              <a:rPr lang="da-DK" sz="1400" err="1">
                <a:solidFill>
                  <a:srgbClr val="000000"/>
                </a:solidFill>
                <a:latin typeface="Consolas"/>
                <a:cs typeface="Calibri"/>
              </a:rPr>
              <a:t>value</a:t>
            </a:r>
            <a:r>
              <a:rPr lang="da-DK" sz="1400">
                <a:solidFill>
                  <a:srgbClr val="000000"/>
                </a:solidFill>
                <a:latin typeface="Consolas"/>
                <a:cs typeface="Calibri"/>
              </a:rPr>
              <a:t>);</a:t>
            </a:r>
          </a:p>
          <a:p>
            <a:pPr marL="0" indent="0">
              <a:spcBef>
                <a:spcPts val="0"/>
              </a:spcBef>
              <a:spcAft>
                <a:spcPts val="0"/>
              </a:spcAft>
              <a:buNone/>
            </a:pPr>
            <a:r>
              <a:rPr lang="ru-UA" sz="1400">
                <a:solidFill>
                  <a:srgbClr val="0000FF"/>
                </a:solidFill>
                <a:latin typeface="Consolas"/>
                <a:cs typeface="Calibri"/>
              </a:rPr>
              <a:t>	   </a:t>
            </a:r>
            <a:r>
              <a:rPr lang="da-DK" sz="1400">
                <a:solidFill>
                  <a:srgbClr val="0000FF"/>
                </a:solidFill>
                <a:latin typeface="Consolas"/>
                <a:cs typeface="Calibri"/>
              </a:rPr>
              <a:t>public</a:t>
            </a:r>
            <a:r>
              <a:rPr lang="da-DK" sz="1400">
                <a:solidFill>
                  <a:srgbClr val="000000"/>
                </a:solidFill>
                <a:latin typeface="Consolas"/>
                <a:cs typeface="Calibri"/>
              </a:rPr>
              <a:t> String(</a:t>
            </a:r>
            <a:r>
              <a:rPr lang="da-DK" sz="1400" err="1">
                <a:solidFill>
                  <a:srgbClr val="0000FF"/>
                </a:solidFill>
                <a:latin typeface="Consolas"/>
                <a:cs typeface="Calibri"/>
              </a:rPr>
              <a:t>char</a:t>
            </a:r>
            <a:r>
              <a:rPr lang="da-DK" sz="1400">
                <a:solidFill>
                  <a:srgbClr val="000000"/>
                </a:solidFill>
                <a:latin typeface="Consolas"/>
                <a:cs typeface="Calibri"/>
              </a:rPr>
              <a:t>* </a:t>
            </a:r>
            <a:r>
              <a:rPr lang="da-DK" sz="1400" err="1">
                <a:solidFill>
                  <a:srgbClr val="000000"/>
                </a:solidFill>
                <a:latin typeface="Consolas"/>
                <a:cs typeface="Calibri"/>
              </a:rPr>
              <a:t>value</a:t>
            </a:r>
            <a:r>
              <a:rPr lang="da-DK" sz="1400">
                <a:solidFill>
                  <a:srgbClr val="000000"/>
                </a:solidFill>
                <a:latin typeface="Consolas"/>
                <a:cs typeface="Calibri"/>
              </a:rPr>
              <a:t>);</a:t>
            </a:r>
          </a:p>
          <a:p>
            <a:pPr marL="0" indent="0">
              <a:spcBef>
                <a:spcPts val="0"/>
              </a:spcBef>
              <a:spcAft>
                <a:spcPts val="0"/>
              </a:spcAft>
              <a:buNone/>
            </a:pPr>
            <a:r>
              <a:rPr lang="ru-UA" sz="1400">
                <a:solidFill>
                  <a:srgbClr val="0000FF"/>
                </a:solidFill>
                <a:latin typeface="Consolas"/>
                <a:cs typeface="Calibri"/>
              </a:rPr>
              <a:t>	   </a:t>
            </a:r>
            <a:r>
              <a:rPr lang="en-US" sz="1400">
                <a:solidFill>
                  <a:srgbClr val="0000FF"/>
                </a:solidFill>
                <a:latin typeface="Consolas"/>
                <a:cs typeface="Calibri"/>
              </a:rPr>
              <a:t>public</a:t>
            </a:r>
            <a:r>
              <a:rPr lang="en-US" sz="1400">
                <a:solidFill>
                  <a:srgbClr val="000000"/>
                </a:solidFill>
                <a:latin typeface="Consolas"/>
                <a:cs typeface="Calibri"/>
              </a:rPr>
              <a:t> String(</a:t>
            </a:r>
            <a:r>
              <a:rPr lang="en-US" sz="1400">
                <a:solidFill>
                  <a:srgbClr val="0000FF"/>
                </a:solidFill>
                <a:latin typeface="Consolas"/>
                <a:cs typeface="Calibri"/>
              </a:rPr>
              <a:t>char</a:t>
            </a:r>
            <a:r>
              <a:rPr lang="en-US" sz="1400">
                <a:solidFill>
                  <a:srgbClr val="000000"/>
                </a:solidFill>
                <a:latin typeface="Consolas"/>
                <a:cs typeface="Calibri"/>
              </a:rPr>
              <a:t> c, </a:t>
            </a:r>
            <a:r>
              <a:rPr lang="en-US" sz="1400">
                <a:solidFill>
                  <a:srgbClr val="0000FF"/>
                </a:solidFill>
                <a:latin typeface="Consolas"/>
                <a:cs typeface="Calibri"/>
              </a:rPr>
              <a:t>int</a:t>
            </a:r>
            <a:r>
              <a:rPr lang="en-US" sz="1400">
                <a:solidFill>
                  <a:srgbClr val="000000"/>
                </a:solidFill>
                <a:latin typeface="Consolas"/>
                <a:cs typeface="Calibri"/>
              </a:rPr>
              <a:t> count);</a:t>
            </a:r>
          </a:p>
          <a:p>
            <a:pPr marL="0" indent="0">
              <a:spcBef>
                <a:spcPts val="0"/>
              </a:spcBef>
              <a:spcAft>
                <a:spcPts val="0"/>
              </a:spcAft>
              <a:buNone/>
            </a:pPr>
            <a:r>
              <a:rPr lang="ru-UA" sz="1400">
                <a:solidFill>
                  <a:srgbClr val="0000FF"/>
                </a:solidFill>
                <a:latin typeface="Consolas"/>
                <a:cs typeface="Calibri"/>
              </a:rPr>
              <a:t>	   </a:t>
            </a:r>
            <a:r>
              <a:rPr lang="en-US" sz="1400">
                <a:solidFill>
                  <a:srgbClr val="0000FF"/>
                </a:solidFill>
                <a:latin typeface="Consolas"/>
                <a:cs typeface="Calibri"/>
              </a:rPr>
              <a:t>public</a:t>
            </a:r>
            <a:r>
              <a:rPr lang="en-US" sz="1400">
                <a:solidFill>
                  <a:srgbClr val="000000"/>
                </a:solidFill>
                <a:latin typeface="Consolas"/>
                <a:cs typeface="Calibri"/>
              </a:rPr>
              <a:t> String(</a:t>
            </a:r>
            <a:r>
              <a:rPr lang="en-US" sz="1400">
                <a:solidFill>
                  <a:srgbClr val="0000FF"/>
                </a:solidFill>
                <a:latin typeface="Consolas"/>
                <a:cs typeface="Calibri"/>
              </a:rPr>
              <a:t>char</a:t>
            </a:r>
            <a:r>
              <a:rPr lang="en-US" sz="1400">
                <a:solidFill>
                  <a:srgbClr val="000000"/>
                </a:solidFill>
                <a:latin typeface="Consolas"/>
                <a:cs typeface="Calibri"/>
              </a:rPr>
              <a:t>[] value, </a:t>
            </a:r>
            <a:r>
              <a:rPr lang="en-US" sz="1400">
                <a:solidFill>
                  <a:srgbClr val="0000FF"/>
                </a:solidFill>
                <a:latin typeface="Consolas"/>
                <a:cs typeface="Calibri"/>
              </a:rPr>
              <a:t>int</a:t>
            </a:r>
            <a:r>
              <a:rPr lang="en-US" sz="1400">
                <a:solidFill>
                  <a:srgbClr val="000000"/>
                </a:solidFill>
                <a:latin typeface="Consolas"/>
                <a:cs typeface="Calibri"/>
              </a:rPr>
              <a:t> </a:t>
            </a:r>
            <a:r>
              <a:rPr lang="en-US" sz="1400" err="1">
                <a:solidFill>
                  <a:srgbClr val="000000"/>
                </a:solidFill>
                <a:latin typeface="Consolas"/>
                <a:cs typeface="Calibri"/>
              </a:rPr>
              <a:t>startIndex</a:t>
            </a:r>
            <a:r>
              <a:rPr lang="en-US" sz="1400">
                <a:solidFill>
                  <a:srgbClr val="000000"/>
                </a:solidFill>
                <a:latin typeface="Consolas"/>
                <a:cs typeface="Calibri"/>
              </a:rPr>
              <a:t>, </a:t>
            </a:r>
            <a:r>
              <a:rPr lang="en-US" sz="1400">
                <a:solidFill>
                  <a:srgbClr val="0000FF"/>
                </a:solidFill>
                <a:latin typeface="Consolas"/>
                <a:cs typeface="Calibri"/>
              </a:rPr>
              <a:t>int</a:t>
            </a:r>
            <a:r>
              <a:rPr lang="en-US" sz="1400">
                <a:solidFill>
                  <a:srgbClr val="000000"/>
                </a:solidFill>
                <a:latin typeface="Consolas"/>
                <a:cs typeface="Calibri"/>
              </a:rPr>
              <a:t> length);</a:t>
            </a:r>
          </a:p>
          <a:p>
            <a:pPr marL="0" indent="0">
              <a:spcBef>
                <a:spcPts val="0"/>
              </a:spcBef>
              <a:spcAft>
                <a:spcPts val="0"/>
              </a:spcAft>
              <a:buNone/>
            </a:pPr>
            <a:r>
              <a:rPr lang="ru-UA" sz="1400">
                <a:solidFill>
                  <a:srgbClr val="0000FF"/>
                </a:solidFill>
                <a:latin typeface="Consolas"/>
                <a:cs typeface="Calibri"/>
              </a:rPr>
              <a:t>	   </a:t>
            </a:r>
            <a:r>
              <a:rPr lang="en-US" sz="1400">
                <a:solidFill>
                  <a:srgbClr val="0000FF"/>
                </a:solidFill>
                <a:latin typeface="Consolas"/>
                <a:cs typeface="Calibri"/>
              </a:rPr>
              <a:t>public</a:t>
            </a:r>
            <a:r>
              <a:rPr lang="en-US" sz="1400">
                <a:solidFill>
                  <a:srgbClr val="000000"/>
                </a:solidFill>
                <a:latin typeface="Consolas"/>
                <a:cs typeface="Calibri"/>
              </a:rPr>
              <a:t> String(</a:t>
            </a:r>
            <a:r>
              <a:rPr lang="en-US" sz="1400" err="1">
                <a:solidFill>
                  <a:srgbClr val="0000FF"/>
                </a:solidFill>
                <a:latin typeface="Consolas"/>
                <a:cs typeface="Calibri"/>
              </a:rPr>
              <a:t>sbyte</a:t>
            </a:r>
            <a:r>
              <a:rPr lang="en-US" sz="1400">
                <a:solidFill>
                  <a:srgbClr val="000000"/>
                </a:solidFill>
                <a:latin typeface="Consolas"/>
                <a:cs typeface="Calibri"/>
              </a:rPr>
              <a:t>* value, </a:t>
            </a:r>
            <a:r>
              <a:rPr lang="en-US" sz="1400">
                <a:solidFill>
                  <a:srgbClr val="0000FF"/>
                </a:solidFill>
                <a:latin typeface="Consolas"/>
                <a:cs typeface="Calibri"/>
              </a:rPr>
              <a:t>int</a:t>
            </a:r>
            <a:r>
              <a:rPr lang="en-US" sz="1400">
                <a:solidFill>
                  <a:srgbClr val="000000"/>
                </a:solidFill>
                <a:latin typeface="Consolas"/>
                <a:cs typeface="Calibri"/>
              </a:rPr>
              <a:t> </a:t>
            </a:r>
            <a:r>
              <a:rPr lang="en-US" sz="1400" err="1">
                <a:solidFill>
                  <a:srgbClr val="000000"/>
                </a:solidFill>
                <a:latin typeface="Consolas"/>
                <a:cs typeface="Calibri"/>
              </a:rPr>
              <a:t>startIndex</a:t>
            </a:r>
            <a:r>
              <a:rPr lang="en-US" sz="1400">
                <a:solidFill>
                  <a:srgbClr val="000000"/>
                </a:solidFill>
                <a:latin typeface="Consolas"/>
                <a:cs typeface="Calibri"/>
              </a:rPr>
              <a:t>, </a:t>
            </a:r>
            <a:r>
              <a:rPr lang="en-US" sz="1400">
                <a:solidFill>
                  <a:srgbClr val="0000FF"/>
                </a:solidFill>
                <a:latin typeface="Consolas"/>
                <a:cs typeface="Calibri"/>
              </a:rPr>
              <a:t>int</a:t>
            </a:r>
            <a:r>
              <a:rPr lang="en-US" sz="1400">
                <a:solidFill>
                  <a:srgbClr val="000000"/>
                </a:solidFill>
                <a:latin typeface="Consolas"/>
                <a:cs typeface="Calibri"/>
              </a:rPr>
              <a:t> length);</a:t>
            </a:r>
          </a:p>
          <a:p>
            <a:pPr marL="0" indent="0">
              <a:spcBef>
                <a:spcPts val="0"/>
              </a:spcBef>
              <a:spcAft>
                <a:spcPts val="0"/>
              </a:spcAft>
              <a:buNone/>
            </a:pPr>
            <a:r>
              <a:rPr lang="ru-UA" sz="1400">
                <a:solidFill>
                  <a:srgbClr val="0000FF"/>
                </a:solidFill>
                <a:latin typeface="Consolas"/>
                <a:cs typeface="Calibri"/>
              </a:rPr>
              <a:t>	   </a:t>
            </a:r>
            <a:r>
              <a:rPr lang="en-US" sz="1400">
                <a:solidFill>
                  <a:srgbClr val="0000FF"/>
                </a:solidFill>
                <a:latin typeface="Consolas"/>
                <a:cs typeface="Calibri"/>
              </a:rPr>
              <a:t>public</a:t>
            </a:r>
            <a:r>
              <a:rPr lang="en-US" sz="1400">
                <a:solidFill>
                  <a:srgbClr val="000000"/>
                </a:solidFill>
                <a:latin typeface="Consolas"/>
                <a:cs typeface="Calibri"/>
              </a:rPr>
              <a:t> String(</a:t>
            </a:r>
            <a:r>
              <a:rPr lang="en-US" sz="1400">
                <a:solidFill>
                  <a:srgbClr val="0000FF"/>
                </a:solidFill>
                <a:latin typeface="Consolas"/>
                <a:cs typeface="Calibri"/>
              </a:rPr>
              <a:t>char</a:t>
            </a:r>
            <a:r>
              <a:rPr lang="en-US" sz="1400">
                <a:solidFill>
                  <a:srgbClr val="000000"/>
                </a:solidFill>
                <a:latin typeface="Consolas"/>
                <a:cs typeface="Calibri"/>
              </a:rPr>
              <a:t>* value, </a:t>
            </a:r>
            <a:r>
              <a:rPr lang="en-US" sz="1400">
                <a:solidFill>
                  <a:srgbClr val="0000FF"/>
                </a:solidFill>
                <a:latin typeface="Consolas"/>
                <a:cs typeface="Calibri"/>
              </a:rPr>
              <a:t>int</a:t>
            </a:r>
            <a:r>
              <a:rPr lang="en-US" sz="1400">
                <a:solidFill>
                  <a:srgbClr val="000000"/>
                </a:solidFill>
                <a:latin typeface="Consolas"/>
                <a:cs typeface="Calibri"/>
              </a:rPr>
              <a:t> </a:t>
            </a:r>
            <a:r>
              <a:rPr lang="en-US" sz="1400" err="1">
                <a:solidFill>
                  <a:srgbClr val="000000"/>
                </a:solidFill>
                <a:latin typeface="Consolas"/>
                <a:cs typeface="Calibri"/>
              </a:rPr>
              <a:t>startIndex</a:t>
            </a:r>
            <a:r>
              <a:rPr lang="en-US" sz="1400">
                <a:solidFill>
                  <a:srgbClr val="000000"/>
                </a:solidFill>
                <a:latin typeface="Consolas"/>
                <a:cs typeface="Calibri"/>
              </a:rPr>
              <a:t>, </a:t>
            </a:r>
            <a:r>
              <a:rPr lang="en-US" sz="1400">
                <a:solidFill>
                  <a:srgbClr val="0000FF"/>
                </a:solidFill>
                <a:latin typeface="Consolas"/>
                <a:cs typeface="Calibri"/>
              </a:rPr>
              <a:t>int</a:t>
            </a:r>
            <a:r>
              <a:rPr lang="en-US" sz="1400">
                <a:solidFill>
                  <a:srgbClr val="000000"/>
                </a:solidFill>
                <a:latin typeface="Consolas"/>
                <a:cs typeface="Calibri"/>
              </a:rPr>
              <a:t> length);</a:t>
            </a:r>
          </a:p>
          <a:p>
            <a:pPr marL="0" indent="0">
              <a:spcBef>
                <a:spcPts val="0"/>
              </a:spcBef>
              <a:spcAft>
                <a:spcPts val="0"/>
              </a:spcAft>
              <a:buNone/>
            </a:pPr>
            <a:r>
              <a:rPr lang="ru-UA" sz="1400">
                <a:solidFill>
                  <a:srgbClr val="0000FF"/>
                </a:solidFill>
                <a:latin typeface="Consolas"/>
                <a:cs typeface="Calibri"/>
              </a:rPr>
              <a:t>	   </a:t>
            </a:r>
            <a:r>
              <a:rPr lang="en-US" sz="1400">
                <a:solidFill>
                  <a:srgbClr val="0000FF"/>
                </a:solidFill>
                <a:latin typeface="Consolas"/>
                <a:cs typeface="Calibri"/>
              </a:rPr>
              <a:t>public</a:t>
            </a:r>
            <a:r>
              <a:rPr lang="en-US" sz="1400">
                <a:solidFill>
                  <a:srgbClr val="000000"/>
                </a:solidFill>
                <a:latin typeface="Consolas"/>
                <a:cs typeface="Calibri"/>
              </a:rPr>
              <a:t> String(</a:t>
            </a:r>
            <a:r>
              <a:rPr lang="en-US" sz="1400" err="1">
                <a:solidFill>
                  <a:srgbClr val="0000FF"/>
                </a:solidFill>
                <a:latin typeface="Consolas"/>
                <a:cs typeface="Calibri"/>
              </a:rPr>
              <a:t>sbyte</a:t>
            </a:r>
            <a:r>
              <a:rPr lang="en-US" sz="1400">
                <a:solidFill>
                  <a:srgbClr val="000000"/>
                </a:solidFill>
                <a:latin typeface="Consolas"/>
                <a:cs typeface="Calibri"/>
              </a:rPr>
              <a:t>* value, </a:t>
            </a:r>
            <a:r>
              <a:rPr lang="en-US" sz="1400">
                <a:solidFill>
                  <a:srgbClr val="0000FF"/>
                </a:solidFill>
                <a:latin typeface="Consolas"/>
                <a:cs typeface="Calibri"/>
              </a:rPr>
              <a:t>int</a:t>
            </a:r>
            <a:r>
              <a:rPr lang="en-US" sz="1400">
                <a:solidFill>
                  <a:srgbClr val="000000"/>
                </a:solidFill>
                <a:latin typeface="Consolas"/>
                <a:cs typeface="Calibri"/>
              </a:rPr>
              <a:t> </a:t>
            </a:r>
            <a:r>
              <a:rPr lang="en-US" sz="1400" err="1">
                <a:solidFill>
                  <a:srgbClr val="000000"/>
                </a:solidFill>
                <a:latin typeface="Consolas"/>
                <a:cs typeface="Calibri"/>
              </a:rPr>
              <a:t>startIndex</a:t>
            </a:r>
            <a:r>
              <a:rPr lang="en-US" sz="1400">
                <a:solidFill>
                  <a:srgbClr val="000000"/>
                </a:solidFill>
                <a:latin typeface="Consolas"/>
                <a:cs typeface="Calibri"/>
              </a:rPr>
              <a:t>, </a:t>
            </a:r>
            <a:r>
              <a:rPr lang="en-US" sz="1400">
                <a:solidFill>
                  <a:srgbClr val="0000FF"/>
                </a:solidFill>
                <a:latin typeface="Consolas"/>
                <a:cs typeface="Calibri"/>
              </a:rPr>
              <a:t>int</a:t>
            </a:r>
            <a:r>
              <a:rPr lang="en-US" sz="1400">
                <a:solidFill>
                  <a:srgbClr val="000000"/>
                </a:solidFill>
                <a:latin typeface="Consolas"/>
                <a:cs typeface="Calibri"/>
              </a:rPr>
              <a:t> length, </a:t>
            </a:r>
            <a:r>
              <a:rPr lang="en-US" sz="1400">
                <a:solidFill>
                  <a:srgbClr val="2B91AF"/>
                </a:solidFill>
                <a:latin typeface="Consolas"/>
                <a:cs typeface="Calibri"/>
              </a:rPr>
              <a:t>Encoding</a:t>
            </a:r>
            <a:r>
              <a:rPr lang="en-US" sz="1400">
                <a:solidFill>
                  <a:srgbClr val="000000"/>
                </a:solidFill>
                <a:latin typeface="Consolas"/>
                <a:cs typeface="Calibri"/>
              </a:rPr>
              <a:t> enc);</a:t>
            </a:r>
            <a:endParaRPr lang="ru-UA" sz="1400">
              <a:solidFill>
                <a:srgbClr val="000000"/>
              </a:solidFill>
              <a:latin typeface="Consolas"/>
              <a:cs typeface="Calibri"/>
            </a:endParaRPr>
          </a:p>
          <a:p>
            <a:pPr marL="0" indent="0">
              <a:spcBef>
                <a:spcPts val="0"/>
              </a:spcBef>
              <a:spcAft>
                <a:spcPts val="0"/>
              </a:spcAft>
              <a:buNone/>
            </a:pPr>
            <a:endParaRPr lang="ru-UA" sz="1400">
              <a:solidFill>
                <a:srgbClr val="000000"/>
              </a:solidFill>
              <a:latin typeface="Consolas" panose="020B0609020204030204" pitchFamily="49" charset="0"/>
            </a:endParaRPr>
          </a:p>
          <a:p>
            <a:pPr marL="0" indent="0" algn="ctr">
              <a:spcBef>
                <a:spcPts val="0"/>
              </a:spcBef>
              <a:spcAft>
                <a:spcPts val="0"/>
              </a:spcAft>
              <a:buNone/>
            </a:pPr>
            <a:r>
              <a:rPr lang="en-GB" sz="1400" b="1" i="1">
                <a:solidFill>
                  <a:srgbClr val="000000"/>
                </a:solidFill>
                <a:latin typeface="Consolas" panose="020B0609020204030204" pitchFamily="49" charset="0"/>
              </a:rPr>
              <a:t>…</a:t>
            </a:r>
            <a:endParaRPr lang="da-DK" sz="1400" b="1" i="1"/>
          </a:p>
        </p:txBody>
      </p:sp>
    </p:spTree>
    <p:extLst>
      <p:ext uri="{BB962C8B-B14F-4D97-AF65-F5344CB8AC3E}">
        <p14:creationId xmlns:p14="http://schemas.microsoft.com/office/powerpoint/2010/main" val="7852240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8230AB-AD48-40CE-9133-0761474063FA}"/>
              </a:ext>
            </a:extLst>
          </p:cNvPr>
          <p:cNvSpPr>
            <a:spLocks noGrp="1"/>
          </p:cNvSpPr>
          <p:nvPr>
            <p:ph type="sldNum" sz="quarter" idx="11"/>
          </p:nvPr>
        </p:nvSpPr>
        <p:spPr/>
        <p:txBody>
          <a:bodyPr/>
          <a:lstStyle/>
          <a:p>
            <a:fld id="{E16BA917-7F09-4B8D-AF07-F52890C14046}" type="slidenum">
              <a:rPr lang="da-DK" smtClean="0"/>
              <a:pPr/>
              <a:t>59</a:t>
            </a:fld>
            <a:endParaRPr lang="da-DK"/>
          </a:p>
        </p:txBody>
      </p:sp>
      <p:sp>
        <p:nvSpPr>
          <p:cNvPr id="3" name="Text Placeholder 2">
            <a:extLst>
              <a:ext uri="{FF2B5EF4-FFF2-40B4-BE49-F238E27FC236}">
                <a16:creationId xmlns:a16="http://schemas.microsoft.com/office/drawing/2014/main" id="{BFD2053F-B4BE-44BA-AB62-E3ED31299F60}"/>
              </a:ext>
            </a:extLst>
          </p:cNvPr>
          <p:cNvSpPr>
            <a:spLocks noGrp="1"/>
          </p:cNvSpPr>
          <p:nvPr>
            <p:ph type="body" sz="quarter" idx="17"/>
          </p:nvPr>
        </p:nvSpPr>
        <p:spPr/>
        <p:txBody>
          <a:bodyPr/>
          <a:lstStyle/>
          <a:p>
            <a:r>
              <a:rPr lang="en-GB"/>
              <a:t>What is a string builder</a:t>
            </a:r>
            <a:endParaRPr lang="da-DK"/>
          </a:p>
        </p:txBody>
      </p:sp>
      <p:sp>
        <p:nvSpPr>
          <p:cNvPr id="4" name="Title 3">
            <a:extLst>
              <a:ext uri="{FF2B5EF4-FFF2-40B4-BE49-F238E27FC236}">
                <a16:creationId xmlns:a16="http://schemas.microsoft.com/office/drawing/2014/main" id="{49C906D3-87CD-4996-94DA-64DD31DA6A9A}"/>
              </a:ext>
            </a:extLst>
          </p:cNvPr>
          <p:cNvSpPr>
            <a:spLocks noGrp="1"/>
          </p:cNvSpPr>
          <p:nvPr>
            <p:ph type="title"/>
          </p:nvPr>
        </p:nvSpPr>
        <p:spPr/>
        <p:txBody>
          <a:bodyPr/>
          <a:lstStyle/>
          <a:p>
            <a:r>
              <a:rPr lang="en-GB"/>
              <a:t>String builder</a:t>
            </a:r>
            <a:endParaRPr lang="da-DK"/>
          </a:p>
        </p:txBody>
      </p:sp>
      <p:sp>
        <p:nvSpPr>
          <p:cNvPr id="9" name="TextBox 8">
            <a:extLst>
              <a:ext uri="{FF2B5EF4-FFF2-40B4-BE49-F238E27FC236}">
                <a16:creationId xmlns:a16="http://schemas.microsoft.com/office/drawing/2014/main" id="{DF353EE4-109D-405C-8BCC-FEC622AD94F9}"/>
              </a:ext>
            </a:extLst>
          </p:cNvPr>
          <p:cNvSpPr txBox="1"/>
          <p:nvPr/>
        </p:nvSpPr>
        <p:spPr>
          <a:xfrm>
            <a:off x="670981" y="1458383"/>
            <a:ext cx="10878759" cy="4497741"/>
          </a:xfrm>
          <a:prstGeom prst="rect">
            <a:avLst/>
          </a:prstGeom>
          <a:noFill/>
        </p:spPr>
        <p:txBody>
          <a:bodyPr wrap="none" lIns="0" tIns="0" rIns="0" bIns="0" rtlCol="0" anchor="t">
            <a:noAutofit/>
          </a:bodyPr>
          <a:lstStyle/>
          <a:p>
            <a:r>
              <a:rPr lang="da-DK" sz="1800">
                <a:solidFill>
                  <a:srgbClr val="0000FF"/>
                </a:solidFill>
                <a:latin typeface="Consolas"/>
                <a:ea typeface="ＭＳ Ｐゴシック"/>
              </a:rPr>
              <a:t>namespace</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System.Text</a:t>
            </a:r>
            <a:r>
              <a:rPr lang="da-DK" sz="1800">
                <a:solidFill>
                  <a:srgbClr val="000000"/>
                </a:solidFill>
                <a:latin typeface="Consolas"/>
                <a:ea typeface="ＭＳ Ｐゴシック"/>
              </a:rPr>
              <a:t> {</a:t>
            </a: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008000"/>
                </a:solidFill>
                <a:latin typeface="Consolas"/>
                <a:ea typeface="ＭＳ Ｐゴシック"/>
              </a:rPr>
              <a:t>//</a:t>
            </a:r>
            <a:endParaRPr lang="da-DK" sz="1800">
              <a:solidFill>
                <a:srgbClr val="000000"/>
              </a:solidFill>
              <a:latin typeface="Consolas"/>
              <a:ea typeface="ＭＳ Ｐゴシック"/>
            </a:endParaRPr>
          </a:p>
          <a:p>
            <a:r>
              <a:rPr lang="da-DK">
                <a:solidFill>
                  <a:srgbClr val="000000"/>
                </a:solidFill>
                <a:latin typeface="Consolas"/>
                <a:ea typeface="ＭＳ Ｐゴシック"/>
              </a:rPr>
              <a:t>   </a:t>
            </a:r>
            <a:r>
              <a:rPr lang="da-DK" sz="1800">
                <a:solidFill>
                  <a:srgbClr val="000000"/>
                </a:solidFill>
                <a:latin typeface="Consolas"/>
                <a:ea typeface="ＭＳ Ｐゴシック"/>
              </a:rPr>
              <a:t> </a:t>
            </a:r>
            <a:r>
              <a:rPr lang="da-DK" sz="1800">
                <a:solidFill>
                  <a:srgbClr val="008000"/>
                </a:solidFill>
                <a:latin typeface="Consolas"/>
                <a:ea typeface="ＭＳ Ｐゴシック"/>
              </a:rPr>
              <a:t>// Summary:</a:t>
            </a:r>
            <a:endParaRPr lang="da-DK" sz="1800">
              <a:solidFill>
                <a:srgbClr val="000000"/>
              </a:solidFill>
              <a:latin typeface="Consolas"/>
              <a:ea typeface="ＭＳ Ｐゴシック"/>
            </a:endParaRPr>
          </a:p>
          <a:p>
            <a:r>
              <a:rPr lang="en-US">
                <a:solidFill>
                  <a:srgbClr val="000000"/>
                </a:solidFill>
                <a:latin typeface="Consolas"/>
                <a:ea typeface="ＭＳ Ｐゴシック"/>
              </a:rPr>
              <a:t>   </a:t>
            </a:r>
            <a:r>
              <a:rPr lang="en-US" sz="1800">
                <a:solidFill>
                  <a:srgbClr val="000000"/>
                </a:solidFill>
                <a:latin typeface="Consolas"/>
                <a:ea typeface="ＭＳ Ｐゴシック"/>
              </a:rPr>
              <a:t> </a:t>
            </a:r>
            <a:r>
              <a:rPr lang="en-US" sz="1800">
                <a:solidFill>
                  <a:srgbClr val="008000"/>
                </a:solidFill>
                <a:latin typeface="Consolas"/>
                <a:ea typeface="ＭＳ Ｐゴシック"/>
              </a:rPr>
              <a:t>//</a:t>
            </a:r>
            <a:r>
              <a:rPr lang="en-US">
                <a:solidFill>
                  <a:srgbClr val="008000"/>
                </a:solidFill>
                <a:latin typeface="Consolas"/>
                <a:ea typeface="ＭＳ Ｐゴシック"/>
              </a:rPr>
              <a:t>    </a:t>
            </a:r>
            <a:r>
              <a:rPr lang="en-US" sz="1800">
                <a:solidFill>
                  <a:srgbClr val="008000"/>
                </a:solidFill>
                <a:latin typeface="Consolas"/>
                <a:ea typeface="ＭＳ Ｐゴシック"/>
              </a:rPr>
              <a:t> Represents a mutable string of characters. This class cannot be </a:t>
            </a:r>
            <a:r>
              <a:rPr lang="en-US" sz="1800" err="1">
                <a:solidFill>
                  <a:srgbClr val="008000"/>
                </a:solidFill>
                <a:latin typeface="Consolas"/>
                <a:ea typeface="ＭＳ Ｐゴシック"/>
              </a:rPr>
              <a:t>inherited.To</a:t>
            </a:r>
            <a:endParaRPr lang="en-US" sz="1800">
              <a:solidFill>
                <a:srgbClr val="000000"/>
              </a:solidFill>
              <a:latin typeface="Consolas"/>
              <a:ea typeface="ＭＳ Ｐゴシック"/>
            </a:endParaRPr>
          </a:p>
          <a:p>
            <a:r>
              <a:rPr lang="en-US">
                <a:solidFill>
                  <a:srgbClr val="000000"/>
                </a:solidFill>
                <a:latin typeface="Consolas"/>
                <a:ea typeface="ＭＳ Ｐゴシック"/>
              </a:rPr>
              <a:t>   </a:t>
            </a:r>
            <a:r>
              <a:rPr lang="en-US" sz="1800">
                <a:solidFill>
                  <a:srgbClr val="000000"/>
                </a:solidFill>
                <a:latin typeface="Consolas"/>
                <a:ea typeface="ＭＳ Ｐゴシック"/>
              </a:rPr>
              <a:t> </a:t>
            </a:r>
            <a:r>
              <a:rPr lang="en-US" sz="1800">
                <a:solidFill>
                  <a:srgbClr val="008000"/>
                </a:solidFill>
                <a:latin typeface="Consolas"/>
                <a:ea typeface="ＭＳ Ｐゴシック"/>
              </a:rPr>
              <a:t>//</a:t>
            </a:r>
            <a:r>
              <a:rPr lang="en-US">
                <a:solidFill>
                  <a:srgbClr val="008000"/>
                </a:solidFill>
                <a:latin typeface="Consolas"/>
                <a:ea typeface="ＭＳ Ｐゴシック"/>
              </a:rPr>
              <a:t>    </a:t>
            </a:r>
            <a:r>
              <a:rPr lang="en-US" sz="1800">
                <a:solidFill>
                  <a:srgbClr val="008000"/>
                </a:solidFill>
                <a:latin typeface="Consolas"/>
                <a:ea typeface="ＭＳ Ｐゴシック"/>
              </a:rPr>
              <a:t> browse the .NET Framework source code for this type, see the Reference Source.</a:t>
            </a:r>
            <a:endParaRPr lang="en-US" sz="1800">
              <a:solidFill>
                <a:srgbClr val="000000"/>
              </a:solidFill>
              <a:latin typeface="Consolas"/>
              <a:ea typeface="ＭＳ Ｐゴシック"/>
            </a:endParaRPr>
          </a:p>
          <a:p>
            <a:r>
              <a:rPr lang="en-US">
                <a:solidFill>
                  <a:srgbClr val="0000FF"/>
                </a:solidFill>
                <a:latin typeface="Consolas"/>
                <a:ea typeface="ＭＳ Ｐゴシック"/>
              </a:rPr>
              <a:t>    </a:t>
            </a:r>
            <a:r>
              <a:rPr lang="en-US" sz="1800">
                <a:solidFill>
                  <a:srgbClr val="0000FF"/>
                </a:solidFill>
                <a:latin typeface="Consolas"/>
                <a:ea typeface="ＭＳ Ｐゴシック"/>
              </a:rPr>
              <a:t>public</a:t>
            </a:r>
            <a:r>
              <a:rPr lang="en-US" sz="1800">
                <a:solidFill>
                  <a:srgbClr val="000000"/>
                </a:solidFill>
                <a:latin typeface="Consolas"/>
                <a:ea typeface="ＭＳ Ｐゴシック"/>
              </a:rPr>
              <a:t> </a:t>
            </a:r>
            <a:r>
              <a:rPr lang="en-US" sz="1800">
                <a:solidFill>
                  <a:srgbClr val="0000FF"/>
                </a:solidFill>
                <a:latin typeface="Consolas"/>
                <a:ea typeface="ＭＳ Ｐゴシック"/>
              </a:rPr>
              <a:t>sealed</a:t>
            </a:r>
            <a:r>
              <a:rPr lang="en-US" sz="1800">
                <a:solidFill>
                  <a:srgbClr val="000000"/>
                </a:solidFill>
                <a:latin typeface="Consolas"/>
                <a:ea typeface="ＭＳ Ｐゴシック"/>
              </a:rPr>
              <a:t> </a:t>
            </a:r>
            <a:r>
              <a:rPr lang="en-US" sz="1800">
                <a:solidFill>
                  <a:srgbClr val="0000FF"/>
                </a:solidFill>
                <a:latin typeface="Consolas"/>
                <a:ea typeface="ＭＳ Ｐゴシック"/>
              </a:rPr>
              <a:t>class</a:t>
            </a:r>
            <a:r>
              <a:rPr lang="en-US" sz="1800">
                <a:solidFill>
                  <a:srgbClr val="000000"/>
                </a:solidFill>
                <a:latin typeface="Consolas"/>
                <a:ea typeface="ＭＳ Ｐゴシック"/>
              </a:rPr>
              <a:t> </a:t>
            </a:r>
            <a:r>
              <a:rPr lang="en-US" sz="1800">
                <a:solidFill>
                  <a:srgbClr val="2B91AF"/>
                </a:solidFill>
                <a:latin typeface="Consolas"/>
                <a:ea typeface="ＭＳ Ｐゴシック"/>
              </a:rPr>
              <a:t>StringBuilder</a:t>
            </a:r>
            <a:r>
              <a:rPr lang="en-US" sz="1800">
                <a:solidFill>
                  <a:srgbClr val="000000"/>
                </a:solidFill>
                <a:latin typeface="Consolas"/>
                <a:ea typeface="ＭＳ Ｐゴシック"/>
              </a:rPr>
              <a:t> : </a:t>
            </a:r>
            <a:r>
              <a:rPr lang="en-US" sz="1800" err="1">
                <a:solidFill>
                  <a:srgbClr val="2B91AF"/>
                </a:solidFill>
                <a:latin typeface="Consolas"/>
                <a:ea typeface="ＭＳ Ｐゴシック"/>
              </a:rPr>
              <a:t>ISerializable</a:t>
            </a:r>
            <a:r>
              <a:rPr lang="en-US" sz="1800">
                <a:solidFill>
                  <a:srgbClr val="000000"/>
                </a:solidFill>
                <a:latin typeface="Consolas"/>
                <a:ea typeface="ＭＳ Ｐゴシック"/>
              </a:rPr>
              <a:t> {</a:t>
            </a:r>
          </a:p>
          <a:p>
            <a:r>
              <a:rPr lang="en-US">
                <a:solidFill>
                  <a:srgbClr val="000000"/>
                </a:solidFill>
                <a:latin typeface="Consolas"/>
                <a:ea typeface="ＭＳ Ｐゴシック"/>
              </a:rPr>
              <a:t>		</a:t>
            </a:r>
            <a:r>
              <a:rPr lang="da-DK">
                <a:solidFill>
                  <a:srgbClr val="0000FF"/>
                </a:solidFill>
                <a:latin typeface="Consolas"/>
                <a:ea typeface="ＭＳ Ｐゴシック"/>
              </a:rPr>
              <a:t>public</a:t>
            </a:r>
            <a:r>
              <a:rPr lang="da-DK">
                <a:solidFill>
                  <a:srgbClr val="000000"/>
                </a:solidFill>
                <a:latin typeface="Consolas"/>
                <a:ea typeface="ＭＳ Ｐゴシック"/>
              </a:rPr>
              <a:t> </a:t>
            </a:r>
            <a:r>
              <a:rPr lang="da-DK" err="1">
                <a:solidFill>
                  <a:srgbClr val="000000"/>
                </a:solidFill>
                <a:latin typeface="Consolas"/>
                <a:ea typeface="ＭＳ Ｐゴシック"/>
              </a:rPr>
              <a:t>StringBuilder</a:t>
            </a:r>
            <a:r>
              <a:rPr lang="da-DK">
                <a:solidFill>
                  <a:srgbClr val="000000"/>
                </a:solidFill>
                <a:latin typeface="Consolas"/>
                <a:ea typeface="ＭＳ Ｐゴシック"/>
              </a:rPr>
              <a:t>();</a:t>
            </a:r>
          </a:p>
          <a:p>
            <a:r>
              <a:rPr lang="da-DK" sz="1800">
                <a:solidFill>
                  <a:srgbClr val="0000FF"/>
                </a:solidFill>
                <a:latin typeface="Consolas"/>
                <a:ea typeface="ＭＳ Ｐゴシック"/>
              </a:rPr>
              <a:t>		public</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StringBuilder</a:t>
            </a:r>
            <a:r>
              <a:rPr lang="da-DK" sz="1800">
                <a:solidFill>
                  <a:srgbClr val="000000"/>
                </a:solidFill>
                <a:latin typeface="Consolas"/>
                <a:ea typeface="ＭＳ Ｐゴシック"/>
              </a:rPr>
              <a:t>(</a:t>
            </a:r>
            <a:r>
              <a:rPr lang="da-DK" sz="1800">
                <a:solidFill>
                  <a:srgbClr val="0000FF"/>
                </a:solidFill>
                <a:latin typeface="Consolas"/>
                <a:ea typeface="ＭＳ Ｐゴシック"/>
              </a:rPr>
              <a:t>int</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capacity</a:t>
            </a:r>
            <a:r>
              <a:rPr lang="da-DK" sz="1800">
                <a:solidFill>
                  <a:srgbClr val="000000"/>
                </a:solidFill>
                <a:latin typeface="Consolas"/>
                <a:ea typeface="ＭＳ Ｐゴシック"/>
              </a:rPr>
              <a:t>);</a:t>
            </a:r>
          </a:p>
          <a:p>
            <a:r>
              <a:rPr lang="da-DK" sz="1800">
                <a:solidFill>
                  <a:srgbClr val="0000FF"/>
                </a:solidFill>
                <a:latin typeface="Consolas"/>
                <a:ea typeface="ＭＳ Ｐゴシック"/>
              </a:rPr>
              <a:t>		public</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StringBuilder</a:t>
            </a:r>
            <a:r>
              <a:rPr lang="da-DK" sz="1800">
                <a:solidFill>
                  <a:srgbClr val="000000"/>
                </a:solidFill>
                <a:latin typeface="Consolas"/>
                <a:ea typeface="ＭＳ Ｐゴシック"/>
              </a:rPr>
              <a:t>(</a:t>
            </a:r>
            <a:r>
              <a:rPr lang="da-DK" sz="1800">
                <a:solidFill>
                  <a:srgbClr val="0000FF"/>
                </a:solidFill>
                <a:latin typeface="Consolas"/>
                <a:ea typeface="ＭＳ Ｐゴシック"/>
              </a:rPr>
              <a:t>string</a:t>
            </a:r>
            <a:r>
              <a:rPr lang="da-DK" sz="1800">
                <a:solidFill>
                  <a:srgbClr val="000000"/>
                </a:solidFill>
                <a:latin typeface="Consolas"/>
                <a:ea typeface="ＭＳ Ｐゴシック"/>
              </a:rPr>
              <a:t> </a:t>
            </a:r>
            <a:r>
              <a:rPr lang="da-DK" sz="1800" err="1">
                <a:solidFill>
                  <a:srgbClr val="000000"/>
                </a:solidFill>
                <a:latin typeface="Consolas"/>
                <a:ea typeface="ＭＳ Ｐゴシック"/>
              </a:rPr>
              <a:t>value</a:t>
            </a:r>
            <a:r>
              <a:rPr lang="da-DK" sz="1800">
                <a:solidFill>
                  <a:srgbClr val="000000"/>
                </a:solidFill>
                <a:latin typeface="Consolas"/>
                <a:ea typeface="ＭＳ Ｐゴシック"/>
              </a:rPr>
              <a:t>);</a:t>
            </a:r>
          </a:p>
          <a:p>
            <a:r>
              <a:rPr lang="en-US" sz="1800">
                <a:solidFill>
                  <a:srgbClr val="0000FF"/>
                </a:solidFill>
                <a:latin typeface="Consolas" panose="020B0609020204030204" pitchFamily="49" charset="0"/>
              </a:rPr>
              <a:t>		public</a:t>
            </a:r>
            <a:r>
              <a:rPr lang="en-US" sz="1800">
                <a:solidFill>
                  <a:srgbClr val="000000"/>
                </a:solidFill>
                <a:latin typeface="Consolas" panose="020B0609020204030204" pitchFamily="49" charset="0"/>
              </a:rPr>
              <a:t> StringBuilder(</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 value,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capacity);</a:t>
            </a:r>
          </a:p>
          <a:p>
            <a:r>
              <a:rPr lang="en-US" sz="1800">
                <a:solidFill>
                  <a:srgbClr val="0000FF"/>
                </a:solidFill>
                <a:latin typeface="Consolas"/>
                <a:ea typeface="ＭＳ Ｐゴシック"/>
              </a:rPr>
              <a:t>		public</a:t>
            </a:r>
            <a:r>
              <a:rPr lang="en-US" sz="1800">
                <a:solidFill>
                  <a:srgbClr val="000000"/>
                </a:solidFill>
                <a:latin typeface="Consolas"/>
                <a:ea typeface="ＭＳ Ｐゴシック"/>
              </a:rPr>
              <a:t> StringBuilder(</a:t>
            </a:r>
            <a:r>
              <a:rPr lang="en-US" sz="1800">
                <a:solidFill>
                  <a:srgbClr val="0000FF"/>
                </a:solidFill>
                <a:latin typeface="Consolas"/>
                <a:ea typeface="ＭＳ Ｐゴシック"/>
              </a:rPr>
              <a:t>int</a:t>
            </a:r>
            <a:r>
              <a:rPr lang="en-US" sz="1800">
                <a:solidFill>
                  <a:srgbClr val="000000"/>
                </a:solidFill>
                <a:latin typeface="Consolas"/>
                <a:ea typeface="ＭＳ Ｐゴシック"/>
              </a:rPr>
              <a:t> capacity, </a:t>
            </a:r>
            <a:r>
              <a:rPr lang="en-US" sz="1800">
                <a:solidFill>
                  <a:srgbClr val="0000FF"/>
                </a:solidFill>
                <a:latin typeface="Consolas"/>
                <a:ea typeface="ＭＳ Ｐゴシック"/>
              </a:rPr>
              <a:t>int</a:t>
            </a:r>
            <a:r>
              <a:rPr lang="en-US" sz="1800">
                <a:solidFill>
                  <a:srgbClr val="000000"/>
                </a:solidFill>
                <a:latin typeface="Consolas"/>
                <a:ea typeface="ＭＳ Ｐゴシック"/>
              </a:rPr>
              <a:t> </a:t>
            </a:r>
            <a:r>
              <a:rPr lang="en-US" sz="1800" err="1">
                <a:solidFill>
                  <a:srgbClr val="000000"/>
                </a:solidFill>
                <a:latin typeface="Consolas"/>
                <a:ea typeface="ＭＳ Ｐゴシック"/>
              </a:rPr>
              <a:t>maxCapacity</a:t>
            </a:r>
            <a:r>
              <a:rPr lang="en-US" sz="1800">
                <a:solidFill>
                  <a:srgbClr val="000000"/>
                </a:solidFill>
                <a:latin typeface="Consolas"/>
                <a:ea typeface="ＭＳ Ｐゴシック"/>
              </a:rPr>
              <a:t>);</a:t>
            </a:r>
          </a:p>
          <a:p>
            <a:r>
              <a:rPr lang="en-US" sz="1800">
                <a:solidFill>
                  <a:srgbClr val="0000FF"/>
                </a:solidFill>
                <a:latin typeface="Consolas"/>
                <a:ea typeface="ＭＳ Ｐゴシック"/>
              </a:rPr>
              <a:t>		public</a:t>
            </a:r>
            <a:r>
              <a:rPr lang="en-US" sz="1800">
                <a:solidFill>
                  <a:srgbClr val="000000"/>
                </a:solidFill>
                <a:latin typeface="Consolas"/>
                <a:ea typeface="ＭＳ Ｐゴシック"/>
              </a:rPr>
              <a:t> StringBuilder(</a:t>
            </a:r>
            <a:r>
              <a:rPr lang="en-US" sz="1800">
                <a:solidFill>
                  <a:srgbClr val="0000FF"/>
                </a:solidFill>
                <a:latin typeface="Consolas"/>
                <a:ea typeface="ＭＳ Ｐゴシック"/>
              </a:rPr>
              <a:t>string</a:t>
            </a:r>
            <a:r>
              <a:rPr lang="en-US" sz="1800">
                <a:solidFill>
                  <a:srgbClr val="000000"/>
                </a:solidFill>
                <a:latin typeface="Consolas"/>
                <a:ea typeface="ＭＳ Ｐゴシック"/>
              </a:rPr>
              <a:t> value, </a:t>
            </a:r>
            <a:r>
              <a:rPr lang="en-US" sz="1800">
                <a:solidFill>
                  <a:srgbClr val="0000FF"/>
                </a:solidFill>
                <a:latin typeface="Consolas"/>
                <a:ea typeface="ＭＳ Ｐゴシック"/>
              </a:rPr>
              <a:t>int</a:t>
            </a:r>
            <a:r>
              <a:rPr lang="en-US" sz="1800">
                <a:solidFill>
                  <a:srgbClr val="000000"/>
                </a:solidFill>
                <a:latin typeface="Consolas"/>
                <a:ea typeface="ＭＳ Ｐゴシック"/>
              </a:rPr>
              <a:t> </a:t>
            </a:r>
            <a:r>
              <a:rPr lang="en-US" sz="1800" err="1">
                <a:solidFill>
                  <a:srgbClr val="000000"/>
                </a:solidFill>
                <a:latin typeface="Consolas"/>
                <a:ea typeface="ＭＳ Ｐゴシック"/>
              </a:rPr>
              <a:t>startIndex</a:t>
            </a:r>
            <a:r>
              <a:rPr lang="en-US" sz="1800">
                <a:solidFill>
                  <a:srgbClr val="000000"/>
                </a:solidFill>
                <a:latin typeface="Consolas"/>
                <a:ea typeface="ＭＳ Ｐゴシック"/>
              </a:rPr>
              <a:t>, </a:t>
            </a:r>
            <a:r>
              <a:rPr lang="en-US" sz="1800">
                <a:solidFill>
                  <a:srgbClr val="0000FF"/>
                </a:solidFill>
                <a:latin typeface="Consolas"/>
                <a:ea typeface="ＭＳ Ｐゴシック"/>
              </a:rPr>
              <a:t>int</a:t>
            </a:r>
            <a:r>
              <a:rPr lang="en-US" sz="1800">
                <a:solidFill>
                  <a:srgbClr val="000000"/>
                </a:solidFill>
                <a:latin typeface="Consolas"/>
                <a:ea typeface="ＭＳ Ｐゴシック"/>
              </a:rPr>
              <a:t> length, </a:t>
            </a:r>
            <a:r>
              <a:rPr lang="en-US" sz="1800">
                <a:solidFill>
                  <a:srgbClr val="0000FF"/>
                </a:solidFill>
                <a:latin typeface="Consolas"/>
                <a:ea typeface="ＭＳ Ｐゴシック"/>
              </a:rPr>
              <a:t>int</a:t>
            </a:r>
            <a:r>
              <a:rPr lang="en-US" sz="1800">
                <a:solidFill>
                  <a:srgbClr val="000000"/>
                </a:solidFill>
                <a:latin typeface="Consolas"/>
                <a:ea typeface="ＭＳ Ｐゴシック"/>
              </a:rPr>
              <a:t> capacity);</a:t>
            </a:r>
          </a:p>
          <a:p>
            <a:endParaRPr lang="da-DK" sz="1800">
              <a:solidFill>
                <a:srgbClr val="000000"/>
              </a:solidFill>
              <a:latin typeface="Consolas" panose="020B0609020204030204" pitchFamily="49" charset="0"/>
            </a:endParaRPr>
          </a:p>
          <a:p>
            <a:pPr algn="ctr"/>
            <a:r>
              <a:rPr lang="da-DK" b="1">
                <a:solidFill>
                  <a:srgbClr val="000000"/>
                </a:solidFill>
                <a:latin typeface="Consolas" panose="020B0609020204030204" pitchFamily="49" charset="0"/>
              </a:rPr>
              <a:t>…</a:t>
            </a:r>
            <a:endParaRPr lang="da-DK" sz="1800" b="1">
              <a:solidFill>
                <a:srgbClr val="000000"/>
              </a:solidFill>
              <a:latin typeface="Consolas" panose="020B0609020204030204" pitchFamily="49" charset="0"/>
            </a:endParaRPr>
          </a:p>
        </p:txBody>
      </p:sp>
    </p:spTree>
    <p:extLst>
      <p:ext uri="{BB962C8B-B14F-4D97-AF65-F5344CB8AC3E}">
        <p14:creationId xmlns:p14="http://schemas.microsoft.com/office/powerpoint/2010/main" val="38781387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B98AA9-0CFE-477D-A290-1076DF312E38}"/>
              </a:ext>
            </a:extLst>
          </p:cNvPr>
          <p:cNvSpPr>
            <a:spLocks noGrp="1"/>
          </p:cNvSpPr>
          <p:nvPr>
            <p:ph type="sldNum" sz="quarter" idx="11"/>
          </p:nvPr>
        </p:nvSpPr>
        <p:spPr/>
        <p:txBody>
          <a:bodyPr/>
          <a:lstStyle/>
          <a:p>
            <a:fld id="{E16BA917-7F09-4B8D-AF07-F52890C14046}" type="slidenum">
              <a:rPr lang="da-DK" smtClean="0"/>
              <a:pPr/>
              <a:t>60</a:t>
            </a:fld>
            <a:endParaRPr lang="da-DK"/>
          </a:p>
        </p:txBody>
      </p:sp>
      <p:sp>
        <p:nvSpPr>
          <p:cNvPr id="3" name="Text Placeholder 2">
            <a:extLst>
              <a:ext uri="{FF2B5EF4-FFF2-40B4-BE49-F238E27FC236}">
                <a16:creationId xmlns:a16="http://schemas.microsoft.com/office/drawing/2014/main" id="{1295D53E-6DB3-4F0F-B959-0C13108C978F}"/>
              </a:ext>
            </a:extLst>
          </p:cNvPr>
          <p:cNvSpPr>
            <a:spLocks noGrp="1"/>
          </p:cNvSpPr>
          <p:nvPr>
            <p:ph type="body" sz="quarter" idx="17"/>
          </p:nvPr>
        </p:nvSpPr>
        <p:spPr/>
        <p:txBody>
          <a:bodyPr/>
          <a:lstStyle/>
          <a:p>
            <a:r>
              <a:rPr lang="en-GB"/>
              <a:t>When to use</a:t>
            </a:r>
            <a:endParaRPr lang="da-DK"/>
          </a:p>
        </p:txBody>
      </p:sp>
      <p:sp>
        <p:nvSpPr>
          <p:cNvPr id="4" name="Title 3">
            <a:extLst>
              <a:ext uri="{FF2B5EF4-FFF2-40B4-BE49-F238E27FC236}">
                <a16:creationId xmlns:a16="http://schemas.microsoft.com/office/drawing/2014/main" id="{70E83273-DD43-4E3A-9074-5478564C0DC7}"/>
              </a:ext>
            </a:extLst>
          </p:cNvPr>
          <p:cNvSpPr>
            <a:spLocks noGrp="1"/>
          </p:cNvSpPr>
          <p:nvPr>
            <p:ph type="title"/>
          </p:nvPr>
        </p:nvSpPr>
        <p:spPr/>
        <p:txBody>
          <a:bodyPr/>
          <a:lstStyle/>
          <a:p>
            <a:r>
              <a:rPr lang="en-GB"/>
              <a:t>String builder</a:t>
            </a:r>
            <a:endParaRPr lang="da-DK"/>
          </a:p>
        </p:txBody>
      </p:sp>
      <p:sp>
        <p:nvSpPr>
          <p:cNvPr id="8" name="TextBox 7">
            <a:extLst>
              <a:ext uri="{FF2B5EF4-FFF2-40B4-BE49-F238E27FC236}">
                <a16:creationId xmlns:a16="http://schemas.microsoft.com/office/drawing/2014/main" id="{494AE92A-98AC-4E78-88CB-62E4A5B214A6}"/>
              </a:ext>
            </a:extLst>
          </p:cNvPr>
          <p:cNvSpPr txBox="1"/>
          <p:nvPr/>
        </p:nvSpPr>
        <p:spPr>
          <a:xfrm>
            <a:off x="672001" y="1454131"/>
            <a:ext cx="10849014" cy="3754874"/>
          </a:xfrm>
          <a:prstGeom prst="rect">
            <a:avLst/>
          </a:prstGeom>
          <a:noFill/>
        </p:spPr>
        <p:txBody>
          <a:bodyPr wrap="square" lIns="91440" tIns="45720" rIns="91440" bIns="45720" anchor="t">
            <a:spAutoFit/>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en-GB" altLang="da-DK" b="0" i="0" u="none" strike="noStrike" cap="none" normalizeH="0" baseline="0">
                <a:ln>
                  <a:noFill/>
                </a:ln>
                <a:solidFill>
                  <a:srgbClr val="171717"/>
                </a:solidFill>
                <a:effectLst/>
                <a:latin typeface="+mn-lt"/>
                <a:ea typeface="ＭＳ Ｐゴシック"/>
                <a:cs typeface="Segoe UI"/>
              </a:rPr>
              <a:t>Consider using the </a:t>
            </a:r>
            <a:r>
              <a:rPr kumimoji="0" lang="en-GB" altLang="da-DK" b="0" i="0" u="none" strike="noStrike" cap="none" normalizeH="0" baseline="0">
                <a:ln>
                  <a:noFill/>
                </a:ln>
                <a:solidFill>
                  <a:srgbClr val="171717"/>
                </a:solidFill>
                <a:effectLst/>
                <a:latin typeface="+mn-lt"/>
                <a:ea typeface="ＭＳ Ｐゴシック"/>
                <a:cs typeface="Segoe UI"/>
                <a:hlinkClick r:id="rId2"/>
              </a:rPr>
              <a:t>String</a:t>
            </a:r>
            <a:r>
              <a:rPr kumimoji="0" lang="en-GB" altLang="da-DK" b="0" i="0" u="none" strike="noStrike" cap="none" normalizeH="0" baseline="0">
                <a:ln>
                  <a:noFill/>
                </a:ln>
                <a:solidFill>
                  <a:srgbClr val="171717"/>
                </a:solidFill>
                <a:effectLst/>
                <a:latin typeface="+mn-lt"/>
                <a:ea typeface="ＭＳ Ｐゴシック"/>
                <a:cs typeface="Segoe UI"/>
              </a:rPr>
              <a:t> class under these conditions:</a:t>
            </a:r>
            <a:endParaRPr kumimoji="0" lang="en-GB" altLang="da-DK" b="0" i="0" u="none" strike="noStrike" cap="none" normalizeH="0" baseline="0">
              <a:ln>
                <a:noFill/>
              </a:ln>
              <a:solidFill>
                <a:schemeClr val="tx1"/>
              </a:solidFill>
              <a:effectLst/>
              <a:latin typeface="+mn-lt"/>
              <a:ea typeface="ＭＳ Ｐゴシック"/>
              <a:cs typeface="Segoe UI"/>
            </a:endParaRPr>
          </a:p>
          <a:p>
            <a:pPr marR="0" lvl="0" indent="182245" algn="l" defTabSz="914400" rtl="0" eaLnBrk="0" fontAlgn="base" latinLnBrk="0" hangingPunct="0">
              <a:lnSpc>
                <a:spcPct val="100000"/>
              </a:lnSpc>
              <a:spcBef>
                <a:spcPct val="0"/>
              </a:spcBef>
              <a:spcAft>
                <a:spcPts val="600"/>
              </a:spcAft>
              <a:buClr>
                <a:schemeClr val="accent2"/>
              </a:buClr>
              <a:buSzTx/>
              <a:buFontTx/>
              <a:buChar char="•"/>
              <a:tabLst/>
            </a:pPr>
            <a:r>
              <a:rPr kumimoji="0" lang="en-GB" altLang="da-DK" b="0" i="0" u="none" strike="noStrike" cap="none" normalizeH="0" baseline="0">
                <a:ln>
                  <a:noFill/>
                </a:ln>
                <a:solidFill>
                  <a:srgbClr val="171717"/>
                </a:solidFill>
                <a:effectLst/>
                <a:latin typeface="+mn-lt"/>
                <a:cs typeface="Segoe UI" panose="020B0502040204020203" pitchFamily="34" charset="0"/>
              </a:rPr>
              <a:t>When the number of changes that your app will make to a string is small. </a:t>
            </a:r>
            <a:endParaRPr lang="en-GB" altLang="da-DK" b="0" i="0" u="none" strike="noStrike" cap="none" normalizeH="0" baseline="0">
              <a:ln>
                <a:noFill/>
              </a:ln>
              <a:solidFill>
                <a:srgbClr val="171717"/>
              </a:solidFill>
              <a:effectLst/>
              <a:latin typeface="+mn-lt"/>
              <a:cs typeface="Segoe UI" panose="020B0502040204020203" pitchFamily="34" charset="0"/>
            </a:endParaRPr>
          </a:p>
          <a:p>
            <a:pPr marR="0" lvl="0" indent="182245" algn="l" defTabSz="914400" rtl="0" eaLnBrk="0" fontAlgn="base" latinLnBrk="0" hangingPunct="0">
              <a:lnSpc>
                <a:spcPct val="100000"/>
              </a:lnSpc>
              <a:spcBef>
                <a:spcPct val="0"/>
              </a:spcBef>
              <a:spcAft>
                <a:spcPts val="600"/>
              </a:spcAft>
              <a:buClr>
                <a:schemeClr val="accent2"/>
              </a:buClr>
              <a:buSzTx/>
              <a:buFontTx/>
              <a:buChar char="•"/>
              <a:tabLst/>
            </a:pPr>
            <a:r>
              <a:rPr kumimoji="0" lang="en-GB" altLang="da-DK" b="0" i="0" u="none" strike="noStrike" cap="none" normalizeH="0" baseline="0">
                <a:ln>
                  <a:noFill/>
                </a:ln>
                <a:solidFill>
                  <a:srgbClr val="171717"/>
                </a:solidFill>
                <a:effectLst/>
                <a:latin typeface="+mn-lt"/>
                <a:cs typeface="Segoe UI" panose="020B0502040204020203" pitchFamily="34" charset="0"/>
              </a:rPr>
              <a:t>When you are performing a fixed number of concatenation operations, particularly with string literals. </a:t>
            </a:r>
            <a:endParaRPr lang="en-GB" altLang="da-DK" b="0" i="0" u="none" strike="noStrike" cap="none" normalizeH="0" baseline="0">
              <a:ln>
                <a:noFill/>
              </a:ln>
              <a:solidFill>
                <a:srgbClr val="171717"/>
              </a:solidFill>
              <a:effectLst/>
              <a:latin typeface="+mn-lt"/>
              <a:cs typeface="Segoe UI" panose="020B0502040204020203" pitchFamily="34" charset="0"/>
            </a:endParaRPr>
          </a:p>
          <a:p>
            <a:pPr indent="182245" defTabSz="914400" eaLnBrk="0" hangingPunct="0">
              <a:spcAft>
                <a:spcPts val="600"/>
              </a:spcAft>
              <a:buClr>
                <a:schemeClr val="accent2"/>
              </a:buClr>
              <a:buFontTx/>
              <a:buChar char="•"/>
            </a:pPr>
            <a:r>
              <a:rPr kumimoji="0" lang="en-GB" altLang="da-DK" b="0" i="0" u="none" strike="noStrike" cap="none" normalizeH="0" baseline="0">
                <a:ln>
                  <a:noFill/>
                </a:ln>
                <a:solidFill>
                  <a:srgbClr val="171717"/>
                </a:solidFill>
                <a:effectLst/>
                <a:latin typeface="+mn-lt"/>
                <a:ea typeface="ＭＳ Ｐゴシック"/>
                <a:cs typeface="Segoe UI"/>
              </a:rPr>
              <a:t>When you </a:t>
            </a:r>
            <a:r>
              <a:rPr lang="en-GB" altLang="da-DK">
                <a:solidFill>
                  <a:srgbClr val="171717"/>
                </a:solidFill>
                <a:latin typeface="+mn-lt"/>
                <a:ea typeface="ＭＳ Ｐゴシック"/>
                <a:cs typeface="Segoe UI"/>
              </a:rPr>
              <a:t>must </a:t>
            </a:r>
            <a:r>
              <a:rPr kumimoji="0" lang="en-GB" altLang="da-DK" b="0" i="0" u="none" strike="noStrike" cap="none" normalizeH="0" baseline="0">
                <a:ln>
                  <a:noFill/>
                </a:ln>
                <a:solidFill>
                  <a:srgbClr val="171717"/>
                </a:solidFill>
                <a:effectLst/>
                <a:latin typeface="+mn-lt"/>
                <a:ea typeface="ＭＳ Ｐゴシック"/>
                <a:cs typeface="Segoe UI"/>
              </a:rPr>
              <a:t>perform extensive search operations while building your string.</a:t>
            </a:r>
            <a:r>
              <a:rPr lang="en-GB" altLang="da-DK">
                <a:solidFill>
                  <a:srgbClr val="171717"/>
                </a:solidFill>
                <a:latin typeface="+mn-lt"/>
                <a:ea typeface="ＭＳ Ｐゴシック"/>
                <a:cs typeface="Segoe UI"/>
              </a:rPr>
              <a:t> </a:t>
            </a:r>
            <a:r>
              <a:rPr lang="en-US" altLang="da-DK">
                <a:solidFill>
                  <a:srgbClr val="171717"/>
                </a:solidFill>
                <a:latin typeface="+mn-lt"/>
                <a:ea typeface="ＭＳ Ｐゴシック"/>
                <a:cs typeface="Segoe UI"/>
              </a:rPr>
              <a:t>The StringBuilder class lacks search methods such as </a:t>
            </a:r>
            <a:r>
              <a:rPr lang="en-US" altLang="da-DK" err="1">
                <a:solidFill>
                  <a:srgbClr val="171717"/>
                </a:solidFill>
                <a:latin typeface="+mn-lt"/>
                <a:ea typeface="ＭＳ Ｐゴシック"/>
                <a:cs typeface="Segoe UI"/>
              </a:rPr>
              <a:t>IndexOf</a:t>
            </a:r>
            <a:r>
              <a:rPr lang="en-US" altLang="da-DK">
                <a:solidFill>
                  <a:srgbClr val="171717"/>
                </a:solidFill>
                <a:latin typeface="+mn-lt"/>
                <a:ea typeface="ＭＳ Ｐゴシック"/>
                <a:cs typeface="Segoe UI"/>
              </a:rPr>
              <a:t> or </a:t>
            </a:r>
            <a:r>
              <a:rPr lang="en-US" altLang="da-DK" err="1">
                <a:solidFill>
                  <a:srgbClr val="171717"/>
                </a:solidFill>
                <a:latin typeface="+mn-lt"/>
                <a:ea typeface="ＭＳ Ｐゴシック"/>
                <a:cs typeface="Segoe UI"/>
              </a:rPr>
              <a:t>StartsWith</a:t>
            </a:r>
            <a:r>
              <a:rPr lang="en-US" altLang="da-DK">
                <a:solidFill>
                  <a:srgbClr val="171717"/>
                </a:solidFill>
                <a:latin typeface="+mn-lt"/>
                <a:ea typeface="ＭＳ Ｐゴシック"/>
                <a:cs typeface="Segoe UI"/>
              </a:rPr>
              <a:t>. You'll have to convert the StringBuilder object to a String for these operations, and this can negate the performance benefit from using StringBuilder.</a:t>
            </a:r>
            <a:endParaRPr lang="en-GB" altLang="da-DK" b="0" i="0" u="none" strike="noStrike" cap="none" normalizeH="0" baseline="0">
              <a:ln>
                <a:noFill/>
              </a:ln>
              <a:solidFill>
                <a:srgbClr val="171717"/>
              </a:solidFill>
              <a:effectLst/>
              <a:latin typeface="+mn-lt"/>
              <a:cs typeface="Segoe UI" panose="020B0502040204020203" pitchFamily="34" charset="0"/>
            </a:endParaRPr>
          </a:p>
          <a:p>
            <a:pPr marL="0" marR="0" lvl="0" indent="0" algn="l" defTabSz="914400" rtl="0" eaLnBrk="0" fontAlgn="base" latinLnBrk="0" hangingPunct="0">
              <a:lnSpc>
                <a:spcPct val="100000"/>
              </a:lnSpc>
              <a:spcBef>
                <a:spcPct val="0"/>
              </a:spcBef>
              <a:spcAft>
                <a:spcPts val="600"/>
              </a:spcAft>
              <a:buClrTx/>
              <a:buSzTx/>
              <a:buFontTx/>
              <a:buNone/>
              <a:tabLst/>
            </a:pPr>
            <a:endParaRPr kumimoji="0" lang="en-GB" altLang="da-DK" b="0" i="0" u="none" strike="noStrike" cap="none" normalizeH="0" baseline="0">
              <a:ln>
                <a:noFill/>
              </a:ln>
              <a:solidFill>
                <a:srgbClr val="171717"/>
              </a:solidFill>
              <a:effectLst/>
              <a:latin typeface="+mn-lt"/>
              <a:cs typeface="Segoe UI" panose="020B0502040204020203" pitchFamily="34" charset="0"/>
            </a:endParaRPr>
          </a:p>
          <a:p>
            <a:pPr marL="0" marR="0" lvl="0" indent="0" algn="l" defTabSz="914400" rtl="0" eaLnBrk="0" fontAlgn="base" latinLnBrk="0" hangingPunct="0">
              <a:lnSpc>
                <a:spcPct val="100000"/>
              </a:lnSpc>
              <a:spcBef>
                <a:spcPct val="0"/>
              </a:spcBef>
              <a:spcAft>
                <a:spcPts val="600"/>
              </a:spcAft>
              <a:buClrTx/>
              <a:buSzTx/>
              <a:buFontTx/>
              <a:buNone/>
              <a:tabLst/>
            </a:pPr>
            <a:r>
              <a:rPr kumimoji="0" lang="en-GB" altLang="da-DK" b="0" i="0" u="none" strike="noStrike" cap="none" normalizeH="0" baseline="0">
                <a:ln>
                  <a:noFill/>
                </a:ln>
                <a:solidFill>
                  <a:srgbClr val="171717"/>
                </a:solidFill>
                <a:effectLst/>
                <a:latin typeface="+mn-lt"/>
                <a:ea typeface="ＭＳ Ｐゴシック"/>
                <a:cs typeface="Segoe UI"/>
              </a:rPr>
              <a:t>Consider using the </a:t>
            </a:r>
            <a:r>
              <a:rPr kumimoji="0" lang="en-GB" altLang="da-DK" b="0" i="0" u="none" strike="noStrike" cap="none" normalizeH="0" baseline="0">
                <a:ln>
                  <a:noFill/>
                </a:ln>
                <a:solidFill>
                  <a:srgbClr val="171717"/>
                </a:solidFill>
                <a:effectLst/>
                <a:latin typeface="+mn-lt"/>
                <a:ea typeface="ＭＳ Ｐゴシック"/>
                <a:cs typeface="Segoe UI"/>
                <a:hlinkClick r:id="rId3"/>
              </a:rPr>
              <a:t>StringBuilder</a:t>
            </a:r>
            <a:r>
              <a:rPr kumimoji="0" lang="en-GB" altLang="da-DK" b="0" i="0" u="none" strike="noStrike" cap="none" normalizeH="0" baseline="0">
                <a:ln>
                  <a:noFill/>
                </a:ln>
                <a:solidFill>
                  <a:srgbClr val="171717"/>
                </a:solidFill>
                <a:effectLst/>
                <a:latin typeface="+mn-lt"/>
                <a:ea typeface="ＭＳ Ｐゴシック"/>
                <a:cs typeface="Segoe UI"/>
              </a:rPr>
              <a:t> class under these conditions:</a:t>
            </a:r>
            <a:endParaRPr kumimoji="0" lang="en-GB" altLang="da-DK" b="0" i="0" u="none" strike="noStrike" cap="none" normalizeH="0" baseline="0">
              <a:ln>
                <a:noFill/>
              </a:ln>
              <a:solidFill>
                <a:schemeClr val="tx1"/>
              </a:solidFill>
              <a:effectLst/>
              <a:latin typeface="+mn-lt"/>
              <a:ea typeface="ＭＳ Ｐゴシック"/>
              <a:cs typeface="Segoe UI"/>
            </a:endParaRPr>
          </a:p>
          <a:p>
            <a:pPr marR="0" lvl="0" indent="182245" algn="l" defTabSz="914400" rtl="0" eaLnBrk="0" fontAlgn="base" latinLnBrk="0" hangingPunct="0">
              <a:lnSpc>
                <a:spcPct val="100000"/>
              </a:lnSpc>
              <a:spcBef>
                <a:spcPct val="0"/>
              </a:spcBef>
              <a:spcAft>
                <a:spcPts val="600"/>
              </a:spcAft>
              <a:buClr>
                <a:schemeClr val="accent2"/>
              </a:buClr>
              <a:buSzTx/>
              <a:buFontTx/>
              <a:buChar char="•"/>
              <a:tabLst/>
            </a:pPr>
            <a:r>
              <a:rPr kumimoji="0" lang="en-GB" altLang="da-DK" b="0" i="0" u="none" strike="noStrike" cap="none" normalizeH="0" baseline="0">
                <a:ln>
                  <a:noFill/>
                </a:ln>
                <a:solidFill>
                  <a:srgbClr val="171717"/>
                </a:solidFill>
                <a:effectLst/>
                <a:latin typeface="+mn-lt"/>
                <a:cs typeface="Segoe UI" panose="020B0502040204020203" pitchFamily="34" charset="0"/>
              </a:rPr>
              <a:t>When you expect your app to make an unknown number of changes to a string at design time</a:t>
            </a:r>
            <a:endParaRPr lang="en-GB" altLang="da-DK" b="0" i="0" u="none" strike="noStrike" cap="none" normalizeH="0" baseline="0">
              <a:ln>
                <a:noFill/>
              </a:ln>
              <a:solidFill>
                <a:srgbClr val="171717"/>
              </a:solidFill>
              <a:effectLst/>
              <a:latin typeface="+mn-lt"/>
              <a:cs typeface="Segoe UI" panose="020B0502040204020203" pitchFamily="34" charset="0"/>
            </a:endParaRPr>
          </a:p>
          <a:p>
            <a:pPr marR="0" lvl="0" indent="182245" algn="l" defTabSz="914400" rtl="0" eaLnBrk="0" fontAlgn="base" latinLnBrk="0" hangingPunct="0">
              <a:lnSpc>
                <a:spcPct val="100000"/>
              </a:lnSpc>
              <a:spcBef>
                <a:spcPct val="0"/>
              </a:spcBef>
              <a:spcAft>
                <a:spcPts val="600"/>
              </a:spcAft>
              <a:buClr>
                <a:schemeClr val="accent2"/>
              </a:buClr>
              <a:buSzTx/>
              <a:buFontTx/>
              <a:buChar char="•"/>
              <a:tabLst/>
            </a:pPr>
            <a:r>
              <a:rPr kumimoji="0" lang="en-GB" altLang="da-DK" b="0" i="0" u="none" strike="noStrike" cap="none" normalizeH="0" baseline="0">
                <a:ln>
                  <a:noFill/>
                </a:ln>
                <a:solidFill>
                  <a:srgbClr val="171717"/>
                </a:solidFill>
                <a:effectLst/>
                <a:latin typeface="+mn-lt"/>
                <a:cs typeface="Segoe UI" panose="020B0502040204020203" pitchFamily="34" charset="0"/>
              </a:rPr>
              <a:t>When you expect your app to make a significant number of changes to a string.</a:t>
            </a:r>
            <a:endParaRPr lang="en-GB" altLang="da-DK" b="0" i="0" u="none" strike="noStrike" cap="none" normalizeH="0" baseline="0">
              <a:ln>
                <a:noFill/>
              </a:ln>
              <a:solidFill>
                <a:srgbClr val="171717"/>
              </a:solidFill>
              <a:effectLst/>
              <a:latin typeface="+mn-lt"/>
              <a:cs typeface="Segoe UI" panose="020B0502040204020203" pitchFamily="34" charset="0"/>
            </a:endParaRPr>
          </a:p>
          <a:p>
            <a:pPr marL="0" marR="0" lvl="0" indent="0" algn="l" defTabSz="914400" rtl="0" eaLnBrk="0" fontAlgn="base" latinLnBrk="0" hangingPunct="0">
              <a:lnSpc>
                <a:spcPct val="100000"/>
              </a:lnSpc>
              <a:spcBef>
                <a:spcPct val="0"/>
              </a:spcBef>
              <a:spcAft>
                <a:spcPts val="600"/>
              </a:spcAft>
              <a:buClrTx/>
              <a:buSzTx/>
              <a:buFontTx/>
              <a:buNone/>
              <a:tabLst/>
            </a:pPr>
            <a:endParaRPr kumimoji="0" lang="en-GB" altLang="da-DK" b="0" i="0" u="none" strike="noStrike" cap="none" normalizeH="0" baseline="0">
              <a:ln>
                <a:noFill/>
              </a:ln>
              <a:solidFill>
                <a:schemeClr val="tx1"/>
              </a:solidFill>
              <a:effectLst/>
              <a:latin typeface="+mn-lt"/>
            </a:endParaRPr>
          </a:p>
        </p:txBody>
      </p:sp>
    </p:spTree>
    <p:extLst>
      <p:ext uri="{BB962C8B-B14F-4D97-AF65-F5344CB8AC3E}">
        <p14:creationId xmlns:p14="http://schemas.microsoft.com/office/powerpoint/2010/main" val="4522718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BA7804-C4CA-48FD-9A26-3CE7348B7038}"/>
              </a:ext>
            </a:extLst>
          </p:cNvPr>
          <p:cNvSpPr>
            <a:spLocks noGrp="1"/>
          </p:cNvSpPr>
          <p:nvPr>
            <p:ph type="sldNum" sz="quarter" idx="11"/>
          </p:nvPr>
        </p:nvSpPr>
        <p:spPr/>
        <p:txBody>
          <a:bodyPr/>
          <a:lstStyle/>
          <a:p>
            <a:fld id="{E16BA917-7F09-4B8D-AF07-F52890C14046}" type="slidenum">
              <a:rPr lang="da-DK" smtClean="0"/>
              <a:pPr/>
              <a:t>61</a:t>
            </a:fld>
            <a:endParaRPr lang="da-DK"/>
          </a:p>
        </p:txBody>
      </p:sp>
      <p:sp>
        <p:nvSpPr>
          <p:cNvPr id="3" name="Text Placeholder 2">
            <a:extLst>
              <a:ext uri="{FF2B5EF4-FFF2-40B4-BE49-F238E27FC236}">
                <a16:creationId xmlns:a16="http://schemas.microsoft.com/office/drawing/2014/main" id="{0B61CA87-D26A-46AB-9548-F1D9EF6F2A4E}"/>
              </a:ext>
            </a:extLst>
          </p:cNvPr>
          <p:cNvSpPr>
            <a:spLocks noGrp="1"/>
          </p:cNvSpPr>
          <p:nvPr>
            <p:ph type="body" sz="quarter" idx="17"/>
          </p:nvPr>
        </p:nvSpPr>
        <p:spPr/>
        <p:txBody>
          <a:bodyPr/>
          <a:lstStyle/>
          <a:p>
            <a:r>
              <a:rPr lang="en-GB"/>
              <a:t>Usage example</a:t>
            </a:r>
            <a:endParaRPr lang="da-DK"/>
          </a:p>
        </p:txBody>
      </p:sp>
      <p:sp>
        <p:nvSpPr>
          <p:cNvPr id="4" name="Title 3">
            <a:extLst>
              <a:ext uri="{FF2B5EF4-FFF2-40B4-BE49-F238E27FC236}">
                <a16:creationId xmlns:a16="http://schemas.microsoft.com/office/drawing/2014/main" id="{3EB23C0A-553B-430A-9ADA-F276150F59EA}"/>
              </a:ext>
            </a:extLst>
          </p:cNvPr>
          <p:cNvSpPr>
            <a:spLocks noGrp="1"/>
          </p:cNvSpPr>
          <p:nvPr>
            <p:ph type="title"/>
          </p:nvPr>
        </p:nvSpPr>
        <p:spPr/>
        <p:txBody>
          <a:bodyPr/>
          <a:lstStyle/>
          <a:p>
            <a:r>
              <a:rPr lang="en-GB"/>
              <a:t>String builder</a:t>
            </a:r>
            <a:endParaRPr lang="da-DK"/>
          </a:p>
        </p:txBody>
      </p:sp>
      <p:pic>
        <p:nvPicPr>
          <p:cNvPr id="6" name="Picture 5">
            <a:extLst>
              <a:ext uri="{FF2B5EF4-FFF2-40B4-BE49-F238E27FC236}">
                <a16:creationId xmlns:a16="http://schemas.microsoft.com/office/drawing/2014/main" id="{28334176-B24C-4EE7-A819-050491FEE36F}"/>
              </a:ext>
            </a:extLst>
          </p:cNvPr>
          <p:cNvPicPr>
            <a:picLocks noChangeAspect="1"/>
          </p:cNvPicPr>
          <p:nvPr/>
        </p:nvPicPr>
        <p:blipFill rotWithShape="1">
          <a:blip r:embed="rId3"/>
          <a:srcRect b="5927"/>
          <a:stretch/>
        </p:blipFill>
        <p:spPr>
          <a:xfrm>
            <a:off x="670985" y="1641619"/>
            <a:ext cx="9982514" cy="2463453"/>
          </a:xfrm>
          <a:prstGeom prst="rect">
            <a:avLst/>
          </a:prstGeom>
        </p:spPr>
      </p:pic>
    </p:spTree>
    <p:extLst>
      <p:ext uri="{BB962C8B-B14F-4D97-AF65-F5344CB8AC3E}">
        <p14:creationId xmlns:p14="http://schemas.microsoft.com/office/powerpoint/2010/main" val="31168008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19F1E9-97E8-47CB-97AF-F839C2A273A5}"/>
              </a:ext>
            </a:extLst>
          </p:cNvPr>
          <p:cNvSpPr>
            <a:spLocks noGrp="1"/>
          </p:cNvSpPr>
          <p:nvPr>
            <p:ph type="sldNum" sz="quarter" idx="11"/>
          </p:nvPr>
        </p:nvSpPr>
        <p:spPr/>
        <p:txBody>
          <a:bodyPr/>
          <a:lstStyle/>
          <a:p>
            <a:fld id="{E16BA917-7F09-4B8D-AF07-F52890C14046}" type="slidenum">
              <a:rPr lang="da-DK" smtClean="0"/>
              <a:pPr/>
              <a:t>62</a:t>
            </a:fld>
            <a:endParaRPr lang="da-DK"/>
          </a:p>
        </p:txBody>
      </p:sp>
      <p:sp>
        <p:nvSpPr>
          <p:cNvPr id="3" name="Text Placeholder 2">
            <a:extLst>
              <a:ext uri="{FF2B5EF4-FFF2-40B4-BE49-F238E27FC236}">
                <a16:creationId xmlns:a16="http://schemas.microsoft.com/office/drawing/2014/main" id="{50F739AE-1848-4F8A-AEF2-F49B7C9FCF5C}"/>
              </a:ext>
            </a:extLst>
          </p:cNvPr>
          <p:cNvSpPr>
            <a:spLocks noGrp="1"/>
          </p:cNvSpPr>
          <p:nvPr>
            <p:ph type="body" sz="quarter" idx="17"/>
          </p:nvPr>
        </p:nvSpPr>
        <p:spPr/>
        <p:txBody>
          <a:bodyPr/>
          <a:lstStyle/>
          <a:p>
            <a:r>
              <a:rPr lang="en-GB"/>
              <a:t>Demo 6</a:t>
            </a:r>
            <a:endParaRPr lang="da-DK"/>
          </a:p>
        </p:txBody>
      </p:sp>
      <p:sp>
        <p:nvSpPr>
          <p:cNvPr id="4" name="Title 3">
            <a:extLst>
              <a:ext uri="{FF2B5EF4-FFF2-40B4-BE49-F238E27FC236}">
                <a16:creationId xmlns:a16="http://schemas.microsoft.com/office/drawing/2014/main" id="{83B13DDC-6AD9-409C-BB32-1FA827B15EFA}"/>
              </a:ext>
            </a:extLst>
          </p:cNvPr>
          <p:cNvSpPr>
            <a:spLocks noGrp="1"/>
          </p:cNvSpPr>
          <p:nvPr>
            <p:ph type="title"/>
          </p:nvPr>
        </p:nvSpPr>
        <p:spPr/>
        <p:txBody>
          <a:bodyPr/>
          <a:lstStyle/>
          <a:p>
            <a:r>
              <a:rPr lang="en-GB"/>
              <a:t>Live demo</a:t>
            </a:r>
            <a:endParaRPr lang="da-DK"/>
          </a:p>
        </p:txBody>
      </p:sp>
      <p:sp>
        <p:nvSpPr>
          <p:cNvPr id="5" name="Content Placeholder 4">
            <a:extLst>
              <a:ext uri="{FF2B5EF4-FFF2-40B4-BE49-F238E27FC236}">
                <a16:creationId xmlns:a16="http://schemas.microsoft.com/office/drawing/2014/main" id="{06F0D616-E56B-407F-B04E-9C54FCF67E39}"/>
              </a:ext>
            </a:extLst>
          </p:cNvPr>
          <p:cNvSpPr>
            <a:spLocks noGrp="1"/>
          </p:cNvSpPr>
          <p:nvPr>
            <p:ph sz="quarter" idx="19"/>
          </p:nvPr>
        </p:nvSpPr>
        <p:spPr/>
        <p:txBody>
          <a:bodyPr/>
          <a:lstStyle/>
          <a:p>
            <a:pPr marL="0" indent="0">
              <a:spcBef>
                <a:spcPts val="0"/>
              </a:spcBef>
              <a:spcAft>
                <a:spcPts val="0"/>
              </a:spcAft>
              <a:buNone/>
            </a:pP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a:solidFill>
                  <a:srgbClr val="2B91AF"/>
                </a:solidFill>
                <a:latin typeface="Consolas" panose="020B0609020204030204" pitchFamily="49" charset="0"/>
              </a:rPr>
              <a:t>Mail</a:t>
            </a:r>
            <a:r>
              <a:rPr lang="da-DK"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highlight>
                  <a:srgbClr val="FFFF00"/>
                </a:highlight>
                <a:latin typeface="Consolas" panose="020B0609020204030204" pitchFamily="49" charset="0"/>
              </a:rPr>
              <a:t>        </a:t>
            </a:r>
            <a:r>
              <a:rPr lang="en-US" sz="1400">
                <a:solidFill>
                  <a:srgbClr val="0000FF"/>
                </a:solidFill>
                <a:highlight>
                  <a:srgbClr val="FFFF00"/>
                </a:highlight>
                <a:latin typeface="Consolas" panose="020B0609020204030204" pitchFamily="49" charset="0"/>
              </a:rPr>
              <a:t>internal</a:t>
            </a:r>
            <a:r>
              <a:rPr lang="en-US" sz="1400">
                <a:solidFill>
                  <a:srgbClr val="000000"/>
                </a:solidFill>
                <a:highlight>
                  <a:srgbClr val="FFFF00"/>
                </a:highlight>
                <a:latin typeface="Consolas" panose="020B0609020204030204" pitchFamily="49" charset="0"/>
              </a:rPr>
              <a:t> </a:t>
            </a:r>
            <a:r>
              <a:rPr lang="en-US" sz="1400">
                <a:solidFill>
                  <a:srgbClr val="0000FF"/>
                </a:solidFill>
                <a:highlight>
                  <a:srgbClr val="FFFF00"/>
                </a:highlight>
                <a:latin typeface="Consolas" panose="020B0609020204030204" pitchFamily="49" charset="0"/>
              </a:rPr>
              <a:t>string</a:t>
            </a:r>
            <a:r>
              <a:rPr lang="en-US" sz="1400">
                <a:solidFill>
                  <a:srgbClr val="000000"/>
                </a:solidFill>
                <a:highlight>
                  <a:srgbClr val="FFFF00"/>
                </a:highlight>
                <a:latin typeface="Consolas" panose="020B0609020204030204" pitchFamily="49" charset="0"/>
              </a:rPr>
              <a:t> Body { </a:t>
            </a:r>
            <a:r>
              <a:rPr lang="en-US" sz="1400">
                <a:solidFill>
                  <a:srgbClr val="0000FF"/>
                </a:solidFill>
                <a:highlight>
                  <a:srgbClr val="FFFF00"/>
                </a:highlight>
                <a:latin typeface="Consolas" panose="020B0609020204030204" pitchFamily="49" charset="0"/>
              </a:rPr>
              <a:t>get</a:t>
            </a:r>
            <a:r>
              <a:rPr lang="en-US" sz="1400">
                <a:solidFill>
                  <a:srgbClr val="000000"/>
                </a:solidFill>
                <a:highlight>
                  <a:srgbClr val="FFFF00"/>
                </a:highlight>
                <a:latin typeface="Consolas" panose="020B0609020204030204" pitchFamily="49" charset="0"/>
              </a:rPr>
              <a:t> { </a:t>
            </a:r>
            <a:r>
              <a:rPr lang="en-US" sz="1400">
                <a:solidFill>
                  <a:srgbClr val="0000FF"/>
                </a:solidFill>
                <a:highlight>
                  <a:srgbClr val="FFFF00"/>
                </a:highlight>
                <a:latin typeface="Consolas" panose="020B0609020204030204" pitchFamily="49" charset="0"/>
              </a:rPr>
              <a:t>return</a:t>
            </a:r>
            <a:r>
              <a:rPr lang="en-US" sz="1400">
                <a:solidFill>
                  <a:srgbClr val="000000"/>
                </a:solidFill>
                <a:highlight>
                  <a:srgbClr val="FFFF00"/>
                </a:highlight>
                <a:latin typeface="Consolas" panose="020B0609020204030204" pitchFamily="49" charset="0"/>
              </a:rPr>
              <a:t> </a:t>
            </a:r>
            <a:r>
              <a:rPr lang="en-US" sz="1400" err="1">
                <a:solidFill>
                  <a:srgbClr val="000000"/>
                </a:solidFill>
                <a:highlight>
                  <a:srgbClr val="FFFF00"/>
                </a:highlight>
                <a:latin typeface="Consolas" panose="020B0609020204030204" pitchFamily="49" charset="0"/>
              </a:rPr>
              <a:t>bodyBuilder.ToString</a:t>
            </a:r>
            <a:r>
              <a:rPr lang="en-US" sz="1400">
                <a:solidFill>
                  <a:srgbClr val="000000"/>
                </a:solidFill>
                <a:highlight>
                  <a:srgbClr val="FFFF00"/>
                </a:highlight>
                <a:latin typeface="Consolas" panose="020B0609020204030204" pitchFamily="49" charset="0"/>
              </a:rPr>
              <a:t>(); } }</a:t>
            </a:r>
          </a:p>
          <a:p>
            <a:pPr marL="0" indent="0">
              <a:spcBef>
                <a:spcPts val="0"/>
              </a:spcBef>
              <a:spcAft>
                <a:spcPts val="0"/>
              </a:spcAft>
              <a:buNone/>
            </a:pPr>
            <a:r>
              <a:rPr lang="da-DK" sz="1400">
                <a:solidFill>
                  <a:srgbClr val="000000"/>
                </a:solidFill>
                <a:highlight>
                  <a:srgbClr val="FFFF00"/>
                </a:highlight>
                <a:latin typeface="Consolas" panose="020B0609020204030204" pitchFamily="49" charset="0"/>
              </a:rPr>
              <a:t>        </a:t>
            </a:r>
            <a:r>
              <a:rPr lang="da-DK" sz="1400">
                <a:solidFill>
                  <a:srgbClr val="0000FF"/>
                </a:solidFill>
                <a:highlight>
                  <a:srgbClr val="FFFF00"/>
                </a:highlight>
                <a:latin typeface="Consolas" panose="020B0609020204030204" pitchFamily="49" charset="0"/>
              </a:rPr>
              <a:t>private</a:t>
            </a:r>
            <a:r>
              <a:rPr lang="da-DK" sz="1400">
                <a:solidFill>
                  <a:srgbClr val="000000"/>
                </a:solidFill>
                <a:highlight>
                  <a:srgbClr val="FFFF00"/>
                </a:highlight>
                <a:latin typeface="Consolas" panose="020B0609020204030204" pitchFamily="49" charset="0"/>
              </a:rPr>
              <a:t> </a:t>
            </a:r>
            <a:r>
              <a:rPr lang="da-DK" sz="1400" err="1">
                <a:solidFill>
                  <a:srgbClr val="2B91AF"/>
                </a:solidFill>
                <a:highlight>
                  <a:srgbClr val="FFFF00"/>
                </a:highlight>
                <a:latin typeface="Consolas" panose="020B0609020204030204" pitchFamily="49" charset="0"/>
              </a:rPr>
              <a:t>StringBuilder</a:t>
            </a:r>
            <a:r>
              <a:rPr lang="da-DK" sz="1400">
                <a:solidFill>
                  <a:srgbClr val="000000"/>
                </a:solidFill>
                <a:highlight>
                  <a:srgbClr val="FFFF00"/>
                </a:highlight>
                <a:latin typeface="Consolas" panose="020B0609020204030204" pitchFamily="49" charset="0"/>
              </a:rPr>
              <a:t> </a:t>
            </a:r>
            <a:r>
              <a:rPr lang="da-DK" sz="1400" err="1">
                <a:solidFill>
                  <a:srgbClr val="000000"/>
                </a:solidFill>
                <a:highlight>
                  <a:srgbClr val="FFFF00"/>
                </a:highlight>
                <a:latin typeface="Consolas" panose="020B0609020204030204" pitchFamily="49" charset="0"/>
              </a:rPr>
              <a:t>bodyBuilder</a:t>
            </a:r>
            <a:r>
              <a:rPr lang="da-DK" sz="1400">
                <a:solidFill>
                  <a:srgbClr val="000000"/>
                </a:solidFill>
                <a:highlight>
                  <a:srgbClr val="FFFF00"/>
                </a:highlight>
                <a:latin typeface="Consolas" panose="020B0609020204030204" pitchFamily="49" charset="0"/>
              </a:rPr>
              <a:t>;</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Mail(</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recipient,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title,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body,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signature) {</a:t>
            </a:r>
          </a:p>
          <a:p>
            <a:pPr marL="0" indent="0">
              <a:spcBef>
                <a:spcPts val="0"/>
              </a:spcBef>
              <a:spcAft>
                <a:spcPts val="0"/>
              </a:spcAft>
              <a:buNone/>
            </a:pPr>
            <a:r>
              <a:rPr lang="da-DK" sz="1400">
                <a:solidFill>
                  <a:srgbClr val="000000"/>
                </a:solidFill>
                <a:latin typeface="Consolas" panose="020B0609020204030204" pitchFamily="49" charset="0"/>
              </a:rPr>
              <a:t>            Recipient = recipient;</a:t>
            </a:r>
          </a:p>
          <a:p>
            <a:pPr marL="0" indent="0">
              <a:spcBef>
                <a:spcPts val="0"/>
              </a:spcBef>
              <a:spcAft>
                <a:spcPts val="0"/>
              </a:spcAft>
              <a:buNone/>
            </a:pPr>
            <a:r>
              <a:rPr lang="da-DK" sz="1400">
                <a:solidFill>
                  <a:srgbClr val="000000"/>
                </a:solidFill>
                <a:latin typeface="Consolas" panose="020B0609020204030204" pitchFamily="49" charset="0"/>
              </a:rPr>
              <a:t>            Title = </a:t>
            </a:r>
            <a:r>
              <a:rPr lang="da-DK" sz="1400" err="1">
                <a:solidFill>
                  <a:srgbClr val="000000"/>
                </a:solidFill>
                <a:latin typeface="Consolas" panose="020B0609020204030204" pitchFamily="49" charset="0"/>
              </a:rPr>
              <a:t>title</a:t>
            </a:r>
            <a:r>
              <a:rPr lang="da-DK" sz="1400">
                <a:solidFill>
                  <a:srgbClr val="000000"/>
                </a:solidFill>
                <a:latin typeface="Consolas" panose="020B0609020204030204" pitchFamily="49" charset="0"/>
              </a:rPr>
              <a:t>;</a:t>
            </a:r>
          </a:p>
          <a:p>
            <a:pPr marL="0" indent="0">
              <a:spcBef>
                <a:spcPts val="0"/>
              </a:spcBef>
              <a:spcAft>
                <a:spcPts val="0"/>
              </a:spcAft>
              <a:buNone/>
            </a:pPr>
            <a:r>
              <a:rPr lang="da-DK" sz="1400">
                <a:solidFill>
                  <a:srgbClr val="000000"/>
                </a:solidFill>
                <a:latin typeface="Consolas" panose="020B0609020204030204" pitchFamily="49" charset="0"/>
              </a:rPr>
              <a:t>            Signature = signature;</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da-DK" sz="1400">
                <a:solidFill>
                  <a:srgbClr val="000000"/>
                </a:solidFill>
                <a:highlight>
                  <a:srgbClr val="FFFF00"/>
                </a:highlight>
                <a:latin typeface="Consolas" panose="020B0609020204030204" pitchFamily="49" charset="0"/>
              </a:rPr>
              <a:t>            </a:t>
            </a:r>
            <a:r>
              <a:rPr lang="da-DK" sz="1400" err="1">
                <a:solidFill>
                  <a:srgbClr val="000000"/>
                </a:solidFill>
                <a:highlight>
                  <a:srgbClr val="FFFF00"/>
                </a:highlight>
                <a:latin typeface="Consolas" panose="020B0609020204030204" pitchFamily="49" charset="0"/>
              </a:rPr>
              <a:t>bodyBuilder</a:t>
            </a:r>
            <a:r>
              <a:rPr lang="da-DK" sz="1400">
                <a:solidFill>
                  <a:srgbClr val="000000"/>
                </a:solidFill>
                <a:highlight>
                  <a:srgbClr val="FFFF00"/>
                </a:highlight>
                <a:latin typeface="Consolas" panose="020B0609020204030204" pitchFamily="49" charset="0"/>
              </a:rPr>
              <a:t> = </a:t>
            </a:r>
            <a:r>
              <a:rPr lang="da-DK" sz="1400">
                <a:solidFill>
                  <a:srgbClr val="0000FF"/>
                </a:solidFill>
                <a:highlight>
                  <a:srgbClr val="FFFF00"/>
                </a:highlight>
                <a:latin typeface="Consolas" panose="020B0609020204030204" pitchFamily="49" charset="0"/>
              </a:rPr>
              <a:t>new</a:t>
            </a:r>
            <a:r>
              <a:rPr lang="da-DK" sz="1400">
                <a:solidFill>
                  <a:srgbClr val="000000"/>
                </a:solidFill>
                <a:highlight>
                  <a:srgbClr val="FFFF00"/>
                </a:highlight>
                <a:latin typeface="Consolas" panose="020B0609020204030204" pitchFamily="49" charset="0"/>
              </a:rPr>
              <a:t> </a:t>
            </a:r>
            <a:r>
              <a:rPr lang="da-DK" sz="1400" err="1">
                <a:solidFill>
                  <a:srgbClr val="2B91AF"/>
                </a:solidFill>
                <a:highlight>
                  <a:srgbClr val="FFFF00"/>
                </a:highlight>
                <a:latin typeface="Consolas" panose="020B0609020204030204" pitchFamily="49" charset="0"/>
              </a:rPr>
              <a:t>StringBuilder</a:t>
            </a:r>
            <a:r>
              <a:rPr lang="da-DK" sz="1400">
                <a:solidFill>
                  <a:srgbClr val="000000"/>
                </a:solidFill>
                <a:highlight>
                  <a:srgbClr val="FFFF00"/>
                </a:highlight>
                <a:latin typeface="Consolas" panose="020B0609020204030204" pitchFamily="49" charset="0"/>
              </a:rPr>
              <a:t>(</a:t>
            </a:r>
            <a:r>
              <a:rPr lang="da-DK" sz="1400" err="1">
                <a:solidFill>
                  <a:srgbClr val="000000"/>
                </a:solidFill>
                <a:highlight>
                  <a:srgbClr val="FFFF00"/>
                </a:highlight>
                <a:latin typeface="Consolas" panose="020B0609020204030204" pitchFamily="49" charset="0"/>
              </a:rPr>
              <a:t>body</a:t>
            </a:r>
            <a:r>
              <a:rPr lang="da-DK" sz="1400">
                <a:solidFill>
                  <a:srgbClr val="000000"/>
                </a:solidFill>
                <a:highlight>
                  <a:srgbClr val="FFFF00"/>
                </a:highlight>
                <a:latin typeface="Consolas" panose="020B0609020204030204" pitchFamily="49" charset="0"/>
              </a:rPr>
              <a:t>);</a:t>
            </a:r>
          </a:p>
          <a:p>
            <a:pPr marL="0" indent="0">
              <a:spcBef>
                <a:spcPts val="0"/>
              </a:spcBef>
              <a:spcAft>
                <a:spcPts val="0"/>
              </a:spcAft>
              <a:buNone/>
            </a:pPr>
            <a:r>
              <a:rPr lang="da-DK" sz="1400">
                <a:solidFill>
                  <a:srgbClr val="000000"/>
                </a:solidFill>
                <a:latin typeface="Consolas" panose="020B0609020204030204" pitchFamily="49" charset="0"/>
              </a:rPr>
              <a:t>        }</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void</a:t>
            </a:r>
            <a:r>
              <a:rPr lang="da-DK" sz="1400">
                <a:solidFill>
                  <a:srgbClr val="000000"/>
                </a:solidFill>
                <a:latin typeface="Consolas" panose="020B0609020204030204" pitchFamily="49" charset="0"/>
              </a:rPr>
              <a:t> Send() {…}</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highlight>
                  <a:srgbClr val="FFFF00"/>
                </a:highlight>
                <a:latin typeface="Consolas" panose="020B0609020204030204" pitchFamily="49" charset="0"/>
              </a:rPr>
              <a:t>        </a:t>
            </a:r>
            <a:r>
              <a:rPr lang="en-US" sz="1400">
                <a:solidFill>
                  <a:srgbClr val="0000FF"/>
                </a:solidFill>
                <a:highlight>
                  <a:srgbClr val="FFFF00"/>
                </a:highlight>
                <a:latin typeface="Consolas" panose="020B0609020204030204" pitchFamily="49" charset="0"/>
              </a:rPr>
              <a:t>public</a:t>
            </a:r>
            <a:r>
              <a:rPr lang="en-US" sz="1400">
                <a:solidFill>
                  <a:srgbClr val="000000"/>
                </a:solidFill>
                <a:highlight>
                  <a:srgbClr val="FFFF00"/>
                </a:highlight>
                <a:latin typeface="Consolas" panose="020B0609020204030204" pitchFamily="49" charset="0"/>
              </a:rPr>
              <a:t> </a:t>
            </a:r>
            <a:r>
              <a:rPr lang="en-US" sz="1400">
                <a:solidFill>
                  <a:srgbClr val="0000FF"/>
                </a:solidFill>
                <a:highlight>
                  <a:srgbClr val="FFFF00"/>
                </a:highlight>
                <a:latin typeface="Consolas" panose="020B0609020204030204" pitchFamily="49" charset="0"/>
              </a:rPr>
              <a:t>void</a:t>
            </a:r>
            <a:r>
              <a:rPr lang="en-US" sz="1400">
                <a:solidFill>
                  <a:srgbClr val="000000"/>
                </a:solidFill>
                <a:highlight>
                  <a:srgbClr val="FFFF00"/>
                </a:highlight>
                <a:latin typeface="Consolas" panose="020B0609020204030204" pitchFamily="49" charset="0"/>
              </a:rPr>
              <a:t> </a:t>
            </a:r>
            <a:r>
              <a:rPr lang="en-US" sz="1400" err="1">
                <a:solidFill>
                  <a:srgbClr val="000000"/>
                </a:solidFill>
                <a:highlight>
                  <a:srgbClr val="FFFF00"/>
                </a:highlight>
                <a:latin typeface="Consolas" panose="020B0609020204030204" pitchFamily="49" charset="0"/>
              </a:rPr>
              <a:t>AppendMessage</a:t>
            </a:r>
            <a:r>
              <a:rPr lang="en-US" sz="1400">
                <a:solidFill>
                  <a:srgbClr val="000000"/>
                </a:solidFill>
                <a:highlight>
                  <a:srgbClr val="FFFF00"/>
                </a:highlight>
                <a:latin typeface="Consolas" panose="020B0609020204030204" pitchFamily="49" charset="0"/>
              </a:rPr>
              <a:t>(</a:t>
            </a:r>
            <a:r>
              <a:rPr lang="en-US" sz="1400">
                <a:solidFill>
                  <a:srgbClr val="0000FF"/>
                </a:solidFill>
                <a:highlight>
                  <a:srgbClr val="FFFF00"/>
                </a:highlight>
                <a:latin typeface="Consolas" panose="020B0609020204030204" pitchFamily="49" charset="0"/>
              </a:rPr>
              <a:t>string</a:t>
            </a:r>
            <a:r>
              <a:rPr lang="en-US" sz="1400">
                <a:solidFill>
                  <a:srgbClr val="000000"/>
                </a:solidFill>
                <a:highlight>
                  <a:srgbClr val="FFFF00"/>
                </a:highlight>
                <a:latin typeface="Consolas" panose="020B0609020204030204" pitchFamily="49" charset="0"/>
              </a:rPr>
              <a:t> </a:t>
            </a:r>
            <a:r>
              <a:rPr lang="en-US" sz="1400" err="1">
                <a:solidFill>
                  <a:srgbClr val="000000"/>
                </a:solidFill>
                <a:highlight>
                  <a:srgbClr val="FFFF00"/>
                </a:highlight>
                <a:latin typeface="Consolas" panose="020B0609020204030204" pitchFamily="49" charset="0"/>
              </a:rPr>
              <a:t>additionalMessage</a:t>
            </a:r>
            <a:r>
              <a:rPr lang="en-US" sz="1400">
                <a:solidFill>
                  <a:srgbClr val="000000"/>
                </a:solidFill>
                <a:highlight>
                  <a:srgbClr val="FFFF00"/>
                </a:highlight>
                <a:latin typeface="Consolas" panose="020B0609020204030204" pitchFamily="49" charset="0"/>
              </a:rPr>
              <a:t>) {</a:t>
            </a:r>
          </a:p>
          <a:p>
            <a:pPr marL="0" indent="0">
              <a:spcBef>
                <a:spcPts val="0"/>
              </a:spcBef>
              <a:spcAft>
                <a:spcPts val="0"/>
              </a:spcAft>
              <a:buNone/>
            </a:pPr>
            <a:r>
              <a:rPr lang="da-DK" sz="1400">
                <a:solidFill>
                  <a:srgbClr val="000000"/>
                </a:solidFill>
                <a:highlight>
                  <a:srgbClr val="FFFF00"/>
                </a:highlight>
                <a:latin typeface="Consolas" panose="020B0609020204030204" pitchFamily="49" charset="0"/>
              </a:rPr>
              <a:t>            </a:t>
            </a:r>
            <a:r>
              <a:rPr lang="da-DK" sz="1400" err="1">
                <a:solidFill>
                  <a:srgbClr val="000000"/>
                </a:solidFill>
                <a:highlight>
                  <a:srgbClr val="FFFF00"/>
                </a:highlight>
                <a:latin typeface="Consolas" panose="020B0609020204030204" pitchFamily="49" charset="0"/>
              </a:rPr>
              <a:t>bodyBuilder.Append</a:t>
            </a:r>
            <a:r>
              <a:rPr lang="da-DK" sz="1400">
                <a:solidFill>
                  <a:srgbClr val="000000"/>
                </a:solidFill>
                <a:highlight>
                  <a:srgbClr val="FFFF00"/>
                </a:highlight>
                <a:latin typeface="Consolas" panose="020B0609020204030204" pitchFamily="49" charset="0"/>
              </a:rPr>
              <a:t>(</a:t>
            </a:r>
            <a:r>
              <a:rPr lang="da-DK" sz="1400" err="1">
                <a:solidFill>
                  <a:srgbClr val="000000"/>
                </a:solidFill>
                <a:highlight>
                  <a:srgbClr val="FFFF00"/>
                </a:highlight>
                <a:latin typeface="Consolas" panose="020B0609020204030204" pitchFamily="49" charset="0"/>
              </a:rPr>
              <a:t>additionalMessage</a:t>
            </a:r>
            <a:r>
              <a:rPr lang="da-DK" sz="1400">
                <a:solidFill>
                  <a:srgbClr val="000000"/>
                </a:solidFill>
                <a:highlight>
                  <a:srgbClr val="FFFF00"/>
                </a:highlight>
                <a:latin typeface="Consolas" panose="020B0609020204030204" pitchFamily="49" charset="0"/>
              </a:rPr>
              <a:t>);</a:t>
            </a:r>
          </a:p>
          <a:p>
            <a:pPr marL="0" indent="0">
              <a:spcBef>
                <a:spcPts val="0"/>
              </a:spcBef>
              <a:spcAft>
                <a:spcPts val="0"/>
              </a:spcAft>
              <a:buNone/>
            </a:pPr>
            <a:r>
              <a:rPr lang="da-DK" sz="1400">
                <a:solidFill>
                  <a:srgbClr val="000000"/>
                </a:solidFill>
                <a:highlight>
                  <a:srgbClr val="FFFF00"/>
                </a:highlight>
                <a:latin typeface="Consolas" panose="020B0609020204030204" pitchFamily="49" charset="0"/>
              </a:rPr>
              <a:t>        }</a:t>
            </a:r>
          </a:p>
          <a:p>
            <a:pPr marL="0" indent="0">
              <a:spcBef>
                <a:spcPts val="0"/>
              </a:spcBef>
              <a:spcAft>
                <a:spcPts val="0"/>
              </a:spcAft>
              <a:buNone/>
            </a:pPr>
            <a:r>
              <a:rPr lang="da-DK" sz="1400">
                <a:solidFill>
                  <a:srgbClr val="000000"/>
                </a:solidFill>
                <a:latin typeface="Consolas" panose="020B0609020204030204" pitchFamily="49" charset="0"/>
              </a:rPr>
              <a:t>    }</a:t>
            </a:r>
            <a:endParaRPr lang="da-DK" sz="1100"/>
          </a:p>
        </p:txBody>
      </p:sp>
    </p:spTree>
    <p:extLst>
      <p:ext uri="{BB962C8B-B14F-4D97-AF65-F5344CB8AC3E}">
        <p14:creationId xmlns:p14="http://schemas.microsoft.com/office/powerpoint/2010/main" val="1818312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19F1E9-97E8-47CB-97AF-F839C2A273A5}"/>
              </a:ext>
            </a:extLst>
          </p:cNvPr>
          <p:cNvSpPr>
            <a:spLocks noGrp="1"/>
          </p:cNvSpPr>
          <p:nvPr>
            <p:ph type="sldNum" sz="quarter" idx="11"/>
          </p:nvPr>
        </p:nvSpPr>
        <p:spPr/>
        <p:txBody>
          <a:bodyPr/>
          <a:lstStyle/>
          <a:p>
            <a:fld id="{E16BA917-7F09-4B8D-AF07-F52890C14046}" type="slidenum">
              <a:rPr lang="da-DK" smtClean="0"/>
              <a:pPr/>
              <a:t>63</a:t>
            </a:fld>
            <a:endParaRPr lang="da-DK"/>
          </a:p>
        </p:txBody>
      </p:sp>
      <p:sp>
        <p:nvSpPr>
          <p:cNvPr id="3" name="Text Placeholder 2">
            <a:extLst>
              <a:ext uri="{FF2B5EF4-FFF2-40B4-BE49-F238E27FC236}">
                <a16:creationId xmlns:a16="http://schemas.microsoft.com/office/drawing/2014/main" id="{50F739AE-1848-4F8A-AEF2-F49B7C9FCF5C}"/>
              </a:ext>
            </a:extLst>
          </p:cNvPr>
          <p:cNvSpPr>
            <a:spLocks noGrp="1"/>
          </p:cNvSpPr>
          <p:nvPr>
            <p:ph type="body" sz="quarter" idx="17"/>
          </p:nvPr>
        </p:nvSpPr>
        <p:spPr/>
        <p:txBody>
          <a:bodyPr/>
          <a:lstStyle/>
          <a:p>
            <a:r>
              <a:rPr lang="en-GB"/>
              <a:t>Demo 6</a:t>
            </a:r>
            <a:endParaRPr lang="da-DK"/>
          </a:p>
        </p:txBody>
      </p:sp>
      <p:sp>
        <p:nvSpPr>
          <p:cNvPr id="4" name="Title 3">
            <a:extLst>
              <a:ext uri="{FF2B5EF4-FFF2-40B4-BE49-F238E27FC236}">
                <a16:creationId xmlns:a16="http://schemas.microsoft.com/office/drawing/2014/main" id="{83B13DDC-6AD9-409C-BB32-1FA827B15EFA}"/>
              </a:ext>
            </a:extLst>
          </p:cNvPr>
          <p:cNvSpPr>
            <a:spLocks noGrp="1"/>
          </p:cNvSpPr>
          <p:nvPr>
            <p:ph type="title"/>
          </p:nvPr>
        </p:nvSpPr>
        <p:spPr/>
        <p:txBody>
          <a:bodyPr/>
          <a:lstStyle/>
          <a:p>
            <a:r>
              <a:rPr lang="en-GB"/>
              <a:t>Live demo</a:t>
            </a:r>
            <a:endParaRPr lang="da-DK"/>
          </a:p>
        </p:txBody>
      </p:sp>
      <p:sp>
        <p:nvSpPr>
          <p:cNvPr id="5" name="Content Placeholder 4">
            <a:extLst>
              <a:ext uri="{FF2B5EF4-FFF2-40B4-BE49-F238E27FC236}">
                <a16:creationId xmlns:a16="http://schemas.microsoft.com/office/drawing/2014/main" id="{06F0D616-E56B-407F-B04E-9C54FCF67E39}"/>
              </a:ext>
            </a:extLst>
          </p:cNvPr>
          <p:cNvSpPr>
            <a:spLocks noGrp="1"/>
          </p:cNvSpPr>
          <p:nvPr>
            <p:ph sz="quarter" idx="19"/>
          </p:nvPr>
        </p:nvSpPr>
        <p:spPr/>
        <p:txBody>
          <a:bodyPr/>
          <a:lstStyle/>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args) {</a:t>
            </a:r>
          </a:p>
          <a:p>
            <a:pPr marL="0" indent="0" algn="ctr">
              <a:spcBef>
                <a:spcPts val="0"/>
              </a:spcBef>
              <a:spcAft>
                <a:spcPts val="0"/>
              </a:spcAft>
              <a:buNone/>
            </a:pPr>
            <a:r>
              <a:rPr lang="en-GB" sz="1400">
                <a:solidFill>
                  <a:srgbClr val="000000"/>
                </a:solidFill>
                <a:latin typeface="Consolas" panose="020B0609020204030204" pitchFamily="49" charset="0"/>
              </a:rPr>
              <a:t>…</a:t>
            </a:r>
            <a:endParaRPr lang="da-DK" sz="1400">
              <a:solidFill>
                <a:srgbClr val="000000"/>
              </a:solidFill>
              <a:latin typeface="Consolas" panose="020B0609020204030204" pitchFamily="49" charset="0"/>
            </a:endParaRP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highlight>
                  <a:srgbClr val="FFFF00"/>
                </a:highlight>
                <a:latin typeface="Consolas" panose="020B0609020204030204" pitchFamily="49" charset="0"/>
              </a:rPr>
              <a:t>            </a:t>
            </a:r>
            <a:r>
              <a:rPr lang="en-US" sz="1400">
                <a:solidFill>
                  <a:srgbClr val="2B91AF"/>
                </a:solidFill>
                <a:highlight>
                  <a:srgbClr val="FFFF00"/>
                </a:highlight>
                <a:latin typeface="Consolas" panose="020B0609020204030204" pitchFamily="49" charset="0"/>
              </a:rPr>
              <a:t>Console</a:t>
            </a:r>
            <a:r>
              <a:rPr lang="en-US" sz="1400">
                <a:solidFill>
                  <a:srgbClr val="000000"/>
                </a:solidFill>
                <a:highlight>
                  <a:srgbClr val="FFFF00"/>
                </a:highlight>
                <a:latin typeface="Consolas" panose="020B0609020204030204" pitchFamily="49" charset="0"/>
              </a:rPr>
              <a:t>.WriteLine(</a:t>
            </a:r>
            <a:r>
              <a:rPr lang="en-US" sz="1400">
                <a:solidFill>
                  <a:srgbClr val="A31515"/>
                </a:solidFill>
                <a:highlight>
                  <a:srgbClr val="FFFF00"/>
                </a:highlight>
                <a:latin typeface="Consolas" panose="020B0609020204030204" pitchFamily="49" charset="0"/>
              </a:rPr>
              <a:t>"</a:t>
            </a:r>
            <a:r>
              <a:rPr lang="en-US" sz="1400">
                <a:solidFill>
                  <a:srgbClr val="FF007F"/>
                </a:solidFill>
                <a:highlight>
                  <a:srgbClr val="FFFF00"/>
                </a:highlight>
                <a:latin typeface="Consolas" panose="020B0609020204030204" pitchFamily="49" charset="0"/>
              </a:rPr>
              <a:t>\</a:t>
            </a:r>
            <a:r>
              <a:rPr lang="en-US" sz="1400" err="1">
                <a:solidFill>
                  <a:srgbClr val="FF007F"/>
                </a:solidFill>
                <a:highlight>
                  <a:srgbClr val="FFFF00"/>
                </a:highlight>
                <a:latin typeface="Consolas" panose="020B0609020204030204" pitchFamily="49" charset="0"/>
              </a:rPr>
              <a:t>n</a:t>
            </a:r>
            <a:r>
              <a:rPr lang="en-US" sz="1400" err="1">
                <a:solidFill>
                  <a:srgbClr val="A31515"/>
                </a:solidFill>
                <a:highlight>
                  <a:srgbClr val="FFFF00"/>
                </a:highlight>
                <a:latin typeface="Consolas" panose="020B0609020204030204" pitchFamily="49" charset="0"/>
              </a:rPr>
              <a:t>Appending</a:t>
            </a:r>
            <a:r>
              <a:rPr lang="en-US" sz="1400">
                <a:solidFill>
                  <a:srgbClr val="A31515"/>
                </a:solidFill>
                <a:highlight>
                  <a:srgbClr val="FFFF00"/>
                </a:highlight>
                <a:latin typeface="Consolas" panose="020B0609020204030204" pitchFamily="49" charset="0"/>
              </a:rPr>
              <a:t> message in the mail..."</a:t>
            </a:r>
            <a:r>
              <a:rPr lang="en-US" sz="1400">
                <a:solidFill>
                  <a:srgbClr val="000000"/>
                </a:solidFill>
                <a:highlight>
                  <a:srgbClr val="FFFF00"/>
                </a:highlight>
                <a:latin typeface="Consolas" panose="020B0609020204030204" pitchFamily="49" charset="0"/>
              </a:rPr>
              <a:t>);</a:t>
            </a:r>
          </a:p>
          <a:p>
            <a:pPr marL="0" indent="0">
              <a:spcBef>
                <a:spcPts val="0"/>
              </a:spcBef>
              <a:spcAft>
                <a:spcPts val="0"/>
              </a:spcAft>
              <a:buNone/>
            </a:pPr>
            <a:r>
              <a:rPr lang="da-DK" sz="1400">
                <a:solidFill>
                  <a:srgbClr val="000000"/>
                </a:solidFill>
                <a:highlight>
                  <a:srgbClr val="FFFF00"/>
                </a:highlight>
                <a:latin typeface="Consolas" panose="020B0609020204030204" pitchFamily="49" charset="0"/>
              </a:rPr>
              <a:t>            </a:t>
            </a:r>
            <a:r>
              <a:rPr lang="da-DK" sz="1400" err="1">
                <a:solidFill>
                  <a:srgbClr val="000000"/>
                </a:solidFill>
                <a:highlight>
                  <a:srgbClr val="FFFF00"/>
                </a:highlight>
                <a:latin typeface="Consolas" panose="020B0609020204030204" pitchFamily="49" charset="0"/>
              </a:rPr>
              <a:t>mail.AppendMessage</a:t>
            </a:r>
            <a:r>
              <a:rPr lang="da-DK" sz="1400">
                <a:solidFill>
                  <a:srgbClr val="000000"/>
                </a:solidFill>
                <a:highlight>
                  <a:srgbClr val="FFFF00"/>
                </a:highlight>
                <a:latin typeface="Consolas" panose="020B0609020204030204" pitchFamily="49" charset="0"/>
              </a:rPr>
              <a:t>(</a:t>
            </a:r>
            <a:r>
              <a:rPr lang="da-DK" sz="1400">
                <a:solidFill>
                  <a:srgbClr val="A31515"/>
                </a:solidFill>
                <a:highlight>
                  <a:srgbClr val="FFFF00"/>
                </a:highlight>
                <a:latin typeface="Consolas" panose="020B0609020204030204" pitchFamily="49" charset="0"/>
              </a:rPr>
              <a:t>"</a:t>
            </a:r>
            <a:r>
              <a:rPr lang="da-DK" sz="1400">
                <a:solidFill>
                  <a:srgbClr val="FF007F"/>
                </a:solidFill>
                <a:highlight>
                  <a:srgbClr val="FFFF00"/>
                </a:highlight>
                <a:latin typeface="Consolas" panose="020B0609020204030204" pitchFamily="49" charset="0"/>
              </a:rPr>
              <a:t>\n</a:t>
            </a:r>
            <a:r>
              <a:rPr lang="da-DK" sz="1400">
                <a:solidFill>
                  <a:srgbClr val="A31515"/>
                </a:solidFill>
                <a:highlight>
                  <a:srgbClr val="FFFF00"/>
                </a:highlight>
                <a:latin typeface="Consolas" panose="020B0609020204030204" pitchFamily="49" charset="0"/>
              </a:rPr>
              <a:t>...</a:t>
            </a:r>
            <a:r>
              <a:rPr lang="da-DK" sz="1400" err="1">
                <a:solidFill>
                  <a:srgbClr val="A31515"/>
                </a:solidFill>
                <a:highlight>
                  <a:srgbClr val="FFFF00"/>
                </a:highlight>
                <a:latin typeface="Consolas" panose="020B0609020204030204" pitchFamily="49" charset="0"/>
              </a:rPr>
              <a:t>Additional</a:t>
            </a:r>
            <a:r>
              <a:rPr lang="da-DK" sz="1400">
                <a:solidFill>
                  <a:srgbClr val="A31515"/>
                </a:solidFill>
                <a:highlight>
                  <a:srgbClr val="FFFF00"/>
                </a:highlight>
                <a:latin typeface="Consolas" panose="020B0609020204030204" pitchFamily="49" charset="0"/>
              </a:rPr>
              <a:t> </a:t>
            </a:r>
            <a:r>
              <a:rPr lang="da-DK" sz="1400" err="1">
                <a:solidFill>
                  <a:srgbClr val="A31515"/>
                </a:solidFill>
                <a:highlight>
                  <a:srgbClr val="FFFF00"/>
                </a:highlight>
                <a:latin typeface="Consolas" panose="020B0609020204030204" pitchFamily="49" charset="0"/>
              </a:rPr>
              <a:t>text</a:t>
            </a:r>
            <a:r>
              <a:rPr lang="da-DK" sz="1400">
                <a:solidFill>
                  <a:srgbClr val="A31515"/>
                </a:solidFill>
                <a:highlight>
                  <a:srgbClr val="FFFF00"/>
                </a:highlight>
                <a:latin typeface="Consolas" panose="020B0609020204030204" pitchFamily="49" charset="0"/>
              </a:rPr>
              <a:t> ..."</a:t>
            </a:r>
            <a:r>
              <a:rPr lang="da-DK" sz="1400">
                <a:solidFill>
                  <a:srgbClr val="000000"/>
                </a:solidFill>
                <a:highlight>
                  <a:srgbClr val="FFFF00"/>
                </a:highlight>
                <a:latin typeface="Consolas" panose="020B0609020204030204" pitchFamily="49" charset="0"/>
              </a:rPr>
              <a:t>);</a:t>
            </a:r>
          </a:p>
          <a:p>
            <a:pPr marL="0" indent="0">
              <a:spcBef>
                <a:spcPts val="0"/>
              </a:spcBef>
              <a:spcAft>
                <a:spcPts val="0"/>
              </a:spcAft>
              <a:buNone/>
            </a:pPr>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mail.Send</a:t>
            </a:r>
            <a:r>
              <a:rPr lang="da-DK" sz="1400">
                <a:solidFill>
                  <a:srgbClr val="000000"/>
                </a:solidFill>
                <a:latin typeface="Consolas" panose="020B0609020204030204" pitchFamily="49" charset="0"/>
              </a:rPr>
              <a:t>();</a:t>
            </a:r>
          </a:p>
          <a:p>
            <a:pPr marL="0" indent="0">
              <a:spcBef>
                <a:spcPts val="0"/>
              </a:spcBef>
              <a:spcAft>
                <a:spcPts val="0"/>
              </a:spcAft>
              <a:buNone/>
            </a:pPr>
            <a:r>
              <a:rPr lang="da-DK" sz="1400">
                <a:solidFill>
                  <a:srgbClr val="000000"/>
                </a:solidFill>
                <a:latin typeface="Consolas" panose="020B0609020204030204" pitchFamily="49" charset="0"/>
              </a:rPr>
              <a:t>        }</a:t>
            </a:r>
            <a:endParaRPr lang="da-DK" sz="1000"/>
          </a:p>
        </p:txBody>
      </p:sp>
    </p:spTree>
    <p:extLst>
      <p:ext uri="{BB962C8B-B14F-4D97-AF65-F5344CB8AC3E}">
        <p14:creationId xmlns:p14="http://schemas.microsoft.com/office/powerpoint/2010/main" val="38732726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BA7804-C4CA-48FD-9A26-3CE7348B7038}"/>
              </a:ext>
            </a:extLst>
          </p:cNvPr>
          <p:cNvSpPr>
            <a:spLocks noGrp="1"/>
          </p:cNvSpPr>
          <p:nvPr>
            <p:ph type="sldNum" sz="quarter" idx="11"/>
          </p:nvPr>
        </p:nvSpPr>
        <p:spPr/>
        <p:txBody>
          <a:bodyPr/>
          <a:lstStyle/>
          <a:p>
            <a:fld id="{E16BA917-7F09-4B8D-AF07-F52890C14046}" type="slidenum">
              <a:rPr lang="da-DK" smtClean="0"/>
              <a:pPr/>
              <a:t>64</a:t>
            </a:fld>
            <a:endParaRPr lang="da-DK"/>
          </a:p>
        </p:txBody>
      </p:sp>
      <p:sp>
        <p:nvSpPr>
          <p:cNvPr id="3" name="Text Placeholder 2">
            <a:extLst>
              <a:ext uri="{FF2B5EF4-FFF2-40B4-BE49-F238E27FC236}">
                <a16:creationId xmlns:a16="http://schemas.microsoft.com/office/drawing/2014/main" id="{0B61CA87-D26A-46AB-9548-F1D9EF6F2A4E}"/>
              </a:ext>
            </a:extLst>
          </p:cNvPr>
          <p:cNvSpPr>
            <a:spLocks noGrp="1"/>
          </p:cNvSpPr>
          <p:nvPr>
            <p:ph type="body" sz="quarter" idx="17"/>
          </p:nvPr>
        </p:nvSpPr>
        <p:spPr/>
        <p:txBody>
          <a:bodyPr/>
          <a:lstStyle/>
          <a:p>
            <a:r>
              <a:rPr lang="en-GB"/>
              <a:t>String vs string builder</a:t>
            </a:r>
            <a:endParaRPr lang="da-DK"/>
          </a:p>
        </p:txBody>
      </p:sp>
      <p:sp>
        <p:nvSpPr>
          <p:cNvPr id="4" name="Title 3">
            <a:extLst>
              <a:ext uri="{FF2B5EF4-FFF2-40B4-BE49-F238E27FC236}">
                <a16:creationId xmlns:a16="http://schemas.microsoft.com/office/drawing/2014/main" id="{3EB23C0A-553B-430A-9ADA-F276150F59EA}"/>
              </a:ext>
            </a:extLst>
          </p:cNvPr>
          <p:cNvSpPr>
            <a:spLocks noGrp="1"/>
          </p:cNvSpPr>
          <p:nvPr>
            <p:ph type="title"/>
          </p:nvPr>
        </p:nvSpPr>
        <p:spPr/>
        <p:txBody>
          <a:bodyPr/>
          <a:lstStyle/>
          <a:p>
            <a:r>
              <a:rPr lang="en-GB"/>
              <a:t>String builder</a:t>
            </a:r>
            <a:endParaRPr lang="da-DK"/>
          </a:p>
        </p:txBody>
      </p:sp>
      <p:sp>
        <p:nvSpPr>
          <p:cNvPr id="7" name="TextBox 6">
            <a:extLst>
              <a:ext uri="{FF2B5EF4-FFF2-40B4-BE49-F238E27FC236}">
                <a16:creationId xmlns:a16="http://schemas.microsoft.com/office/drawing/2014/main" id="{AC61E3E1-DE05-48E4-A727-698FB9ECD945}"/>
              </a:ext>
            </a:extLst>
          </p:cNvPr>
          <p:cNvSpPr txBox="1"/>
          <p:nvPr/>
        </p:nvSpPr>
        <p:spPr>
          <a:xfrm>
            <a:off x="578292" y="1951672"/>
            <a:ext cx="4912226" cy="1631216"/>
          </a:xfrm>
          <a:prstGeom prst="rect">
            <a:avLst/>
          </a:prstGeom>
          <a:noFill/>
        </p:spPr>
        <p:txBody>
          <a:bodyPr wrap="square">
            <a:spAutoFit/>
          </a:bodyPr>
          <a:lstStyle/>
          <a:p>
            <a:pPr algn="l" fontAlgn="base"/>
            <a:r>
              <a:rPr lang="en-US">
                <a:solidFill>
                  <a:srgbClr val="0000FF"/>
                </a:solidFill>
                <a:latin typeface="Consolas"/>
                <a:ea typeface="ＭＳ Ｐゴシック"/>
              </a:rPr>
              <a:t>string</a:t>
            </a:r>
            <a:r>
              <a:rPr lang="en-US">
                <a:solidFill>
                  <a:srgbClr val="000000"/>
                </a:solidFill>
                <a:latin typeface="Consolas"/>
                <a:ea typeface="ＭＳ Ｐゴシック"/>
              </a:rPr>
              <a:t> testString = </a:t>
            </a:r>
            <a:r>
              <a:rPr lang="en-US" sz="2000">
                <a:solidFill>
                  <a:srgbClr val="A31515"/>
                </a:solidFill>
                <a:latin typeface="Consolas" panose="020B0609020204030204" pitchFamily="49" charset="0"/>
                <a:cs typeface="Calibri" panose="020F0502020204030204" pitchFamily="34" charset="0"/>
              </a:rPr>
              <a:t>"Hello!"</a:t>
            </a:r>
            <a:r>
              <a:rPr lang="en-US">
                <a:solidFill>
                  <a:srgbClr val="000000"/>
                </a:solidFill>
                <a:latin typeface="Consolas"/>
                <a:ea typeface="ＭＳ Ｐゴシック"/>
              </a:rPr>
              <a:t>;</a:t>
            </a:r>
          </a:p>
          <a:p>
            <a:pPr algn="l" fontAlgn="base"/>
            <a:r>
              <a:rPr lang="en-US">
                <a:solidFill>
                  <a:srgbClr val="000000"/>
                </a:solidFill>
                <a:latin typeface="Consolas"/>
                <a:ea typeface="ＭＳ Ｐゴシック"/>
              </a:rPr>
              <a:t>testString = testString + </a:t>
            </a:r>
            <a:r>
              <a:rPr lang="en-US" sz="2000">
                <a:solidFill>
                  <a:srgbClr val="A31515"/>
                </a:solidFill>
                <a:latin typeface="Consolas" panose="020B0609020204030204" pitchFamily="49" charset="0"/>
                <a:cs typeface="Calibri" panose="020F0502020204030204" pitchFamily="34" charset="0"/>
              </a:rPr>
              <a:t>" This</a:t>
            </a:r>
            <a:r>
              <a:rPr lang="en-US" sz="1800">
                <a:solidFill>
                  <a:srgbClr val="A31515"/>
                </a:solidFill>
                <a:latin typeface="Consolas" panose="020B0609020204030204" pitchFamily="49" charset="0"/>
                <a:cs typeface="Calibri" panose="020F0502020204030204" pitchFamily="34" charset="0"/>
              </a:rPr>
              <a:t>"</a:t>
            </a:r>
            <a:r>
              <a:rPr lang="en-US">
                <a:solidFill>
                  <a:srgbClr val="000000"/>
                </a:solidFill>
                <a:latin typeface="Consolas"/>
                <a:ea typeface="ＭＳ Ｐゴシック"/>
              </a:rPr>
              <a:t>;</a:t>
            </a:r>
          </a:p>
          <a:p>
            <a:pPr algn="l" fontAlgn="base"/>
            <a:r>
              <a:rPr lang="en-US">
                <a:solidFill>
                  <a:srgbClr val="000000"/>
                </a:solidFill>
                <a:latin typeface="Consolas"/>
                <a:ea typeface="ＭＳ Ｐゴシック"/>
              </a:rPr>
              <a:t>testString = testString + </a:t>
            </a:r>
            <a:r>
              <a:rPr lang="en-US" sz="2000">
                <a:solidFill>
                  <a:srgbClr val="A31515"/>
                </a:solidFill>
                <a:latin typeface="Consolas" panose="020B0609020204030204" pitchFamily="49" charset="0"/>
                <a:cs typeface="Calibri" panose="020F0502020204030204" pitchFamily="34" charset="0"/>
              </a:rPr>
              <a:t>" is</a:t>
            </a:r>
            <a:r>
              <a:rPr lang="en-US" sz="1800">
                <a:solidFill>
                  <a:srgbClr val="A31515"/>
                </a:solidFill>
                <a:latin typeface="Consolas" panose="020B0609020204030204" pitchFamily="49" charset="0"/>
                <a:cs typeface="Calibri" panose="020F0502020204030204" pitchFamily="34" charset="0"/>
              </a:rPr>
              <a:t>"</a:t>
            </a:r>
            <a:r>
              <a:rPr lang="en-US">
                <a:solidFill>
                  <a:srgbClr val="000000"/>
                </a:solidFill>
                <a:latin typeface="Consolas"/>
                <a:ea typeface="ＭＳ Ｐゴシック"/>
              </a:rPr>
              <a:t>;</a:t>
            </a:r>
          </a:p>
          <a:p>
            <a:pPr algn="l" fontAlgn="base"/>
            <a:r>
              <a:rPr lang="en-US">
                <a:solidFill>
                  <a:srgbClr val="000000"/>
                </a:solidFill>
                <a:latin typeface="Consolas"/>
                <a:ea typeface="ＭＳ Ｐゴシック"/>
              </a:rPr>
              <a:t>testString = testString + </a:t>
            </a:r>
            <a:r>
              <a:rPr lang="en-US" sz="2000">
                <a:solidFill>
                  <a:srgbClr val="A31515"/>
                </a:solidFill>
                <a:latin typeface="Consolas" panose="020B0609020204030204" pitchFamily="49" charset="0"/>
                <a:cs typeface="Calibri" panose="020F0502020204030204" pitchFamily="34" charset="0"/>
              </a:rPr>
              <a:t>" C#</a:t>
            </a:r>
            <a:r>
              <a:rPr lang="en-US" sz="1800">
                <a:solidFill>
                  <a:srgbClr val="A31515"/>
                </a:solidFill>
                <a:latin typeface="Consolas" panose="020B0609020204030204" pitchFamily="49" charset="0"/>
                <a:cs typeface="Calibri" panose="020F0502020204030204" pitchFamily="34" charset="0"/>
              </a:rPr>
              <a:t>"</a:t>
            </a:r>
            <a:r>
              <a:rPr lang="en-US">
                <a:solidFill>
                  <a:srgbClr val="000000"/>
                </a:solidFill>
                <a:latin typeface="Consolas"/>
                <a:ea typeface="ＭＳ Ｐゴシック"/>
              </a:rPr>
              <a:t>;</a:t>
            </a:r>
          </a:p>
          <a:p>
            <a:pPr algn="l" fontAlgn="base"/>
            <a:r>
              <a:rPr lang="en-US">
                <a:solidFill>
                  <a:srgbClr val="000000"/>
                </a:solidFill>
                <a:latin typeface="Consolas"/>
                <a:ea typeface="ＭＳ Ｐゴシック"/>
              </a:rPr>
              <a:t>testString = testString + </a:t>
            </a:r>
            <a:r>
              <a:rPr lang="en-US" sz="2000">
                <a:solidFill>
                  <a:srgbClr val="A31515"/>
                </a:solidFill>
                <a:latin typeface="Consolas" panose="020B0609020204030204" pitchFamily="49" charset="0"/>
                <a:cs typeface="Calibri" panose="020F0502020204030204" pitchFamily="34" charset="0"/>
              </a:rPr>
              <a:t>" course</a:t>
            </a:r>
            <a:r>
              <a:rPr lang="en-US" sz="1800">
                <a:solidFill>
                  <a:srgbClr val="A31515"/>
                </a:solidFill>
                <a:latin typeface="Consolas" panose="020B0609020204030204" pitchFamily="49" charset="0"/>
                <a:cs typeface="Calibri" panose="020F0502020204030204" pitchFamily="34" charset="0"/>
              </a:rPr>
              <a:t>"</a:t>
            </a:r>
            <a:r>
              <a:rPr lang="en-US">
                <a:solidFill>
                  <a:srgbClr val="000000"/>
                </a:solidFill>
                <a:latin typeface="Consolas"/>
                <a:ea typeface="ＭＳ Ｐゴシック"/>
              </a:rPr>
              <a:t>;</a:t>
            </a:r>
          </a:p>
        </p:txBody>
      </p:sp>
      <p:sp>
        <p:nvSpPr>
          <p:cNvPr id="16" name="Arrow: Right 15">
            <a:extLst>
              <a:ext uri="{FF2B5EF4-FFF2-40B4-BE49-F238E27FC236}">
                <a16:creationId xmlns:a16="http://schemas.microsoft.com/office/drawing/2014/main" id="{68AC4E5C-0840-49C7-97E7-DA131426E522}"/>
              </a:ext>
            </a:extLst>
          </p:cNvPr>
          <p:cNvSpPr/>
          <p:nvPr/>
        </p:nvSpPr>
        <p:spPr>
          <a:xfrm>
            <a:off x="5754128" y="2366171"/>
            <a:ext cx="1124468" cy="629625"/>
          </a:xfrm>
          <a:prstGeom prst="right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7" name="TextBox 16">
            <a:extLst>
              <a:ext uri="{FF2B5EF4-FFF2-40B4-BE49-F238E27FC236}">
                <a16:creationId xmlns:a16="http://schemas.microsoft.com/office/drawing/2014/main" id="{807F044B-0453-477A-BAA9-EF1C4C27934A}"/>
              </a:ext>
            </a:extLst>
          </p:cNvPr>
          <p:cNvSpPr txBox="1"/>
          <p:nvPr/>
        </p:nvSpPr>
        <p:spPr>
          <a:xfrm>
            <a:off x="578292" y="3931107"/>
            <a:ext cx="6684602" cy="2031325"/>
          </a:xfrm>
          <a:prstGeom prst="rect">
            <a:avLst/>
          </a:prstGeom>
          <a:noFill/>
        </p:spPr>
        <p:txBody>
          <a:bodyPr wrap="square">
            <a:spAutoFit/>
          </a:bodyPr>
          <a:lstStyle/>
          <a:p>
            <a:pPr algn="l" fontAlgn="base"/>
            <a:r>
              <a:rPr lang="en-US">
                <a:solidFill>
                  <a:srgbClr val="2B91AF"/>
                </a:solidFill>
                <a:latin typeface="Consolas" panose="020B0609020204030204" pitchFamily="49" charset="0"/>
                <a:cs typeface="Calibri" panose="020F0502020204030204" pitchFamily="34" charset="0"/>
              </a:rPr>
              <a:t>StringBuilder</a:t>
            </a:r>
            <a:r>
              <a:rPr lang="en-US">
                <a:solidFill>
                  <a:srgbClr val="000000"/>
                </a:solidFill>
                <a:latin typeface="Consolas"/>
                <a:ea typeface="ＭＳ Ｐゴシック"/>
              </a:rPr>
              <a:t> stringBuilder = </a:t>
            </a:r>
            <a:r>
              <a:rPr lang="en-US">
                <a:solidFill>
                  <a:srgbClr val="0000FF"/>
                </a:solidFill>
                <a:latin typeface="Consolas"/>
                <a:ea typeface="ＭＳ Ｐゴシック"/>
              </a:rPr>
              <a:t>new</a:t>
            </a:r>
            <a:r>
              <a:rPr lang="en-US">
                <a:solidFill>
                  <a:srgbClr val="000000"/>
                </a:solidFill>
                <a:latin typeface="Consolas"/>
                <a:ea typeface="ＭＳ Ｐゴシック"/>
              </a:rPr>
              <a:t> </a:t>
            </a:r>
            <a:r>
              <a:rPr lang="en-US">
                <a:solidFill>
                  <a:srgbClr val="2B91AF"/>
                </a:solidFill>
                <a:latin typeface="Consolas" panose="020B0609020204030204" pitchFamily="49" charset="0"/>
                <a:cs typeface="Calibri" panose="020F0502020204030204" pitchFamily="34" charset="0"/>
              </a:rPr>
              <a:t>StringBuilder</a:t>
            </a:r>
            <a:r>
              <a:rPr lang="en-US">
                <a:solidFill>
                  <a:srgbClr val="000000"/>
                </a:solidFill>
                <a:latin typeface="Consolas"/>
                <a:ea typeface="ＭＳ Ｐゴシック"/>
              </a:rPr>
              <a:t>();</a:t>
            </a:r>
          </a:p>
          <a:p>
            <a:pPr algn="l" fontAlgn="base"/>
            <a:r>
              <a:rPr lang="en-US">
                <a:solidFill>
                  <a:srgbClr val="000000"/>
                </a:solidFill>
                <a:latin typeface="Consolas"/>
                <a:ea typeface="ＭＳ Ｐゴシック"/>
              </a:rPr>
              <a:t>stringBuilder.Append(</a:t>
            </a:r>
            <a:r>
              <a:rPr lang="en-US" sz="1800">
                <a:solidFill>
                  <a:srgbClr val="A31515"/>
                </a:solidFill>
                <a:latin typeface="Consolas" panose="020B0609020204030204" pitchFamily="49" charset="0"/>
                <a:cs typeface="Calibri" panose="020F0502020204030204" pitchFamily="34" charset="0"/>
              </a:rPr>
              <a:t>"Hello!"</a:t>
            </a:r>
            <a:r>
              <a:rPr lang="en-US">
                <a:solidFill>
                  <a:srgbClr val="000000"/>
                </a:solidFill>
                <a:latin typeface="Consolas"/>
                <a:ea typeface="ＭＳ Ｐゴシック"/>
              </a:rPr>
              <a:t>);</a:t>
            </a:r>
          </a:p>
          <a:p>
            <a:pPr algn="l" fontAlgn="base"/>
            <a:r>
              <a:rPr lang="en-US">
                <a:solidFill>
                  <a:srgbClr val="000000"/>
                </a:solidFill>
                <a:latin typeface="Consolas"/>
                <a:ea typeface="ＭＳ Ｐゴシック"/>
              </a:rPr>
              <a:t>stringBuilder.Append(</a:t>
            </a:r>
            <a:r>
              <a:rPr lang="en-US" sz="1800">
                <a:solidFill>
                  <a:srgbClr val="A31515"/>
                </a:solidFill>
                <a:latin typeface="Consolas" panose="020B0609020204030204" pitchFamily="49" charset="0"/>
                <a:cs typeface="Calibri" panose="020F0502020204030204" pitchFamily="34" charset="0"/>
              </a:rPr>
              <a:t>" This</a:t>
            </a:r>
            <a:r>
              <a:rPr lang="en-US" sz="1600">
                <a:solidFill>
                  <a:srgbClr val="A31515"/>
                </a:solidFill>
                <a:latin typeface="Consolas" panose="020B0609020204030204" pitchFamily="49" charset="0"/>
                <a:cs typeface="Calibri" panose="020F0502020204030204" pitchFamily="34" charset="0"/>
              </a:rPr>
              <a:t>"</a:t>
            </a:r>
            <a:r>
              <a:rPr lang="en-US">
                <a:solidFill>
                  <a:srgbClr val="000000"/>
                </a:solidFill>
                <a:latin typeface="Consolas"/>
                <a:ea typeface="ＭＳ Ｐゴシック"/>
              </a:rPr>
              <a:t>);</a:t>
            </a:r>
          </a:p>
          <a:p>
            <a:pPr algn="l" fontAlgn="base"/>
            <a:r>
              <a:rPr lang="en-US">
                <a:solidFill>
                  <a:srgbClr val="000000"/>
                </a:solidFill>
                <a:latin typeface="Consolas"/>
                <a:ea typeface="ＭＳ Ｐゴシック"/>
              </a:rPr>
              <a:t>stringBuilder.Append(</a:t>
            </a:r>
            <a:r>
              <a:rPr lang="en-US" sz="1800">
                <a:solidFill>
                  <a:srgbClr val="A31515"/>
                </a:solidFill>
                <a:latin typeface="Consolas" panose="020B0609020204030204" pitchFamily="49" charset="0"/>
                <a:cs typeface="Calibri" panose="020F0502020204030204" pitchFamily="34" charset="0"/>
              </a:rPr>
              <a:t>" is</a:t>
            </a:r>
            <a:r>
              <a:rPr lang="en-US" sz="1600">
                <a:solidFill>
                  <a:srgbClr val="A31515"/>
                </a:solidFill>
                <a:latin typeface="Consolas" panose="020B0609020204030204" pitchFamily="49" charset="0"/>
                <a:cs typeface="Calibri" panose="020F0502020204030204" pitchFamily="34" charset="0"/>
              </a:rPr>
              <a:t>"</a:t>
            </a:r>
            <a:r>
              <a:rPr lang="en-US">
                <a:solidFill>
                  <a:srgbClr val="000000"/>
                </a:solidFill>
                <a:latin typeface="Consolas"/>
                <a:ea typeface="ＭＳ Ｐゴシック"/>
              </a:rPr>
              <a:t>);</a:t>
            </a:r>
          </a:p>
          <a:p>
            <a:pPr algn="l" fontAlgn="base"/>
            <a:r>
              <a:rPr lang="en-US">
                <a:solidFill>
                  <a:srgbClr val="000000"/>
                </a:solidFill>
                <a:latin typeface="Consolas"/>
                <a:ea typeface="ＭＳ Ｐゴシック"/>
              </a:rPr>
              <a:t>stringBuilder.Append(</a:t>
            </a:r>
            <a:r>
              <a:rPr lang="en-US" sz="1800">
                <a:solidFill>
                  <a:srgbClr val="A31515"/>
                </a:solidFill>
                <a:latin typeface="Consolas" panose="020B0609020204030204" pitchFamily="49" charset="0"/>
                <a:cs typeface="Calibri" panose="020F0502020204030204" pitchFamily="34" charset="0"/>
              </a:rPr>
              <a:t>" C#</a:t>
            </a:r>
            <a:r>
              <a:rPr lang="en-US" sz="1600">
                <a:solidFill>
                  <a:srgbClr val="A31515"/>
                </a:solidFill>
                <a:latin typeface="Consolas" panose="020B0609020204030204" pitchFamily="49" charset="0"/>
                <a:cs typeface="Calibri" panose="020F0502020204030204" pitchFamily="34" charset="0"/>
              </a:rPr>
              <a:t>"</a:t>
            </a:r>
            <a:r>
              <a:rPr lang="en-US">
                <a:solidFill>
                  <a:srgbClr val="000000"/>
                </a:solidFill>
                <a:latin typeface="Consolas"/>
                <a:ea typeface="ＭＳ Ｐゴシック"/>
              </a:rPr>
              <a:t>);</a:t>
            </a:r>
          </a:p>
          <a:p>
            <a:pPr algn="l" fontAlgn="base"/>
            <a:r>
              <a:rPr lang="en-US">
                <a:solidFill>
                  <a:srgbClr val="000000"/>
                </a:solidFill>
                <a:latin typeface="Consolas"/>
                <a:ea typeface="ＭＳ Ｐゴシック"/>
              </a:rPr>
              <a:t>stringBuilder.Append(</a:t>
            </a:r>
            <a:r>
              <a:rPr lang="en-US" sz="1800">
                <a:solidFill>
                  <a:srgbClr val="A31515"/>
                </a:solidFill>
                <a:latin typeface="Consolas" panose="020B0609020204030204" pitchFamily="49" charset="0"/>
                <a:cs typeface="Calibri" panose="020F0502020204030204" pitchFamily="34" charset="0"/>
              </a:rPr>
              <a:t>" course</a:t>
            </a:r>
            <a:r>
              <a:rPr lang="en-US" sz="1600">
                <a:solidFill>
                  <a:srgbClr val="A31515"/>
                </a:solidFill>
                <a:latin typeface="Consolas" panose="020B0609020204030204" pitchFamily="49" charset="0"/>
                <a:cs typeface="Calibri" panose="020F0502020204030204" pitchFamily="34" charset="0"/>
              </a:rPr>
              <a:t>"</a:t>
            </a:r>
            <a:r>
              <a:rPr lang="en-US">
                <a:solidFill>
                  <a:srgbClr val="000000"/>
                </a:solidFill>
                <a:latin typeface="Consolas"/>
                <a:ea typeface="ＭＳ Ｐゴシック"/>
              </a:rPr>
              <a:t>);</a:t>
            </a:r>
          </a:p>
          <a:p>
            <a:pPr algn="l" fontAlgn="base"/>
            <a:r>
              <a:rPr lang="en-US">
                <a:solidFill>
                  <a:srgbClr val="0000FF"/>
                </a:solidFill>
                <a:latin typeface="Consolas"/>
                <a:ea typeface="ＭＳ Ｐゴシック"/>
              </a:rPr>
              <a:t>string</a:t>
            </a:r>
            <a:r>
              <a:rPr lang="en-US">
                <a:solidFill>
                  <a:srgbClr val="000000"/>
                </a:solidFill>
                <a:latin typeface="Consolas"/>
                <a:ea typeface="ＭＳ Ｐゴシック"/>
              </a:rPr>
              <a:t> testString = stringBuilder.ToString();</a:t>
            </a:r>
          </a:p>
        </p:txBody>
      </p:sp>
      <p:sp>
        <p:nvSpPr>
          <p:cNvPr id="25" name="Arrow: Right 24">
            <a:extLst>
              <a:ext uri="{FF2B5EF4-FFF2-40B4-BE49-F238E27FC236}">
                <a16:creationId xmlns:a16="http://schemas.microsoft.com/office/drawing/2014/main" id="{6718CCD5-FC63-4DB3-8C81-B588C0F910E9}"/>
              </a:ext>
            </a:extLst>
          </p:cNvPr>
          <p:cNvSpPr/>
          <p:nvPr/>
        </p:nvSpPr>
        <p:spPr>
          <a:xfrm>
            <a:off x="5754128" y="4591516"/>
            <a:ext cx="1124468" cy="629625"/>
          </a:xfrm>
          <a:prstGeom prst="right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32" name="Group 31">
            <a:extLst>
              <a:ext uri="{FF2B5EF4-FFF2-40B4-BE49-F238E27FC236}">
                <a16:creationId xmlns:a16="http://schemas.microsoft.com/office/drawing/2014/main" id="{AEE12EFD-9996-45C6-A408-087624067A65}"/>
              </a:ext>
            </a:extLst>
          </p:cNvPr>
          <p:cNvGrpSpPr/>
          <p:nvPr/>
        </p:nvGrpSpPr>
        <p:grpSpPr>
          <a:xfrm>
            <a:off x="7142206" y="788277"/>
            <a:ext cx="4540042" cy="2886386"/>
            <a:chOff x="7142206" y="1803820"/>
            <a:chExt cx="3451654" cy="2057891"/>
          </a:xfrm>
        </p:grpSpPr>
        <p:grpSp>
          <p:nvGrpSpPr>
            <p:cNvPr id="15" name="Group 14">
              <a:extLst>
                <a:ext uri="{FF2B5EF4-FFF2-40B4-BE49-F238E27FC236}">
                  <a16:creationId xmlns:a16="http://schemas.microsoft.com/office/drawing/2014/main" id="{2F8B39BD-4627-46E1-B6A4-ACE1FCBB1810}"/>
                </a:ext>
              </a:extLst>
            </p:cNvPr>
            <p:cNvGrpSpPr/>
            <p:nvPr/>
          </p:nvGrpSpPr>
          <p:grpSpPr>
            <a:xfrm>
              <a:off x="7142206" y="1803820"/>
              <a:ext cx="3451654" cy="2057891"/>
              <a:chOff x="6441989" y="1631827"/>
              <a:chExt cx="3451654" cy="2057891"/>
            </a:xfrm>
          </p:grpSpPr>
          <p:sp>
            <p:nvSpPr>
              <p:cNvPr id="8" name="Rectangle: Rounded Corners 7">
                <a:extLst>
                  <a:ext uri="{FF2B5EF4-FFF2-40B4-BE49-F238E27FC236}">
                    <a16:creationId xmlns:a16="http://schemas.microsoft.com/office/drawing/2014/main" id="{8F99ADE9-166D-45A2-9E5F-AEED4E5D90C5}"/>
                  </a:ext>
                </a:extLst>
              </p:cNvPr>
              <p:cNvSpPr/>
              <p:nvPr/>
            </p:nvSpPr>
            <p:spPr>
              <a:xfrm>
                <a:off x="6441989" y="1631827"/>
                <a:ext cx="3451654" cy="2057891"/>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2400">
                    <a:solidFill>
                      <a:schemeClr val="tx1"/>
                    </a:solidFill>
                  </a:rPr>
                  <a:t>Heap</a:t>
                </a:r>
              </a:p>
            </p:txBody>
          </p:sp>
          <p:sp>
            <p:nvSpPr>
              <p:cNvPr id="9" name="Rectangle: Rounded Corners 8">
                <a:extLst>
                  <a:ext uri="{FF2B5EF4-FFF2-40B4-BE49-F238E27FC236}">
                    <a16:creationId xmlns:a16="http://schemas.microsoft.com/office/drawing/2014/main" id="{269E3354-FB68-4BEA-A1E9-8009DFCE52E4}"/>
                  </a:ext>
                </a:extLst>
              </p:cNvPr>
              <p:cNvSpPr/>
              <p:nvPr/>
            </p:nvSpPr>
            <p:spPr>
              <a:xfrm>
                <a:off x="6510276" y="3276063"/>
                <a:ext cx="955589" cy="170357"/>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Hello!</a:t>
                </a:r>
              </a:p>
            </p:txBody>
          </p:sp>
          <p:sp>
            <p:nvSpPr>
              <p:cNvPr id="10" name="Rectangle: Rounded Corners 9">
                <a:extLst>
                  <a:ext uri="{FF2B5EF4-FFF2-40B4-BE49-F238E27FC236}">
                    <a16:creationId xmlns:a16="http://schemas.microsoft.com/office/drawing/2014/main" id="{98C7F281-14C4-4C99-8ECD-B0F7330B145C}"/>
                  </a:ext>
                </a:extLst>
              </p:cNvPr>
              <p:cNvSpPr/>
              <p:nvPr/>
            </p:nvSpPr>
            <p:spPr>
              <a:xfrm>
                <a:off x="8280015" y="2363926"/>
                <a:ext cx="1491049" cy="170357"/>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Hello! This</a:t>
                </a:r>
              </a:p>
            </p:txBody>
          </p:sp>
          <p:sp>
            <p:nvSpPr>
              <p:cNvPr id="11" name="Rectangle: Rounded Corners 10">
                <a:extLst>
                  <a:ext uri="{FF2B5EF4-FFF2-40B4-BE49-F238E27FC236}">
                    <a16:creationId xmlns:a16="http://schemas.microsoft.com/office/drawing/2014/main" id="{4A8FA2C7-98A1-4524-83A6-9651A85D0FD0}"/>
                  </a:ext>
                </a:extLst>
              </p:cNvPr>
              <p:cNvSpPr/>
              <p:nvPr/>
            </p:nvSpPr>
            <p:spPr>
              <a:xfrm>
                <a:off x="6533744" y="2585836"/>
                <a:ext cx="1624914" cy="170357"/>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Hello! This is</a:t>
                </a:r>
              </a:p>
            </p:txBody>
          </p:sp>
        </p:grpSp>
        <p:sp>
          <p:nvSpPr>
            <p:cNvPr id="30" name="Rectangle: Rounded Corners 29">
              <a:extLst>
                <a:ext uri="{FF2B5EF4-FFF2-40B4-BE49-F238E27FC236}">
                  <a16:creationId xmlns:a16="http://schemas.microsoft.com/office/drawing/2014/main" id="{51C206AB-857F-4017-894F-A6144D1F4F9B}"/>
                </a:ext>
              </a:extLst>
            </p:cNvPr>
            <p:cNvSpPr/>
            <p:nvPr/>
          </p:nvSpPr>
          <p:spPr>
            <a:xfrm>
              <a:off x="8417180" y="3070539"/>
              <a:ext cx="2054101" cy="170357"/>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Hello! This is C#</a:t>
              </a:r>
            </a:p>
          </p:txBody>
        </p:sp>
        <p:sp>
          <p:nvSpPr>
            <p:cNvPr id="31" name="Rectangle: Rounded Corners 30">
              <a:extLst>
                <a:ext uri="{FF2B5EF4-FFF2-40B4-BE49-F238E27FC236}">
                  <a16:creationId xmlns:a16="http://schemas.microsoft.com/office/drawing/2014/main" id="{3FA99240-FDA4-4A90-82B8-DCFFC508AD26}"/>
                </a:ext>
              </a:extLst>
            </p:cNvPr>
            <p:cNvSpPr/>
            <p:nvPr/>
          </p:nvSpPr>
          <p:spPr>
            <a:xfrm>
              <a:off x="7233961" y="2234647"/>
              <a:ext cx="2478350" cy="170357"/>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Hello! This is C# course</a:t>
              </a:r>
            </a:p>
          </p:txBody>
        </p:sp>
      </p:grpSp>
      <p:grpSp>
        <p:nvGrpSpPr>
          <p:cNvPr id="36" name="Group 35">
            <a:extLst>
              <a:ext uri="{FF2B5EF4-FFF2-40B4-BE49-F238E27FC236}">
                <a16:creationId xmlns:a16="http://schemas.microsoft.com/office/drawing/2014/main" id="{A756B018-51EA-4510-9CAB-4FF8EC065F43}"/>
              </a:ext>
            </a:extLst>
          </p:cNvPr>
          <p:cNvGrpSpPr/>
          <p:nvPr/>
        </p:nvGrpSpPr>
        <p:grpSpPr>
          <a:xfrm>
            <a:off x="7142206" y="3931107"/>
            <a:ext cx="4540042" cy="2024977"/>
            <a:chOff x="7142206" y="4029166"/>
            <a:chExt cx="3451654" cy="1926918"/>
          </a:xfrm>
        </p:grpSpPr>
        <p:sp>
          <p:nvSpPr>
            <p:cNvPr id="19" name="Rectangle: Rounded Corners 18">
              <a:extLst>
                <a:ext uri="{FF2B5EF4-FFF2-40B4-BE49-F238E27FC236}">
                  <a16:creationId xmlns:a16="http://schemas.microsoft.com/office/drawing/2014/main" id="{275117DF-B8BA-45B4-AE8A-B459D8ADD1F1}"/>
                </a:ext>
              </a:extLst>
            </p:cNvPr>
            <p:cNvSpPr/>
            <p:nvPr/>
          </p:nvSpPr>
          <p:spPr>
            <a:xfrm>
              <a:off x="7142206" y="4029166"/>
              <a:ext cx="3451654" cy="1926918"/>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2400">
                  <a:solidFill>
                    <a:schemeClr val="tx1"/>
                  </a:solidFill>
                </a:rPr>
                <a:t>Heap</a:t>
              </a:r>
            </a:p>
          </p:txBody>
        </p:sp>
        <p:sp>
          <p:nvSpPr>
            <p:cNvPr id="35" name="Rectangle: Rounded Corners 34">
              <a:extLst>
                <a:ext uri="{FF2B5EF4-FFF2-40B4-BE49-F238E27FC236}">
                  <a16:creationId xmlns:a16="http://schemas.microsoft.com/office/drawing/2014/main" id="{1B8FF185-45FB-43F8-81F4-7461A6B367F0}"/>
                </a:ext>
              </a:extLst>
            </p:cNvPr>
            <p:cNvSpPr/>
            <p:nvPr/>
          </p:nvSpPr>
          <p:spPr>
            <a:xfrm>
              <a:off x="7628858" y="4757277"/>
              <a:ext cx="2478350" cy="235348"/>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Hello! This is C# course</a:t>
              </a:r>
            </a:p>
          </p:txBody>
        </p:sp>
      </p:grpSp>
      <p:sp>
        <p:nvSpPr>
          <p:cNvPr id="20" name="Rectangle: Rounded Corners 19">
            <a:extLst>
              <a:ext uri="{FF2B5EF4-FFF2-40B4-BE49-F238E27FC236}">
                <a16:creationId xmlns:a16="http://schemas.microsoft.com/office/drawing/2014/main" id="{DA82A1F5-EFE7-4A62-A686-8D457EFD4220}"/>
              </a:ext>
            </a:extLst>
          </p:cNvPr>
          <p:cNvSpPr/>
          <p:nvPr/>
        </p:nvSpPr>
        <p:spPr>
          <a:xfrm>
            <a:off x="8614891" y="3103840"/>
            <a:ext cx="702128" cy="238942"/>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 This</a:t>
            </a:r>
          </a:p>
        </p:txBody>
      </p:sp>
      <p:sp>
        <p:nvSpPr>
          <p:cNvPr id="21" name="Rectangle: Rounded Corners 20">
            <a:extLst>
              <a:ext uri="{FF2B5EF4-FFF2-40B4-BE49-F238E27FC236}">
                <a16:creationId xmlns:a16="http://schemas.microsoft.com/office/drawing/2014/main" id="{361529E5-DB49-48BF-A2B3-E24CDCC5E0A5}"/>
              </a:ext>
            </a:extLst>
          </p:cNvPr>
          <p:cNvSpPr/>
          <p:nvPr/>
        </p:nvSpPr>
        <p:spPr>
          <a:xfrm>
            <a:off x="9445797" y="3103840"/>
            <a:ext cx="459737" cy="238942"/>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 Is</a:t>
            </a:r>
          </a:p>
        </p:txBody>
      </p:sp>
      <p:sp>
        <p:nvSpPr>
          <p:cNvPr id="22" name="Rectangle: Rounded Corners 21">
            <a:extLst>
              <a:ext uri="{FF2B5EF4-FFF2-40B4-BE49-F238E27FC236}">
                <a16:creationId xmlns:a16="http://schemas.microsoft.com/office/drawing/2014/main" id="{3BB9C2E8-9AA4-48FC-9F80-30FA3F9D5EE2}"/>
              </a:ext>
            </a:extLst>
          </p:cNvPr>
          <p:cNvSpPr/>
          <p:nvPr/>
        </p:nvSpPr>
        <p:spPr>
          <a:xfrm>
            <a:off x="10043385" y="3103840"/>
            <a:ext cx="523574" cy="238942"/>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 C#</a:t>
            </a:r>
          </a:p>
        </p:txBody>
      </p:sp>
      <p:sp>
        <p:nvSpPr>
          <p:cNvPr id="23" name="Rectangle: Rounded Corners 22">
            <a:extLst>
              <a:ext uri="{FF2B5EF4-FFF2-40B4-BE49-F238E27FC236}">
                <a16:creationId xmlns:a16="http://schemas.microsoft.com/office/drawing/2014/main" id="{60B54C06-5698-42AB-9011-C3731298946C}"/>
              </a:ext>
            </a:extLst>
          </p:cNvPr>
          <p:cNvSpPr/>
          <p:nvPr/>
        </p:nvSpPr>
        <p:spPr>
          <a:xfrm>
            <a:off x="10698764" y="3094473"/>
            <a:ext cx="914944" cy="238942"/>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course</a:t>
            </a:r>
          </a:p>
        </p:txBody>
      </p:sp>
      <p:sp>
        <p:nvSpPr>
          <p:cNvPr id="24" name="Rectangle: Rounded Corners 23">
            <a:extLst>
              <a:ext uri="{FF2B5EF4-FFF2-40B4-BE49-F238E27FC236}">
                <a16:creationId xmlns:a16="http://schemas.microsoft.com/office/drawing/2014/main" id="{4EA8F79D-93DC-4967-9FB9-B42C3DD6F103}"/>
              </a:ext>
            </a:extLst>
          </p:cNvPr>
          <p:cNvSpPr/>
          <p:nvPr/>
        </p:nvSpPr>
        <p:spPr>
          <a:xfrm>
            <a:off x="8578753" y="5471546"/>
            <a:ext cx="702128" cy="238942"/>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 This</a:t>
            </a:r>
          </a:p>
        </p:txBody>
      </p:sp>
      <p:sp>
        <p:nvSpPr>
          <p:cNvPr id="26" name="Rectangle: Rounded Corners 25">
            <a:extLst>
              <a:ext uri="{FF2B5EF4-FFF2-40B4-BE49-F238E27FC236}">
                <a16:creationId xmlns:a16="http://schemas.microsoft.com/office/drawing/2014/main" id="{3B13EE41-B94A-47F7-BEF8-AC1DD3FEAFEF}"/>
              </a:ext>
            </a:extLst>
          </p:cNvPr>
          <p:cNvSpPr/>
          <p:nvPr/>
        </p:nvSpPr>
        <p:spPr>
          <a:xfrm>
            <a:off x="9417490" y="5471546"/>
            <a:ext cx="459737" cy="238942"/>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 Is</a:t>
            </a:r>
          </a:p>
        </p:txBody>
      </p:sp>
      <p:sp>
        <p:nvSpPr>
          <p:cNvPr id="27" name="Rectangle: Rounded Corners 26">
            <a:extLst>
              <a:ext uri="{FF2B5EF4-FFF2-40B4-BE49-F238E27FC236}">
                <a16:creationId xmlns:a16="http://schemas.microsoft.com/office/drawing/2014/main" id="{FCA26130-1D9C-4057-AE2B-5A504CF57B53}"/>
              </a:ext>
            </a:extLst>
          </p:cNvPr>
          <p:cNvSpPr/>
          <p:nvPr/>
        </p:nvSpPr>
        <p:spPr>
          <a:xfrm>
            <a:off x="10003183" y="5473099"/>
            <a:ext cx="523574" cy="238942"/>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 C#</a:t>
            </a:r>
          </a:p>
        </p:txBody>
      </p:sp>
      <p:sp>
        <p:nvSpPr>
          <p:cNvPr id="28" name="Rectangle: Rounded Corners 27">
            <a:extLst>
              <a:ext uri="{FF2B5EF4-FFF2-40B4-BE49-F238E27FC236}">
                <a16:creationId xmlns:a16="http://schemas.microsoft.com/office/drawing/2014/main" id="{6F512776-187B-4BFF-A851-8DBBF8C77EF6}"/>
              </a:ext>
            </a:extLst>
          </p:cNvPr>
          <p:cNvSpPr/>
          <p:nvPr/>
        </p:nvSpPr>
        <p:spPr>
          <a:xfrm>
            <a:off x="10612954" y="5471546"/>
            <a:ext cx="914944" cy="238942"/>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course</a:t>
            </a:r>
          </a:p>
        </p:txBody>
      </p:sp>
      <p:sp>
        <p:nvSpPr>
          <p:cNvPr id="29" name="Rectangle: Rounded Corners 28">
            <a:extLst>
              <a:ext uri="{FF2B5EF4-FFF2-40B4-BE49-F238E27FC236}">
                <a16:creationId xmlns:a16="http://schemas.microsoft.com/office/drawing/2014/main" id="{434CDEE0-BF2A-4FE6-A763-B055C8099FDF}"/>
              </a:ext>
            </a:extLst>
          </p:cNvPr>
          <p:cNvSpPr/>
          <p:nvPr/>
        </p:nvSpPr>
        <p:spPr>
          <a:xfrm>
            <a:off x="7232025" y="5477740"/>
            <a:ext cx="1256909" cy="238942"/>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Hello!</a:t>
            </a:r>
          </a:p>
        </p:txBody>
      </p:sp>
    </p:spTree>
    <p:extLst>
      <p:ext uri="{BB962C8B-B14F-4D97-AF65-F5344CB8AC3E}">
        <p14:creationId xmlns:p14="http://schemas.microsoft.com/office/powerpoint/2010/main" val="38041423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E58E28-2F8B-4C42-BBB5-C545C7A29BE5}"/>
              </a:ext>
            </a:extLst>
          </p:cNvPr>
          <p:cNvSpPr>
            <a:spLocks noGrp="1"/>
          </p:cNvSpPr>
          <p:nvPr>
            <p:ph type="sldNum" sz="quarter" idx="11"/>
          </p:nvPr>
        </p:nvSpPr>
        <p:spPr/>
        <p:txBody>
          <a:bodyPr/>
          <a:lstStyle/>
          <a:p>
            <a:fld id="{E16BA917-7F09-4B8D-AF07-F52890C14046}" type="slidenum">
              <a:rPr lang="da-DK" smtClean="0"/>
              <a:pPr/>
              <a:t>65</a:t>
            </a:fld>
            <a:endParaRPr lang="da-DK"/>
          </a:p>
        </p:txBody>
      </p:sp>
      <p:sp>
        <p:nvSpPr>
          <p:cNvPr id="3" name="Text Placeholder 2">
            <a:extLst>
              <a:ext uri="{FF2B5EF4-FFF2-40B4-BE49-F238E27FC236}">
                <a16:creationId xmlns:a16="http://schemas.microsoft.com/office/drawing/2014/main" id="{EBFC67F1-E82E-4477-8DAF-2679EDA5D280}"/>
              </a:ext>
            </a:extLst>
          </p:cNvPr>
          <p:cNvSpPr>
            <a:spLocks noGrp="1"/>
          </p:cNvSpPr>
          <p:nvPr>
            <p:ph type="body" sz="quarter" idx="17"/>
          </p:nvPr>
        </p:nvSpPr>
        <p:spPr/>
        <p:txBody>
          <a:bodyPr/>
          <a:lstStyle/>
          <a:p>
            <a:r>
              <a:rPr lang="en-GB"/>
              <a:t>Practice 6</a:t>
            </a:r>
            <a:endParaRPr lang="da-DK"/>
          </a:p>
        </p:txBody>
      </p:sp>
      <p:sp>
        <p:nvSpPr>
          <p:cNvPr id="4" name="Title 3">
            <a:extLst>
              <a:ext uri="{FF2B5EF4-FFF2-40B4-BE49-F238E27FC236}">
                <a16:creationId xmlns:a16="http://schemas.microsoft.com/office/drawing/2014/main" id="{BDE16CFE-5FF8-4F0D-BCB2-B711329817AC}"/>
              </a:ext>
            </a:extLst>
          </p:cNvPr>
          <p:cNvSpPr>
            <a:spLocks noGrp="1"/>
          </p:cNvSpPr>
          <p:nvPr>
            <p:ph type="title"/>
          </p:nvPr>
        </p:nvSpPr>
        <p:spPr/>
        <p:txBody>
          <a:bodyPr/>
          <a:lstStyle/>
          <a:p>
            <a:r>
              <a:rPr lang="en-GB"/>
              <a:t>String builder</a:t>
            </a:r>
            <a:endParaRPr lang="da-DK"/>
          </a:p>
        </p:txBody>
      </p:sp>
      <p:sp>
        <p:nvSpPr>
          <p:cNvPr id="5" name="Content Placeholder 4">
            <a:extLst>
              <a:ext uri="{FF2B5EF4-FFF2-40B4-BE49-F238E27FC236}">
                <a16:creationId xmlns:a16="http://schemas.microsoft.com/office/drawing/2014/main" id="{390A0525-96ED-487C-9A12-784DF4B27303}"/>
              </a:ext>
            </a:extLst>
          </p:cNvPr>
          <p:cNvSpPr>
            <a:spLocks noGrp="1"/>
          </p:cNvSpPr>
          <p:nvPr>
            <p:ph sz="quarter" idx="19"/>
          </p:nvPr>
        </p:nvSpPr>
        <p:spPr/>
        <p:txBody>
          <a:bodyPr vert="horz" lIns="0" tIns="0" rIns="0" bIns="0" rtlCol="0" anchor="t">
            <a:noAutofit/>
          </a:bodyPr>
          <a:lstStyle/>
          <a:p>
            <a:pPr marL="342900" indent="-342900">
              <a:buFont typeface="+mj-lt"/>
              <a:buAutoNum type="arabicPeriod"/>
            </a:pPr>
            <a:r>
              <a:rPr lang="en-US">
                <a:latin typeface="+mn-lt"/>
                <a:cs typeface="Calibri"/>
              </a:rPr>
              <a:t>Add private field of type </a:t>
            </a:r>
            <a:r>
              <a:rPr lang="da-DK" sz="1800" err="1">
                <a:solidFill>
                  <a:srgbClr val="2B91AF"/>
                </a:solidFill>
                <a:latin typeface="Consolas"/>
                <a:cs typeface="Calibri"/>
              </a:rPr>
              <a:t>StringBuilder</a:t>
            </a:r>
            <a:r>
              <a:rPr lang="en-US">
                <a:latin typeface="+mn-lt"/>
                <a:cs typeface="Calibri"/>
              </a:rPr>
              <a:t> to your </a:t>
            </a:r>
            <a:r>
              <a:rPr lang="da-DK" sz="1800">
                <a:solidFill>
                  <a:srgbClr val="2B91AF"/>
                </a:solidFill>
                <a:latin typeface="Consolas"/>
                <a:cs typeface="Calibri"/>
              </a:rPr>
              <a:t>Employee</a:t>
            </a:r>
            <a:r>
              <a:rPr lang="en-US">
                <a:latin typeface="+mn-lt"/>
                <a:cs typeface="Calibri"/>
              </a:rPr>
              <a:t> class. Name it - </a:t>
            </a:r>
            <a:r>
              <a:rPr lang="da-DK" sz="1800" err="1">
                <a:solidFill>
                  <a:srgbClr val="000000"/>
                </a:solidFill>
                <a:latin typeface="Consolas"/>
                <a:cs typeface="Calibri"/>
              </a:rPr>
              <a:t>completedTasks</a:t>
            </a:r>
            <a:endParaRPr lang="en-US">
              <a:latin typeface="Consolas"/>
              <a:cs typeface="Calibri"/>
            </a:endParaRPr>
          </a:p>
          <a:p>
            <a:pPr marL="342900" indent="-342900">
              <a:buFont typeface="+mj-lt"/>
              <a:buAutoNum type="arabicPeriod"/>
            </a:pPr>
            <a:r>
              <a:rPr lang="en-US">
                <a:latin typeface="+mn-lt"/>
                <a:cs typeface="Calibri"/>
              </a:rPr>
              <a:t>Add new method </a:t>
            </a:r>
            <a:r>
              <a:rPr lang="da-DK" sz="1800" err="1">
                <a:solidFill>
                  <a:srgbClr val="000000"/>
                </a:solidFill>
                <a:latin typeface="Consolas"/>
                <a:cs typeface="Calibri"/>
              </a:rPr>
              <a:t>AddCompletedTask</a:t>
            </a:r>
            <a:r>
              <a:rPr lang="en-US">
                <a:latin typeface="+mn-lt"/>
                <a:cs typeface="Calibri"/>
              </a:rPr>
              <a:t>. The method should accept name of the task </a:t>
            </a:r>
            <a:r>
              <a:rPr lang="en-GB">
                <a:latin typeface="+mn-lt"/>
                <a:cs typeface="Calibri"/>
              </a:rPr>
              <a:t>as an argument</a:t>
            </a:r>
            <a:endParaRPr lang="en-US">
              <a:latin typeface="+mn-lt"/>
              <a:cs typeface="Calibri"/>
            </a:endParaRPr>
          </a:p>
          <a:p>
            <a:pPr marL="342900" indent="-342900">
              <a:buFont typeface="+mj-lt"/>
              <a:buAutoNum type="arabicPeriod"/>
            </a:pPr>
            <a:r>
              <a:rPr lang="en-US">
                <a:latin typeface="+mn-lt"/>
              </a:rPr>
              <a:t>Employee description should contain list of completed tasks</a:t>
            </a:r>
          </a:p>
          <a:p>
            <a:pPr marL="342900" indent="-342900">
              <a:buFont typeface="+mj-lt"/>
              <a:buAutoNum type="arabicPeriod"/>
            </a:pPr>
            <a:r>
              <a:rPr lang="en-US">
                <a:latin typeface="+mn-lt"/>
              </a:rPr>
              <a:t>Update your program to produce following output:</a:t>
            </a:r>
          </a:p>
          <a:p>
            <a:pPr marL="0" indent="0">
              <a:buNone/>
            </a:pPr>
            <a:endParaRPr lang="en-US">
              <a:latin typeface="+mn-lt"/>
            </a:endParaRPr>
          </a:p>
        </p:txBody>
      </p:sp>
      <p:pic>
        <p:nvPicPr>
          <p:cNvPr id="6" name="Graphic 5" descr="Flask">
            <a:extLst>
              <a:ext uri="{FF2B5EF4-FFF2-40B4-BE49-F238E27FC236}">
                <a16:creationId xmlns:a16="http://schemas.microsoft.com/office/drawing/2014/main" id="{8B9B5067-50AE-47D5-8419-D64442F716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pic>
        <p:nvPicPr>
          <p:cNvPr id="8" name="Picture 7">
            <a:extLst>
              <a:ext uri="{FF2B5EF4-FFF2-40B4-BE49-F238E27FC236}">
                <a16:creationId xmlns:a16="http://schemas.microsoft.com/office/drawing/2014/main" id="{9A909B15-2A8B-4BE8-8D43-0C33D296381E}"/>
              </a:ext>
            </a:extLst>
          </p:cNvPr>
          <p:cNvPicPr>
            <a:picLocks noChangeAspect="1"/>
          </p:cNvPicPr>
          <p:nvPr/>
        </p:nvPicPr>
        <p:blipFill>
          <a:blip r:embed="rId4"/>
          <a:stretch>
            <a:fillRect/>
          </a:stretch>
        </p:blipFill>
        <p:spPr>
          <a:xfrm>
            <a:off x="6233758" y="3328798"/>
            <a:ext cx="3060967" cy="3044510"/>
          </a:xfrm>
          <a:prstGeom prst="rect">
            <a:avLst/>
          </a:prstGeom>
        </p:spPr>
      </p:pic>
    </p:spTree>
    <p:extLst>
      <p:ext uri="{BB962C8B-B14F-4D97-AF65-F5344CB8AC3E}">
        <p14:creationId xmlns:p14="http://schemas.microsoft.com/office/powerpoint/2010/main" val="25852670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E58E28-2F8B-4C42-BBB5-C545C7A29BE5}"/>
              </a:ext>
            </a:extLst>
          </p:cNvPr>
          <p:cNvSpPr>
            <a:spLocks noGrp="1"/>
          </p:cNvSpPr>
          <p:nvPr>
            <p:ph type="sldNum" sz="quarter" idx="11"/>
          </p:nvPr>
        </p:nvSpPr>
        <p:spPr/>
        <p:txBody>
          <a:bodyPr/>
          <a:lstStyle/>
          <a:p>
            <a:fld id="{E16BA917-7F09-4B8D-AF07-F52890C14046}" type="slidenum">
              <a:rPr lang="da-DK" smtClean="0"/>
              <a:pPr/>
              <a:t>66</a:t>
            </a:fld>
            <a:endParaRPr lang="da-DK"/>
          </a:p>
        </p:txBody>
      </p:sp>
      <p:sp>
        <p:nvSpPr>
          <p:cNvPr id="3" name="Text Placeholder 2">
            <a:extLst>
              <a:ext uri="{FF2B5EF4-FFF2-40B4-BE49-F238E27FC236}">
                <a16:creationId xmlns:a16="http://schemas.microsoft.com/office/drawing/2014/main" id="{EBFC67F1-E82E-4477-8DAF-2679EDA5D280}"/>
              </a:ext>
            </a:extLst>
          </p:cNvPr>
          <p:cNvSpPr>
            <a:spLocks noGrp="1"/>
          </p:cNvSpPr>
          <p:nvPr>
            <p:ph type="body" sz="quarter" idx="17"/>
          </p:nvPr>
        </p:nvSpPr>
        <p:spPr/>
        <p:txBody>
          <a:bodyPr/>
          <a:lstStyle/>
          <a:p>
            <a:r>
              <a:rPr lang="en-GB"/>
              <a:t>Practice 6 - solution</a:t>
            </a:r>
            <a:endParaRPr lang="da-DK"/>
          </a:p>
        </p:txBody>
      </p:sp>
      <p:sp>
        <p:nvSpPr>
          <p:cNvPr id="4" name="Title 3">
            <a:extLst>
              <a:ext uri="{FF2B5EF4-FFF2-40B4-BE49-F238E27FC236}">
                <a16:creationId xmlns:a16="http://schemas.microsoft.com/office/drawing/2014/main" id="{BDE16CFE-5FF8-4F0D-BCB2-B711329817AC}"/>
              </a:ext>
            </a:extLst>
          </p:cNvPr>
          <p:cNvSpPr>
            <a:spLocks noGrp="1"/>
          </p:cNvSpPr>
          <p:nvPr>
            <p:ph type="title"/>
          </p:nvPr>
        </p:nvSpPr>
        <p:spPr/>
        <p:txBody>
          <a:bodyPr/>
          <a:lstStyle/>
          <a:p>
            <a:r>
              <a:rPr lang="en-GB"/>
              <a:t>String builder</a:t>
            </a:r>
            <a:endParaRPr lang="da-DK"/>
          </a:p>
        </p:txBody>
      </p:sp>
      <p:sp>
        <p:nvSpPr>
          <p:cNvPr id="5" name="Content Placeholder 4">
            <a:extLst>
              <a:ext uri="{FF2B5EF4-FFF2-40B4-BE49-F238E27FC236}">
                <a16:creationId xmlns:a16="http://schemas.microsoft.com/office/drawing/2014/main" id="{390A0525-96ED-487C-9A12-784DF4B27303}"/>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da-DK" sz="1400">
                <a:solidFill>
                  <a:srgbClr val="0000FF"/>
                </a:solidFill>
                <a:latin typeface="Consolas"/>
                <a:cs typeface="Calibri"/>
              </a:rPr>
              <a:t>public</a:t>
            </a:r>
            <a:r>
              <a:rPr lang="da-DK" sz="1400">
                <a:solidFill>
                  <a:srgbClr val="000000"/>
                </a:solidFill>
                <a:latin typeface="Consolas"/>
                <a:cs typeface="Calibri"/>
              </a:rPr>
              <a:t> </a:t>
            </a:r>
            <a:r>
              <a:rPr lang="da-DK" sz="1400">
                <a:solidFill>
                  <a:srgbClr val="0000FF"/>
                </a:solidFill>
                <a:latin typeface="Consolas"/>
                <a:cs typeface="Calibri"/>
              </a:rPr>
              <a:t>class</a:t>
            </a:r>
            <a:r>
              <a:rPr lang="da-DK" sz="1400">
                <a:solidFill>
                  <a:srgbClr val="000000"/>
                </a:solidFill>
                <a:latin typeface="Consolas"/>
                <a:cs typeface="Calibri"/>
              </a:rPr>
              <a:t> </a:t>
            </a:r>
            <a:r>
              <a:rPr lang="da-DK" sz="1400">
                <a:solidFill>
                  <a:srgbClr val="2B91AF"/>
                </a:solidFill>
                <a:latin typeface="Consolas"/>
                <a:cs typeface="Calibri"/>
              </a:rPr>
              <a:t>Employee</a:t>
            </a:r>
            <a:r>
              <a:rPr lang="da-DK" sz="1400">
                <a:solidFill>
                  <a:srgbClr val="000000"/>
                </a:solidFill>
                <a:latin typeface="Consolas"/>
                <a:cs typeface="Calibri"/>
              </a:rPr>
              <a:t> {</a:t>
            </a:r>
          </a:p>
          <a:p>
            <a:pPr marL="0" indent="0" algn="ctr">
              <a:spcBef>
                <a:spcPts val="0"/>
              </a:spcBef>
              <a:spcAft>
                <a:spcPts val="0"/>
              </a:spcAft>
              <a:buNone/>
            </a:pPr>
            <a:r>
              <a:rPr lang="da-DK" sz="1400">
                <a:solidFill>
                  <a:srgbClr val="000000"/>
                </a:solidFill>
                <a:latin typeface="Consolas" panose="020B0609020204030204" pitchFamily="49" charset="0"/>
              </a:rPr>
              <a:t>…</a:t>
            </a:r>
          </a:p>
          <a:p>
            <a:pPr marL="0" indent="0">
              <a:spcBef>
                <a:spcPts val="0"/>
              </a:spcBef>
              <a:spcAft>
                <a:spcPts val="0"/>
              </a:spcAft>
              <a:buNone/>
            </a:pPr>
            <a:r>
              <a:rPr lang="da-DK" sz="1400">
                <a:solidFill>
                  <a:srgbClr val="000000"/>
                </a:solidFill>
                <a:latin typeface="Consolas"/>
                <a:cs typeface="Calibri"/>
              </a:rPr>
              <a:t>        </a:t>
            </a:r>
            <a:r>
              <a:rPr lang="da-DK" sz="1400">
                <a:solidFill>
                  <a:srgbClr val="0000FF"/>
                </a:solidFill>
                <a:highlight>
                  <a:srgbClr val="FFFF00"/>
                </a:highlight>
                <a:latin typeface="Consolas"/>
                <a:cs typeface="Calibri"/>
              </a:rPr>
              <a:t>private</a:t>
            </a:r>
            <a:r>
              <a:rPr lang="da-DK" sz="1400">
                <a:solidFill>
                  <a:srgbClr val="000000"/>
                </a:solidFill>
                <a:highlight>
                  <a:srgbClr val="FFFF00"/>
                </a:highlight>
                <a:latin typeface="Consolas"/>
                <a:cs typeface="Calibri"/>
              </a:rPr>
              <a:t> </a:t>
            </a:r>
            <a:r>
              <a:rPr lang="da-DK" sz="1400" err="1">
                <a:solidFill>
                  <a:srgbClr val="2B91AF"/>
                </a:solidFill>
                <a:highlight>
                  <a:srgbClr val="FFFF00"/>
                </a:highlight>
                <a:latin typeface="Consolas"/>
                <a:cs typeface="Calibri"/>
              </a:rPr>
              <a:t>StringBuilder</a:t>
            </a:r>
            <a:r>
              <a:rPr lang="da-DK" sz="1400">
                <a:solidFill>
                  <a:srgbClr val="000000"/>
                </a:solidFill>
                <a:highlight>
                  <a:srgbClr val="FFFF00"/>
                </a:highlight>
                <a:latin typeface="Consolas"/>
                <a:cs typeface="Calibri"/>
              </a:rPr>
              <a:t> </a:t>
            </a:r>
            <a:r>
              <a:rPr lang="da-DK" sz="1400" err="1">
                <a:solidFill>
                  <a:srgbClr val="000000"/>
                </a:solidFill>
                <a:highlight>
                  <a:srgbClr val="FFFF00"/>
                </a:highlight>
                <a:latin typeface="Consolas"/>
                <a:cs typeface="Calibri"/>
              </a:rPr>
              <a:t>completedTasks</a:t>
            </a:r>
            <a:r>
              <a:rPr lang="da-DK" sz="1400">
                <a:solidFill>
                  <a:srgbClr val="000000"/>
                </a:solidFill>
                <a:highlight>
                  <a:srgbClr val="FFFF00"/>
                </a:highlight>
                <a:latin typeface="Consolas"/>
                <a:cs typeface="Calibri"/>
              </a:rPr>
              <a:t>;</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a:cs typeface="Calibri"/>
              </a:rPr>
              <a:t>        </a:t>
            </a:r>
            <a:r>
              <a:rPr lang="en-US" sz="1400">
                <a:solidFill>
                  <a:srgbClr val="0000FF"/>
                </a:solidFill>
                <a:latin typeface="Consolas"/>
                <a:cs typeface="Calibri"/>
              </a:rPr>
              <a:t>public</a:t>
            </a:r>
            <a:r>
              <a:rPr lang="en-US" sz="1400">
                <a:solidFill>
                  <a:srgbClr val="000000"/>
                </a:solidFill>
                <a:latin typeface="Consolas"/>
                <a:cs typeface="Calibri"/>
              </a:rPr>
              <a:t> Employee(</a:t>
            </a:r>
            <a:r>
              <a:rPr lang="en-US" sz="1400">
                <a:solidFill>
                  <a:srgbClr val="0000FF"/>
                </a:solidFill>
                <a:latin typeface="Consolas"/>
                <a:cs typeface="Calibri"/>
              </a:rPr>
              <a:t>string</a:t>
            </a:r>
            <a:r>
              <a:rPr lang="en-US" sz="1400">
                <a:solidFill>
                  <a:srgbClr val="000000"/>
                </a:solidFill>
                <a:latin typeface="Consolas"/>
                <a:cs typeface="Calibri"/>
              </a:rPr>
              <a:t> firstName, </a:t>
            </a:r>
            <a:r>
              <a:rPr lang="en-US" sz="1400">
                <a:solidFill>
                  <a:srgbClr val="0000FF"/>
                </a:solidFill>
                <a:latin typeface="Consolas"/>
                <a:cs typeface="Calibri"/>
              </a:rPr>
              <a:t>string</a:t>
            </a:r>
            <a:r>
              <a:rPr lang="en-US" sz="1400">
                <a:solidFill>
                  <a:srgbClr val="000000"/>
                </a:solidFill>
                <a:latin typeface="Consolas"/>
                <a:cs typeface="Calibri"/>
              </a:rPr>
              <a:t> </a:t>
            </a:r>
            <a:r>
              <a:rPr lang="en-US" sz="1400" err="1">
                <a:solidFill>
                  <a:srgbClr val="000000"/>
                </a:solidFill>
                <a:latin typeface="Consolas"/>
                <a:cs typeface="Calibri"/>
              </a:rPr>
              <a:t>lastName</a:t>
            </a:r>
            <a:r>
              <a:rPr lang="en-US" sz="1400">
                <a:solidFill>
                  <a:srgbClr val="000000"/>
                </a:solidFill>
                <a:latin typeface="Consolas"/>
                <a:cs typeface="Calibri"/>
              </a:rPr>
              <a:t>, </a:t>
            </a:r>
            <a:r>
              <a:rPr lang="en-US" sz="1400">
                <a:solidFill>
                  <a:srgbClr val="0000FF"/>
                </a:solidFill>
                <a:latin typeface="Consolas"/>
                <a:cs typeface="Calibri"/>
              </a:rPr>
              <a:t>double</a:t>
            </a:r>
            <a:r>
              <a:rPr lang="en-US" sz="1400">
                <a:solidFill>
                  <a:srgbClr val="000000"/>
                </a:solidFill>
                <a:latin typeface="Consolas"/>
                <a:cs typeface="Calibri"/>
              </a:rPr>
              <a:t> salary, </a:t>
            </a:r>
            <a:r>
              <a:rPr lang="en-US" sz="1400">
                <a:solidFill>
                  <a:srgbClr val="0000FF"/>
                </a:solidFill>
                <a:latin typeface="Consolas"/>
                <a:cs typeface="Calibri"/>
              </a:rPr>
              <a:t>int</a:t>
            </a:r>
            <a:r>
              <a:rPr lang="en-US" sz="1400">
                <a:solidFill>
                  <a:srgbClr val="000000"/>
                </a:solidFill>
                <a:latin typeface="Consolas"/>
                <a:cs typeface="Calibri"/>
              </a:rPr>
              <a:t> </a:t>
            </a:r>
            <a:r>
              <a:rPr lang="en-US" sz="1400" err="1">
                <a:solidFill>
                  <a:srgbClr val="000000"/>
                </a:solidFill>
                <a:latin typeface="Consolas"/>
                <a:cs typeface="Calibri"/>
              </a:rPr>
              <a:t>pinCode</a:t>
            </a:r>
            <a:r>
              <a:rPr lang="en-US" sz="1400">
                <a:solidFill>
                  <a:srgbClr val="000000"/>
                </a:solidFill>
                <a:latin typeface="Consolas"/>
                <a:cs typeface="Calibri"/>
              </a:rPr>
              <a:t>) {</a:t>
            </a:r>
          </a:p>
          <a:p>
            <a:pPr marL="0" indent="0" algn="ctr">
              <a:spcBef>
                <a:spcPts val="0"/>
              </a:spcBef>
              <a:spcAft>
                <a:spcPts val="0"/>
              </a:spcAft>
              <a:buNone/>
            </a:pPr>
            <a:r>
              <a:rPr lang="da-DK" sz="1400">
                <a:solidFill>
                  <a:srgbClr val="000000"/>
                </a:solidFill>
                <a:latin typeface="Consolas" panose="020B0609020204030204" pitchFamily="49" charset="0"/>
              </a:rPr>
              <a:t>…</a:t>
            </a:r>
          </a:p>
          <a:p>
            <a:pPr marL="0" indent="0">
              <a:spcBef>
                <a:spcPts val="0"/>
              </a:spcBef>
              <a:spcAft>
                <a:spcPts val="0"/>
              </a:spcAft>
              <a:buNone/>
            </a:pPr>
            <a:r>
              <a:rPr lang="da-DK" sz="1400">
                <a:solidFill>
                  <a:srgbClr val="000000"/>
                </a:solidFill>
                <a:latin typeface="Consolas"/>
                <a:cs typeface="Calibri"/>
              </a:rPr>
              <a:t>            </a:t>
            </a:r>
            <a:r>
              <a:rPr lang="da-DK" sz="1400" err="1">
                <a:solidFill>
                  <a:srgbClr val="000000"/>
                </a:solidFill>
                <a:highlight>
                  <a:srgbClr val="FFFF00"/>
                </a:highlight>
                <a:latin typeface="Consolas"/>
                <a:cs typeface="Calibri"/>
              </a:rPr>
              <a:t>completedTasks</a:t>
            </a:r>
            <a:r>
              <a:rPr lang="da-DK" sz="1400">
                <a:solidFill>
                  <a:srgbClr val="000000"/>
                </a:solidFill>
                <a:highlight>
                  <a:srgbClr val="FFFF00"/>
                </a:highlight>
                <a:latin typeface="Consolas"/>
                <a:cs typeface="Calibri"/>
              </a:rPr>
              <a:t> = </a:t>
            </a:r>
            <a:r>
              <a:rPr lang="da-DK" sz="1400">
                <a:solidFill>
                  <a:srgbClr val="0000FF"/>
                </a:solidFill>
                <a:highlight>
                  <a:srgbClr val="FFFF00"/>
                </a:highlight>
                <a:latin typeface="Consolas"/>
                <a:cs typeface="Calibri"/>
              </a:rPr>
              <a:t>new</a:t>
            </a:r>
            <a:r>
              <a:rPr lang="da-DK" sz="1400">
                <a:solidFill>
                  <a:srgbClr val="000000"/>
                </a:solidFill>
                <a:highlight>
                  <a:srgbClr val="FFFF00"/>
                </a:highlight>
                <a:latin typeface="Consolas"/>
                <a:cs typeface="Calibri"/>
              </a:rPr>
              <a:t> </a:t>
            </a:r>
            <a:r>
              <a:rPr lang="da-DK" sz="1400" err="1">
                <a:solidFill>
                  <a:srgbClr val="2B91AF"/>
                </a:solidFill>
                <a:highlight>
                  <a:srgbClr val="FFFF00"/>
                </a:highlight>
                <a:latin typeface="Consolas"/>
                <a:cs typeface="Calibri"/>
              </a:rPr>
              <a:t>StringBuilder</a:t>
            </a:r>
            <a:r>
              <a:rPr lang="da-DK" sz="1400">
                <a:solidFill>
                  <a:srgbClr val="000000"/>
                </a:solidFill>
                <a:highlight>
                  <a:srgbClr val="FFFF00"/>
                </a:highlight>
                <a:latin typeface="Consolas"/>
                <a:cs typeface="Calibri"/>
              </a:rPr>
              <a:t>();</a:t>
            </a:r>
          </a:p>
          <a:p>
            <a:pPr marL="0" indent="0">
              <a:spcBef>
                <a:spcPts val="0"/>
              </a:spcBef>
              <a:spcAft>
                <a:spcPts val="0"/>
              </a:spcAft>
              <a:buNone/>
            </a:pPr>
            <a:r>
              <a:rPr lang="da-DK" sz="1400">
                <a:solidFill>
                  <a:srgbClr val="000000"/>
                </a:solidFill>
                <a:latin typeface="Consolas" panose="020B0609020204030204" pitchFamily="49" charset="0"/>
              </a:rPr>
              <a:t>        }</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lgn="ctr">
              <a:spcBef>
                <a:spcPts val="0"/>
              </a:spcBef>
              <a:spcAft>
                <a:spcPts val="0"/>
              </a:spcAft>
              <a:buNone/>
            </a:pPr>
            <a:r>
              <a:rPr lang="da-DK"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highlight>
                  <a:srgbClr val="FFFF00"/>
                </a:highlight>
                <a:latin typeface="Consolas"/>
                <a:cs typeface="Calibri"/>
              </a:rPr>
              <a:t>        </a:t>
            </a:r>
            <a:r>
              <a:rPr lang="en-US" sz="1400">
                <a:solidFill>
                  <a:srgbClr val="0000FF"/>
                </a:solidFill>
                <a:highlight>
                  <a:srgbClr val="FFFF00"/>
                </a:highlight>
                <a:latin typeface="Consolas"/>
                <a:cs typeface="Calibri"/>
              </a:rPr>
              <a:t>public</a:t>
            </a:r>
            <a:r>
              <a:rPr lang="en-US" sz="1400">
                <a:solidFill>
                  <a:srgbClr val="000000"/>
                </a:solidFill>
                <a:highlight>
                  <a:srgbClr val="FFFF00"/>
                </a:highlight>
                <a:latin typeface="Consolas"/>
                <a:cs typeface="Calibri"/>
              </a:rPr>
              <a:t> </a:t>
            </a:r>
            <a:r>
              <a:rPr lang="en-US" sz="1400">
                <a:solidFill>
                  <a:srgbClr val="0000FF"/>
                </a:solidFill>
                <a:highlight>
                  <a:srgbClr val="FFFF00"/>
                </a:highlight>
                <a:latin typeface="Consolas"/>
                <a:cs typeface="Calibri"/>
              </a:rPr>
              <a:t>void</a:t>
            </a:r>
            <a:r>
              <a:rPr lang="en-US" sz="1400">
                <a:solidFill>
                  <a:srgbClr val="000000"/>
                </a:solidFill>
                <a:highlight>
                  <a:srgbClr val="FFFF00"/>
                </a:highlight>
                <a:latin typeface="Consolas"/>
                <a:cs typeface="Calibri"/>
              </a:rPr>
              <a:t> </a:t>
            </a:r>
            <a:r>
              <a:rPr lang="en-US" sz="1400" err="1">
                <a:solidFill>
                  <a:srgbClr val="000000"/>
                </a:solidFill>
                <a:highlight>
                  <a:srgbClr val="FFFF00"/>
                </a:highlight>
                <a:latin typeface="Consolas"/>
                <a:cs typeface="Calibri"/>
              </a:rPr>
              <a:t>AddCompletedTask</a:t>
            </a:r>
            <a:r>
              <a:rPr lang="en-US" sz="1400">
                <a:solidFill>
                  <a:srgbClr val="000000"/>
                </a:solidFill>
                <a:highlight>
                  <a:srgbClr val="FFFF00"/>
                </a:highlight>
                <a:latin typeface="Consolas"/>
                <a:cs typeface="Calibri"/>
              </a:rPr>
              <a:t>(</a:t>
            </a:r>
            <a:r>
              <a:rPr lang="en-US" sz="1400">
                <a:solidFill>
                  <a:srgbClr val="0000FF"/>
                </a:solidFill>
                <a:highlight>
                  <a:srgbClr val="FFFF00"/>
                </a:highlight>
                <a:latin typeface="Consolas"/>
                <a:cs typeface="Calibri"/>
              </a:rPr>
              <a:t>string</a:t>
            </a:r>
            <a:r>
              <a:rPr lang="en-US" sz="1400">
                <a:solidFill>
                  <a:srgbClr val="000000"/>
                </a:solidFill>
                <a:highlight>
                  <a:srgbClr val="FFFF00"/>
                </a:highlight>
                <a:latin typeface="Consolas"/>
                <a:cs typeface="Calibri"/>
              </a:rPr>
              <a:t> </a:t>
            </a:r>
            <a:r>
              <a:rPr lang="en-US" sz="1400" err="1">
                <a:solidFill>
                  <a:srgbClr val="000000"/>
                </a:solidFill>
                <a:highlight>
                  <a:srgbClr val="FFFF00"/>
                </a:highlight>
                <a:latin typeface="Consolas"/>
                <a:cs typeface="Calibri"/>
              </a:rPr>
              <a:t>taskName</a:t>
            </a:r>
            <a:r>
              <a:rPr lang="en-US" sz="1400">
                <a:solidFill>
                  <a:srgbClr val="000000"/>
                </a:solidFill>
                <a:highlight>
                  <a:srgbClr val="FFFF00"/>
                </a:highlight>
                <a:latin typeface="Consolas"/>
                <a:cs typeface="Calibri"/>
              </a:rPr>
              <a:t>) {</a:t>
            </a:r>
          </a:p>
          <a:p>
            <a:pPr marL="0" indent="0">
              <a:spcBef>
                <a:spcPts val="0"/>
              </a:spcBef>
              <a:spcAft>
                <a:spcPts val="0"/>
              </a:spcAft>
              <a:buNone/>
            </a:pPr>
            <a:r>
              <a:rPr lang="da-DK" sz="1400">
                <a:solidFill>
                  <a:srgbClr val="000000"/>
                </a:solidFill>
                <a:highlight>
                  <a:srgbClr val="FFFF00"/>
                </a:highlight>
                <a:latin typeface="Consolas"/>
                <a:cs typeface="Calibri"/>
              </a:rPr>
              <a:t>            </a:t>
            </a:r>
            <a:r>
              <a:rPr lang="da-DK" sz="1400" err="1">
                <a:solidFill>
                  <a:srgbClr val="000000"/>
                </a:solidFill>
                <a:highlight>
                  <a:srgbClr val="FFFF00"/>
                </a:highlight>
                <a:latin typeface="Consolas"/>
                <a:cs typeface="Calibri"/>
              </a:rPr>
              <a:t>completedTasks.AppendLine</a:t>
            </a:r>
            <a:r>
              <a:rPr lang="da-DK" sz="1400">
                <a:solidFill>
                  <a:srgbClr val="000000"/>
                </a:solidFill>
                <a:highlight>
                  <a:srgbClr val="FFFF00"/>
                </a:highlight>
                <a:latin typeface="Consolas"/>
                <a:cs typeface="Calibri"/>
              </a:rPr>
              <a:t>(</a:t>
            </a:r>
            <a:r>
              <a:rPr lang="da-DK" sz="1400" err="1">
                <a:solidFill>
                  <a:srgbClr val="000000"/>
                </a:solidFill>
                <a:highlight>
                  <a:srgbClr val="FFFF00"/>
                </a:highlight>
                <a:latin typeface="Consolas"/>
                <a:cs typeface="Calibri"/>
              </a:rPr>
              <a:t>taskName</a:t>
            </a:r>
            <a:r>
              <a:rPr lang="da-DK" sz="1400">
                <a:solidFill>
                  <a:srgbClr val="000000"/>
                </a:solidFill>
                <a:highlight>
                  <a:srgbClr val="FFFF00"/>
                </a:highlight>
                <a:latin typeface="Consolas"/>
                <a:cs typeface="Calibri"/>
              </a:rPr>
              <a:t>);</a:t>
            </a:r>
          </a:p>
          <a:p>
            <a:pPr marL="0" indent="0">
              <a:spcBef>
                <a:spcPts val="0"/>
              </a:spcBef>
              <a:spcAft>
                <a:spcPts val="0"/>
              </a:spcAft>
              <a:buNone/>
            </a:pPr>
            <a:r>
              <a:rPr lang="da-DK" sz="1400">
                <a:solidFill>
                  <a:srgbClr val="000000"/>
                </a:solidFill>
                <a:highlight>
                  <a:srgbClr val="FFFF00"/>
                </a:highlight>
                <a:latin typeface="Consolas" panose="020B0609020204030204" pitchFamily="49" charset="0"/>
              </a:rPr>
              <a:t>        }</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da-DK" sz="1400">
                <a:solidFill>
                  <a:srgbClr val="000000"/>
                </a:solidFill>
                <a:latin typeface="Consolas"/>
                <a:cs typeface="Calibri"/>
              </a:rPr>
              <a:t>        </a:t>
            </a:r>
            <a:r>
              <a:rPr lang="da-DK" sz="1400">
                <a:solidFill>
                  <a:srgbClr val="0000FF"/>
                </a:solidFill>
                <a:latin typeface="Consolas"/>
                <a:cs typeface="Calibri"/>
              </a:rPr>
              <a:t>public</a:t>
            </a:r>
            <a:r>
              <a:rPr lang="da-DK" sz="1400">
                <a:solidFill>
                  <a:srgbClr val="000000"/>
                </a:solidFill>
                <a:latin typeface="Consolas"/>
                <a:cs typeface="Calibri"/>
              </a:rPr>
              <a:t> </a:t>
            </a:r>
            <a:r>
              <a:rPr lang="da-DK" sz="1400">
                <a:solidFill>
                  <a:srgbClr val="0000FF"/>
                </a:solidFill>
                <a:latin typeface="Consolas"/>
                <a:cs typeface="Calibri"/>
              </a:rPr>
              <a:t>void</a:t>
            </a:r>
            <a:r>
              <a:rPr lang="da-DK" sz="1400">
                <a:solidFill>
                  <a:srgbClr val="000000"/>
                </a:solidFill>
                <a:latin typeface="Consolas"/>
                <a:cs typeface="Calibri"/>
              </a:rPr>
              <a:t> Describe() {</a:t>
            </a:r>
          </a:p>
          <a:p>
            <a:pPr marL="0" indent="0" algn="ctr">
              <a:spcBef>
                <a:spcPts val="0"/>
              </a:spcBef>
              <a:spcAft>
                <a:spcPts val="0"/>
              </a:spcAft>
              <a:buNone/>
            </a:pPr>
            <a:r>
              <a:rPr lang="da-DK" sz="1400">
                <a:solidFill>
                  <a:srgbClr val="000000"/>
                </a:solidFill>
                <a:latin typeface="Consolas" panose="020B0609020204030204" pitchFamily="49" charset="0"/>
              </a:rPr>
              <a:t>…</a:t>
            </a:r>
          </a:p>
          <a:p>
            <a:pPr marL="0" indent="0">
              <a:spcBef>
                <a:spcPts val="0"/>
              </a:spcBef>
              <a:spcAft>
                <a:spcPts val="0"/>
              </a:spcAft>
              <a:buNone/>
            </a:pPr>
            <a:r>
              <a:rPr lang="da-DK" sz="1400">
                <a:solidFill>
                  <a:srgbClr val="2B91AF"/>
                </a:solidFill>
                <a:highlight>
                  <a:srgbClr val="FFFF00"/>
                </a:highlight>
                <a:latin typeface="Consolas"/>
                <a:cs typeface="Calibri"/>
              </a:rPr>
              <a:t>		</a:t>
            </a:r>
            <a:r>
              <a:rPr lang="da-DK" sz="1400" err="1">
                <a:solidFill>
                  <a:srgbClr val="2B91AF"/>
                </a:solidFill>
                <a:highlight>
                  <a:srgbClr val="FFFF00"/>
                </a:highlight>
                <a:latin typeface="Consolas"/>
                <a:cs typeface="Calibri"/>
              </a:rPr>
              <a:t>Console</a:t>
            </a:r>
            <a:r>
              <a:rPr lang="da-DK" sz="1400" err="1">
                <a:solidFill>
                  <a:srgbClr val="000000"/>
                </a:solidFill>
                <a:highlight>
                  <a:srgbClr val="FFFF00"/>
                </a:highlight>
                <a:latin typeface="Consolas"/>
                <a:cs typeface="Calibri"/>
              </a:rPr>
              <a:t>.WriteLine</a:t>
            </a:r>
            <a:r>
              <a:rPr lang="da-DK" sz="1400">
                <a:solidFill>
                  <a:srgbClr val="000000"/>
                </a:solidFill>
                <a:highlight>
                  <a:srgbClr val="FFFF00"/>
                </a:highlight>
                <a:latin typeface="Consolas"/>
                <a:cs typeface="Calibri"/>
              </a:rPr>
              <a:t>(</a:t>
            </a:r>
            <a:r>
              <a:rPr lang="da-DK" sz="1400">
                <a:solidFill>
                  <a:srgbClr val="A31515"/>
                </a:solidFill>
                <a:highlight>
                  <a:srgbClr val="FFFF00"/>
                </a:highlight>
                <a:latin typeface="Consolas"/>
                <a:cs typeface="Calibri"/>
              </a:rPr>
              <a:t>"</a:t>
            </a:r>
            <a:r>
              <a:rPr lang="da-DK" sz="1400" err="1">
                <a:solidFill>
                  <a:srgbClr val="A31515"/>
                </a:solidFill>
                <a:highlight>
                  <a:srgbClr val="FFFF00"/>
                </a:highlight>
                <a:latin typeface="Consolas"/>
                <a:cs typeface="Calibri"/>
              </a:rPr>
              <a:t>Completed</a:t>
            </a:r>
            <a:r>
              <a:rPr lang="da-DK" sz="1400">
                <a:solidFill>
                  <a:srgbClr val="A31515"/>
                </a:solidFill>
                <a:highlight>
                  <a:srgbClr val="FFFF00"/>
                </a:highlight>
                <a:latin typeface="Consolas"/>
                <a:cs typeface="Calibri"/>
              </a:rPr>
              <a:t> </a:t>
            </a:r>
            <a:r>
              <a:rPr lang="da-DK" sz="1400" err="1">
                <a:solidFill>
                  <a:srgbClr val="A31515"/>
                </a:solidFill>
                <a:highlight>
                  <a:srgbClr val="FFFF00"/>
                </a:highlight>
                <a:latin typeface="Consolas"/>
                <a:cs typeface="Calibri"/>
              </a:rPr>
              <a:t>tasks</a:t>
            </a:r>
            <a:r>
              <a:rPr lang="da-DK" sz="1400">
                <a:solidFill>
                  <a:srgbClr val="A31515"/>
                </a:solidFill>
                <a:highlight>
                  <a:srgbClr val="FFFF00"/>
                </a:highlight>
                <a:latin typeface="Consolas"/>
                <a:cs typeface="Calibri"/>
              </a:rPr>
              <a:t>:"</a:t>
            </a:r>
            <a:r>
              <a:rPr lang="da-DK" sz="1400">
                <a:solidFill>
                  <a:srgbClr val="000000"/>
                </a:solidFill>
                <a:highlight>
                  <a:srgbClr val="FFFF00"/>
                </a:highlight>
                <a:latin typeface="Consolas"/>
                <a:cs typeface="Calibri"/>
              </a:rPr>
              <a:t>);</a:t>
            </a:r>
          </a:p>
          <a:p>
            <a:pPr marL="0" indent="0">
              <a:spcBef>
                <a:spcPts val="0"/>
              </a:spcBef>
              <a:spcAft>
                <a:spcPts val="0"/>
              </a:spcAft>
              <a:buNone/>
            </a:pPr>
            <a:r>
              <a:rPr lang="da-DK" sz="1400">
                <a:solidFill>
                  <a:srgbClr val="000000"/>
                </a:solidFill>
                <a:highlight>
                  <a:srgbClr val="FFFF00"/>
                </a:highlight>
                <a:latin typeface="Consolas"/>
                <a:cs typeface="Calibri"/>
              </a:rPr>
              <a:t>            </a:t>
            </a:r>
            <a:r>
              <a:rPr lang="da-DK" sz="1400" err="1">
                <a:solidFill>
                  <a:srgbClr val="2B91AF"/>
                </a:solidFill>
                <a:highlight>
                  <a:srgbClr val="FFFF00"/>
                </a:highlight>
                <a:latin typeface="Consolas"/>
                <a:cs typeface="Calibri"/>
              </a:rPr>
              <a:t>Console</a:t>
            </a:r>
            <a:r>
              <a:rPr lang="da-DK" sz="1400" err="1">
                <a:solidFill>
                  <a:srgbClr val="000000"/>
                </a:solidFill>
                <a:highlight>
                  <a:srgbClr val="FFFF00"/>
                </a:highlight>
                <a:latin typeface="Consolas"/>
                <a:cs typeface="Calibri"/>
              </a:rPr>
              <a:t>.WriteLine</a:t>
            </a:r>
            <a:r>
              <a:rPr lang="da-DK" sz="1400">
                <a:solidFill>
                  <a:srgbClr val="000000"/>
                </a:solidFill>
                <a:highlight>
                  <a:srgbClr val="FFFF00"/>
                </a:highlight>
                <a:latin typeface="Consolas"/>
                <a:cs typeface="Calibri"/>
              </a:rPr>
              <a:t>(</a:t>
            </a:r>
            <a:r>
              <a:rPr lang="da-DK" sz="1400" err="1">
                <a:solidFill>
                  <a:srgbClr val="000000"/>
                </a:solidFill>
                <a:highlight>
                  <a:srgbClr val="FFFF00"/>
                </a:highlight>
                <a:latin typeface="Consolas"/>
                <a:cs typeface="Calibri"/>
              </a:rPr>
              <a:t>completedTasks.ToString</a:t>
            </a:r>
            <a:r>
              <a:rPr lang="da-DK" sz="1400">
                <a:solidFill>
                  <a:srgbClr val="000000"/>
                </a:solidFill>
                <a:highlight>
                  <a:srgbClr val="FFFF00"/>
                </a:highlight>
                <a:latin typeface="Consolas"/>
                <a:cs typeface="Calibri"/>
              </a:rPr>
              <a:t>());</a:t>
            </a:r>
            <a:endParaRPr lang="da-DK"/>
          </a:p>
          <a:p>
            <a:pPr marL="0" indent="0">
              <a:spcBef>
                <a:spcPts val="0"/>
              </a:spcBef>
              <a:spcAft>
                <a:spcPts val="0"/>
              </a:spcAft>
              <a:buNone/>
            </a:pPr>
            <a:r>
              <a:rPr lang="da-DK" sz="1400">
                <a:solidFill>
                  <a:srgbClr val="000000"/>
                </a:solidFill>
                <a:latin typeface="Consolas" panose="020B0609020204030204" pitchFamily="49" charset="0"/>
              </a:rPr>
              <a:t>        }</a:t>
            </a:r>
            <a:endParaRPr lang="en-US" sz="1100">
              <a:latin typeface="+mn-lt"/>
            </a:endParaRPr>
          </a:p>
        </p:txBody>
      </p:sp>
      <p:pic>
        <p:nvPicPr>
          <p:cNvPr id="6" name="Graphic 5" descr="Flask">
            <a:extLst>
              <a:ext uri="{FF2B5EF4-FFF2-40B4-BE49-F238E27FC236}">
                <a16:creationId xmlns:a16="http://schemas.microsoft.com/office/drawing/2014/main" id="{8B9B5067-50AE-47D5-8419-D64442F716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3501318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E58E28-2F8B-4C42-BBB5-C545C7A29BE5}"/>
              </a:ext>
            </a:extLst>
          </p:cNvPr>
          <p:cNvSpPr>
            <a:spLocks noGrp="1"/>
          </p:cNvSpPr>
          <p:nvPr>
            <p:ph type="sldNum" sz="quarter" idx="11"/>
          </p:nvPr>
        </p:nvSpPr>
        <p:spPr/>
        <p:txBody>
          <a:bodyPr/>
          <a:lstStyle/>
          <a:p>
            <a:fld id="{E16BA917-7F09-4B8D-AF07-F52890C14046}" type="slidenum">
              <a:rPr lang="da-DK" smtClean="0"/>
              <a:pPr/>
              <a:t>67</a:t>
            </a:fld>
            <a:endParaRPr lang="da-DK"/>
          </a:p>
        </p:txBody>
      </p:sp>
      <p:sp>
        <p:nvSpPr>
          <p:cNvPr id="3" name="Text Placeholder 2">
            <a:extLst>
              <a:ext uri="{FF2B5EF4-FFF2-40B4-BE49-F238E27FC236}">
                <a16:creationId xmlns:a16="http://schemas.microsoft.com/office/drawing/2014/main" id="{EBFC67F1-E82E-4477-8DAF-2679EDA5D280}"/>
              </a:ext>
            </a:extLst>
          </p:cNvPr>
          <p:cNvSpPr>
            <a:spLocks noGrp="1"/>
          </p:cNvSpPr>
          <p:nvPr>
            <p:ph type="body" sz="quarter" idx="17"/>
          </p:nvPr>
        </p:nvSpPr>
        <p:spPr/>
        <p:txBody>
          <a:bodyPr/>
          <a:lstStyle/>
          <a:p>
            <a:r>
              <a:rPr lang="en-GB"/>
              <a:t>Practice 6 - solution</a:t>
            </a:r>
            <a:endParaRPr lang="da-DK"/>
          </a:p>
        </p:txBody>
      </p:sp>
      <p:sp>
        <p:nvSpPr>
          <p:cNvPr id="4" name="Title 3">
            <a:extLst>
              <a:ext uri="{FF2B5EF4-FFF2-40B4-BE49-F238E27FC236}">
                <a16:creationId xmlns:a16="http://schemas.microsoft.com/office/drawing/2014/main" id="{BDE16CFE-5FF8-4F0D-BCB2-B711329817AC}"/>
              </a:ext>
            </a:extLst>
          </p:cNvPr>
          <p:cNvSpPr>
            <a:spLocks noGrp="1"/>
          </p:cNvSpPr>
          <p:nvPr>
            <p:ph type="title"/>
          </p:nvPr>
        </p:nvSpPr>
        <p:spPr/>
        <p:txBody>
          <a:bodyPr/>
          <a:lstStyle/>
          <a:p>
            <a:r>
              <a:rPr lang="en-GB"/>
              <a:t>String builder</a:t>
            </a:r>
            <a:endParaRPr lang="da-DK"/>
          </a:p>
        </p:txBody>
      </p:sp>
      <p:sp>
        <p:nvSpPr>
          <p:cNvPr id="5" name="Content Placeholder 4">
            <a:extLst>
              <a:ext uri="{FF2B5EF4-FFF2-40B4-BE49-F238E27FC236}">
                <a16:creationId xmlns:a16="http://schemas.microsoft.com/office/drawing/2014/main" id="{390A0525-96ED-487C-9A12-784DF4B27303}"/>
              </a:ext>
            </a:extLst>
          </p:cNvPr>
          <p:cNvSpPr>
            <a:spLocks noGrp="1"/>
          </p:cNvSpPr>
          <p:nvPr>
            <p:ph sz="quarter" idx="19"/>
          </p:nvPr>
        </p:nvSpPr>
        <p:spPr/>
        <p:txBody>
          <a:bodyPr/>
          <a:lstStyle/>
          <a:p>
            <a:pPr marL="0" indent="0">
              <a:spcBef>
                <a:spcPts val="0"/>
              </a:spcBef>
              <a:spcAft>
                <a:spcPts val="0"/>
              </a:spcAft>
              <a:buNone/>
            </a:pP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Main(</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 args)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employee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Employee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"John"</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"Doe"</a:t>
            </a:r>
            <a:r>
              <a:rPr lang="en-US" sz="1800">
                <a:solidFill>
                  <a:srgbClr val="000000"/>
                </a:solidFill>
                <a:latin typeface="Consolas" panose="020B0609020204030204" pitchFamily="49" charset="0"/>
              </a:rPr>
              <a:t>,0,1111);</a:t>
            </a:r>
          </a:p>
          <a:p>
            <a:pPr marL="0" indent="0">
              <a:spcBef>
                <a:spcPts val="0"/>
              </a:spcBef>
              <a:spcAft>
                <a:spcPts val="0"/>
              </a:spcAft>
              <a:buNone/>
            </a:pPr>
            <a:r>
              <a:rPr lang="da-DK" sz="1800">
                <a:solidFill>
                  <a:srgbClr val="000000"/>
                </a:solidFill>
                <a:latin typeface="Consolas" panose="020B0609020204030204" pitchFamily="49" charset="0"/>
              </a:rPr>
              <a:t>            </a:t>
            </a:r>
          </a:p>
          <a:p>
            <a:pPr marL="0" indent="0">
              <a:spcBef>
                <a:spcPts val="0"/>
              </a:spcBef>
              <a:spcAft>
                <a:spcPts val="0"/>
              </a:spcAft>
              <a:buNone/>
            </a:pP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employee.Describe</a:t>
            </a:r>
            <a:r>
              <a:rPr lang="da-DK" sz="1800">
                <a:solidFill>
                  <a:srgbClr val="000000"/>
                </a:solidFill>
                <a:latin typeface="Consolas" panose="020B0609020204030204" pitchFamily="49" charset="0"/>
              </a:rPr>
              <a:t>();</a:t>
            </a:r>
          </a:p>
          <a:p>
            <a:pPr marL="0" indent="0">
              <a:spcBef>
                <a:spcPts val="0"/>
              </a:spcBef>
              <a:spcAft>
                <a:spcPts val="0"/>
              </a:spcAft>
              <a:buNone/>
            </a:pPr>
            <a:endParaRPr lang="da-DK" sz="1800">
              <a:solidFill>
                <a:srgbClr val="000000"/>
              </a:solidFill>
              <a:latin typeface="Consolas" panose="020B0609020204030204" pitchFamily="49" charset="0"/>
            </a:endParaRP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Console</a:t>
            </a:r>
            <a:r>
              <a:rPr lang="en-US" sz="1800">
                <a:solidFill>
                  <a:srgbClr val="000000"/>
                </a:solidFill>
                <a:latin typeface="Consolas" panose="020B0609020204030204" pitchFamily="49" charset="0"/>
              </a:rPr>
              <a:t>.WriteLine(</a:t>
            </a:r>
            <a:r>
              <a:rPr lang="en-US" sz="1800">
                <a:solidFill>
                  <a:srgbClr val="A31515"/>
                </a:solidFill>
                <a:latin typeface="Consolas" panose="020B0609020204030204" pitchFamily="49" charset="0"/>
              </a:rPr>
              <a:t>"Adding completed tasks..."</a:t>
            </a:r>
            <a:r>
              <a:rPr lang="en-US" sz="1800">
                <a:solidFill>
                  <a:srgbClr val="000000"/>
                </a:solidFill>
                <a:latin typeface="Consolas" panose="020B0609020204030204" pitchFamily="49" charset="0"/>
              </a:rPr>
              <a:t>);</a:t>
            </a:r>
          </a:p>
          <a:p>
            <a:pPr marL="0" indent="0">
              <a:spcBef>
                <a:spcPts val="0"/>
              </a:spcBef>
              <a:spcAft>
                <a:spcPts val="0"/>
              </a:spcAft>
              <a:buNone/>
            </a:pP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employee.AddCompletedTask</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Task</a:t>
            </a:r>
            <a:r>
              <a:rPr lang="da-DK" sz="1800">
                <a:solidFill>
                  <a:srgbClr val="A31515"/>
                </a:solidFill>
                <a:latin typeface="Consolas" panose="020B0609020204030204" pitchFamily="49" charset="0"/>
              </a:rPr>
              <a:t> 1"</a:t>
            </a:r>
            <a:r>
              <a:rPr lang="da-DK" sz="1800">
                <a:solidFill>
                  <a:srgbClr val="000000"/>
                </a:solidFill>
                <a:latin typeface="Consolas" panose="020B0609020204030204" pitchFamily="49" charset="0"/>
              </a:rPr>
              <a:t>);</a:t>
            </a:r>
          </a:p>
          <a:p>
            <a:pPr marL="0" indent="0">
              <a:spcBef>
                <a:spcPts val="0"/>
              </a:spcBef>
              <a:spcAft>
                <a:spcPts val="0"/>
              </a:spcAft>
              <a:buNone/>
            </a:pP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employee.AddCompletedTask</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Task</a:t>
            </a:r>
            <a:r>
              <a:rPr lang="da-DK" sz="1800">
                <a:solidFill>
                  <a:srgbClr val="A31515"/>
                </a:solidFill>
                <a:latin typeface="Consolas" panose="020B0609020204030204" pitchFamily="49" charset="0"/>
              </a:rPr>
              <a:t> 2"</a:t>
            </a:r>
            <a:r>
              <a:rPr lang="da-DK" sz="1800">
                <a:solidFill>
                  <a:srgbClr val="000000"/>
                </a:solidFill>
                <a:latin typeface="Consolas" panose="020B0609020204030204" pitchFamily="49" charset="0"/>
              </a:rPr>
              <a:t>);</a:t>
            </a:r>
          </a:p>
          <a:p>
            <a:pPr marL="0" indent="0">
              <a:spcBef>
                <a:spcPts val="0"/>
              </a:spcBef>
              <a:spcAft>
                <a:spcPts val="0"/>
              </a:spcAft>
              <a:buNone/>
            </a:pP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employee.AddCompletedTask</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Task</a:t>
            </a:r>
            <a:r>
              <a:rPr lang="da-DK" sz="1800">
                <a:solidFill>
                  <a:srgbClr val="A31515"/>
                </a:solidFill>
                <a:latin typeface="Consolas" panose="020B0609020204030204" pitchFamily="49" charset="0"/>
              </a:rPr>
              <a:t> 3"</a:t>
            </a:r>
            <a:r>
              <a:rPr lang="da-DK" sz="1800">
                <a:solidFill>
                  <a:srgbClr val="000000"/>
                </a:solidFill>
                <a:latin typeface="Consolas" panose="020B0609020204030204" pitchFamily="49" charset="0"/>
              </a:rPr>
              <a:t>);</a:t>
            </a:r>
          </a:p>
          <a:p>
            <a:pPr marL="0" indent="0">
              <a:spcBef>
                <a:spcPts val="0"/>
              </a:spcBef>
              <a:spcAft>
                <a:spcPts val="0"/>
              </a:spcAft>
              <a:buNone/>
            </a:pP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employee.AddCompletedTask</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Task</a:t>
            </a:r>
            <a:r>
              <a:rPr lang="da-DK" sz="1800">
                <a:solidFill>
                  <a:srgbClr val="A31515"/>
                </a:solidFill>
                <a:latin typeface="Consolas" panose="020B0609020204030204" pitchFamily="49" charset="0"/>
              </a:rPr>
              <a:t> 4"</a:t>
            </a:r>
            <a:r>
              <a:rPr lang="da-DK" sz="1800">
                <a:solidFill>
                  <a:srgbClr val="000000"/>
                </a:solidFill>
                <a:latin typeface="Consolas" panose="020B0609020204030204" pitchFamily="49" charset="0"/>
              </a:rPr>
              <a:t>);</a:t>
            </a:r>
          </a:p>
          <a:p>
            <a:pPr marL="0" indent="0">
              <a:spcBef>
                <a:spcPts val="0"/>
              </a:spcBef>
              <a:spcAft>
                <a:spcPts val="0"/>
              </a:spcAft>
              <a:buNone/>
            </a:pPr>
            <a:endParaRPr lang="da-DK" sz="1800">
              <a:solidFill>
                <a:srgbClr val="000000"/>
              </a:solidFill>
              <a:latin typeface="Consolas" panose="020B0609020204030204" pitchFamily="49" charset="0"/>
            </a:endParaRPr>
          </a:p>
          <a:p>
            <a:pPr marL="0" indent="0">
              <a:spcBef>
                <a:spcPts val="0"/>
              </a:spcBef>
              <a:spcAft>
                <a:spcPts val="0"/>
              </a:spcAft>
              <a:buNone/>
            </a:pPr>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p>
          <a:p>
            <a:pPr marL="0" indent="0">
              <a:spcBef>
                <a:spcPts val="0"/>
              </a:spcBef>
              <a:spcAft>
                <a:spcPts val="0"/>
              </a:spcAft>
              <a:buNone/>
            </a:pP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employee.Describe</a:t>
            </a:r>
            <a:r>
              <a:rPr lang="da-DK" sz="1800">
                <a:solidFill>
                  <a:srgbClr val="000000"/>
                </a:solidFill>
                <a:latin typeface="Consolas" panose="020B0609020204030204" pitchFamily="49" charset="0"/>
              </a:rPr>
              <a:t>();</a:t>
            </a:r>
          </a:p>
          <a:p>
            <a:pPr marL="0" indent="0">
              <a:spcBef>
                <a:spcPts val="0"/>
              </a:spcBef>
              <a:spcAft>
                <a:spcPts val="0"/>
              </a:spcAft>
              <a:buNone/>
            </a:pPr>
            <a:r>
              <a:rPr lang="da-DK" sz="1800">
                <a:solidFill>
                  <a:srgbClr val="000000"/>
                </a:solidFill>
                <a:latin typeface="Consolas" panose="020B0609020204030204" pitchFamily="49" charset="0"/>
              </a:rPr>
              <a:t>        }</a:t>
            </a:r>
            <a:endParaRPr lang="en-US">
              <a:latin typeface="+mn-lt"/>
            </a:endParaRPr>
          </a:p>
        </p:txBody>
      </p:sp>
      <p:pic>
        <p:nvPicPr>
          <p:cNvPr id="6" name="Graphic 5" descr="Flask">
            <a:extLst>
              <a:ext uri="{FF2B5EF4-FFF2-40B4-BE49-F238E27FC236}">
                <a16:creationId xmlns:a16="http://schemas.microsoft.com/office/drawing/2014/main" id="{8B9B5067-50AE-47D5-8419-D64442F716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5980951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5C80E2-2CF3-4099-8266-6E9ADF554A07}"/>
              </a:ext>
            </a:extLst>
          </p:cNvPr>
          <p:cNvSpPr>
            <a:spLocks noGrp="1"/>
          </p:cNvSpPr>
          <p:nvPr>
            <p:ph type="sldNum" sz="quarter" idx="11"/>
          </p:nvPr>
        </p:nvSpPr>
        <p:spPr/>
        <p:txBody>
          <a:bodyPr/>
          <a:lstStyle/>
          <a:p>
            <a:fld id="{E16BA917-7F09-4B8D-AF07-F52890C14046}" type="slidenum">
              <a:rPr lang="da-DK" smtClean="0"/>
              <a:pPr/>
              <a:t>68</a:t>
            </a:fld>
            <a:endParaRPr lang="da-DK"/>
          </a:p>
        </p:txBody>
      </p:sp>
      <p:sp>
        <p:nvSpPr>
          <p:cNvPr id="3" name="Text Placeholder 2">
            <a:extLst>
              <a:ext uri="{FF2B5EF4-FFF2-40B4-BE49-F238E27FC236}">
                <a16:creationId xmlns:a16="http://schemas.microsoft.com/office/drawing/2014/main" id="{68A8B762-52F3-4EDF-9923-B5BF679DDD86}"/>
              </a:ext>
            </a:extLst>
          </p:cNvPr>
          <p:cNvSpPr>
            <a:spLocks noGrp="1"/>
          </p:cNvSpPr>
          <p:nvPr>
            <p:ph type="body" sz="quarter" idx="17"/>
          </p:nvPr>
        </p:nvSpPr>
        <p:spPr/>
        <p:txBody>
          <a:bodyPr/>
          <a:lstStyle/>
          <a:p>
            <a:endParaRPr lang="da-DK"/>
          </a:p>
        </p:txBody>
      </p:sp>
      <p:sp>
        <p:nvSpPr>
          <p:cNvPr id="4" name="Title 3">
            <a:extLst>
              <a:ext uri="{FF2B5EF4-FFF2-40B4-BE49-F238E27FC236}">
                <a16:creationId xmlns:a16="http://schemas.microsoft.com/office/drawing/2014/main" id="{9C62B3E4-1357-4DB2-B92C-B086FB563C25}"/>
              </a:ext>
            </a:extLst>
          </p:cNvPr>
          <p:cNvSpPr>
            <a:spLocks noGrp="1"/>
          </p:cNvSpPr>
          <p:nvPr>
            <p:ph type="title"/>
          </p:nvPr>
        </p:nvSpPr>
        <p:spPr/>
        <p:txBody>
          <a:bodyPr/>
          <a:lstStyle/>
          <a:p>
            <a:r>
              <a:rPr lang="en-GB"/>
              <a:t>homework</a:t>
            </a:r>
            <a:endParaRPr lang="da-DK"/>
          </a:p>
        </p:txBody>
      </p:sp>
      <p:sp>
        <p:nvSpPr>
          <p:cNvPr id="5" name="Content Placeholder 4">
            <a:extLst>
              <a:ext uri="{FF2B5EF4-FFF2-40B4-BE49-F238E27FC236}">
                <a16:creationId xmlns:a16="http://schemas.microsoft.com/office/drawing/2014/main" id="{C25ECCA4-37A3-41C2-B6A5-B536566DE6FF}"/>
              </a:ext>
            </a:extLst>
          </p:cNvPr>
          <p:cNvSpPr>
            <a:spLocks noGrp="1"/>
          </p:cNvSpPr>
          <p:nvPr>
            <p:ph sz="quarter" idx="19"/>
          </p:nvPr>
        </p:nvSpPr>
        <p:spPr/>
        <p:txBody>
          <a:bodyPr/>
          <a:lstStyle/>
          <a:p>
            <a:endParaRPr lang="da-DK"/>
          </a:p>
        </p:txBody>
      </p:sp>
    </p:spTree>
    <p:extLst>
      <p:ext uri="{BB962C8B-B14F-4D97-AF65-F5344CB8AC3E}">
        <p14:creationId xmlns:p14="http://schemas.microsoft.com/office/powerpoint/2010/main" val="38971083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ags/tag3.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square" lIns="0" tIns="0" rIns="0" bIns="0" rtlCol="0">
        <a:noAutofit/>
      </a:bodyPr>
      <a:lstStyle>
        <a:defPPr marL="0" indent="0" defTabSz="179388">
          <a:buClr>
            <a:srgbClr val="00DEE6"/>
          </a:buClr>
          <a:buFont typeface="Arial" panose="020B0604020202020204" pitchFamily="34" charset="0"/>
          <a:buNone/>
          <a:defRPr sz="1600" dirty="0" err="1" smtClean="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none" lIns="0" tIns="0" rIns="0" bIns="0" rtlCol="0">
        <a:noAutofit/>
      </a:bodyPr>
      <a:lstStyle>
        <a:defPPr marL="0" indent="0" algn="l" defTabSz="179388">
          <a:buClr>
            <a:srgbClr val="00DEE6"/>
          </a:buClr>
          <a:buFont typeface="Arial" panose="020B0604020202020204" pitchFamily="34" charset="0"/>
          <a:buNone/>
          <a:defRPr sz="2400" dirty="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Application>Microsoft Office PowerPoint</Application>
  <PresentationFormat>Widescreen</PresentationFormat>
  <Slides>68</Slides>
  <Notes>42</Notes>
  <HiddenSlides>16</HiddenSlides>
  <ScaleCrop>false</ScaleCrop>
  <HeadingPairs>
    <vt:vector size="4" baseType="variant">
      <vt:variant>
        <vt:lpstr>Theme</vt:lpstr>
      </vt:variant>
      <vt:variant>
        <vt:i4>2</vt:i4>
      </vt:variant>
      <vt:variant>
        <vt:lpstr>Slide Titles</vt:lpstr>
      </vt:variant>
      <vt:variant>
        <vt:i4>68</vt:i4>
      </vt:variant>
    </vt:vector>
  </HeadingPairs>
  <TitlesOfParts>
    <vt:vector size="70" baseType="lpstr">
      <vt:lpstr>SIMCORP</vt:lpstr>
      <vt:lpstr>SIMCORP</vt:lpstr>
      <vt:lpstr>PowerPoint Presentation</vt:lpstr>
      <vt:lpstr>Agenda</vt:lpstr>
      <vt:lpstr>Object Oriented Programming In C#</vt:lpstr>
      <vt:lpstr>Object Oriented Programming In C#</vt:lpstr>
      <vt:lpstr>Object Oriented Programming In C#</vt:lpstr>
      <vt:lpstr>Object Oriented Programming In C#</vt:lpstr>
      <vt:lpstr>Class members</vt:lpstr>
      <vt:lpstr>Class members</vt:lpstr>
      <vt:lpstr>Live demo</vt:lpstr>
      <vt:lpstr>Live demo</vt:lpstr>
      <vt:lpstr>Live demo</vt:lpstr>
      <vt:lpstr>Class members</vt:lpstr>
      <vt:lpstr>Class members</vt:lpstr>
      <vt:lpstr>Class members</vt:lpstr>
      <vt:lpstr>Class members</vt:lpstr>
      <vt:lpstr>Live demo</vt:lpstr>
      <vt:lpstr>Class members</vt:lpstr>
      <vt:lpstr>Class members</vt:lpstr>
      <vt:lpstr>Coffee time</vt:lpstr>
      <vt:lpstr>Structure types</vt:lpstr>
      <vt:lpstr>Structure types</vt:lpstr>
      <vt:lpstr>Reference type</vt:lpstr>
      <vt:lpstr>Reference type</vt:lpstr>
      <vt:lpstr>Live demo</vt:lpstr>
      <vt:lpstr>Live demo</vt:lpstr>
      <vt:lpstr>Live demo</vt:lpstr>
      <vt:lpstr>Live demo</vt:lpstr>
      <vt:lpstr>Pass by reference / value</vt:lpstr>
      <vt:lpstr>Value vs reference types</vt:lpstr>
      <vt:lpstr>Value vs reference types</vt:lpstr>
      <vt:lpstr>LUNCH</vt:lpstr>
      <vt:lpstr>PASS BY reference</vt:lpstr>
      <vt:lpstr>PASS BY reference</vt:lpstr>
      <vt:lpstr>PASS BY reference</vt:lpstr>
      <vt:lpstr>PASS BY reference</vt:lpstr>
      <vt:lpstr>PASS BY reference</vt:lpstr>
      <vt:lpstr>PASS BY reference</vt:lpstr>
      <vt:lpstr>PASS BY reference</vt:lpstr>
      <vt:lpstr>PASS BY reference</vt:lpstr>
      <vt:lpstr>PASS BY reference</vt:lpstr>
      <vt:lpstr>PASS BY reference</vt:lpstr>
      <vt:lpstr>Coffee time</vt:lpstr>
      <vt:lpstr>Object Oriented Programming In C#</vt:lpstr>
      <vt:lpstr>Object Oriented Programming In C#</vt:lpstr>
      <vt:lpstr>Object Oriented Programming In C#</vt:lpstr>
      <vt:lpstr>Object Oriented Programming In C#</vt:lpstr>
      <vt:lpstr>Default access modifiers</vt:lpstr>
      <vt:lpstr>Object Oriented Programming In C#</vt:lpstr>
      <vt:lpstr>Live demo </vt:lpstr>
      <vt:lpstr>Live demo </vt:lpstr>
      <vt:lpstr>Live demo </vt:lpstr>
      <vt:lpstr>Live demo </vt:lpstr>
      <vt:lpstr>Object Oriented Programming In C#</vt:lpstr>
      <vt:lpstr>Object Oriented Programming In C#</vt:lpstr>
      <vt:lpstr>Coffee time</vt:lpstr>
      <vt:lpstr>string</vt:lpstr>
      <vt:lpstr>Live demo</vt:lpstr>
      <vt:lpstr>string</vt:lpstr>
      <vt:lpstr>String builder</vt:lpstr>
      <vt:lpstr>String builder</vt:lpstr>
      <vt:lpstr>String builder</vt:lpstr>
      <vt:lpstr>Live demo</vt:lpstr>
      <vt:lpstr>Live demo</vt:lpstr>
      <vt:lpstr>String builder</vt:lpstr>
      <vt:lpstr>String builder</vt:lpstr>
      <vt:lpstr>String builder</vt:lpstr>
      <vt:lpstr>String builder</vt:lpstr>
      <vt:lpstr>homework</vt:lpstr>
    </vt:vector>
  </TitlesOfParts>
  <Company>SimCorp 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Serhii Litvinov</dc:creator>
  <cp:revision>1</cp:revision>
  <dcterms:created xsi:type="dcterms:W3CDTF">2020-10-02T10:07:41Z</dcterms:created>
  <dcterms:modified xsi:type="dcterms:W3CDTF">2021-11-25T19:36:43Z</dcterms:modified>
</cp:coreProperties>
</file>