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2"/>
  </p:notesMasterIdLst>
  <p:handoutMasterIdLst>
    <p:handoutMasterId r:id="rId43"/>
  </p:handoutMasterIdLst>
  <p:sldIdLst>
    <p:sldId id="256" r:id="rId5"/>
    <p:sldId id="294" r:id="rId6"/>
    <p:sldId id="292" r:id="rId7"/>
    <p:sldId id="330" r:id="rId8"/>
    <p:sldId id="331" r:id="rId9"/>
    <p:sldId id="332" r:id="rId10"/>
    <p:sldId id="337" r:id="rId11"/>
    <p:sldId id="333" r:id="rId12"/>
    <p:sldId id="334" r:id="rId13"/>
    <p:sldId id="295" r:id="rId14"/>
    <p:sldId id="299" r:id="rId15"/>
    <p:sldId id="335" r:id="rId16"/>
    <p:sldId id="266" r:id="rId17"/>
    <p:sldId id="264" r:id="rId18"/>
    <p:sldId id="305" r:id="rId19"/>
    <p:sldId id="327" r:id="rId20"/>
    <p:sldId id="268" r:id="rId21"/>
    <p:sldId id="304" r:id="rId22"/>
    <p:sldId id="328" r:id="rId23"/>
    <p:sldId id="326" r:id="rId24"/>
    <p:sldId id="277" r:id="rId25"/>
    <p:sldId id="267" r:id="rId26"/>
    <p:sldId id="325" r:id="rId27"/>
    <p:sldId id="336" r:id="rId28"/>
    <p:sldId id="269" r:id="rId29"/>
    <p:sldId id="303" r:id="rId30"/>
    <p:sldId id="329" r:id="rId31"/>
    <p:sldId id="296" r:id="rId32"/>
    <p:sldId id="261" r:id="rId33"/>
    <p:sldId id="324" r:id="rId34"/>
    <p:sldId id="258" r:id="rId35"/>
    <p:sldId id="276" r:id="rId36"/>
    <p:sldId id="257" r:id="rId37"/>
    <p:sldId id="271" r:id="rId38"/>
    <p:sldId id="302" r:id="rId39"/>
    <p:sldId id="280" r:id="rId40"/>
    <p:sldId id="298" r:id="rId41"/>
  </p:sldIdLst>
  <p:sldSz cx="12192000" cy="6858000"/>
  <p:notesSz cx="6858000" cy="9144000"/>
  <p:custDataLst>
    <p:tags r:id="rId44"/>
  </p:custDataLst>
  <p:defaultTextStyle>
    <a:defPPr>
      <a:defRPr lang="en-US"/>
    </a:defPPr>
    <a:lvl1pPr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A9AE"/>
    <a:srgbClr val="00DEE6"/>
    <a:srgbClr val="44B8D6"/>
    <a:srgbClr val="15AAA6"/>
    <a:srgbClr val="A5C8CF"/>
    <a:srgbClr val="547A8B"/>
    <a:srgbClr val="010B19"/>
    <a:srgbClr val="CCCCCC"/>
    <a:srgbClr val="DADADA"/>
    <a:srgbClr val="082A41"/>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C41151-CB4D-0E27-F903-199CDA5809D5}" v="1" dt="2021-12-16T07:24:58.772"/>
    <p1510:client id="{180A359C-5ECC-4547-B77E-CC9E9525D6D4}" vWet="4" dt="2021-12-14T10:57:58.264"/>
    <p1510:client id="{950FC144-8248-A1DD-7036-7DCCFAF376BD}" v="29" dt="2021-12-14T10:58:15.762"/>
    <p1510:client id="{D1BF1B70-4E70-CD40-3E21-F52202635E40}" v="13" dt="2022-02-16T16:13:17.7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7" d="100"/>
          <a:sy n="117" d="100"/>
        </p:scale>
        <p:origin x="240" y="10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hii Harmash (SHHR)" userId="S::shhr@simcorp.com::19965dc1-3670-4089-9e09-ab6aab33a005" providerId="AD" clId="Web-{950FC144-8248-A1DD-7036-7DCCFAF376BD}"/>
    <pc:docChg chg="modSld">
      <pc:chgData name="Serhii Harmash (SHHR)" userId="S::shhr@simcorp.com::19965dc1-3670-4089-9e09-ab6aab33a005" providerId="AD" clId="Web-{950FC144-8248-A1DD-7036-7DCCFAF376BD}" dt="2021-12-14T10:58:15.762" v="28" actId="20577"/>
      <pc:docMkLst>
        <pc:docMk/>
      </pc:docMkLst>
      <pc:sldChg chg="modSp">
        <pc:chgData name="Serhii Harmash (SHHR)" userId="S::shhr@simcorp.com::19965dc1-3670-4089-9e09-ab6aab33a005" providerId="AD" clId="Web-{950FC144-8248-A1DD-7036-7DCCFAF376BD}" dt="2021-12-14T10:58:15.762" v="28" actId="20577"/>
        <pc:sldMkLst>
          <pc:docMk/>
          <pc:sldMk cId="4132671527" sldId="280"/>
        </pc:sldMkLst>
        <pc:spChg chg="mod">
          <ac:chgData name="Serhii Harmash (SHHR)" userId="S::shhr@simcorp.com::19965dc1-3670-4089-9e09-ab6aab33a005" providerId="AD" clId="Web-{950FC144-8248-A1DD-7036-7DCCFAF376BD}" dt="2021-12-14T10:58:15.762" v="28" actId="20577"/>
          <ac:spMkLst>
            <pc:docMk/>
            <pc:sldMk cId="4132671527" sldId="280"/>
            <ac:spMk id="6" creationId="{E4C5D999-4116-4D55-A14F-D62E85AFAF8F}"/>
          </ac:spMkLst>
        </pc:spChg>
      </pc:sldChg>
    </pc:docChg>
  </pc:docChgLst>
  <pc:docChgLst>
    <pc:chgData name="Michael Bækkelund (MIB)" userId="S::mib@simcorp.com::c154699e-419d-4197-80c9-cf8034c20930" providerId="AD" clId="Web-{15C41151-CB4D-0E27-F903-199CDA5809D5}"/>
    <pc:docChg chg="modSld">
      <pc:chgData name="Michael Bækkelund (MIB)" userId="S::mib@simcorp.com::c154699e-419d-4197-80c9-cf8034c20930" providerId="AD" clId="Web-{15C41151-CB4D-0E27-F903-199CDA5809D5}" dt="2021-12-16T07:24:58.772" v="0" actId="14100"/>
      <pc:docMkLst>
        <pc:docMk/>
      </pc:docMkLst>
      <pc:sldChg chg="modSp">
        <pc:chgData name="Michael Bækkelund (MIB)" userId="S::mib@simcorp.com::c154699e-419d-4197-80c9-cf8034c20930" providerId="AD" clId="Web-{15C41151-CB4D-0E27-F903-199CDA5809D5}" dt="2021-12-16T07:24:58.772" v="0" actId="14100"/>
        <pc:sldMkLst>
          <pc:docMk/>
          <pc:sldMk cId="4132671527" sldId="280"/>
        </pc:sldMkLst>
        <pc:spChg chg="mod">
          <ac:chgData name="Michael Bækkelund (MIB)" userId="S::mib@simcorp.com::c154699e-419d-4197-80c9-cf8034c20930" providerId="AD" clId="Web-{15C41151-CB4D-0E27-F903-199CDA5809D5}" dt="2021-12-16T07:24:58.772" v="0" actId="14100"/>
          <ac:spMkLst>
            <pc:docMk/>
            <pc:sldMk cId="4132671527" sldId="280"/>
            <ac:spMk id="6" creationId="{E4C5D999-4116-4D55-A14F-D62E85AFAF8F}"/>
          </ac:spMkLst>
        </pc:spChg>
      </pc:sldChg>
    </pc:docChg>
  </pc:docChgLst>
  <pc:docChgLst>
    <pc:chgData name="Serhii Litvinov (SGLI)" userId="S::sgli@simcorp.com::13e31772-44c1-46fd-b5ca-e73152eb6195" providerId="AD" clId="Web-{52967989-FE65-2D8E-24F0-4476E925A0A5}"/>
    <pc:docChg chg="modSld">
      <pc:chgData name="Serhii Litvinov (SGLI)" userId="S::sgli@simcorp.com::13e31772-44c1-46fd-b5ca-e73152eb6195" providerId="AD" clId="Web-{52967989-FE65-2D8E-24F0-4476E925A0A5}" dt="2021-03-04T18:53:37.928" v="228" actId="20577"/>
      <pc:docMkLst>
        <pc:docMk/>
      </pc:docMkLst>
      <pc:sldChg chg="modSp">
        <pc:chgData name="Serhii Litvinov (SGLI)" userId="S::sgli@simcorp.com::13e31772-44c1-46fd-b5ca-e73152eb6195" providerId="AD" clId="Web-{52967989-FE65-2D8E-24F0-4476E925A0A5}" dt="2021-03-04T18:53:37.928" v="228" actId="20577"/>
        <pc:sldMkLst>
          <pc:docMk/>
          <pc:sldMk cId="738792783" sldId="294"/>
        </pc:sldMkLst>
        <pc:spChg chg="mod">
          <ac:chgData name="Serhii Litvinov (SGLI)" userId="S::sgli@simcorp.com::13e31772-44c1-46fd-b5ca-e73152eb6195" providerId="AD" clId="Web-{52967989-FE65-2D8E-24F0-4476E925A0A5}" dt="2021-03-04T18:53:37.928" v="228" actId="20577"/>
          <ac:spMkLst>
            <pc:docMk/>
            <pc:sldMk cId="738792783" sldId="294"/>
            <ac:spMk id="5" creationId="{67E8D471-BA5C-4AAC-A2C9-82DB42DEB307}"/>
          </ac:spMkLst>
        </pc:spChg>
      </pc:sldChg>
    </pc:docChg>
  </pc:docChgLst>
  <pc:docChgLst>
    <pc:chgData name="Valeriia Kobzar (VRKR)" userId="S::vrkr@simcorp.com::abeb4f95-95bb-4875-81dd-0cbce4da8295" providerId="AD" clId="Web-{EF92CB0C-D8E5-5EFE-9237-802067BEF3D7}"/>
    <pc:docChg chg="modSld">
      <pc:chgData name="Valeriia Kobzar (VRKR)" userId="S::vrkr@simcorp.com::abeb4f95-95bb-4875-81dd-0cbce4da8295" providerId="AD" clId="Web-{EF92CB0C-D8E5-5EFE-9237-802067BEF3D7}" dt="2021-11-05T11:41:22.201" v="1" actId="20577"/>
      <pc:docMkLst>
        <pc:docMk/>
      </pc:docMkLst>
      <pc:sldChg chg="modSp">
        <pc:chgData name="Valeriia Kobzar (VRKR)" userId="S::vrkr@simcorp.com::abeb4f95-95bb-4875-81dd-0cbce4da8295" providerId="AD" clId="Web-{EF92CB0C-D8E5-5EFE-9237-802067BEF3D7}" dt="2021-11-05T11:41:22.201" v="1" actId="20577"/>
        <pc:sldMkLst>
          <pc:docMk/>
          <pc:sldMk cId="525279977" sldId="256"/>
        </pc:sldMkLst>
        <pc:spChg chg="mod">
          <ac:chgData name="Valeriia Kobzar (VRKR)" userId="S::vrkr@simcorp.com::abeb4f95-95bb-4875-81dd-0cbce4da8295" providerId="AD" clId="Web-{EF92CB0C-D8E5-5EFE-9237-802067BEF3D7}" dt="2021-11-05T11:41:22.201" v="1" actId="20577"/>
          <ac:spMkLst>
            <pc:docMk/>
            <pc:sldMk cId="525279977" sldId="256"/>
            <ac:spMk id="5" creationId="{3F26BBC0-55E0-4EA1-B967-6CE1D18774D8}"/>
          </ac:spMkLst>
        </pc:spChg>
      </pc:sldChg>
    </pc:docChg>
  </pc:docChgLst>
  <pc:docChgLst>
    <pc:chgData name="Serhii Harmash (SHHR)" userId="S::shhr@simcorp.com::19965dc1-3670-4089-9e09-ab6aab33a005" providerId="AD" clId="Web-{9ABC736B-5B36-7EC0-419F-461EDE9C75B3}"/>
    <pc:docChg chg="modSld">
      <pc:chgData name="Serhii Harmash (SHHR)" userId="S::shhr@simcorp.com::19965dc1-3670-4089-9e09-ab6aab33a005" providerId="AD" clId="Web-{9ABC736B-5B36-7EC0-419F-461EDE9C75B3}" dt="2021-09-14T08:13:49.154" v="1" actId="20577"/>
      <pc:docMkLst>
        <pc:docMk/>
      </pc:docMkLst>
      <pc:sldChg chg="modSp">
        <pc:chgData name="Serhii Harmash (SHHR)" userId="S::shhr@simcorp.com::19965dc1-3670-4089-9e09-ab6aab33a005" providerId="AD" clId="Web-{9ABC736B-5B36-7EC0-419F-461EDE9C75B3}" dt="2021-09-14T08:13:49.154" v="1" actId="20577"/>
        <pc:sldMkLst>
          <pc:docMk/>
          <pc:sldMk cId="3535885982" sldId="329"/>
        </pc:sldMkLst>
        <pc:spChg chg="mod">
          <ac:chgData name="Serhii Harmash (SHHR)" userId="S::shhr@simcorp.com::19965dc1-3670-4089-9e09-ab6aab33a005" providerId="AD" clId="Web-{9ABC736B-5B36-7EC0-419F-461EDE9C75B3}" dt="2021-09-14T08:13:49.154" v="1" actId="20577"/>
          <ac:spMkLst>
            <pc:docMk/>
            <pc:sldMk cId="3535885982" sldId="329"/>
            <ac:spMk id="6" creationId="{2BD2FA89-2AD8-428C-88C7-FE46E00807D6}"/>
          </ac:spMkLst>
        </pc:spChg>
      </pc:sldChg>
    </pc:docChg>
  </pc:docChgLst>
  <pc:docChgLst>
    <pc:chgData name="Serhii Litvinov" userId="13e31772-44c1-46fd-b5ca-e73152eb6195" providerId="ADAL" clId="{4786F0C8-2B88-4B80-97C0-847DCC0148D3}"/>
    <pc:docChg chg="modSld">
      <pc:chgData name="Serhii Litvinov" userId="13e31772-44c1-46fd-b5ca-e73152eb6195" providerId="ADAL" clId="{4786F0C8-2B88-4B80-97C0-847DCC0148D3}" dt="2021-03-09T07:12:29.088" v="3"/>
      <pc:docMkLst>
        <pc:docMk/>
      </pc:docMkLst>
      <pc:sldChg chg="modNotesTx">
        <pc:chgData name="Serhii Litvinov" userId="13e31772-44c1-46fd-b5ca-e73152eb6195" providerId="ADAL" clId="{4786F0C8-2B88-4B80-97C0-847DCC0148D3}" dt="2021-03-09T07:12:14.513" v="0"/>
        <pc:sldMkLst>
          <pc:docMk/>
          <pc:sldMk cId="1372964837" sldId="311"/>
        </pc:sldMkLst>
      </pc:sldChg>
      <pc:sldChg chg="modNotesTx">
        <pc:chgData name="Serhii Litvinov" userId="13e31772-44c1-46fd-b5ca-e73152eb6195" providerId="ADAL" clId="{4786F0C8-2B88-4B80-97C0-847DCC0148D3}" dt="2021-03-09T07:12:20.272" v="1"/>
        <pc:sldMkLst>
          <pc:docMk/>
          <pc:sldMk cId="798256101" sldId="312"/>
        </pc:sldMkLst>
      </pc:sldChg>
      <pc:sldChg chg="modNotesTx">
        <pc:chgData name="Serhii Litvinov" userId="13e31772-44c1-46fd-b5ca-e73152eb6195" providerId="ADAL" clId="{4786F0C8-2B88-4B80-97C0-847DCC0148D3}" dt="2021-03-09T07:12:24.974" v="2"/>
        <pc:sldMkLst>
          <pc:docMk/>
          <pc:sldMk cId="586838209" sldId="313"/>
        </pc:sldMkLst>
      </pc:sldChg>
      <pc:sldChg chg="modNotesTx">
        <pc:chgData name="Serhii Litvinov" userId="13e31772-44c1-46fd-b5ca-e73152eb6195" providerId="ADAL" clId="{4786F0C8-2B88-4B80-97C0-847DCC0148D3}" dt="2021-03-09T07:12:29.088" v="3"/>
        <pc:sldMkLst>
          <pc:docMk/>
          <pc:sldMk cId="717009209" sldId="314"/>
        </pc:sldMkLst>
      </pc:sldChg>
    </pc:docChg>
  </pc:docChgLst>
  <pc:docChgLst>
    <pc:chgData name="Valeriia Kobzar" userId="abeb4f95-95bb-4875-81dd-0cbce4da8295" providerId="ADAL" clId="{238D76E8-6231-4F93-B7E9-4F445904E897}"/>
    <pc:docChg chg="undo redo custSel modSld">
      <pc:chgData name="Valeriia Kobzar" userId="abeb4f95-95bb-4875-81dd-0cbce4da8295" providerId="ADAL" clId="{238D76E8-6231-4F93-B7E9-4F445904E897}" dt="2021-12-13T14:25:40.488" v="8" actId="20577"/>
      <pc:docMkLst>
        <pc:docMk/>
      </pc:docMkLst>
      <pc:sldChg chg="modSp mod">
        <pc:chgData name="Valeriia Kobzar" userId="abeb4f95-95bb-4875-81dd-0cbce4da8295" providerId="ADAL" clId="{238D76E8-6231-4F93-B7E9-4F445904E897}" dt="2021-12-13T14:16:12.971" v="2" actId="20577"/>
        <pc:sldMkLst>
          <pc:docMk/>
          <pc:sldMk cId="2858231511" sldId="269"/>
        </pc:sldMkLst>
        <pc:spChg chg="mod">
          <ac:chgData name="Valeriia Kobzar" userId="abeb4f95-95bb-4875-81dd-0cbce4da8295" providerId="ADAL" clId="{238D76E8-6231-4F93-B7E9-4F445904E897}" dt="2021-12-13T14:16:12.971" v="2" actId="20577"/>
          <ac:spMkLst>
            <pc:docMk/>
            <pc:sldMk cId="2858231511" sldId="269"/>
            <ac:spMk id="5" creationId="{D5E29D1A-C5F6-46E3-BCC9-3CBC378AABF6}"/>
          </ac:spMkLst>
        </pc:spChg>
      </pc:sldChg>
      <pc:sldChg chg="delSp modSp mod">
        <pc:chgData name="Valeriia Kobzar" userId="abeb4f95-95bb-4875-81dd-0cbce4da8295" providerId="ADAL" clId="{238D76E8-6231-4F93-B7E9-4F445904E897}" dt="2021-12-13T14:25:40.488" v="8" actId="20577"/>
        <pc:sldMkLst>
          <pc:docMk/>
          <pc:sldMk cId="556707097" sldId="302"/>
        </pc:sldMkLst>
        <pc:spChg chg="mod">
          <ac:chgData name="Valeriia Kobzar" userId="abeb4f95-95bb-4875-81dd-0cbce4da8295" providerId="ADAL" clId="{238D76E8-6231-4F93-B7E9-4F445904E897}" dt="2021-12-13T14:25:40.488" v="8" actId="20577"/>
          <ac:spMkLst>
            <pc:docMk/>
            <pc:sldMk cId="556707097" sldId="302"/>
            <ac:spMk id="6" creationId="{264DF734-2CB6-4C67-A9EF-FCACE1482F0F}"/>
          </ac:spMkLst>
        </pc:spChg>
        <pc:spChg chg="del">
          <ac:chgData name="Valeriia Kobzar" userId="abeb4f95-95bb-4875-81dd-0cbce4da8295" providerId="ADAL" clId="{238D76E8-6231-4F93-B7E9-4F445904E897}" dt="2021-12-13T14:25:38.204" v="7" actId="478"/>
          <ac:spMkLst>
            <pc:docMk/>
            <pc:sldMk cId="556707097" sldId="302"/>
            <ac:spMk id="8" creationId="{50E42EA7-323C-479C-810E-C48E6D3364E5}"/>
          </ac:spMkLst>
        </pc:spChg>
      </pc:sldChg>
      <pc:sldChg chg="modSp mod">
        <pc:chgData name="Valeriia Kobzar" userId="abeb4f95-95bb-4875-81dd-0cbce4da8295" providerId="ADAL" clId="{238D76E8-6231-4F93-B7E9-4F445904E897}" dt="2021-12-13T14:24:06.378" v="6" actId="20577"/>
        <pc:sldMkLst>
          <pc:docMk/>
          <pc:sldMk cId="609514547" sldId="303"/>
        </pc:sldMkLst>
        <pc:spChg chg="mod">
          <ac:chgData name="Valeriia Kobzar" userId="abeb4f95-95bb-4875-81dd-0cbce4da8295" providerId="ADAL" clId="{238D76E8-6231-4F93-B7E9-4F445904E897}" dt="2021-12-13T14:24:06.378" v="6" actId="20577"/>
          <ac:spMkLst>
            <pc:docMk/>
            <pc:sldMk cId="609514547" sldId="303"/>
            <ac:spMk id="6" creationId="{2BD2FA89-2AD8-428C-88C7-FE46E00807D6}"/>
          </ac:spMkLst>
        </pc:spChg>
      </pc:sldChg>
    </pc:docChg>
  </pc:docChgLst>
  <pc:docChgLst>
    <pc:chgData name="Mariana Sofii (MSF)" userId="S::msf@simcorp.com::c6efa36b-6f78-4df2-92ed-4da21e89d024" providerId="AD" clId="Web-{180049E6-3B37-77E3-C15E-931829D80A2B}"/>
    <pc:docChg chg="modSld">
      <pc:chgData name="Mariana Sofii (MSF)" userId="S::msf@simcorp.com::c6efa36b-6f78-4df2-92ed-4da21e89d024" providerId="AD" clId="Web-{180049E6-3B37-77E3-C15E-931829D80A2B}" dt="2021-02-16T08:49:58.238" v="25" actId="20577"/>
      <pc:docMkLst>
        <pc:docMk/>
      </pc:docMkLst>
      <pc:sldChg chg="modSp">
        <pc:chgData name="Mariana Sofii (MSF)" userId="S::msf@simcorp.com::c6efa36b-6f78-4df2-92ed-4da21e89d024" providerId="AD" clId="Web-{180049E6-3B37-77E3-C15E-931829D80A2B}" dt="2021-02-16T08:48:46.299" v="8" actId="20577"/>
        <pc:sldMkLst>
          <pc:docMk/>
          <pc:sldMk cId="525279977" sldId="256"/>
        </pc:sldMkLst>
        <pc:spChg chg="mod">
          <ac:chgData name="Mariana Sofii (MSF)" userId="S::msf@simcorp.com::c6efa36b-6f78-4df2-92ed-4da21e89d024" providerId="AD" clId="Web-{180049E6-3B37-77E3-C15E-931829D80A2B}" dt="2021-02-16T08:48:40.799" v="4" actId="20577"/>
          <ac:spMkLst>
            <pc:docMk/>
            <pc:sldMk cId="525279977" sldId="256"/>
            <ac:spMk id="2" creationId="{16FD03D9-3736-4F8E-8DD6-53FCA8540A34}"/>
          </ac:spMkLst>
        </pc:spChg>
        <pc:spChg chg="mod">
          <ac:chgData name="Mariana Sofii (MSF)" userId="S::msf@simcorp.com::c6efa36b-6f78-4df2-92ed-4da21e89d024" providerId="AD" clId="Web-{180049E6-3B37-77E3-C15E-931829D80A2B}" dt="2021-02-16T08:48:46.299" v="8" actId="20577"/>
          <ac:spMkLst>
            <pc:docMk/>
            <pc:sldMk cId="525279977" sldId="256"/>
            <ac:spMk id="5" creationId="{3F26BBC0-55E0-4EA1-B967-6CE1D18774D8}"/>
          </ac:spMkLst>
        </pc:spChg>
      </pc:sldChg>
      <pc:sldChg chg="modSp">
        <pc:chgData name="Mariana Sofii (MSF)" userId="S::msf@simcorp.com::c6efa36b-6f78-4df2-92ed-4da21e89d024" providerId="AD" clId="Web-{180049E6-3B37-77E3-C15E-931829D80A2B}" dt="2021-02-16T08:49:33.815" v="19" actId="20577"/>
        <pc:sldMkLst>
          <pc:docMk/>
          <pc:sldMk cId="3654507373" sldId="279"/>
        </pc:sldMkLst>
        <pc:spChg chg="mod">
          <ac:chgData name="Mariana Sofii (MSF)" userId="S::msf@simcorp.com::c6efa36b-6f78-4df2-92ed-4da21e89d024" providerId="AD" clId="Web-{180049E6-3B37-77E3-C15E-931829D80A2B}" dt="2021-02-16T08:49:27.300" v="16" actId="20577"/>
          <ac:spMkLst>
            <pc:docMk/>
            <pc:sldMk cId="3654507373" sldId="279"/>
            <ac:spMk id="2" creationId="{16FD03D9-3736-4F8E-8DD6-53FCA8540A34}"/>
          </ac:spMkLst>
        </pc:spChg>
        <pc:spChg chg="mod">
          <ac:chgData name="Mariana Sofii (MSF)" userId="S::msf@simcorp.com::c6efa36b-6f78-4df2-92ed-4da21e89d024" providerId="AD" clId="Web-{180049E6-3B37-77E3-C15E-931829D80A2B}" dt="2021-02-16T08:49:33.815" v="19" actId="20577"/>
          <ac:spMkLst>
            <pc:docMk/>
            <pc:sldMk cId="3654507373" sldId="279"/>
            <ac:spMk id="5" creationId="{3F26BBC0-55E0-4EA1-B967-6CE1D18774D8}"/>
          </ac:spMkLst>
        </pc:spChg>
      </pc:sldChg>
      <pc:sldChg chg="modSp">
        <pc:chgData name="Mariana Sofii (MSF)" userId="S::msf@simcorp.com::c6efa36b-6f78-4df2-92ed-4da21e89d024" providerId="AD" clId="Web-{180049E6-3B37-77E3-C15E-931829D80A2B}" dt="2021-02-16T08:49:58.238" v="25" actId="20577"/>
        <pc:sldMkLst>
          <pc:docMk/>
          <pc:sldMk cId="499490006" sldId="288"/>
        </pc:sldMkLst>
        <pc:spChg chg="mod">
          <ac:chgData name="Mariana Sofii (MSF)" userId="S::msf@simcorp.com::c6efa36b-6f78-4df2-92ed-4da21e89d024" providerId="AD" clId="Web-{180049E6-3B37-77E3-C15E-931829D80A2B}" dt="2021-02-16T08:49:50.206" v="22" actId="20577"/>
          <ac:spMkLst>
            <pc:docMk/>
            <pc:sldMk cId="499490006" sldId="288"/>
            <ac:spMk id="2" creationId="{16FD03D9-3736-4F8E-8DD6-53FCA8540A34}"/>
          </ac:spMkLst>
        </pc:spChg>
        <pc:spChg chg="mod">
          <ac:chgData name="Mariana Sofii (MSF)" userId="S::msf@simcorp.com::c6efa36b-6f78-4df2-92ed-4da21e89d024" providerId="AD" clId="Web-{180049E6-3B37-77E3-C15E-931829D80A2B}" dt="2021-02-16T08:49:58.238" v="25" actId="20577"/>
          <ac:spMkLst>
            <pc:docMk/>
            <pc:sldMk cId="499490006" sldId="288"/>
            <ac:spMk id="5" creationId="{3F26BBC0-55E0-4EA1-B967-6CE1D18774D8}"/>
          </ac:spMkLst>
        </pc:spChg>
      </pc:sldChg>
    </pc:docChg>
  </pc:docChgLst>
  <pc:docChgLst>
    <pc:chgData name="Mykola Kuksa" userId="1056c9f5-bd5e-4aba-85cc-cd2356148781" providerId="ADAL" clId="{70AC7DA7-FA8B-4535-A339-E78E5D58522B}"/>
    <pc:docChg chg="undo custSel addSld delSld modSld sldOrd">
      <pc:chgData name="Mykola Kuksa" userId="1056c9f5-bd5e-4aba-85cc-cd2356148781" providerId="ADAL" clId="{70AC7DA7-FA8B-4535-A339-E78E5D58522B}" dt="2021-01-31T21:51:29.443" v="306" actId="20577"/>
      <pc:docMkLst>
        <pc:docMk/>
      </pc:docMkLst>
      <pc:sldChg chg="modSp mod">
        <pc:chgData name="Mykola Kuksa" userId="1056c9f5-bd5e-4aba-85cc-cd2356148781" providerId="ADAL" clId="{70AC7DA7-FA8B-4535-A339-E78E5D58522B}" dt="2021-01-31T15:18:29.216" v="27" actId="20577"/>
        <pc:sldMkLst>
          <pc:docMk/>
          <pc:sldMk cId="525279977" sldId="256"/>
        </pc:sldMkLst>
        <pc:spChg chg="mod">
          <ac:chgData name="Mykola Kuksa" userId="1056c9f5-bd5e-4aba-85cc-cd2356148781" providerId="ADAL" clId="{70AC7DA7-FA8B-4535-A339-E78E5D58522B}" dt="2021-01-31T15:18:29.216" v="27" actId="20577"/>
          <ac:spMkLst>
            <pc:docMk/>
            <pc:sldMk cId="525279977" sldId="256"/>
            <ac:spMk id="3" creationId="{EA5CBAAD-7DBF-4465-9940-43EA34DC9B30}"/>
          </ac:spMkLst>
        </pc:spChg>
        <pc:spChg chg="mod">
          <ac:chgData name="Mykola Kuksa" userId="1056c9f5-bd5e-4aba-85cc-cd2356148781" providerId="ADAL" clId="{70AC7DA7-FA8B-4535-A339-E78E5D58522B}" dt="2021-01-31T15:18:17.117" v="0" actId="14100"/>
          <ac:spMkLst>
            <pc:docMk/>
            <pc:sldMk cId="525279977" sldId="256"/>
            <ac:spMk id="4" creationId="{8E7F5F5C-0999-480D-8350-018919C9436E}"/>
          </ac:spMkLst>
        </pc:spChg>
      </pc:sldChg>
      <pc:sldChg chg="modSp mod ord">
        <pc:chgData name="Mykola Kuksa" userId="1056c9f5-bd5e-4aba-85cc-cd2356148781" providerId="ADAL" clId="{70AC7DA7-FA8B-4535-A339-E78E5D58522B}" dt="2021-01-31T21:50:57.962" v="300"/>
        <pc:sldMkLst>
          <pc:docMk/>
          <pc:sldMk cId="757608514" sldId="258"/>
        </pc:sldMkLst>
        <pc:spChg chg="mod">
          <ac:chgData name="Mykola Kuksa" userId="1056c9f5-bd5e-4aba-85cc-cd2356148781" providerId="ADAL" clId="{70AC7DA7-FA8B-4535-A339-E78E5D58522B}" dt="2021-01-31T21:41:04.188" v="272" actId="1076"/>
          <ac:spMkLst>
            <pc:docMk/>
            <pc:sldMk cId="757608514" sldId="258"/>
            <ac:spMk id="5" creationId="{69D360D2-B829-47AB-81F4-543501ABB24D}"/>
          </ac:spMkLst>
        </pc:spChg>
      </pc:sldChg>
      <pc:sldChg chg="delSp modSp del mod delAnim">
        <pc:chgData name="Mykola Kuksa" userId="1056c9f5-bd5e-4aba-85cc-cd2356148781" providerId="ADAL" clId="{70AC7DA7-FA8B-4535-A339-E78E5D58522B}" dt="2021-01-31T21:39:12.968" v="268" actId="47"/>
        <pc:sldMkLst>
          <pc:docMk/>
          <pc:sldMk cId="3193318378" sldId="275"/>
        </pc:sldMkLst>
        <pc:spChg chg="mod">
          <ac:chgData name="Mykola Kuksa" userId="1056c9f5-bd5e-4aba-85cc-cd2356148781" providerId="ADAL" clId="{70AC7DA7-FA8B-4535-A339-E78E5D58522B}" dt="2021-01-31T21:33:04.839" v="226" actId="20577"/>
          <ac:spMkLst>
            <pc:docMk/>
            <pc:sldMk cId="3193318378" sldId="275"/>
            <ac:spMk id="3" creationId="{84924804-1CD6-4E52-9E33-ACDF93AC9F11}"/>
          </ac:spMkLst>
        </pc:spChg>
        <pc:spChg chg="mod">
          <ac:chgData name="Mykola Kuksa" userId="1056c9f5-bd5e-4aba-85cc-cd2356148781" providerId="ADAL" clId="{70AC7DA7-FA8B-4535-A339-E78E5D58522B}" dt="2021-01-31T21:03:30.455" v="117"/>
          <ac:spMkLst>
            <pc:docMk/>
            <pc:sldMk cId="3193318378" sldId="275"/>
            <ac:spMk id="4" creationId="{DF739CC0-80E2-4814-82B7-A680C788DCF1}"/>
          </ac:spMkLst>
        </pc:spChg>
        <pc:spChg chg="mod">
          <ac:chgData name="Mykola Kuksa" userId="1056c9f5-bd5e-4aba-85cc-cd2356148781" providerId="ADAL" clId="{70AC7DA7-FA8B-4535-A339-E78E5D58522B}" dt="2021-01-31T21:33:34.038" v="233" actId="14100"/>
          <ac:spMkLst>
            <pc:docMk/>
            <pc:sldMk cId="3193318378" sldId="275"/>
            <ac:spMk id="6" creationId="{D3E868EE-8DA8-4617-8F04-D3D4A1B5B648}"/>
          </ac:spMkLst>
        </pc:spChg>
        <pc:spChg chg="del mod">
          <ac:chgData name="Mykola Kuksa" userId="1056c9f5-bd5e-4aba-85cc-cd2356148781" providerId="ADAL" clId="{70AC7DA7-FA8B-4535-A339-E78E5D58522B}" dt="2021-01-31T21:33:26.506" v="232" actId="478"/>
          <ac:spMkLst>
            <pc:docMk/>
            <pc:sldMk cId="3193318378" sldId="275"/>
            <ac:spMk id="8" creationId="{A7C96ED2-15DC-4601-9E53-CA5F8900982D}"/>
          </ac:spMkLst>
        </pc:spChg>
        <pc:spChg chg="del mod">
          <ac:chgData name="Mykola Kuksa" userId="1056c9f5-bd5e-4aba-85cc-cd2356148781" providerId="ADAL" clId="{70AC7DA7-FA8B-4535-A339-E78E5D58522B}" dt="2021-01-31T21:33:20.250" v="230" actId="478"/>
          <ac:spMkLst>
            <pc:docMk/>
            <pc:sldMk cId="3193318378" sldId="275"/>
            <ac:spMk id="12" creationId="{28DC7C59-D881-4BF3-A9A9-D9877D232C77}"/>
          </ac:spMkLst>
        </pc:spChg>
        <pc:spChg chg="del mod">
          <ac:chgData name="Mykola Kuksa" userId="1056c9f5-bd5e-4aba-85cc-cd2356148781" providerId="ADAL" clId="{70AC7DA7-FA8B-4535-A339-E78E5D58522B}" dt="2021-01-31T21:33:23.193" v="231" actId="478"/>
          <ac:spMkLst>
            <pc:docMk/>
            <pc:sldMk cId="3193318378" sldId="275"/>
            <ac:spMk id="14" creationId="{A3E5FA5A-0363-47DE-A6BD-994DBD756110}"/>
          </ac:spMkLst>
        </pc:spChg>
      </pc:sldChg>
      <pc:sldChg chg="addSp delSp modSp mod modNotesTx">
        <pc:chgData name="Mykola Kuksa" userId="1056c9f5-bd5e-4aba-85cc-cd2356148781" providerId="ADAL" clId="{70AC7DA7-FA8B-4535-A339-E78E5D58522B}" dt="2021-01-31T21:02:18.909" v="115" actId="1076"/>
        <pc:sldMkLst>
          <pc:docMk/>
          <pc:sldMk cId="187102932" sldId="292"/>
        </pc:sldMkLst>
        <pc:spChg chg="mod">
          <ac:chgData name="Mykola Kuksa" userId="1056c9f5-bd5e-4aba-85cc-cd2356148781" providerId="ADAL" clId="{70AC7DA7-FA8B-4535-A339-E78E5D58522B}" dt="2021-01-31T16:30:24.328" v="37" actId="14100"/>
          <ac:spMkLst>
            <pc:docMk/>
            <pc:sldMk cId="187102932" sldId="292"/>
            <ac:spMk id="5" creationId="{F72E09AF-E54A-41AE-954B-9D77463CEECA}"/>
          </ac:spMkLst>
        </pc:spChg>
        <pc:picChg chg="add mod">
          <ac:chgData name="Mykola Kuksa" userId="1056c9f5-bd5e-4aba-85cc-cd2356148781" providerId="ADAL" clId="{70AC7DA7-FA8B-4535-A339-E78E5D58522B}" dt="2021-01-31T21:02:18.909" v="115" actId="1076"/>
          <ac:picMkLst>
            <pc:docMk/>
            <pc:sldMk cId="187102932" sldId="292"/>
            <ac:picMk id="7" creationId="{BC3B19E2-5CBE-44F2-B46D-3880EE7EEEE7}"/>
          </ac:picMkLst>
        </pc:picChg>
        <pc:picChg chg="add del mod">
          <ac:chgData name="Mykola Kuksa" userId="1056c9f5-bd5e-4aba-85cc-cd2356148781" providerId="ADAL" clId="{70AC7DA7-FA8B-4535-A339-E78E5D58522B}" dt="2021-01-31T20:57:40.283" v="108" actId="478"/>
          <ac:picMkLst>
            <pc:docMk/>
            <pc:sldMk cId="187102932" sldId="292"/>
            <ac:picMk id="9" creationId="{46F6900A-32A8-41F2-83AF-BA03CD0BA8FE}"/>
          </ac:picMkLst>
        </pc:picChg>
        <pc:picChg chg="add del mod">
          <ac:chgData name="Mykola Kuksa" userId="1056c9f5-bd5e-4aba-85cc-cd2356148781" providerId="ADAL" clId="{70AC7DA7-FA8B-4535-A339-E78E5D58522B}" dt="2021-01-31T21:02:12.151" v="114" actId="478"/>
          <ac:picMkLst>
            <pc:docMk/>
            <pc:sldMk cId="187102932" sldId="292"/>
            <ac:picMk id="11" creationId="{F508DE61-CD46-462D-96A7-F87581DECA15}"/>
          </ac:picMkLst>
        </pc:picChg>
      </pc:sldChg>
      <pc:sldChg chg="modSp">
        <pc:chgData name="Mykola Kuksa" userId="1056c9f5-bd5e-4aba-85cc-cd2356148781" providerId="ADAL" clId="{70AC7DA7-FA8B-4535-A339-E78E5D58522B}" dt="2021-01-31T20:47:55.789" v="63"/>
        <pc:sldMkLst>
          <pc:docMk/>
          <pc:sldMk cId="1186858060" sldId="293"/>
        </pc:sldMkLst>
        <pc:graphicFrameChg chg="mod">
          <ac:chgData name="Mykola Kuksa" userId="1056c9f5-bd5e-4aba-85cc-cd2356148781" providerId="ADAL" clId="{70AC7DA7-FA8B-4535-A339-E78E5D58522B}" dt="2021-01-31T20:47:55.789" v="63"/>
          <ac:graphicFrameMkLst>
            <pc:docMk/>
            <pc:sldMk cId="1186858060" sldId="293"/>
            <ac:graphicFrameMk id="8" creationId="{77F3D70D-23A0-4153-8459-F555291FD2E4}"/>
          </ac:graphicFrameMkLst>
        </pc:graphicFrameChg>
      </pc:sldChg>
      <pc:sldChg chg="addSp delSp modSp mod">
        <pc:chgData name="Mykola Kuksa" userId="1056c9f5-bd5e-4aba-85cc-cd2356148781" providerId="ADAL" clId="{70AC7DA7-FA8B-4535-A339-E78E5D58522B}" dt="2021-01-31T21:03:11.105" v="116" actId="20577"/>
        <pc:sldMkLst>
          <pc:docMk/>
          <pc:sldMk cId="3911436999" sldId="295"/>
        </pc:sldMkLst>
        <pc:spChg chg="mod">
          <ac:chgData name="Mykola Kuksa" userId="1056c9f5-bd5e-4aba-85cc-cd2356148781" providerId="ADAL" clId="{70AC7DA7-FA8B-4535-A339-E78E5D58522B}" dt="2021-01-31T21:03:11.105" v="116" actId="20577"/>
          <ac:spMkLst>
            <pc:docMk/>
            <pc:sldMk cId="3911436999" sldId="295"/>
            <ac:spMk id="3" creationId="{F9AA9E8E-2C29-431A-9250-D77637072257}"/>
          </ac:spMkLst>
        </pc:spChg>
        <pc:spChg chg="mod">
          <ac:chgData name="Mykola Kuksa" userId="1056c9f5-bd5e-4aba-85cc-cd2356148781" providerId="ADAL" clId="{70AC7DA7-FA8B-4535-A339-E78E5D58522B}" dt="2021-01-31T20:54:58.110" v="87" actId="6549"/>
          <ac:spMkLst>
            <pc:docMk/>
            <pc:sldMk cId="3911436999" sldId="295"/>
            <ac:spMk id="4" creationId="{AF416DB9-D1F0-4056-8762-3E37E686A61C}"/>
          </ac:spMkLst>
        </pc:spChg>
        <pc:spChg chg="del mod">
          <ac:chgData name="Mykola Kuksa" userId="1056c9f5-bd5e-4aba-85cc-cd2356148781" providerId="ADAL" clId="{70AC7DA7-FA8B-4535-A339-E78E5D58522B}" dt="2021-01-31T16:34:54.339" v="46" actId="931"/>
          <ac:spMkLst>
            <pc:docMk/>
            <pc:sldMk cId="3911436999" sldId="295"/>
            <ac:spMk id="5" creationId="{F72E09AF-E54A-41AE-954B-9D77463CEECA}"/>
          </ac:spMkLst>
        </pc:spChg>
        <pc:spChg chg="mod">
          <ac:chgData name="Mykola Kuksa" userId="1056c9f5-bd5e-4aba-85cc-cd2356148781" providerId="ADAL" clId="{70AC7DA7-FA8B-4535-A339-E78E5D58522B}" dt="2021-01-31T16:55:09.385" v="61" actId="1076"/>
          <ac:spMkLst>
            <pc:docMk/>
            <pc:sldMk cId="3911436999" sldId="295"/>
            <ac:spMk id="7" creationId="{5CF6975A-531C-4D3E-B53E-CDD282C795D4}"/>
          </ac:spMkLst>
        </pc:spChg>
        <pc:spChg chg="mod">
          <ac:chgData name="Mykola Kuksa" userId="1056c9f5-bd5e-4aba-85cc-cd2356148781" providerId="ADAL" clId="{70AC7DA7-FA8B-4535-A339-E78E5D58522B}" dt="2021-01-31T16:55:09.385" v="61" actId="1076"/>
          <ac:spMkLst>
            <pc:docMk/>
            <pc:sldMk cId="3911436999" sldId="295"/>
            <ac:spMk id="9" creationId="{AFA916EF-FA62-4AC0-96E1-CB2FB7AF7452}"/>
          </ac:spMkLst>
        </pc:spChg>
        <pc:spChg chg="mod">
          <ac:chgData name="Mykola Kuksa" userId="1056c9f5-bd5e-4aba-85cc-cd2356148781" providerId="ADAL" clId="{70AC7DA7-FA8B-4535-A339-E78E5D58522B}" dt="2021-01-31T16:55:09.385" v="61" actId="1076"/>
          <ac:spMkLst>
            <pc:docMk/>
            <pc:sldMk cId="3911436999" sldId="295"/>
            <ac:spMk id="11" creationId="{6FDDF6AA-8897-4981-BE3D-55629B8153B2}"/>
          </ac:spMkLst>
        </pc:spChg>
        <pc:spChg chg="add del mod">
          <ac:chgData name="Mykola Kuksa" userId="1056c9f5-bd5e-4aba-85cc-cd2356148781" providerId="ADAL" clId="{70AC7DA7-FA8B-4535-A339-E78E5D58522B}" dt="2021-01-31T16:54:33.491" v="59" actId="478"/>
          <ac:spMkLst>
            <pc:docMk/>
            <pc:sldMk cId="3911436999" sldId="295"/>
            <ac:spMk id="12" creationId="{3404A9BB-7AA2-4B38-9EBD-D7CD97C40830}"/>
          </ac:spMkLst>
        </pc:spChg>
        <pc:spChg chg="mod">
          <ac:chgData name="Mykola Kuksa" userId="1056c9f5-bd5e-4aba-85cc-cd2356148781" providerId="ADAL" clId="{70AC7DA7-FA8B-4535-A339-E78E5D58522B}" dt="2021-01-31T16:55:09.385" v="61" actId="1076"/>
          <ac:spMkLst>
            <pc:docMk/>
            <pc:sldMk cId="3911436999" sldId="295"/>
            <ac:spMk id="13" creationId="{05F81CE0-5D6F-47D6-B981-DDCC4C0EC024}"/>
          </ac:spMkLst>
        </pc:spChg>
        <pc:spChg chg="mod">
          <ac:chgData name="Mykola Kuksa" userId="1056c9f5-bd5e-4aba-85cc-cd2356148781" providerId="ADAL" clId="{70AC7DA7-FA8B-4535-A339-E78E5D58522B}" dt="2021-01-31T16:55:09.385" v="61" actId="1076"/>
          <ac:spMkLst>
            <pc:docMk/>
            <pc:sldMk cId="3911436999" sldId="295"/>
            <ac:spMk id="15" creationId="{B4E3E258-47C2-4F0F-8B32-143A881F2A4E}"/>
          </ac:spMkLst>
        </pc:spChg>
        <pc:spChg chg="mod">
          <ac:chgData name="Mykola Kuksa" userId="1056c9f5-bd5e-4aba-85cc-cd2356148781" providerId="ADAL" clId="{70AC7DA7-FA8B-4535-A339-E78E5D58522B}" dt="2021-01-31T16:55:09.385" v="61" actId="1076"/>
          <ac:spMkLst>
            <pc:docMk/>
            <pc:sldMk cId="3911436999" sldId="295"/>
            <ac:spMk id="17" creationId="{33EAC3CA-A49B-4DB4-BA44-84075B67C96E}"/>
          </ac:spMkLst>
        </pc:spChg>
        <pc:spChg chg="mod">
          <ac:chgData name="Mykola Kuksa" userId="1056c9f5-bd5e-4aba-85cc-cd2356148781" providerId="ADAL" clId="{70AC7DA7-FA8B-4535-A339-E78E5D58522B}" dt="2021-01-31T16:55:09.385" v="61" actId="1076"/>
          <ac:spMkLst>
            <pc:docMk/>
            <pc:sldMk cId="3911436999" sldId="295"/>
            <ac:spMk id="19" creationId="{AD52BEA6-4286-4265-BB0C-35A7C7C72228}"/>
          </ac:spMkLst>
        </pc:spChg>
        <pc:spChg chg="mod">
          <ac:chgData name="Mykola Kuksa" userId="1056c9f5-bd5e-4aba-85cc-cd2356148781" providerId="ADAL" clId="{70AC7DA7-FA8B-4535-A339-E78E5D58522B}" dt="2021-01-31T16:55:09.385" v="61" actId="1076"/>
          <ac:spMkLst>
            <pc:docMk/>
            <pc:sldMk cId="3911436999" sldId="295"/>
            <ac:spMk id="21" creationId="{2DED5281-E628-45B8-8F18-D50A5ACEE458}"/>
          </ac:spMkLst>
        </pc:spChg>
        <pc:picChg chg="add del mod">
          <ac:chgData name="Mykola Kuksa" userId="1056c9f5-bd5e-4aba-85cc-cd2356148781" providerId="ADAL" clId="{70AC7DA7-FA8B-4535-A339-E78E5D58522B}" dt="2021-01-31T16:54:24.629" v="57" actId="478"/>
          <ac:picMkLst>
            <pc:docMk/>
            <pc:sldMk cId="3911436999" sldId="295"/>
            <ac:picMk id="8" creationId="{893CBA28-EBA9-4F45-8BEF-9ED6D3B374C0}"/>
          </ac:picMkLst>
        </pc:picChg>
      </pc:sldChg>
      <pc:sldChg chg="modSp add mod">
        <pc:chgData name="Mykola Kuksa" userId="1056c9f5-bd5e-4aba-85cc-cd2356148781" providerId="ADAL" clId="{70AC7DA7-FA8B-4535-A339-E78E5D58522B}" dt="2021-01-31T21:51:29.443" v="306" actId="20577"/>
        <pc:sldMkLst>
          <pc:docMk/>
          <pc:sldMk cId="3763950598" sldId="299"/>
        </pc:sldMkLst>
        <pc:spChg chg="mod">
          <ac:chgData name="Mykola Kuksa" userId="1056c9f5-bd5e-4aba-85cc-cd2356148781" providerId="ADAL" clId="{70AC7DA7-FA8B-4535-A339-E78E5D58522B}" dt="2021-01-31T21:51:29.443" v="306" actId="20577"/>
          <ac:spMkLst>
            <pc:docMk/>
            <pc:sldMk cId="3763950598" sldId="299"/>
            <ac:spMk id="3" creationId="{84924804-1CD6-4E52-9E33-ACDF93AC9F11}"/>
          </ac:spMkLst>
        </pc:spChg>
        <pc:spChg chg="mod">
          <ac:chgData name="Mykola Kuksa" userId="1056c9f5-bd5e-4aba-85cc-cd2356148781" providerId="ADAL" clId="{70AC7DA7-FA8B-4535-A339-E78E5D58522B}" dt="2021-01-31T21:50:46.097" v="298" actId="14100"/>
          <ac:spMkLst>
            <pc:docMk/>
            <pc:sldMk cId="3763950598" sldId="299"/>
            <ac:spMk id="6" creationId="{D3E868EE-8DA8-4617-8F04-D3D4A1B5B648}"/>
          </ac:spMkLst>
        </pc:spChg>
        <pc:spChg chg="mod">
          <ac:chgData name="Mykola Kuksa" userId="1056c9f5-bd5e-4aba-85cc-cd2356148781" providerId="ADAL" clId="{70AC7DA7-FA8B-4535-A339-E78E5D58522B}" dt="2021-01-31T21:50:08.822" v="296" actId="1076"/>
          <ac:spMkLst>
            <pc:docMk/>
            <pc:sldMk cId="3763950598" sldId="299"/>
            <ac:spMk id="14" creationId="{A3E5FA5A-0363-47DE-A6BD-994DBD756110}"/>
          </ac:spMkLst>
        </pc:spChg>
      </pc:sldChg>
    </pc:docChg>
  </pc:docChgLst>
  <pc:docChgLst>
    <pc:chgData name="Mariana Sofii" userId="c6efa36b-6f78-4df2-92ed-4da21e89d024" providerId="ADAL" clId="{0E89FB3D-4D8C-465A-972D-8B1DAF284DEB}"/>
    <pc:docChg chg="custSel modSld">
      <pc:chgData name="Mariana Sofii" userId="c6efa36b-6f78-4df2-92ed-4da21e89d024" providerId="ADAL" clId="{0E89FB3D-4D8C-465A-972D-8B1DAF284DEB}" dt="2021-03-04T13:10:25.718" v="135"/>
      <pc:docMkLst>
        <pc:docMk/>
      </pc:docMkLst>
      <pc:sldChg chg="addSp modSp mod">
        <pc:chgData name="Mariana Sofii" userId="c6efa36b-6f78-4df2-92ed-4da21e89d024" providerId="ADAL" clId="{0E89FB3D-4D8C-465A-972D-8B1DAF284DEB}" dt="2021-03-04T13:09:29.382" v="130"/>
        <pc:sldMkLst>
          <pc:docMk/>
          <pc:sldMk cId="3160067585" sldId="263"/>
        </pc:sldMkLst>
        <pc:spChg chg="mod">
          <ac:chgData name="Mariana Sofii" userId="c6efa36b-6f78-4df2-92ed-4da21e89d024" providerId="ADAL" clId="{0E89FB3D-4D8C-465A-972D-8B1DAF284DEB}" dt="2021-03-04T13:09:18.479" v="129" actId="20577"/>
          <ac:spMkLst>
            <pc:docMk/>
            <pc:sldMk cId="3160067585" sldId="263"/>
            <ac:spMk id="4" creationId="{890BB0B5-3D62-4CD7-97AC-174C1AC4FA8D}"/>
          </ac:spMkLst>
        </pc:spChg>
        <pc:picChg chg="add mod">
          <ac:chgData name="Mariana Sofii" userId="c6efa36b-6f78-4df2-92ed-4da21e89d024" providerId="ADAL" clId="{0E89FB3D-4D8C-465A-972D-8B1DAF284DEB}" dt="2021-03-04T13:09:29.382" v="130"/>
          <ac:picMkLst>
            <pc:docMk/>
            <pc:sldMk cId="3160067585" sldId="263"/>
            <ac:picMk id="6" creationId="{9744597A-A73F-45EF-B931-00A141257461}"/>
          </ac:picMkLst>
        </pc:picChg>
      </pc:sldChg>
      <pc:sldChg chg="addSp modSp mod">
        <pc:chgData name="Mariana Sofii" userId="c6efa36b-6f78-4df2-92ed-4da21e89d024" providerId="ADAL" clId="{0E89FB3D-4D8C-465A-972D-8B1DAF284DEB}" dt="2021-03-04T13:08:47.421" v="126" actId="20577"/>
        <pc:sldMkLst>
          <pc:docMk/>
          <pc:sldMk cId="962962319" sldId="283"/>
        </pc:sldMkLst>
        <pc:spChg chg="mod">
          <ac:chgData name="Mariana Sofii" userId="c6efa36b-6f78-4df2-92ed-4da21e89d024" providerId="ADAL" clId="{0E89FB3D-4D8C-465A-972D-8B1DAF284DEB}" dt="2021-03-04T13:08:47.421" v="126" actId="20577"/>
          <ac:spMkLst>
            <pc:docMk/>
            <pc:sldMk cId="962962319" sldId="283"/>
            <ac:spMk id="4" creationId="{ABE21580-60DD-475F-B520-E66D91406E99}"/>
          </ac:spMkLst>
        </pc:spChg>
        <pc:picChg chg="add mod">
          <ac:chgData name="Mariana Sofii" userId="c6efa36b-6f78-4df2-92ed-4da21e89d024" providerId="ADAL" clId="{0E89FB3D-4D8C-465A-972D-8B1DAF284DEB}" dt="2021-03-04T13:08:37.323" v="123"/>
          <ac:picMkLst>
            <pc:docMk/>
            <pc:sldMk cId="962962319" sldId="283"/>
            <ac:picMk id="6" creationId="{348C73F2-D4A3-41B4-8B3E-9FEAC6370D94}"/>
          </ac:picMkLst>
        </pc:picChg>
      </pc:sldChg>
      <pc:sldChg chg="modSp mod">
        <pc:chgData name="Mariana Sofii" userId="c6efa36b-6f78-4df2-92ed-4da21e89d024" providerId="ADAL" clId="{0E89FB3D-4D8C-465A-972D-8B1DAF284DEB}" dt="2021-03-04T13:09:39.134" v="133" actId="20577"/>
        <pc:sldMkLst>
          <pc:docMk/>
          <pc:sldMk cId="1849429273" sldId="291"/>
        </pc:sldMkLst>
        <pc:spChg chg="mod">
          <ac:chgData name="Mariana Sofii" userId="c6efa36b-6f78-4df2-92ed-4da21e89d024" providerId="ADAL" clId="{0E89FB3D-4D8C-465A-972D-8B1DAF284DEB}" dt="2021-03-04T13:09:39.134" v="133" actId="20577"/>
          <ac:spMkLst>
            <pc:docMk/>
            <pc:sldMk cId="1849429273" sldId="291"/>
            <ac:spMk id="4" creationId="{C314517B-8188-430C-8523-64CE450A3184}"/>
          </ac:spMkLst>
        </pc:spChg>
      </pc:sldChg>
      <pc:sldChg chg="modSp">
        <pc:chgData name="Mariana Sofii" userId="c6efa36b-6f78-4df2-92ed-4da21e89d024" providerId="ADAL" clId="{0E89FB3D-4D8C-465A-972D-8B1DAF284DEB}" dt="2021-03-04T13:04:48.540" v="8" actId="208"/>
        <pc:sldMkLst>
          <pc:docMk/>
          <pc:sldMk cId="1186858060" sldId="293"/>
        </pc:sldMkLst>
        <pc:graphicFrameChg chg="mod">
          <ac:chgData name="Mariana Sofii" userId="c6efa36b-6f78-4df2-92ed-4da21e89d024" providerId="ADAL" clId="{0E89FB3D-4D8C-465A-972D-8B1DAF284DEB}" dt="2021-03-04T13:04:48.540" v="8" actId="208"/>
          <ac:graphicFrameMkLst>
            <pc:docMk/>
            <pc:sldMk cId="1186858060" sldId="293"/>
            <ac:graphicFrameMk id="8" creationId="{77F3D70D-23A0-4153-8459-F555291FD2E4}"/>
          </ac:graphicFrameMkLst>
        </pc:graphicFrameChg>
      </pc:sldChg>
      <pc:sldChg chg="modSp mod">
        <pc:chgData name="Mariana Sofii" userId="c6efa36b-6f78-4df2-92ed-4da21e89d024" providerId="ADAL" clId="{0E89FB3D-4D8C-465A-972D-8B1DAF284DEB}" dt="2021-03-04T13:08:11.439" v="122" actId="20577"/>
        <pc:sldMkLst>
          <pc:docMk/>
          <pc:sldMk cId="738792783" sldId="294"/>
        </pc:sldMkLst>
        <pc:spChg chg="mod">
          <ac:chgData name="Mariana Sofii" userId="c6efa36b-6f78-4df2-92ed-4da21e89d024" providerId="ADAL" clId="{0E89FB3D-4D8C-465A-972D-8B1DAF284DEB}" dt="2021-03-04T13:08:11.439" v="122" actId="20577"/>
          <ac:spMkLst>
            <pc:docMk/>
            <pc:sldMk cId="738792783" sldId="294"/>
            <ac:spMk id="5" creationId="{67E8D471-BA5C-4AAC-A2C9-82DB42DEB307}"/>
          </ac:spMkLst>
        </pc:spChg>
      </pc:sldChg>
      <pc:sldChg chg="addSp modSp">
        <pc:chgData name="Mariana Sofii" userId="c6efa36b-6f78-4df2-92ed-4da21e89d024" providerId="ADAL" clId="{0E89FB3D-4D8C-465A-972D-8B1DAF284DEB}" dt="2021-03-04T13:10:21.706" v="134"/>
        <pc:sldMkLst>
          <pc:docMk/>
          <pc:sldMk cId="2314738549" sldId="319"/>
        </pc:sldMkLst>
        <pc:picChg chg="add mod">
          <ac:chgData name="Mariana Sofii" userId="c6efa36b-6f78-4df2-92ed-4da21e89d024" providerId="ADAL" clId="{0E89FB3D-4D8C-465A-972D-8B1DAF284DEB}" dt="2021-03-04T13:10:21.706" v="134"/>
          <ac:picMkLst>
            <pc:docMk/>
            <pc:sldMk cId="2314738549" sldId="319"/>
            <ac:picMk id="7" creationId="{67C2F654-028B-4EF6-851B-ED6450DAB2BE}"/>
          </ac:picMkLst>
        </pc:picChg>
      </pc:sldChg>
      <pc:sldChg chg="addSp modSp">
        <pc:chgData name="Mariana Sofii" userId="c6efa36b-6f78-4df2-92ed-4da21e89d024" providerId="ADAL" clId="{0E89FB3D-4D8C-465A-972D-8B1DAF284DEB}" dt="2021-03-04T13:10:25.718" v="135"/>
        <pc:sldMkLst>
          <pc:docMk/>
          <pc:sldMk cId="1155251724" sldId="320"/>
        </pc:sldMkLst>
        <pc:picChg chg="add mod">
          <ac:chgData name="Mariana Sofii" userId="c6efa36b-6f78-4df2-92ed-4da21e89d024" providerId="ADAL" clId="{0E89FB3D-4D8C-465A-972D-8B1DAF284DEB}" dt="2021-03-04T13:10:25.718" v="135"/>
          <ac:picMkLst>
            <pc:docMk/>
            <pc:sldMk cId="1155251724" sldId="320"/>
            <ac:picMk id="7" creationId="{E77BF555-D03C-476E-9952-120A121D6756}"/>
          </ac:picMkLst>
        </pc:picChg>
      </pc:sldChg>
    </pc:docChg>
  </pc:docChgLst>
  <pc:docChgLst>
    <pc:chgData name="Mariana Sofii (MSF)" userId="S::msf@simcorp.com::c6efa36b-6f78-4df2-92ed-4da21e89d024" providerId="AD" clId="Web-{02759E93-7BEA-653F-CD1A-6A9FC6C5E96E}"/>
    <pc:docChg chg="modSld">
      <pc:chgData name="Mariana Sofii (MSF)" userId="S::msf@simcorp.com::c6efa36b-6f78-4df2-92ed-4da21e89d024" providerId="AD" clId="Web-{02759E93-7BEA-653F-CD1A-6A9FC6C5E96E}" dt="2021-03-04T13:02:42.564" v="2"/>
      <pc:docMkLst>
        <pc:docMk/>
      </pc:docMkLst>
      <pc:sldChg chg="modSp">
        <pc:chgData name="Mariana Sofii (MSF)" userId="S::msf@simcorp.com::c6efa36b-6f78-4df2-92ed-4da21e89d024" providerId="AD" clId="Web-{02759E93-7BEA-653F-CD1A-6A9FC6C5E96E}" dt="2021-03-04T13:02:42.564" v="2"/>
        <pc:sldMkLst>
          <pc:docMk/>
          <pc:sldMk cId="3911436999" sldId="295"/>
        </pc:sldMkLst>
        <pc:spChg chg="mod">
          <ac:chgData name="Mariana Sofii (MSF)" userId="S::msf@simcorp.com::c6efa36b-6f78-4df2-92ed-4da21e89d024" providerId="AD" clId="Web-{02759E93-7BEA-653F-CD1A-6A9FC6C5E96E}" dt="2021-03-04T13:02:36.470" v="0"/>
          <ac:spMkLst>
            <pc:docMk/>
            <pc:sldMk cId="3911436999" sldId="295"/>
            <ac:spMk id="9" creationId="{AFA916EF-FA62-4AC0-96E1-CB2FB7AF7452}"/>
          </ac:spMkLst>
        </pc:spChg>
        <pc:spChg chg="mod">
          <ac:chgData name="Mariana Sofii (MSF)" userId="S::msf@simcorp.com::c6efa36b-6f78-4df2-92ed-4da21e89d024" providerId="AD" clId="Web-{02759E93-7BEA-653F-CD1A-6A9FC6C5E96E}" dt="2021-03-04T13:02:39.986" v="1"/>
          <ac:spMkLst>
            <pc:docMk/>
            <pc:sldMk cId="3911436999" sldId="295"/>
            <ac:spMk id="11" creationId="{6FDDF6AA-8897-4981-BE3D-55629B8153B2}"/>
          </ac:spMkLst>
        </pc:spChg>
        <pc:spChg chg="mod">
          <ac:chgData name="Mariana Sofii (MSF)" userId="S::msf@simcorp.com::c6efa36b-6f78-4df2-92ed-4da21e89d024" providerId="AD" clId="Web-{02759E93-7BEA-653F-CD1A-6A9FC6C5E96E}" dt="2021-03-04T13:02:42.564" v="2"/>
          <ac:spMkLst>
            <pc:docMk/>
            <pc:sldMk cId="3911436999" sldId="295"/>
            <ac:spMk id="13" creationId="{05F81CE0-5D6F-47D6-B981-DDCC4C0EC024}"/>
          </ac:spMkLst>
        </pc:spChg>
      </pc:sldChg>
    </pc:docChg>
  </pc:docChgLst>
  <pc:docChgLst>
    <pc:chgData name="Serhii Harmash (SHHR)" userId="S::shhr@simcorp.com::19965dc1-3670-4089-9e09-ab6aab33a005" providerId="AD" clId="Web-{D1BF1B70-4E70-CD40-3E21-F52202635E40}"/>
    <pc:docChg chg="modSld">
      <pc:chgData name="Serhii Harmash (SHHR)" userId="S::shhr@simcorp.com::19965dc1-3670-4089-9e09-ab6aab33a005" providerId="AD" clId="Web-{D1BF1B70-4E70-CD40-3E21-F52202635E40}" dt="2022-02-16T16:13:17.756" v="11" actId="20577"/>
      <pc:docMkLst>
        <pc:docMk/>
      </pc:docMkLst>
      <pc:sldChg chg="addSp delSp modSp">
        <pc:chgData name="Serhii Harmash (SHHR)" userId="S::shhr@simcorp.com::19965dc1-3670-4089-9e09-ab6aab33a005" providerId="AD" clId="Web-{D1BF1B70-4E70-CD40-3E21-F52202635E40}" dt="2022-02-16T16:13:17.756" v="11" actId="20577"/>
        <pc:sldMkLst>
          <pc:docMk/>
          <pc:sldMk cId="845771471" sldId="327"/>
        </pc:sldMkLst>
        <pc:spChg chg="mod">
          <ac:chgData name="Serhii Harmash (SHHR)" userId="S::shhr@simcorp.com::19965dc1-3670-4089-9e09-ab6aab33a005" providerId="AD" clId="Web-{D1BF1B70-4E70-CD40-3E21-F52202635E40}" dt="2022-02-16T16:13:17.756" v="11" actId="20577"/>
          <ac:spMkLst>
            <pc:docMk/>
            <pc:sldMk cId="845771471" sldId="327"/>
            <ac:spMk id="5" creationId="{82C44DF3-E7CA-4CED-A9FC-78536CDF1526}"/>
          </ac:spMkLst>
        </pc:spChg>
        <pc:spChg chg="add del">
          <ac:chgData name="Serhii Harmash (SHHR)" userId="S::shhr@simcorp.com::19965dc1-3670-4089-9e09-ab6aab33a005" providerId="AD" clId="Web-{D1BF1B70-4E70-CD40-3E21-F52202635E40}" dt="2022-02-16T16:12:58.739" v="8"/>
          <ac:spMkLst>
            <pc:docMk/>
            <pc:sldMk cId="845771471" sldId="327"/>
            <ac:spMk id="6" creationId="{494C7C60-A52E-48C1-A68A-A02C40B853BB}"/>
          </ac:spMkLst>
        </pc:spChg>
        <pc:picChg chg="add mod">
          <ac:chgData name="Serhii Harmash (SHHR)" userId="S::shhr@simcorp.com::19965dc1-3670-4089-9e09-ab6aab33a005" providerId="AD" clId="Web-{D1BF1B70-4E70-CD40-3E21-F52202635E40}" dt="2022-02-16T16:13:05.193" v="9" actId="1076"/>
          <ac:picMkLst>
            <pc:docMk/>
            <pc:sldMk cId="845771471" sldId="327"/>
            <ac:picMk id="7" creationId="{874777C9-AF3C-46E1-AEFA-232E2244B9F8}"/>
          </ac:picMkLst>
        </pc:picChg>
        <pc:picChg chg="del">
          <ac:chgData name="Serhii Harmash (SHHR)" userId="S::shhr@simcorp.com::19965dc1-3670-4089-9e09-ab6aab33a005" providerId="AD" clId="Web-{D1BF1B70-4E70-CD40-3E21-F52202635E40}" dt="2022-02-16T16:11:37.578" v="0"/>
          <ac:picMkLst>
            <pc:docMk/>
            <pc:sldMk cId="845771471" sldId="327"/>
            <ac:picMk id="8" creationId="{C98AF3C7-BD7B-4F7B-AC01-25B3F5E0946D}"/>
          </ac:picMkLst>
        </pc:picChg>
      </pc:sldChg>
    </pc:docChg>
  </pc:docChgLst>
  <pc:docChgLst>
    <pc:chgData name="Mykola Kuksa" userId="1056c9f5-bd5e-4aba-85cc-cd2356148781" providerId="ADAL" clId="{8E28B51F-866A-44B1-B772-3C6F4099488F}"/>
    <pc:docChg chg="undo custSel addSld delSld modSld sldOrd">
      <pc:chgData name="Mykola Kuksa" userId="1056c9f5-bd5e-4aba-85cc-cd2356148781" providerId="ADAL" clId="{8E28B51F-866A-44B1-B772-3C6F4099488F}" dt="2021-03-05T07:56:44.113" v="7065" actId="20577"/>
      <pc:docMkLst>
        <pc:docMk/>
      </pc:docMkLst>
      <pc:sldChg chg="modSp del mod ord modNotesTx">
        <pc:chgData name="Mykola Kuksa" userId="1056c9f5-bd5e-4aba-85cc-cd2356148781" providerId="ADAL" clId="{8E28B51F-866A-44B1-B772-3C6F4099488F}" dt="2021-03-04T08:40:41.691" v="5858" actId="2696"/>
        <pc:sldMkLst>
          <pc:docMk/>
          <pc:sldMk cId="757608514" sldId="258"/>
        </pc:sldMkLst>
        <pc:spChg chg="mod">
          <ac:chgData name="Mykola Kuksa" userId="1056c9f5-bd5e-4aba-85cc-cd2356148781" providerId="ADAL" clId="{8E28B51F-866A-44B1-B772-3C6F4099488F}" dt="2021-03-04T07:06:06.435" v="5803" actId="20577"/>
          <ac:spMkLst>
            <pc:docMk/>
            <pc:sldMk cId="757608514" sldId="258"/>
            <ac:spMk id="4" creationId="{E4C961B0-12BE-4291-BA84-39B9CA7365FE}"/>
          </ac:spMkLst>
        </pc:spChg>
        <pc:spChg chg="mod">
          <ac:chgData name="Mykola Kuksa" userId="1056c9f5-bd5e-4aba-85cc-cd2356148781" providerId="ADAL" clId="{8E28B51F-866A-44B1-B772-3C6F4099488F}" dt="2021-03-04T08:40:36.015" v="5857" actId="21"/>
          <ac:spMkLst>
            <pc:docMk/>
            <pc:sldMk cId="757608514" sldId="258"/>
            <ac:spMk id="5" creationId="{69D360D2-B829-47AB-81F4-543501ABB24D}"/>
          </ac:spMkLst>
        </pc:spChg>
      </pc:sldChg>
      <pc:sldChg chg="modSp del mod ord modNotesTx">
        <pc:chgData name="Mykola Kuksa" userId="1056c9f5-bd5e-4aba-85cc-cd2356148781" providerId="ADAL" clId="{8E28B51F-866A-44B1-B772-3C6F4099488F}" dt="2021-03-04T11:19:08.582" v="6028" actId="2696"/>
        <pc:sldMkLst>
          <pc:docMk/>
          <pc:sldMk cId="3568052262" sldId="259"/>
        </pc:sldMkLst>
        <pc:spChg chg="mod">
          <ac:chgData name="Mykola Kuksa" userId="1056c9f5-bd5e-4aba-85cc-cd2356148781" providerId="ADAL" clId="{8E28B51F-866A-44B1-B772-3C6F4099488F}" dt="2021-03-04T11:16:01.735" v="6027" actId="790"/>
          <ac:spMkLst>
            <pc:docMk/>
            <pc:sldMk cId="3568052262" sldId="259"/>
            <ac:spMk id="3" creationId="{0B771EA3-FFB3-442A-B830-44A4A00A3645}"/>
          </ac:spMkLst>
        </pc:spChg>
        <pc:spChg chg="mod">
          <ac:chgData name="Mykola Kuksa" userId="1056c9f5-bd5e-4aba-85cc-cd2356148781" providerId="ADAL" clId="{8E28B51F-866A-44B1-B772-3C6F4099488F}" dt="2021-03-04T11:14:31.684" v="6008" actId="20577"/>
          <ac:spMkLst>
            <pc:docMk/>
            <pc:sldMk cId="3568052262" sldId="259"/>
            <ac:spMk id="4" creationId="{43CDA1EC-4B57-45FA-B7DC-690B3183D814}"/>
          </ac:spMkLst>
        </pc:spChg>
        <pc:spChg chg="mod">
          <ac:chgData name="Mykola Kuksa" userId="1056c9f5-bd5e-4aba-85cc-cd2356148781" providerId="ADAL" clId="{8E28B51F-866A-44B1-B772-3C6F4099488F}" dt="2021-03-04T11:12:36.741" v="5948" actId="20577"/>
          <ac:spMkLst>
            <pc:docMk/>
            <pc:sldMk cId="3568052262" sldId="259"/>
            <ac:spMk id="5" creationId="{838DA548-EC5A-4619-ADB0-8DB8EF3DCCB6}"/>
          </ac:spMkLst>
        </pc:spChg>
      </pc:sldChg>
      <pc:sldChg chg="addSp delSp modSp mod ord">
        <pc:chgData name="Mykola Kuksa" userId="1056c9f5-bd5e-4aba-85cc-cd2356148781" providerId="ADAL" clId="{8E28B51F-866A-44B1-B772-3C6F4099488F}" dt="2021-03-04T22:47:04.872" v="6972" actId="20577"/>
        <pc:sldMkLst>
          <pc:docMk/>
          <pc:sldMk cId="102219210" sldId="260"/>
        </pc:sldMkLst>
        <pc:spChg chg="add del">
          <ac:chgData name="Mykola Kuksa" userId="1056c9f5-bd5e-4aba-85cc-cd2356148781" providerId="ADAL" clId="{8E28B51F-866A-44B1-B772-3C6F4099488F}" dt="2021-03-04T22:43:35.686" v="6950" actId="22"/>
          <ac:spMkLst>
            <pc:docMk/>
            <pc:sldMk cId="102219210" sldId="260"/>
            <ac:spMk id="8" creationId="{21968883-2B59-4A80-9AD8-CD158C3D368A}"/>
          </ac:spMkLst>
        </pc:spChg>
        <pc:spChg chg="add del mod">
          <ac:chgData name="Mykola Kuksa" userId="1056c9f5-bd5e-4aba-85cc-cd2356148781" providerId="ADAL" clId="{8E28B51F-866A-44B1-B772-3C6F4099488F}" dt="2021-03-04T22:44:36.717" v="6956" actId="478"/>
          <ac:spMkLst>
            <pc:docMk/>
            <pc:sldMk cId="102219210" sldId="260"/>
            <ac:spMk id="11" creationId="{711DECE5-02C7-414D-BC20-871625025EC4}"/>
          </ac:spMkLst>
        </pc:spChg>
        <pc:spChg chg="add mod">
          <ac:chgData name="Mykola Kuksa" userId="1056c9f5-bd5e-4aba-85cc-cd2356148781" providerId="ADAL" clId="{8E28B51F-866A-44B1-B772-3C6F4099488F}" dt="2021-03-04T22:47:04.872" v="6972" actId="20577"/>
          <ac:spMkLst>
            <pc:docMk/>
            <pc:sldMk cId="102219210" sldId="260"/>
            <ac:spMk id="12" creationId="{993EB0B7-0AF7-403D-931C-4E801197240C}"/>
          </ac:spMkLst>
        </pc:spChg>
        <pc:picChg chg="add mod">
          <ac:chgData name="Mykola Kuksa" userId="1056c9f5-bd5e-4aba-85cc-cd2356148781" providerId="ADAL" clId="{8E28B51F-866A-44B1-B772-3C6F4099488F}" dt="2021-03-04T22:46:50.524" v="6971" actId="14100"/>
          <ac:picMkLst>
            <pc:docMk/>
            <pc:sldMk cId="102219210" sldId="260"/>
            <ac:picMk id="6" creationId="{60BF7B3A-0851-4026-A910-83EA3C55382C}"/>
          </ac:picMkLst>
        </pc:picChg>
        <pc:picChg chg="del">
          <ac:chgData name="Mykola Kuksa" userId="1056c9f5-bd5e-4aba-85cc-cd2356148781" providerId="ADAL" clId="{8E28B51F-866A-44B1-B772-3C6F4099488F}" dt="2021-03-04T22:44:33.329" v="6955" actId="478"/>
          <ac:picMkLst>
            <pc:docMk/>
            <pc:sldMk cId="102219210" sldId="260"/>
            <ac:picMk id="7" creationId="{A90D88CD-DB7B-431A-B3DA-AF42FBE3D7A0}"/>
          </ac:picMkLst>
        </pc:picChg>
        <pc:picChg chg="del">
          <ac:chgData name="Mykola Kuksa" userId="1056c9f5-bd5e-4aba-85cc-cd2356148781" providerId="ADAL" clId="{8E28B51F-866A-44B1-B772-3C6F4099488F}" dt="2021-03-04T22:43:33.056" v="6948" actId="478"/>
          <ac:picMkLst>
            <pc:docMk/>
            <pc:sldMk cId="102219210" sldId="260"/>
            <ac:picMk id="9" creationId="{B632EADA-2D17-4135-997C-C71D065730EF}"/>
          </ac:picMkLst>
        </pc:picChg>
      </pc:sldChg>
      <pc:sldChg chg="modSp mod">
        <pc:chgData name="Mykola Kuksa" userId="1056c9f5-bd5e-4aba-85cc-cd2356148781" providerId="ADAL" clId="{8E28B51F-866A-44B1-B772-3C6F4099488F}" dt="2021-03-04T19:13:45.080" v="6912" actId="1076"/>
        <pc:sldMkLst>
          <pc:docMk/>
          <pc:sldMk cId="3100334276" sldId="264"/>
        </pc:sldMkLst>
        <pc:spChg chg="mod">
          <ac:chgData name="Mykola Kuksa" userId="1056c9f5-bd5e-4aba-85cc-cd2356148781" providerId="ADAL" clId="{8E28B51F-866A-44B1-B772-3C6F4099488F}" dt="2021-03-04T19:13:45.080" v="6912" actId="1076"/>
          <ac:spMkLst>
            <pc:docMk/>
            <pc:sldMk cId="3100334276" sldId="264"/>
            <ac:spMk id="5" creationId="{B55BF08B-AC67-4F08-A540-E58C91D403B7}"/>
          </ac:spMkLst>
        </pc:spChg>
      </pc:sldChg>
      <pc:sldChg chg="addSp delSp modSp mod modNotesTx">
        <pc:chgData name="Mykola Kuksa" userId="1056c9f5-bd5e-4aba-85cc-cd2356148781" providerId="ADAL" clId="{8E28B51F-866A-44B1-B772-3C6F4099488F}" dt="2021-03-05T07:54:28.535" v="7054" actId="1076"/>
        <pc:sldMkLst>
          <pc:docMk/>
          <pc:sldMk cId="2468968188" sldId="267"/>
        </pc:sldMkLst>
        <pc:spChg chg="mod">
          <ac:chgData name="Mykola Kuksa" userId="1056c9f5-bd5e-4aba-85cc-cd2356148781" providerId="ADAL" clId="{8E28B51F-866A-44B1-B772-3C6F4099488F}" dt="2021-03-04T11:29:31.090" v="6109" actId="20577"/>
          <ac:spMkLst>
            <pc:docMk/>
            <pc:sldMk cId="2468968188" sldId="267"/>
            <ac:spMk id="3" creationId="{0A0D1020-7A60-4602-8A6D-6DB09073B25E}"/>
          </ac:spMkLst>
        </pc:spChg>
        <pc:spChg chg="mod">
          <ac:chgData name="Mykola Kuksa" userId="1056c9f5-bd5e-4aba-85cc-cd2356148781" providerId="ADAL" clId="{8E28B51F-866A-44B1-B772-3C6F4099488F}" dt="2021-03-04T11:29:14.218" v="6103" actId="20577"/>
          <ac:spMkLst>
            <pc:docMk/>
            <pc:sldMk cId="2468968188" sldId="267"/>
            <ac:spMk id="4" creationId="{96468D50-4DC1-4B0C-8365-8D79678092CA}"/>
          </ac:spMkLst>
        </pc:spChg>
        <pc:spChg chg="add mod">
          <ac:chgData name="Mykola Kuksa" userId="1056c9f5-bd5e-4aba-85cc-cd2356148781" providerId="ADAL" clId="{8E28B51F-866A-44B1-B772-3C6F4099488F}" dt="2021-03-04T22:50:10.419" v="6975" actId="14100"/>
          <ac:spMkLst>
            <pc:docMk/>
            <pc:sldMk cId="2468968188" sldId="267"/>
            <ac:spMk id="6" creationId="{ECDF4C9C-66E2-4249-A176-DD11FE451359}"/>
          </ac:spMkLst>
        </pc:spChg>
        <pc:picChg chg="del">
          <ac:chgData name="Mykola Kuksa" userId="1056c9f5-bd5e-4aba-85cc-cd2356148781" providerId="ADAL" clId="{8E28B51F-866A-44B1-B772-3C6F4099488F}" dt="2021-03-04T11:32:55.700" v="6119" actId="478"/>
          <ac:picMkLst>
            <pc:docMk/>
            <pc:sldMk cId="2468968188" sldId="267"/>
            <ac:picMk id="7" creationId="{5A2F2D48-52AA-4023-A5A7-6A075EB39D75}"/>
          </ac:picMkLst>
        </pc:picChg>
        <pc:picChg chg="add mod">
          <ac:chgData name="Mykola Kuksa" userId="1056c9f5-bd5e-4aba-85cc-cd2356148781" providerId="ADAL" clId="{8E28B51F-866A-44B1-B772-3C6F4099488F}" dt="2021-03-05T07:54:28.535" v="7054" actId="1076"/>
          <ac:picMkLst>
            <pc:docMk/>
            <pc:sldMk cId="2468968188" sldId="267"/>
            <ac:picMk id="9" creationId="{369046D6-2BBB-4C56-848E-ABA125ADE2F0}"/>
          </ac:picMkLst>
        </pc:picChg>
        <pc:picChg chg="del">
          <ac:chgData name="Mykola Kuksa" userId="1056c9f5-bd5e-4aba-85cc-cd2356148781" providerId="ADAL" clId="{8E28B51F-866A-44B1-B772-3C6F4099488F}" dt="2021-03-04T11:32:49.132" v="6118" actId="478"/>
          <ac:picMkLst>
            <pc:docMk/>
            <pc:sldMk cId="2468968188" sldId="267"/>
            <ac:picMk id="11" creationId="{B213E7B8-F77C-41E7-A1EE-A6D426B92B2B}"/>
          </ac:picMkLst>
        </pc:picChg>
      </pc:sldChg>
      <pc:sldChg chg="addSp delSp modSp mod ord">
        <pc:chgData name="Mykola Kuksa" userId="1056c9f5-bd5e-4aba-85cc-cd2356148781" providerId="ADAL" clId="{8E28B51F-866A-44B1-B772-3C6F4099488F}" dt="2021-02-23T06:12:24.382" v="5024" actId="20577"/>
        <pc:sldMkLst>
          <pc:docMk/>
          <pc:sldMk cId="221990112" sldId="268"/>
        </pc:sldMkLst>
        <pc:spChg chg="mod">
          <ac:chgData name="Mykola Kuksa" userId="1056c9f5-bd5e-4aba-85cc-cd2356148781" providerId="ADAL" clId="{8E28B51F-866A-44B1-B772-3C6F4099488F}" dt="2021-02-18T16:22:19.605" v="262" actId="313"/>
          <ac:spMkLst>
            <pc:docMk/>
            <pc:sldMk cId="221990112" sldId="268"/>
            <ac:spMk id="3" creationId="{42142D79-60B4-4A53-8837-6B6B8A5A7D54}"/>
          </ac:spMkLst>
        </pc:spChg>
        <pc:spChg chg="mod">
          <ac:chgData name="Mykola Kuksa" userId="1056c9f5-bd5e-4aba-85cc-cd2356148781" providerId="ADAL" clId="{8E28B51F-866A-44B1-B772-3C6F4099488F}" dt="2021-02-23T06:12:24.382" v="5024" actId="20577"/>
          <ac:spMkLst>
            <pc:docMk/>
            <pc:sldMk cId="221990112" sldId="268"/>
            <ac:spMk id="5" creationId="{D5E29D1A-C5F6-46E3-BCC9-3CBC378AABF6}"/>
          </ac:spMkLst>
        </pc:spChg>
        <pc:picChg chg="add del mod">
          <ac:chgData name="Mykola Kuksa" userId="1056c9f5-bd5e-4aba-85cc-cd2356148781" providerId="ADAL" clId="{8E28B51F-866A-44B1-B772-3C6F4099488F}" dt="2021-02-22T16:29:12.432" v="4671" actId="478"/>
          <ac:picMkLst>
            <pc:docMk/>
            <pc:sldMk cId="221990112" sldId="268"/>
            <ac:picMk id="8" creationId="{DEA05186-E6A0-45F3-A482-EA5B473ECA62}"/>
          </ac:picMkLst>
        </pc:picChg>
      </pc:sldChg>
      <pc:sldChg chg="modSp mod ord">
        <pc:chgData name="Mykola Kuksa" userId="1056c9f5-bd5e-4aba-85cc-cd2356148781" providerId="ADAL" clId="{8E28B51F-866A-44B1-B772-3C6F4099488F}" dt="2021-02-23T10:59:37.759" v="5718" actId="114"/>
        <pc:sldMkLst>
          <pc:docMk/>
          <pc:sldMk cId="2858231511" sldId="269"/>
        </pc:sldMkLst>
        <pc:spChg chg="mod">
          <ac:chgData name="Mykola Kuksa" userId="1056c9f5-bd5e-4aba-85cc-cd2356148781" providerId="ADAL" clId="{8E28B51F-866A-44B1-B772-3C6F4099488F}" dt="2021-02-21T20:31:38.123" v="2552" actId="20577"/>
          <ac:spMkLst>
            <pc:docMk/>
            <pc:sldMk cId="2858231511" sldId="269"/>
            <ac:spMk id="3" creationId="{42142D79-60B4-4A53-8837-6B6B8A5A7D54}"/>
          </ac:spMkLst>
        </pc:spChg>
        <pc:spChg chg="mod">
          <ac:chgData name="Mykola Kuksa" userId="1056c9f5-bd5e-4aba-85cc-cd2356148781" providerId="ADAL" clId="{8E28B51F-866A-44B1-B772-3C6F4099488F}" dt="2021-02-23T10:59:37.759" v="5718" actId="114"/>
          <ac:spMkLst>
            <pc:docMk/>
            <pc:sldMk cId="2858231511" sldId="269"/>
            <ac:spMk id="5" creationId="{D5E29D1A-C5F6-46E3-BCC9-3CBC378AABF6}"/>
          </ac:spMkLst>
        </pc:spChg>
      </pc:sldChg>
      <pc:sldChg chg="modSp mod ord">
        <pc:chgData name="Mykola Kuksa" userId="1056c9f5-bd5e-4aba-85cc-cd2356148781" providerId="ADAL" clId="{8E28B51F-866A-44B1-B772-3C6F4099488F}" dt="2021-02-23T07:29:30.196" v="5599" actId="20577"/>
        <pc:sldMkLst>
          <pc:docMk/>
          <pc:sldMk cId="3691768071" sldId="271"/>
        </pc:sldMkLst>
        <pc:spChg chg="mod">
          <ac:chgData name="Mykola Kuksa" userId="1056c9f5-bd5e-4aba-85cc-cd2356148781" providerId="ADAL" clId="{8E28B51F-866A-44B1-B772-3C6F4099488F}" dt="2021-02-21T21:54:05.337" v="3583"/>
          <ac:spMkLst>
            <pc:docMk/>
            <pc:sldMk cId="3691768071" sldId="271"/>
            <ac:spMk id="3" creationId="{42142D79-60B4-4A53-8837-6B6B8A5A7D54}"/>
          </ac:spMkLst>
        </pc:spChg>
        <pc:spChg chg="mod">
          <ac:chgData name="Mykola Kuksa" userId="1056c9f5-bd5e-4aba-85cc-cd2356148781" providerId="ADAL" clId="{8E28B51F-866A-44B1-B772-3C6F4099488F}" dt="2021-02-23T07:29:30.196" v="5599" actId="20577"/>
          <ac:spMkLst>
            <pc:docMk/>
            <pc:sldMk cId="3691768071" sldId="271"/>
            <ac:spMk id="5" creationId="{D5E29D1A-C5F6-46E3-BCC9-3CBC378AABF6}"/>
          </ac:spMkLst>
        </pc:spChg>
      </pc:sldChg>
      <pc:sldChg chg="del ord">
        <pc:chgData name="Mykola Kuksa" userId="1056c9f5-bd5e-4aba-85cc-cd2356148781" providerId="ADAL" clId="{8E28B51F-866A-44B1-B772-3C6F4099488F}" dt="2021-03-04T19:52:57.893" v="6913" actId="2696"/>
        <pc:sldMkLst>
          <pc:docMk/>
          <pc:sldMk cId="3106138865" sldId="272"/>
        </pc:sldMkLst>
      </pc:sldChg>
      <pc:sldChg chg="addSp delSp modSp mod ord modNotesTx">
        <pc:chgData name="Mykola Kuksa" userId="1056c9f5-bd5e-4aba-85cc-cd2356148781" providerId="ADAL" clId="{8E28B51F-866A-44B1-B772-3C6F4099488F}" dt="2021-03-05T07:56:44.113" v="7065" actId="20577"/>
        <pc:sldMkLst>
          <pc:docMk/>
          <pc:sldMk cId="1275346987" sldId="277"/>
        </pc:sldMkLst>
        <pc:spChg chg="mod">
          <ac:chgData name="Mykola Kuksa" userId="1056c9f5-bd5e-4aba-85cc-cd2356148781" providerId="ADAL" clId="{8E28B51F-866A-44B1-B772-3C6F4099488F}" dt="2021-03-04T19:00:22.009" v="6845" actId="313"/>
          <ac:spMkLst>
            <pc:docMk/>
            <pc:sldMk cId="1275346987" sldId="277"/>
            <ac:spMk id="3" creationId="{6F04E7A1-61CC-4816-8F46-8AF4B04E82C4}"/>
          </ac:spMkLst>
        </pc:spChg>
        <pc:spChg chg="mod">
          <ac:chgData name="Mykola Kuksa" userId="1056c9f5-bd5e-4aba-85cc-cd2356148781" providerId="ADAL" clId="{8E28B51F-866A-44B1-B772-3C6F4099488F}" dt="2021-03-04T11:50:13.954" v="6153" actId="20577"/>
          <ac:spMkLst>
            <pc:docMk/>
            <pc:sldMk cId="1275346987" sldId="277"/>
            <ac:spMk id="4" creationId="{EDEB1ADD-9590-4753-81AD-FED942274593}"/>
          </ac:spMkLst>
        </pc:spChg>
        <pc:spChg chg="add del mod">
          <ac:chgData name="Mykola Kuksa" userId="1056c9f5-bd5e-4aba-85cc-cd2356148781" providerId="ADAL" clId="{8E28B51F-866A-44B1-B772-3C6F4099488F}" dt="2021-03-04T11:49:01.346" v="6152" actId="478"/>
          <ac:spMkLst>
            <pc:docMk/>
            <pc:sldMk cId="1275346987" sldId="277"/>
            <ac:spMk id="6" creationId="{3CA88BAD-0FF2-44C3-B14A-EE4CE0F8F3C3}"/>
          </ac:spMkLst>
        </pc:spChg>
        <pc:spChg chg="add del mod">
          <ac:chgData name="Mykola Kuksa" userId="1056c9f5-bd5e-4aba-85cc-cd2356148781" providerId="ADAL" clId="{8E28B51F-866A-44B1-B772-3C6F4099488F}" dt="2021-03-04T11:51:35.496" v="6198" actId="478"/>
          <ac:spMkLst>
            <pc:docMk/>
            <pc:sldMk cId="1275346987" sldId="277"/>
            <ac:spMk id="10" creationId="{A1666010-A96E-4F13-AF6E-FBA039F3E4B4}"/>
          </ac:spMkLst>
        </pc:spChg>
        <pc:spChg chg="add mod">
          <ac:chgData name="Mykola Kuksa" userId="1056c9f5-bd5e-4aba-85cc-cd2356148781" providerId="ADAL" clId="{8E28B51F-866A-44B1-B772-3C6F4099488F}" dt="2021-03-04T19:09:46.565" v="6856" actId="1076"/>
          <ac:spMkLst>
            <pc:docMk/>
            <pc:sldMk cId="1275346987" sldId="277"/>
            <ac:spMk id="11" creationId="{EDCAB653-00B3-404F-A77A-C22A16E9AB1F}"/>
          </ac:spMkLst>
        </pc:spChg>
        <pc:spChg chg="add mod">
          <ac:chgData name="Mykola Kuksa" userId="1056c9f5-bd5e-4aba-85cc-cd2356148781" providerId="ADAL" clId="{8E28B51F-866A-44B1-B772-3C6F4099488F}" dt="2021-03-04T19:09:46.565" v="6856" actId="1076"/>
          <ac:spMkLst>
            <pc:docMk/>
            <pc:sldMk cId="1275346987" sldId="277"/>
            <ac:spMk id="12" creationId="{14E88F59-E3D0-43E7-AEC4-84D8C2DA7522}"/>
          </ac:spMkLst>
        </pc:spChg>
        <pc:spChg chg="add mod">
          <ac:chgData name="Mykola Kuksa" userId="1056c9f5-bd5e-4aba-85cc-cd2356148781" providerId="ADAL" clId="{8E28B51F-866A-44B1-B772-3C6F4099488F}" dt="2021-03-04T19:09:46.565" v="6856" actId="1076"/>
          <ac:spMkLst>
            <pc:docMk/>
            <pc:sldMk cId="1275346987" sldId="277"/>
            <ac:spMk id="13" creationId="{F013AA0C-1242-46E8-9802-ABEE37C46724}"/>
          </ac:spMkLst>
        </pc:spChg>
        <pc:spChg chg="add mod">
          <ac:chgData name="Mykola Kuksa" userId="1056c9f5-bd5e-4aba-85cc-cd2356148781" providerId="ADAL" clId="{8E28B51F-866A-44B1-B772-3C6F4099488F}" dt="2021-03-04T19:10:03.670" v="6858" actId="1076"/>
          <ac:spMkLst>
            <pc:docMk/>
            <pc:sldMk cId="1275346987" sldId="277"/>
            <ac:spMk id="14" creationId="{1DFF8EEE-46E4-41A3-AD15-53D687755E03}"/>
          </ac:spMkLst>
        </pc:spChg>
        <pc:spChg chg="add mod">
          <ac:chgData name="Mykola Kuksa" userId="1056c9f5-bd5e-4aba-85cc-cd2356148781" providerId="ADAL" clId="{8E28B51F-866A-44B1-B772-3C6F4099488F}" dt="2021-03-04T19:10:03.670" v="6858" actId="1076"/>
          <ac:spMkLst>
            <pc:docMk/>
            <pc:sldMk cId="1275346987" sldId="277"/>
            <ac:spMk id="15" creationId="{428491B0-6317-40F7-B10E-ECE9D593ACD5}"/>
          </ac:spMkLst>
        </pc:spChg>
        <pc:spChg chg="add mod">
          <ac:chgData name="Mykola Kuksa" userId="1056c9f5-bd5e-4aba-85cc-cd2356148781" providerId="ADAL" clId="{8E28B51F-866A-44B1-B772-3C6F4099488F}" dt="2021-03-04T19:10:03.670" v="6858" actId="1076"/>
          <ac:spMkLst>
            <pc:docMk/>
            <pc:sldMk cId="1275346987" sldId="277"/>
            <ac:spMk id="16" creationId="{1CD24590-22EC-42B4-A0BA-BC1F9CC3364A}"/>
          </ac:spMkLst>
        </pc:spChg>
        <pc:spChg chg="add del mod">
          <ac:chgData name="Mykola Kuksa" userId="1056c9f5-bd5e-4aba-85cc-cd2356148781" providerId="ADAL" clId="{8E28B51F-866A-44B1-B772-3C6F4099488F}" dt="2021-03-04T19:10:41.946" v="6864" actId="11529"/>
          <ac:spMkLst>
            <pc:docMk/>
            <pc:sldMk cId="1275346987" sldId="277"/>
            <ac:spMk id="17" creationId="{B90D4B14-95B9-423C-A1C8-BCDD41B17D88}"/>
          </ac:spMkLst>
        </pc:spChg>
        <pc:spChg chg="add mod">
          <ac:chgData name="Mykola Kuksa" userId="1056c9f5-bd5e-4aba-85cc-cd2356148781" providerId="ADAL" clId="{8E28B51F-866A-44B1-B772-3C6F4099488F}" dt="2021-03-04T19:11:44.807" v="6867" actId="207"/>
          <ac:spMkLst>
            <pc:docMk/>
            <pc:sldMk cId="1275346987" sldId="277"/>
            <ac:spMk id="18" creationId="{799C39F9-4D38-4645-8D76-7B86DDE651CF}"/>
          </ac:spMkLst>
        </pc:spChg>
        <pc:spChg chg="add mod">
          <ac:chgData name="Mykola Kuksa" userId="1056c9f5-bd5e-4aba-85cc-cd2356148781" providerId="ADAL" clId="{8E28B51F-866A-44B1-B772-3C6F4099488F}" dt="2021-03-04T19:12:09.280" v="6870" actId="1076"/>
          <ac:spMkLst>
            <pc:docMk/>
            <pc:sldMk cId="1275346987" sldId="277"/>
            <ac:spMk id="19" creationId="{7A23C616-8978-4072-8785-062495410B23}"/>
          </ac:spMkLst>
        </pc:spChg>
        <pc:spChg chg="add mod">
          <ac:chgData name="Mykola Kuksa" userId="1056c9f5-bd5e-4aba-85cc-cd2356148781" providerId="ADAL" clId="{8E28B51F-866A-44B1-B772-3C6F4099488F}" dt="2021-03-04T19:12:18.409" v="6871" actId="571"/>
          <ac:spMkLst>
            <pc:docMk/>
            <pc:sldMk cId="1275346987" sldId="277"/>
            <ac:spMk id="20" creationId="{59FBFD71-C9D3-4F78-945C-D838AC725768}"/>
          </ac:spMkLst>
        </pc:spChg>
        <pc:spChg chg="add mod">
          <ac:chgData name="Mykola Kuksa" userId="1056c9f5-bd5e-4aba-85cc-cd2356148781" providerId="ADAL" clId="{8E28B51F-866A-44B1-B772-3C6F4099488F}" dt="2021-03-04T19:13:10.289" v="6904" actId="14100"/>
          <ac:spMkLst>
            <pc:docMk/>
            <pc:sldMk cId="1275346987" sldId="277"/>
            <ac:spMk id="21" creationId="{840D964E-47B7-4D5B-B9DF-44362071FDB8}"/>
          </ac:spMkLst>
        </pc:spChg>
        <pc:spChg chg="add mod">
          <ac:chgData name="Mykola Kuksa" userId="1056c9f5-bd5e-4aba-85cc-cd2356148781" providerId="ADAL" clId="{8E28B51F-866A-44B1-B772-3C6F4099488F}" dt="2021-03-04T19:13:23.211" v="6910" actId="20577"/>
          <ac:spMkLst>
            <pc:docMk/>
            <pc:sldMk cId="1275346987" sldId="277"/>
            <ac:spMk id="22" creationId="{B5F6588C-51C2-43FB-992A-E3A20CC465E0}"/>
          </ac:spMkLst>
        </pc:spChg>
        <pc:picChg chg="add del">
          <ac:chgData name="Mykola Kuksa" userId="1056c9f5-bd5e-4aba-85cc-cd2356148781" providerId="ADAL" clId="{8E28B51F-866A-44B1-B772-3C6F4099488F}" dt="2021-03-04T11:51:22.601" v="6197" actId="478"/>
          <ac:picMkLst>
            <pc:docMk/>
            <pc:sldMk cId="1275346987" sldId="277"/>
            <ac:picMk id="7" creationId="{69AAD2CA-19A6-4A40-95F7-F6C934F5585F}"/>
          </ac:picMkLst>
        </pc:picChg>
        <pc:picChg chg="del">
          <ac:chgData name="Mykola Kuksa" userId="1056c9f5-bd5e-4aba-85cc-cd2356148781" providerId="ADAL" clId="{8E28B51F-866A-44B1-B772-3C6F4099488F}" dt="2021-03-04T15:20:44.373" v="6412" actId="478"/>
          <ac:picMkLst>
            <pc:docMk/>
            <pc:sldMk cId="1275346987" sldId="277"/>
            <ac:picMk id="9" creationId="{53992F9D-085A-48FD-927C-C3CB79AF6298}"/>
          </ac:picMkLst>
        </pc:picChg>
      </pc:sldChg>
      <pc:sldChg chg="modSp mod ord">
        <pc:chgData name="Mykola Kuksa" userId="1056c9f5-bd5e-4aba-85cc-cd2356148781" providerId="ADAL" clId="{8E28B51F-866A-44B1-B772-3C6F4099488F}" dt="2021-02-22T16:35:26.115" v="4735" actId="114"/>
        <pc:sldMkLst>
          <pc:docMk/>
          <pc:sldMk cId="2248390000" sldId="278"/>
        </pc:sldMkLst>
        <pc:spChg chg="mod">
          <ac:chgData name="Mykola Kuksa" userId="1056c9f5-bd5e-4aba-85cc-cd2356148781" providerId="ADAL" clId="{8E28B51F-866A-44B1-B772-3C6F4099488F}" dt="2021-02-21T22:06:22.565" v="3968" actId="20577"/>
          <ac:spMkLst>
            <pc:docMk/>
            <pc:sldMk cId="2248390000" sldId="278"/>
            <ac:spMk id="3" creationId="{8A457E60-A038-4ACA-A4FF-6BE9AD78E03F}"/>
          </ac:spMkLst>
        </pc:spChg>
        <pc:spChg chg="mod">
          <ac:chgData name="Mykola Kuksa" userId="1056c9f5-bd5e-4aba-85cc-cd2356148781" providerId="ADAL" clId="{8E28B51F-866A-44B1-B772-3C6F4099488F}" dt="2021-02-22T16:35:26.115" v="4735" actId="114"/>
          <ac:spMkLst>
            <pc:docMk/>
            <pc:sldMk cId="2248390000" sldId="278"/>
            <ac:spMk id="5" creationId="{EEEC84E6-BA70-466B-9724-D634B2E4F75E}"/>
          </ac:spMkLst>
        </pc:spChg>
      </pc:sldChg>
      <pc:sldChg chg="addSp delSp modSp mod modNotesTx">
        <pc:chgData name="Mykola Kuksa" userId="1056c9f5-bd5e-4aba-85cc-cd2356148781" providerId="ADAL" clId="{8E28B51F-866A-44B1-B772-3C6F4099488F}" dt="2021-03-04T09:36:31.054" v="5880" actId="14100"/>
        <pc:sldMkLst>
          <pc:docMk/>
          <pc:sldMk cId="4132671527" sldId="280"/>
        </pc:sldMkLst>
        <pc:spChg chg="mod">
          <ac:chgData name="Mykola Kuksa" userId="1056c9f5-bd5e-4aba-85cc-cd2356148781" providerId="ADAL" clId="{8E28B51F-866A-44B1-B772-3C6F4099488F}" dt="2021-03-04T09:35:41.336" v="5872"/>
          <ac:spMkLst>
            <pc:docMk/>
            <pc:sldMk cId="4132671527" sldId="280"/>
            <ac:spMk id="4" creationId="{893201C4-D941-48FD-96D5-0B57DCCFE0DA}"/>
          </ac:spMkLst>
        </pc:spChg>
        <pc:spChg chg="del mod">
          <ac:chgData name="Mykola Kuksa" userId="1056c9f5-bd5e-4aba-85cc-cd2356148781" providerId="ADAL" clId="{8E28B51F-866A-44B1-B772-3C6F4099488F}" dt="2021-03-04T09:35:52.967" v="5874" actId="478"/>
          <ac:spMkLst>
            <pc:docMk/>
            <pc:sldMk cId="4132671527" sldId="280"/>
            <ac:spMk id="5" creationId="{0BF8E915-2CB7-4B1B-BA10-E89BFEBE1226}"/>
          </ac:spMkLst>
        </pc:spChg>
        <pc:spChg chg="add mod">
          <ac:chgData name="Mykola Kuksa" userId="1056c9f5-bd5e-4aba-85cc-cd2356148781" providerId="ADAL" clId="{8E28B51F-866A-44B1-B772-3C6F4099488F}" dt="2021-03-04T09:36:31.054" v="5880" actId="14100"/>
          <ac:spMkLst>
            <pc:docMk/>
            <pc:sldMk cId="4132671527" sldId="280"/>
            <ac:spMk id="6" creationId="{E4C5D999-4116-4D55-A14F-D62E85AFAF8F}"/>
          </ac:spMkLst>
        </pc:spChg>
        <pc:picChg chg="mod">
          <ac:chgData name="Mykola Kuksa" userId="1056c9f5-bd5e-4aba-85cc-cd2356148781" providerId="ADAL" clId="{8E28B51F-866A-44B1-B772-3C6F4099488F}" dt="2021-03-04T09:36:04.678" v="5876" actId="1076"/>
          <ac:picMkLst>
            <pc:docMk/>
            <pc:sldMk cId="4132671527" sldId="280"/>
            <ac:picMk id="7" creationId="{F43164F2-DB41-4B05-8266-B5F8BE3C95D0}"/>
          </ac:picMkLst>
        </pc:picChg>
      </pc:sldChg>
      <pc:sldChg chg="modSp del mod">
        <pc:chgData name="Mykola Kuksa" userId="1056c9f5-bd5e-4aba-85cc-cd2356148781" providerId="ADAL" clId="{8E28B51F-866A-44B1-B772-3C6F4099488F}" dt="2021-03-04T09:36:54.470" v="5882" actId="2696"/>
        <pc:sldMkLst>
          <pc:docMk/>
          <pc:sldMk cId="4239717986" sldId="281"/>
        </pc:sldMkLst>
        <pc:spChg chg="mod">
          <ac:chgData name="Mykola Kuksa" userId="1056c9f5-bd5e-4aba-85cc-cd2356148781" providerId="ADAL" clId="{8E28B51F-866A-44B1-B772-3C6F4099488F}" dt="2021-03-04T09:36:50.525" v="5881" actId="20577"/>
          <ac:spMkLst>
            <pc:docMk/>
            <pc:sldMk cId="4239717986" sldId="281"/>
            <ac:spMk id="5" creationId="{95BAE980-ACE7-4BC9-B520-1BED0C1EBCB1}"/>
          </ac:spMkLst>
        </pc:spChg>
      </pc:sldChg>
      <pc:sldChg chg="del">
        <pc:chgData name="Mykola Kuksa" userId="1056c9f5-bd5e-4aba-85cc-cd2356148781" providerId="ADAL" clId="{8E28B51F-866A-44B1-B772-3C6F4099488F}" dt="2021-03-04T09:34:51.814" v="5868" actId="47"/>
        <pc:sldMkLst>
          <pc:docMk/>
          <pc:sldMk cId="2684656104" sldId="282"/>
        </pc:sldMkLst>
      </pc:sldChg>
      <pc:sldChg chg="modSp mod">
        <pc:chgData name="Mykola Kuksa" userId="1056c9f5-bd5e-4aba-85cc-cd2356148781" providerId="ADAL" clId="{8E28B51F-866A-44B1-B772-3C6F4099488F}" dt="2021-03-04T13:35:21.923" v="6364" actId="20577"/>
        <pc:sldMkLst>
          <pc:docMk/>
          <pc:sldMk cId="962962319" sldId="283"/>
        </pc:sldMkLst>
        <pc:spChg chg="mod">
          <ac:chgData name="Mykola Kuksa" userId="1056c9f5-bd5e-4aba-85cc-cd2356148781" providerId="ADAL" clId="{8E28B51F-866A-44B1-B772-3C6F4099488F}" dt="2021-03-04T13:35:21.923" v="6364" actId="20577"/>
          <ac:spMkLst>
            <pc:docMk/>
            <pc:sldMk cId="962962319" sldId="283"/>
            <ac:spMk id="5" creationId="{A34A8476-BEF4-445D-8C94-F2A4A526B5B0}"/>
          </ac:spMkLst>
        </pc:spChg>
      </pc:sldChg>
      <pc:sldChg chg="del">
        <pc:chgData name="Mykola Kuksa" userId="1056c9f5-bd5e-4aba-85cc-cd2356148781" providerId="ADAL" clId="{8E28B51F-866A-44B1-B772-3C6F4099488F}" dt="2021-03-04T15:10:04.823" v="6388" actId="47"/>
        <pc:sldMkLst>
          <pc:docMk/>
          <pc:sldMk cId="1822985665" sldId="285"/>
        </pc:sldMkLst>
      </pc:sldChg>
      <pc:sldChg chg="modNotesTx">
        <pc:chgData name="Mykola Kuksa" userId="1056c9f5-bd5e-4aba-85cc-cd2356148781" providerId="ADAL" clId="{8E28B51F-866A-44B1-B772-3C6F4099488F}" dt="2021-03-04T18:41:32.492" v="6664" actId="20577"/>
        <pc:sldMkLst>
          <pc:docMk/>
          <pc:sldMk cId="187102932" sldId="292"/>
        </pc:sldMkLst>
      </pc:sldChg>
      <pc:sldChg chg="modSp mod ord modNotesTx">
        <pc:chgData name="Mykola Kuksa" userId="1056c9f5-bd5e-4aba-85cc-cd2356148781" providerId="ADAL" clId="{8E28B51F-866A-44B1-B772-3C6F4099488F}" dt="2021-03-05T07:45:19.721" v="7000" actId="20577"/>
        <pc:sldMkLst>
          <pc:docMk/>
          <pc:sldMk cId="1186858060" sldId="293"/>
        </pc:sldMkLst>
        <pc:spChg chg="mod">
          <ac:chgData name="Mykola Kuksa" userId="1056c9f5-bd5e-4aba-85cc-cd2356148781" providerId="ADAL" clId="{8E28B51F-866A-44B1-B772-3C6F4099488F}" dt="2021-03-04T11:14:18.980" v="6005" actId="790"/>
          <ac:spMkLst>
            <pc:docMk/>
            <pc:sldMk cId="1186858060" sldId="293"/>
            <ac:spMk id="3" creationId="{7E9D4A3E-E584-4906-B868-891BF2902727}"/>
          </ac:spMkLst>
        </pc:spChg>
        <pc:spChg chg="mod">
          <ac:chgData name="Mykola Kuksa" userId="1056c9f5-bd5e-4aba-85cc-cd2356148781" providerId="ADAL" clId="{8E28B51F-866A-44B1-B772-3C6F4099488F}" dt="2021-03-04T11:15:07.141" v="6025" actId="313"/>
          <ac:spMkLst>
            <pc:docMk/>
            <pc:sldMk cId="1186858060" sldId="293"/>
            <ac:spMk id="4" creationId="{7650A588-E69C-4644-8478-56B0A35244F0}"/>
          </ac:spMkLst>
        </pc:spChg>
      </pc:sldChg>
      <pc:sldChg chg="modSp mod">
        <pc:chgData name="Mykola Kuksa" userId="1056c9f5-bd5e-4aba-85cc-cd2356148781" providerId="ADAL" clId="{8E28B51F-866A-44B1-B772-3C6F4099488F}" dt="2021-03-04T18:48:22.416" v="6833" actId="1076"/>
        <pc:sldMkLst>
          <pc:docMk/>
          <pc:sldMk cId="738792783" sldId="294"/>
        </pc:sldMkLst>
        <pc:spChg chg="mod">
          <ac:chgData name="Mykola Kuksa" userId="1056c9f5-bd5e-4aba-85cc-cd2356148781" providerId="ADAL" clId="{8E28B51F-866A-44B1-B772-3C6F4099488F}" dt="2021-03-04T18:48:22.416" v="6833" actId="1076"/>
          <ac:spMkLst>
            <pc:docMk/>
            <pc:sldMk cId="738792783" sldId="294"/>
            <ac:spMk id="5" creationId="{67E8D471-BA5C-4AAC-A2C9-82DB42DEB307}"/>
          </ac:spMkLst>
        </pc:spChg>
      </pc:sldChg>
      <pc:sldChg chg="modNotesTx">
        <pc:chgData name="Mykola Kuksa" userId="1056c9f5-bd5e-4aba-85cc-cd2356148781" providerId="ADAL" clId="{8E28B51F-866A-44B1-B772-3C6F4099488F}" dt="2021-03-04T18:39:37.834" v="6541" actId="20577"/>
        <pc:sldMkLst>
          <pc:docMk/>
          <pc:sldMk cId="3911436999" sldId="295"/>
        </pc:sldMkLst>
      </pc:sldChg>
      <pc:sldChg chg="ord">
        <pc:chgData name="Mykola Kuksa" userId="1056c9f5-bd5e-4aba-85cc-cd2356148781" providerId="ADAL" clId="{8E28B51F-866A-44B1-B772-3C6F4099488F}" dt="2021-03-04T12:11:07.300" v="6257"/>
        <pc:sldMkLst>
          <pc:docMk/>
          <pc:sldMk cId="269478082" sldId="296"/>
        </pc:sldMkLst>
      </pc:sldChg>
      <pc:sldChg chg="addSp delSp modSp mod delAnim modNotesTx">
        <pc:chgData name="Mykola Kuksa" userId="1056c9f5-bd5e-4aba-85cc-cd2356148781" providerId="ADAL" clId="{8E28B51F-866A-44B1-B772-3C6F4099488F}" dt="2021-03-05T07:51:04.653" v="7041"/>
        <pc:sldMkLst>
          <pc:docMk/>
          <pc:sldMk cId="3763950598" sldId="299"/>
        </pc:sldMkLst>
        <pc:spChg chg="mod">
          <ac:chgData name="Mykola Kuksa" userId="1056c9f5-bd5e-4aba-85cc-cd2356148781" providerId="ADAL" clId="{8E28B51F-866A-44B1-B772-3C6F4099488F}" dt="2021-03-04T11:13:19.534" v="5960" actId="20577"/>
          <ac:spMkLst>
            <pc:docMk/>
            <pc:sldMk cId="3763950598" sldId="299"/>
            <ac:spMk id="3" creationId="{84924804-1CD6-4E52-9E33-ACDF93AC9F11}"/>
          </ac:spMkLst>
        </pc:spChg>
        <pc:spChg chg="mod">
          <ac:chgData name="Mykola Kuksa" userId="1056c9f5-bd5e-4aba-85cc-cd2356148781" providerId="ADAL" clId="{8E28B51F-866A-44B1-B772-3C6F4099488F}" dt="2021-03-04T22:29:29.066" v="6947" actId="14100"/>
          <ac:spMkLst>
            <pc:docMk/>
            <pc:sldMk cId="3763950598" sldId="299"/>
            <ac:spMk id="6" creationId="{D3E868EE-8DA8-4617-8F04-D3D4A1B5B648}"/>
          </ac:spMkLst>
        </pc:spChg>
        <pc:spChg chg="mod">
          <ac:chgData name="Mykola Kuksa" userId="1056c9f5-bd5e-4aba-85cc-cd2356148781" providerId="ADAL" clId="{8E28B51F-866A-44B1-B772-3C6F4099488F}" dt="2021-03-04T11:04:55.405" v="5946" actId="14100"/>
          <ac:spMkLst>
            <pc:docMk/>
            <pc:sldMk cId="3763950598" sldId="299"/>
            <ac:spMk id="12" creationId="{28DC7C59-D881-4BF3-A9A9-D9877D232C77}"/>
          </ac:spMkLst>
        </pc:spChg>
        <pc:spChg chg="del">
          <ac:chgData name="Mykola Kuksa" userId="1056c9f5-bd5e-4aba-85cc-cd2356148781" providerId="ADAL" clId="{8E28B51F-866A-44B1-B772-3C6F4099488F}" dt="2021-03-04T11:19:55.176" v="6034" actId="478"/>
          <ac:spMkLst>
            <pc:docMk/>
            <pc:sldMk cId="3763950598" sldId="299"/>
            <ac:spMk id="14" creationId="{A3E5FA5A-0363-47DE-A6BD-994DBD756110}"/>
          </ac:spMkLst>
        </pc:spChg>
        <pc:picChg chg="add mod">
          <ac:chgData name="Mykola Kuksa" userId="1056c9f5-bd5e-4aba-85cc-cd2356148781" providerId="ADAL" clId="{8E28B51F-866A-44B1-B772-3C6F4099488F}" dt="2021-03-04T11:20:02.668" v="6035" actId="1076"/>
          <ac:picMkLst>
            <pc:docMk/>
            <pc:sldMk cId="3763950598" sldId="299"/>
            <ac:picMk id="7" creationId="{990635D0-D3AE-4EF7-8433-CBE23F649C44}"/>
          </ac:picMkLst>
        </pc:picChg>
      </pc:sldChg>
      <pc:sldChg chg="delSp modSp add mod">
        <pc:chgData name="Mykola Kuksa" userId="1056c9f5-bd5e-4aba-85cc-cd2356148781" providerId="ADAL" clId="{8E28B51F-866A-44B1-B772-3C6F4099488F}" dt="2021-02-23T06:22:11.600" v="5025" actId="114"/>
        <pc:sldMkLst>
          <pc:docMk/>
          <pc:sldMk cId="3975954751" sldId="300"/>
        </pc:sldMkLst>
        <pc:spChg chg="mod">
          <ac:chgData name="Mykola Kuksa" userId="1056c9f5-bd5e-4aba-85cc-cd2356148781" providerId="ADAL" clId="{8E28B51F-866A-44B1-B772-3C6F4099488F}" dt="2021-02-23T06:22:11.600" v="5025" actId="114"/>
          <ac:spMkLst>
            <pc:docMk/>
            <pc:sldMk cId="3975954751" sldId="300"/>
            <ac:spMk id="5" creationId="{D5E29D1A-C5F6-46E3-BCC9-3CBC378AABF6}"/>
          </ac:spMkLst>
        </pc:spChg>
        <pc:picChg chg="del">
          <ac:chgData name="Mykola Kuksa" userId="1056c9f5-bd5e-4aba-85cc-cd2356148781" providerId="ADAL" clId="{8E28B51F-866A-44B1-B772-3C6F4099488F}" dt="2021-02-18T16:46:27.285" v="1162" actId="478"/>
          <ac:picMkLst>
            <pc:docMk/>
            <pc:sldMk cId="3975954751" sldId="300"/>
            <ac:picMk id="8" creationId="{DEA05186-E6A0-45F3-A482-EA5B473ECA62}"/>
          </ac:picMkLst>
        </pc:picChg>
      </pc:sldChg>
      <pc:sldChg chg="addSp delSp modSp add mod">
        <pc:chgData name="Mykola Kuksa" userId="1056c9f5-bd5e-4aba-85cc-cd2356148781" providerId="ADAL" clId="{8E28B51F-866A-44B1-B772-3C6F4099488F}" dt="2021-02-23T07:49:25.575" v="5646" actId="14100"/>
        <pc:sldMkLst>
          <pc:docMk/>
          <pc:sldMk cId="68888659" sldId="301"/>
        </pc:sldMkLst>
        <pc:spChg chg="mod">
          <ac:chgData name="Mykola Kuksa" userId="1056c9f5-bd5e-4aba-85cc-cd2356148781" providerId="ADAL" clId="{8E28B51F-866A-44B1-B772-3C6F4099488F}" dt="2021-02-23T07:44:22.773" v="5610" actId="20577"/>
          <ac:spMkLst>
            <pc:docMk/>
            <pc:sldMk cId="68888659" sldId="301"/>
            <ac:spMk id="3" creationId="{8A457E60-A038-4ACA-A4FF-6BE9AD78E03F}"/>
          </ac:spMkLst>
        </pc:spChg>
        <pc:spChg chg="del mod">
          <ac:chgData name="Mykola Kuksa" userId="1056c9f5-bd5e-4aba-85cc-cd2356148781" providerId="ADAL" clId="{8E28B51F-866A-44B1-B772-3C6F4099488F}" dt="2021-02-23T07:45:10.133" v="5612" actId="478"/>
          <ac:spMkLst>
            <pc:docMk/>
            <pc:sldMk cId="68888659" sldId="301"/>
            <ac:spMk id="5" creationId="{EEEC84E6-BA70-466B-9724-D634B2E4F75E}"/>
          </ac:spMkLst>
        </pc:spChg>
        <pc:spChg chg="add del mod">
          <ac:chgData name="Mykola Kuksa" userId="1056c9f5-bd5e-4aba-85cc-cd2356148781" providerId="ADAL" clId="{8E28B51F-866A-44B1-B772-3C6F4099488F}" dt="2021-02-23T07:45:32.077" v="5616" actId="478"/>
          <ac:spMkLst>
            <pc:docMk/>
            <pc:sldMk cId="68888659" sldId="301"/>
            <ac:spMk id="8" creationId="{DA38AA43-5BBA-47A8-9FFF-C959400835DA}"/>
          </ac:spMkLst>
        </pc:spChg>
        <pc:spChg chg="add mod">
          <ac:chgData name="Mykola Kuksa" userId="1056c9f5-bd5e-4aba-85cc-cd2356148781" providerId="ADAL" clId="{8E28B51F-866A-44B1-B772-3C6F4099488F}" dt="2021-02-23T07:49:25.575" v="5646" actId="14100"/>
          <ac:spMkLst>
            <pc:docMk/>
            <pc:sldMk cId="68888659" sldId="301"/>
            <ac:spMk id="9" creationId="{B00E5968-420E-4849-B26C-E6315A99BA28}"/>
          </ac:spMkLst>
        </pc:spChg>
      </pc:sldChg>
      <pc:sldChg chg="addSp delSp modSp add mod">
        <pc:chgData name="Mykola Kuksa" userId="1056c9f5-bd5e-4aba-85cc-cd2356148781" providerId="ADAL" clId="{8E28B51F-866A-44B1-B772-3C6F4099488F}" dt="2021-02-23T11:01:02.961" v="5719" actId="20577"/>
        <pc:sldMkLst>
          <pc:docMk/>
          <pc:sldMk cId="556707097" sldId="302"/>
        </pc:sldMkLst>
        <pc:spChg chg="mod">
          <ac:chgData name="Mykola Kuksa" userId="1056c9f5-bd5e-4aba-85cc-cd2356148781" providerId="ADAL" clId="{8E28B51F-866A-44B1-B772-3C6F4099488F}" dt="2021-02-23T09:40:25.598" v="5659" actId="20577"/>
          <ac:spMkLst>
            <pc:docMk/>
            <pc:sldMk cId="556707097" sldId="302"/>
            <ac:spMk id="3" creationId="{42142D79-60B4-4A53-8837-6B6B8A5A7D54}"/>
          </ac:spMkLst>
        </pc:spChg>
        <pc:spChg chg="del mod">
          <ac:chgData name="Mykola Kuksa" userId="1056c9f5-bd5e-4aba-85cc-cd2356148781" providerId="ADAL" clId="{8E28B51F-866A-44B1-B772-3C6F4099488F}" dt="2021-02-23T09:40:41.398" v="5666" actId="478"/>
          <ac:spMkLst>
            <pc:docMk/>
            <pc:sldMk cId="556707097" sldId="302"/>
            <ac:spMk id="5" creationId="{D5E29D1A-C5F6-46E3-BCC9-3CBC378AABF6}"/>
          </ac:spMkLst>
        </pc:spChg>
        <pc:spChg chg="add mod">
          <ac:chgData name="Mykola Kuksa" userId="1056c9f5-bd5e-4aba-85cc-cd2356148781" providerId="ADAL" clId="{8E28B51F-866A-44B1-B772-3C6F4099488F}" dt="2021-02-23T11:01:02.961" v="5719" actId="20577"/>
          <ac:spMkLst>
            <pc:docMk/>
            <pc:sldMk cId="556707097" sldId="302"/>
            <ac:spMk id="6" creationId="{264DF734-2CB6-4C67-A9EF-FCACE1482F0F}"/>
          </ac:spMkLst>
        </pc:spChg>
        <pc:spChg chg="add mod">
          <ac:chgData name="Mykola Kuksa" userId="1056c9f5-bd5e-4aba-85cc-cd2356148781" providerId="ADAL" clId="{8E28B51F-866A-44B1-B772-3C6F4099488F}" dt="2021-02-23T10:31:43.013" v="5717" actId="255"/>
          <ac:spMkLst>
            <pc:docMk/>
            <pc:sldMk cId="556707097" sldId="302"/>
            <ac:spMk id="8" creationId="{50E42EA7-323C-479C-810E-C48E6D3364E5}"/>
          </ac:spMkLst>
        </pc:spChg>
      </pc:sldChg>
      <pc:sldChg chg="addSp delSp modSp add mod">
        <pc:chgData name="Mykola Kuksa" userId="1056c9f5-bd5e-4aba-85cc-cd2356148781" providerId="ADAL" clId="{8E28B51F-866A-44B1-B772-3C6F4099488F}" dt="2021-02-23T11:05:49.639" v="5759" actId="14100"/>
        <pc:sldMkLst>
          <pc:docMk/>
          <pc:sldMk cId="609514547" sldId="303"/>
        </pc:sldMkLst>
        <pc:spChg chg="mod">
          <ac:chgData name="Mykola Kuksa" userId="1056c9f5-bd5e-4aba-85cc-cd2356148781" providerId="ADAL" clId="{8E28B51F-866A-44B1-B772-3C6F4099488F}" dt="2021-02-23T10:05:00.094" v="5690" actId="20577"/>
          <ac:spMkLst>
            <pc:docMk/>
            <pc:sldMk cId="609514547" sldId="303"/>
            <ac:spMk id="3" creationId="{42142D79-60B4-4A53-8837-6B6B8A5A7D54}"/>
          </ac:spMkLst>
        </pc:spChg>
        <pc:spChg chg="del mod">
          <ac:chgData name="Mykola Kuksa" userId="1056c9f5-bd5e-4aba-85cc-cd2356148781" providerId="ADAL" clId="{8E28B51F-866A-44B1-B772-3C6F4099488F}" dt="2021-02-23T10:05:02.333" v="5691" actId="478"/>
          <ac:spMkLst>
            <pc:docMk/>
            <pc:sldMk cId="609514547" sldId="303"/>
            <ac:spMk id="5" creationId="{D5E29D1A-C5F6-46E3-BCC9-3CBC378AABF6}"/>
          </ac:spMkLst>
        </pc:spChg>
        <pc:spChg chg="add mod">
          <ac:chgData name="Mykola Kuksa" userId="1056c9f5-bd5e-4aba-85cc-cd2356148781" providerId="ADAL" clId="{8E28B51F-866A-44B1-B772-3C6F4099488F}" dt="2021-02-23T11:05:36.582" v="5757" actId="1076"/>
          <ac:spMkLst>
            <pc:docMk/>
            <pc:sldMk cId="609514547" sldId="303"/>
            <ac:spMk id="6" creationId="{2BD2FA89-2AD8-428C-88C7-FE46E00807D6}"/>
          </ac:spMkLst>
        </pc:spChg>
        <pc:spChg chg="add del mod">
          <ac:chgData name="Mykola Kuksa" userId="1056c9f5-bd5e-4aba-85cc-cd2356148781" providerId="ADAL" clId="{8E28B51F-866A-44B1-B772-3C6F4099488F}" dt="2021-02-23T11:03:54.943" v="5735" actId="478"/>
          <ac:spMkLst>
            <pc:docMk/>
            <pc:sldMk cId="609514547" sldId="303"/>
            <ac:spMk id="8" creationId="{E69AAE2D-3199-473B-B5BB-DADECD61952C}"/>
          </ac:spMkLst>
        </pc:spChg>
        <pc:spChg chg="add del">
          <ac:chgData name="Mykola Kuksa" userId="1056c9f5-bd5e-4aba-85cc-cd2356148781" providerId="ADAL" clId="{8E28B51F-866A-44B1-B772-3C6F4099488F}" dt="2021-02-23T11:03:57.213" v="5737" actId="22"/>
          <ac:spMkLst>
            <pc:docMk/>
            <pc:sldMk cId="609514547" sldId="303"/>
            <ac:spMk id="10" creationId="{D8BEFD8E-AF17-4432-BCB7-C7EA5E7FC794}"/>
          </ac:spMkLst>
        </pc:spChg>
        <pc:spChg chg="add mod">
          <ac:chgData name="Mykola Kuksa" userId="1056c9f5-bd5e-4aba-85cc-cd2356148781" providerId="ADAL" clId="{8E28B51F-866A-44B1-B772-3C6F4099488F}" dt="2021-02-23T11:05:49.639" v="5759" actId="14100"/>
          <ac:spMkLst>
            <pc:docMk/>
            <pc:sldMk cId="609514547" sldId="303"/>
            <ac:spMk id="11" creationId="{786B207E-FC9A-4147-BFC1-900B9A97AECC}"/>
          </ac:spMkLst>
        </pc:spChg>
      </pc:sldChg>
      <pc:sldChg chg="addSp delSp modSp add mod">
        <pc:chgData name="Mykola Kuksa" userId="1056c9f5-bd5e-4aba-85cc-cd2356148781" providerId="ADAL" clId="{8E28B51F-866A-44B1-B772-3C6F4099488F}" dt="2021-02-23T11:43:34.935" v="5794" actId="1076"/>
        <pc:sldMkLst>
          <pc:docMk/>
          <pc:sldMk cId="1644202228" sldId="304"/>
        </pc:sldMkLst>
        <pc:spChg chg="mod">
          <ac:chgData name="Mykola Kuksa" userId="1056c9f5-bd5e-4aba-85cc-cd2356148781" providerId="ADAL" clId="{8E28B51F-866A-44B1-B772-3C6F4099488F}" dt="2021-02-23T11:09:46.345" v="5774" actId="20577"/>
          <ac:spMkLst>
            <pc:docMk/>
            <pc:sldMk cId="1644202228" sldId="304"/>
            <ac:spMk id="3" creationId="{42142D79-60B4-4A53-8837-6B6B8A5A7D54}"/>
          </ac:spMkLst>
        </pc:spChg>
        <pc:spChg chg="del">
          <ac:chgData name="Mykola Kuksa" userId="1056c9f5-bd5e-4aba-85cc-cd2356148781" providerId="ADAL" clId="{8E28B51F-866A-44B1-B772-3C6F4099488F}" dt="2021-02-23T11:08:39.380" v="5761" actId="478"/>
          <ac:spMkLst>
            <pc:docMk/>
            <pc:sldMk cId="1644202228" sldId="304"/>
            <ac:spMk id="5" creationId="{D5E29D1A-C5F6-46E3-BCC9-3CBC378AABF6}"/>
          </ac:spMkLst>
        </pc:spChg>
        <pc:spChg chg="add del mod">
          <ac:chgData name="Mykola Kuksa" userId="1056c9f5-bd5e-4aba-85cc-cd2356148781" providerId="ADAL" clId="{8E28B51F-866A-44B1-B772-3C6F4099488F}" dt="2021-02-23T11:14:51.388" v="5778" actId="478"/>
          <ac:spMkLst>
            <pc:docMk/>
            <pc:sldMk cId="1644202228" sldId="304"/>
            <ac:spMk id="8" creationId="{BBC9740C-8E40-4484-874B-1B80DF8A8635}"/>
          </ac:spMkLst>
        </pc:spChg>
        <pc:spChg chg="add mod">
          <ac:chgData name="Mykola Kuksa" userId="1056c9f5-bd5e-4aba-85cc-cd2356148781" providerId="ADAL" clId="{8E28B51F-866A-44B1-B772-3C6F4099488F}" dt="2021-02-23T11:16:47.189" v="5783" actId="14100"/>
          <ac:spMkLst>
            <pc:docMk/>
            <pc:sldMk cId="1644202228" sldId="304"/>
            <ac:spMk id="9" creationId="{B0814717-8D95-4ADC-9920-A24328FD855B}"/>
          </ac:spMkLst>
        </pc:spChg>
        <pc:spChg chg="add mod">
          <ac:chgData name="Mykola Kuksa" userId="1056c9f5-bd5e-4aba-85cc-cd2356148781" providerId="ADAL" clId="{8E28B51F-866A-44B1-B772-3C6F4099488F}" dt="2021-02-23T11:43:34.935" v="5794" actId="1076"/>
          <ac:spMkLst>
            <pc:docMk/>
            <pc:sldMk cId="1644202228" sldId="304"/>
            <ac:spMk id="10" creationId="{3CC56DA3-3825-4C35-B55D-3AB4844A6794}"/>
          </ac:spMkLst>
        </pc:spChg>
      </pc:sldChg>
      <pc:sldChg chg="addSp delSp modSp new mod modNotesTx">
        <pc:chgData name="Mykola Kuksa" userId="1056c9f5-bd5e-4aba-85cc-cd2356148781" providerId="ADAL" clId="{8E28B51F-866A-44B1-B772-3C6F4099488F}" dt="2021-03-04T22:21:14.117" v="6939" actId="1076"/>
        <pc:sldMkLst>
          <pc:docMk/>
          <pc:sldMk cId="1115900602" sldId="305"/>
        </pc:sldMkLst>
        <pc:spChg chg="mod">
          <ac:chgData name="Mykola Kuksa" userId="1056c9f5-bd5e-4aba-85cc-cd2356148781" providerId="ADAL" clId="{8E28B51F-866A-44B1-B772-3C6F4099488F}" dt="2021-03-04T07:10:37.503" v="5836" actId="20577"/>
          <ac:spMkLst>
            <pc:docMk/>
            <pc:sldMk cId="1115900602" sldId="305"/>
            <ac:spMk id="3" creationId="{223F0DEE-9E1D-4561-B463-F194E470821E}"/>
          </ac:spMkLst>
        </pc:spChg>
        <pc:spChg chg="mod">
          <ac:chgData name="Mykola Kuksa" userId="1056c9f5-bd5e-4aba-85cc-cd2356148781" providerId="ADAL" clId="{8E28B51F-866A-44B1-B772-3C6F4099488F}" dt="2021-03-04T07:10:04.591" v="5828"/>
          <ac:spMkLst>
            <pc:docMk/>
            <pc:sldMk cId="1115900602" sldId="305"/>
            <ac:spMk id="4" creationId="{3BFFF78B-FA80-4AB9-A4B8-B80DEC32BB01}"/>
          </ac:spMkLst>
        </pc:spChg>
        <pc:spChg chg="del mod">
          <ac:chgData name="Mykola Kuksa" userId="1056c9f5-bd5e-4aba-85cc-cd2356148781" providerId="ADAL" clId="{8E28B51F-866A-44B1-B772-3C6F4099488F}" dt="2021-03-04T22:20:28.155" v="6931" actId="478"/>
          <ac:spMkLst>
            <pc:docMk/>
            <pc:sldMk cId="1115900602" sldId="305"/>
            <ac:spMk id="5" creationId="{A2C1C8FC-18FA-4278-AF5D-F58A364AE421}"/>
          </ac:spMkLst>
        </pc:spChg>
        <pc:spChg chg="add del mod">
          <ac:chgData name="Mykola Kuksa" userId="1056c9f5-bd5e-4aba-85cc-cd2356148781" providerId="ADAL" clId="{8E28B51F-866A-44B1-B772-3C6F4099488F}" dt="2021-03-04T22:20:46.613" v="6935" actId="478"/>
          <ac:spMkLst>
            <pc:docMk/>
            <pc:sldMk cId="1115900602" sldId="305"/>
            <ac:spMk id="7" creationId="{2AD94279-27E7-40B0-B90D-9A090BF1295B}"/>
          </ac:spMkLst>
        </pc:spChg>
        <pc:spChg chg="add mod">
          <ac:chgData name="Mykola Kuksa" userId="1056c9f5-bd5e-4aba-85cc-cd2356148781" providerId="ADAL" clId="{8E28B51F-866A-44B1-B772-3C6F4099488F}" dt="2021-03-04T22:21:14.117" v="6939" actId="1076"/>
          <ac:spMkLst>
            <pc:docMk/>
            <pc:sldMk cId="1115900602" sldId="305"/>
            <ac:spMk id="8" creationId="{99EF7E7A-D666-43B3-A688-B069BC686F90}"/>
          </ac:spMkLst>
        </pc:spChg>
      </pc:sldChg>
      <pc:sldChg chg="addSp delSp modSp new mod ord modNotesTx">
        <pc:chgData name="Mykola Kuksa" userId="1056c9f5-bd5e-4aba-85cc-cd2356148781" providerId="ADAL" clId="{8E28B51F-866A-44B1-B772-3C6F4099488F}" dt="2021-03-05T07:50:16.731" v="7032" actId="20577"/>
        <pc:sldMkLst>
          <pc:docMk/>
          <pc:sldMk cId="1890850761" sldId="324"/>
        </pc:sldMkLst>
        <pc:spChg chg="mod">
          <ac:chgData name="Mykola Kuksa" userId="1056c9f5-bd5e-4aba-85cc-cd2356148781" providerId="ADAL" clId="{8E28B51F-866A-44B1-B772-3C6F4099488F}" dt="2021-03-04T11:27:13.201" v="6086" actId="20577"/>
          <ac:spMkLst>
            <pc:docMk/>
            <pc:sldMk cId="1890850761" sldId="324"/>
            <ac:spMk id="3" creationId="{F57F5053-4DB8-4DA5-9DBF-36EADB7713E5}"/>
          </ac:spMkLst>
        </pc:spChg>
        <pc:spChg chg="mod">
          <ac:chgData name="Mykola Kuksa" userId="1056c9f5-bd5e-4aba-85cc-cd2356148781" providerId="ADAL" clId="{8E28B51F-866A-44B1-B772-3C6F4099488F}" dt="2021-03-04T11:31:38.756" v="6116" actId="790"/>
          <ac:spMkLst>
            <pc:docMk/>
            <pc:sldMk cId="1890850761" sldId="324"/>
            <ac:spMk id="4" creationId="{179CCAB6-8D7E-4FBB-8F4C-96944D60507C}"/>
          </ac:spMkLst>
        </pc:spChg>
        <pc:spChg chg="del mod">
          <ac:chgData name="Mykola Kuksa" userId="1056c9f5-bd5e-4aba-85cc-cd2356148781" providerId="ADAL" clId="{8E28B51F-866A-44B1-B772-3C6F4099488F}" dt="2021-03-04T22:13:39.154" v="6915" actId="478"/>
          <ac:spMkLst>
            <pc:docMk/>
            <pc:sldMk cId="1890850761" sldId="324"/>
            <ac:spMk id="5" creationId="{EE7E1B2F-7FA0-4210-99C3-5E0B28E7847F}"/>
          </ac:spMkLst>
        </pc:spChg>
        <pc:spChg chg="add mod">
          <ac:chgData name="Mykola Kuksa" userId="1056c9f5-bd5e-4aba-85cc-cd2356148781" providerId="ADAL" clId="{8E28B51F-866A-44B1-B772-3C6F4099488F}" dt="2021-03-04T22:18:46.748" v="6930" actId="14100"/>
          <ac:spMkLst>
            <pc:docMk/>
            <pc:sldMk cId="1890850761" sldId="324"/>
            <ac:spMk id="6" creationId="{604C65E0-554F-4985-BB54-22BEEB07EFE1}"/>
          </ac:spMkLst>
        </pc:spChg>
      </pc:sldChg>
      <pc:sldChg chg="modSp add mod modNotesTx">
        <pc:chgData name="Mykola Kuksa" userId="1056c9f5-bd5e-4aba-85cc-cd2356148781" providerId="ADAL" clId="{8E28B51F-866A-44B1-B772-3C6F4099488F}" dt="2021-03-05T07:55:23.312" v="7062" actId="20577"/>
        <pc:sldMkLst>
          <pc:docMk/>
          <pc:sldMk cId="3214544080" sldId="325"/>
        </pc:sldMkLst>
        <pc:spChg chg="mod">
          <ac:chgData name="Mykola Kuksa" userId="1056c9f5-bd5e-4aba-85cc-cd2356148781" providerId="ADAL" clId="{8E28B51F-866A-44B1-B772-3C6F4099488F}" dt="2021-03-04T11:46:32.256" v="6150" actId="313"/>
          <ac:spMkLst>
            <pc:docMk/>
            <pc:sldMk cId="3214544080" sldId="325"/>
            <ac:spMk id="3" creationId="{0A0D1020-7A60-4602-8A6D-6DB09073B25E}"/>
          </ac:spMkLst>
        </pc:spChg>
        <pc:spChg chg="mod">
          <ac:chgData name="Mykola Kuksa" userId="1056c9f5-bd5e-4aba-85cc-cd2356148781" providerId="ADAL" clId="{8E28B51F-866A-44B1-B772-3C6F4099488F}" dt="2021-03-04T11:45:49.519" v="6120"/>
          <ac:spMkLst>
            <pc:docMk/>
            <pc:sldMk cId="3214544080" sldId="325"/>
            <ac:spMk id="4" creationId="{96468D50-4DC1-4B0C-8365-8D79678092CA}"/>
          </ac:spMkLst>
        </pc:spChg>
      </pc:sldChg>
      <pc:sldChg chg="addSp delSp modSp add mod ord modNotesTx">
        <pc:chgData name="Mykola Kuksa" userId="1056c9f5-bd5e-4aba-85cc-cd2356148781" providerId="ADAL" clId="{8E28B51F-866A-44B1-B772-3C6F4099488F}" dt="2021-03-05T07:52:58.594" v="7053" actId="20577"/>
        <pc:sldMkLst>
          <pc:docMk/>
          <pc:sldMk cId="1454291421" sldId="326"/>
        </pc:sldMkLst>
        <pc:spChg chg="mod">
          <ac:chgData name="Mykola Kuksa" userId="1056c9f5-bd5e-4aba-85cc-cd2356148781" providerId="ADAL" clId="{8E28B51F-866A-44B1-B772-3C6F4099488F}" dt="2021-03-04T22:57:52.540" v="6984" actId="6549"/>
          <ac:spMkLst>
            <pc:docMk/>
            <pc:sldMk cId="1454291421" sldId="326"/>
            <ac:spMk id="3" creationId="{6F04E7A1-61CC-4816-8F46-8AF4B04E82C4}"/>
          </ac:spMkLst>
        </pc:spChg>
        <pc:spChg chg="add del mod">
          <ac:chgData name="Mykola Kuksa" userId="1056c9f5-bd5e-4aba-85cc-cd2356148781" providerId="ADAL" clId="{8E28B51F-866A-44B1-B772-3C6F4099488F}" dt="2021-03-04T23:01:50.786" v="6986" actId="478"/>
          <ac:spMkLst>
            <pc:docMk/>
            <pc:sldMk cId="1454291421" sldId="326"/>
            <ac:spMk id="6" creationId="{87320397-AB25-4925-811F-B60F333260C8}"/>
          </ac:spMkLst>
        </pc:spChg>
        <pc:spChg chg="add mod">
          <ac:chgData name="Mykola Kuksa" userId="1056c9f5-bd5e-4aba-85cc-cd2356148781" providerId="ADAL" clId="{8E28B51F-866A-44B1-B772-3C6F4099488F}" dt="2021-03-04T23:02:24.990" v="6993" actId="14100"/>
          <ac:spMkLst>
            <pc:docMk/>
            <pc:sldMk cId="1454291421" sldId="326"/>
            <ac:spMk id="8" creationId="{B5D944F6-594B-4DB6-9686-DCCAAE522E53}"/>
          </ac:spMkLst>
        </pc:spChg>
        <pc:picChg chg="del">
          <ac:chgData name="Mykola Kuksa" userId="1056c9f5-bd5e-4aba-85cc-cd2356148781" providerId="ADAL" clId="{8E28B51F-866A-44B1-B772-3C6F4099488F}" dt="2021-03-04T23:01:45.689" v="6985" actId="478"/>
          <ac:picMkLst>
            <pc:docMk/>
            <pc:sldMk cId="1454291421" sldId="326"/>
            <ac:picMk id="7" creationId="{69AAD2CA-19A6-4A40-95F7-F6C934F5585F}"/>
          </ac:picMkLst>
        </pc:picChg>
        <pc:picChg chg="mod">
          <ac:chgData name="Mykola Kuksa" userId="1056c9f5-bd5e-4aba-85cc-cd2356148781" providerId="ADAL" clId="{8E28B51F-866A-44B1-B772-3C6F4099488F}" dt="2021-03-04T23:02:31.762" v="6994" actId="1076"/>
          <ac:picMkLst>
            <pc:docMk/>
            <pc:sldMk cId="1454291421" sldId="326"/>
            <ac:picMk id="9" creationId="{53992F9D-085A-48FD-927C-C3CB79AF6298}"/>
          </ac:picMkLst>
        </pc:picChg>
      </pc:sldChg>
    </pc:docChg>
  </pc:docChgLst>
  <pc:docChgLst>
    <pc:chgData name="Valeriia Kobzar (VRKR)" userId="S::vrkr@simcorp.com::abeb4f95-95bb-4875-81dd-0cbce4da8295" providerId="AD" clId="Web-{1E8D1935-74CE-30E1-BE88-F9EDDF0C460C}"/>
    <pc:docChg chg="modSld">
      <pc:chgData name="Valeriia Kobzar (VRKR)" userId="S::vrkr@simcorp.com::abeb4f95-95bb-4875-81dd-0cbce4da8295" providerId="AD" clId="Web-{1E8D1935-74CE-30E1-BE88-F9EDDF0C460C}" dt="2021-11-05T11:41:37.392" v="1" actId="20577"/>
      <pc:docMkLst>
        <pc:docMk/>
      </pc:docMkLst>
      <pc:sldChg chg="modSp">
        <pc:chgData name="Valeriia Kobzar (VRKR)" userId="S::vrkr@simcorp.com::abeb4f95-95bb-4875-81dd-0cbce4da8295" providerId="AD" clId="Web-{1E8D1935-74CE-30E1-BE88-F9EDDF0C460C}" dt="2021-11-05T11:41:37.392" v="1" actId="20577"/>
        <pc:sldMkLst>
          <pc:docMk/>
          <pc:sldMk cId="525279977" sldId="256"/>
        </pc:sldMkLst>
        <pc:spChg chg="mod">
          <ac:chgData name="Valeriia Kobzar (VRKR)" userId="S::vrkr@simcorp.com::abeb4f95-95bb-4875-81dd-0cbce4da8295" providerId="AD" clId="Web-{1E8D1935-74CE-30E1-BE88-F9EDDF0C460C}" dt="2021-11-05T11:41:37.392" v="1" actId="20577"/>
          <ac:spMkLst>
            <pc:docMk/>
            <pc:sldMk cId="525279977" sldId="256"/>
            <ac:spMk id="5" creationId="{3F26BBC0-55E0-4EA1-B967-6CE1D18774D8}"/>
          </ac:spMkLst>
        </pc:spChg>
      </pc:sldChg>
    </pc:docChg>
  </pc:docChgLst>
  <pc:docChgLst>
    <pc:chgData name="Serhii Litvinov" userId="13e31772-44c1-46fd-b5ca-e73152eb6195" providerId="ADAL" clId="{25613EA0-5594-4530-A12D-B8E3AB2C72FD}"/>
    <pc:docChg chg="custSel addSld delSld modSld">
      <pc:chgData name="Serhii Litvinov" userId="13e31772-44c1-46fd-b5ca-e73152eb6195" providerId="ADAL" clId="{25613EA0-5594-4530-A12D-B8E3AB2C72FD}" dt="2021-06-14T13:50:50.643" v="53" actId="20577"/>
      <pc:docMkLst>
        <pc:docMk/>
      </pc:docMkLst>
      <pc:sldChg chg="del">
        <pc:chgData name="Serhii Litvinov" userId="13e31772-44c1-46fd-b5ca-e73152eb6195" providerId="ADAL" clId="{25613EA0-5594-4530-A12D-B8E3AB2C72FD}" dt="2021-06-14T08:14:27.892" v="0" actId="2696"/>
        <pc:sldMkLst>
          <pc:docMk/>
          <pc:sldMk cId="3160067585" sldId="263"/>
        </pc:sldMkLst>
      </pc:sldChg>
      <pc:sldChg chg="modSp mod">
        <pc:chgData name="Serhii Litvinov" userId="13e31772-44c1-46fd-b5ca-e73152eb6195" providerId="ADAL" clId="{25613EA0-5594-4530-A12D-B8E3AB2C72FD}" dt="2021-06-14T13:24:43.522" v="52"/>
        <pc:sldMkLst>
          <pc:docMk/>
          <pc:sldMk cId="2858231511" sldId="269"/>
        </pc:sldMkLst>
        <pc:spChg chg="mod">
          <ac:chgData name="Serhii Litvinov" userId="13e31772-44c1-46fd-b5ca-e73152eb6195" providerId="ADAL" clId="{25613EA0-5594-4530-A12D-B8E3AB2C72FD}" dt="2021-06-14T13:24:43.522" v="52"/>
          <ac:spMkLst>
            <pc:docMk/>
            <pc:sldMk cId="2858231511" sldId="269"/>
            <ac:spMk id="5" creationId="{D5E29D1A-C5F6-46E3-BCC9-3CBC378AABF6}"/>
          </ac:spMkLst>
        </pc:spChg>
      </pc:sldChg>
      <pc:sldChg chg="modSp add del mod">
        <pc:chgData name="Serhii Litvinov" userId="13e31772-44c1-46fd-b5ca-e73152eb6195" providerId="ADAL" clId="{25613EA0-5594-4530-A12D-B8E3AB2C72FD}" dt="2021-06-14T09:09:12.621" v="43" actId="20577"/>
        <pc:sldMkLst>
          <pc:docMk/>
          <pc:sldMk cId="4132671527" sldId="280"/>
        </pc:sldMkLst>
        <pc:spChg chg="mod">
          <ac:chgData name="Serhii Litvinov" userId="13e31772-44c1-46fd-b5ca-e73152eb6195" providerId="ADAL" clId="{25613EA0-5594-4530-A12D-B8E3AB2C72FD}" dt="2021-06-14T09:08:56.302" v="35" actId="20577"/>
          <ac:spMkLst>
            <pc:docMk/>
            <pc:sldMk cId="4132671527" sldId="280"/>
            <ac:spMk id="3" creationId="{DF5FFA59-D72C-4ECD-8ECA-361EDDCCE87A}"/>
          </ac:spMkLst>
        </pc:spChg>
        <pc:spChg chg="mod">
          <ac:chgData name="Serhii Litvinov" userId="13e31772-44c1-46fd-b5ca-e73152eb6195" providerId="ADAL" clId="{25613EA0-5594-4530-A12D-B8E3AB2C72FD}" dt="2021-06-14T09:09:12.621" v="43" actId="20577"/>
          <ac:spMkLst>
            <pc:docMk/>
            <pc:sldMk cId="4132671527" sldId="280"/>
            <ac:spMk id="4" creationId="{893201C4-D941-48FD-96D5-0B57DCCFE0DA}"/>
          </ac:spMkLst>
        </pc:spChg>
      </pc:sldChg>
      <pc:sldChg chg="del">
        <pc:chgData name="Serhii Litvinov" userId="13e31772-44c1-46fd-b5ca-e73152eb6195" providerId="ADAL" clId="{25613EA0-5594-4530-A12D-B8E3AB2C72FD}" dt="2021-06-14T08:14:27.892" v="0" actId="2696"/>
        <pc:sldMkLst>
          <pc:docMk/>
          <pc:sldMk cId="962962319" sldId="283"/>
        </pc:sldMkLst>
      </pc:sldChg>
      <pc:sldChg chg="del">
        <pc:chgData name="Serhii Litvinov" userId="13e31772-44c1-46fd-b5ca-e73152eb6195" providerId="ADAL" clId="{25613EA0-5594-4530-A12D-B8E3AB2C72FD}" dt="2021-06-14T08:14:27.892" v="0" actId="2696"/>
        <pc:sldMkLst>
          <pc:docMk/>
          <pc:sldMk cId="3064197403" sldId="284"/>
        </pc:sldMkLst>
      </pc:sldChg>
      <pc:sldChg chg="del">
        <pc:chgData name="Serhii Litvinov" userId="13e31772-44c1-46fd-b5ca-e73152eb6195" providerId="ADAL" clId="{25613EA0-5594-4530-A12D-B8E3AB2C72FD}" dt="2021-06-14T08:14:27.892" v="0" actId="2696"/>
        <pc:sldMkLst>
          <pc:docMk/>
          <pc:sldMk cId="2450679538" sldId="286"/>
        </pc:sldMkLst>
      </pc:sldChg>
      <pc:sldChg chg="del">
        <pc:chgData name="Serhii Litvinov" userId="13e31772-44c1-46fd-b5ca-e73152eb6195" providerId="ADAL" clId="{25613EA0-5594-4530-A12D-B8E3AB2C72FD}" dt="2021-06-14T08:14:27.892" v="0" actId="2696"/>
        <pc:sldMkLst>
          <pc:docMk/>
          <pc:sldMk cId="2652195965" sldId="287"/>
        </pc:sldMkLst>
      </pc:sldChg>
      <pc:sldChg chg="del">
        <pc:chgData name="Serhii Litvinov" userId="13e31772-44c1-46fd-b5ca-e73152eb6195" providerId="ADAL" clId="{25613EA0-5594-4530-A12D-B8E3AB2C72FD}" dt="2021-06-14T08:14:42.369" v="1" actId="2696"/>
        <pc:sldMkLst>
          <pc:docMk/>
          <pc:sldMk cId="2513715054" sldId="297"/>
        </pc:sldMkLst>
      </pc:sldChg>
      <pc:sldChg chg="add del">
        <pc:chgData name="Serhii Litvinov" userId="13e31772-44c1-46fd-b5ca-e73152eb6195" providerId="ADAL" clId="{25613EA0-5594-4530-A12D-B8E3AB2C72FD}" dt="2021-06-14T08:14:49.761" v="2"/>
        <pc:sldMkLst>
          <pc:docMk/>
          <pc:sldMk cId="2416452543" sldId="298"/>
        </pc:sldMkLst>
      </pc:sldChg>
      <pc:sldChg chg="modSp mod">
        <pc:chgData name="Serhii Litvinov" userId="13e31772-44c1-46fd-b5ca-e73152eb6195" providerId="ADAL" clId="{25613EA0-5594-4530-A12D-B8E3AB2C72FD}" dt="2021-06-14T13:50:50.643" v="53" actId="20577"/>
        <pc:sldMkLst>
          <pc:docMk/>
          <pc:sldMk cId="609514547" sldId="303"/>
        </pc:sldMkLst>
        <pc:spChg chg="mod">
          <ac:chgData name="Serhii Litvinov" userId="13e31772-44c1-46fd-b5ca-e73152eb6195" providerId="ADAL" clId="{25613EA0-5594-4530-A12D-B8E3AB2C72FD}" dt="2021-06-14T13:50:50.643" v="53" actId="20577"/>
          <ac:spMkLst>
            <pc:docMk/>
            <pc:sldMk cId="609514547" sldId="303"/>
            <ac:spMk id="6" creationId="{2BD2FA89-2AD8-428C-88C7-FE46E00807D6}"/>
          </ac:spMkLst>
        </pc:spChg>
      </pc:sldChg>
      <pc:sldChg chg="del">
        <pc:chgData name="Serhii Litvinov" userId="13e31772-44c1-46fd-b5ca-e73152eb6195" providerId="ADAL" clId="{25613EA0-5594-4530-A12D-B8E3AB2C72FD}" dt="2021-06-14T08:14:27.892" v="0" actId="2696"/>
        <pc:sldMkLst>
          <pc:docMk/>
          <pc:sldMk cId="3473573010" sldId="306"/>
        </pc:sldMkLst>
      </pc:sldChg>
      <pc:sldChg chg="del">
        <pc:chgData name="Serhii Litvinov" userId="13e31772-44c1-46fd-b5ca-e73152eb6195" providerId="ADAL" clId="{25613EA0-5594-4530-A12D-B8E3AB2C72FD}" dt="2021-06-14T08:14:27.892" v="0" actId="2696"/>
        <pc:sldMkLst>
          <pc:docMk/>
          <pc:sldMk cId="1344436795" sldId="308"/>
        </pc:sldMkLst>
      </pc:sldChg>
      <pc:sldChg chg="del">
        <pc:chgData name="Serhii Litvinov" userId="13e31772-44c1-46fd-b5ca-e73152eb6195" providerId="ADAL" clId="{25613EA0-5594-4530-A12D-B8E3AB2C72FD}" dt="2021-06-14T08:14:27.892" v="0" actId="2696"/>
        <pc:sldMkLst>
          <pc:docMk/>
          <pc:sldMk cId="1721163853" sldId="309"/>
        </pc:sldMkLst>
      </pc:sldChg>
      <pc:sldChg chg="del">
        <pc:chgData name="Serhii Litvinov" userId="13e31772-44c1-46fd-b5ca-e73152eb6195" providerId="ADAL" clId="{25613EA0-5594-4530-A12D-B8E3AB2C72FD}" dt="2021-06-14T08:14:27.892" v="0" actId="2696"/>
        <pc:sldMkLst>
          <pc:docMk/>
          <pc:sldMk cId="3185873640" sldId="310"/>
        </pc:sldMkLst>
      </pc:sldChg>
      <pc:sldChg chg="del">
        <pc:chgData name="Serhii Litvinov" userId="13e31772-44c1-46fd-b5ca-e73152eb6195" providerId="ADAL" clId="{25613EA0-5594-4530-A12D-B8E3AB2C72FD}" dt="2021-06-14T08:14:27.892" v="0" actId="2696"/>
        <pc:sldMkLst>
          <pc:docMk/>
          <pc:sldMk cId="1372964837" sldId="311"/>
        </pc:sldMkLst>
      </pc:sldChg>
      <pc:sldChg chg="del">
        <pc:chgData name="Serhii Litvinov" userId="13e31772-44c1-46fd-b5ca-e73152eb6195" providerId="ADAL" clId="{25613EA0-5594-4530-A12D-B8E3AB2C72FD}" dt="2021-06-14T08:14:27.892" v="0" actId="2696"/>
        <pc:sldMkLst>
          <pc:docMk/>
          <pc:sldMk cId="798256101" sldId="312"/>
        </pc:sldMkLst>
      </pc:sldChg>
      <pc:sldChg chg="del">
        <pc:chgData name="Serhii Litvinov" userId="13e31772-44c1-46fd-b5ca-e73152eb6195" providerId="ADAL" clId="{25613EA0-5594-4530-A12D-B8E3AB2C72FD}" dt="2021-06-14T08:14:27.892" v="0" actId="2696"/>
        <pc:sldMkLst>
          <pc:docMk/>
          <pc:sldMk cId="586838209" sldId="313"/>
        </pc:sldMkLst>
      </pc:sldChg>
      <pc:sldChg chg="del">
        <pc:chgData name="Serhii Litvinov" userId="13e31772-44c1-46fd-b5ca-e73152eb6195" providerId="ADAL" clId="{25613EA0-5594-4530-A12D-B8E3AB2C72FD}" dt="2021-06-14T08:14:27.892" v="0" actId="2696"/>
        <pc:sldMkLst>
          <pc:docMk/>
          <pc:sldMk cId="717009209" sldId="314"/>
        </pc:sldMkLst>
      </pc:sldChg>
      <pc:sldChg chg="del">
        <pc:chgData name="Serhii Litvinov" userId="13e31772-44c1-46fd-b5ca-e73152eb6195" providerId="ADAL" clId="{25613EA0-5594-4530-A12D-B8E3AB2C72FD}" dt="2021-06-14T08:14:27.892" v="0" actId="2696"/>
        <pc:sldMkLst>
          <pc:docMk/>
          <pc:sldMk cId="3502177656" sldId="318"/>
        </pc:sldMkLst>
      </pc:sldChg>
      <pc:sldChg chg="del">
        <pc:chgData name="Serhii Litvinov" userId="13e31772-44c1-46fd-b5ca-e73152eb6195" providerId="ADAL" clId="{25613EA0-5594-4530-A12D-B8E3AB2C72FD}" dt="2021-06-14T08:14:27.892" v="0" actId="2696"/>
        <pc:sldMkLst>
          <pc:docMk/>
          <pc:sldMk cId="2314738549" sldId="319"/>
        </pc:sldMkLst>
      </pc:sldChg>
      <pc:sldChg chg="del">
        <pc:chgData name="Serhii Litvinov" userId="13e31772-44c1-46fd-b5ca-e73152eb6195" providerId="ADAL" clId="{25613EA0-5594-4530-A12D-B8E3AB2C72FD}" dt="2021-06-14T08:14:27.892" v="0" actId="2696"/>
        <pc:sldMkLst>
          <pc:docMk/>
          <pc:sldMk cId="1155251724" sldId="320"/>
        </pc:sldMkLst>
      </pc:sldChg>
      <pc:sldChg chg="del">
        <pc:chgData name="Serhii Litvinov" userId="13e31772-44c1-46fd-b5ca-e73152eb6195" providerId="ADAL" clId="{25613EA0-5594-4530-A12D-B8E3AB2C72FD}" dt="2021-06-14T08:14:27.892" v="0" actId="2696"/>
        <pc:sldMkLst>
          <pc:docMk/>
          <pc:sldMk cId="2439768973" sldId="321"/>
        </pc:sldMkLst>
      </pc:sldChg>
      <pc:sldChg chg="del">
        <pc:chgData name="Serhii Litvinov" userId="13e31772-44c1-46fd-b5ca-e73152eb6195" providerId="ADAL" clId="{25613EA0-5594-4530-A12D-B8E3AB2C72FD}" dt="2021-06-14T08:14:27.892" v="0" actId="2696"/>
        <pc:sldMkLst>
          <pc:docMk/>
          <pc:sldMk cId="2961047218" sldId="322"/>
        </pc:sldMkLst>
      </pc:sldChg>
      <pc:sldChg chg="del">
        <pc:chgData name="Serhii Litvinov" userId="13e31772-44c1-46fd-b5ca-e73152eb6195" providerId="ADAL" clId="{25613EA0-5594-4530-A12D-B8E3AB2C72FD}" dt="2021-06-14T08:14:27.892" v="0" actId="2696"/>
        <pc:sldMkLst>
          <pc:docMk/>
          <pc:sldMk cId="1193098598" sldId="323"/>
        </pc:sldMkLst>
      </pc:sldChg>
      <pc:sldChg chg="del">
        <pc:chgData name="Serhii Litvinov" userId="13e31772-44c1-46fd-b5ca-e73152eb6195" providerId="ADAL" clId="{25613EA0-5594-4530-A12D-B8E3AB2C72FD}" dt="2021-06-14T08:14:27.892" v="0" actId="2696"/>
        <pc:sldMkLst>
          <pc:docMk/>
          <pc:sldMk cId="1771216503" sldId="327"/>
        </pc:sldMkLst>
      </pc:sldChg>
      <pc:sldChg chg="new del">
        <pc:chgData name="Serhii Litvinov" userId="13e31772-44c1-46fd-b5ca-e73152eb6195" providerId="ADAL" clId="{25613EA0-5594-4530-A12D-B8E3AB2C72FD}" dt="2021-06-14T09:08:36.314" v="5" actId="2696"/>
        <pc:sldMkLst>
          <pc:docMk/>
          <pc:sldMk cId="3178395971" sldId="327"/>
        </pc:sldMkLst>
      </pc:sldChg>
      <pc:sldChg chg="del">
        <pc:chgData name="Serhii Litvinov" userId="13e31772-44c1-46fd-b5ca-e73152eb6195" providerId="ADAL" clId="{25613EA0-5594-4530-A12D-B8E3AB2C72FD}" dt="2021-06-14T08:14:27.892" v="0" actId="2696"/>
        <pc:sldMkLst>
          <pc:docMk/>
          <pc:sldMk cId="614594458" sldId="328"/>
        </pc:sldMkLst>
      </pc:sldChg>
      <pc:sldChg chg="del">
        <pc:chgData name="Serhii Litvinov" userId="13e31772-44c1-46fd-b5ca-e73152eb6195" providerId="ADAL" clId="{25613EA0-5594-4530-A12D-B8E3AB2C72FD}" dt="2021-06-14T08:14:27.892" v="0" actId="2696"/>
        <pc:sldMkLst>
          <pc:docMk/>
          <pc:sldMk cId="1526424825" sldId="329"/>
        </pc:sldMkLst>
      </pc:sldChg>
    </pc:docChg>
  </pc:docChgLst>
  <pc:docChgLst>
    <pc:chgData name="Mykola Kuksa" userId="1056c9f5-bd5e-4aba-85cc-cd2356148781" providerId="ADAL" clId="{E76404E1-5880-4033-8D63-7C1B45D5CD18}"/>
    <pc:docChg chg="undo custSel addSld modSld sldOrd">
      <pc:chgData name="Mykola Kuksa" userId="1056c9f5-bd5e-4aba-85cc-cd2356148781" providerId="ADAL" clId="{E76404E1-5880-4033-8D63-7C1B45D5CD18}" dt="2021-06-15T08:37:50.329" v="36" actId="1076"/>
      <pc:docMkLst>
        <pc:docMk/>
      </pc:docMkLst>
      <pc:sldChg chg="add">
        <pc:chgData name="Mykola Kuksa" userId="1056c9f5-bd5e-4aba-85cc-cd2356148781" providerId="ADAL" clId="{E76404E1-5880-4033-8D63-7C1B45D5CD18}" dt="2021-06-15T07:52:49.384" v="6"/>
        <pc:sldMkLst>
          <pc:docMk/>
          <pc:sldMk cId="2867949557" sldId="257"/>
        </pc:sldMkLst>
      </pc:sldChg>
      <pc:sldChg chg="add">
        <pc:chgData name="Mykola Kuksa" userId="1056c9f5-bd5e-4aba-85cc-cd2356148781" providerId="ADAL" clId="{E76404E1-5880-4033-8D63-7C1B45D5CD18}" dt="2021-06-15T08:21:10.318" v="8"/>
        <pc:sldMkLst>
          <pc:docMk/>
          <pc:sldMk cId="247515438" sldId="258"/>
        </pc:sldMkLst>
      </pc:sldChg>
      <pc:sldChg chg="mod modShow">
        <pc:chgData name="Mykola Kuksa" userId="1056c9f5-bd5e-4aba-85cc-cd2356148781" providerId="ADAL" clId="{E76404E1-5880-4033-8D63-7C1B45D5CD18}" dt="2021-06-15T08:06:34.913" v="7" actId="729"/>
        <pc:sldMkLst>
          <pc:docMk/>
          <pc:sldMk cId="2468968188" sldId="267"/>
        </pc:sldMkLst>
      </pc:sldChg>
      <pc:sldChg chg="addSp delSp modSp mod ord">
        <pc:chgData name="Mykola Kuksa" userId="1056c9f5-bd5e-4aba-85cc-cd2356148781" providerId="ADAL" clId="{E76404E1-5880-4033-8D63-7C1B45D5CD18}" dt="2021-06-15T08:37:50.329" v="36" actId="1076"/>
        <pc:sldMkLst>
          <pc:docMk/>
          <pc:sldMk cId="4093627280" sldId="276"/>
        </pc:sldMkLst>
        <pc:spChg chg="add del">
          <ac:chgData name="Mykola Kuksa" userId="1056c9f5-bd5e-4aba-85cc-cd2356148781" providerId="ADAL" clId="{E76404E1-5880-4033-8D63-7C1B45D5CD18}" dt="2021-06-15T07:52:20.951" v="5" actId="22"/>
          <ac:spMkLst>
            <pc:docMk/>
            <pc:sldMk cId="4093627280" sldId="276"/>
            <ac:spMk id="8" creationId="{0103BB98-AD37-4CD8-8F70-19C2EFE039A8}"/>
          </ac:spMkLst>
        </pc:spChg>
        <pc:spChg chg="add del mod">
          <ac:chgData name="Mykola Kuksa" userId="1056c9f5-bd5e-4aba-85cc-cd2356148781" providerId="ADAL" clId="{E76404E1-5880-4033-8D63-7C1B45D5CD18}" dt="2021-06-15T08:37:00.690" v="13" actId="478"/>
          <ac:spMkLst>
            <pc:docMk/>
            <pc:sldMk cId="4093627280" sldId="276"/>
            <ac:spMk id="9" creationId="{D382C8AA-861A-4092-AFB3-ECDE6BA534EB}"/>
          </ac:spMkLst>
        </pc:spChg>
        <pc:spChg chg="add mod">
          <ac:chgData name="Mykola Kuksa" userId="1056c9f5-bd5e-4aba-85cc-cd2356148781" providerId="ADAL" clId="{E76404E1-5880-4033-8D63-7C1B45D5CD18}" dt="2021-06-15T08:37:50.329" v="36" actId="1076"/>
          <ac:spMkLst>
            <pc:docMk/>
            <pc:sldMk cId="4093627280" sldId="276"/>
            <ac:spMk id="10" creationId="{578E0E9C-DCF7-454E-96D4-76E5CD23AB08}"/>
          </ac:spMkLst>
        </pc:spChg>
        <pc:picChg chg="del">
          <ac:chgData name="Mykola Kuksa" userId="1056c9f5-bd5e-4aba-85cc-cd2356148781" providerId="ADAL" clId="{E76404E1-5880-4033-8D63-7C1B45D5CD18}" dt="2021-06-15T08:36:55.465" v="11" actId="478"/>
          <ac:picMkLst>
            <pc:docMk/>
            <pc:sldMk cId="4093627280" sldId="276"/>
            <ac:picMk id="7" creationId="{7E9BA325-DCAB-4F28-B797-68610654DB4B}"/>
          </ac:picMkLst>
        </pc:picChg>
      </pc:sldChg>
      <pc:sldChg chg="modNotesTx">
        <pc:chgData name="Mykola Kuksa" userId="1056c9f5-bd5e-4aba-85cc-cd2356148781" providerId="ADAL" clId="{E76404E1-5880-4033-8D63-7C1B45D5CD18}" dt="2021-06-15T06:56:02.610" v="1" actId="20577"/>
        <pc:sldMkLst>
          <pc:docMk/>
          <pc:sldMk cId="999503263" sldId="330"/>
        </pc:sldMkLst>
      </pc:sldChg>
    </pc:docChg>
  </pc:docChgLst>
  <pc:docChgLst>
    <pc:chgData name="Mykola Kuksa" userId="1056c9f5-bd5e-4aba-85cc-cd2356148781" providerId="ADAL" clId="{195175A8-1D09-4A3B-B2D6-EEAB2A773657}"/>
    <pc:docChg chg="undo redo custSel addSld delSld modSld sldOrd">
      <pc:chgData name="Mykola Kuksa" userId="1056c9f5-bd5e-4aba-85cc-cd2356148781" providerId="ADAL" clId="{195175A8-1D09-4A3B-B2D6-EEAB2A773657}" dt="2021-06-15T05:50:12.784" v="8653" actId="1076"/>
      <pc:docMkLst>
        <pc:docMk/>
      </pc:docMkLst>
      <pc:sldChg chg="modSp del mod ord">
        <pc:chgData name="Mykola Kuksa" userId="1056c9f5-bd5e-4aba-85cc-cd2356148781" providerId="ADAL" clId="{195175A8-1D09-4A3B-B2D6-EEAB2A773657}" dt="2021-06-15T05:21:31.963" v="8519" actId="47"/>
        <pc:sldMkLst>
          <pc:docMk/>
          <pc:sldMk cId="102219210" sldId="260"/>
        </pc:sldMkLst>
        <pc:spChg chg="mod">
          <ac:chgData name="Mykola Kuksa" userId="1056c9f5-bd5e-4aba-85cc-cd2356148781" providerId="ADAL" clId="{195175A8-1D09-4A3B-B2D6-EEAB2A773657}" dt="2021-06-15T05:20:37.375" v="8512"/>
          <ac:spMkLst>
            <pc:docMk/>
            <pc:sldMk cId="102219210" sldId="260"/>
            <ac:spMk id="4" creationId="{355A3058-162C-4D38-A960-00BB0B211920}"/>
          </ac:spMkLst>
        </pc:spChg>
      </pc:sldChg>
      <pc:sldChg chg="ord">
        <pc:chgData name="Mykola Kuksa" userId="1056c9f5-bd5e-4aba-85cc-cd2356148781" providerId="ADAL" clId="{195175A8-1D09-4A3B-B2D6-EEAB2A773657}" dt="2021-06-14T11:42:49.126" v="1781"/>
        <pc:sldMkLst>
          <pc:docMk/>
          <pc:sldMk cId="3214163513" sldId="261"/>
        </pc:sldMkLst>
      </pc:sldChg>
      <pc:sldChg chg="ord">
        <pc:chgData name="Mykola Kuksa" userId="1056c9f5-bd5e-4aba-85cc-cd2356148781" providerId="ADAL" clId="{195175A8-1D09-4A3B-B2D6-EEAB2A773657}" dt="2021-06-14T11:02:19.923" v="737"/>
        <pc:sldMkLst>
          <pc:docMk/>
          <pc:sldMk cId="3100334276" sldId="264"/>
        </pc:sldMkLst>
      </pc:sldChg>
      <pc:sldChg chg="ord">
        <pc:chgData name="Mykola Kuksa" userId="1056c9f5-bd5e-4aba-85cc-cd2356148781" providerId="ADAL" clId="{195175A8-1D09-4A3B-B2D6-EEAB2A773657}" dt="2021-06-14T11:02:19.923" v="737"/>
        <pc:sldMkLst>
          <pc:docMk/>
          <pc:sldMk cId="349145008" sldId="266"/>
        </pc:sldMkLst>
      </pc:sldChg>
      <pc:sldChg chg="modSp mod">
        <pc:chgData name="Mykola Kuksa" userId="1056c9f5-bd5e-4aba-85cc-cd2356148781" providerId="ADAL" clId="{195175A8-1D09-4A3B-B2D6-EEAB2A773657}" dt="2021-06-14T15:35:18.273" v="6193" actId="313"/>
        <pc:sldMkLst>
          <pc:docMk/>
          <pc:sldMk cId="221990112" sldId="268"/>
        </pc:sldMkLst>
        <pc:spChg chg="mod">
          <ac:chgData name="Mykola Kuksa" userId="1056c9f5-bd5e-4aba-85cc-cd2356148781" providerId="ADAL" clId="{195175A8-1D09-4A3B-B2D6-EEAB2A773657}" dt="2021-06-14T10:46:14.141" v="67" actId="20577"/>
          <ac:spMkLst>
            <pc:docMk/>
            <pc:sldMk cId="221990112" sldId="268"/>
            <ac:spMk id="3" creationId="{42142D79-60B4-4A53-8837-6B6B8A5A7D54}"/>
          </ac:spMkLst>
        </pc:spChg>
        <pc:spChg chg="mod">
          <ac:chgData name="Mykola Kuksa" userId="1056c9f5-bd5e-4aba-85cc-cd2356148781" providerId="ADAL" clId="{195175A8-1D09-4A3B-B2D6-EEAB2A773657}" dt="2021-06-14T15:35:18.273" v="6193" actId="313"/>
          <ac:spMkLst>
            <pc:docMk/>
            <pc:sldMk cId="221990112" sldId="268"/>
            <ac:spMk id="5" creationId="{D5E29D1A-C5F6-46E3-BCC9-3CBC378AABF6}"/>
          </ac:spMkLst>
        </pc:spChg>
      </pc:sldChg>
      <pc:sldChg chg="modSp mod">
        <pc:chgData name="Mykola Kuksa" userId="1056c9f5-bd5e-4aba-85cc-cd2356148781" providerId="ADAL" clId="{195175A8-1D09-4A3B-B2D6-EEAB2A773657}" dt="2021-06-14T13:34:28.895" v="3956" actId="20577"/>
        <pc:sldMkLst>
          <pc:docMk/>
          <pc:sldMk cId="2858231511" sldId="269"/>
        </pc:sldMkLst>
        <pc:spChg chg="mod">
          <ac:chgData name="Mykola Kuksa" userId="1056c9f5-bd5e-4aba-85cc-cd2356148781" providerId="ADAL" clId="{195175A8-1D09-4A3B-B2D6-EEAB2A773657}" dt="2021-06-14T11:35:06.650" v="1662" actId="20577"/>
          <ac:spMkLst>
            <pc:docMk/>
            <pc:sldMk cId="2858231511" sldId="269"/>
            <ac:spMk id="3" creationId="{42142D79-60B4-4A53-8837-6B6B8A5A7D54}"/>
          </ac:spMkLst>
        </pc:spChg>
        <pc:spChg chg="mod">
          <ac:chgData name="Mykola Kuksa" userId="1056c9f5-bd5e-4aba-85cc-cd2356148781" providerId="ADAL" clId="{195175A8-1D09-4A3B-B2D6-EEAB2A773657}" dt="2021-06-14T13:34:28.895" v="3956" actId="20577"/>
          <ac:spMkLst>
            <pc:docMk/>
            <pc:sldMk cId="2858231511" sldId="269"/>
            <ac:spMk id="5" creationId="{D5E29D1A-C5F6-46E3-BCC9-3CBC378AABF6}"/>
          </ac:spMkLst>
        </pc:spChg>
      </pc:sldChg>
      <pc:sldChg chg="modSp mod">
        <pc:chgData name="Mykola Kuksa" userId="1056c9f5-bd5e-4aba-85cc-cd2356148781" providerId="ADAL" clId="{195175A8-1D09-4A3B-B2D6-EEAB2A773657}" dt="2021-06-14T14:42:48.025" v="6181" actId="20577"/>
        <pc:sldMkLst>
          <pc:docMk/>
          <pc:sldMk cId="3691768071" sldId="271"/>
        </pc:sldMkLst>
        <pc:spChg chg="mod">
          <ac:chgData name="Mykola Kuksa" userId="1056c9f5-bd5e-4aba-85cc-cd2356148781" providerId="ADAL" clId="{195175A8-1D09-4A3B-B2D6-EEAB2A773657}" dt="2021-06-14T14:42:48.025" v="6181" actId="20577"/>
          <ac:spMkLst>
            <pc:docMk/>
            <pc:sldMk cId="3691768071" sldId="271"/>
            <ac:spMk id="5" creationId="{D5E29D1A-C5F6-46E3-BCC9-3CBC378AABF6}"/>
          </ac:spMkLst>
        </pc:spChg>
      </pc:sldChg>
      <pc:sldChg chg="ord">
        <pc:chgData name="Mykola Kuksa" userId="1056c9f5-bd5e-4aba-85cc-cd2356148781" providerId="ADAL" clId="{195175A8-1D09-4A3B-B2D6-EEAB2A773657}" dt="2021-06-14T11:42:33.255" v="1779"/>
        <pc:sldMkLst>
          <pc:docMk/>
          <pc:sldMk cId="4093627280" sldId="276"/>
        </pc:sldMkLst>
      </pc:sldChg>
      <pc:sldChg chg="ord">
        <pc:chgData name="Mykola Kuksa" userId="1056c9f5-bd5e-4aba-85cc-cd2356148781" providerId="ADAL" clId="{195175A8-1D09-4A3B-B2D6-EEAB2A773657}" dt="2021-06-15T05:40:54.708" v="8529"/>
        <pc:sldMkLst>
          <pc:docMk/>
          <pc:sldMk cId="1275346987" sldId="277"/>
        </pc:sldMkLst>
      </pc:sldChg>
      <pc:sldChg chg="modSp del mod">
        <pc:chgData name="Mykola Kuksa" userId="1056c9f5-bd5e-4aba-85cc-cd2356148781" providerId="ADAL" clId="{195175A8-1D09-4A3B-B2D6-EEAB2A773657}" dt="2021-06-14T11:42:55.018" v="1783" actId="47"/>
        <pc:sldMkLst>
          <pc:docMk/>
          <pc:sldMk cId="2248390000" sldId="278"/>
        </pc:sldMkLst>
        <pc:spChg chg="mod">
          <ac:chgData name="Mykola Kuksa" userId="1056c9f5-bd5e-4aba-85cc-cd2356148781" providerId="ADAL" clId="{195175A8-1D09-4A3B-B2D6-EEAB2A773657}" dt="2021-06-14T08:16:51.037" v="37" actId="20577"/>
          <ac:spMkLst>
            <pc:docMk/>
            <pc:sldMk cId="2248390000" sldId="278"/>
            <ac:spMk id="5" creationId="{EEEC84E6-BA70-466B-9724-D634B2E4F75E}"/>
          </ac:spMkLst>
        </pc:spChg>
      </pc:sldChg>
      <pc:sldChg chg="modNotesTx">
        <pc:chgData name="Mykola Kuksa" userId="1056c9f5-bd5e-4aba-85cc-cd2356148781" providerId="ADAL" clId="{195175A8-1D09-4A3B-B2D6-EEAB2A773657}" dt="2021-06-14T20:00:08.294" v="6710" actId="20577"/>
        <pc:sldMkLst>
          <pc:docMk/>
          <pc:sldMk cId="187102932" sldId="292"/>
        </pc:sldMkLst>
      </pc:sldChg>
      <pc:sldChg chg="modSp del mod ord modNotesTx">
        <pc:chgData name="Mykola Kuksa" userId="1056c9f5-bd5e-4aba-85cc-cd2356148781" providerId="ADAL" clId="{195175A8-1D09-4A3B-B2D6-EEAB2A773657}" dt="2021-06-15T04:59:26.953" v="8361" actId="47"/>
        <pc:sldMkLst>
          <pc:docMk/>
          <pc:sldMk cId="1186858060" sldId="293"/>
        </pc:sldMkLst>
        <pc:spChg chg="mod">
          <ac:chgData name="Mykola Kuksa" userId="1056c9f5-bd5e-4aba-85cc-cd2356148781" providerId="ADAL" clId="{195175A8-1D09-4A3B-B2D6-EEAB2A773657}" dt="2021-06-14T20:11:39.748" v="6756" actId="20577"/>
          <ac:spMkLst>
            <pc:docMk/>
            <pc:sldMk cId="1186858060" sldId="293"/>
            <ac:spMk id="3" creationId="{7E9D4A3E-E584-4906-B868-891BF2902727}"/>
          </ac:spMkLst>
        </pc:spChg>
        <pc:graphicFrameChg chg="mod">
          <ac:chgData name="Mykola Kuksa" userId="1056c9f5-bd5e-4aba-85cc-cd2356148781" providerId="ADAL" clId="{195175A8-1D09-4A3B-B2D6-EEAB2A773657}" dt="2021-06-15T04:31:34.108" v="8063"/>
          <ac:graphicFrameMkLst>
            <pc:docMk/>
            <pc:sldMk cId="1186858060" sldId="293"/>
            <ac:graphicFrameMk id="8" creationId="{77F3D70D-23A0-4153-8459-F555291FD2E4}"/>
          </ac:graphicFrameMkLst>
        </pc:graphicFrameChg>
      </pc:sldChg>
      <pc:sldChg chg="modSp mod">
        <pc:chgData name="Mykola Kuksa" userId="1056c9f5-bd5e-4aba-85cc-cd2356148781" providerId="ADAL" clId="{195175A8-1D09-4A3B-B2D6-EEAB2A773657}" dt="2021-06-15T05:45:05.191" v="8607" actId="20577"/>
        <pc:sldMkLst>
          <pc:docMk/>
          <pc:sldMk cId="738792783" sldId="294"/>
        </pc:sldMkLst>
        <pc:spChg chg="mod">
          <ac:chgData name="Mykola Kuksa" userId="1056c9f5-bd5e-4aba-85cc-cd2356148781" providerId="ADAL" clId="{195175A8-1D09-4A3B-B2D6-EEAB2A773657}" dt="2021-06-15T05:45:05.191" v="8607" actId="20577"/>
          <ac:spMkLst>
            <pc:docMk/>
            <pc:sldMk cId="738792783" sldId="294"/>
            <ac:spMk id="5" creationId="{67E8D471-BA5C-4AAC-A2C9-82DB42DEB307}"/>
          </ac:spMkLst>
        </pc:spChg>
      </pc:sldChg>
      <pc:sldChg chg="modSp mod ord">
        <pc:chgData name="Mykola Kuksa" userId="1056c9f5-bd5e-4aba-85cc-cd2356148781" providerId="ADAL" clId="{195175A8-1D09-4A3B-B2D6-EEAB2A773657}" dt="2021-06-15T05:31:41.281" v="8525"/>
        <pc:sldMkLst>
          <pc:docMk/>
          <pc:sldMk cId="3911436999" sldId="295"/>
        </pc:sldMkLst>
        <pc:spChg chg="mod">
          <ac:chgData name="Mykola Kuksa" userId="1056c9f5-bd5e-4aba-85cc-cd2356148781" providerId="ADAL" clId="{195175A8-1D09-4A3B-B2D6-EEAB2A773657}" dt="2021-06-15T05:05:01.655" v="8431" actId="21"/>
          <ac:spMkLst>
            <pc:docMk/>
            <pc:sldMk cId="3911436999" sldId="295"/>
            <ac:spMk id="3" creationId="{F9AA9E8E-2C29-431A-9250-D77637072257}"/>
          </ac:spMkLst>
        </pc:spChg>
        <pc:spChg chg="mod">
          <ac:chgData name="Mykola Kuksa" userId="1056c9f5-bd5e-4aba-85cc-cd2356148781" providerId="ADAL" clId="{195175A8-1D09-4A3B-B2D6-EEAB2A773657}" dt="2021-06-15T05:04:48.840" v="8428" actId="790"/>
          <ac:spMkLst>
            <pc:docMk/>
            <pc:sldMk cId="3911436999" sldId="295"/>
            <ac:spMk id="4" creationId="{AF416DB9-D1F0-4056-8762-3E37E686A61C}"/>
          </ac:spMkLst>
        </pc:spChg>
      </pc:sldChg>
      <pc:sldChg chg="ord">
        <pc:chgData name="Mykola Kuksa" userId="1056c9f5-bd5e-4aba-85cc-cd2356148781" providerId="ADAL" clId="{195175A8-1D09-4A3B-B2D6-EEAB2A773657}" dt="2021-06-15T05:31:48.164" v="8527"/>
        <pc:sldMkLst>
          <pc:docMk/>
          <pc:sldMk cId="3763950598" sldId="299"/>
        </pc:sldMkLst>
      </pc:sldChg>
      <pc:sldChg chg="modSp del mod">
        <pc:chgData name="Mykola Kuksa" userId="1056c9f5-bd5e-4aba-85cc-cd2356148781" providerId="ADAL" clId="{195175A8-1D09-4A3B-B2D6-EEAB2A773657}" dt="2021-06-14T08:15:57.171" v="28" actId="2696"/>
        <pc:sldMkLst>
          <pc:docMk/>
          <pc:sldMk cId="3975954751" sldId="300"/>
        </pc:sldMkLst>
        <pc:spChg chg="mod">
          <ac:chgData name="Mykola Kuksa" userId="1056c9f5-bd5e-4aba-85cc-cd2356148781" providerId="ADAL" clId="{195175A8-1D09-4A3B-B2D6-EEAB2A773657}" dt="2021-06-14T08:15:53.179" v="27" actId="5793"/>
          <ac:spMkLst>
            <pc:docMk/>
            <pc:sldMk cId="3975954751" sldId="300"/>
            <ac:spMk id="5" creationId="{D5E29D1A-C5F6-46E3-BCC9-3CBC378AABF6}"/>
          </ac:spMkLst>
        </pc:spChg>
      </pc:sldChg>
      <pc:sldChg chg="modSp del mod">
        <pc:chgData name="Mykola Kuksa" userId="1056c9f5-bd5e-4aba-85cc-cd2356148781" providerId="ADAL" clId="{195175A8-1D09-4A3B-B2D6-EEAB2A773657}" dt="2021-06-14T11:42:53.200" v="1782" actId="47"/>
        <pc:sldMkLst>
          <pc:docMk/>
          <pc:sldMk cId="68888659" sldId="301"/>
        </pc:sldMkLst>
        <pc:spChg chg="mod">
          <ac:chgData name="Mykola Kuksa" userId="1056c9f5-bd5e-4aba-85cc-cd2356148781" providerId="ADAL" clId="{195175A8-1D09-4A3B-B2D6-EEAB2A773657}" dt="2021-06-14T08:16:53.628" v="38" actId="20577"/>
          <ac:spMkLst>
            <pc:docMk/>
            <pc:sldMk cId="68888659" sldId="301"/>
            <ac:spMk id="9" creationId="{B00E5968-420E-4849-B26C-E6315A99BA28}"/>
          </ac:spMkLst>
        </pc:spChg>
      </pc:sldChg>
      <pc:sldChg chg="modSp mod">
        <pc:chgData name="Mykola Kuksa" userId="1056c9f5-bd5e-4aba-85cc-cd2356148781" providerId="ADAL" clId="{195175A8-1D09-4A3B-B2D6-EEAB2A773657}" dt="2021-06-14T14:44:33.506" v="6192" actId="255"/>
        <pc:sldMkLst>
          <pc:docMk/>
          <pc:sldMk cId="556707097" sldId="302"/>
        </pc:sldMkLst>
        <pc:spChg chg="mod">
          <ac:chgData name="Mykola Kuksa" userId="1056c9f5-bd5e-4aba-85cc-cd2356148781" providerId="ADAL" clId="{195175A8-1D09-4A3B-B2D6-EEAB2A773657}" dt="2021-06-14T14:44:33.506" v="6192" actId="255"/>
          <ac:spMkLst>
            <pc:docMk/>
            <pc:sldMk cId="556707097" sldId="302"/>
            <ac:spMk id="6" creationId="{264DF734-2CB6-4C67-A9EF-FCACE1482F0F}"/>
          </ac:spMkLst>
        </pc:spChg>
        <pc:spChg chg="mod">
          <ac:chgData name="Mykola Kuksa" userId="1056c9f5-bd5e-4aba-85cc-cd2356148781" providerId="ADAL" clId="{195175A8-1D09-4A3B-B2D6-EEAB2A773657}" dt="2021-06-14T08:16:37.684" v="36" actId="20577"/>
          <ac:spMkLst>
            <pc:docMk/>
            <pc:sldMk cId="556707097" sldId="302"/>
            <ac:spMk id="8" creationId="{50E42EA7-323C-479C-810E-C48E6D3364E5}"/>
          </ac:spMkLst>
        </pc:spChg>
      </pc:sldChg>
      <pc:sldChg chg="delSp modSp mod">
        <pc:chgData name="Mykola Kuksa" userId="1056c9f5-bd5e-4aba-85cc-cd2356148781" providerId="ADAL" clId="{195175A8-1D09-4A3B-B2D6-EEAB2A773657}" dt="2021-06-14T13:48:04.186" v="3962" actId="478"/>
        <pc:sldMkLst>
          <pc:docMk/>
          <pc:sldMk cId="609514547" sldId="303"/>
        </pc:sldMkLst>
        <pc:spChg chg="mod">
          <ac:chgData name="Mykola Kuksa" userId="1056c9f5-bd5e-4aba-85cc-cd2356148781" providerId="ADAL" clId="{195175A8-1D09-4A3B-B2D6-EEAB2A773657}" dt="2021-06-14T13:47:58.627" v="3961" actId="255"/>
          <ac:spMkLst>
            <pc:docMk/>
            <pc:sldMk cId="609514547" sldId="303"/>
            <ac:spMk id="6" creationId="{2BD2FA89-2AD8-428C-88C7-FE46E00807D6}"/>
          </ac:spMkLst>
        </pc:spChg>
        <pc:spChg chg="del mod">
          <ac:chgData name="Mykola Kuksa" userId="1056c9f5-bd5e-4aba-85cc-cd2356148781" providerId="ADAL" clId="{195175A8-1D09-4A3B-B2D6-EEAB2A773657}" dt="2021-06-14T13:48:04.186" v="3962" actId="478"/>
          <ac:spMkLst>
            <pc:docMk/>
            <pc:sldMk cId="609514547" sldId="303"/>
            <ac:spMk id="11" creationId="{786B207E-FC9A-4147-BFC1-900B9A97AECC}"/>
          </ac:spMkLst>
        </pc:spChg>
      </pc:sldChg>
      <pc:sldChg chg="delSp modSp mod">
        <pc:chgData name="Mykola Kuksa" userId="1056c9f5-bd5e-4aba-85cc-cd2356148781" providerId="ADAL" clId="{195175A8-1D09-4A3B-B2D6-EEAB2A773657}" dt="2021-06-14T12:08:19.851" v="2251" actId="255"/>
        <pc:sldMkLst>
          <pc:docMk/>
          <pc:sldMk cId="1644202228" sldId="304"/>
        </pc:sldMkLst>
        <pc:spChg chg="mod">
          <ac:chgData name="Mykola Kuksa" userId="1056c9f5-bd5e-4aba-85cc-cd2356148781" providerId="ADAL" clId="{195175A8-1D09-4A3B-B2D6-EEAB2A773657}" dt="2021-06-14T12:08:19.851" v="2251" actId="255"/>
          <ac:spMkLst>
            <pc:docMk/>
            <pc:sldMk cId="1644202228" sldId="304"/>
            <ac:spMk id="9" creationId="{B0814717-8D95-4ADC-9920-A24328FD855B}"/>
          </ac:spMkLst>
        </pc:spChg>
        <pc:spChg chg="del mod">
          <ac:chgData name="Mykola Kuksa" userId="1056c9f5-bd5e-4aba-85cc-cd2356148781" providerId="ADAL" clId="{195175A8-1D09-4A3B-B2D6-EEAB2A773657}" dt="2021-06-14T11:30:50.767" v="1634" actId="478"/>
          <ac:spMkLst>
            <pc:docMk/>
            <pc:sldMk cId="1644202228" sldId="304"/>
            <ac:spMk id="10" creationId="{3CC56DA3-3825-4C35-B55D-3AB4844A6794}"/>
          </ac:spMkLst>
        </pc:spChg>
      </pc:sldChg>
      <pc:sldChg chg="ord">
        <pc:chgData name="Mykola Kuksa" userId="1056c9f5-bd5e-4aba-85cc-cd2356148781" providerId="ADAL" clId="{195175A8-1D09-4A3B-B2D6-EEAB2A773657}" dt="2021-06-15T05:30:58.402" v="8523"/>
        <pc:sldMkLst>
          <pc:docMk/>
          <pc:sldMk cId="1115900602" sldId="305"/>
        </pc:sldMkLst>
      </pc:sldChg>
      <pc:sldChg chg="ord">
        <pc:chgData name="Mykola Kuksa" userId="1056c9f5-bd5e-4aba-85cc-cd2356148781" providerId="ADAL" clId="{195175A8-1D09-4A3B-B2D6-EEAB2A773657}" dt="2021-06-14T12:34:47.328" v="3330"/>
        <pc:sldMkLst>
          <pc:docMk/>
          <pc:sldMk cId="1890850761" sldId="324"/>
        </pc:sldMkLst>
      </pc:sldChg>
      <pc:sldChg chg="addSp delSp modSp new mod">
        <pc:chgData name="Mykola Kuksa" userId="1056c9f5-bd5e-4aba-85cc-cd2356148781" providerId="ADAL" clId="{195175A8-1D09-4A3B-B2D6-EEAB2A773657}" dt="2021-06-14T10:43:34.575" v="66" actId="14100"/>
        <pc:sldMkLst>
          <pc:docMk/>
          <pc:sldMk cId="845771471" sldId="327"/>
        </pc:sldMkLst>
        <pc:spChg chg="mod">
          <ac:chgData name="Mykola Kuksa" userId="1056c9f5-bd5e-4aba-85cc-cd2356148781" providerId="ADAL" clId="{195175A8-1D09-4A3B-B2D6-EEAB2A773657}" dt="2021-06-14T10:41:21.736" v="41"/>
          <ac:spMkLst>
            <pc:docMk/>
            <pc:sldMk cId="845771471" sldId="327"/>
            <ac:spMk id="3" creationId="{FB28653A-96D7-48DA-A5BD-EBE1D3329BBA}"/>
          </ac:spMkLst>
        </pc:spChg>
        <pc:spChg chg="mod">
          <ac:chgData name="Mykola Kuksa" userId="1056c9f5-bd5e-4aba-85cc-cd2356148781" providerId="ADAL" clId="{195175A8-1D09-4A3B-B2D6-EEAB2A773657}" dt="2021-06-14T10:41:04.288" v="40"/>
          <ac:spMkLst>
            <pc:docMk/>
            <pc:sldMk cId="845771471" sldId="327"/>
            <ac:spMk id="4" creationId="{4F3D1BC5-674D-4571-8E1C-C48CDD8775FB}"/>
          </ac:spMkLst>
        </pc:spChg>
        <pc:spChg chg="add del mod">
          <ac:chgData name="Mykola Kuksa" userId="1056c9f5-bd5e-4aba-85cc-cd2356148781" providerId="ADAL" clId="{195175A8-1D09-4A3B-B2D6-EEAB2A773657}" dt="2021-06-14T10:43:34.575" v="66" actId="14100"/>
          <ac:spMkLst>
            <pc:docMk/>
            <pc:sldMk cId="845771471" sldId="327"/>
            <ac:spMk id="5" creationId="{82C44DF3-E7CA-4CED-A9FC-78536CDF1526}"/>
          </ac:spMkLst>
        </pc:spChg>
        <pc:spChg chg="add del mod">
          <ac:chgData name="Mykola Kuksa" userId="1056c9f5-bd5e-4aba-85cc-cd2356148781" providerId="ADAL" clId="{195175A8-1D09-4A3B-B2D6-EEAB2A773657}" dt="2021-06-14T10:42:15.727" v="54" actId="767"/>
          <ac:spMkLst>
            <pc:docMk/>
            <pc:sldMk cId="845771471" sldId="327"/>
            <ac:spMk id="6" creationId="{AA879A6A-4DC5-4A64-9604-C86D81EDFCB8}"/>
          </ac:spMkLst>
        </pc:spChg>
        <pc:picChg chg="add mod">
          <ac:chgData name="Mykola Kuksa" userId="1056c9f5-bd5e-4aba-85cc-cd2356148781" providerId="ADAL" clId="{195175A8-1D09-4A3B-B2D6-EEAB2A773657}" dt="2021-06-14T10:43:17.711" v="63" actId="1076"/>
          <ac:picMkLst>
            <pc:docMk/>
            <pc:sldMk cId="845771471" sldId="327"/>
            <ac:picMk id="8" creationId="{C98AF3C7-BD7B-4F7B-AC01-25B3F5E0946D}"/>
          </ac:picMkLst>
        </pc:picChg>
      </pc:sldChg>
      <pc:sldChg chg="add">
        <pc:chgData name="Mykola Kuksa" userId="1056c9f5-bd5e-4aba-85cc-cd2356148781" providerId="ADAL" clId="{195175A8-1D09-4A3B-B2D6-EEAB2A773657}" dt="2021-06-14T11:54:29.060" v="1894"/>
        <pc:sldMkLst>
          <pc:docMk/>
          <pc:sldMk cId="1553117262" sldId="328"/>
        </pc:sldMkLst>
      </pc:sldChg>
      <pc:sldChg chg="modSp new del mod">
        <pc:chgData name="Mykola Kuksa" userId="1056c9f5-bd5e-4aba-85cc-cd2356148781" providerId="ADAL" clId="{195175A8-1D09-4A3B-B2D6-EEAB2A773657}" dt="2021-06-14T12:34:49.105" v="3331" actId="47"/>
        <pc:sldMkLst>
          <pc:docMk/>
          <pc:sldMk cId="1704722325" sldId="329"/>
        </pc:sldMkLst>
        <pc:spChg chg="mod">
          <ac:chgData name="Mykola Kuksa" userId="1056c9f5-bd5e-4aba-85cc-cd2356148781" providerId="ADAL" clId="{195175A8-1D09-4A3B-B2D6-EEAB2A773657}" dt="2021-06-14T12:29:16.283" v="3277" actId="20577"/>
          <ac:spMkLst>
            <pc:docMk/>
            <pc:sldMk cId="1704722325" sldId="329"/>
            <ac:spMk id="4" creationId="{A8021D11-0DE6-468F-A2C4-600191BB4074}"/>
          </ac:spMkLst>
        </pc:spChg>
      </pc:sldChg>
      <pc:sldChg chg="modSp add mod">
        <pc:chgData name="Mykola Kuksa" userId="1056c9f5-bd5e-4aba-85cc-cd2356148781" providerId="ADAL" clId="{195175A8-1D09-4A3B-B2D6-EEAB2A773657}" dt="2021-06-14T13:16:11.195" v="3776" actId="20577"/>
        <pc:sldMkLst>
          <pc:docMk/>
          <pc:sldMk cId="3535885982" sldId="329"/>
        </pc:sldMkLst>
        <pc:spChg chg="mod">
          <ac:chgData name="Mykola Kuksa" userId="1056c9f5-bd5e-4aba-85cc-cd2356148781" providerId="ADAL" clId="{195175A8-1D09-4A3B-B2D6-EEAB2A773657}" dt="2021-06-14T13:16:11.195" v="3776" actId="20577"/>
          <ac:spMkLst>
            <pc:docMk/>
            <pc:sldMk cId="3535885982" sldId="329"/>
            <ac:spMk id="6" creationId="{2BD2FA89-2AD8-428C-88C7-FE46E00807D6}"/>
          </ac:spMkLst>
        </pc:spChg>
      </pc:sldChg>
      <pc:sldChg chg="modSp new mod ord modNotesTx">
        <pc:chgData name="Mykola Kuksa" userId="1056c9f5-bd5e-4aba-85cc-cd2356148781" providerId="ADAL" clId="{195175A8-1D09-4A3B-B2D6-EEAB2A773657}" dt="2021-06-15T02:28:56.380" v="7732" actId="20577"/>
        <pc:sldMkLst>
          <pc:docMk/>
          <pc:sldMk cId="999503263" sldId="330"/>
        </pc:sldMkLst>
        <pc:spChg chg="mod">
          <ac:chgData name="Mykola Kuksa" userId="1056c9f5-bd5e-4aba-85cc-cd2356148781" providerId="ADAL" clId="{195175A8-1D09-4A3B-B2D6-EEAB2A773657}" dt="2021-06-14T20:09:52.882" v="6728" actId="313"/>
          <ac:spMkLst>
            <pc:docMk/>
            <pc:sldMk cId="999503263" sldId="330"/>
            <ac:spMk id="3" creationId="{B68B9935-E386-44E7-9E59-F3E2D45988A0}"/>
          </ac:spMkLst>
        </pc:spChg>
        <pc:spChg chg="mod">
          <ac:chgData name="Mykola Kuksa" userId="1056c9f5-bd5e-4aba-85cc-cd2356148781" providerId="ADAL" clId="{195175A8-1D09-4A3B-B2D6-EEAB2A773657}" dt="2021-06-14T20:09:07.479" v="6712" actId="20577"/>
          <ac:spMkLst>
            <pc:docMk/>
            <pc:sldMk cId="999503263" sldId="330"/>
            <ac:spMk id="4" creationId="{2FDA8BF0-220D-4B75-BBF7-AFA9D7D00CF7}"/>
          </ac:spMkLst>
        </pc:spChg>
        <pc:spChg chg="mod">
          <ac:chgData name="Mykola Kuksa" userId="1056c9f5-bd5e-4aba-85cc-cd2356148781" providerId="ADAL" clId="{195175A8-1D09-4A3B-B2D6-EEAB2A773657}" dt="2021-06-15T02:28:56.380" v="7732" actId="20577"/>
          <ac:spMkLst>
            <pc:docMk/>
            <pc:sldMk cId="999503263" sldId="330"/>
            <ac:spMk id="5" creationId="{DB00EC3F-1075-40DC-88B4-4C3E3F5A7EE8}"/>
          </ac:spMkLst>
        </pc:spChg>
      </pc:sldChg>
      <pc:sldChg chg="addSp delSp modSp new mod">
        <pc:chgData name="Mykola Kuksa" userId="1056c9f5-bd5e-4aba-85cc-cd2356148781" providerId="ADAL" clId="{195175A8-1D09-4A3B-B2D6-EEAB2A773657}" dt="2021-06-15T02:45:43.410" v="8055" actId="1076"/>
        <pc:sldMkLst>
          <pc:docMk/>
          <pc:sldMk cId="567027332" sldId="331"/>
        </pc:sldMkLst>
        <pc:spChg chg="mod">
          <ac:chgData name="Mykola Kuksa" userId="1056c9f5-bd5e-4aba-85cc-cd2356148781" providerId="ADAL" clId="{195175A8-1D09-4A3B-B2D6-EEAB2A773657}" dt="2021-06-15T02:32:29.095" v="7761" actId="20577"/>
          <ac:spMkLst>
            <pc:docMk/>
            <pc:sldMk cId="567027332" sldId="331"/>
            <ac:spMk id="3" creationId="{0E786724-C050-4A05-A9D5-E52A54918468}"/>
          </ac:spMkLst>
        </pc:spChg>
        <pc:spChg chg="mod">
          <ac:chgData name="Mykola Kuksa" userId="1056c9f5-bd5e-4aba-85cc-cd2356148781" providerId="ADAL" clId="{195175A8-1D09-4A3B-B2D6-EEAB2A773657}" dt="2021-06-15T02:32:18.528" v="7734"/>
          <ac:spMkLst>
            <pc:docMk/>
            <pc:sldMk cId="567027332" sldId="331"/>
            <ac:spMk id="4" creationId="{7FCE60E5-330B-40A8-848E-65EC7CF20C05}"/>
          </ac:spMkLst>
        </pc:spChg>
        <pc:spChg chg="mod">
          <ac:chgData name="Mykola Kuksa" userId="1056c9f5-bd5e-4aba-85cc-cd2356148781" providerId="ADAL" clId="{195175A8-1D09-4A3B-B2D6-EEAB2A773657}" dt="2021-06-15T02:44:36.951" v="8048" actId="20577"/>
          <ac:spMkLst>
            <pc:docMk/>
            <pc:sldMk cId="567027332" sldId="331"/>
            <ac:spMk id="5" creationId="{2DDDAEAC-642C-437F-92C9-7AC7E7307B79}"/>
          </ac:spMkLst>
        </pc:spChg>
        <pc:spChg chg="add mod">
          <ac:chgData name="Mykola Kuksa" userId="1056c9f5-bd5e-4aba-85cc-cd2356148781" providerId="ADAL" clId="{195175A8-1D09-4A3B-B2D6-EEAB2A773657}" dt="2021-06-15T02:37:46.915" v="7997" actId="20577"/>
          <ac:spMkLst>
            <pc:docMk/>
            <pc:sldMk cId="567027332" sldId="331"/>
            <ac:spMk id="6" creationId="{AA546576-9FDC-49A4-855F-D9EC4B32FC3F}"/>
          </ac:spMkLst>
        </pc:spChg>
        <pc:spChg chg="add del mod">
          <ac:chgData name="Mykola Kuksa" userId="1056c9f5-bd5e-4aba-85cc-cd2356148781" providerId="ADAL" clId="{195175A8-1D09-4A3B-B2D6-EEAB2A773657}" dt="2021-06-15T02:37:09.393" v="7987" actId="478"/>
          <ac:spMkLst>
            <pc:docMk/>
            <pc:sldMk cId="567027332" sldId="331"/>
            <ac:spMk id="7" creationId="{5E417A15-DB0A-4B43-99E8-AA1F7CAF53B4}"/>
          </ac:spMkLst>
        </pc:spChg>
        <pc:spChg chg="add del mod">
          <ac:chgData name="Mykola Kuksa" userId="1056c9f5-bd5e-4aba-85cc-cd2356148781" providerId="ADAL" clId="{195175A8-1D09-4A3B-B2D6-EEAB2A773657}" dt="2021-06-15T02:37:12.457" v="7988" actId="478"/>
          <ac:spMkLst>
            <pc:docMk/>
            <pc:sldMk cId="567027332" sldId="331"/>
            <ac:spMk id="8" creationId="{BD1FE360-E469-41E5-81E9-DA9925BFBAF4}"/>
          </ac:spMkLst>
        </pc:spChg>
        <pc:spChg chg="add mod">
          <ac:chgData name="Mykola Kuksa" userId="1056c9f5-bd5e-4aba-85cc-cd2356148781" providerId="ADAL" clId="{195175A8-1D09-4A3B-B2D6-EEAB2A773657}" dt="2021-06-15T02:33:47.891" v="7807" actId="571"/>
          <ac:spMkLst>
            <pc:docMk/>
            <pc:sldMk cId="567027332" sldId="331"/>
            <ac:spMk id="9" creationId="{E8E0FE22-4F28-4133-9541-DDEEC73B4C13}"/>
          </ac:spMkLst>
        </pc:spChg>
        <pc:spChg chg="add mod">
          <ac:chgData name="Mykola Kuksa" userId="1056c9f5-bd5e-4aba-85cc-cd2356148781" providerId="ADAL" clId="{195175A8-1D09-4A3B-B2D6-EEAB2A773657}" dt="2021-06-15T02:33:47.891" v="7807" actId="571"/>
          <ac:spMkLst>
            <pc:docMk/>
            <pc:sldMk cId="567027332" sldId="331"/>
            <ac:spMk id="10" creationId="{EE4973E6-252F-464D-8F5A-531D0DCE78AB}"/>
          </ac:spMkLst>
        </pc:spChg>
        <pc:spChg chg="add mod">
          <ac:chgData name="Mykola Kuksa" userId="1056c9f5-bd5e-4aba-85cc-cd2356148781" providerId="ADAL" clId="{195175A8-1D09-4A3B-B2D6-EEAB2A773657}" dt="2021-06-15T02:37:58.850" v="8001" actId="20577"/>
          <ac:spMkLst>
            <pc:docMk/>
            <pc:sldMk cId="567027332" sldId="331"/>
            <ac:spMk id="11" creationId="{98C658A3-9A62-4C62-9116-A20DB6AF1D97}"/>
          </ac:spMkLst>
        </pc:spChg>
        <pc:spChg chg="add mod">
          <ac:chgData name="Mykola Kuksa" userId="1056c9f5-bd5e-4aba-85cc-cd2356148781" providerId="ADAL" clId="{195175A8-1D09-4A3B-B2D6-EEAB2A773657}" dt="2021-06-15T02:38:11.302" v="8006" actId="20577"/>
          <ac:spMkLst>
            <pc:docMk/>
            <pc:sldMk cId="567027332" sldId="331"/>
            <ac:spMk id="12" creationId="{A7FF3CF7-3863-4E41-A654-7046471D04B4}"/>
          </ac:spMkLst>
        </pc:spChg>
        <pc:spChg chg="add mod">
          <ac:chgData name="Mykola Kuksa" userId="1056c9f5-bd5e-4aba-85cc-cd2356148781" providerId="ADAL" clId="{195175A8-1D09-4A3B-B2D6-EEAB2A773657}" dt="2021-06-15T02:39:46.984" v="8014" actId="207"/>
          <ac:spMkLst>
            <pc:docMk/>
            <pc:sldMk cId="567027332" sldId="331"/>
            <ac:spMk id="13" creationId="{8C158E02-7B67-42E7-81CC-82BC0070536B}"/>
          </ac:spMkLst>
        </pc:spChg>
        <pc:spChg chg="add mod">
          <ac:chgData name="Mykola Kuksa" userId="1056c9f5-bd5e-4aba-85cc-cd2356148781" providerId="ADAL" clId="{195175A8-1D09-4A3B-B2D6-EEAB2A773657}" dt="2021-06-15T02:45:33.994" v="8053" actId="164"/>
          <ac:spMkLst>
            <pc:docMk/>
            <pc:sldMk cId="567027332" sldId="331"/>
            <ac:spMk id="14" creationId="{A4EF8DB6-0D0A-4807-8FB9-34D228349BF3}"/>
          </ac:spMkLst>
        </pc:spChg>
        <pc:spChg chg="add mod">
          <ac:chgData name="Mykola Kuksa" userId="1056c9f5-bd5e-4aba-85cc-cd2356148781" providerId="ADAL" clId="{195175A8-1D09-4A3B-B2D6-EEAB2A773657}" dt="2021-06-15T02:45:33.994" v="8053" actId="164"/>
          <ac:spMkLst>
            <pc:docMk/>
            <pc:sldMk cId="567027332" sldId="331"/>
            <ac:spMk id="15" creationId="{EC9477A3-0176-465D-9A31-F190EBB26471}"/>
          </ac:spMkLst>
        </pc:spChg>
        <pc:spChg chg="add mod">
          <ac:chgData name="Mykola Kuksa" userId="1056c9f5-bd5e-4aba-85cc-cd2356148781" providerId="ADAL" clId="{195175A8-1D09-4A3B-B2D6-EEAB2A773657}" dt="2021-06-15T02:40:24.871" v="8016" actId="571"/>
          <ac:spMkLst>
            <pc:docMk/>
            <pc:sldMk cId="567027332" sldId="331"/>
            <ac:spMk id="16" creationId="{6B8A7B14-8F44-495F-9B6B-8B97757A603D}"/>
          </ac:spMkLst>
        </pc:spChg>
        <pc:spChg chg="add mod">
          <ac:chgData name="Mykola Kuksa" userId="1056c9f5-bd5e-4aba-85cc-cd2356148781" providerId="ADAL" clId="{195175A8-1D09-4A3B-B2D6-EEAB2A773657}" dt="2021-06-15T02:40:36.676" v="8019" actId="571"/>
          <ac:spMkLst>
            <pc:docMk/>
            <pc:sldMk cId="567027332" sldId="331"/>
            <ac:spMk id="17" creationId="{B5C27346-5BBE-4524-BE20-30D6A96CADED}"/>
          </ac:spMkLst>
        </pc:spChg>
        <pc:spChg chg="add mod">
          <ac:chgData name="Mykola Kuksa" userId="1056c9f5-bd5e-4aba-85cc-cd2356148781" providerId="ADAL" clId="{195175A8-1D09-4A3B-B2D6-EEAB2A773657}" dt="2021-06-15T02:40:36.676" v="8019" actId="571"/>
          <ac:spMkLst>
            <pc:docMk/>
            <pc:sldMk cId="567027332" sldId="331"/>
            <ac:spMk id="18" creationId="{A8E020F2-F0B0-402B-8BDA-929B360F4CAE}"/>
          </ac:spMkLst>
        </pc:spChg>
        <pc:spChg chg="add mod">
          <ac:chgData name="Mykola Kuksa" userId="1056c9f5-bd5e-4aba-85cc-cd2356148781" providerId="ADAL" clId="{195175A8-1D09-4A3B-B2D6-EEAB2A773657}" dt="2021-06-15T02:45:33.994" v="8053" actId="164"/>
          <ac:spMkLst>
            <pc:docMk/>
            <pc:sldMk cId="567027332" sldId="331"/>
            <ac:spMk id="19" creationId="{DE690499-78D8-42C0-899C-517023985FD3}"/>
          </ac:spMkLst>
        </pc:spChg>
        <pc:spChg chg="add mod">
          <ac:chgData name="Mykola Kuksa" userId="1056c9f5-bd5e-4aba-85cc-cd2356148781" providerId="ADAL" clId="{195175A8-1D09-4A3B-B2D6-EEAB2A773657}" dt="2021-06-15T02:45:33.994" v="8053" actId="164"/>
          <ac:spMkLst>
            <pc:docMk/>
            <pc:sldMk cId="567027332" sldId="331"/>
            <ac:spMk id="20" creationId="{E4372CE9-F9DF-4045-A649-9C31CC97BD75}"/>
          </ac:spMkLst>
        </pc:spChg>
        <pc:spChg chg="add mod">
          <ac:chgData name="Mykola Kuksa" userId="1056c9f5-bd5e-4aba-85cc-cd2356148781" providerId="ADAL" clId="{195175A8-1D09-4A3B-B2D6-EEAB2A773657}" dt="2021-06-15T02:45:33.994" v="8053" actId="164"/>
          <ac:spMkLst>
            <pc:docMk/>
            <pc:sldMk cId="567027332" sldId="331"/>
            <ac:spMk id="21" creationId="{9989F0FE-E751-4C1B-B1D4-FF976EAFA91A}"/>
          </ac:spMkLst>
        </pc:spChg>
        <pc:spChg chg="add mod">
          <ac:chgData name="Mykola Kuksa" userId="1056c9f5-bd5e-4aba-85cc-cd2356148781" providerId="ADAL" clId="{195175A8-1D09-4A3B-B2D6-EEAB2A773657}" dt="2021-06-15T02:45:33.994" v="8053" actId="164"/>
          <ac:spMkLst>
            <pc:docMk/>
            <pc:sldMk cId="567027332" sldId="331"/>
            <ac:spMk id="22" creationId="{3FD1FC2C-9476-4F06-8F5D-BCA694FD5CB0}"/>
          </ac:spMkLst>
        </pc:spChg>
        <pc:spChg chg="add mod">
          <ac:chgData name="Mykola Kuksa" userId="1056c9f5-bd5e-4aba-85cc-cd2356148781" providerId="ADAL" clId="{195175A8-1D09-4A3B-B2D6-EEAB2A773657}" dt="2021-06-15T02:45:33.994" v="8053" actId="164"/>
          <ac:spMkLst>
            <pc:docMk/>
            <pc:sldMk cId="567027332" sldId="331"/>
            <ac:spMk id="23" creationId="{003EDEFF-5A59-4254-A2AF-C367709C724B}"/>
          </ac:spMkLst>
        </pc:spChg>
        <pc:spChg chg="add mod">
          <ac:chgData name="Mykola Kuksa" userId="1056c9f5-bd5e-4aba-85cc-cd2356148781" providerId="ADAL" clId="{195175A8-1D09-4A3B-B2D6-EEAB2A773657}" dt="2021-06-15T02:45:33.994" v="8053" actId="164"/>
          <ac:spMkLst>
            <pc:docMk/>
            <pc:sldMk cId="567027332" sldId="331"/>
            <ac:spMk id="24" creationId="{D33C34F0-8782-40BA-B085-6827425FB210}"/>
          </ac:spMkLst>
        </pc:spChg>
        <pc:spChg chg="add mod">
          <ac:chgData name="Mykola Kuksa" userId="1056c9f5-bd5e-4aba-85cc-cd2356148781" providerId="ADAL" clId="{195175A8-1D09-4A3B-B2D6-EEAB2A773657}" dt="2021-06-15T02:45:33.994" v="8053" actId="164"/>
          <ac:spMkLst>
            <pc:docMk/>
            <pc:sldMk cId="567027332" sldId="331"/>
            <ac:spMk id="25" creationId="{36A5D383-0994-4EF5-AD3D-87801DE8DA7E}"/>
          </ac:spMkLst>
        </pc:spChg>
        <pc:spChg chg="add mod">
          <ac:chgData name="Mykola Kuksa" userId="1056c9f5-bd5e-4aba-85cc-cd2356148781" providerId="ADAL" clId="{195175A8-1D09-4A3B-B2D6-EEAB2A773657}" dt="2021-06-15T02:45:33.994" v="8053" actId="164"/>
          <ac:spMkLst>
            <pc:docMk/>
            <pc:sldMk cId="567027332" sldId="331"/>
            <ac:spMk id="26" creationId="{67A10792-A28B-459C-B2CB-C1F8DFEA5CD9}"/>
          </ac:spMkLst>
        </pc:spChg>
        <pc:grpChg chg="add mod">
          <ac:chgData name="Mykola Kuksa" userId="1056c9f5-bd5e-4aba-85cc-cd2356148781" providerId="ADAL" clId="{195175A8-1D09-4A3B-B2D6-EEAB2A773657}" dt="2021-06-15T02:45:43.410" v="8055" actId="1076"/>
          <ac:grpSpMkLst>
            <pc:docMk/>
            <pc:sldMk cId="567027332" sldId="331"/>
            <ac:grpSpMk id="27" creationId="{7AD83C6F-6978-4C8A-8C1E-CF05B916644F}"/>
          </ac:grpSpMkLst>
        </pc:grpChg>
      </pc:sldChg>
      <pc:sldChg chg="addSp delSp modSp new mod">
        <pc:chgData name="Mykola Kuksa" userId="1056c9f5-bd5e-4aba-85cc-cd2356148781" providerId="ADAL" clId="{195175A8-1D09-4A3B-B2D6-EEAB2A773657}" dt="2021-06-15T04:59:16.220" v="8360"/>
        <pc:sldMkLst>
          <pc:docMk/>
          <pc:sldMk cId="3207627706" sldId="332"/>
        </pc:sldMkLst>
        <pc:spChg chg="mod">
          <ac:chgData name="Mykola Kuksa" userId="1056c9f5-bd5e-4aba-85cc-cd2356148781" providerId="ADAL" clId="{195175A8-1D09-4A3B-B2D6-EEAB2A773657}" dt="2021-06-15T04:59:09.519" v="8359"/>
          <ac:spMkLst>
            <pc:docMk/>
            <pc:sldMk cId="3207627706" sldId="332"/>
            <ac:spMk id="3" creationId="{70F61EA9-B173-4760-BF10-D704CDBA1572}"/>
          </ac:spMkLst>
        </pc:spChg>
        <pc:spChg chg="mod">
          <ac:chgData name="Mykola Kuksa" userId="1056c9f5-bd5e-4aba-85cc-cd2356148781" providerId="ADAL" clId="{195175A8-1D09-4A3B-B2D6-EEAB2A773657}" dt="2021-06-15T04:59:16.220" v="8360"/>
          <ac:spMkLst>
            <pc:docMk/>
            <pc:sldMk cId="3207627706" sldId="332"/>
            <ac:spMk id="4" creationId="{CA49C558-E1C4-4473-891D-4CAA04BB3946}"/>
          </ac:spMkLst>
        </pc:spChg>
        <pc:spChg chg="add mod">
          <ac:chgData name="Mykola Kuksa" userId="1056c9f5-bd5e-4aba-85cc-cd2356148781" providerId="ADAL" clId="{195175A8-1D09-4A3B-B2D6-EEAB2A773657}" dt="2021-06-15T04:33:31.339" v="8077" actId="20577"/>
          <ac:spMkLst>
            <pc:docMk/>
            <pc:sldMk cId="3207627706" sldId="332"/>
            <ac:spMk id="6" creationId="{3ADDAF7F-07E5-4C3B-8002-9F1F2D64BC26}"/>
          </ac:spMkLst>
        </pc:spChg>
        <pc:spChg chg="add mod">
          <ac:chgData name="Mykola Kuksa" userId="1056c9f5-bd5e-4aba-85cc-cd2356148781" providerId="ADAL" clId="{195175A8-1D09-4A3B-B2D6-EEAB2A773657}" dt="2021-06-15T04:45:57.522" v="8271" actId="1076"/>
          <ac:spMkLst>
            <pc:docMk/>
            <pc:sldMk cId="3207627706" sldId="332"/>
            <ac:spMk id="7" creationId="{1EC08307-8FE2-405B-9E7D-8596FF02A539}"/>
          </ac:spMkLst>
        </pc:spChg>
        <pc:spChg chg="add mod">
          <ac:chgData name="Mykola Kuksa" userId="1056c9f5-bd5e-4aba-85cc-cd2356148781" providerId="ADAL" clId="{195175A8-1D09-4A3B-B2D6-EEAB2A773657}" dt="2021-06-15T04:46:53.049" v="8280" actId="1076"/>
          <ac:spMkLst>
            <pc:docMk/>
            <pc:sldMk cId="3207627706" sldId="332"/>
            <ac:spMk id="8" creationId="{9832B332-A88A-41F3-9E0E-F30BFD7BE681}"/>
          </ac:spMkLst>
        </pc:spChg>
        <pc:spChg chg="add mod">
          <ac:chgData name="Mykola Kuksa" userId="1056c9f5-bd5e-4aba-85cc-cd2356148781" providerId="ADAL" clId="{195175A8-1D09-4A3B-B2D6-EEAB2A773657}" dt="2021-06-15T04:45:57.522" v="8271" actId="1076"/>
          <ac:spMkLst>
            <pc:docMk/>
            <pc:sldMk cId="3207627706" sldId="332"/>
            <ac:spMk id="9" creationId="{3DD6F3B0-CA64-49EA-8942-05D1D537DCB5}"/>
          </ac:spMkLst>
        </pc:spChg>
        <pc:spChg chg="add mod">
          <ac:chgData name="Mykola Kuksa" userId="1056c9f5-bd5e-4aba-85cc-cd2356148781" providerId="ADAL" clId="{195175A8-1D09-4A3B-B2D6-EEAB2A773657}" dt="2021-06-15T04:45:57.522" v="8271" actId="1076"/>
          <ac:spMkLst>
            <pc:docMk/>
            <pc:sldMk cId="3207627706" sldId="332"/>
            <ac:spMk id="10" creationId="{7FE3BC85-8D87-4C47-A338-DF1085345097}"/>
          </ac:spMkLst>
        </pc:spChg>
        <pc:spChg chg="add mod">
          <ac:chgData name="Mykola Kuksa" userId="1056c9f5-bd5e-4aba-85cc-cd2356148781" providerId="ADAL" clId="{195175A8-1D09-4A3B-B2D6-EEAB2A773657}" dt="2021-06-15T04:49:55.569" v="8305" actId="1076"/>
          <ac:spMkLst>
            <pc:docMk/>
            <pc:sldMk cId="3207627706" sldId="332"/>
            <ac:spMk id="11" creationId="{1AF89976-C291-45DA-A99D-2CEFFC7DDE19}"/>
          </ac:spMkLst>
        </pc:spChg>
        <pc:spChg chg="add mod">
          <ac:chgData name="Mykola Kuksa" userId="1056c9f5-bd5e-4aba-85cc-cd2356148781" providerId="ADAL" clId="{195175A8-1D09-4A3B-B2D6-EEAB2A773657}" dt="2021-06-15T04:49:55.569" v="8305" actId="1076"/>
          <ac:spMkLst>
            <pc:docMk/>
            <pc:sldMk cId="3207627706" sldId="332"/>
            <ac:spMk id="12" creationId="{48434813-D6EB-461C-9792-4043F8056010}"/>
          </ac:spMkLst>
        </pc:spChg>
        <pc:spChg chg="add mod">
          <ac:chgData name="Mykola Kuksa" userId="1056c9f5-bd5e-4aba-85cc-cd2356148781" providerId="ADAL" clId="{195175A8-1D09-4A3B-B2D6-EEAB2A773657}" dt="2021-06-15T04:49:55.569" v="8305" actId="1076"/>
          <ac:spMkLst>
            <pc:docMk/>
            <pc:sldMk cId="3207627706" sldId="332"/>
            <ac:spMk id="13" creationId="{E7831125-CA59-437D-BE15-0856A635E4A8}"/>
          </ac:spMkLst>
        </pc:spChg>
        <pc:spChg chg="add mod">
          <ac:chgData name="Mykola Kuksa" userId="1056c9f5-bd5e-4aba-85cc-cd2356148781" providerId="ADAL" clId="{195175A8-1D09-4A3B-B2D6-EEAB2A773657}" dt="2021-06-15T04:49:55.569" v="8305" actId="1076"/>
          <ac:spMkLst>
            <pc:docMk/>
            <pc:sldMk cId="3207627706" sldId="332"/>
            <ac:spMk id="14" creationId="{A6F41DCB-1759-4754-802E-15E025223057}"/>
          </ac:spMkLst>
        </pc:spChg>
        <pc:spChg chg="add mod">
          <ac:chgData name="Mykola Kuksa" userId="1056c9f5-bd5e-4aba-85cc-cd2356148781" providerId="ADAL" clId="{195175A8-1D09-4A3B-B2D6-EEAB2A773657}" dt="2021-06-15T04:45:57.522" v="8271" actId="1076"/>
          <ac:spMkLst>
            <pc:docMk/>
            <pc:sldMk cId="3207627706" sldId="332"/>
            <ac:spMk id="15" creationId="{03BA23FC-93C8-4080-B7FC-241A8431EDF5}"/>
          </ac:spMkLst>
        </pc:spChg>
        <pc:spChg chg="add mod">
          <ac:chgData name="Mykola Kuksa" userId="1056c9f5-bd5e-4aba-85cc-cd2356148781" providerId="ADAL" clId="{195175A8-1D09-4A3B-B2D6-EEAB2A773657}" dt="2021-06-15T04:45:57.522" v="8271" actId="1076"/>
          <ac:spMkLst>
            <pc:docMk/>
            <pc:sldMk cId="3207627706" sldId="332"/>
            <ac:spMk id="16" creationId="{7D00427F-7056-4E9B-880C-D0B7B4BCE477}"/>
          </ac:spMkLst>
        </pc:spChg>
        <pc:cxnChg chg="add del mod">
          <ac:chgData name="Mykola Kuksa" userId="1056c9f5-bd5e-4aba-85cc-cd2356148781" providerId="ADAL" clId="{195175A8-1D09-4A3B-B2D6-EEAB2A773657}" dt="2021-06-15T04:40:38.038" v="8232" actId="11529"/>
          <ac:cxnSpMkLst>
            <pc:docMk/>
            <pc:sldMk cId="3207627706" sldId="332"/>
            <ac:cxnSpMk id="18" creationId="{1D26F73C-282E-45AA-AE2D-3FD3F570C2D9}"/>
          </ac:cxnSpMkLst>
        </pc:cxnChg>
        <pc:cxnChg chg="add del mod">
          <ac:chgData name="Mykola Kuksa" userId="1056c9f5-bd5e-4aba-85cc-cd2356148781" providerId="ADAL" clId="{195175A8-1D09-4A3B-B2D6-EEAB2A773657}" dt="2021-06-15T04:40:54.125" v="8234" actId="11529"/>
          <ac:cxnSpMkLst>
            <pc:docMk/>
            <pc:sldMk cId="3207627706" sldId="332"/>
            <ac:cxnSpMk id="20" creationId="{57707ADD-E837-403E-9F48-869B88017F3D}"/>
          </ac:cxnSpMkLst>
        </pc:cxnChg>
        <pc:cxnChg chg="add del mod">
          <ac:chgData name="Mykola Kuksa" userId="1056c9f5-bd5e-4aba-85cc-cd2356148781" providerId="ADAL" clId="{195175A8-1D09-4A3B-B2D6-EEAB2A773657}" dt="2021-06-15T04:41:55.884" v="8240" actId="11529"/>
          <ac:cxnSpMkLst>
            <pc:docMk/>
            <pc:sldMk cId="3207627706" sldId="332"/>
            <ac:cxnSpMk id="22" creationId="{7A358BC3-D13E-42B4-A843-E69818F1FE2F}"/>
          </ac:cxnSpMkLst>
        </pc:cxnChg>
        <pc:cxnChg chg="add mod">
          <ac:chgData name="Mykola Kuksa" userId="1056c9f5-bd5e-4aba-85cc-cd2356148781" providerId="ADAL" clId="{195175A8-1D09-4A3B-B2D6-EEAB2A773657}" dt="2021-06-15T04:42:29.764" v="8245" actId="13822"/>
          <ac:cxnSpMkLst>
            <pc:docMk/>
            <pc:sldMk cId="3207627706" sldId="332"/>
            <ac:cxnSpMk id="26" creationId="{2C86B597-76D9-4A0F-B185-ABE4004B93DF}"/>
          </ac:cxnSpMkLst>
        </pc:cxnChg>
        <pc:cxnChg chg="add del">
          <ac:chgData name="Mykola Kuksa" userId="1056c9f5-bd5e-4aba-85cc-cd2356148781" providerId="ADAL" clId="{195175A8-1D09-4A3B-B2D6-EEAB2A773657}" dt="2021-06-15T04:42:43.061" v="8247" actId="11529"/>
          <ac:cxnSpMkLst>
            <pc:docMk/>
            <pc:sldMk cId="3207627706" sldId="332"/>
            <ac:cxnSpMk id="30" creationId="{F71BD504-BF14-4E5A-8078-4FF79B5DB062}"/>
          </ac:cxnSpMkLst>
        </pc:cxnChg>
        <pc:cxnChg chg="add del mod">
          <ac:chgData name="Mykola Kuksa" userId="1056c9f5-bd5e-4aba-85cc-cd2356148781" providerId="ADAL" clId="{195175A8-1D09-4A3B-B2D6-EEAB2A773657}" dt="2021-06-15T04:44:24.857" v="8264" actId="478"/>
          <ac:cxnSpMkLst>
            <pc:docMk/>
            <pc:sldMk cId="3207627706" sldId="332"/>
            <ac:cxnSpMk id="32" creationId="{E35CA0AB-D281-4FAF-8EB3-F2853D41BD74}"/>
          </ac:cxnSpMkLst>
        </pc:cxnChg>
        <pc:cxnChg chg="add del mod">
          <ac:chgData name="Mykola Kuksa" userId="1056c9f5-bd5e-4aba-85cc-cd2356148781" providerId="ADAL" clId="{195175A8-1D09-4A3B-B2D6-EEAB2A773657}" dt="2021-06-15T04:44:04.451" v="8260" actId="11529"/>
          <ac:cxnSpMkLst>
            <pc:docMk/>
            <pc:sldMk cId="3207627706" sldId="332"/>
            <ac:cxnSpMk id="35" creationId="{6EF61021-A26D-4BF5-A5E4-7094A6EA7982}"/>
          </ac:cxnSpMkLst>
        </pc:cxnChg>
        <pc:cxnChg chg="add del mod">
          <ac:chgData name="Mykola Kuksa" userId="1056c9f5-bd5e-4aba-85cc-cd2356148781" providerId="ADAL" clId="{195175A8-1D09-4A3B-B2D6-EEAB2A773657}" dt="2021-06-15T04:46:09.539" v="8273" actId="478"/>
          <ac:cxnSpMkLst>
            <pc:docMk/>
            <pc:sldMk cId="3207627706" sldId="332"/>
            <ac:cxnSpMk id="41" creationId="{7EC867AC-CFA0-47F6-B58E-6364D5D3B164}"/>
          </ac:cxnSpMkLst>
        </pc:cxnChg>
        <pc:cxnChg chg="add del mod">
          <ac:chgData name="Mykola Kuksa" userId="1056c9f5-bd5e-4aba-85cc-cd2356148781" providerId="ADAL" clId="{195175A8-1D09-4A3B-B2D6-EEAB2A773657}" dt="2021-06-15T04:46:21.460" v="8275" actId="11529"/>
          <ac:cxnSpMkLst>
            <pc:docMk/>
            <pc:sldMk cId="3207627706" sldId="332"/>
            <ac:cxnSpMk id="45" creationId="{00CB9FE0-CD73-4CBA-A0AF-F9D9E8808905}"/>
          </ac:cxnSpMkLst>
        </pc:cxnChg>
        <pc:cxnChg chg="add mod">
          <ac:chgData name="Mykola Kuksa" userId="1056c9f5-bd5e-4aba-85cc-cd2356148781" providerId="ADAL" clId="{195175A8-1D09-4A3B-B2D6-EEAB2A773657}" dt="2021-06-15T04:46:33.051" v="8277" actId="13822"/>
          <ac:cxnSpMkLst>
            <pc:docMk/>
            <pc:sldMk cId="3207627706" sldId="332"/>
            <ac:cxnSpMk id="47" creationId="{EA56366C-A2DF-4B5D-8CE8-D8E70942AF74}"/>
          </ac:cxnSpMkLst>
        </pc:cxnChg>
        <pc:cxnChg chg="add del">
          <ac:chgData name="Mykola Kuksa" userId="1056c9f5-bd5e-4aba-85cc-cd2356148781" providerId="ADAL" clId="{195175A8-1D09-4A3B-B2D6-EEAB2A773657}" dt="2021-06-15T04:46:48.017" v="8279" actId="478"/>
          <ac:cxnSpMkLst>
            <pc:docMk/>
            <pc:sldMk cId="3207627706" sldId="332"/>
            <ac:cxnSpMk id="49" creationId="{CF98B6D1-F563-4937-9589-9FCE1DCE0C0C}"/>
          </ac:cxnSpMkLst>
        </pc:cxnChg>
        <pc:cxnChg chg="add mod">
          <ac:chgData name="Mykola Kuksa" userId="1056c9f5-bd5e-4aba-85cc-cd2356148781" providerId="ADAL" clId="{195175A8-1D09-4A3B-B2D6-EEAB2A773657}" dt="2021-06-15T04:47:19.913" v="8282" actId="13822"/>
          <ac:cxnSpMkLst>
            <pc:docMk/>
            <pc:sldMk cId="3207627706" sldId="332"/>
            <ac:cxnSpMk id="51" creationId="{5A7304F5-D64F-44A1-98AC-048A213C28A6}"/>
          </ac:cxnSpMkLst>
        </pc:cxnChg>
        <pc:cxnChg chg="add del">
          <ac:chgData name="Mykola Kuksa" userId="1056c9f5-bd5e-4aba-85cc-cd2356148781" providerId="ADAL" clId="{195175A8-1D09-4A3B-B2D6-EEAB2A773657}" dt="2021-06-15T04:47:32.073" v="8284" actId="11529"/>
          <ac:cxnSpMkLst>
            <pc:docMk/>
            <pc:sldMk cId="3207627706" sldId="332"/>
            <ac:cxnSpMk id="53" creationId="{90DED33B-2487-4CC9-A381-3B10D0DC1C9F}"/>
          </ac:cxnSpMkLst>
        </pc:cxnChg>
        <pc:cxnChg chg="add mod">
          <ac:chgData name="Mykola Kuksa" userId="1056c9f5-bd5e-4aba-85cc-cd2356148781" providerId="ADAL" clId="{195175A8-1D09-4A3B-B2D6-EEAB2A773657}" dt="2021-06-15T04:47:39.738" v="8286" actId="571"/>
          <ac:cxnSpMkLst>
            <pc:docMk/>
            <pc:sldMk cId="3207627706" sldId="332"/>
            <ac:cxnSpMk id="54" creationId="{9B1C6E33-4E72-4024-B06C-BCF33FD0C688}"/>
          </ac:cxnSpMkLst>
        </pc:cxnChg>
        <pc:cxnChg chg="add mod">
          <ac:chgData name="Mykola Kuksa" userId="1056c9f5-bd5e-4aba-85cc-cd2356148781" providerId="ADAL" clId="{195175A8-1D09-4A3B-B2D6-EEAB2A773657}" dt="2021-06-15T04:47:39.738" v="8286" actId="571"/>
          <ac:cxnSpMkLst>
            <pc:docMk/>
            <pc:sldMk cId="3207627706" sldId="332"/>
            <ac:cxnSpMk id="55" creationId="{802EED06-40A6-4DF6-BFA2-A672141EC675}"/>
          </ac:cxnSpMkLst>
        </pc:cxnChg>
        <pc:cxnChg chg="add del mod">
          <ac:chgData name="Mykola Kuksa" userId="1056c9f5-bd5e-4aba-85cc-cd2356148781" providerId="ADAL" clId="{195175A8-1D09-4A3B-B2D6-EEAB2A773657}" dt="2021-06-15T04:47:45.650" v="8288"/>
          <ac:cxnSpMkLst>
            <pc:docMk/>
            <pc:sldMk cId="3207627706" sldId="332"/>
            <ac:cxnSpMk id="56" creationId="{F09F974F-2982-4B43-8D70-D39A2AA76B5B}"/>
          </ac:cxnSpMkLst>
        </pc:cxnChg>
        <pc:cxnChg chg="add del mod">
          <ac:chgData name="Mykola Kuksa" userId="1056c9f5-bd5e-4aba-85cc-cd2356148781" providerId="ADAL" clId="{195175A8-1D09-4A3B-B2D6-EEAB2A773657}" dt="2021-06-15T04:47:45.650" v="8288"/>
          <ac:cxnSpMkLst>
            <pc:docMk/>
            <pc:sldMk cId="3207627706" sldId="332"/>
            <ac:cxnSpMk id="57" creationId="{0B79C980-D85F-4EB2-B206-3FED69ACA40B}"/>
          </ac:cxnSpMkLst>
        </pc:cxnChg>
        <pc:cxnChg chg="add del">
          <ac:chgData name="Mykola Kuksa" userId="1056c9f5-bd5e-4aba-85cc-cd2356148781" providerId="ADAL" clId="{195175A8-1D09-4A3B-B2D6-EEAB2A773657}" dt="2021-06-15T04:47:55.570" v="8290" actId="11529"/>
          <ac:cxnSpMkLst>
            <pc:docMk/>
            <pc:sldMk cId="3207627706" sldId="332"/>
            <ac:cxnSpMk id="59" creationId="{EF778629-90CF-4C67-9561-DC558B53DEC8}"/>
          </ac:cxnSpMkLst>
        </pc:cxnChg>
        <pc:cxnChg chg="add mod">
          <ac:chgData name="Mykola Kuksa" userId="1056c9f5-bd5e-4aba-85cc-cd2356148781" providerId="ADAL" clId="{195175A8-1D09-4A3B-B2D6-EEAB2A773657}" dt="2021-06-15T04:48:16.834" v="8292" actId="13822"/>
          <ac:cxnSpMkLst>
            <pc:docMk/>
            <pc:sldMk cId="3207627706" sldId="332"/>
            <ac:cxnSpMk id="61" creationId="{1E986357-1CF7-4648-AC4B-76C098312F08}"/>
          </ac:cxnSpMkLst>
        </pc:cxnChg>
        <pc:cxnChg chg="add mod">
          <ac:chgData name="Mykola Kuksa" userId="1056c9f5-bd5e-4aba-85cc-cd2356148781" providerId="ADAL" clId="{195175A8-1D09-4A3B-B2D6-EEAB2A773657}" dt="2021-06-15T04:56:27.806" v="8357" actId="14100"/>
          <ac:cxnSpMkLst>
            <pc:docMk/>
            <pc:sldMk cId="3207627706" sldId="332"/>
            <ac:cxnSpMk id="63" creationId="{4498B385-4880-45CE-AC61-A3C93596D301}"/>
          </ac:cxnSpMkLst>
        </pc:cxnChg>
        <pc:cxnChg chg="add del">
          <ac:chgData name="Mykola Kuksa" userId="1056c9f5-bd5e-4aba-85cc-cd2356148781" providerId="ADAL" clId="{195175A8-1D09-4A3B-B2D6-EEAB2A773657}" dt="2021-06-15T04:48:43.177" v="8295" actId="11529"/>
          <ac:cxnSpMkLst>
            <pc:docMk/>
            <pc:sldMk cId="3207627706" sldId="332"/>
            <ac:cxnSpMk id="65" creationId="{4874311A-D513-4ACF-99FF-F307FDABF21C}"/>
          </ac:cxnSpMkLst>
        </pc:cxnChg>
        <pc:cxnChg chg="add del mod">
          <ac:chgData name="Mykola Kuksa" userId="1056c9f5-bd5e-4aba-85cc-cd2356148781" providerId="ADAL" clId="{195175A8-1D09-4A3B-B2D6-EEAB2A773657}" dt="2021-06-15T04:49:26.617" v="8303" actId="11529"/>
          <ac:cxnSpMkLst>
            <pc:docMk/>
            <pc:sldMk cId="3207627706" sldId="332"/>
            <ac:cxnSpMk id="67" creationId="{C9DBD5CF-2E89-4E22-A6CB-5FEBC832E487}"/>
          </ac:cxnSpMkLst>
        </pc:cxnChg>
        <pc:cxnChg chg="add del">
          <ac:chgData name="Mykola Kuksa" userId="1056c9f5-bd5e-4aba-85cc-cd2356148781" providerId="ADAL" clId="{195175A8-1D09-4A3B-B2D6-EEAB2A773657}" dt="2021-06-15T04:50:10.856" v="8307" actId="478"/>
          <ac:cxnSpMkLst>
            <pc:docMk/>
            <pc:sldMk cId="3207627706" sldId="332"/>
            <ac:cxnSpMk id="71" creationId="{C385DECB-D3D4-40F3-8C66-7AF5A44A14CA}"/>
          </ac:cxnSpMkLst>
        </pc:cxnChg>
        <pc:cxnChg chg="add del mod">
          <ac:chgData name="Mykola Kuksa" userId="1056c9f5-bd5e-4aba-85cc-cd2356148781" providerId="ADAL" clId="{195175A8-1D09-4A3B-B2D6-EEAB2A773657}" dt="2021-06-15T04:56:23.389" v="8356" actId="478"/>
          <ac:cxnSpMkLst>
            <pc:docMk/>
            <pc:sldMk cId="3207627706" sldId="332"/>
            <ac:cxnSpMk id="74" creationId="{36F91035-1010-4BAE-A6FE-907C42FBFB71}"/>
          </ac:cxnSpMkLst>
        </pc:cxnChg>
        <pc:cxnChg chg="add del mod">
          <ac:chgData name="Mykola Kuksa" userId="1056c9f5-bd5e-4aba-85cc-cd2356148781" providerId="ADAL" clId="{195175A8-1D09-4A3B-B2D6-EEAB2A773657}" dt="2021-06-15T04:52:51.998" v="8327" actId="478"/>
          <ac:cxnSpMkLst>
            <pc:docMk/>
            <pc:sldMk cId="3207627706" sldId="332"/>
            <ac:cxnSpMk id="78" creationId="{ACBC100F-01DD-42BB-ABA8-34FE9F9815E3}"/>
          </ac:cxnSpMkLst>
        </pc:cxnChg>
        <pc:cxnChg chg="add del mod">
          <ac:chgData name="Mykola Kuksa" userId="1056c9f5-bd5e-4aba-85cc-cd2356148781" providerId="ADAL" clId="{195175A8-1D09-4A3B-B2D6-EEAB2A773657}" dt="2021-06-15T04:52:17.038" v="8322" actId="478"/>
          <ac:cxnSpMkLst>
            <pc:docMk/>
            <pc:sldMk cId="3207627706" sldId="332"/>
            <ac:cxnSpMk id="81" creationId="{FAE47F9C-16B9-4BDB-8A1E-347DB0FF5D08}"/>
          </ac:cxnSpMkLst>
        </pc:cxnChg>
        <pc:cxnChg chg="add del mod">
          <ac:chgData name="Mykola Kuksa" userId="1056c9f5-bd5e-4aba-85cc-cd2356148781" providerId="ADAL" clId="{195175A8-1D09-4A3B-B2D6-EEAB2A773657}" dt="2021-06-15T04:52:37.553" v="8324" actId="11529"/>
          <ac:cxnSpMkLst>
            <pc:docMk/>
            <pc:sldMk cId="3207627706" sldId="332"/>
            <ac:cxnSpMk id="85" creationId="{A20D21AF-E39E-4E3C-A282-D56C7B53522B}"/>
          </ac:cxnSpMkLst>
        </pc:cxnChg>
        <pc:cxnChg chg="add del">
          <ac:chgData name="Mykola Kuksa" userId="1056c9f5-bd5e-4aba-85cc-cd2356148781" providerId="ADAL" clId="{195175A8-1D09-4A3B-B2D6-EEAB2A773657}" dt="2021-06-15T04:52:49.312" v="8326" actId="11529"/>
          <ac:cxnSpMkLst>
            <pc:docMk/>
            <pc:sldMk cId="3207627706" sldId="332"/>
            <ac:cxnSpMk id="87" creationId="{0F721F9C-A8C1-4E9D-9F80-7C3F9EAF0AB9}"/>
          </ac:cxnSpMkLst>
        </pc:cxnChg>
        <pc:cxnChg chg="add mod">
          <ac:chgData name="Mykola Kuksa" userId="1056c9f5-bd5e-4aba-85cc-cd2356148781" providerId="ADAL" clId="{195175A8-1D09-4A3B-B2D6-EEAB2A773657}" dt="2021-06-15T04:53:09.703" v="8329" actId="13822"/>
          <ac:cxnSpMkLst>
            <pc:docMk/>
            <pc:sldMk cId="3207627706" sldId="332"/>
            <ac:cxnSpMk id="89" creationId="{97C10EC2-8E66-496C-9664-DDCBC7D4C06E}"/>
          </ac:cxnSpMkLst>
        </pc:cxnChg>
        <pc:cxnChg chg="add del mod">
          <ac:chgData name="Mykola Kuksa" userId="1056c9f5-bd5e-4aba-85cc-cd2356148781" providerId="ADAL" clId="{195175A8-1D09-4A3B-B2D6-EEAB2A773657}" dt="2021-06-15T04:53:22.048" v="8331" actId="11529"/>
          <ac:cxnSpMkLst>
            <pc:docMk/>
            <pc:sldMk cId="3207627706" sldId="332"/>
            <ac:cxnSpMk id="91" creationId="{D765DC21-4D8A-41D2-A229-5BAEF80E96E9}"/>
          </ac:cxnSpMkLst>
        </pc:cxnChg>
        <pc:cxnChg chg="add mod">
          <ac:chgData name="Mykola Kuksa" userId="1056c9f5-bd5e-4aba-85cc-cd2356148781" providerId="ADAL" clId="{195175A8-1D09-4A3B-B2D6-EEAB2A773657}" dt="2021-06-15T04:53:31.769" v="8333" actId="13822"/>
          <ac:cxnSpMkLst>
            <pc:docMk/>
            <pc:sldMk cId="3207627706" sldId="332"/>
            <ac:cxnSpMk id="93" creationId="{A44C0E4C-A443-45A9-9757-84DF67EBD884}"/>
          </ac:cxnSpMkLst>
        </pc:cxnChg>
        <pc:cxnChg chg="add mod">
          <ac:chgData name="Mykola Kuksa" userId="1056c9f5-bd5e-4aba-85cc-cd2356148781" providerId="ADAL" clId="{195175A8-1D09-4A3B-B2D6-EEAB2A773657}" dt="2021-06-15T04:55:08.207" v="8345" actId="14100"/>
          <ac:cxnSpMkLst>
            <pc:docMk/>
            <pc:sldMk cId="3207627706" sldId="332"/>
            <ac:cxnSpMk id="95" creationId="{973EE691-1300-435B-950E-EA659F3D2119}"/>
          </ac:cxnSpMkLst>
        </pc:cxnChg>
        <pc:cxnChg chg="add del mod">
          <ac:chgData name="Mykola Kuksa" userId="1056c9f5-bd5e-4aba-85cc-cd2356148781" providerId="ADAL" clId="{195175A8-1D09-4A3B-B2D6-EEAB2A773657}" dt="2021-06-15T04:54:48.678" v="8342" actId="478"/>
          <ac:cxnSpMkLst>
            <pc:docMk/>
            <pc:sldMk cId="3207627706" sldId="332"/>
            <ac:cxnSpMk id="97" creationId="{7D2A2C9D-13F9-4AD1-B669-296AA4736E28}"/>
          </ac:cxnSpMkLst>
        </pc:cxnChg>
        <pc:cxnChg chg="add del mod">
          <ac:chgData name="Mykola Kuksa" userId="1056c9f5-bd5e-4aba-85cc-cd2356148781" providerId="ADAL" clId="{195175A8-1D09-4A3B-B2D6-EEAB2A773657}" dt="2021-06-15T04:54:39.358" v="8339" actId="478"/>
          <ac:cxnSpMkLst>
            <pc:docMk/>
            <pc:sldMk cId="3207627706" sldId="332"/>
            <ac:cxnSpMk id="99" creationId="{ECD84480-3EC3-4078-9E58-89EC2A5E6B7D}"/>
          </ac:cxnSpMkLst>
        </pc:cxnChg>
        <pc:cxnChg chg="add del">
          <ac:chgData name="Mykola Kuksa" userId="1056c9f5-bd5e-4aba-85cc-cd2356148781" providerId="ADAL" clId="{195175A8-1D09-4A3B-B2D6-EEAB2A773657}" dt="2021-06-15T04:54:47.153" v="8341" actId="11529"/>
          <ac:cxnSpMkLst>
            <pc:docMk/>
            <pc:sldMk cId="3207627706" sldId="332"/>
            <ac:cxnSpMk id="101" creationId="{B6E1CECE-48E6-44C7-BBE9-C2B671C715D3}"/>
          </ac:cxnSpMkLst>
        </pc:cxnChg>
        <pc:cxnChg chg="add del">
          <ac:chgData name="Mykola Kuksa" userId="1056c9f5-bd5e-4aba-85cc-cd2356148781" providerId="ADAL" clId="{195175A8-1D09-4A3B-B2D6-EEAB2A773657}" dt="2021-06-15T04:55:04.569" v="8344" actId="11529"/>
          <ac:cxnSpMkLst>
            <pc:docMk/>
            <pc:sldMk cId="3207627706" sldId="332"/>
            <ac:cxnSpMk id="103" creationId="{0D2E8F6C-70A0-41A1-A747-D83ACBD76B9B}"/>
          </ac:cxnSpMkLst>
        </pc:cxnChg>
        <pc:cxnChg chg="add del mod">
          <ac:chgData name="Mykola Kuksa" userId="1056c9f5-bd5e-4aba-85cc-cd2356148781" providerId="ADAL" clId="{195175A8-1D09-4A3B-B2D6-EEAB2A773657}" dt="2021-06-15T04:55:24.671" v="8347" actId="11529"/>
          <ac:cxnSpMkLst>
            <pc:docMk/>
            <pc:sldMk cId="3207627706" sldId="332"/>
            <ac:cxnSpMk id="106" creationId="{C0963FF1-BAD2-4271-83F2-5A8E302FFE11}"/>
          </ac:cxnSpMkLst>
        </pc:cxnChg>
        <pc:cxnChg chg="add mod">
          <ac:chgData name="Mykola Kuksa" userId="1056c9f5-bd5e-4aba-85cc-cd2356148781" providerId="ADAL" clId="{195175A8-1D09-4A3B-B2D6-EEAB2A773657}" dt="2021-06-15T04:55:35.818" v="8349" actId="13822"/>
          <ac:cxnSpMkLst>
            <pc:docMk/>
            <pc:sldMk cId="3207627706" sldId="332"/>
            <ac:cxnSpMk id="108" creationId="{9B67A9C9-5630-42E2-ABAB-8D38B8001DAA}"/>
          </ac:cxnSpMkLst>
        </pc:cxnChg>
        <pc:cxnChg chg="add mod">
          <ac:chgData name="Mykola Kuksa" userId="1056c9f5-bd5e-4aba-85cc-cd2356148781" providerId="ADAL" clId="{195175A8-1D09-4A3B-B2D6-EEAB2A773657}" dt="2021-06-15T04:55:51.120" v="8351" actId="13822"/>
          <ac:cxnSpMkLst>
            <pc:docMk/>
            <pc:sldMk cId="3207627706" sldId="332"/>
            <ac:cxnSpMk id="110" creationId="{FDEEB605-E342-4664-BB25-7F56F31C08DE}"/>
          </ac:cxnSpMkLst>
        </pc:cxnChg>
        <pc:cxnChg chg="add mod">
          <ac:chgData name="Mykola Kuksa" userId="1056c9f5-bd5e-4aba-85cc-cd2356148781" providerId="ADAL" clId="{195175A8-1D09-4A3B-B2D6-EEAB2A773657}" dt="2021-06-15T04:56:06.414" v="8353" actId="13822"/>
          <ac:cxnSpMkLst>
            <pc:docMk/>
            <pc:sldMk cId="3207627706" sldId="332"/>
            <ac:cxnSpMk id="112" creationId="{35E10AD8-20F1-4139-9270-60A1F77AA091}"/>
          </ac:cxnSpMkLst>
        </pc:cxnChg>
        <pc:cxnChg chg="add mod">
          <ac:chgData name="Mykola Kuksa" userId="1056c9f5-bd5e-4aba-85cc-cd2356148781" providerId="ADAL" clId="{195175A8-1D09-4A3B-B2D6-EEAB2A773657}" dt="2021-06-15T04:56:20.496" v="8355" actId="13822"/>
          <ac:cxnSpMkLst>
            <pc:docMk/>
            <pc:sldMk cId="3207627706" sldId="332"/>
            <ac:cxnSpMk id="114" creationId="{FA5E52EF-7D63-4264-B89C-3D70521C198B}"/>
          </ac:cxnSpMkLst>
        </pc:cxnChg>
      </pc:sldChg>
      <pc:sldChg chg="addSp delSp modSp new mod">
        <pc:chgData name="Mykola Kuksa" userId="1056c9f5-bd5e-4aba-85cc-cd2356148781" providerId="ADAL" clId="{195175A8-1D09-4A3B-B2D6-EEAB2A773657}" dt="2021-06-15T05:08:19.581" v="8461" actId="20577"/>
        <pc:sldMkLst>
          <pc:docMk/>
          <pc:sldMk cId="629132022" sldId="333"/>
        </pc:sldMkLst>
        <pc:spChg chg="mod">
          <ac:chgData name="Mykola Kuksa" userId="1056c9f5-bd5e-4aba-85cc-cd2356148781" providerId="ADAL" clId="{195175A8-1D09-4A3B-B2D6-EEAB2A773657}" dt="2021-06-15T05:08:19.581" v="8461" actId="20577"/>
          <ac:spMkLst>
            <pc:docMk/>
            <pc:sldMk cId="629132022" sldId="333"/>
            <ac:spMk id="3" creationId="{165FF9B2-89E4-45F6-A894-1CD4DB1B8D07}"/>
          </ac:spMkLst>
        </pc:spChg>
        <pc:spChg chg="mod">
          <ac:chgData name="Mykola Kuksa" userId="1056c9f5-bd5e-4aba-85cc-cd2356148781" providerId="ADAL" clId="{195175A8-1D09-4A3B-B2D6-EEAB2A773657}" dt="2021-06-15T04:59:56.013" v="8375" actId="20577"/>
          <ac:spMkLst>
            <pc:docMk/>
            <pc:sldMk cId="629132022" sldId="333"/>
            <ac:spMk id="4" creationId="{1204E89E-5C35-401D-B967-11A68243CFFB}"/>
          </ac:spMkLst>
        </pc:spChg>
        <pc:spChg chg="del">
          <ac:chgData name="Mykola Kuksa" userId="1056c9f5-bd5e-4aba-85cc-cd2356148781" providerId="ADAL" clId="{195175A8-1D09-4A3B-B2D6-EEAB2A773657}" dt="2021-06-15T04:59:46.931" v="8362" actId="22"/>
          <ac:spMkLst>
            <pc:docMk/>
            <pc:sldMk cId="629132022" sldId="333"/>
            <ac:spMk id="5" creationId="{49567DAD-2932-46E4-B503-D94653B1B00F}"/>
          </ac:spMkLst>
        </pc:spChg>
        <pc:picChg chg="add mod ord">
          <ac:chgData name="Mykola Kuksa" userId="1056c9f5-bd5e-4aba-85cc-cd2356148781" providerId="ADAL" clId="{195175A8-1D09-4A3B-B2D6-EEAB2A773657}" dt="2021-06-15T04:59:50.957" v="8363" actId="1076"/>
          <ac:picMkLst>
            <pc:docMk/>
            <pc:sldMk cId="629132022" sldId="333"/>
            <ac:picMk id="7" creationId="{4F467EDE-B60C-4B2A-ACC6-2EA84596D382}"/>
          </ac:picMkLst>
        </pc:picChg>
      </pc:sldChg>
      <pc:sldChg chg="addSp delSp modSp new mod">
        <pc:chgData name="Mykola Kuksa" userId="1056c9f5-bd5e-4aba-85cc-cd2356148781" providerId="ADAL" clId="{195175A8-1D09-4A3B-B2D6-EEAB2A773657}" dt="2021-06-15T05:19:05.688" v="8507" actId="1076"/>
        <pc:sldMkLst>
          <pc:docMk/>
          <pc:sldMk cId="1679446750" sldId="334"/>
        </pc:sldMkLst>
        <pc:spChg chg="mod">
          <ac:chgData name="Mykola Kuksa" userId="1056c9f5-bd5e-4aba-85cc-cd2356148781" providerId="ADAL" clId="{195175A8-1D09-4A3B-B2D6-EEAB2A773657}" dt="2021-06-15T05:08:11.501" v="8460" actId="20577"/>
          <ac:spMkLst>
            <pc:docMk/>
            <pc:sldMk cId="1679446750" sldId="334"/>
            <ac:spMk id="3" creationId="{B599CF85-C65B-437A-8D9C-98D39E7A1F1B}"/>
          </ac:spMkLst>
        </pc:spChg>
        <pc:spChg chg="mod">
          <ac:chgData name="Mykola Kuksa" userId="1056c9f5-bd5e-4aba-85cc-cd2356148781" providerId="ADAL" clId="{195175A8-1D09-4A3B-B2D6-EEAB2A773657}" dt="2021-06-15T05:05:33.978" v="8433"/>
          <ac:spMkLst>
            <pc:docMk/>
            <pc:sldMk cId="1679446750" sldId="334"/>
            <ac:spMk id="4" creationId="{CB85B3F4-DF3A-4B7B-8549-4256A4566D21}"/>
          </ac:spMkLst>
        </pc:spChg>
        <pc:spChg chg="del mod">
          <ac:chgData name="Mykola Kuksa" userId="1056c9f5-bd5e-4aba-85cc-cd2356148781" providerId="ADAL" clId="{195175A8-1D09-4A3B-B2D6-EEAB2A773657}" dt="2021-06-15T05:08:55.734" v="8471" actId="478"/>
          <ac:spMkLst>
            <pc:docMk/>
            <pc:sldMk cId="1679446750" sldId="334"/>
            <ac:spMk id="5" creationId="{B537DEAE-F08B-45DF-B2AF-F4D007166FF3}"/>
          </ac:spMkLst>
        </pc:spChg>
        <pc:spChg chg="add mod">
          <ac:chgData name="Mykola Kuksa" userId="1056c9f5-bd5e-4aba-85cc-cd2356148781" providerId="ADAL" clId="{195175A8-1D09-4A3B-B2D6-EEAB2A773657}" dt="2021-06-15T05:19:02.151" v="8506" actId="1076"/>
          <ac:spMkLst>
            <pc:docMk/>
            <pc:sldMk cId="1679446750" sldId="334"/>
            <ac:spMk id="6" creationId="{CA9D61E4-E293-450A-BBEA-28C695CAC3DE}"/>
          </ac:spMkLst>
        </pc:spChg>
        <pc:spChg chg="add mod">
          <ac:chgData name="Mykola Kuksa" userId="1056c9f5-bd5e-4aba-85cc-cd2356148781" providerId="ADAL" clId="{195175A8-1D09-4A3B-B2D6-EEAB2A773657}" dt="2021-06-15T05:19:05.688" v="8507" actId="1076"/>
          <ac:spMkLst>
            <pc:docMk/>
            <pc:sldMk cId="1679446750" sldId="334"/>
            <ac:spMk id="7" creationId="{EB27341D-EF8B-448D-B489-7D074558196F}"/>
          </ac:spMkLst>
        </pc:spChg>
        <pc:spChg chg="add del mod">
          <ac:chgData name="Mykola Kuksa" userId="1056c9f5-bd5e-4aba-85cc-cd2356148781" providerId="ADAL" clId="{195175A8-1D09-4A3B-B2D6-EEAB2A773657}" dt="2021-06-15T05:18:57.280" v="8505" actId="478"/>
          <ac:spMkLst>
            <pc:docMk/>
            <pc:sldMk cId="1679446750" sldId="334"/>
            <ac:spMk id="8" creationId="{FF827E80-7B1F-4E37-9783-6919FD63E5FA}"/>
          </ac:spMkLst>
        </pc:spChg>
      </pc:sldChg>
      <pc:sldChg chg="addSp delSp modSp new mod">
        <pc:chgData name="Mykola Kuksa" userId="1056c9f5-bd5e-4aba-85cc-cd2356148781" providerId="ADAL" clId="{195175A8-1D09-4A3B-B2D6-EEAB2A773657}" dt="2021-06-15T05:21:54.455" v="8521"/>
        <pc:sldMkLst>
          <pc:docMk/>
          <pc:sldMk cId="3956009454" sldId="335"/>
        </pc:sldMkLst>
        <pc:spChg chg="mod">
          <ac:chgData name="Mykola Kuksa" userId="1056c9f5-bd5e-4aba-85cc-cd2356148781" providerId="ADAL" clId="{195175A8-1D09-4A3B-B2D6-EEAB2A773657}" dt="2021-06-15T05:21:54.455" v="8521"/>
          <ac:spMkLst>
            <pc:docMk/>
            <pc:sldMk cId="3956009454" sldId="335"/>
            <ac:spMk id="3" creationId="{C6C7A032-2702-49B1-BBB6-777A995CDB8B}"/>
          </ac:spMkLst>
        </pc:spChg>
        <pc:spChg chg="mod">
          <ac:chgData name="Mykola Kuksa" userId="1056c9f5-bd5e-4aba-85cc-cd2356148781" providerId="ADAL" clId="{195175A8-1D09-4A3B-B2D6-EEAB2A773657}" dt="2021-06-15T05:21:34.992" v="8520"/>
          <ac:spMkLst>
            <pc:docMk/>
            <pc:sldMk cId="3956009454" sldId="335"/>
            <ac:spMk id="4" creationId="{08A8330D-8224-465A-BEE3-6500D09D4DEB}"/>
          </ac:spMkLst>
        </pc:spChg>
        <pc:spChg chg="del">
          <ac:chgData name="Mykola Kuksa" userId="1056c9f5-bd5e-4aba-85cc-cd2356148781" providerId="ADAL" clId="{195175A8-1D09-4A3B-B2D6-EEAB2A773657}" dt="2021-06-15T05:20:54.901" v="8514" actId="478"/>
          <ac:spMkLst>
            <pc:docMk/>
            <pc:sldMk cId="3956009454" sldId="335"/>
            <ac:spMk id="5" creationId="{52CB9849-2888-48FB-B2BB-AAA2621B8142}"/>
          </ac:spMkLst>
        </pc:spChg>
        <pc:spChg chg="add mod">
          <ac:chgData name="Mykola Kuksa" userId="1056c9f5-bd5e-4aba-85cc-cd2356148781" providerId="ADAL" clId="{195175A8-1D09-4A3B-B2D6-EEAB2A773657}" dt="2021-06-15T05:21:03.969" v="8518" actId="1076"/>
          <ac:spMkLst>
            <pc:docMk/>
            <pc:sldMk cId="3956009454" sldId="335"/>
            <ac:spMk id="7" creationId="{8ED452EB-24D0-49EA-BC39-C9FACAC87BA0}"/>
          </ac:spMkLst>
        </pc:spChg>
        <pc:picChg chg="add mod">
          <ac:chgData name="Mykola Kuksa" userId="1056c9f5-bd5e-4aba-85cc-cd2356148781" providerId="ADAL" clId="{195175A8-1D09-4A3B-B2D6-EEAB2A773657}" dt="2021-06-15T05:21:03.969" v="8518" actId="1076"/>
          <ac:picMkLst>
            <pc:docMk/>
            <pc:sldMk cId="3956009454" sldId="335"/>
            <ac:picMk id="6" creationId="{B75A2A9C-F474-4F61-9C0A-4AF2F7FEA63B}"/>
          </ac:picMkLst>
        </pc:picChg>
      </pc:sldChg>
      <pc:sldChg chg="addSp delSp modSp new mod">
        <pc:chgData name="Mykola Kuksa" userId="1056c9f5-bd5e-4aba-85cc-cd2356148781" providerId="ADAL" clId="{195175A8-1D09-4A3B-B2D6-EEAB2A773657}" dt="2021-06-15T05:43:32.972" v="8605" actId="20577"/>
        <pc:sldMkLst>
          <pc:docMk/>
          <pc:sldMk cId="2313487339" sldId="336"/>
        </pc:sldMkLst>
        <pc:spChg chg="mod">
          <ac:chgData name="Mykola Kuksa" userId="1056c9f5-bd5e-4aba-85cc-cd2356148781" providerId="ADAL" clId="{195175A8-1D09-4A3B-B2D6-EEAB2A773657}" dt="2021-06-15T05:43:32.972" v="8605" actId="20577"/>
          <ac:spMkLst>
            <pc:docMk/>
            <pc:sldMk cId="2313487339" sldId="336"/>
            <ac:spMk id="3" creationId="{E6A8196A-937C-4FE0-8D7C-56095DDBE43F}"/>
          </ac:spMkLst>
        </pc:spChg>
        <pc:spChg chg="mod">
          <ac:chgData name="Mykola Kuksa" userId="1056c9f5-bd5e-4aba-85cc-cd2356148781" providerId="ADAL" clId="{195175A8-1D09-4A3B-B2D6-EEAB2A773657}" dt="2021-06-15T05:41:56.501" v="8539" actId="20577"/>
          <ac:spMkLst>
            <pc:docMk/>
            <pc:sldMk cId="2313487339" sldId="336"/>
            <ac:spMk id="4" creationId="{02D76CBE-EC4D-4A0D-9E55-C3372808E81F}"/>
          </ac:spMkLst>
        </pc:spChg>
        <pc:spChg chg="del">
          <ac:chgData name="Mykola Kuksa" userId="1056c9f5-bd5e-4aba-85cc-cd2356148781" providerId="ADAL" clId="{195175A8-1D09-4A3B-B2D6-EEAB2A773657}" dt="2021-06-15T05:41:10.682" v="8531" actId="478"/>
          <ac:spMkLst>
            <pc:docMk/>
            <pc:sldMk cId="2313487339" sldId="336"/>
            <ac:spMk id="5" creationId="{3FC9CE5C-C808-4AF1-BCF2-8C92EA623201}"/>
          </ac:spMkLst>
        </pc:spChg>
        <pc:spChg chg="add mod">
          <ac:chgData name="Mykola Kuksa" userId="1056c9f5-bd5e-4aba-85cc-cd2356148781" providerId="ADAL" clId="{195175A8-1D09-4A3B-B2D6-EEAB2A773657}" dt="2021-06-15T05:42:32.042" v="8600" actId="1076"/>
          <ac:spMkLst>
            <pc:docMk/>
            <pc:sldMk cId="2313487339" sldId="336"/>
            <ac:spMk id="6" creationId="{A860A9A8-E499-4306-BE73-3F068AE867A7}"/>
          </ac:spMkLst>
        </pc:spChg>
      </pc:sldChg>
      <pc:sldChg chg="addSp delSp modSp new mod">
        <pc:chgData name="Mykola Kuksa" userId="1056c9f5-bd5e-4aba-85cc-cd2356148781" providerId="ADAL" clId="{195175A8-1D09-4A3B-B2D6-EEAB2A773657}" dt="2021-06-15T05:50:12.784" v="8653" actId="1076"/>
        <pc:sldMkLst>
          <pc:docMk/>
          <pc:sldMk cId="3144943482" sldId="337"/>
        </pc:sldMkLst>
        <pc:spChg chg="mod">
          <ac:chgData name="Mykola Kuksa" userId="1056c9f5-bd5e-4aba-85cc-cd2356148781" providerId="ADAL" clId="{195175A8-1D09-4A3B-B2D6-EEAB2A773657}" dt="2021-06-15T05:48:27.998" v="8624" actId="20577"/>
          <ac:spMkLst>
            <pc:docMk/>
            <pc:sldMk cId="3144943482" sldId="337"/>
            <ac:spMk id="3" creationId="{C096AFC1-0C11-4393-BAA2-38329EF27B80}"/>
          </ac:spMkLst>
        </pc:spChg>
        <pc:spChg chg="mod">
          <ac:chgData name="Mykola Kuksa" userId="1056c9f5-bd5e-4aba-85cc-cd2356148781" providerId="ADAL" clId="{195175A8-1D09-4A3B-B2D6-EEAB2A773657}" dt="2021-06-15T05:47:50.333" v="8609"/>
          <ac:spMkLst>
            <pc:docMk/>
            <pc:sldMk cId="3144943482" sldId="337"/>
            <ac:spMk id="4" creationId="{3E781F0E-082F-4A14-A8ED-D1E9B955A0D6}"/>
          </ac:spMkLst>
        </pc:spChg>
        <pc:spChg chg="del">
          <ac:chgData name="Mykola Kuksa" userId="1056c9f5-bd5e-4aba-85cc-cd2356148781" providerId="ADAL" clId="{195175A8-1D09-4A3B-B2D6-EEAB2A773657}" dt="2021-06-15T05:48:53.205" v="8625" actId="22"/>
          <ac:spMkLst>
            <pc:docMk/>
            <pc:sldMk cId="3144943482" sldId="337"/>
            <ac:spMk id="5" creationId="{438A61F3-A92D-415F-A279-BDEF7778CA0C}"/>
          </ac:spMkLst>
        </pc:spChg>
        <pc:spChg chg="add mod">
          <ac:chgData name="Mykola Kuksa" userId="1056c9f5-bd5e-4aba-85cc-cd2356148781" providerId="ADAL" clId="{195175A8-1D09-4A3B-B2D6-EEAB2A773657}" dt="2021-06-15T05:50:12.784" v="8653" actId="1076"/>
          <ac:spMkLst>
            <pc:docMk/>
            <pc:sldMk cId="3144943482" sldId="337"/>
            <ac:spMk id="8" creationId="{FC8B4B12-3A6E-4E65-BFE6-E4C056527FA6}"/>
          </ac:spMkLst>
        </pc:spChg>
        <pc:picChg chg="add mod ord">
          <ac:chgData name="Mykola Kuksa" userId="1056c9f5-bd5e-4aba-85cc-cd2356148781" providerId="ADAL" clId="{195175A8-1D09-4A3B-B2D6-EEAB2A773657}" dt="2021-06-15T05:50:08.390" v="8652" actId="1076"/>
          <ac:picMkLst>
            <pc:docMk/>
            <pc:sldMk cId="3144943482" sldId="337"/>
            <ac:picMk id="7" creationId="{F4BB2DAE-7EAF-4FDC-AAF8-8DBEDAC1B377}"/>
          </ac:picMkLst>
        </pc:picChg>
      </pc:sldChg>
    </pc:docChg>
  </pc:docChgLst>
  <pc:docChgLst>
    <pc:chgData name="Oleg Dudnyk (OGD)" userId="S::ogd@simcorp.com::aa038665-cf02-4de2-9c45-d202ccf48cc3" providerId="AD" clId="Web-{DF5195F9-9FBE-DE56-9700-683CD061B00B}"/>
    <pc:docChg chg="delSld modSld sldOrd">
      <pc:chgData name="Oleg Dudnyk (OGD)" userId="S::ogd@simcorp.com::aa038665-cf02-4de2-9c45-d202ccf48cc3" providerId="AD" clId="Web-{DF5195F9-9FBE-DE56-9700-683CD061B00B}" dt="2021-01-22T13:26:02.083" v="23" actId="20577"/>
      <pc:docMkLst>
        <pc:docMk/>
      </pc:docMkLst>
      <pc:sldChg chg="modNotes">
        <pc:chgData name="Oleg Dudnyk (OGD)" userId="S::ogd@simcorp.com::aa038665-cf02-4de2-9c45-d202ccf48cc3" providerId="AD" clId="Web-{DF5195F9-9FBE-DE56-9700-683CD061B00B}" dt="2021-01-22T13:23:37.550" v="21"/>
        <pc:sldMkLst>
          <pc:docMk/>
          <pc:sldMk cId="3214163513" sldId="261"/>
        </pc:sldMkLst>
      </pc:sldChg>
      <pc:sldChg chg="ord">
        <pc:chgData name="Oleg Dudnyk (OGD)" userId="S::ogd@simcorp.com::aa038665-cf02-4de2-9c45-d202ccf48cc3" providerId="AD" clId="Web-{DF5195F9-9FBE-DE56-9700-683CD061B00B}" dt="2021-01-22T13:19:15.969" v="0"/>
        <pc:sldMkLst>
          <pc:docMk/>
          <pc:sldMk cId="3100334276" sldId="264"/>
        </pc:sldMkLst>
      </pc:sldChg>
      <pc:sldChg chg="modSp">
        <pc:chgData name="Oleg Dudnyk (OGD)" userId="S::ogd@simcorp.com::aa038665-cf02-4de2-9c45-d202ccf48cc3" providerId="AD" clId="Web-{DF5195F9-9FBE-DE56-9700-683CD061B00B}" dt="2021-01-22T13:19:30.797" v="3" actId="20577"/>
        <pc:sldMkLst>
          <pc:docMk/>
          <pc:sldMk cId="2858231511" sldId="269"/>
        </pc:sldMkLst>
        <pc:spChg chg="mod">
          <ac:chgData name="Oleg Dudnyk (OGD)" userId="S::ogd@simcorp.com::aa038665-cf02-4de2-9c45-d202ccf48cc3" providerId="AD" clId="Web-{DF5195F9-9FBE-DE56-9700-683CD061B00B}" dt="2021-01-22T13:19:30.797" v="3" actId="20577"/>
          <ac:spMkLst>
            <pc:docMk/>
            <pc:sldMk cId="2858231511" sldId="269"/>
            <ac:spMk id="3" creationId="{42142D79-60B4-4A53-8837-6B6B8A5A7D54}"/>
          </ac:spMkLst>
        </pc:spChg>
      </pc:sldChg>
      <pc:sldChg chg="del">
        <pc:chgData name="Oleg Dudnyk (OGD)" userId="S::ogd@simcorp.com::aa038665-cf02-4de2-9c45-d202ccf48cc3" providerId="AD" clId="Web-{DF5195F9-9FBE-DE56-9700-683CD061B00B}" dt="2021-01-22T13:19:24.469" v="1"/>
        <pc:sldMkLst>
          <pc:docMk/>
          <pc:sldMk cId="305607290" sldId="270"/>
        </pc:sldMkLst>
      </pc:sldChg>
      <pc:sldChg chg="modSp">
        <pc:chgData name="Oleg Dudnyk (OGD)" userId="S::ogd@simcorp.com::aa038665-cf02-4de2-9c45-d202ccf48cc3" providerId="AD" clId="Web-{DF5195F9-9FBE-DE56-9700-683CD061B00B}" dt="2021-01-22T13:20:53.314" v="5" actId="20577"/>
        <pc:sldMkLst>
          <pc:docMk/>
          <pc:sldMk cId="3691768071" sldId="271"/>
        </pc:sldMkLst>
        <pc:spChg chg="mod">
          <ac:chgData name="Oleg Dudnyk (OGD)" userId="S::ogd@simcorp.com::aa038665-cf02-4de2-9c45-d202ccf48cc3" providerId="AD" clId="Web-{DF5195F9-9FBE-DE56-9700-683CD061B00B}" dt="2021-01-22T13:20:53.314" v="5" actId="20577"/>
          <ac:spMkLst>
            <pc:docMk/>
            <pc:sldMk cId="3691768071" sldId="271"/>
            <ac:spMk id="4" creationId="{B909997E-70EF-4D07-BD67-9F4FCAEB018B}"/>
          </ac:spMkLst>
        </pc:spChg>
      </pc:sldChg>
      <pc:sldChg chg="modSp">
        <pc:chgData name="Oleg Dudnyk (OGD)" userId="S::ogd@simcorp.com::aa038665-cf02-4de2-9c45-d202ccf48cc3" providerId="AD" clId="Web-{DF5195F9-9FBE-DE56-9700-683CD061B00B}" dt="2021-01-22T13:26:02.083" v="23" actId="20577"/>
        <pc:sldMkLst>
          <pc:docMk/>
          <pc:sldMk cId="2248390000" sldId="278"/>
        </pc:sldMkLst>
        <pc:spChg chg="mod">
          <ac:chgData name="Oleg Dudnyk (OGD)" userId="S::ogd@simcorp.com::aa038665-cf02-4de2-9c45-d202ccf48cc3" providerId="AD" clId="Web-{DF5195F9-9FBE-DE56-9700-683CD061B00B}" dt="2021-01-22T13:26:02.083" v="23" actId="20577"/>
          <ac:spMkLst>
            <pc:docMk/>
            <pc:sldMk cId="2248390000" sldId="278"/>
            <ac:spMk id="4" creationId="{AA663A79-4652-4713-96B0-73B4C107DBA7}"/>
          </ac:spMkLst>
        </pc:spChg>
      </pc:sldChg>
    </pc:docChg>
  </pc:docChgLst>
  <pc:docChgLst>
    <pc:chgData name="Serhii Litvinov" userId="13e31772-44c1-46fd-b5ca-e73152eb6195" providerId="ADAL" clId="{8DEB9C8F-4728-4B0D-96F5-DA52E0F2B005}"/>
    <pc:docChg chg="undo custSel addSld delSld modSld sldOrd">
      <pc:chgData name="Serhii Litvinov" userId="13e31772-44c1-46fd-b5ca-e73152eb6195" providerId="ADAL" clId="{8DEB9C8F-4728-4B0D-96F5-DA52E0F2B005}" dt="2021-03-04T19:42:31.161" v="1961" actId="20577"/>
      <pc:docMkLst>
        <pc:docMk/>
      </pc:docMkLst>
      <pc:sldChg chg="modSp mod">
        <pc:chgData name="Serhii Litvinov" userId="13e31772-44c1-46fd-b5ca-e73152eb6195" providerId="ADAL" clId="{8DEB9C8F-4728-4B0D-96F5-DA52E0F2B005}" dt="2021-03-04T19:10:28.069" v="1717" actId="403"/>
        <pc:sldMkLst>
          <pc:docMk/>
          <pc:sldMk cId="3160067585" sldId="263"/>
        </pc:sldMkLst>
        <pc:spChg chg="mod">
          <ac:chgData name="Serhii Litvinov" userId="13e31772-44c1-46fd-b5ca-e73152eb6195" providerId="ADAL" clId="{8DEB9C8F-4728-4B0D-96F5-DA52E0F2B005}" dt="2021-03-04T18:52:05.957" v="1339" actId="20577"/>
          <ac:spMkLst>
            <pc:docMk/>
            <pc:sldMk cId="3160067585" sldId="263"/>
            <ac:spMk id="3" creationId="{6991B400-1153-4A4B-9CBB-C681B73ABA01}"/>
          </ac:spMkLst>
        </pc:spChg>
        <pc:spChg chg="mod">
          <ac:chgData name="Serhii Litvinov" userId="13e31772-44c1-46fd-b5ca-e73152eb6195" providerId="ADAL" clId="{8DEB9C8F-4728-4B0D-96F5-DA52E0F2B005}" dt="2021-03-04T19:10:28.069" v="1717" actId="403"/>
          <ac:spMkLst>
            <pc:docMk/>
            <pc:sldMk cId="3160067585" sldId="263"/>
            <ac:spMk id="5" creationId="{AAB777D4-CF85-459D-AA9B-8752F92CE686}"/>
          </ac:spMkLst>
        </pc:spChg>
      </pc:sldChg>
      <pc:sldChg chg="del">
        <pc:chgData name="Serhii Litvinov" userId="13e31772-44c1-46fd-b5ca-e73152eb6195" providerId="ADAL" clId="{8DEB9C8F-4728-4B0D-96F5-DA52E0F2B005}" dt="2021-03-04T17:13:49.342" v="753" actId="2696"/>
        <pc:sldMkLst>
          <pc:docMk/>
          <pc:sldMk cId="3654507373" sldId="279"/>
        </pc:sldMkLst>
      </pc:sldChg>
      <pc:sldChg chg="del">
        <pc:chgData name="Serhii Litvinov" userId="13e31772-44c1-46fd-b5ca-e73152eb6195" providerId="ADAL" clId="{8DEB9C8F-4728-4B0D-96F5-DA52E0F2B005}" dt="2021-03-04T08:02:39.220" v="0" actId="2696"/>
        <pc:sldMkLst>
          <pc:docMk/>
          <pc:sldMk cId="499490006" sldId="288"/>
        </pc:sldMkLst>
      </pc:sldChg>
      <pc:sldChg chg="del">
        <pc:chgData name="Serhii Litvinov" userId="13e31772-44c1-46fd-b5ca-e73152eb6195" providerId="ADAL" clId="{8DEB9C8F-4728-4B0D-96F5-DA52E0F2B005}" dt="2021-03-04T17:09:58.466" v="690" actId="2696"/>
        <pc:sldMkLst>
          <pc:docMk/>
          <pc:sldMk cId="3778068652" sldId="289"/>
        </pc:sldMkLst>
      </pc:sldChg>
      <pc:sldChg chg="modSp del mod ord">
        <pc:chgData name="Serhii Litvinov" userId="13e31772-44c1-46fd-b5ca-e73152eb6195" providerId="ADAL" clId="{8DEB9C8F-4728-4B0D-96F5-DA52E0F2B005}" dt="2021-03-04T17:11:12.469" v="752" actId="2696"/>
        <pc:sldMkLst>
          <pc:docMk/>
          <pc:sldMk cId="3019042101" sldId="290"/>
        </pc:sldMkLst>
        <pc:spChg chg="mod">
          <ac:chgData name="Serhii Litvinov" userId="13e31772-44c1-46fd-b5ca-e73152eb6195" providerId="ADAL" clId="{8DEB9C8F-4728-4B0D-96F5-DA52E0F2B005}" dt="2021-03-04T17:10:42.039" v="725" actId="21"/>
          <ac:spMkLst>
            <pc:docMk/>
            <pc:sldMk cId="3019042101" sldId="290"/>
            <ac:spMk id="5" creationId="{B5CB320D-98A5-408F-B80E-C9B87814E134}"/>
          </ac:spMkLst>
        </pc:spChg>
      </pc:sldChg>
      <pc:sldChg chg="del ord">
        <pc:chgData name="Serhii Litvinov" userId="13e31772-44c1-46fd-b5ca-e73152eb6195" providerId="ADAL" clId="{8DEB9C8F-4728-4B0D-96F5-DA52E0F2B005}" dt="2021-03-04T17:11:12.469" v="752" actId="2696"/>
        <pc:sldMkLst>
          <pc:docMk/>
          <pc:sldMk cId="1849429273" sldId="291"/>
        </pc:sldMkLst>
      </pc:sldChg>
      <pc:sldChg chg="modSp mod">
        <pc:chgData name="Serhii Litvinov" userId="13e31772-44c1-46fd-b5ca-e73152eb6195" providerId="ADAL" clId="{8DEB9C8F-4728-4B0D-96F5-DA52E0F2B005}" dt="2021-03-04T18:55:14.808" v="1374" actId="20577"/>
        <pc:sldMkLst>
          <pc:docMk/>
          <pc:sldMk cId="738792783" sldId="294"/>
        </pc:sldMkLst>
        <pc:spChg chg="mod">
          <ac:chgData name="Serhii Litvinov" userId="13e31772-44c1-46fd-b5ca-e73152eb6195" providerId="ADAL" clId="{8DEB9C8F-4728-4B0D-96F5-DA52E0F2B005}" dt="2021-03-04T18:55:14.808" v="1374" actId="20577"/>
          <ac:spMkLst>
            <pc:docMk/>
            <pc:sldMk cId="738792783" sldId="294"/>
            <ac:spMk id="5" creationId="{67E8D471-BA5C-4AAC-A2C9-82DB42DEB307}"/>
          </ac:spMkLst>
        </pc:spChg>
      </pc:sldChg>
      <pc:sldChg chg="addSp modSp new mod modNotesTx">
        <pc:chgData name="Serhii Litvinov" userId="13e31772-44c1-46fd-b5ca-e73152eb6195" providerId="ADAL" clId="{8DEB9C8F-4728-4B0D-96F5-DA52E0F2B005}" dt="2021-03-04T19:31:26.416" v="1898" actId="113"/>
        <pc:sldMkLst>
          <pc:docMk/>
          <pc:sldMk cId="3473573010" sldId="306"/>
        </pc:sldMkLst>
        <pc:spChg chg="mod">
          <ac:chgData name="Serhii Litvinov" userId="13e31772-44c1-46fd-b5ca-e73152eb6195" providerId="ADAL" clId="{8DEB9C8F-4728-4B0D-96F5-DA52E0F2B005}" dt="2021-03-04T08:19:06.497" v="80" actId="20577"/>
          <ac:spMkLst>
            <pc:docMk/>
            <pc:sldMk cId="3473573010" sldId="306"/>
            <ac:spMk id="3" creationId="{8D6BC889-1F42-4883-BD8E-4412D76D01A2}"/>
          </ac:spMkLst>
        </pc:spChg>
        <pc:spChg chg="mod">
          <ac:chgData name="Serhii Litvinov" userId="13e31772-44c1-46fd-b5ca-e73152eb6195" providerId="ADAL" clId="{8DEB9C8F-4728-4B0D-96F5-DA52E0F2B005}" dt="2021-03-04T08:17:20.095" v="65" actId="20577"/>
          <ac:spMkLst>
            <pc:docMk/>
            <pc:sldMk cId="3473573010" sldId="306"/>
            <ac:spMk id="4" creationId="{3F8B2655-C28C-4480-ADE2-9321B6CC4A10}"/>
          </ac:spMkLst>
        </pc:spChg>
        <pc:spChg chg="mod">
          <ac:chgData name="Serhii Litvinov" userId="13e31772-44c1-46fd-b5ca-e73152eb6195" providerId="ADAL" clId="{8DEB9C8F-4728-4B0D-96F5-DA52E0F2B005}" dt="2021-03-04T09:23:43.569" v="518" actId="20577"/>
          <ac:spMkLst>
            <pc:docMk/>
            <pc:sldMk cId="3473573010" sldId="306"/>
            <ac:spMk id="5" creationId="{6A83EE0F-523D-4E1B-AAD7-487C2E9FD2E7}"/>
          </ac:spMkLst>
        </pc:spChg>
        <pc:picChg chg="add mod">
          <ac:chgData name="Serhii Litvinov" userId="13e31772-44c1-46fd-b5ca-e73152eb6195" providerId="ADAL" clId="{8DEB9C8F-4728-4B0D-96F5-DA52E0F2B005}" dt="2021-03-04T09:23:58.575" v="519" actId="1076"/>
          <ac:picMkLst>
            <pc:docMk/>
            <pc:sldMk cId="3473573010" sldId="306"/>
            <ac:picMk id="1026" creationId="{62A2FB41-CE4A-4317-B620-231B6310E73A}"/>
          </ac:picMkLst>
        </pc:picChg>
      </pc:sldChg>
      <pc:sldChg chg="addSp delSp modSp add del mod modShow">
        <pc:chgData name="Serhii Litvinov" userId="13e31772-44c1-46fd-b5ca-e73152eb6195" providerId="ADAL" clId="{8DEB9C8F-4728-4B0D-96F5-DA52E0F2B005}" dt="2021-03-04T08:48:47.106" v="488" actId="2696"/>
        <pc:sldMkLst>
          <pc:docMk/>
          <pc:sldMk cId="350130232" sldId="307"/>
        </pc:sldMkLst>
        <pc:spChg chg="mod">
          <ac:chgData name="Serhii Litvinov" userId="13e31772-44c1-46fd-b5ca-e73152eb6195" providerId="ADAL" clId="{8DEB9C8F-4728-4B0D-96F5-DA52E0F2B005}" dt="2021-03-04T08:19:25.596" v="113" actId="20577"/>
          <ac:spMkLst>
            <pc:docMk/>
            <pc:sldMk cId="350130232" sldId="307"/>
            <ac:spMk id="3" creationId="{8D6BC889-1F42-4883-BD8E-4412D76D01A2}"/>
          </ac:spMkLst>
        </pc:spChg>
        <pc:spChg chg="del">
          <ac:chgData name="Serhii Litvinov" userId="13e31772-44c1-46fd-b5ca-e73152eb6195" providerId="ADAL" clId="{8DEB9C8F-4728-4B0D-96F5-DA52E0F2B005}" dt="2021-03-04T08:19:14.913" v="83" actId="478"/>
          <ac:spMkLst>
            <pc:docMk/>
            <pc:sldMk cId="350130232" sldId="307"/>
            <ac:spMk id="5" creationId="{6A83EE0F-523D-4E1B-AAD7-487C2E9FD2E7}"/>
          </ac:spMkLst>
        </pc:spChg>
        <pc:spChg chg="add mod">
          <ac:chgData name="Serhii Litvinov" userId="13e31772-44c1-46fd-b5ca-e73152eb6195" providerId="ADAL" clId="{8DEB9C8F-4728-4B0D-96F5-DA52E0F2B005}" dt="2021-03-04T08:19:14.913" v="83" actId="478"/>
          <ac:spMkLst>
            <pc:docMk/>
            <pc:sldMk cId="350130232" sldId="307"/>
            <ac:spMk id="7" creationId="{8C5F42D7-FD4A-4A8B-8F9C-3DAC7E1DD94C}"/>
          </ac:spMkLst>
        </pc:spChg>
        <pc:picChg chg="del">
          <ac:chgData name="Serhii Litvinov" userId="13e31772-44c1-46fd-b5ca-e73152eb6195" providerId="ADAL" clId="{8DEB9C8F-4728-4B0D-96F5-DA52E0F2B005}" dt="2021-03-04T08:19:13.208" v="82" actId="478"/>
          <ac:picMkLst>
            <pc:docMk/>
            <pc:sldMk cId="350130232" sldId="307"/>
            <ac:picMk id="1026" creationId="{62A2FB41-CE4A-4317-B620-231B6310E73A}"/>
          </ac:picMkLst>
        </pc:picChg>
      </pc:sldChg>
      <pc:sldChg chg="modSp new del mod">
        <pc:chgData name="Serhii Litvinov" userId="13e31772-44c1-46fd-b5ca-e73152eb6195" providerId="ADAL" clId="{8DEB9C8F-4728-4B0D-96F5-DA52E0F2B005}" dt="2021-03-04T08:18:05.771" v="66" actId="2696"/>
        <pc:sldMkLst>
          <pc:docMk/>
          <pc:sldMk cId="1790666359" sldId="307"/>
        </pc:sldMkLst>
        <pc:spChg chg="mod">
          <ac:chgData name="Serhii Litvinov" userId="13e31772-44c1-46fd-b5ca-e73152eb6195" providerId="ADAL" clId="{8DEB9C8F-4728-4B0D-96F5-DA52E0F2B005}" dt="2021-03-04T08:17:06.487" v="63" actId="5793"/>
          <ac:spMkLst>
            <pc:docMk/>
            <pc:sldMk cId="1790666359" sldId="307"/>
            <ac:spMk id="4" creationId="{A9C775EE-5881-4786-BBBB-02BC69CB998A}"/>
          </ac:spMkLst>
        </pc:spChg>
      </pc:sldChg>
      <pc:sldChg chg="addSp modSp add mod modShow modNotesTx">
        <pc:chgData name="Serhii Litvinov" userId="13e31772-44c1-46fd-b5ca-e73152eb6195" providerId="ADAL" clId="{8DEB9C8F-4728-4B0D-96F5-DA52E0F2B005}" dt="2021-03-04T19:31:38.148" v="1903" actId="113"/>
        <pc:sldMkLst>
          <pc:docMk/>
          <pc:sldMk cId="1344436795" sldId="308"/>
        </pc:sldMkLst>
        <pc:spChg chg="mod">
          <ac:chgData name="Serhii Litvinov" userId="13e31772-44c1-46fd-b5ca-e73152eb6195" providerId="ADAL" clId="{8DEB9C8F-4728-4B0D-96F5-DA52E0F2B005}" dt="2021-03-04T08:27:46.041" v="254" actId="1076"/>
          <ac:spMkLst>
            <pc:docMk/>
            <pc:sldMk cId="1344436795" sldId="308"/>
            <ac:spMk id="3" creationId="{8D6BC889-1F42-4883-BD8E-4412D76D01A2}"/>
          </ac:spMkLst>
        </pc:spChg>
        <pc:spChg chg="add mod">
          <ac:chgData name="Serhii Litvinov" userId="13e31772-44c1-46fd-b5ca-e73152eb6195" providerId="ADAL" clId="{8DEB9C8F-4728-4B0D-96F5-DA52E0F2B005}" dt="2021-03-04T09:50:10.918" v="560" actId="2085"/>
          <ac:spMkLst>
            <pc:docMk/>
            <pc:sldMk cId="1344436795" sldId="308"/>
            <ac:spMk id="5" creationId="{2FFA93AE-3E52-4AF2-9135-06B06C2A1DBC}"/>
          </ac:spMkLst>
        </pc:spChg>
        <pc:spChg chg="mod">
          <ac:chgData name="Serhii Litvinov" userId="13e31772-44c1-46fd-b5ca-e73152eb6195" providerId="ADAL" clId="{8DEB9C8F-4728-4B0D-96F5-DA52E0F2B005}" dt="2021-03-04T09:48:58.309" v="540" actId="1076"/>
          <ac:spMkLst>
            <pc:docMk/>
            <pc:sldMk cId="1344436795" sldId="308"/>
            <ac:spMk id="7" creationId="{8C5F42D7-FD4A-4A8B-8F9C-3DAC7E1DD94C}"/>
          </ac:spMkLst>
        </pc:spChg>
      </pc:sldChg>
      <pc:sldChg chg="modSp new del mod">
        <pc:chgData name="Serhii Litvinov" userId="13e31772-44c1-46fd-b5ca-e73152eb6195" providerId="ADAL" clId="{8DEB9C8F-4728-4B0D-96F5-DA52E0F2B005}" dt="2021-03-04T08:20:58.903" v="148" actId="2696"/>
        <pc:sldMkLst>
          <pc:docMk/>
          <pc:sldMk cId="2428072439" sldId="308"/>
        </pc:sldMkLst>
        <pc:spChg chg="mod">
          <ac:chgData name="Serhii Litvinov" userId="13e31772-44c1-46fd-b5ca-e73152eb6195" providerId="ADAL" clId="{8DEB9C8F-4728-4B0D-96F5-DA52E0F2B005}" dt="2021-03-04T08:20:51.669" v="147" actId="20577"/>
          <ac:spMkLst>
            <pc:docMk/>
            <pc:sldMk cId="2428072439" sldId="308"/>
            <ac:spMk id="3" creationId="{ABFE2194-D029-4C28-968C-7E19FB9E4A56}"/>
          </ac:spMkLst>
        </pc:spChg>
        <pc:spChg chg="mod">
          <ac:chgData name="Serhii Litvinov" userId="13e31772-44c1-46fd-b5ca-e73152eb6195" providerId="ADAL" clId="{8DEB9C8F-4728-4B0D-96F5-DA52E0F2B005}" dt="2021-03-04T08:20:40.769" v="141" actId="20577"/>
          <ac:spMkLst>
            <pc:docMk/>
            <pc:sldMk cId="2428072439" sldId="308"/>
            <ac:spMk id="4" creationId="{D870231E-B5B2-49D2-B865-F05A26A59808}"/>
          </ac:spMkLst>
        </pc:spChg>
      </pc:sldChg>
      <pc:sldChg chg="addSp delSp modSp add mod modShow modNotesTx">
        <pc:chgData name="Serhii Litvinov" userId="13e31772-44c1-46fd-b5ca-e73152eb6195" providerId="ADAL" clId="{8DEB9C8F-4728-4B0D-96F5-DA52E0F2B005}" dt="2021-03-04T19:30:51.209" v="1886" actId="20577"/>
        <pc:sldMkLst>
          <pc:docMk/>
          <pc:sldMk cId="1721163853" sldId="309"/>
        </pc:sldMkLst>
        <pc:spChg chg="mod">
          <ac:chgData name="Serhii Litvinov" userId="13e31772-44c1-46fd-b5ca-e73152eb6195" providerId="ADAL" clId="{8DEB9C8F-4728-4B0D-96F5-DA52E0F2B005}" dt="2021-03-04T08:36:38.102" v="297" actId="20577"/>
          <ac:spMkLst>
            <pc:docMk/>
            <pc:sldMk cId="1721163853" sldId="309"/>
            <ac:spMk id="3" creationId="{8D6BC889-1F42-4883-BD8E-4412D76D01A2}"/>
          </ac:spMkLst>
        </pc:spChg>
        <pc:spChg chg="mod">
          <ac:chgData name="Serhii Litvinov" userId="13e31772-44c1-46fd-b5ca-e73152eb6195" providerId="ADAL" clId="{8DEB9C8F-4728-4B0D-96F5-DA52E0F2B005}" dt="2021-03-04T08:24:13.760" v="195" actId="20577"/>
          <ac:spMkLst>
            <pc:docMk/>
            <pc:sldMk cId="1721163853" sldId="309"/>
            <ac:spMk id="4" creationId="{3F8B2655-C28C-4480-ADE2-9321B6CC4A10}"/>
          </ac:spMkLst>
        </pc:spChg>
        <pc:spChg chg="add del mod">
          <ac:chgData name="Serhii Litvinov" userId="13e31772-44c1-46fd-b5ca-e73152eb6195" providerId="ADAL" clId="{8DEB9C8F-4728-4B0D-96F5-DA52E0F2B005}" dt="2021-03-04T08:26:32.674" v="197" actId="478"/>
          <ac:spMkLst>
            <pc:docMk/>
            <pc:sldMk cId="1721163853" sldId="309"/>
            <ac:spMk id="6" creationId="{E56A4B64-840A-4519-B498-BDD24FF14C9D}"/>
          </ac:spMkLst>
        </pc:spChg>
        <pc:spChg chg="del">
          <ac:chgData name="Serhii Litvinov" userId="13e31772-44c1-46fd-b5ca-e73152eb6195" providerId="ADAL" clId="{8DEB9C8F-4728-4B0D-96F5-DA52E0F2B005}" dt="2021-03-04T08:26:30.844" v="196" actId="478"/>
          <ac:spMkLst>
            <pc:docMk/>
            <pc:sldMk cId="1721163853" sldId="309"/>
            <ac:spMk id="7" creationId="{8C5F42D7-FD4A-4A8B-8F9C-3DAC7E1DD94C}"/>
          </ac:spMkLst>
        </pc:spChg>
        <pc:spChg chg="add mod">
          <ac:chgData name="Serhii Litvinov" userId="13e31772-44c1-46fd-b5ca-e73152eb6195" providerId="ADAL" clId="{8DEB9C8F-4728-4B0D-96F5-DA52E0F2B005}" dt="2021-03-04T10:13:46.964" v="602" actId="1076"/>
          <ac:spMkLst>
            <pc:docMk/>
            <pc:sldMk cId="1721163853" sldId="309"/>
            <ac:spMk id="8" creationId="{7B0DF57E-609A-4CA2-9936-137A8DD72345}"/>
          </ac:spMkLst>
        </pc:spChg>
        <pc:spChg chg="add mod">
          <ac:chgData name="Serhii Litvinov" userId="13e31772-44c1-46fd-b5ca-e73152eb6195" providerId="ADAL" clId="{8DEB9C8F-4728-4B0D-96F5-DA52E0F2B005}" dt="2021-03-04T10:13:39.463" v="601" actId="1076"/>
          <ac:spMkLst>
            <pc:docMk/>
            <pc:sldMk cId="1721163853" sldId="309"/>
            <ac:spMk id="9" creationId="{15E04F05-B5C7-4C75-B7FB-117C2680BCE2}"/>
          </ac:spMkLst>
        </pc:spChg>
        <pc:spChg chg="add del mod">
          <ac:chgData name="Serhii Litvinov" userId="13e31772-44c1-46fd-b5ca-e73152eb6195" providerId="ADAL" clId="{8DEB9C8F-4728-4B0D-96F5-DA52E0F2B005}" dt="2021-03-04T10:14:56.654" v="615" actId="478"/>
          <ac:spMkLst>
            <pc:docMk/>
            <pc:sldMk cId="1721163853" sldId="309"/>
            <ac:spMk id="10" creationId="{CBAAD802-E2D7-4010-86E2-0A048B8A0037}"/>
          </ac:spMkLst>
        </pc:spChg>
        <pc:spChg chg="add mod">
          <ac:chgData name="Serhii Litvinov" userId="13e31772-44c1-46fd-b5ca-e73152eb6195" providerId="ADAL" clId="{8DEB9C8F-4728-4B0D-96F5-DA52E0F2B005}" dt="2021-03-04T10:15:46.724" v="625" actId="208"/>
          <ac:spMkLst>
            <pc:docMk/>
            <pc:sldMk cId="1721163853" sldId="309"/>
            <ac:spMk id="11" creationId="{85475BCF-9E0D-4133-B4EA-D25BEC82F4A9}"/>
          </ac:spMkLst>
        </pc:spChg>
      </pc:sldChg>
      <pc:sldChg chg="add del">
        <pc:chgData name="Serhii Litvinov" userId="13e31772-44c1-46fd-b5ca-e73152eb6195" providerId="ADAL" clId="{8DEB9C8F-4728-4B0D-96F5-DA52E0F2B005}" dt="2021-03-04T08:23:56.031" v="183" actId="2696"/>
        <pc:sldMkLst>
          <pc:docMk/>
          <pc:sldMk cId="3070945250" sldId="309"/>
        </pc:sldMkLst>
      </pc:sldChg>
      <pc:sldChg chg="addSp delSp modSp add mod modNotesTx">
        <pc:chgData name="Serhii Litvinov" userId="13e31772-44c1-46fd-b5ca-e73152eb6195" providerId="ADAL" clId="{8DEB9C8F-4728-4B0D-96F5-DA52E0F2B005}" dt="2021-03-04T19:37:51.446" v="1955"/>
        <pc:sldMkLst>
          <pc:docMk/>
          <pc:sldMk cId="3185873640" sldId="310"/>
        </pc:sldMkLst>
        <pc:spChg chg="mod">
          <ac:chgData name="Serhii Litvinov" userId="13e31772-44c1-46fd-b5ca-e73152eb6195" providerId="ADAL" clId="{8DEB9C8F-4728-4B0D-96F5-DA52E0F2B005}" dt="2021-03-04T08:27:30.419" v="249" actId="20577"/>
          <ac:spMkLst>
            <pc:docMk/>
            <pc:sldMk cId="3185873640" sldId="310"/>
            <ac:spMk id="3" creationId="{8D6BC889-1F42-4883-BD8E-4412D76D01A2}"/>
          </ac:spMkLst>
        </pc:spChg>
        <pc:spChg chg="mod">
          <ac:chgData name="Serhii Litvinov" userId="13e31772-44c1-46fd-b5ca-e73152eb6195" providerId="ADAL" clId="{8DEB9C8F-4728-4B0D-96F5-DA52E0F2B005}" dt="2021-03-04T08:27:10.945" v="202" actId="20577"/>
          <ac:spMkLst>
            <pc:docMk/>
            <pc:sldMk cId="3185873640" sldId="310"/>
            <ac:spMk id="4" creationId="{3F8B2655-C28C-4480-ADE2-9321B6CC4A10}"/>
          </ac:spMkLst>
        </pc:spChg>
        <pc:spChg chg="add del mod">
          <ac:chgData name="Serhii Litvinov" userId="13e31772-44c1-46fd-b5ca-e73152eb6195" providerId="ADAL" clId="{8DEB9C8F-4728-4B0D-96F5-DA52E0F2B005}" dt="2021-03-04T08:27:35.442" v="252" actId="478"/>
          <ac:spMkLst>
            <pc:docMk/>
            <pc:sldMk cId="3185873640" sldId="310"/>
            <ac:spMk id="6" creationId="{701004C7-2953-412D-9F28-2B41D923B8CF}"/>
          </ac:spMkLst>
        </pc:spChg>
        <pc:spChg chg="del mod">
          <ac:chgData name="Serhii Litvinov" userId="13e31772-44c1-46fd-b5ca-e73152eb6195" providerId="ADAL" clId="{8DEB9C8F-4728-4B0D-96F5-DA52E0F2B005}" dt="2021-03-04T08:27:33.495" v="251" actId="478"/>
          <ac:spMkLst>
            <pc:docMk/>
            <pc:sldMk cId="3185873640" sldId="310"/>
            <ac:spMk id="7" creationId="{8C5F42D7-FD4A-4A8B-8F9C-3DAC7E1DD94C}"/>
          </ac:spMkLst>
        </pc:spChg>
        <pc:picChg chg="add mod">
          <ac:chgData name="Serhii Litvinov" userId="13e31772-44c1-46fd-b5ca-e73152eb6195" providerId="ADAL" clId="{8DEB9C8F-4728-4B0D-96F5-DA52E0F2B005}" dt="2021-03-04T08:35:20.476" v="257" actId="1076"/>
          <ac:picMkLst>
            <pc:docMk/>
            <pc:sldMk cId="3185873640" sldId="310"/>
            <ac:picMk id="2050" creationId="{64CEFF5A-1D15-4CD3-ACE0-4EA5840AFAA7}"/>
          </ac:picMkLst>
        </pc:picChg>
      </pc:sldChg>
      <pc:sldChg chg="addSp delSp modSp add mod">
        <pc:chgData name="Serhii Litvinov" userId="13e31772-44c1-46fd-b5ca-e73152eb6195" providerId="ADAL" clId="{8DEB9C8F-4728-4B0D-96F5-DA52E0F2B005}" dt="2021-03-04T14:45:33.202" v="653" actId="1076"/>
        <pc:sldMkLst>
          <pc:docMk/>
          <pc:sldMk cId="1372964837" sldId="311"/>
        </pc:sldMkLst>
        <pc:spChg chg="mod">
          <ac:chgData name="Serhii Litvinov" userId="13e31772-44c1-46fd-b5ca-e73152eb6195" providerId="ADAL" clId="{8DEB9C8F-4728-4B0D-96F5-DA52E0F2B005}" dt="2021-03-04T08:35:52.375" v="275" actId="20577"/>
          <ac:spMkLst>
            <pc:docMk/>
            <pc:sldMk cId="1372964837" sldId="311"/>
            <ac:spMk id="3" creationId="{8D6BC889-1F42-4883-BD8E-4412D76D01A2}"/>
          </ac:spMkLst>
        </pc:spChg>
        <pc:spChg chg="mod">
          <ac:chgData name="Serhii Litvinov" userId="13e31772-44c1-46fd-b5ca-e73152eb6195" providerId="ADAL" clId="{8DEB9C8F-4728-4B0D-96F5-DA52E0F2B005}" dt="2021-03-04T08:35:48.358" v="269" actId="20577"/>
          <ac:spMkLst>
            <pc:docMk/>
            <pc:sldMk cId="1372964837" sldId="311"/>
            <ac:spMk id="4" creationId="{3F8B2655-C28C-4480-ADE2-9321B6CC4A10}"/>
          </ac:spMkLst>
        </pc:spChg>
        <pc:spChg chg="add mod">
          <ac:chgData name="Serhii Litvinov" userId="13e31772-44c1-46fd-b5ca-e73152eb6195" providerId="ADAL" clId="{8DEB9C8F-4728-4B0D-96F5-DA52E0F2B005}" dt="2021-03-04T14:45:33.202" v="653" actId="1076"/>
          <ac:spMkLst>
            <pc:docMk/>
            <pc:sldMk cId="1372964837" sldId="311"/>
            <ac:spMk id="6" creationId="{BBA43600-6EB4-4AB6-8A76-759E518E4BC2}"/>
          </ac:spMkLst>
        </pc:spChg>
        <pc:spChg chg="del">
          <ac:chgData name="Serhii Litvinov" userId="13e31772-44c1-46fd-b5ca-e73152eb6195" providerId="ADAL" clId="{8DEB9C8F-4728-4B0D-96F5-DA52E0F2B005}" dt="2021-03-04T08:35:32.736" v="259" actId="478"/>
          <ac:spMkLst>
            <pc:docMk/>
            <pc:sldMk cId="1372964837" sldId="311"/>
            <ac:spMk id="7" creationId="{8C5F42D7-FD4A-4A8B-8F9C-3DAC7E1DD94C}"/>
          </ac:spMkLst>
        </pc:spChg>
        <pc:picChg chg="add del mod">
          <ac:chgData name="Serhii Litvinov" userId="13e31772-44c1-46fd-b5ca-e73152eb6195" providerId="ADAL" clId="{8DEB9C8F-4728-4B0D-96F5-DA52E0F2B005}" dt="2021-03-04T08:44:00.601" v="439" actId="478"/>
          <ac:picMkLst>
            <pc:docMk/>
            <pc:sldMk cId="1372964837" sldId="311"/>
            <ac:picMk id="8" creationId="{407B1B0C-6E6B-44CA-BBF1-232121E9628D}"/>
          </ac:picMkLst>
        </pc:picChg>
        <pc:picChg chg="add mod">
          <ac:chgData name="Serhii Litvinov" userId="13e31772-44c1-46fd-b5ca-e73152eb6195" providerId="ADAL" clId="{8DEB9C8F-4728-4B0D-96F5-DA52E0F2B005}" dt="2021-03-04T08:47:54.991" v="483" actId="1076"/>
          <ac:picMkLst>
            <pc:docMk/>
            <pc:sldMk cId="1372964837" sldId="311"/>
            <ac:picMk id="9" creationId="{68F79526-87D5-4884-9055-B238EE7F975B}"/>
          </ac:picMkLst>
        </pc:picChg>
      </pc:sldChg>
      <pc:sldChg chg="addSp delSp modSp add mod">
        <pc:chgData name="Serhii Litvinov" userId="13e31772-44c1-46fd-b5ca-e73152eb6195" providerId="ADAL" clId="{8DEB9C8F-4728-4B0D-96F5-DA52E0F2B005}" dt="2021-03-04T14:45:23.815" v="651" actId="1076"/>
        <pc:sldMkLst>
          <pc:docMk/>
          <pc:sldMk cId="798256101" sldId="312"/>
        </pc:sldMkLst>
        <pc:spChg chg="mod">
          <ac:chgData name="Serhii Litvinov" userId="13e31772-44c1-46fd-b5ca-e73152eb6195" providerId="ADAL" clId="{8DEB9C8F-4728-4B0D-96F5-DA52E0F2B005}" dt="2021-03-04T08:35:59.894" v="280" actId="20577"/>
          <ac:spMkLst>
            <pc:docMk/>
            <pc:sldMk cId="798256101" sldId="312"/>
            <ac:spMk id="3" creationId="{8D6BC889-1F42-4883-BD8E-4412D76D01A2}"/>
          </ac:spMkLst>
        </pc:spChg>
        <pc:spChg chg="add del mod">
          <ac:chgData name="Serhii Litvinov" userId="13e31772-44c1-46fd-b5ca-e73152eb6195" providerId="ADAL" clId="{8DEB9C8F-4728-4B0D-96F5-DA52E0F2B005}" dt="2021-03-04T14:44:07.507" v="637" actId="478"/>
          <ac:spMkLst>
            <pc:docMk/>
            <pc:sldMk cId="798256101" sldId="312"/>
            <ac:spMk id="5" creationId="{7AB0D7E9-FC41-460F-842A-B1BE3A73C51B}"/>
          </ac:spMkLst>
        </pc:spChg>
        <pc:spChg chg="del">
          <ac:chgData name="Serhii Litvinov" userId="13e31772-44c1-46fd-b5ca-e73152eb6195" providerId="ADAL" clId="{8DEB9C8F-4728-4B0D-96F5-DA52E0F2B005}" dt="2021-03-04T08:41:45.847" v="420"/>
          <ac:spMkLst>
            <pc:docMk/>
            <pc:sldMk cId="798256101" sldId="312"/>
            <ac:spMk id="6" creationId="{BBA43600-6EB4-4AB6-8A76-759E518E4BC2}"/>
          </ac:spMkLst>
        </pc:spChg>
        <pc:spChg chg="add mod">
          <ac:chgData name="Serhii Litvinov" userId="13e31772-44c1-46fd-b5ca-e73152eb6195" providerId="ADAL" clId="{8DEB9C8F-4728-4B0D-96F5-DA52E0F2B005}" dt="2021-03-04T14:45:23.815" v="651" actId="1076"/>
          <ac:spMkLst>
            <pc:docMk/>
            <pc:sldMk cId="798256101" sldId="312"/>
            <ac:spMk id="9" creationId="{CFDDE629-5325-46DD-8FD3-B6E9FB826A37}"/>
          </ac:spMkLst>
        </pc:spChg>
        <pc:picChg chg="add del mod">
          <ac:chgData name="Serhii Litvinov" userId="13e31772-44c1-46fd-b5ca-e73152eb6195" providerId="ADAL" clId="{8DEB9C8F-4728-4B0D-96F5-DA52E0F2B005}" dt="2021-03-04T08:41:52.152" v="421" actId="478"/>
          <ac:picMkLst>
            <pc:docMk/>
            <pc:sldMk cId="798256101" sldId="312"/>
            <ac:picMk id="7" creationId="{509BFE07-4C82-4D3D-8775-EB8685AC0118}"/>
          </ac:picMkLst>
        </pc:picChg>
        <pc:picChg chg="add mod">
          <ac:chgData name="Serhii Litvinov" userId="13e31772-44c1-46fd-b5ca-e73152eb6195" providerId="ADAL" clId="{8DEB9C8F-4728-4B0D-96F5-DA52E0F2B005}" dt="2021-03-04T08:42:50.522" v="427" actId="1076"/>
          <ac:picMkLst>
            <pc:docMk/>
            <pc:sldMk cId="798256101" sldId="312"/>
            <ac:picMk id="8" creationId="{9E7F9160-4D90-4D56-B8A6-1E50637DBCCD}"/>
          </ac:picMkLst>
        </pc:picChg>
      </pc:sldChg>
      <pc:sldChg chg="addSp delSp modSp add mod">
        <pc:chgData name="Serhii Litvinov" userId="13e31772-44c1-46fd-b5ca-e73152eb6195" providerId="ADAL" clId="{8DEB9C8F-4728-4B0D-96F5-DA52E0F2B005}" dt="2021-03-04T14:46:11.183" v="662" actId="1076"/>
        <pc:sldMkLst>
          <pc:docMk/>
          <pc:sldMk cId="586838209" sldId="313"/>
        </pc:sldMkLst>
        <pc:spChg chg="mod">
          <ac:chgData name="Serhii Litvinov" userId="13e31772-44c1-46fd-b5ca-e73152eb6195" providerId="ADAL" clId="{8DEB9C8F-4728-4B0D-96F5-DA52E0F2B005}" dt="2021-03-04T08:36:06.727" v="287" actId="20577"/>
          <ac:spMkLst>
            <pc:docMk/>
            <pc:sldMk cId="586838209" sldId="313"/>
            <ac:spMk id="3" creationId="{8D6BC889-1F42-4883-BD8E-4412D76D01A2}"/>
          </ac:spMkLst>
        </pc:spChg>
        <pc:spChg chg="del mod">
          <ac:chgData name="Serhii Litvinov" userId="13e31772-44c1-46fd-b5ca-e73152eb6195" providerId="ADAL" clId="{8DEB9C8F-4728-4B0D-96F5-DA52E0F2B005}" dt="2021-03-04T14:44:18.280" v="639" actId="478"/>
          <ac:spMkLst>
            <pc:docMk/>
            <pc:sldMk cId="586838209" sldId="313"/>
            <ac:spMk id="6" creationId="{BBA43600-6EB4-4AB6-8A76-759E518E4BC2}"/>
          </ac:spMkLst>
        </pc:spChg>
        <pc:spChg chg="add mod">
          <ac:chgData name="Serhii Litvinov" userId="13e31772-44c1-46fd-b5ca-e73152eb6195" providerId="ADAL" clId="{8DEB9C8F-4728-4B0D-96F5-DA52E0F2B005}" dt="2021-03-04T14:46:11.183" v="662" actId="1076"/>
          <ac:spMkLst>
            <pc:docMk/>
            <pc:sldMk cId="586838209" sldId="313"/>
            <ac:spMk id="8" creationId="{A59D11E5-0FA7-4CCB-ADEC-7864C92087A6}"/>
          </ac:spMkLst>
        </pc:spChg>
        <pc:picChg chg="add mod">
          <ac:chgData name="Serhii Litvinov" userId="13e31772-44c1-46fd-b5ca-e73152eb6195" providerId="ADAL" clId="{8DEB9C8F-4728-4B0D-96F5-DA52E0F2B005}" dt="2021-03-04T08:43:31.979" v="433" actId="1076"/>
          <ac:picMkLst>
            <pc:docMk/>
            <pc:sldMk cId="586838209" sldId="313"/>
            <ac:picMk id="7" creationId="{4983E06F-E4F4-4685-A5E2-1FF01B2AA16D}"/>
          </ac:picMkLst>
        </pc:picChg>
      </pc:sldChg>
      <pc:sldChg chg="addSp delSp modSp add mod">
        <pc:chgData name="Serhii Litvinov" userId="13e31772-44c1-46fd-b5ca-e73152eb6195" providerId="ADAL" clId="{8DEB9C8F-4728-4B0D-96F5-DA52E0F2B005}" dt="2021-03-04T18:28:17.615" v="887" actId="20577"/>
        <pc:sldMkLst>
          <pc:docMk/>
          <pc:sldMk cId="717009209" sldId="314"/>
        </pc:sldMkLst>
        <pc:spChg chg="mod">
          <ac:chgData name="Serhii Litvinov" userId="13e31772-44c1-46fd-b5ca-e73152eb6195" providerId="ADAL" clId="{8DEB9C8F-4728-4B0D-96F5-DA52E0F2B005}" dt="2021-03-04T08:36:13.096" v="294" actId="20577"/>
          <ac:spMkLst>
            <pc:docMk/>
            <pc:sldMk cId="717009209" sldId="314"/>
            <ac:spMk id="3" creationId="{8D6BC889-1F42-4883-BD8E-4412D76D01A2}"/>
          </ac:spMkLst>
        </pc:spChg>
        <pc:spChg chg="del mod">
          <ac:chgData name="Serhii Litvinov" userId="13e31772-44c1-46fd-b5ca-e73152eb6195" providerId="ADAL" clId="{8DEB9C8F-4728-4B0D-96F5-DA52E0F2B005}" dt="2021-03-04T14:44:22.324" v="640" actId="478"/>
          <ac:spMkLst>
            <pc:docMk/>
            <pc:sldMk cId="717009209" sldId="314"/>
            <ac:spMk id="6" creationId="{BBA43600-6EB4-4AB6-8A76-759E518E4BC2}"/>
          </ac:spMkLst>
        </pc:spChg>
        <pc:spChg chg="add mod">
          <ac:chgData name="Serhii Litvinov" userId="13e31772-44c1-46fd-b5ca-e73152eb6195" providerId="ADAL" clId="{8DEB9C8F-4728-4B0D-96F5-DA52E0F2B005}" dt="2021-03-04T18:28:17.615" v="887" actId="20577"/>
          <ac:spMkLst>
            <pc:docMk/>
            <pc:sldMk cId="717009209" sldId="314"/>
            <ac:spMk id="8" creationId="{2893E127-B804-4689-B452-AF8C308CFA1D}"/>
          </ac:spMkLst>
        </pc:spChg>
        <pc:picChg chg="add mod">
          <ac:chgData name="Serhii Litvinov" userId="13e31772-44c1-46fd-b5ca-e73152eb6195" providerId="ADAL" clId="{8DEB9C8F-4728-4B0D-96F5-DA52E0F2B005}" dt="2021-03-04T08:43:56.965" v="438" actId="1076"/>
          <ac:picMkLst>
            <pc:docMk/>
            <pc:sldMk cId="717009209" sldId="314"/>
            <ac:picMk id="7" creationId="{E95B1F59-0FF6-4598-B0B1-D158A7086942}"/>
          </ac:picMkLst>
        </pc:picChg>
      </pc:sldChg>
      <pc:sldChg chg="modSp add del mod modShow">
        <pc:chgData name="Serhii Litvinov" userId="13e31772-44c1-46fd-b5ca-e73152eb6195" providerId="ADAL" clId="{8DEB9C8F-4728-4B0D-96F5-DA52E0F2B005}" dt="2021-03-04T17:17:09.436" v="880" actId="2696"/>
        <pc:sldMkLst>
          <pc:docMk/>
          <pc:sldMk cId="2300850220" sldId="315"/>
        </pc:sldMkLst>
        <pc:spChg chg="mod">
          <ac:chgData name="Serhii Litvinov" userId="13e31772-44c1-46fd-b5ca-e73152eb6195" providerId="ADAL" clId="{8DEB9C8F-4728-4B0D-96F5-DA52E0F2B005}" dt="2021-03-04T08:36:47.414" v="307" actId="20577"/>
          <ac:spMkLst>
            <pc:docMk/>
            <pc:sldMk cId="2300850220" sldId="315"/>
            <ac:spMk id="4" creationId="{3F8B2655-C28C-4480-ADE2-9321B6CC4A10}"/>
          </ac:spMkLst>
        </pc:spChg>
      </pc:sldChg>
      <pc:sldChg chg="modSp add del mod modShow">
        <pc:chgData name="Serhii Litvinov" userId="13e31772-44c1-46fd-b5ca-e73152eb6195" providerId="ADAL" clId="{8DEB9C8F-4728-4B0D-96F5-DA52E0F2B005}" dt="2021-03-04T17:17:12.724" v="881" actId="2696"/>
        <pc:sldMkLst>
          <pc:docMk/>
          <pc:sldMk cId="1658156511" sldId="316"/>
        </pc:sldMkLst>
        <pc:spChg chg="mod">
          <ac:chgData name="Serhii Litvinov" userId="13e31772-44c1-46fd-b5ca-e73152eb6195" providerId="ADAL" clId="{8DEB9C8F-4728-4B0D-96F5-DA52E0F2B005}" dt="2021-03-04T08:36:59.941" v="319" actId="20577"/>
          <ac:spMkLst>
            <pc:docMk/>
            <pc:sldMk cId="1658156511" sldId="316"/>
            <ac:spMk id="4" creationId="{3F8B2655-C28C-4480-ADE2-9321B6CC4A10}"/>
          </ac:spMkLst>
        </pc:spChg>
      </pc:sldChg>
      <pc:sldChg chg="modSp add del mod modShow">
        <pc:chgData name="Serhii Litvinov" userId="13e31772-44c1-46fd-b5ca-e73152eb6195" providerId="ADAL" clId="{8DEB9C8F-4728-4B0D-96F5-DA52E0F2B005}" dt="2021-03-04T17:17:16.079" v="882" actId="2696"/>
        <pc:sldMkLst>
          <pc:docMk/>
          <pc:sldMk cId="1792293594" sldId="317"/>
        </pc:sldMkLst>
        <pc:spChg chg="mod">
          <ac:chgData name="Serhii Litvinov" userId="13e31772-44c1-46fd-b5ca-e73152eb6195" providerId="ADAL" clId="{8DEB9C8F-4728-4B0D-96F5-DA52E0F2B005}" dt="2021-03-04T08:37:12.034" v="330" actId="20577"/>
          <ac:spMkLst>
            <pc:docMk/>
            <pc:sldMk cId="1792293594" sldId="317"/>
            <ac:spMk id="4" creationId="{3F8B2655-C28C-4480-ADE2-9321B6CC4A10}"/>
          </ac:spMkLst>
        </pc:spChg>
      </pc:sldChg>
      <pc:sldChg chg="modSp add mod modShow">
        <pc:chgData name="Serhii Litvinov" userId="13e31772-44c1-46fd-b5ca-e73152eb6195" providerId="ADAL" clId="{8DEB9C8F-4728-4B0D-96F5-DA52E0F2B005}" dt="2021-03-04T18:50:08.086" v="1317" actId="113"/>
        <pc:sldMkLst>
          <pc:docMk/>
          <pc:sldMk cId="3502177656" sldId="318"/>
        </pc:sldMkLst>
        <pc:spChg chg="mod">
          <ac:chgData name="Serhii Litvinov" userId="13e31772-44c1-46fd-b5ca-e73152eb6195" providerId="ADAL" clId="{8DEB9C8F-4728-4B0D-96F5-DA52E0F2B005}" dt="2021-03-04T18:41:19.434" v="1293" actId="20577"/>
          <ac:spMkLst>
            <pc:docMk/>
            <pc:sldMk cId="3502177656" sldId="318"/>
            <ac:spMk id="3" creationId="{8D6BC889-1F42-4883-BD8E-4412D76D01A2}"/>
          </ac:spMkLst>
        </pc:spChg>
        <pc:spChg chg="mod">
          <ac:chgData name="Serhii Litvinov" userId="13e31772-44c1-46fd-b5ca-e73152eb6195" providerId="ADAL" clId="{8DEB9C8F-4728-4B0D-96F5-DA52E0F2B005}" dt="2021-03-04T08:37:27.829" v="343" actId="20577"/>
          <ac:spMkLst>
            <pc:docMk/>
            <pc:sldMk cId="3502177656" sldId="318"/>
            <ac:spMk id="4" creationId="{3F8B2655-C28C-4480-ADE2-9321B6CC4A10}"/>
          </ac:spMkLst>
        </pc:spChg>
        <pc:spChg chg="mod">
          <ac:chgData name="Serhii Litvinov" userId="13e31772-44c1-46fd-b5ca-e73152eb6195" providerId="ADAL" clId="{8DEB9C8F-4728-4B0D-96F5-DA52E0F2B005}" dt="2021-03-04T18:50:08.086" v="1317" actId="113"/>
          <ac:spMkLst>
            <pc:docMk/>
            <pc:sldMk cId="3502177656" sldId="318"/>
            <ac:spMk id="6" creationId="{BBA43600-6EB4-4AB6-8A76-759E518E4BC2}"/>
          </ac:spMkLst>
        </pc:spChg>
      </pc:sldChg>
      <pc:sldChg chg="modSp add mod">
        <pc:chgData name="Serhii Litvinov" userId="13e31772-44c1-46fd-b5ca-e73152eb6195" providerId="ADAL" clId="{8DEB9C8F-4728-4B0D-96F5-DA52E0F2B005}" dt="2021-03-04T19:42:31.161" v="1961" actId="20577"/>
        <pc:sldMkLst>
          <pc:docMk/>
          <pc:sldMk cId="2314738549" sldId="319"/>
        </pc:sldMkLst>
        <pc:spChg chg="mod">
          <ac:chgData name="Serhii Litvinov" userId="13e31772-44c1-46fd-b5ca-e73152eb6195" providerId="ADAL" clId="{8DEB9C8F-4728-4B0D-96F5-DA52E0F2B005}" dt="2021-03-04T08:37:52.843" v="395" actId="20577"/>
          <ac:spMkLst>
            <pc:docMk/>
            <pc:sldMk cId="2314738549" sldId="319"/>
            <ac:spMk id="3" creationId="{8D6BC889-1F42-4883-BD8E-4412D76D01A2}"/>
          </ac:spMkLst>
        </pc:spChg>
        <pc:spChg chg="mod">
          <ac:chgData name="Serhii Litvinov" userId="13e31772-44c1-46fd-b5ca-e73152eb6195" providerId="ADAL" clId="{8DEB9C8F-4728-4B0D-96F5-DA52E0F2B005}" dt="2021-03-04T17:17:31.944" v="884" actId="20577"/>
          <ac:spMkLst>
            <pc:docMk/>
            <pc:sldMk cId="2314738549" sldId="319"/>
            <ac:spMk id="4" creationId="{3F8B2655-C28C-4480-ADE2-9321B6CC4A10}"/>
          </ac:spMkLst>
        </pc:spChg>
        <pc:spChg chg="mod">
          <ac:chgData name="Serhii Litvinov" userId="13e31772-44c1-46fd-b5ca-e73152eb6195" providerId="ADAL" clId="{8DEB9C8F-4728-4B0D-96F5-DA52E0F2B005}" dt="2021-03-04T19:42:31.161" v="1961" actId="20577"/>
          <ac:spMkLst>
            <pc:docMk/>
            <pc:sldMk cId="2314738549" sldId="319"/>
            <ac:spMk id="6" creationId="{BBA43600-6EB4-4AB6-8A76-759E518E4BC2}"/>
          </ac:spMkLst>
        </pc:spChg>
      </pc:sldChg>
      <pc:sldChg chg="modSp add mod">
        <pc:chgData name="Serhii Litvinov" userId="13e31772-44c1-46fd-b5ca-e73152eb6195" providerId="ADAL" clId="{8DEB9C8F-4728-4B0D-96F5-DA52E0F2B005}" dt="2021-03-04T18:29:38.463" v="896" actId="404"/>
        <pc:sldMkLst>
          <pc:docMk/>
          <pc:sldMk cId="1155251724" sldId="320"/>
        </pc:sldMkLst>
        <pc:spChg chg="mod">
          <ac:chgData name="Serhii Litvinov" userId="13e31772-44c1-46fd-b5ca-e73152eb6195" providerId="ADAL" clId="{8DEB9C8F-4728-4B0D-96F5-DA52E0F2B005}" dt="2021-03-04T08:38:08.741" v="414" actId="20577"/>
          <ac:spMkLst>
            <pc:docMk/>
            <pc:sldMk cId="1155251724" sldId="320"/>
            <ac:spMk id="3" creationId="{8D6BC889-1F42-4883-BD8E-4412D76D01A2}"/>
          </ac:spMkLst>
        </pc:spChg>
        <pc:spChg chg="mod">
          <ac:chgData name="Serhii Litvinov" userId="13e31772-44c1-46fd-b5ca-e73152eb6195" providerId="ADAL" clId="{8DEB9C8F-4728-4B0D-96F5-DA52E0F2B005}" dt="2021-03-04T17:17:35.742" v="886" actId="20577"/>
          <ac:spMkLst>
            <pc:docMk/>
            <pc:sldMk cId="1155251724" sldId="320"/>
            <ac:spMk id="4" creationId="{3F8B2655-C28C-4480-ADE2-9321B6CC4A10}"/>
          </ac:spMkLst>
        </pc:spChg>
        <pc:spChg chg="mod">
          <ac:chgData name="Serhii Litvinov" userId="13e31772-44c1-46fd-b5ca-e73152eb6195" providerId="ADAL" clId="{8DEB9C8F-4728-4B0D-96F5-DA52E0F2B005}" dt="2021-03-04T18:29:38.463" v="896" actId="404"/>
          <ac:spMkLst>
            <pc:docMk/>
            <pc:sldMk cId="1155251724" sldId="320"/>
            <ac:spMk id="6" creationId="{BBA43600-6EB4-4AB6-8A76-759E518E4BC2}"/>
          </ac:spMkLst>
        </pc:spChg>
      </pc:sldChg>
      <pc:sldChg chg="add">
        <pc:chgData name="Serhii Litvinov" userId="13e31772-44c1-46fd-b5ca-e73152eb6195" providerId="ADAL" clId="{8DEB9C8F-4728-4B0D-96F5-DA52E0F2B005}" dt="2021-03-04T08:38:33.841" v="415"/>
        <pc:sldMkLst>
          <pc:docMk/>
          <pc:sldMk cId="2439768973" sldId="321"/>
        </pc:sldMkLst>
      </pc:sldChg>
      <pc:sldChg chg="addSp modSp add mod ord">
        <pc:chgData name="Serhii Litvinov" userId="13e31772-44c1-46fd-b5ca-e73152eb6195" providerId="ADAL" clId="{8DEB9C8F-4728-4B0D-96F5-DA52E0F2B005}" dt="2021-03-04T19:12:21.929" v="1746" actId="20577"/>
        <pc:sldMkLst>
          <pc:docMk/>
          <pc:sldMk cId="2961047218" sldId="322"/>
        </pc:sldMkLst>
        <pc:spChg chg="mod">
          <ac:chgData name="Serhii Litvinov" userId="13e31772-44c1-46fd-b5ca-e73152eb6195" providerId="ADAL" clId="{8DEB9C8F-4728-4B0D-96F5-DA52E0F2B005}" dt="2021-03-04T19:12:21.929" v="1746" actId="20577"/>
          <ac:spMkLst>
            <pc:docMk/>
            <pc:sldMk cId="2961047218" sldId="322"/>
            <ac:spMk id="3" creationId="{8D6BC889-1F42-4883-BD8E-4412D76D01A2}"/>
          </ac:spMkLst>
        </pc:spChg>
        <pc:picChg chg="add mod">
          <ac:chgData name="Serhii Litvinov" userId="13e31772-44c1-46fd-b5ca-e73152eb6195" providerId="ADAL" clId="{8DEB9C8F-4728-4B0D-96F5-DA52E0F2B005}" dt="2021-03-04T09:36:59.004" v="524" actId="1076"/>
          <ac:picMkLst>
            <pc:docMk/>
            <pc:sldMk cId="2961047218" sldId="322"/>
            <ac:picMk id="6" creationId="{B89A5C11-5BD9-4623-BC54-D90885BFBBF1}"/>
          </ac:picMkLst>
        </pc:picChg>
      </pc:sldChg>
      <pc:sldChg chg="addSp delSp modSp add mod">
        <pc:chgData name="Serhii Litvinov" userId="13e31772-44c1-46fd-b5ca-e73152eb6195" providerId="ADAL" clId="{8DEB9C8F-4728-4B0D-96F5-DA52E0F2B005}" dt="2021-03-04T19:12:37.535" v="1773" actId="20577"/>
        <pc:sldMkLst>
          <pc:docMk/>
          <pc:sldMk cId="1193098598" sldId="323"/>
        </pc:sldMkLst>
        <pc:spChg chg="mod">
          <ac:chgData name="Serhii Litvinov" userId="13e31772-44c1-46fd-b5ca-e73152eb6195" providerId="ADAL" clId="{8DEB9C8F-4728-4B0D-96F5-DA52E0F2B005}" dt="2021-03-04T19:12:37.535" v="1773" actId="20577"/>
          <ac:spMkLst>
            <pc:docMk/>
            <pc:sldMk cId="1193098598" sldId="323"/>
            <ac:spMk id="3" creationId="{8D6BC889-1F42-4883-BD8E-4412D76D01A2}"/>
          </ac:spMkLst>
        </pc:spChg>
        <pc:picChg chg="del">
          <ac:chgData name="Serhii Litvinov" userId="13e31772-44c1-46fd-b5ca-e73152eb6195" providerId="ADAL" clId="{8DEB9C8F-4728-4B0D-96F5-DA52E0F2B005}" dt="2021-03-04T09:42:18.891" v="526" actId="478"/>
          <ac:picMkLst>
            <pc:docMk/>
            <pc:sldMk cId="1193098598" sldId="323"/>
            <ac:picMk id="6" creationId="{B89A5C11-5BD9-4623-BC54-D90885BFBBF1}"/>
          </ac:picMkLst>
        </pc:picChg>
        <pc:picChg chg="add mod">
          <ac:chgData name="Serhii Litvinov" userId="13e31772-44c1-46fd-b5ca-e73152eb6195" providerId="ADAL" clId="{8DEB9C8F-4728-4B0D-96F5-DA52E0F2B005}" dt="2021-03-04T09:42:26.186" v="528" actId="1076"/>
          <ac:picMkLst>
            <pc:docMk/>
            <pc:sldMk cId="1193098598" sldId="323"/>
            <ac:picMk id="7" creationId="{A30142FA-595D-41B9-97AF-0D209559017F}"/>
          </ac:picMkLst>
        </pc:picChg>
        <pc:picChg chg="add del mod">
          <ac:chgData name="Serhii Litvinov" userId="13e31772-44c1-46fd-b5ca-e73152eb6195" providerId="ADAL" clId="{8DEB9C8F-4728-4B0D-96F5-DA52E0F2B005}" dt="2021-03-04T09:43:24.493" v="531" actId="478"/>
          <ac:picMkLst>
            <pc:docMk/>
            <pc:sldMk cId="1193098598" sldId="323"/>
            <ac:picMk id="9" creationId="{7E8FEC80-9BC3-4311-B81B-C14B67474858}"/>
          </ac:picMkLst>
        </pc:picChg>
        <pc:picChg chg="add mod">
          <ac:chgData name="Serhii Litvinov" userId="13e31772-44c1-46fd-b5ca-e73152eb6195" providerId="ADAL" clId="{8DEB9C8F-4728-4B0D-96F5-DA52E0F2B005}" dt="2021-03-04T09:43:40.262" v="534" actId="1076"/>
          <ac:picMkLst>
            <pc:docMk/>
            <pc:sldMk cId="1193098598" sldId="323"/>
            <ac:picMk id="11" creationId="{C8524164-0E01-4D32-BD5B-EF844F17FF46}"/>
          </ac:picMkLst>
        </pc:picChg>
        <pc:cxnChg chg="add mod">
          <ac:chgData name="Serhii Litvinov" userId="13e31772-44c1-46fd-b5ca-e73152eb6195" providerId="ADAL" clId="{8DEB9C8F-4728-4B0D-96F5-DA52E0F2B005}" dt="2021-03-04T09:44:07.103" v="538" actId="208"/>
          <ac:cxnSpMkLst>
            <pc:docMk/>
            <pc:sldMk cId="1193098598" sldId="323"/>
            <ac:cxnSpMk id="13" creationId="{720D06D0-2C07-42A7-8836-25EA78A89D3F}"/>
          </ac:cxnSpMkLst>
        </pc:cxnChg>
      </pc:sldChg>
      <pc:sldChg chg="modSp new mod modNotesTx">
        <pc:chgData name="Serhii Litvinov" userId="13e31772-44c1-46fd-b5ca-e73152eb6195" providerId="ADAL" clId="{8DEB9C8F-4728-4B0D-96F5-DA52E0F2B005}" dt="2021-03-04T19:31:13.547" v="1891" actId="113"/>
        <pc:sldMkLst>
          <pc:docMk/>
          <pc:sldMk cId="1771216503" sldId="327"/>
        </pc:sldMkLst>
        <pc:spChg chg="mod">
          <ac:chgData name="Serhii Litvinov" userId="13e31772-44c1-46fd-b5ca-e73152eb6195" providerId="ADAL" clId="{8DEB9C8F-4728-4B0D-96F5-DA52E0F2B005}" dt="2021-03-04T17:09:17.791" v="675"/>
          <ac:spMkLst>
            <pc:docMk/>
            <pc:sldMk cId="1771216503" sldId="327"/>
            <ac:spMk id="4" creationId="{5E394496-20CF-4DFC-B52E-CC91F791D820}"/>
          </ac:spMkLst>
        </pc:spChg>
        <pc:spChg chg="mod">
          <ac:chgData name="Serhii Litvinov" userId="13e31772-44c1-46fd-b5ca-e73152eb6195" providerId="ADAL" clId="{8DEB9C8F-4728-4B0D-96F5-DA52E0F2B005}" dt="2021-03-04T17:11:04.683" v="751" actId="20577"/>
          <ac:spMkLst>
            <pc:docMk/>
            <pc:sldMk cId="1771216503" sldId="327"/>
            <ac:spMk id="5" creationId="{32B08826-721E-4625-A36C-706E4ED781A6}"/>
          </ac:spMkLst>
        </pc:spChg>
      </pc:sldChg>
      <pc:sldChg chg="modSp add mod">
        <pc:chgData name="Serhii Litvinov" userId="13e31772-44c1-46fd-b5ca-e73152eb6195" providerId="ADAL" clId="{8DEB9C8F-4728-4B0D-96F5-DA52E0F2B005}" dt="2021-03-04T18:40:42.416" v="1265" actId="13926"/>
        <pc:sldMkLst>
          <pc:docMk/>
          <pc:sldMk cId="614594458" sldId="328"/>
        </pc:sldMkLst>
        <pc:spChg chg="mod">
          <ac:chgData name="Serhii Litvinov" userId="13e31772-44c1-46fd-b5ca-e73152eb6195" providerId="ADAL" clId="{8DEB9C8F-4728-4B0D-96F5-DA52E0F2B005}" dt="2021-03-04T18:40:42.416" v="1265" actId="13926"/>
          <ac:spMkLst>
            <pc:docMk/>
            <pc:sldMk cId="614594458" sldId="328"/>
            <ac:spMk id="6" creationId="{BBA43600-6EB4-4AB6-8A76-759E518E4BC2}"/>
          </ac:spMkLst>
        </pc:spChg>
      </pc:sldChg>
      <pc:sldChg chg="addSp delSp modSp add mod">
        <pc:chgData name="Serhii Litvinov" userId="13e31772-44c1-46fd-b5ca-e73152eb6195" providerId="ADAL" clId="{8DEB9C8F-4728-4B0D-96F5-DA52E0F2B005}" dt="2021-03-04T19:12:03.206" v="1732" actId="1076"/>
        <pc:sldMkLst>
          <pc:docMk/>
          <pc:sldMk cId="1526424825" sldId="329"/>
        </pc:sldMkLst>
        <pc:spChg chg="mod">
          <ac:chgData name="Serhii Litvinov" userId="13e31772-44c1-46fd-b5ca-e73152eb6195" providerId="ADAL" clId="{8DEB9C8F-4728-4B0D-96F5-DA52E0F2B005}" dt="2021-03-04T19:11:33.225" v="1726" actId="20577"/>
          <ac:spMkLst>
            <pc:docMk/>
            <pc:sldMk cId="1526424825" sldId="329"/>
            <ac:spMk id="3" creationId="{6991B400-1153-4A4B-9CBB-C681B73ABA01}"/>
          </ac:spMkLst>
        </pc:spChg>
        <pc:spChg chg="del">
          <ac:chgData name="Serhii Litvinov" userId="13e31772-44c1-46fd-b5ca-e73152eb6195" providerId="ADAL" clId="{8DEB9C8F-4728-4B0D-96F5-DA52E0F2B005}" dt="2021-03-04T19:11:36.402" v="1727" actId="478"/>
          <ac:spMkLst>
            <pc:docMk/>
            <pc:sldMk cId="1526424825" sldId="329"/>
            <ac:spMk id="5" creationId="{AAB777D4-CF85-459D-AA9B-8752F92CE686}"/>
          </ac:spMkLst>
        </pc:spChg>
        <pc:spChg chg="add del mod">
          <ac:chgData name="Serhii Litvinov" userId="13e31772-44c1-46fd-b5ca-e73152eb6195" providerId="ADAL" clId="{8DEB9C8F-4728-4B0D-96F5-DA52E0F2B005}" dt="2021-03-04T19:11:39.947" v="1728" actId="478"/>
          <ac:spMkLst>
            <pc:docMk/>
            <pc:sldMk cId="1526424825" sldId="329"/>
            <ac:spMk id="8" creationId="{9C220894-B36F-451C-9422-4E86BD58D823}"/>
          </ac:spMkLst>
        </pc:spChg>
        <pc:picChg chg="add mod">
          <ac:chgData name="Serhii Litvinov" userId="13e31772-44c1-46fd-b5ca-e73152eb6195" providerId="ADAL" clId="{8DEB9C8F-4728-4B0D-96F5-DA52E0F2B005}" dt="2021-03-04T19:12:03.206" v="1732" actId="1076"/>
          <ac:picMkLst>
            <pc:docMk/>
            <pc:sldMk cId="1526424825" sldId="329"/>
            <ac:picMk id="10" creationId="{F89F314D-9D08-41D4-B7FC-B9D83270D3D1}"/>
          </ac:picMkLst>
        </pc:picChg>
      </pc:sldChg>
    </pc:docChg>
  </pc:docChgLst>
  <pc:docChgLst>
    <pc:chgData name="Mykola Kuksa" userId="1056c9f5-bd5e-4aba-85cc-cd2356148781" providerId="ADAL" clId="{736AAB4B-EC92-42C7-9A86-1D4D2552124C}"/>
    <pc:docChg chg="modSld sldOrd">
      <pc:chgData name="Mykola Kuksa" userId="1056c9f5-bd5e-4aba-85cc-cd2356148781" providerId="ADAL" clId="{736AAB4B-EC92-42C7-9A86-1D4D2552124C}" dt="2021-03-05T10:12:21.952" v="7" actId="14100"/>
      <pc:docMkLst>
        <pc:docMk/>
      </pc:docMkLst>
      <pc:sldChg chg="ord">
        <pc:chgData name="Mykola Kuksa" userId="1056c9f5-bd5e-4aba-85cc-cd2356148781" providerId="ADAL" clId="{736AAB4B-EC92-42C7-9A86-1D4D2552124C}" dt="2021-03-05T10:01:31.713" v="1"/>
        <pc:sldMkLst>
          <pc:docMk/>
          <pc:sldMk cId="4093627280" sldId="276"/>
        </pc:sldMkLst>
      </pc:sldChg>
      <pc:sldChg chg="modSp mod">
        <pc:chgData name="Mykola Kuksa" userId="1056c9f5-bd5e-4aba-85cc-cd2356148781" providerId="ADAL" clId="{736AAB4B-EC92-42C7-9A86-1D4D2552124C}" dt="2021-03-05T10:12:21.952" v="7" actId="14100"/>
        <pc:sldMkLst>
          <pc:docMk/>
          <pc:sldMk cId="556707097" sldId="302"/>
        </pc:sldMkLst>
        <pc:spChg chg="mod">
          <ac:chgData name="Mykola Kuksa" userId="1056c9f5-bd5e-4aba-85cc-cd2356148781" providerId="ADAL" clId="{736AAB4B-EC92-42C7-9A86-1D4D2552124C}" dt="2021-03-05T10:12:07.628" v="4" actId="255"/>
          <ac:spMkLst>
            <pc:docMk/>
            <pc:sldMk cId="556707097" sldId="302"/>
            <ac:spMk id="6" creationId="{264DF734-2CB6-4C67-A9EF-FCACE1482F0F}"/>
          </ac:spMkLst>
        </pc:spChg>
        <pc:spChg chg="mod">
          <ac:chgData name="Mykola Kuksa" userId="1056c9f5-bd5e-4aba-85cc-cd2356148781" providerId="ADAL" clId="{736AAB4B-EC92-42C7-9A86-1D4D2552124C}" dt="2021-03-05T10:12:21.952" v="7" actId="14100"/>
          <ac:spMkLst>
            <pc:docMk/>
            <pc:sldMk cId="556707097" sldId="302"/>
            <ac:spMk id="8" creationId="{50E42EA7-323C-479C-810E-C48E6D3364E5}"/>
          </ac:spMkLst>
        </pc:spChg>
      </pc:sldChg>
    </pc:docChg>
  </pc:docChgLst>
  <pc:docChgLst>
    <pc:chgData name="Mykola Kuksa" userId="1056c9f5-bd5e-4aba-85cc-cd2356148781" providerId="ADAL" clId="{180A359C-5ECC-4547-B77E-CC9E9525D6D4}"/>
    <pc:docChg chg="undo custSel addSld delSld modSld">
      <pc:chgData name="Mykola Kuksa" userId="1056c9f5-bd5e-4aba-85cc-cd2356148781" providerId="ADAL" clId="{180A359C-5ECC-4547-B77E-CC9E9525D6D4}" dt="2021-09-14T06:53:15.145" v="49" actId="207"/>
      <pc:docMkLst>
        <pc:docMk/>
      </pc:docMkLst>
      <pc:sldChg chg="modSp mod">
        <pc:chgData name="Mykola Kuksa" userId="1056c9f5-bd5e-4aba-85cc-cd2356148781" providerId="ADAL" clId="{180A359C-5ECC-4547-B77E-CC9E9525D6D4}" dt="2021-09-14T05:26:52.154" v="0" actId="20577"/>
        <pc:sldMkLst>
          <pc:docMk/>
          <pc:sldMk cId="525279977" sldId="256"/>
        </pc:sldMkLst>
        <pc:spChg chg="mod">
          <ac:chgData name="Mykola Kuksa" userId="1056c9f5-bd5e-4aba-85cc-cd2356148781" providerId="ADAL" clId="{180A359C-5ECC-4547-B77E-CC9E9525D6D4}" dt="2021-09-14T05:26:52.154" v="0" actId="20577"/>
          <ac:spMkLst>
            <pc:docMk/>
            <pc:sldMk cId="525279977" sldId="256"/>
            <ac:spMk id="3" creationId="{EA5CBAAD-7DBF-4465-9940-43EA34DC9B30}"/>
          </ac:spMkLst>
        </pc:spChg>
      </pc:sldChg>
      <pc:sldChg chg="addSp delSp modSp add del mod">
        <pc:chgData name="Mykola Kuksa" userId="1056c9f5-bd5e-4aba-85cc-cd2356148781" providerId="ADAL" clId="{180A359C-5ECC-4547-B77E-CC9E9525D6D4}" dt="2021-09-14T06:53:15.145" v="49" actId="207"/>
        <pc:sldMkLst>
          <pc:docMk/>
          <pc:sldMk cId="349145008" sldId="266"/>
        </pc:sldMkLst>
        <pc:spChg chg="mod">
          <ac:chgData name="Mykola Kuksa" userId="1056c9f5-bd5e-4aba-85cc-cd2356148781" providerId="ADAL" clId="{180A359C-5ECC-4547-B77E-CC9E9525D6D4}" dt="2021-09-14T05:56:19.716" v="9" actId="20577"/>
          <ac:spMkLst>
            <pc:docMk/>
            <pc:sldMk cId="349145008" sldId="266"/>
            <ac:spMk id="3" creationId="{0EAD45B0-9E89-49EB-9180-BC93F6DC8AB6}"/>
          </ac:spMkLst>
        </pc:spChg>
        <pc:spChg chg="add mod">
          <ac:chgData name="Mykola Kuksa" userId="1056c9f5-bd5e-4aba-85cc-cd2356148781" providerId="ADAL" clId="{180A359C-5ECC-4547-B77E-CC9E9525D6D4}" dt="2021-09-14T06:04:29.668" v="32" actId="1076"/>
          <ac:spMkLst>
            <pc:docMk/>
            <pc:sldMk cId="349145008" sldId="266"/>
            <ac:spMk id="6" creationId="{5F2AC159-F0BA-4FCA-AB01-7D6A2F31A534}"/>
          </ac:spMkLst>
        </pc:spChg>
        <pc:spChg chg="add mod">
          <ac:chgData name="Mykola Kuksa" userId="1056c9f5-bd5e-4aba-85cc-cd2356148781" providerId="ADAL" clId="{180A359C-5ECC-4547-B77E-CC9E9525D6D4}" dt="2021-09-14T06:04:35.458" v="34" actId="1076"/>
          <ac:spMkLst>
            <pc:docMk/>
            <pc:sldMk cId="349145008" sldId="266"/>
            <ac:spMk id="7" creationId="{A351A43A-8250-4C06-A9C2-EF30FC45C48A}"/>
          </ac:spMkLst>
        </pc:spChg>
        <pc:spChg chg="add mod">
          <ac:chgData name="Mykola Kuksa" userId="1056c9f5-bd5e-4aba-85cc-cd2356148781" providerId="ADAL" clId="{180A359C-5ECC-4547-B77E-CC9E9525D6D4}" dt="2021-09-14T06:53:15.145" v="49" actId="207"/>
          <ac:spMkLst>
            <pc:docMk/>
            <pc:sldMk cId="349145008" sldId="266"/>
            <ac:spMk id="8" creationId="{2811F1A7-BA5D-41C3-97F0-5CA59F1D11AB}"/>
          </ac:spMkLst>
        </pc:spChg>
        <pc:picChg chg="del mod">
          <ac:chgData name="Mykola Kuksa" userId="1056c9f5-bd5e-4aba-85cc-cd2356148781" providerId="ADAL" clId="{180A359C-5ECC-4547-B77E-CC9E9525D6D4}" dt="2021-09-14T06:02:36.939" v="11" actId="478"/>
          <ac:picMkLst>
            <pc:docMk/>
            <pc:sldMk cId="349145008" sldId="266"/>
            <ac:picMk id="9" creationId="{87080064-DDAF-42DB-894E-C71F4E18F13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C3146DE-12E6-419C-A574-B0D04350C97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Date Placeholder 2">
            <a:extLst>
              <a:ext uri="{FF2B5EF4-FFF2-40B4-BE49-F238E27FC236}">
                <a16:creationId xmlns:a16="http://schemas.microsoft.com/office/drawing/2014/main" id="{E6AA870F-E94B-4917-AB43-62026CB4E57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758475-46F8-48DB-8603-B040CBA163BF}" type="datetimeFigureOut">
              <a:rPr lang="da-DK" smtClean="0"/>
              <a:t>15-08-2022</a:t>
            </a:fld>
            <a:endParaRPr lang="da-DK"/>
          </a:p>
        </p:txBody>
      </p:sp>
      <p:sp>
        <p:nvSpPr>
          <p:cNvPr id="4" name="Footer Placeholder 3">
            <a:extLst>
              <a:ext uri="{FF2B5EF4-FFF2-40B4-BE49-F238E27FC236}">
                <a16:creationId xmlns:a16="http://schemas.microsoft.com/office/drawing/2014/main" id="{0964345F-0920-4A40-B371-0A9B1BF950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5" name="Slide Number Placeholder 4">
            <a:extLst>
              <a:ext uri="{FF2B5EF4-FFF2-40B4-BE49-F238E27FC236}">
                <a16:creationId xmlns:a16="http://schemas.microsoft.com/office/drawing/2014/main" id="{FF4E779D-739B-4B24-90DD-E0F826AE07F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403F6F2-2003-4799-8FCB-3431554F2B47}" type="slidenum">
              <a:rPr lang="da-DK" smtClean="0"/>
              <a:t>‹#›</a:t>
            </a:fld>
            <a:endParaRPr lang="da-DK"/>
          </a:p>
        </p:txBody>
      </p:sp>
    </p:spTree>
    <p:extLst>
      <p:ext uri="{BB962C8B-B14F-4D97-AF65-F5344CB8AC3E}">
        <p14:creationId xmlns:p14="http://schemas.microsoft.com/office/powerpoint/2010/main" val="13897257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cs typeface="+mn-cs"/>
              </a:defRPr>
            </a:lvl1pPr>
          </a:lstStyle>
          <a:p>
            <a:pPr>
              <a:defRPr/>
            </a:pPr>
            <a:fld id="{2ADF95A9-781B-A947-952E-AF5DB3EED6BF}" type="datetimeFigureOut">
              <a:rPr lang="en-US"/>
              <a:pPr>
                <a:defRPr/>
              </a:pPr>
              <a:t>8/15/2022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a-DK" noProof="0"/>
              <a:t>Click to edit Master text styles</a:t>
            </a:r>
          </a:p>
          <a:p>
            <a:pPr lvl="1"/>
            <a:r>
              <a:rPr lang="da-DK" noProof="0"/>
              <a:t>Second level</a:t>
            </a:r>
          </a:p>
          <a:p>
            <a:pPr lvl="2"/>
            <a:r>
              <a:rPr lang="da-DK" noProof="0"/>
              <a:t>Third level</a:t>
            </a:r>
          </a:p>
          <a:p>
            <a:pPr lvl="3"/>
            <a:r>
              <a:rPr lang="da-DK" noProof="0"/>
              <a:t>Fourth level</a:t>
            </a:r>
          </a:p>
          <a:p>
            <a:pPr lvl="4"/>
            <a:r>
              <a:rPr lang="da-DK"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cs typeface="+mn-cs"/>
              </a:defRPr>
            </a:lvl1pPr>
          </a:lstStyle>
          <a:p>
            <a:pPr>
              <a:defRPr/>
            </a:pPr>
            <a:fld id="{7B4E6626-DD92-5440-975E-5D33BC737A1F}" type="slidenum">
              <a:rPr lang="en-US"/>
              <a:pPr>
                <a:defRPr/>
              </a:pPr>
              <a:t>‹#›</a:t>
            </a:fld>
            <a:endParaRPr lang="en-US"/>
          </a:p>
        </p:txBody>
      </p:sp>
    </p:spTree>
    <p:extLst>
      <p:ext uri="{BB962C8B-B14F-4D97-AF65-F5344CB8AC3E}">
        <p14:creationId xmlns:p14="http://schemas.microsoft.com/office/powerpoint/2010/main" val="2473425591"/>
      </p:ext>
    </p:extLst>
  </p:cSld>
  <p:clrMap bg1="lt1" tx1="dk1" bg2="lt2" tx2="dk2" accent1="accent1" accent2="accent2" accent3="accent3" accent4="accent4" accent5="accent5" accent6="accent6" hlink="hlink" folHlink="folHlink"/>
  <p:hf hdr="0" ftr="0" dt="0"/>
  <p:notesStyle>
    <a:lvl1pPr algn="l" defTabSz="609585" rtl="0" fontAlgn="base">
      <a:spcBef>
        <a:spcPct val="30000"/>
      </a:spcBef>
      <a:spcAft>
        <a:spcPct val="0"/>
      </a:spcAft>
      <a:defRPr sz="1600" kern="1200">
        <a:solidFill>
          <a:schemeClr val="tx1"/>
        </a:solidFill>
        <a:latin typeface="+mn-lt"/>
        <a:ea typeface="ＭＳ Ｐゴシック" charset="0"/>
        <a:cs typeface="ＭＳ Ｐゴシック" charset="0"/>
      </a:defRPr>
    </a:lvl1pPr>
    <a:lvl2pPr marL="609585" algn="l" defTabSz="609585" rtl="0" fontAlgn="base">
      <a:spcBef>
        <a:spcPct val="30000"/>
      </a:spcBef>
      <a:spcAft>
        <a:spcPct val="0"/>
      </a:spcAft>
      <a:defRPr sz="1600" kern="1200">
        <a:solidFill>
          <a:schemeClr val="tx1"/>
        </a:solidFill>
        <a:latin typeface="+mn-lt"/>
        <a:ea typeface="ＭＳ Ｐゴシック" charset="0"/>
        <a:cs typeface="+mn-cs"/>
      </a:defRPr>
    </a:lvl2pPr>
    <a:lvl3pPr marL="1219170" algn="l" defTabSz="609585" rtl="0" fontAlgn="base">
      <a:spcBef>
        <a:spcPct val="30000"/>
      </a:spcBef>
      <a:spcAft>
        <a:spcPct val="0"/>
      </a:spcAft>
      <a:defRPr sz="1600" kern="1200">
        <a:solidFill>
          <a:schemeClr val="tx1"/>
        </a:solidFill>
        <a:latin typeface="+mn-lt"/>
        <a:ea typeface="ＭＳ Ｐゴシック" charset="0"/>
        <a:cs typeface="+mn-cs"/>
      </a:defRPr>
    </a:lvl3pPr>
    <a:lvl4pPr marL="1828754" algn="l" defTabSz="609585" rtl="0" fontAlgn="base">
      <a:spcBef>
        <a:spcPct val="30000"/>
      </a:spcBef>
      <a:spcAft>
        <a:spcPct val="0"/>
      </a:spcAft>
      <a:defRPr sz="1600" kern="1200">
        <a:solidFill>
          <a:schemeClr val="tx1"/>
        </a:solidFill>
        <a:latin typeface="+mn-lt"/>
        <a:ea typeface="ＭＳ Ｐゴシック" charset="0"/>
        <a:cs typeface="+mn-cs"/>
      </a:defRPr>
    </a:lvl4pPr>
    <a:lvl5pPr marL="2438339" algn="l" defTabSz="609585" rtl="0" fontAlgn="base">
      <a:spcBef>
        <a:spcPct val="30000"/>
      </a:spcBef>
      <a:spcAft>
        <a:spcPct val="0"/>
      </a:spcAft>
      <a:defRPr sz="1600" kern="1200">
        <a:solidFill>
          <a:schemeClr val="tx1"/>
        </a:solidFill>
        <a:latin typeface="+mn-lt"/>
        <a:ea typeface="ＭＳ Ｐゴシック" charset="0"/>
        <a:cs typeface="+mn-cs"/>
      </a:defRPr>
    </a:lvl5pPr>
    <a:lvl6pPr marL="3047924" algn="l" defTabSz="609585" rtl="0" eaLnBrk="1" latinLnBrk="0" hangingPunct="1">
      <a:defRPr sz="1600" kern="1200">
        <a:solidFill>
          <a:schemeClr val="tx1"/>
        </a:solidFill>
        <a:latin typeface="+mn-lt"/>
        <a:ea typeface="+mn-ea"/>
        <a:cs typeface="+mn-cs"/>
      </a:defRPr>
    </a:lvl6pPr>
    <a:lvl7pPr marL="3657509" algn="l" defTabSz="609585" rtl="0" eaLnBrk="1" latinLnBrk="0" hangingPunct="1">
      <a:defRPr sz="1600" kern="1200">
        <a:solidFill>
          <a:schemeClr val="tx1"/>
        </a:solidFill>
        <a:latin typeface="+mn-lt"/>
        <a:ea typeface="+mn-ea"/>
        <a:cs typeface="+mn-cs"/>
      </a:defRPr>
    </a:lvl7pPr>
    <a:lvl8pPr marL="4267093" algn="l" defTabSz="609585" rtl="0" eaLnBrk="1" latinLnBrk="0" hangingPunct="1">
      <a:defRPr sz="1600" kern="1200">
        <a:solidFill>
          <a:schemeClr val="tx1"/>
        </a:solidFill>
        <a:latin typeface="+mn-lt"/>
        <a:ea typeface="+mn-ea"/>
        <a:cs typeface="+mn-cs"/>
      </a:defRPr>
    </a:lvl8pPr>
    <a:lvl9pPr marL="4876678" algn="l" defTabSz="60958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a:t>
            </a:fld>
            <a:endParaRPr lang="en-US"/>
          </a:p>
        </p:txBody>
      </p:sp>
    </p:spTree>
    <p:extLst>
      <p:ext uri="{BB962C8B-B14F-4D97-AF65-F5344CB8AC3E}">
        <p14:creationId xmlns:p14="http://schemas.microsoft.com/office/powerpoint/2010/main" val="2042798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2000" b="0" i="0">
                <a:solidFill>
                  <a:srgbClr val="000000"/>
                </a:solidFill>
                <a:effectLst/>
                <a:latin typeface="Arial" panose="020B0604020202020204" pitchFamily="34" charset="0"/>
              </a:rPr>
              <a:t>An </a:t>
            </a:r>
            <a:r>
              <a:rPr lang="en-US" sz="2000" b="0" i="1">
                <a:solidFill>
                  <a:srgbClr val="000000"/>
                </a:solidFill>
                <a:effectLst/>
                <a:latin typeface="Arial" panose="020B0604020202020204" pitchFamily="34" charset="0"/>
              </a:rPr>
              <a:t>exception</a:t>
            </a:r>
            <a:r>
              <a:rPr lang="en-US" sz="2000" b="0" i="0">
                <a:solidFill>
                  <a:srgbClr val="000000"/>
                </a:solidFill>
                <a:effectLst/>
                <a:latin typeface="Arial" panose="020B0604020202020204" pitchFamily="34" charset="0"/>
              </a:rPr>
              <a:t> is a problem that arises during execution of a program. </a:t>
            </a:r>
          </a:p>
          <a:p>
            <a:pPr algn="l"/>
            <a:r>
              <a:rPr lang="en-US" sz="2000" b="0" i="0">
                <a:solidFill>
                  <a:srgbClr val="000000"/>
                </a:solidFill>
                <a:effectLst/>
                <a:latin typeface="Arial" panose="020B0604020202020204" pitchFamily="34" charset="0"/>
              </a:rPr>
              <a:t>Like in the real-life, exceptional situations may lead your program to crash if they aren’t handled correctly. </a:t>
            </a:r>
          </a:p>
          <a:p>
            <a:pPr algn="l"/>
            <a:r>
              <a:rPr lang="en-US" sz="2000" b="0" i="0">
                <a:solidFill>
                  <a:srgbClr val="000000"/>
                </a:solidFill>
                <a:effectLst/>
                <a:latin typeface="Arial" panose="020B0604020202020204" pitchFamily="34" charset="0"/>
              </a:rPr>
              <a:t>Exceptions in C# give a structured way to respond to runtime errors which can occur in a </a:t>
            </a:r>
            <a:r>
              <a:rPr lang="en-US" sz="2000" b="0" i="0" err="1">
                <a:solidFill>
                  <a:srgbClr val="000000"/>
                </a:solidFill>
                <a:effectLst/>
                <a:latin typeface="Arial" panose="020B0604020202020204" pitchFamily="34" charset="0"/>
              </a:rPr>
              <a:t>.Net</a:t>
            </a:r>
            <a:r>
              <a:rPr lang="en-US" sz="2000" b="0" i="0">
                <a:solidFill>
                  <a:srgbClr val="000000"/>
                </a:solidFill>
                <a:effectLst/>
                <a:latin typeface="Arial" panose="020B0604020202020204" pitchFamily="34" charset="0"/>
              </a:rPr>
              <a:t> application.</a:t>
            </a:r>
          </a:p>
          <a:p>
            <a:pPr algn="l"/>
            <a:endParaRPr lang="en-US" sz="2000" b="0" i="0">
              <a:solidFill>
                <a:srgbClr val="000000"/>
              </a:solidFill>
              <a:effectLst/>
              <a:latin typeface="Arial" panose="020B0604020202020204" pitchFamily="34" charset="0"/>
            </a:endParaRPr>
          </a:p>
          <a:p>
            <a:pPr algn="l"/>
            <a:r>
              <a:rPr lang="en-US" sz="2000" b="0" i="0">
                <a:solidFill>
                  <a:srgbClr val="000000"/>
                </a:solidFill>
                <a:effectLst/>
                <a:latin typeface="Arial" panose="020B0604020202020204" pitchFamily="34" charset="0"/>
              </a:rPr>
              <a:t>So, C# exception is a response to an exceptional circumstance that arises while a program is running, such as an attempt to divide by zero, different hardware problems, etc.</a:t>
            </a:r>
          </a:p>
          <a:p>
            <a:pPr algn="l"/>
            <a:r>
              <a:rPr lang="en-US" sz="2400" b="0" i="0">
                <a:solidFill>
                  <a:srgbClr val="000000"/>
                </a:solidFill>
                <a:effectLst/>
                <a:latin typeface="Arial" panose="020B0604020202020204" pitchFamily="34" charset="0"/>
              </a:rPr>
              <a:t>Exceptions provide a way to transfer control from one part of a program to another. </a:t>
            </a:r>
          </a:p>
          <a:p>
            <a:pPr algn="l"/>
            <a:endParaRPr lang="en-US" sz="2000" b="0" i="0">
              <a:solidFill>
                <a:srgbClr val="000000"/>
              </a:solidFill>
              <a:effectLst/>
              <a:latin typeface="Arial" panose="020B0604020202020204" pitchFamily="34" charset="0"/>
            </a:endParaRPr>
          </a:p>
          <a:p>
            <a:pPr algn="l"/>
            <a:r>
              <a:rPr lang="en-US" sz="1800" b="0" i="0" u="none" strike="noStrike" baseline="0">
                <a:latin typeface="VwtnnmPrkfthPwqklvUtopiaStd-Regular"/>
              </a:rPr>
              <a:t>If a program has not provided code to handle the exception, the </a:t>
            </a:r>
            <a:r>
              <a:rPr lang="en-US" sz="1800" b="0" i="0" u="none" strike="noStrike" baseline="0" err="1">
                <a:latin typeface="VwtnnmPrkfthPwqklvUtopiaStd-Regular"/>
              </a:rPr>
              <a:t>.Net</a:t>
            </a:r>
            <a:r>
              <a:rPr lang="en-US" sz="1800" b="0" i="0" u="none" strike="noStrike" baseline="0">
                <a:latin typeface="VwtnnmPrkfthPwqklvUtopiaStd-Regular"/>
              </a:rPr>
              <a:t> runtime system will terminate the program. </a:t>
            </a:r>
          </a:p>
          <a:p>
            <a:pPr algn="l"/>
            <a:endParaRPr lang="en-US" sz="1800" b="0" i="0" u="none" strike="noStrike" baseline="0">
              <a:latin typeface="VwtnnmPrkfthPwqklvUtopiaStd-Regular"/>
            </a:endParaRPr>
          </a:p>
          <a:p>
            <a:pPr algn="l"/>
            <a:r>
              <a:rPr lang="en-US" sz="1800" b="0" i="0" u="none" strike="noStrike" baseline="0">
                <a:latin typeface="VwtnnmPrkfthPwqklvUtopiaStd-Regular"/>
              </a:rPr>
              <a:t>So, in the absence of an exception handler, your application will stop (crash) and present your user with a very unfriendly error message. </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a:t>
            </a:fld>
            <a:endParaRPr lang="en-US"/>
          </a:p>
        </p:txBody>
      </p:sp>
    </p:spTree>
    <p:extLst>
      <p:ext uri="{BB962C8B-B14F-4D97-AF65-F5344CB8AC3E}">
        <p14:creationId xmlns:p14="http://schemas.microsoft.com/office/powerpoint/2010/main" val="25326814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Prevent a program crash (prevent unhappy end users and possible data loses)</a:t>
            </a:r>
          </a:p>
          <a:p>
            <a:endParaRPr lang="en-US"/>
          </a:p>
          <a:p>
            <a:r>
              <a:rPr lang="en-US"/>
              <a:t>Chance to retry/fix action (for example retry network operation failed due to some network issues)</a:t>
            </a:r>
          </a:p>
          <a:p>
            <a:endParaRPr lang="en-US"/>
          </a:p>
          <a:p>
            <a:r>
              <a:rPr lang="en-US"/>
              <a:t>Logging (log to a log file or some logging service or API, this information can be used later in order to understand the root cause of an issue). It </a:t>
            </a:r>
            <a:r>
              <a:rPr lang="en-US" sz="1600" b="0" i="0" u="none" strike="noStrike" baseline="0">
                <a:latin typeface="VwtnnmPrkfthPwqklvUtopiaStd-Regular"/>
              </a:rPr>
              <a:t>can be addressed by the development team</a:t>
            </a:r>
            <a:endParaRPr lang="en-US"/>
          </a:p>
          <a:p>
            <a:endParaRPr lang="en-US"/>
          </a:p>
          <a:p>
            <a:r>
              <a:rPr lang="en-US"/>
              <a:t>Providing meaningful messages to the end user (if we cannot fix the error a user-friendly message should be shown instead of the nasty message when the program crashes). Also, it gives an opportunity to save work in progress, and release some external resources used by the application</a:t>
            </a:r>
          </a:p>
          <a:p>
            <a:pPr algn="l"/>
            <a:endParaRPr lang="en-US" sz="1600" b="0" i="0" u="none" strike="noStrike" baseline="0">
              <a:latin typeface="VwtnnmPrkfthPwqklvUtopiaStd-Regular"/>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a:t>
            </a:fld>
            <a:endParaRPr lang="en-US"/>
          </a:p>
        </p:txBody>
      </p:sp>
    </p:spTree>
    <p:extLst>
      <p:ext uri="{BB962C8B-B14F-4D97-AF65-F5344CB8AC3E}">
        <p14:creationId xmlns:p14="http://schemas.microsoft.com/office/powerpoint/2010/main" val="892649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0"/>
              </a:spcBef>
              <a:spcAft>
                <a:spcPts val="600"/>
              </a:spcAft>
            </a:pPr>
            <a:r>
              <a:rPr lang="en-US" b="0" i="0">
                <a:solidFill>
                  <a:srgbClr val="000000"/>
                </a:solidFill>
                <a:effectLst/>
                <a:latin typeface="Arial" panose="020B0604020202020204" pitchFamily="34" charset="0"/>
              </a:rPr>
              <a:t>C# exception handling is built upon four keywords: </a:t>
            </a:r>
            <a:r>
              <a:rPr lang="en-US" b="1" i="0">
                <a:solidFill>
                  <a:srgbClr val="000000"/>
                </a:solidFill>
                <a:effectLst/>
                <a:latin typeface="Arial" panose="020B0604020202020204" pitchFamily="34" charset="0"/>
              </a:rPr>
              <a:t>try</a:t>
            </a:r>
            <a:r>
              <a:rPr lang="en-US" b="0" i="0">
                <a:solidFill>
                  <a:srgbClr val="000000"/>
                </a:solidFill>
                <a:effectLst/>
                <a:latin typeface="Arial" panose="020B0604020202020204" pitchFamily="34" charset="0"/>
              </a:rPr>
              <a:t>, </a:t>
            </a:r>
            <a:r>
              <a:rPr lang="en-US" b="1" i="0">
                <a:solidFill>
                  <a:srgbClr val="000000"/>
                </a:solidFill>
                <a:effectLst/>
                <a:latin typeface="Arial" panose="020B0604020202020204" pitchFamily="34" charset="0"/>
              </a:rPr>
              <a:t>catch</a:t>
            </a:r>
            <a:r>
              <a:rPr lang="en-US" b="0" i="0">
                <a:solidFill>
                  <a:srgbClr val="000000"/>
                </a:solidFill>
                <a:effectLst/>
                <a:latin typeface="Arial" panose="020B0604020202020204" pitchFamily="34" charset="0"/>
              </a:rPr>
              <a:t>, </a:t>
            </a:r>
            <a:r>
              <a:rPr lang="en-US" b="1" i="0">
                <a:solidFill>
                  <a:srgbClr val="000000"/>
                </a:solidFill>
                <a:effectLst/>
                <a:latin typeface="Arial" panose="020B0604020202020204" pitchFamily="34" charset="0"/>
              </a:rPr>
              <a:t>finally</a:t>
            </a:r>
            <a:r>
              <a:rPr lang="en-US" b="0" i="0">
                <a:solidFill>
                  <a:srgbClr val="000000"/>
                </a:solidFill>
                <a:effectLst/>
                <a:latin typeface="Arial" panose="020B0604020202020204" pitchFamily="34" charset="0"/>
              </a:rPr>
              <a:t>, and </a:t>
            </a:r>
            <a:r>
              <a:rPr lang="en-US" b="1" i="0">
                <a:solidFill>
                  <a:srgbClr val="000000"/>
                </a:solidFill>
                <a:effectLst/>
                <a:latin typeface="Arial" panose="020B0604020202020204" pitchFamily="34" charset="0"/>
              </a:rPr>
              <a:t>throw</a:t>
            </a:r>
            <a:r>
              <a:rPr lang="en-US" b="0" i="0">
                <a:solidFill>
                  <a:srgbClr val="000000"/>
                </a:solidFill>
                <a:effectLst/>
                <a:latin typeface="Arial" panose="020B0604020202020204" pitchFamily="34" charset="0"/>
              </a:rPr>
              <a:t>.</a:t>
            </a:r>
          </a:p>
          <a:p>
            <a:pPr>
              <a:spcBef>
                <a:spcPts val="0"/>
              </a:spcBef>
              <a:spcAft>
                <a:spcPts val="600"/>
              </a:spcAft>
            </a:pPr>
            <a:endParaRPr lang="en-US" sz="1600">
              <a:latin typeface="+mn-lt"/>
            </a:endParaRPr>
          </a:p>
          <a:p>
            <a:pPr>
              <a:spcBef>
                <a:spcPts val="0"/>
              </a:spcBef>
              <a:spcAft>
                <a:spcPts val="600"/>
              </a:spcAft>
            </a:pPr>
            <a:r>
              <a:rPr lang="en-US" sz="1600">
                <a:latin typeface="+mn-lt"/>
              </a:rPr>
              <a:t>The </a:t>
            </a:r>
            <a:r>
              <a:rPr lang="en-US" sz="1600" b="1">
                <a:solidFill>
                  <a:schemeClr val="accent2"/>
                </a:solidFill>
                <a:latin typeface="Consolas" panose="020B0609020204030204" pitchFamily="49" charset="0"/>
              </a:rPr>
              <a:t>try</a:t>
            </a:r>
            <a:r>
              <a:rPr lang="en-US" sz="1600">
                <a:latin typeface="+mn-lt"/>
              </a:rPr>
              <a:t> block contains the code that is being guarded for exceptions.</a:t>
            </a:r>
          </a:p>
          <a:p>
            <a:pPr>
              <a:spcBef>
                <a:spcPts val="0"/>
              </a:spcBef>
              <a:spcAft>
                <a:spcPts val="600"/>
              </a:spcAft>
            </a:pPr>
            <a:r>
              <a:rPr lang="en-US" sz="1600">
                <a:latin typeface="+mn-lt"/>
              </a:rPr>
              <a:t>The </a:t>
            </a:r>
            <a:r>
              <a:rPr lang="en-US" sz="1600" b="1">
                <a:solidFill>
                  <a:schemeClr val="accent2"/>
                </a:solidFill>
                <a:latin typeface="Consolas" panose="020B0609020204030204" pitchFamily="49" charset="0"/>
              </a:rPr>
              <a:t>catch</a:t>
            </a:r>
            <a:r>
              <a:rPr lang="en-US" sz="1600" b="1">
                <a:latin typeface="+mn-lt"/>
              </a:rPr>
              <a:t> </a:t>
            </a:r>
            <a:r>
              <a:rPr lang="en-US" sz="1600">
                <a:latin typeface="+mn-lt"/>
              </a:rPr>
              <a:t>clauses section contains one or more catch clauses. These are blocks of code to handle the exceptions. They are also known as exception handlers.</a:t>
            </a:r>
          </a:p>
          <a:p>
            <a:pPr>
              <a:spcBef>
                <a:spcPts val="0"/>
              </a:spcBef>
              <a:spcAft>
                <a:spcPts val="600"/>
              </a:spcAft>
            </a:pPr>
            <a:r>
              <a:rPr lang="en-US" sz="1600">
                <a:latin typeface="+mn-lt"/>
              </a:rPr>
              <a:t>The </a:t>
            </a:r>
            <a:r>
              <a:rPr lang="en-US" sz="1600" b="1">
                <a:solidFill>
                  <a:schemeClr val="accent2"/>
                </a:solidFill>
                <a:latin typeface="Consolas" panose="020B0609020204030204" pitchFamily="49" charset="0"/>
              </a:rPr>
              <a:t>finally</a:t>
            </a:r>
            <a:r>
              <a:rPr lang="en-US" sz="1600">
                <a:latin typeface="+mn-lt"/>
              </a:rPr>
              <a:t> block contains code to be executed under all circumstances, whether or not an exception is raised.</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10</a:t>
            </a:fld>
            <a:endParaRPr lang="en-US"/>
          </a:p>
        </p:txBody>
      </p:sp>
    </p:spTree>
    <p:extLst>
      <p:ext uri="{BB962C8B-B14F-4D97-AF65-F5344CB8AC3E}">
        <p14:creationId xmlns:p14="http://schemas.microsoft.com/office/powerpoint/2010/main" val="3793605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9585" rtl="0" eaLnBrk="1" fontAlgn="base" latinLnBrk="0" hangingPunct="1">
              <a:lnSpc>
                <a:spcPct val="100000"/>
              </a:lnSpc>
              <a:spcBef>
                <a:spcPct val="30000"/>
              </a:spcBef>
              <a:spcAft>
                <a:spcPct val="0"/>
              </a:spcAft>
              <a:buClrTx/>
              <a:buSzTx/>
              <a:buFontTx/>
              <a:buNone/>
              <a:tabLst/>
              <a:defRPr/>
            </a:pPr>
            <a:r>
              <a:rPr lang="en-US" sz="1800" b="0" i="0" u="none" strike="noStrike" baseline="0">
                <a:latin typeface="VwtnnmPrkfthPwqklvUtopiaStd-Regular"/>
              </a:rPr>
              <a:t>When an exception is raised, the system searches the list of </a:t>
            </a:r>
            <a:r>
              <a:rPr lang="en-US" sz="1800" b="0" i="0" u="none" strike="noStrike" baseline="0">
                <a:latin typeface="LlsynjKcpjfdFqktfyTheSansMonoConNormal"/>
              </a:rPr>
              <a:t>catch </a:t>
            </a:r>
            <a:r>
              <a:rPr lang="en-US" sz="1800" b="0" i="0" u="none" strike="noStrike" baseline="0">
                <a:latin typeface="VwtnnmPrkfthPwqklvUtopiaStd-Regular"/>
              </a:rPr>
              <a:t>clauses in order, and the first </a:t>
            </a:r>
            <a:r>
              <a:rPr lang="en-US" sz="1800" b="0" i="0" u="none" strike="noStrike" baseline="0">
                <a:latin typeface="LlsynjKcpjfdFqktfyTheSansMonoConNormal"/>
              </a:rPr>
              <a:t>catch </a:t>
            </a:r>
            <a:r>
              <a:rPr lang="en-US" sz="1800" b="0" i="0" u="none" strike="noStrike" baseline="0">
                <a:latin typeface="VwtnnmPrkfthPwqklvUtopiaStd-Regular"/>
              </a:rPr>
              <a:t>clause that matches the type of the exception object is executed. Because of this, there are two important rules in ordering the </a:t>
            </a:r>
            <a:r>
              <a:rPr lang="en-US" sz="1800" b="0" i="0" u="none" strike="noStrike" baseline="0">
                <a:latin typeface="LlsynjKcpjfdFqktfyTheSansMonoConNormal"/>
              </a:rPr>
              <a:t>catch </a:t>
            </a:r>
            <a:r>
              <a:rPr lang="en-US" sz="1800" b="0" i="0" u="none" strike="noStrike" baseline="0">
                <a:latin typeface="VwtnnmPrkfthPwqklvUtopiaStd-Regular"/>
              </a:rPr>
              <a:t>clauses.</a:t>
            </a:r>
            <a:endParaRPr lang="en-US" sz="1800"/>
          </a:p>
          <a:p>
            <a:pPr algn="l"/>
            <a:endParaRPr lang="en-US" sz="1800" b="0" i="0" u="none" strike="noStrike" baseline="0">
              <a:solidFill>
                <a:srgbClr val="000000"/>
              </a:solidFill>
              <a:latin typeface="VwtnnmPrkfthPwqklvUtopiaStd-Regular"/>
            </a:endParaRPr>
          </a:p>
          <a:p>
            <a:pPr algn="l"/>
            <a:r>
              <a:rPr lang="en-US" sz="1800" b="0" i="0" u="none" strike="noStrike" baseline="0">
                <a:solidFill>
                  <a:srgbClr val="000000"/>
                </a:solidFill>
                <a:latin typeface="VwtnnmPrkfthPwqklvUtopiaStd-Regular"/>
              </a:rPr>
              <a:t>An exception object contains read-only properties with information about the exception that caused it. </a:t>
            </a:r>
          </a:p>
          <a:p>
            <a:pPr algn="l"/>
            <a:r>
              <a:rPr lang="en-US" sz="1800" b="0" i="0" u="none" strike="noStrike" baseline="0">
                <a:solidFill>
                  <a:srgbClr val="000000"/>
                </a:solidFill>
                <a:latin typeface="VwtnnmPrkfthPwqklvUtopiaStd-Regular"/>
              </a:rPr>
              <a:t>This information can be he</a:t>
            </a:r>
            <a:r>
              <a:rPr lang="en-US" sz="1800" b="0" i="0" u="none" strike="noStrike" baseline="0">
                <a:solidFill>
                  <a:srgbClr val="0000FF"/>
                </a:solidFill>
                <a:latin typeface="VwtnnmPrkfthPwqklvUtopiaStd-Regular"/>
              </a:rPr>
              <a:t>lpful </a:t>
            </a:r>
            <a:r>
              <a:rPr lang="en-US" sz="1800" b="0" i="0" u="none" strike="noStrike" baseline="0">
                <a:solidFill>
                  <a:srgbClr val="000000"/>
                </a:solidFill>
                <a:latin typeface="VwtnnmPrkfthPwqklvUtopiaStd-Regular"/>
              </a:rPr>
              <a:t>to you for debugging your application to prevent similar exceptions from occurring in the future. </a:t>
            </a:r>
          </a:p>
          <a:p>
            <a:pPr algn="l"/>
            <a:endParaRPr lang="en-US" sz="1800" b="0" i="0" u="none" strike="noStrike" baseline="0">
              <a:solidFill>
                <a:srgbClr val="000000"/>
              </a:solidFill>
              <a:latin typeface="VwtnnmPrkfthPwqklvUtopiaStd-Regular"/>
            </a:endParaRPr>
          </a:p>
          <a:p>
            <a:pPr algn="l"/>
            <a:r>
              <a:rPr lang="en-US" sz="1800" b="0" i="0" u="none" strike="noStrike" baseline="0">
                <a:latin typeface="VwtnnmPrkfthPwqklvUtopiaStd-Regular"/>
              </a:rPr>
              <a:t>The purpose of a </a:t>
            </a:r>
            <a:r>
              <a:rPr lang="en-US" sz="1800" b="0" i="0" u="none" strike="noStrike" baseline="0">
                <a:latin typeface="LlsynjKcpjfdFqktfyTheSansMonoConNormal"/>
              </a:rPr>
              <a:t>catch </a:t>
            </a:r>
            <a:r>
              <a:rPr lang="en-US" sz="1800" b="0" i="0" u="none" strike="noStrike" baseline="0">
                <a:latin typeface="VwtnnmPrkfthPwqklvUtopiaStd-Regular"/>
              </a:rPr>
              <a:t>clause is to allow you to handle an exception in an elegant way. If your </a:t>
            </a:r>
            <a:r>
              <a:rPr lang="en-US" sz="1800" b="0" i="0" u="none" strike="noStrike" baseline="0">
                <a:latin typeface="LlsynjKcpjfdFqktfyTheSansMonoConNormal"/>
              </a:rPr>
              <a:t>catch </a:t>
            </a:r>
            <a:r>
              <a:rPr lang="en-US" sz="1800" b="0" i="0" u="none" strike="noStrike" baseline="0">
                <a:latin typeface="VwtnnmPrkfthPwqklvUtopiaStd-Regular"/>
              </a:rPr>
              <a:t>clause is of the form that takes a parameter, then the system has set the exception variable to a reference to the</a:t>
            </a:r>
          </a:p>
          <a:p>
            <a:pPr algn="l"/>
            <a:r>
              <a:rPr lang="en-US" sz="1800" b="0" i="0" u="none" strike="noStrike" baseline="0">
                <a:latin typeface="VwtnnmPrkfthPwqklvUtopiaStd-Regular"/>
              </a:rPr>
              <a:t>exception object, which you can inspect to determine the cause of the exception. If the exception was the result of a previous exception, you can get a reference to that previous exception’s object from the variable’s </a:t>
            </a:r>
            <a:r>
              <a:rPr lang="en-US" sz="1800" b="0" i="0" u="none" strike="noStrike" baseline="0" err="1">
                <a:latin typeface="LlsynjKcpjfdFqktfyTheSansMonoConNormal"/>
              </a:rPr>
              <a:t>InnerException</a:t>
            </a:r>
            <a:r>
              <a:rPr lang="en-US" sz="1800" b="0" i="0" u="none" strike="noStrike" baseline="0">
                <a:latin typeface="LlsynjKcpjfdFqktfyTheSansMonoConNormal"/>
              </a:rPr>
              <a:t> </a:t>
            </a:r>
            <a:r>
              <a:rPr lang="en-US" sz="1800" b="0" i="0" u="none" strike="noStrike" baseline="0">
                <a:latin typeface="VwtnnmPrkfthPwqklvUtopiaStd-Regular"/>
              </a:rPr>
              <a:t>property.</a:t>
            </a:r>
          </a:p>
          <a:p>
            <a:pPr algn="l"/>
            <a:endParaRPr lang="en-US" sz="1800" b="0" i="0" u="none" strike="noStrike" baseline="0">
              <a:latin typeface="VwtnnmPrkfthPwqklvUtopiaStd-Regular"/>
            </a:endParaRPr>
          </a:p>
          <a:p>
            <a:pPr algn="l"/>
            <a:r>
              <a:rPr lang="en-US" sz="1800" b="0" i="0" u="none" strike="noStrike" baseline="0">
                <a:latin typeface="VwtnnmPrkfthPwqklvUtopiaStd-Regular"/>
              </a:rPr>
              <a:t>When an exception is raised, the system searches the list of </a:t>
            </a:r>
            <a:r>
              <a:rPr lang="en-US" sz="1800" b="0" i="0" u="none" strike="noStrike" baseline="0">
                <a:latin typeface="LlsynjKcpjfdFqktfyTheSansMonoConNormal"/>
              </a:rPr>
              <a:t>catch </a:t>
            </a:r>
            <a:r>
              <a:rPr lang="en-US" sz="1800" b="0" i="0" u="none" strike="noStrike" baseline="0">
                <a:latin typeface="VwtnnmPrkfthPwqklvUtopiaStd-Regular"/>
              </a:rPr>
              <a:t>clauses in order, and the first </a:t>
            </a:r>
            <a:r>
              <a:rPr lang="en-US" sz="1800" b="0" i="0" u="none" strike="noStrike" baseline="0">
                <a:latin typeface="LlsynjKcpjfdFqktfyTheSansMonoConNormal"/>
              </a:rPr>
              <a:t>catch </a:t>
            </a:r>
            <a:r>
              <a:rPr lang="en-US" sz="1800" b="0" i="0" u="none" strike="noStrike" baseline="0">
                <a:latin typeface="VwtnnmPrkfthPwqklvUtopiaStd-Regular"/>
              </a:rPr>
              <a:t>clause that matches the type of the exception object is executed. Because of this, there are two important rules in ordering the </a:t>
            </a:r>
            <a:r>
              <a:rPr lang="en-US" sz="1800" b="0" i="0" u="none" strike="noStrike" baseline="0">
                <a:latin typeface="LlsynjKcpjfdFqktfyTheSansMonoConNormal"/>
              </a:rPr>
              <a:t>catch </a:t>
            </a:r>
            <a:r>
              <a:rPr lang="en-US" sz="1800" b="0" i="0" u="none" strike="noStrike" baseline="0">
                <a:latin typeface="VwtnnmPrkfthPwqklvUtopiaStd-Regular"/>
              </a:rPr>
              <a:t>clauses.</a:t>
            </a:r>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11</a:t>
            </a:fld>
            <a:endParaRPr lang="en-US"/>
          </a:p>
        </p:txBody>
      </p:sp>
    </p:spTree>
    <p:extLst>
      <p:ext uri="{BB962C8B-B14F-4D97-AF65-F5344CB8AC3E}">
        <p14:creationId xmlns:p14="http://schemas.microsoft.com/office/powerpoint/2010/main" val="4164484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Bef>
                <a:spcPts val="0"/>
              </a:spcBef>
              <a:spcAft>
                <a:spcPts val="0"/>
              </a:spcAft>
              <a:buNone/>
            </a:pPr>
            <a:r>
              <a:rPr lang="en-GB" sz="1600">
                <a:solidFill>
                  <a:srgbClr val="0000FF"/>
                </a:solidFill>
                <a:latin typeface="Consolas" panose="020B0609020204030204" pitchFamily="49" charset="0"/>
              </a:rPr>
              <a:t> try</a:t>
            </a:r>
            <a:endParaRPr lang="en-GB" sz="1600">
              <a:solidFill>
                <a:srgbClr val="000000"/>
              </a:solidFill>
              <a:latin typeface="Consolas" panose="020B0609020204030204" pitchFamily="49" charset="0"/>
            </a:endParaRPr>
          </a:p>
          <a:p>
            <a:pPr marL="0" indent="0">
              <a:spcBef>
                <a:spcPts val="0"/>
              </a:spcBef>
              <a:spcAft>
                <a:spcPts val="0"/>
              </a:spcAft>
              <a:buNone/>
            </a:pPr>
            <a:r>
              <a:rPr lang="uk-UA" sz="1600">
                <a:solidFill>
                  <a:srgbClr val="000000"/>
                </a:solidFill>
                <a:latin typeface="Consolas" panose="020B0609020204030204" pitchFamily="49" charset="0"/>
              </a:rPr>
              <a:t>    {</a:t>
            </a:r>
          </a:p>
          <a:p>
            <a:pPr marL="0" indent="0">
              <a:spcBef>
                <a:spcPts val="0"/>
              </a:spcBef>
              <a:spcAft>
                <a:spcPts val="0"/>
              </a:spcAft>
              <a:buNone/>
            </a:pPr>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 Code that could throw an exception.</a:t>
            </a:r>
            <a:endParaRPr lang="en-US" sz="1600">
              <a:solidFill>
                <a:srgbClr val="000000"/>
              </a:solidFill>
              <a:latin typeface="Consolas" panose="020B0609020204030204" pitchFamily="49" charset="0"/>
            </a:endParaRPr>
          </a:p>
          <a:p>
            <a:pPr marL="0" indent="0">
              <a:spcBef>
                <a:spcPts val="0"/>
              </a:spcBef>
              <a:spcAft>
                <a:spcPts val="0"/>
              </a:spcAft>
              <a:buNone/>
            </a:pPr>
            <a:r>
              <a:rPr lang="uk-UA" sz="1600">
                <a:solidFill>
                  <a:srgbClr val="000000"/>
                </a:solidFill>
                <a:latin typeface="Consolas" panose="020B0609020204030204" pitchFamily="49" charset="0"/>
              </a:rPr>
              <a:t>    }</a:t>
            </a:r>
          </a:p>
          <a:p>
            <a:pPr marL="0" indent="0">
              <a:spcBef>
                <a:spcPts val="0"/>
              </a:spcBef>
              <a:spcAft>
                <a:spcPts val="0"/>
              </a:spcAft>
              <a:buNone/>
            </a:pPr>
            <a:r>
              <a:rPr lang="en-GB" sz="1600">
                <a:solidFill>
                  <a:srgbClr val="000000"/>
                </a:solidFill>
                <a:latin typeface="Consolas" panose="020B0609020204030204" pitchFamily="49" charset="0"/>
              </a:rPr>
              <a:t>    </a:t>
            </a:r>
          </a:p>
          <a:p>
            <a:pPr marL="266700" indent="0">
              <a:spcBef>
                <a:spcPts val="0"/>
              </a:spcBef>
              <a:spcAft>
                <a:spcPts val="0"/>
              </a:spcAft>
              <a:buNone/>
            </a:pPr>
            <a:r>
              <a:rPr lang="en-GB" sz="1600">
                <a:solidFill>
                  <a:srgbClr val="0000FF"/>
                </a:solidFill>
                <a:latin typeface="Consolas" panose="020B0609020204030204" pitchFamily="49" charset="0"/>
              </a:rPr>
              <a:t>catch</a:t>
            </a:r>
            <a:r>
              <a:rPr lang="en-GB" sz="1600">
                <a:solidFill>
                  <a:srgbClr val="000000"/>
                </a:solidFill>
                <a:latin typeface="Consolas" panose="020B0609020204030204" pitchFamily="49" charset="0"/>
              </a:rPr>
              <a:t> (</a:t>
            </a:r>
            <a:r>
              <a:rPr lang="en-GB" sz="1600" err="1">
                <a:solidFill>
                  <a:srgbClr val="000000"/>
                </a:solidFill>
                <a:latin typeface="Consolas" panose="020B0609020204030204" pitchFamily="49" charset="0"/>
              </a:rPr>
              <a:t>HttpException</a:t>
            </a:r>
            <a:r>
              <a:rPr lang="en-GB" sz="1600">
                <a:solidFill>
                  <a:srgbClr val="000000"/>
                </a:solidFill>
                <a:latin typeface="Consolas" panose="020B0609020204030204" pitchFamily="49" charset="0"/>
              </a:rPr>
              <a:t> ex)</a:t>
            </a:r>
          </a:p>
          <a:p>
            <a:pPr marL="0" indent="0">
              <a:spcBef>
                <a:spcPts val="0"/>
              </a:spcBef>
              <a:spcAft>
                <a:spcPts val="0"/>
              </a:spcAft>
              <a:buNone/>
            </a:pPr>
            <a:r>
              <a:rPr lang="uk-UA" sz="1600">
                <a:solidFill>
                  <a:srgbClr val="000000"/>
                </a:solidFill>
                <a:latin typeface="Consolas" panose="020B0609020204030204" pitchFamily="49" charset="0"/>
              </a:rPr>
              <a:t>    {</a:t>
            </a:r>
          </a:p>
          <a:p>
            <a:pPr marL="0" indent="0">
              <a:spcBef>
                <a:spcPts val="0"/>
              </a:spcBef>
              <a:spcAft>
                <a:spcPts val="0"/>
              </a:spcAft>
              <a:buNone/>
            </a:pPr>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 Handles a </a:t>
            </a:r>
            <a:r>
              <a:rPr lang="en-US" sz="1600" err="1">
                <a:solidFill>
                  <a:srgbClr val="008000"/>
                </a:solidFill>
                <a:latin typeface="Consolas" panose="020B0609020204030204" pitchFamily="49" charset="0"/>
              </a:rPr>
              <a:t>HttpException</a:t>
            </a:r>
            <a:r>
              <a:rPr lang="en-US" sz="1600">
                <a:solidFill>
                  <a:srgbClr val="008000"/>
                </a:solidFill>
                <a:latin typeface="Consolas" panose="020B0609020204030204" pitchFamily="49" charset="0"/>
              </a:rPr>
              <a:t>. The exception object is stored in "ex".</a:t>
            </a:r>
            <a:endParaRPr lang="en-US" sz="1600">
              <a:solidFill>
                <a:srgbClr val="000000"/>
              </a:solidFill>
              <a:latin typeface="Consolas" panose="020B0609020204030204" pitchFamily="49" charset="0"/>
            </a:endParaRPr>
          </a:p>
          <a:p>
            <a:pPr marL="0" indent="0">
              <a:spcBef>
                <a:spcPts val="0"/>
              </a:spcBef>
              <a:spcAft>
                <a:spcPts val="0"/>
              </a:spcAft>
              <a:buNone/>
            </a:pPr>
            <a:r>
              <a:rPr lang="uk-UA" sz="1600">
                <a:solidFill>
                  <a:srgbClr val="000000"/>
                </a:solidFill>
                <a:latin typeface="Consolas" panose="020B0609020204030204" pitchFamily="49" charset="0"/>
              </a:rPr>
              <a:t>    }</a:t>
            </a:r>
            <a:endParaRPr lang="en-US" sz="1600">
              <a:solidFill>
                <a:srgbClr val="000000"/>
              </a:solidFill>
              <a:latin typeface="Consolas" panose="020B0609020204030204" pitchFamily="49" charset="0"/>
            </a:endParaRPr>
          </a:p>
          <a:p>
            <a:pPr marL="0" indent="0">
              <a:spcBef>
                <a:spcPts val="0"/>
              </a:spcBef>
              <a:spcAft>
                <a:spcPts val="0"/>
              </a:spcAft>
              <a:buNone/>
            </a:pPr>
            <a:endParaRPr lang="uk-UA" sz="1600">
              <a:solidFill>
                <a:srgbClr val="000000"/>
              </a:solidFill>
              <a:latin typeface="Consolas" panose="020B0609020204030204" pitchFamily="49" charset="0"/>
            </a:endParaRPr>
          </a:p>
          <a:p>
            <a:pPr marL="0" indent="0">
              <a:spcBef>
                <a:spcPts val="0"/>
              </a:spcBef>
              <a:spcAft>
                <a:spcPts val="0"/>
              </a:spcAft>
              <a:buNone/>
            </a:pPr>
            <a:r>
              <a:rPr lang="en-GB" sz="1600">
                <a:solidFill>
                  <a:srgbClr val="000000"/>
                </a:solidFill>
                <a:latin typeface="Consolas" panose="020B0609020204030204" pitchFamily="49" charset="0"/>
              </a:rPr>
              <a:t>    </a:t>
            </a:r>
            <a:r>
              <a:rPr lang="en-GB" sz="1600">
                <a:solidFill>
                  <a:srgbClr val="0000FF"/>
                </a:solidFill>
                <a:latin typeface="Consolas" panose="020B0609020204030204" pitchFamily="49" charset="0"/>
              </a:rPr>
              <a:t>catch</a:t>
            </a:r>
            <a:r>
              <a:rPr lang="en-GB" sz="1600">
                <a:solidFill>
                  <a:srgbClr val="000000"/>
                </a:solidFill>
                <a:latin typeface="Consolas" panose="020B0609020204030204" pitchFamily="49" charset="0"/>
              </a:rPr>
              <a:t> (Exception)</a:t>
            </a:r>
          </a:p>
          <a:p>
            <a:pPr marL="0" indent="0">
              <a:spcBef>
                <a:spcPts val="0"/>
              </a:spcBef>
              <a:spcAft>
                <a:spcPts val="0"/>
              </a:spcAft>
              <a:buNone/>
            </a:pPr>
            <a:r>
              <a:rPr lang="uk-UA" sz="1600">
                <a:solidFill>
                  <a:srgbClr val="000000"/>
                </a:solidFill>
                <a:latin typeface="Consolas" panose="020B0609020204030204" pitchFamily="49" charset="0"/>
              </a:rPr>
              <a:t>    {</a:t>
            </a:r>
          </a:p>
          <a:p>
            <a:pPr marL="0" indent="0">
              <a:spcBef>
                <a:spcPts val="0"/>
              </a:spcBef>
              <a:spcAft>
                <a:spcPts val="0"/>
              </a:spcAft>
              <a:buNone/>
            </a:pPr>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 Handles any CLR exception that is not a </a:t>
            </a:r>
            <a:r>
              <a:rPr lang="en-US" sz="1600" err="1">
                <a:solidFill>
                  <a:srgbClr val="008000"/>
                </a:solidFill>
                <a:latin typeface="Consolas" panose="020B0609020204030204" pitchFamily="49" charset="0"/>
              </a:rPr>
              <a:t>HttpException</a:t>
            </a:r>
            <a:r>
              <a:rPr lang="en-US" sz="1600">
                <a:solidFill>
                  <a:srgbClr val="008000"/>
                </a:solidFill>
                <a:latin typeface="Consolas" panose="020B0609020204030204" pitchFamily="49" charset="0"/>
              </a:rPr>
              <a:t>.</a:t>
            </a:r>
            <a:endParaRPr lang="en-US" sz="1600">
              <a:solidFill>
                <a:srgbClr val="000000"/>
              </a:solidFill>
              <a:latin typeface="Consolas" panose="020B0609020204030204" pitchFamily="49" charset="0"/>
            </a:endParaRPr>
          </a:p>
          <a:p>
            <a:pPr marL="0" indent="0">
              <a:spcBef>
                <a:spcPts val="0"/>
              </a:spcBef>
              <a:spcAft>
                <a:spcPts val="0"/>
              </a:spcAft>
              <a:buNone/>
            </a:pPr>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 Since the exception has not been given an identifier, it cannot be referenced.</a:t>
            </a:r>
            <a:endParaRPr lang="en-US" sz="1600">
              <a:solidFill>
                <a:srgbClr val="000000"/>
              </a:solidFill>
              <a:latin typeface="Consolas" panose="020B0609020204030204" pitchFamily="49" charset="0"/>
            </a:endParaRPr>
          </a:p>
          <a:p>
            <a:pPr marL="0" indent="0">
              <a:spcBef>
                <a:spcPts val="0"/>
              </a:spcBef>
              <a:spcAft>
                <a:spcPts val="0"/>
              </a:spcAft>
              <a:buNone/>
            </a:pPr>
            <a:r>
              <a:rPr lang="uk-UA" sz="1600">
                <a:solidFill>
                  <a:srgbClr val="000000"/>
                </a:solidFill>
                <a:latin typeface="Consolas" panose="020B0609020204030204" pitchFamily="49" charset="0"/>
              </a:rPr>
              <a:t>    }</a:t>
            </a:r>
          </a:p>
          <a:p>
            <a:pPr marL="0" indent="0">
              <a:spcBef>
                <a:spcPts val="0"/>
              </a:spcBef>
              <a:spcAft>
                <a:spcPts val="0"/>
              </a:spcAft>
              <a:buNone/>
            </a:pPr>
            <a:r>
              <a:rPr lang="en-GB" sz="1600">
                <a:solidFill>
                  <a:srgbClr val="000000"/>
                </a:solidFill>
                <a:latin typeface="Consolas" panose="020B0609020204030204" pitchFamily="49" charset="0"/>
              </a:rPr>
              <a:t>    </a:t>
            </a:r>
          </a:p>
          <a:p>
            <a:pPr marL="266700" indent="0">
              <a:spcBef>
                <a:spcPts val="0"/>
              </a:spcBef>
              <a:spcAft>
                <a:spcPts val="0"/>
              </a:spcAft>
              <a:buNone/>
            </a:pPr>
            <a:r>
              <a:rPr lang="en-GB" sz="1600">
                <a:solidFill>
                  <a:srgbClr val="0000FF"/>
                </a:solidFill>
                <a:latin typeface="Consolas" panose="020B0609020204030204" pitchFamily="49" charset="0"/>
              </a:rPr>
              <a:t>catch</a:t>
            </a:r>
            <a:r>
              <a:rPr lang="en-GB" sz="1600">
                <a:solidFill>
                  <a:srgbClr val="000000"/>
                </a:solidFill>
                <a:latin typeface="Consolas" panose="020B0609020204030204" pitchFamily="49" charset="0"/>
              </a:rPr>
              <a:t> </a:t>
            </a:r>
          </a:p>
          <a:p>
            <a:pPr marL="0" indent="0">
              <a:spcBef>
                <a:spcPts val="0"/>
              </a:spcBef>
              <a:spcAft>
                <a:spcPts val="0"/>
              </a:spcAft>
              <a:buNone/>
            </a:pPr>
            <a:r>
              <a:rPr lang="uk-UA" sz="1600">
                <a:solidFill>
                  <a:srgbClr val="000000"/>
                </a:solidFill>
                <a:latin typeface="Consolas" panose="020B0609020204030204" pitchFamily="49" charset="0"/>
              </a:rPr>
              <a:t>    {</a:t>
            </a:r>
          </a:p>
          <a:p>
            <a:pPr marL="0" indent="0">
              <a:spcBef>
                <a:spcPts val="0"/>
              </a:spcBef>
              <a:spcAft>
                <a:spcPts val="0"/>
              </a:spcAft>
              <a:buNone/>
            </a:pPr>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 Handles anything that might be thrown, including non-CLR exceptions.</a:t>
            </a:r>
            <a:endParaRPr lang="en-US" sz="1600">
              <a:solidFill>
                <a:srgbClr val="000000"/>
              </a:solidFill>
              <a:latin typeface="Consolas" panose="020B0609020204030204" pitchFamily="49" charset="0"/>
            </a:endParaRPr>
          </a:p>
          <a:p>
            <a:pPr marL="0" indent="0">
              <a:spcBef>
                <a:spcPts val="0"/>
              </a:spcBef>
              <a:spcAft>
                <a:spcPts val="0"/>
              </a:spcAft>
              <a:buNone/>
            </a:pPr>
            <a:r>
              <a:rPr lang="uk-UA" sz="1600">
                <a:solidFill>
                  <a:srgbClr val="000000"/>
                </a:solidFill>
                <a:latin typeface="Consolas" panose="020B0609020204030204" pitchFamily="49" charset="0"/>
              </a:rPr>
              <a:t>    }</a:t>
            </a:r>
          </a:p>
          <a:p>
            <a:pPr marL="0" indent="0">
              <a:spcBef>
                <a:spcPts val="0"/>
              </a:spcBef>
              <a:spcAft>
                <a:spcPts val="0"/>
              </a:spcAft>
              <a:buNone/>
            </a:pPr>
            <a:r>
              <a:rPr lang="en-GB" sz="1600">
                <a:solidFill>
                  <a:srgbClr val="000000"/>
                </a:solidFill>
                <a:latin typeface="Consolas" panose="020B0609020204030204" pitchFamily="49" charset="0"/>
              </a:rPr>
              <a:t>    </a:t>
            </a:r>
          </a:p>
          <a:p>
            <a:pPr marL="0" indent="266700">
              <a:spcBef>
                <a:spcPts val="0"/>
              </a:spcBef>
              <a:spcAft>
                <a:spcPts val="0"/>
              </a:spcAft>
              <a:buNone/>
            </a:pPr>
            <a:r>
              <a:rPr lang="en-GB" sz="1600">
                <a:solidFill>
                  <a:srgbClr val="0000FF"/>
                </a:solidFill>
                <a:latin typeface="Consolas" panose="020B0609020204030204" pitchFamily="49" charset="0"/>
              </a:rPr>
              <a:t>finally</a:t>
            </a:r>
            <a:endParaRPr lang="en-GB" sz="1600">
              <a:solidFill>
                <a:srgbClr val="000000"/>
              </a:solidFill>
              <a:latin typeface="Consolas" panose="020B0609020204030204" pitchFamily="49" charset="0"/>
            </a:endParaRPr>
          </a:p>
          <a:p>
            <a:pPr marL="0" indent="0">
              <a:spcBef>
                <a:spcPts val="0"/>
              </a:spcBef>
              <a:spcAft>
                <a:spcPts val="0"/>
              </a:spcAft>
              <a:buNone/>
            </a:pPr>
            <a:r>
              <a:rPr lang="uk-UA" sz="1600">
                <a:solidFill>
                  <a:srgbClr val="000000"/>
                </a:solidFill>
                <a:latin typeface="Consolas" panose="020B0609020204030204" pitchFamily="49" charset="0"/>
              </a:rPr>
              <a:t>    {</a:t>
            </a:r>
          </a:p>
          <a:p>
            <a:pPr marL="0" indent="0">
              <a:spcBef>
                <a:spcPts val="0"/>
              </a:spcBef>
              <a:spcAft>
                <a:spcPts val="0"/>
              </a:spcAft>
              <a:buNone/>
            </a:pPr>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 Always run when leaving the try block (including catch clauses),</a:t>
            </a:r>
            <a:endParaRPr lang="en-US" sz="1600">
              <a:solidFill>
                <a:srgbClr val="000000"/>
              </a:solidFill>
              <a:latin typeface="Consolas" panose="020B0609020204030204" pitchFamily="49" charset="0"/>
            </a:endParaRPr>
          </a:p>
          <a:p>
            <a:pPr marL="0" indent="0">
              <a:spcBef>
                <a:spcPts val="0"/>
              </a:spcBef>
              <a:spcAft>
                <a:spcPts val="0"/>
              </a:spcAft>
              <a:buNone/>
            </a:pPr>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 regardless of whether any exceptions were thrown or whether they were handled.</a:t>
            </a:r>
            <a:endParaRPr lang="en-US" sz="1600">
              <a:solidFill>
                <a:srgbClr val="000000"/>
              </a:solidFill>
              <a:latin typeface="Consolas" panose="020B0609020204030204" pitchFamily="49" charset="0"/>
            </a:endParaRPr>
          </a:p>
          <a:p>
            <a:pPr marL="0" indent="0">
              <a:spcBef>
                <a:spcPts val="0"/>
              </a:spcBef>
              <a:spcAft>
                <a:spcPts val="0"/>
              </a:spcAft>
              <a:buNone/>
            </a:pPr>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 Often used to clean up and close resources such as files handles.</a:t>
            </a:r>
            <a:endParaRPr lang="en-US" sz="1600">
              <a:solidFill>
                <a:srgbClr val="000000"/>
              </a:solidFill>
              <a:latin typeface="Consolas" panose="020B0609020204030204" pitchFamily="49" charset="0"/>
            </a:endParaRPr>
          </a:p>
          <a:p>
            <a:pPr marL="0" indent="0">
              <a:spcBef>
                <a:spcPts val="0"/>
              </a:spcBef>
              <a:spcAft>
                <a:spcPts val="0"/>
              </a:spcAft>
              <a:buNone/>
            </a:pPr>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 May not be run when </a:t>
            </a:r>
            <a:r>
              <a:rPr lang="en-US" sz="1600" err="1">
                <a:solidFill>
                  <a:srgbClr val="008000"/>
                </a:solidFill>
                <a:latin typeface="Consolas" panose="020B0609020204030204" pitchFamily="49" charset="0"/>
              </a:rPr>
              <a:t>Environment.FailsFast</a:t>
            </a:r>
            <a:r>
              <a:rPr lang="en-US" sz="1600">
                <a:solidFill>
                  <a:srgbClr val="008000"/>
                </a:solidFill>
                <a:latin typeface="Consolas" panose="020B0609020204030204" pitchFamily="49" charset="0"/>
              </a:rPr>
              <a:t>() is called and in other system-wide exceptions conditions (e.g. power loss),</a:t>
            </a:r>
            <a:endParaRPr lang="en-US" sz="1600">
              <a:solidFill>
                <a:srgbClr val="000000"/>
              </a:solidFill>
              <a:latin typeface="Consolas" panose="020B0609020204030204" pitchFamily="49" charset="0"/>
            </a:endParaRPr>
          </a:p>
          <a:p>
            <a:pPr marL="0" indent="0">
              <a:spcBef>
                <a:spcPts val="0"/>
              </a:spcBef>
              <a:spcAft>
                <a:spcPts val="0"/>
              </a:spcAft>
              <a:buNone/>
            </a:pPr>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 or when the process crashes due to an exception in another thread.</a:t>
            </a:r>
            <a:endParaRPr lang="en-US" sz="1600">
              <a:solidFill>
                <a:srgbClr val="000000"/>
              </a:solidFill>
              <a:latin typeface="Consolas" panose="020B0609020204030204" pitchFamily="49" charset="0"/>
            </a:endParaRPr>
          </a:p>
          <a:p>
            <a:pPr marL="0" indent="0">
              <a:spcBef>
                <a:spcPts val="0"/>
              </a:spcBef>
              <a:spcAft>
                <a:spcPts val="0"/>
              </a:spcAft>
              <a:buNone/>
            </a:pPr>
            <a:r>
              <a:rPr lang="uk-UA" sz="1600">
                <a:solidFill>
                  <a:srgbClr val="000000"/>
                </a:solidFill>
                <a:latin typeface="Consolas" panose="020B0609020204030204" pitchFamily="49" charset="0"/>
              </a:rPr>
              <a:t>    }</a:t>
            </a:r>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15</a:t>
            </a:fld>
            <a:endParaRPr lang="en-US"/>
          </a:p>
        </p:txBody>
      </p:sp>
    </p:spTree>
    <p:extLst>
      <p:ext uri="{BB962C8B-B14F-4D97-AF65-F5344CB8AC3E}">
        <p14:creationId xmlns:p14="http://schemas.microsoft.com/office/powerpoint/2010/main" val="3184333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17</a:t>
            </a:fld>
            <a:endParaRPr lang="en-US"/>
          </a:p>
        </p:txBody>
      </p:sp>
    </p:spTree>
    <p:extLst>
      <p:ext uri="{BB962C8B-B14F-4D97-AF65-F5344CB8AC3E}">
        <p14:creationId xmlns:p14="http://schemas.microsoft.com/office/powerpoint/2010/main" val="9765603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18</a:t>
            </a:fld>
            <a:endParaRPr lang="en-US"/>
          </a:p>
        </p:txBody>
      </p:sp>
    </p:spTree>
    <p:extLst>
      <p:ext uri="{BB962C8B-B14F-4D97-AF65-F5344CB8AC3E}">
        <p14:creationId xmlns:p14="http://schemas.microsoft.com/office/powerpoint/2010/main" val="3004818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600" b="0" i="0" u="none" strike="noStrike" baseline="0">
                <a:latin typeface="VwtnnmPrkfthPwqklvUtopiaStd-Regular"/>
              </a:rPr>
              <a:t>The </a:t>
            </a:r>
            <a:r>
              <a:rPr lang="en-US" sz="1600" b="0" i="0" u="none" strike="noStrike" baseline="0">
                <a:latin typeface="LlsynjKcpjfdFqktfyTheSansMonoConNormal"/>
              </a:rPr>
              <a:t>finally </a:t>
            </a:r>
            <a:r>
              <a:rPr lang="en-US" sz="1600" b="0" i="0" u="none" strike="noStrike" baseline="0">
                <a:latin typeface="VwtnnmPrkfthPwqklvUtopiaStd-Regular"/>
              </a:rPr>
              <a:t>block will always be executed before returning to the calling code, even if a </a:t>
            </a:r>
            <a:r>
              <a:rPr lang="en-US" sz="1600" b="0" i="0" u="none" strike="noStrike" baseline="0">
                <a:latin typeface="LlsynjKcpjfdFqktfyTheSansMonoConNormal"/>
              </a:rPr>
              <a:t>try </a:t>
            </a:r>
            <a:r>
              <a:rPr lang="en-US" sz="1600" b="0" i="0" u="none" strike="noStrike" baseline="0">
                <a:latin typeface="VwtnnmPrkfthPwqklvUtopiaStd-Regular"/>
              </a:rPr>
              <a:t>block has a </a:t>
            </a:r>
            <a:r>
              <a:rPr lang="en-US" sz="1600" b="0" i="0" u="none" strike="noStrike" baseline="0">
                <a:latin typeface="LlsynjKcpjfdFqktfyTheSansMonoConNormal"/>
              </a:rPr>
              <a:t>return </a:t>
            </a:r>
            <a:r>
              <a:rPr lang="en-US" sz="1600" b="0" i="0" u="none" strike="noStrike" baseline="0">
                <a:latin typeface="VwtnnmPrkfthPwqklvUtopiaStd-Regular"/>
              </a:rPr>
              <a:t>statement or an exception is thrown in the </a:t>
            </a:r>
            <a:r>
              <a:rPr lang="en-US" sz="1600" b="0" i="0" u="none" strike="noStrike" baseline="0">
                <a:latin typeface="LlsynjKcpjfdFqktfyTheSansMonoConNormal"/>
              </a:rPr>
              <a:t>catch </a:t>
            </a:r>
            <a:r>
              <a:rPr lang="en-US" sz="1600" b="0" i="0" u="none" strike="noStrike" baseline="0">
                <a:latin typeface="VwtnnmPrkfthPwqklvUtopiaStd-Regular"/>
              </a:rPr>
              <a:t>block. </a:t>
            </a:r>
          </a:p>
          <a:p>
            <a:pPr algn="l"/>
            <a:r>
              <a:rPr lang="en-US" sz="1600" b="0" i="0" u="none" strike="noStrike" baseline="0">
                <a:latin typeface="VwtnnmPrkfthPwqklvUtopiaStd-Regular"/>
              </a:rPr>
              <a:t>For example, in the following code, there is a </a:t>
            </a:r>
            <a:r>
              <a:rPr lang="en-US" sz="1600" b="0" i="0" u="none" strike="noStrike" baseline="0">
                <a:latin typeface="LlsynjKcpjfdFqktfyTheSansMonoConNormal"/>
              </a:rPr>
              <a:t>return </a:t>
            </a:r>
            <a:r>
              <a:rPr lang="en-US" sz="1600" b="0" i="0" u="none" strike="noStrike" baseline="0">
                <a:latin typeface="VwtnnmPrkfthPwqklvUtopiaStd-Regular"/>
              </a:rPr>
              <a:t>statement in the middle of the </a:t>
            </a:r>
            <a:r>
              <a:rPr lang="en-US" sz="1600" b="0" i="0" u="none" strike="noStrike" baseline="0">
                <a:latin typeface="LlsynjKcpjfdFqktfyTheSansMonoConNormal"/>
              </a:rPr>
              <a:t>try </a:t>
            </a:r>
            <a:r>
              <a:rPr lang="en-US" sz="1600" b="0" i="0" u="none" strike="noStrike" baseline="0">
                <a:latin typeface="VwtnnmPrkfthPwqklvUtopiaStd-Regular"/>
              </a:rPr>
              <a:t>block that is executed under certain conditions. This does not allow it to bypass the </a:t>
            </a:r>
            <a:r>
              <a:rPr lang="en-US" sz="1600" b="0" i="0" u="none" strike="noStrike" baseline="0">
                <a:latin typeface="LlsynjKcpjfdFqktfyTheSansMonoConNormal"/>
              </a:rPr>
              <a:t>finally </a:t>
            </a:r>
            <a:r>
              <a:rPr lang="en-US" sz="1600" b="0" i="0" u="none" strike="noStrike" baseline="0">
                <a:latin typeface="VwtnnmPrkfthPwqklvUtopiaStd-Regular"/>
              </a:rPr>
              <a:t>statement.</a:t>
            </a:r>
            <a:endParaRPr lang="en-US"/>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20</a:t>
            </a:fld>
            <a:endParaRPr lang="en-US"/>
          </a:p>
        </p:txBody>
      </p:sp>
    </p:spTree>
    <p:extLst>
      <p:ext uri="{BB962C8B-B14F-4D97-AF65-F5344CB8AC3E}">
        <p14:creationId xmlns:p14="http://schemas.microsoft.com/office/powerpoint/2010/main" val="27544536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9585" rtl="0" eaLnBrk="1" fontAlgn="base" latinLnBrk="0" hangingPunct="1">
              <a:lnSpc>
                <a:spcPct val="100000"/>
              </a:lnSpc>
              <a:spcBef>
                <a:spcPct val="30000"/>
              </a:spcBef>
              <a:spcAft>
                <a:spcPct val="0"/>
              </a:spcAft>
              <a:buClrTx/>
              <a:buSzTx/>
              <a:buFontTx/>
              <a:buNone/>
              <a:tabLst/>
              <a:defRPr/>
            </a:pPr>
            <a:r>
              <a:rPr lang="en-US" sz="1600" b="0" i="0" u="none" strike="noStrike" baseline="0">
                <a:latin typeface="VwtnnmPrkfthPwqklvUtopiaStd-Regular"/>
              </a:rPr>
              <a:t>When an exception is raised, the system searches the list of </a:t>
            </a:r>
            <a:r>
              <a:rPr lang="en-US" sz="1600" b="0" i="0" u="none" strike="noStrike" baseline="0">
                <a:latin typeface="LlsynjKcpjfdFqktfyTheSansMonoConNormal"/>
              </a:rPr>
              <a:t>catch </a:t>
            </a:r>
            <a:r>
              <a:rPr lang="en-US" sz="1600" b="0" i="0" u="none" strike="noStrike" baseline="0">
                <a:latin typeface="VwtnnmPrkfthPwqklvUtopiaStd-Regular"/>
              </a:rPr>
              <a:t>clauses in order, and the first </a:t>
            </a:r>
            <a:r>
              <a:rPr lang="en-US" sz="1600" b="0" i="0" u="none" strike="noStrike" baseline="0">
                <a:latin typeface="LlsynjKcpjfdFqktfyTheSansMonoConNormal"/>
              </a:rPr>
              <a:t>catch </a:t>
            </a:r>
            <a:r>
              <a:rPr lang="en-US" sz="1600" b="0" i="0" u="none" strike="noStrike" baseline="0">
                <a:latin typeface="VwtnnmPrkfthPwqklvUtopiaStd-Regular"/>
              </a:rPr>
              <a:t>clause that matches the type of the exception object is executed. Because of this, there are two important rules in ordering the </a:t>
            </a:r>
            <a:r>
              <a:rPr lang="en-US" sz="1600" b="0" i="0" u="none" strike="noStrike" baseline="0">
                <a:latin typeface="LlsynjKcpjfdFqktfyTheSansMonoConNormal"/>
              </a:rPr>
              <a:t>catch </a:t>
            </a:r>
            <a:r>
              <a:rPr lang="en-US" sz="1600" b="0" i="0" u="none" strike="noStrike" baseline="0">
                <a:latin typeface="VwtnnmPrkfthPwqklvUtopiaStd-Regular"/>
              </a:rPr>
              <a:t>clauses.</a:t>
            </a:r>
            <a:endParaRPr lang="en-US"/>
          </a:p>
          <a:p>
            <a:pPr algn="l"/>
            <a:endParaRPr lang="en-US" sz="1600" b="0" i="0" u="none" strike="noStrike" baseline="0">
              <a:latin typeface="VwtnnmPrkfthPwqklvUtopiaStd-Regular"/>
            </a:endParaRPr>
          </a:p>
          <a:p>
            <a:pPr algn="l"/>
            <a:r>
              <a:rPr lang="en-US" sz="1600" b="0" i="0" u="none" strike="noStrike" baseline="0">
                <a:latin typeface="VwtnnmPrkfthPwqklvUtopiaStd-Regular"/>
              </a:rPr>
              <a:t>If the exception was raised in a section of code that was not guarded by a </a:t>
            </a:r>
            <a:r>
              <a:rPr lang="en-US" sz="1600" b="0" i="0" u="none" strike="noStrike" baseline="0">
                <a:latin typeface="LlsynjKcpjfdFqktfyTheSansMonoConNormal"/>
              </a:rPr>
              <a:t>try </a:t>
            </a:r>
            <a:r>
              <a:rPr lang="en-US" sz="1600" b="0" i="0" u="none" strike="noStrike" baseline="0">
                <a:latin typeface="VwtnnmPrkfthPwqklvUtopiaStd-Regular"/>
              </a:rPr>
              <a:t>statement or if the </a:t>
            </a:r>
            <a:r>
              <a:rPr lang="en-US" sz="1600" b="0" i="0" u="none" strike="noStrike" baseline="0">
                <a:latin typeface="LlsynjKcpjfdFqktfyTheSansMonoConNormal"/>
              </a:rPr>
              <a:t>try </a:t>
            </a:r>
            <a:r>
              <a:rPr lang="en-US" sz="1600" b="0" i="0" u="none" strike="noStrike" baseline="0">
                <a:latin typeface="VwtnnmPrkfthPwqklvUtopiaStd-Regular"/>
              </a:rPr>
              <a:t>statement does not have a matching exception handler, the system will have to look further for a matching handler. </a:t>
            </a:r>
          </a:p>
          <a:p>
            <a:pPr algn="l"/>
            <a:r>
              <a:rPr lang="en-US" sz="1600" b="0" i="0" u="none" strike="noStrike" baseline="0">
                <a:latin typeface="VwtnnmPrkfthPwqklvUtopiaStd-Regular"/>
              </a:rPr>
              <a:t>It will do this by searching down the call stack, in sequence, to see whether there is an enclosing </a:t>
            </a:r>
            <a:r>
              <a:rPr lang="en-US" sz="1600" b="0" i="0" u="none" strike="noStrike" baseline="0">
                <a:latin typeface="LlsynjKcpjfdFqktfyTheSansMonoConNormal"/>
              </a:rPr>
              <a:t>try </a:t>
            </a:r>
            <a:r>
              <a:rPr lang="en-US" sz="1600" b="0" i="0" u="none" strike="noStrike" baseline="0">
                <a:latin typeface="VwtnnmPrkfthPwqklvUtopiaStd-Regular"/>
              </a:rPr>
              <a:t>block with a matching handler.</a:t>
            </a:r>
            <a:endParaRPr lang="en-US"/>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21</a:t>
            </a:fld>
            <a:endParaRPr lang="en-US"/>
          </a:p>
        </p:txBody>
      </p:sp>
    </p:spTree>
    <p:extLst>
      <p:ext uri="{BB962C8B-B14F-4D97-AF65-F5344CB8AC3E}">
        <p14:creationId xmlns:p14="http://schemas.microsoft.com/office/powerpoint/2010/main" val="33820864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22</a:t>
            </a:fld>
            <a:endParaRPr lang="en-US"/>
          </a:p>
        </p:txBody>
      </p:sp>
    </p:spTree>
    <p:extLst>
      <p:ext uri="{BB962C8B-B14F-4D97-AF65-F5344CB8AC3E}">
        <p14:creationId xmlns:p14="http://schemas.microsoft.com/office/powerpoint/2010/main" val="34498595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a:latin typeface="VwtnnmPrkfthPwqklvUtopiaStd-Regular"/>
              </a:rPr>
              <a:t>If the exception was raised in a section of code that was not guarded by a </a:t>
            </a:r>
            <a:r>
              <a:rPr lang="en-US" sz="1800" b="0" i="0" u="none" strike="noStrike" baseline="0">
                <a:latin typeface="LlsynjKcpjfdFqktfyTheSansMonoConNormal"/>
              </a:rPr>
              <a:t>try </a:t>
            </a:r>
            <a:r>
              <a:rPr lang="en-US" sz="1800" b="0" i="0" u="none" strike="noStrike" baseline="0">
                <a:latin typeface="VwtnnmPrkfthPwqklvUtopiaStd-Regular"/>
              </a:rPr>
              <a:t>statement or if the </a:t>
            </a:r>
            <a:r>
              <a:rPr lang="en-US" sz="1800" b="0" i="0" u="none" strike="noStrike" baseline="0">
                <a:latin typeface="LlsynjKcpjfdFqktfyTheSansMonoConNormal"/>
              </a:rPr>
              <a:t>try </a:t>
            </a:r>
            <a:r>
              <a:rPr lang="en-US" sz="1800" b="0" i="0" u="none" strike="noStrike" baseline="0">
                <a:latin typeface="VwtnnmPrkfthPwqklvUtopiaStd-Regular"/>
              </a:rPr>
              <a:t>statement does not have a matching exception handler, the system will have to look further for a matching handler. </a:t>
            </a:r>
          </a:p>
          <a:p>
            <a:pPr algn="l"/>
            <a:r>
              <a:rPr lang="en-US" sz="1800" b="0" i="0" u="none" strike="noStrike" baseline="0">
                <a:latin typeface="VwtnnmPrkfthPwqklvUtopiaStd-Regular"/>
              </a:rPr>
              <a:t>It will do this by searching down the call stack, in sequence, to see whether there is an enclosing </a:t>
            </a:r>
            <a:r>
              <a:rPr lang="en-US" sz="1800" b="0" i="0" u="none" strike="noStrike" baseline="0">
                <a:latin typeface="LlsynjKcpjfdFqktfyTheSansMonoConNormal"/>
              </a:rPr>
              <a:t>try </a:t>
            </a:r>
            <a:r>
              <a:rPr lang="en-US" sz="1800" b="0" i="0" u="none" strike="noStrike" baseline="0">
                <a:latin typeface="VwtnnmPrkfthPwqklvUtopiaStd-Regular"/>
              </a:rPr>
              <a:t>block with a matching handler.</a:t>
            </a:r>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23</a:t>
            </a:fld>
            <a:endParaRPr lang="en-US"/>
          </a:p>
        </p:txBody>
      </p:sp>
    </p:spTree>
    <p:extLst>
      <p:ext uri="{BB962C8B-B14F-4D97-AF65-F5344CB8AC3E}">
        <p14:creationId xmlns:p14="http://schemas.microsoft.com/office/powerpoint/2010/main" val="3685175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ＭＳ Ｐゴシック"/>
                <a:cs typeface="Calibri"/>
              </a:rPr>
              <a:t>Explain when and why</a:t>
            </a:r>
            <a:endParaRPr lang="en-US">
              <a:cs typeface="Calibri"/>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a:pPr>
                <a:defRPr/>
              </a:pPr>
              <a:t>29</a:t>
            </a:fld>
            <a:endParaRPr lang="en-US"/>
          </a:p>
        </p:txBody>
      </p:sp>
    </p:spTree>
    <p:extLst>
      <p:ext uri="{BB962C8B-B14F-4D97-AF65-F5344CB8AC3E}">
        <p14:creationId xmlns:p14="http://schemas.microsoft.com/office/powerpoint/2010/main" val="6875005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a:latin typeface="VwtnnmPrkfthPwqklvUtopiaStd-Regular"/>
              </a:rPr>
              <a:t>The fourth form of </a:t>
            </a:r>
            <a:r>
              <a:rPr lang="en-US" sz="1800" b="0" i="0" u="none" strike="noStrike" baseline="0">
                <a:latin typeface="LlsynjKcpjfdFqktfyTheSansMonoConNormal"/>
              </a:rPr>
              <a:t>catch </a:t>
            </a:r>
            <a:r>
              <a:rPr lang="en-US" sz="1800" b="0" i="0" u="none" strike="noStrike" baseline="0">
                <a:latin typeface="VwtnnmPrkfthPwqklvUtopiaStd-Regular"/>
              </a:rPr>
              <a:t>clause was added in C# 6.0 and is like the third form in that an exception object is passed into the handler, but in this case only if the object matches a specific condition, called a </a:t>
            </a:r>
            <a:r>
              <a:rPr lang="en-US" sz="1800" b="0" i="1" u="none" strike="noStrike" baseline="0">
                <a:latin typeface="HkclfdTpdvwsTvqgvyUtopiaStd-Italic"/>
              </a:rPr>
              <a:t>filter</a:t>
            </a:r>
            <a:r>
              <a:rPr lang="en-US" sz="1800" b="0" i="0" u="none" strike="noStrike" baseline="0">
                <a:latin typeface="VwtnnmPrkfthPwqklvUtopiaStd-Regular"/>
              </a:rPr>
              <a:t>. </a:t>
            </a:r>
          </a:p>
          <a:p>
            <a:pPr algn="l"/>
            <a:r>
              <a:rPr lang="en-US" sz="1800" b="0" i="0" u="none" strike="noStrike" baseline="0">
                <a:latin typeface="VwtnnmPrkfthPwqklvUtopiaStd-Regular"/>
              </a:rPr>
              <a:t>So instead of a single handler that addresses all possible exceptions of a particular exception type, there can be more than one handler for an exception type. </a:t>
            </a:r>
          </a:p>
          <a:p>
            <a:pPr algn="l"/>
            <a:r>
              <a:rPr lang="en-US" sz="1800" b="0" i="0" u="none" strike="noStrike" baseline="0">
                <a:latin typeface="VwtnnmPrkfthPwqklvUtopiaStd-Regular"/>
              </a:rPr>
              <a:t>This allows you to write smaller, more focused exception handlers, without having numerous </a:t>
            </a:r>
            <a:r>
              <a:rPr lang="en-US" sz="1800" b="0" i="0" u="none" strike="noStrike" baseline="0">
                <a:latin typeface="LlsynjKcpjfdFqktfyTheSansMonoConNormal"/>
              </a:rPr>
              <a:t>if </a:t>
            </a:r>
            <a:r>
              <a:rPr lang="en-US" sz="1800" b="0" i="0" u="none" strike="noStrike" baseline="0">
                <a:latin typeface="VwtnnmPrkfthPwqklvUtopiaStd-Regular"/>
              </a:rPr>
              <a:t>statements inside a single handler.</a:t>
            </a:r>
          </a:p>
          <a:p>
            <a:pPr algn="l"/>
            <a:endParaRPr lang="en-US" sz="1800" b="0" i="0" u="none" strike="noStrike" baseline="0">
              <a:latin typeface="VwtnnmPrkfthPwqklvUtopiaStd-Regular"/>
            </a:endParaRPr>
          </a:p>
          <a:p>
            <a:pPr algn="l"/>
            <a:r>
              <a:rPr lang="en-US" sz="1800" b="0" i="0" u="none" strike="noStrike" baseline="0">
                <a:latin typeface="VwtnnmPrkfthPwqklvUtopiaStd-Regular"/>
              </a:rPr>
              <a:t>Important characteristics of the </a:t>
            </a:r>
            <a:r>
              <a:rPr lang="en-US" sz="1800" b="0" i="0" u="none" strike="noStrike" baseline="0">
                <a:latin typeface="LlsynjKcpjfdFqktfyTheSansMonoConNormal"/>
              </a:rPr>
              <a:t>when </a:t>
            </a:r>
            <a:r>
              <a:rPr lang="en-US" sz="1800" b="0" i="0" u="none" strike="noStrike" baseline="0">
                <a:latin typeface="VwtnnmPrkfthPwqklvUtopiaStd-Regular"/>
              </a:rPr>
              <a:t>clause of a filter are the following:</a:t>
            </a:r>
          </a:p>
          <a:p>
            <a:pPr algn="l"/>
            <a:r>
              <a:rPr lang="en-US" sz="1800" b="0" i="0" u="none" strike="noStrike" baseline="0">
                <a:latin typeface="JxfxpcSsqtwjNdvtwhSymbol"/>
              </a:rPr>
              <a:t>• </a:t>
            </a:r>
            <a:r>
              <a:rPr lang="en-US" sz="1800" b="0" i="0" u="none" strike="noStrike" baseline="0">
                <a:latin typeface="VwtnnmPrkfthPwqklvUtopiaStd-Regular"/>
              </a:rPr>
              <a:t>It must contain a predicate expression, which is an expression that returns a value of either true or false.</a:t>
            </a:r>
          </a:p>
          <a:p>
            <a:pPr algn="l"/>
            <a:r>
              <a:rPr lang="en-US" sz="1800" b="0" i="0" u="none" strike="noStrike" baseline="0">
                <a:latin typeface="JxfxpcSsqtwjNdvtwhSymbol"/>
              </a:rPr>
              <a:t>• </a:t>
            </a:r>
            <a:r>
              <a:rPr lang="en-US" sz="1800" b="0" i="0" u="none" strike="noStrike" baseline="0">
                <a:latin typeface="VwtnnmPrkfthPwqklvUtopiaStd-Regular"/>
              </a:rPr>
              <a:t>It shouldn’t use any long-running operations.</a:t>
            </a:r>
          </a:p>
          <a:p>
            <a:pPr algn="l"/>
            <a:r>
              <a:rPr lang="en-US" sz="1800" b="0" i="0" u="none" strike="noStrike" baseline="0">
                <a:latin typeface="JxfxpcSsqtwjNdvtwhSymbol"/>
              </a:rPr>
              <a:t>• </a:t>
            </a:r>
            <a:r>
              <a:rPr lang="en-US" sz="1800" b="0" i="0" u="none" strike="noStrike" baseline="0">
                <a:latin typeface="VwtnnmPrkfthPwqklvUtopiaStd-Regular"/>
              </a:rPr>
              <a:t>Any exception that occurs within the predicate expression is ignored. This makes it more difficult to debug your predicate expression, but it preserves the information needed to debug your original application error.</a:t>
            </a:r>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30</a:t>
            </a:fld>
            <a:endParaRPr lang="en-US"/>
          </a:p>
        </p:txBody>
      </p:sp>
    </p:spTree>
    <p:extLst>
      <p:ext uri="{BB962C8B-B14F-4D97-AF65-F5344CB8AC3E}">
        <p14:creationId xmlns:p14="http://schemas.microsoft.com/office/powerpoint/2010/main" val="40114575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9585" rtl="0" eaLnBrk="1" fontAlgn="base" latinLnBrk="0" hangingPunct="1">
              <a:lnSpc>
                <a:spcPct val="100000"/>
              </a:lnSpc>
              <a:spcBef>
                <a:spcPct val="30000"/>
              </a:spcBef>
              <a:spcAft>
                <a:spcPct val="0"/>
              </a:spcAft>
              <a:buClrTx/>
              <a:buSzTx/>
              <a:buFontTx/>
              <a:buNone/>
              <a:tabLst/>
              <a:defRPr/>
            </a:pPr>
            <a:r>
              <a:rPr lang="en-US" sz="1600" dirty="0"/>
              <a:t>The IMS Project Manager is a SimCorp extension for Visual Studio. It allows you to create a solution to work, to get the last code and to check in your code.</a:t>
            </a:r>
            <a:endParaRPr lang="da-DK" sz="1600" dirty="0"/>
          </a:p>
          <a:p>
            <a:endParaRPr lang="en-US" dirty="0"/>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7B4E6626-DD92-5440-975E-5D33BC737A1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247395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Titelslide">
    <p:spTree>
      <p:nvGrpSpPr>
        <p:cNvPr id="1" name=""/>
        <p:cNvGrpSpPr/>
        <p:nvPr/>
      </p:nvGrpSpPr>
      <p:grpSpPr>
        <a:xfrm>
          <a:off x="0" y="0"/>
          <a:ext cx="0" cy="0"/>
          <a:chOff x="0" y="0"/>
          <a:chExt cx="0" cy="0"/>
        </a:xfrm>
      </p:grpSpPr>
      <p:pic>
        <p:nvPicPr>
          <p:cNvPr id="2" name="Billede 1"/>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1606" y="0"/>
            <a:ext cx="12193605" cy="6858000"/>
          </a:xfrm>
          <a:prstGeom prst="rect">
            <a:avLst/>
          </a:prstGeom>
        </p:spPr>
      </p:pic>
      <p:sp>
        <p:nvSpPr>
          <p:cNvPr id="15" name="Rektangel 14"/>
          <p:cNvSpPr/>
          <p:nvPr userDrawn="1"/>
        </p:nvSpPr>
        <p:spPr>
          <a:xfrm>
            <a:off x="0" y="0"/>
            <a:ext cx="12192000" cy="4610100"/>
          </a:xfrm>
          <a:prstGeom prst="rect">
            <a:avLst/>
          </a:prstGeom>
          <a:gradFill flip="none" rotWithShape="1">
            <a:gsLst>
              <a:gs pos="8000">
                <a:srgbClr val="010B19">
                  <a:alpha val="80000"/>
                </a:srgbClr>
              </a:gs>
              <a:gs pos="47000">
                <a:srgbClr val="5D757F">
                  <a:alpha val="40000"/>
                </a:srgbClr>
              </a:gs>
              <a:gs pos="73000">
                <a:srgbClr val="A5C8CF">
                  <a:alpha val="0"/>
                </a:srgb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4" name="Pladsholder til dato 3"/>
          <p:cNvSpPr>
            <a:spLocks noGrp="1"/>
          </p:cNvSpPr>
          <p:nvPr>
            <p:ph type="dt" sz="half" idx="10"/>
          </p:nvPr>
        </p:nvSpPr>
        <p:spPr>
          <a:xfrm>
            <a:off x="666750" y="6354361"/>
            <a:ext cx="2590801" cy="364067"/>
          </a:xfrm>
          <a:prstGeom prst="rect">
            <a:avLst/>
          </a:prstGeom>
        </p:spPr>
        <p:txBody>
          <a:bodyPr lIns="0" tIns="0" rIns="0" bIns="0" anchor="ctr" anchorCtr="0"/>
          <a:lstStyle>
            <a:lvl1pPr algn="l">
              <a:defRPr lang="da-DK" sz="1067" b="1" kern="1200" dirty="0">
                <a:solidFill>
                  <a:schemeClr val="bg1"/>
                </a:solidFill>
                <a:latin typeface="+mj-lt"/>
                <a:ea typeface="ＭＳ Ｐゴシック" charset="0"/>
                <a:cs typeface="ＭＳ Ｐゴシック" charset="0"/>
              </a:defRPr>
            </a:lvl1pPr>
          </a:lstStyle>
          <a:p>
            <a:endParaRPr lang="da-DK"/>
          </a:p>
        </p:txBody>
      </p:sp>
      <p:sp>
        <p:nvSpPr>
          <p:cNvPr id="6" name="Pladsholder til tekst 5"/>
          <p:cNvSpPr>
            <a:spLocks noGrp="1"/>
          </p:cNvSpPr>
          <p:nvPr>
            <p:ph type="body" sz="quarter" idx="14" hasCustomPrompt="1"/>
          </p:nvPr>
        </p:nvSpPr>
        <p:spPr>
          <a:xfrm>
            <a:off x="650889" y="947355"/>
            <a:ext cx="10860646" cy="1254669"/>
          </a:xfrm>
        </p:spPr>
        <p:txBody>
          <a:bodyPr anchor="b"/>
          <a:lstStyle>
            <a:lvl1pPr marL="0" indent="0">
              <a:lnSpc>
                <a:spcPts val="4800"/>
              </a:lnSpc>
              <a:spcAft>
                <a:spcPts val="0"/>
              </a:spcAft>
              <a:buNone/>
              <a:defRPr sz="4800" cap="all" baseline="0">
                <a:solidFill>
                  <a:schemeClr val="bg1"/>
                </a:solidFill>
              </a:defRPr>
            </a:lvl1pPr>
          </a:lstStyle>
          <a:p>
            <a:pPr lvl="0"/>
            <a:r>
              <a:rPr lang="en-US"/>
              <a:t>Insert</a:t>
            </a:r>
            <a:br>
              <a:rPr lang="en-US"/>
            </a:br>
            <a:r>
              <a:rPr lang="en-US"/>
              <a:t>Header</a:t>
            </a:r>
          </a:p>
        </p:txBody>
      </p:sp>
      <p:grpSp>
        <p:nvGrpSpPr>
          <p:cNvPr id="5" name="Gruppe 4"/>
          <p:cNvGrpSpPr/>
          <p:nvPr userDrawn="1"/>
        </p:nvGrpSpPr>
        <p:grpSpPr>
          <a:xfrm>
            <a:off x="8683837" y="5431288"/>
            <a:ext cx="3508163" cy="1426712"/>
            <a:chOff x="8683837" y="5431288"/>
            <a:chExt cx="3508163" cy="1426712"/>
          </a:xfrm>
        </p:grpSpPr>
        <p:sp>
          <p:nvSpPr>
            <p:cNvPr id="23" name="Freeform 6"/>
            <p:cNvSpPr>
              <a:spLocks/>
            </p:cNvSpPr>
            <p:nvPr userDrawn="1"/>
          </p:nvSpPr>
          <p:spPr bwMode="auto">
            <a:xfrm>
              <a:off x="8683837" y="5431288"/>
              <a:ext cx="3508163" cy="1426712"/>
            </a:xfrm>
            <a:custGeom>
              <a:avLst/>
              <a:gdLst>
                <a:gd name="T0" fmla="*/ 0 w 1945"/>
                <a:gd name="T1" fmla="*/ 791 h 791"/>
                <a:gd name="T2" fmla="*/ 1945 w 1945"/>
                <a:gd name="T3" fmla="*/ 791 h 791"/>
                <a:gd name="T4" fmla="*/ 1945 w 1945"/>
                <a:gd name="T5" fmla="*/ 332 h 791"/>
                <a:gd name="T6" fmla="*/ 1370 w 1945"/>
                <a:gd name="T7" fmla="*/ 0 h 791"/>
                <a:gd name="T8" fmla="*/ 0 w 1945"/>
                <a:gd name="T9" fmla="*/ 791 h 791"/>
              </a:gdLst>
              <a:ahLst/>
              <a:cxnLst>
                <a:cxn ang="0">
                  <a:pos x="T0" y="T1"/>
                </a:cxn>
                <a:cxn ang="0">
                  <a:pos x="T2" y="T3"/>
                </a:cxn>
                <a:cxn ang="0">
                  <a:pos x="T4" y="T5"/>
                </a:cxn>
                <a:cxn ang="0">
                  <a:pos x="T6" y="T7"/>
                </a:cxn>
                <a:cxn ang="0">
                  <a:pos x="T8" y="T9"/>
                </a:cxn>
              </a:cxnLst>
              <a:rect l="0" t="0" r="r" b="b"/>
              <a:pathLst>
                <a:path w="1945" h="791">
                  <a:moveTo>
                    <a:pt x="0" y="791"/>
                  </a:moveTo>
                  <a:lnTo>
                    <a:pt x="1945" y="791"/>
                  </a:lnTo>
                  <a:lnTo>
                    <a:pt x="1945" y="332"/>
                  </a:lnTo>
                  <a:lnTo>
                    <a:pt x="1370" y="0"/>
                  </a:lnTo>
                  <a:lnTo>
                    <a:pt x="0" y="79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7"/>
            <p:cNvSpPr>
              <a:spLocks noEditPoints="1"/>
            </p:cNvSpPr>
            <p:nvPr userDrawn="1"/>
          </p:nvSpPr>
          <p:spPr bwMode="auto">
            <a:xfrm>
              <a:off x="10368784" y="638785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p:cNvSpPr>
              <a:spLocks noEditPoints="1"/>
            </p:cNvSpPr>
            <p:nvPr userDrawn="1"/>
          </p:nvSpPr>
          <p:spPr bwMode="auto">
            <a:xfrm>
              <a:off x="10142048" y="646948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40599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8423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3864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1" name="Pladsholder til tekst 10"/>
          <p:cNvSpPr>
            <a:spLocks noGrp="1"/>
          </p:cNvSpPr>
          <p:nvPr>
            <p:ph type="body" sz="quarter" idx="15" hasCustomPrompt="1"/>
          </p:nvPr>
        </p:nvSpPr>
        <p:spPr>
          <a:xfrm>
            <a:off x="659073" y="2156701"/>
            <a:ext cx="10861415" cy="253022"/>
          </a:xfrm>
        </p:spPr>
        <p:txBody>
          <a:bodyPr/>
          <a:lstStyle>
            <a:lvl1pPr>
              <a:buNone/>
              <a:defRPr lang="en-US" sz="2100" b="0" kern="1200" cap="all" spc="107" baseline="0" dirty="0">
                <a:solidFill>
                  <a:schemeClr val="bg1"/>
                </a:solidFill>
                <a:latin typeface="Arial"/>
                <a:ea typeface="Calibri" panose="020F0502020204030204" pitchFamily="34" charset="0"/>
                <a:cs typeface="Arial"/>
              </a:defRPr>
            </a:lvl1pPr>
          </a:lstStyle>
          <a:p>
            <a:pPr lvl="0"/>
            <a:r>
              <a:rPr lang="da-DK"/>
              <a:t>subheader</a:t>
            </a:r>
            <a:endParaRPr lang="en-US"/>
          </a:p>
        </p:txBody>
      </p:sp>
      <p:sp>
        <p:nvSpPr>
          <p:cNvPr id="10" name="Pladsholder til tekst 9"/>
          <p:cNvSpPr>
            <a:spLocks noGrp="1"/>
          </p:cNvSpPr>
          <p:nvPr>
            <p:ph type="body" sz="quarter" idx="16" hasCustomPrompt="1"/>
          </p:nvPr>
        </p:nvSpPr>
        <p:spPr>
          <a:xfrm>
            <a:off x="671513" y="2413000"/>
            <a:ext cx="4422775" cy="660504"/>
          </a:xfrm>
          <a:noFill/>
          <a:ln>
            <a:noFill/>
          </a:ln>
        </p:spPr>
        <p:txBody>
          <a:bodyPr anchor="b"/>
          <a:lstStyle>
            <a:lvl1pPr marL="0" indent="0">
              <a:buNone/>
              <a:defRPr lang="da-DK" sz="1400" b="0" kern="1200" cap="all" baseline="0" dirty="0" smtClean="0">
                <a:solidFill>
                  <a:schemeClr val="accent2"/>
                </a:solidFill>
                <a:latin typeface="+mn-lt"/>
                <a:ea typeface="ＭＳ Ｐゴシック" charset="0"/>
                <a:cs typeface="ＭＳ Ｐゴシック"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err="1"/>
              <a:t>Name</a:t>
            </a:r>
            <a:r>
              <a:rPr lang="da-DK"/>
              <a:t>, </a:t>
            </a:r>
            <a:r>
              <a:rPr lang="da-DK" err="1"/>
              <a:t>TiTLE</a:t>
            </a:r>
            <a:r>
              <a:rPr lang="da-DK"/>
              <a:t>, SIMCORP</a:t>
            </a:r>
          </a:p>
        </p:txBody>
      </p:sp>
      <p:sp>
        <p:nvSpPr>
          <p:cNvPr id="13" name="Pladsholder til tekst 12"/>
          <p:cNvSpPr>
            <a:spLocks noGrp="1"/>
          </p:cNvSpPr>
          <p:nvPr>
            <p:ph type="body" sz="quarter" idx="17" hasCustomPrompt="1"/>
          </p:nvPr>
        </p:nvSpPr>
        <p:spPr>
          <a:xfrm>
            <a:off x="671513" y="3156860"/>
            <a:ext cx="4422775" cy="215444"/>
          </a:xfrm>
        </p:spPr>
        <p:txBody>
          <a:bodyPr>
            <a:noAutofit/>
          </a:bodyPr>
          <a:lstStyle>
            <a:lvl1pPr marL="0" indent="0">
              <a:buNone/>
              <a:defRPr lang="da-DK" sz="1400" b="0" kern="1200" cap="all" baseline="0" dirty="0" smtClean="0">
                <a:solidFill>
                  <a:schemeClr val="bg1"/>
                </a:solidFill>
                <a:latin typeface="+mn-lt"/>
                <a:ea typeface="ＭＳ Ｐゴシック" charset="0"/>
                <a:cs typeface="ＭＳ Ｐゴシック" charset="0"/>
              </a:defRPr>
            </a:lvl1pPr>
          </a:lstStyle>
          <a:p>
            <a:pPr lvl="0"/>
            <a:r>
              <a:rPr lang="da-DK" err="1"/>
              <a:t>Additional</a:t>
            </a:r>
            <a:r>
              <a:rPr lang="da-DK"/>
              <a:t> info</a:t>
            </a:r>
          </a:p>
        </p:txBody>
      </p: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er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sp>
        <p:nvSpPr>
          <p:cNvPr id="2" name="Titel 1"/>
          <p:cNvSpPr>
            <a:spLocks noGrp="1"/>
          </p:cNvSpPr>
          <p:nvPr>
            <p:ph type="title" hasCustomPrompt="1"/>
          </p:nvPr>
        </p:nvSpPr>
        <p:spPr/>
        <p:txBody>
          <a:bodyPr/>
          <a:lstStyle>
            <a:lvl1pPr>
              <a:defRPr/>
            </a:lvl1pPr>
          </a:lstStyle>
          <a:p>
            <a:r>
              <a:rPr lang="da-DK"/>
              <a:t>AGENDA</a:t>
            </a:r>
          </a:p>
        </p:txBody>
      </p:sp>
      <p:sp>
        <p:nvSpPr>
          <p:cNvPr id="4" name="Pladsholder til slidenummer 3"/>
          <p:cNvSpPr>
            <a:spLocks noGrp="1"/>
          </p:cNvSpPr>
          <p:nvPr>
            <p:ph type="sldNum" sz="quarter" idx="11"/>
          </p:nvPr>
        </p:nvSpPr>
        <p:spPr/>
        <p:txBody>
          <a:bodyPr/>
          <a:lstStyle>
            <a:lvl1pPr>
              <a:defRPr lang="da-DK" sz="1000" kern="1200" smtClean="0">
                <a:solidFill>
                  <a:schemeClr val="accent6"/>
                </a:solidFill>
                <a:latin typeface="+mj-lt"/>
                <a:ea typeface="ＭＳ Ｐゴシック" charset="0"/>
                <a:cs typeface="ＭＳ Ｐゴシック" charset="0"/>
              </a:defRPr>
            </a:lvl1pPr>
          </a:lstStyle>
          <a:p>
            <a:fld id="{E16BA917-7F09-4B8D-AF07-F52890C14046}" type="slidenum">
              <a:rPr lang="en-US" smtClean="0"/>
              <a:pPr/>
              <a:t>‹#›</a:t>
            </a:fld>
            <a:endParaRPr lang="en-US"/>
          </a:p>
        </p:txBody>
      </p:sp>
      <p:sp>
        <p:nvSpPr>
          <p:cNvPr id="13" name="Pladsholder til tekst 12"/>
          <p:cNvSpPr>
            <a:spLocks noGrp="1"/>
          </p:cNvSpPr>
          <p:nvPr>
            <p:ph type="body" sz="quarter" idx="14" hasCustomPrompt="1"/>
          </p:nvPr>
        </p:nvSpPr>
        <p:spPr>
          <a:xfrm>
            <a:off x="670985" y="1620839"/>
            <a:ext cx="10850033" cy="4566180"/>
          </a:xfrm>
        </p:spPr>
        <p:txBody>
          <a:bodyPr/>
          <a:lstStyle>
            <a:lvl5pPr>
              <a:defRPr>
                <a:solidFill>
                  <a:schemeClr val="accent2"/>
                </a:solidFill>
              </a:defRPr>
            </a:lvl5p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1"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grpSp>
        <p:nvGrpSpPr>
          <p:cNvPr id="23" name="Gruppe 22"/>
          <p:cNvGrpSpPr>
            <a:grpSpLocks noChangeAspect="1"/>
          </p:cNvGrpSpPr>
          <p:nvPr userDrawn="1"/>
        </p:nvGrpSpPr>
        <p:grpSpPr>
          <a:xfrm>
            <a:off x="10343104" y="6422579"/>
            <a:ext cx="1176854" cy="202504"/>
            <a:chOff x="10056795" y="6368350"/>
            <a:chExt cx="1454739" cy="250316"/>
          </a:xfrm>
          <a:solidFill>
            <a:schemeClr val="tx1"/>
          </a:solidFill>
        </p:grpSpPr>
        <p:sp>
          <p:nvSpPr>
            <p:cNvPr id="24"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5"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8"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3" name="Tekstfelt 2"/>
          <p:cNvSpPr txBox="1"/>
          <p:nvPr userDrawn="1"/>
        </p:nvSpPr>
        <p:spPr>
          <a:xfrm>
            <a:off x="2868460" y="-638827"/>
            <a:ext cx="1615858" cy="638827"/>
          </a:xfrm>
          <a:prstGeom prst="rect">
            <a:avLst/>
          </a:prstGeom>
          <a:noFill/>
        </p:spPr>
        <p:txBody>
          <a:bodyPr wrap="square" lIns="0" tIns="0" rIns="0" bIns="0" rtlCol="0">
            <a:noAutofit/>
          </a:bodyPr>
          <a:lstStyle/>
          <a:p>
            <a:endParaRPr lang="da-DK"/>
          </a:p>
        </p:txBody>
      </p:sp>
      <p:sp>
        <p:nvSpPr>
          <p:cNvPr id="10" name="Titel 9"/>
          <p:cNvSpPr>
            <a:spLocks noGrp="1"/>
          </p:cNvSpPr>
          <p:nvPr>
            <p:ph type="title" hasCustomPrompt="1"/>
          </p:nvPr>
        </p:nvSpPr>
        <p:spPr/>
        <p:txBody>
          <a:bodyPr/>
          <a:lstStyle/>
          <a:p>
            <a:r>
              <a:rPr lang="en-US"/>
              <a:t>Enter slide header</a:t>
            </a:r>
            <a:endParaRPr lang="da-DK"/>
          </a:p>
        </p:txBody>
      </p:sp>
      <p:sp>
        <p:nvSpPr>
          <p:cNvPr id="12" name="Pladsholder til indhold 11"/>
          <p:cNvSpPr>
            <a:spLocks noGrp="1"/>
          </p:cNvSpPr>
          <p:nvPr>
            <p:ph sz="quarter" idx="19" hasCustomPrompt="1"/>
          </p:nvPr>
        </p:nvSpPr>
        <p:spPr>
          <a:xfrm>
            <a:off x="672001" y="1620838"/>
            <a:ext cx="10856912" cy="4568825"/>
          </a:xfrm>
        </p:spPr>
        <p:txBody>
          <a:bodyPr/>
          <a:lstStyle>
            <a:lvl4pPr>
              <a:spcBef>
                <a:spcPts val="0"/>
              </a:spcBef>
              <a:defRPr/>
            </a:lvl4p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2" name="Rectangle 1"/>
          <p:cNvSpPr/>
          <p:nvPr userDrawn="1"/>
        </p:nvSpPr>
        <p:spPr>
          <a:xfrm>
            <a:off x="12573000" y="-9525"/>
            <a:ext cx="1339850" cy="6867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5" name="Pladsholder til indhold 4"/>
          <p:cNvSpPr>
            <a:spLocks noGrp="1"/>
          </p:cNvSpPr>
          <p:nvPr>
            <p:ph sz="quarter" idx="18" hasCustomPrompt="1"/>
          </p:nvPr>
        </p:nvSpPr>
        <p:spPr>
          <a:xfrm>
            <a:off x="671513" y="1620838"/>
            <a:ext cx="534035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0" name="Pladsholder til indhold 4"/>
          <p:cNvSpPr>
            <a:spLocks noGrp="1"/>
          </p:cNvSpPr>
          <p:nvPr>
            <p:ph sz="quarter" idx="19" hasCustomPrompt="1"/>
          </p:nvPr>
        </p:nvSpPr>
        <p:spPr>
          <a:xfrm>
            <a:off x="6178550" y="1620838"/>
            <a:ext cx="534035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5" name="Pladsholder til indhold 4"/>
          <p:cNvSpPr>
            <a:spLocks noGrp="1"/>
          </p:cNvSpPr>
          <p:nvPr>
            <p:ph sz="quarter" idx="18" hasCustomPrompt="1"/>
          </p:nvPr>
        </p:nvSpPr>
        <p:spPr>
          <a:xfrm>
            <a:off x="671513"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1" name="Pladsholder til indhold 4"/>
          <p:cNvSpPr>
            <a:spLocks noGrp="1"/>
          </p:cNvSpPr>
          <p:nvPr>
            <p:ph sz="quarter" idx="19" hasCustomPrompt="1"/>
          </p:nvPr>
        </p:nvSpPr>
        <p:spPr>
          <a:xfrm>
            <a:off x="4343400"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2" name="Pladsholder til indhold 4"/>
          <p:cNvSpPr>
            <a:spLocks noGrp="1"/>
          </p:cNvSpPr>
          <p:nvPr>
            <p:ph sz="quarter" idx="20" hasCustomPrompt="1"/>
          </p:nvPr>
        </p:nvSpPr>
        <p:spPr>
          <a:xfrm>
            <a:off x="8013700"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reaker slide - light gray">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rgbClr val="263542"/>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p>
            <a:fld id="{E16BA917-7F09-4B8D-AF07-F52890C14046}" type="slidenum">
              <a:rPr lang="da-DK" smtClean="0"/>
              <a:pPr/>
              <a:t>‹#›</a:t>
            </a:fld>
            <a:endParaRPr lang="da-DK"/>
          </a:p>
        </p:txBody>
      </p:sp>
      <p:grpSp>
        <p:nvGrpSpPr>
          <p:cNvPr id="18" name="Gruppe 17"/>
          <p:cNvGrpSpPr>
            <a:grpSpLocks noChangeAspect="1"/>
          </p:cNvGrpSpPr>
          <p:nvPr userDrawn="1"/>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7_Breaker slide - light gray">
    <p:bg>
      <p:bgPr>
        <a:solidFill>
          <a:schemeClr val="tx2"/>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241396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8_Breaker slide - light gray">
    <p:bg>
      <p:bgPr>
        <a:solidFill>
          <a:schemeClr val="accent1"/>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094781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9_Breaker slide - light gray">
    <p:bg>
      <p:bgPr>
        <a:solidFill>
          <a:schemeClr val="accent2"/>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912341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10_Breaker slide - light gray">
    <p:bg>
      <p:bgPr>
        <a:solidFill>
          <a:schemeClr val="accent3"/>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77287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1_Breaker slide - light gray">
    <p:bg>
      <p:bgPr>
        <a:solidFill>
          <a:schemeClr val="accent4"/>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787729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2_Breaker slide - light gray">
    <p:bg>
      <p:bgPr>
        <a:solidFill>
          <a:schemeClr val="accent5"/>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94027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2_Title and Content">
    <p:bg>
      <p:bgPr>
        <a:solidFill>
          <a:schemeClr val="tx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47" name="Group 46">
            <a:extLst>
              <a:ext uri="{FF2B5EF4-FFF2-40B4-BE49-F238E27FC236}">
                <a16:creationId xmlns:a16="http://schemas.microsoft.com/office/drawing/2014/main" id="{DA75BCBD-7D17-4BD2-AEA8-D97FB017E08D}"/>
              </a:ext>
            </a:extLst>
          </p:cNvPr>
          <p:cNvGrpSpPr/>
          <p:nvPr userDrawn="1"/>
        </p:nvGrpSpPr>
        <p:grpSpPr>
          <a:xfrm>
            <a:off x="-9183" y="3278"/>
            <a:ext cx="12192001" cy="6864350"/>
            <a:chOff x="0" y="-6350"/>
            <a:chExt cx="12192001" cy="6864350"/>
          </a:xfrm>
        </p:grpSpPr>
        <p:sp>
          <p:nvSpPr>
            <p:cNvPr id="48" name="Freeform 5">
              <a:extLst>
                <a:ext uri="{FF2B5EF4-FFF2-40B4-BE49-F238E27FC236}">
                  <a16:creationId xmlns:a16="http://schemas.microsoft.com/office/drawing/2014/main" id="{3D627E1E-B34A-492B-80ED-77128B92E5C3}"/>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7">
              <a:extLst>
                <a:ext uri="{FF2B5EF4-FFF2-40B4-BE49-F238E27FC236}">
                  <a16:creationId xmlns:a16="http://schemas.microsoft.com/office/drawing/2014/main" id="{5D562DC0-9BDC-48EB-BF8E-826C5C0602EB}"/>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9">
              <a:extLst>
                <a:ext uri="{FF2B5EF4-FFF2-40B4-BE49-F238E27FC236}">
                  <a16:creationId xmlns:a16="http://schemas.microsoft.com/office/drawing/2014/main" id="{A71844E5-536F-41F8-9C28-C501A7E4E7D4}"/>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11">
              <a:extLst>
                <a:ext uri="{FF2B5EF4-FFF2-40B4-BE49-F238E27FC236}">
                  <a16:creationId xmlns:a16="http://schemas.microsoft.com/office/drawing/2014/main" id="{06E6719F-F62C-4A6B-926F-BDCDCD58016B}"/>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19">
              <a:extLst>
                <a:ext uri="{FF2B5EF4-FFF2-40B4-BE49-F238E27FC236}">
                  <a16:creationId xmlns:a16="http://schemas.microsoft.com/office/drawing/2014/main" id="{84C281A5-4D91-447A-A2DB-DF7D0496D558}"/>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20">
              <a:extLst>
                <a:ext uri="{FF2B5EF4-FFF2-40B4-BE49-F238E27FC236}">
                  <a16:creationId xmlns:a16="http://schemas.microsoft.com/office/drawing/2014/main" id="{7EF50F1D-D87F-438D-AF95-12F71A08A164}"/>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 name="Text Placeholder 2">
            <a:extLst>
              <a:ext uri="{FF2B5EF4-FFF2-40B4-BE49-F238E27FC236}">
                <a16:creationId xmlns:a16="http://schemas.microsoft.com/office/drawing/2014/main" id="{952BB072-6F3C-43AC-9D3D-F256F475E371}"/>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10121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3_Title and Content">
    <p:bg>
      <p:bgPr>
        <a:solidFill>
          <a:schemeClr val="accent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6F025B07-7F8A-4F4F-9593-F6E248332637}"/>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5730782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4_Title and Content">
    <p:bg>
      <p:bgPr>
        <a:solidFill>
          <a:schemeClr val="accent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0FB763B2-CF4C-4EC9-B293-FAB74D4B560A}"/>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7286996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5_Title and Content">
    <p:bg>
      <p:bgPr>
        <a:solidFill>
          <a:schemeClr val="accent4"/>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CF44D5B9-8877-4CF2-B90C-0149177CE5B3}"/>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3291661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6_Title and Content">
    <p:bg>
      <p:bgPr>
        <a:solidFill>
          <a:schemeClr val="accent5"/>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AF8B5868-72A8-4A02-828A-4D136D616179}"/>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239463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7_Title and Content">
    <p:bg>
      <p:bgPr>
        <a:solidFill>
          <a:schemeClr val="accent3"/>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21978FD8-90AC-46C7-B29C-560EA24F1F83}"/>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40849659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pic>
        <p:nvPicPr>
          <p:cNvPr id="6" name="Billed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pic>
        <p:nvPicPr>
          <p:cNvPr id="4" name="Picture 3" descr="SimCorp logo_rentegnet_.eps"/>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3625214" y="2977346"/>
            <a:ext cx="4945927" cy="855057"/>
          </a:xfrm>
          <a:prstGeom prst="rect">
            <a:avLst/>
          </a:prstGeom>
        </p:spPr>
      </p:pic>
      <p:sp>
        <p:nvSpPr>
          <p:cNvPr id="5" name="Text Placeholder 2">
            <a:extLst>
              <a:ext uri="{FF2B5EF4-FFF2-40B4-BE49-F238E27FC236}">
                <a16:creationId xmlns:a16="http://schemas.microsoft.com/office/drawing/2014/main" id="{1997C1C8-2DB9-4256-8136-6A4E413E57BA}"/>
              </a:ext>
            </a:extLst>
          </p:cNvPr>
          <p:cNvSpPr txBox="1">
            <a:spLocks/>
          </p:cNvSpPr>
          <p:nvPr userDrawn="1"/>
        </p:nvSpPr>
        <p:spPr>
          <a:xfrm>
            <a:off x="97971" y="5894809"/>
            <a:ext cx="11952515" cy="864000"/>
          </a:xfrm>
          <a:prstGeom prst="rect">
            <a:avLst/>
          </a:prstGeom>
        </p:spPr>
        <p:txBody>
          <a:bodyPr numCol="1"/>
          <a:lstStyle>
            <a:lvl1pPr marL="0" indent="0" algn="l" defTabSz="609585" rtl="0" eaLnBrk="1" fontAlgn="base" hangingPunct="1">
              <a:lnSpc>
                <a:spcPct val="100000"/>
              </a:lnSpc>
              <a:spcBef>
                <a:spcPts val="0"/>
              </a:spcBef>
              <a:spcAft>
                <a:spcPts val="300"/>
              </a:spcAft>
              <a:buClr>
                <a:srgbClr val="00DEE6"/>
              </a:buClr>
              <a:buSzPct val="100000"/>
              <a:buFontTx/>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180975" indent="-180975" algn="l" defTabSz="609585" rtl="0" eaLnBrk="1" fontAlgn="base" hangingPunct="1">
              <a:lnSpc>
                <a:spcPct val="100000"/>
              </a:lnSpc>
              <a:spcBef>
                <a:spcPts val="300"/>
              </a:spcBef>
              <a:spcAft>
                <a:spcPts val="300"/>
              </a:spcAft>
              <a:buClr>
                <a:srgbClr val="15AAA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15AAA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15AAA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15AAA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da-DK" sz="800" b="1" dirty="0">
                <a:solidFill>
                  <a:schemeClr val="accent6">
                    <a:lumMod val="75000"/>
                  </a:schemeClr>
                </a:solidFill>
                <a:latin typeface="+mn-lt"/>
              </a:rPr>
              <a:t>LEGAL NOTICE</a:t>
            </a:r>
          </a:p>
          <a:p>
            <a:r>
              <a:rPr lang="da-DK" sz="800" dirty="0">
                <a:solidFill>
                  <a:schemeClr val="accent6">
                    <a:lumMod val="75000"/>
                  </a:schemeClr>
                </a:solidFill>
                <a:latin typeface="+mn-lt"/>
              </a:rPr>
              <a:t>The contents of this publication are for general information and illustrative purposes only and are used at the reader’s own risk. SimCorp uses all reasonable endeavors to ensure the accuracy of the information. However, SimCorp does not guarantee or warrant the accuracy, completeness, factual correctness, or reliability of any information in this publication and does not accept liability for errors, omissions, inaccuracies, or typographical errors. The views and opinions expressed in this publication are not necessarily those of SimCorp. © 2020 SimCorp A/S. All rights reserved. Without limiting rights under copyright, no part of this document may be reproduced, stored in, or introduced into a retrieval system, or transmitted in any form, by any means (electronic, mechanical, photocopying, recording, or otherwise), or for any purpose without the express written permission of SimCorp A/S. SimCorp, the SimCorp logo, SimCorp</a:t>
            </a:r>
            <a:r>
              <a:rPr lang="da-DK" sz="800" baseline="30000" dirty="0">
                <a:solidFill>
                  <a:schemeClr val="accent6">
                    <a:lumMod val="75000"/>
                  </a:schemeClr>
                </a:solidFill>
                <a:latin typeface="+mn-lt"/>
              </a:rPr>
              <a:t> ®, </a:t>
            </a:r>
            <a:r>
              <a:rPr lang="da-DK" sz="800" dirty="0">
                <a:solidFill>
                  <a:schemeClr val="accent6">
                    <a:lumMod val="75000"/>
                  </a:schemeClr>
                </a:solidFill>
                <a:latin typeface="+mn-lt"/>
              </a:rPr>
              <a:t>and SimCorp Services are either registered trademarks or trademarks of SimCorp A/S in Denmark and/or other countries. Refer to www.simcorp.com/trademarks for a full list of SimCorp A/S trademarks. Other trademarks referred to in this document are the property of their respective owners.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Pladsholder til titel 3"/>
          <p:cNvSpPr>
            <a:spLocks noGrp="1"/>
          </p:cNvSpPr>
          <p:nvPr>
            <p:ph type="title"/>
          </p:nvPr>
        </p:nvSpPr>
        <p:spPr>
          <a:xfrm>
            <a:off x="649139" y="5393"/>
            <a:ext cx="10878759" cy="1052738"/>
          </a:xfrm>
          <a:prstGeom prst="rect">
            <a:avLst/>
          </a:prstGeom>
        </p:spPr>
        <p:txBody>
          <a:bodyPr vert="horz" wrap="square" lIns="0" tIns="0" rIns="0" bIns="0" rtlCol="0" anchor="b">
            <a:normAutofit/>
          </a:bodyPr>
          <a:lstStyle/>
          <a:p>
            <a:r>
              <a:rPr lang="en-US"/>
              <a:t>Enter slide header</a:t>
            </a:r>
          </a:p>
        </p:txBody>
      </p:sp>
      <p:sp>
        <p:nvSpPr>
          <p:cNvPr id="7" name="Pladsholder til slidenummer 6"/>
          <p:cNvSpPr>
            <a:spLocks noGrp="1"/>
          </p:cNvSpPr>
          <p:nvPr>
            <p:ph type="sldNum" sz="quarter" idx="4"/>
          </p:nvPr>
        </p:nvSpPr>
        <p:spPr>
          <a:xfrm>
            <a:off x="672001" y="6356378"/>
            <a:ext cx="679721" cy="366183"/>
          </a:xfrm>
          <a:prstGeom prst="rect">
            <a:avLst/>
          </a:prstGeom>
        </p:spPr>
        <p:txBody>
          <a:bodyPr vert="horz" lIns="0" tIns="0" rIns="0" bIns="0" rtlCol="0" anchor="ctr"/>
          <a:lstStyle>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accent6"/>
                </a:solidFill>
                <a:latin typeface="+mj-lt"/>
                <a:ea typeface="ＭＳ Ｐゴシック" charset="0"/>
                <a:cs typeface="ＭＳ Ｐゴシック" charset="0"/>
              </a:defRPr>
            </a:lvl1pPr>
          </a:lstStyle>
          <a:p>
            <a:pPr>
              <a:defRPr/>
            </a:pPr>
            <a:fld id="{E16BA917-7F09-4B8D-AF07-F52890C14046}" type="slidenum">
              <a:rPr lang="en-US" smtClean="0"/>
              <a:pPr>
                <a:defRPr/>
              </a:pPr>
              <a:t>‹#›</a:t>
            </a:fld>
            <a:endParaRPr lang="en-US"/>
          </a:p>
        </p:txBody>
      </p:sp>
      <p:sp>
        <p:nvSpPr>
          <p:cNvPr id="23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
        <p:nvSpPr>
          <p:cNvPr id="2" name="Pladsholder til tekst 1"/>
          <p:cNvSpPr>
            <a:spLocks noGrp="1"/>
          </p:cNvSpPr>
          <p:nvPr>
            <p:ph type="body" idx="1"/>
          </p:nvPr>
        </p:nvSpPr>
        <p:spPr>
          <a:xfrm>
            <a:off x="672003" y="1623484"/>
            <a:ext cx="10848486" cy="4565691"/>
          </a:xfrm>
          <a:prstGeom prst="rect">
            <a:avLst/>
          </a:prstGeom>
        </p:spPr>
        <p:txBody>
          <a:bodyPr vert="horz" lIns="0" tIns="0" rIns="0" bIns="0" rtlCol="0">
            <a:noAutofit/>
          </a:bodyPr>
          <a:lstStyle/>
          <a:p>
            <a:pPr lvl="0"/>
            <a:r>
              <a:rPr lang="en-US"/>
              <a:t>Level 1 bullet</a:t>
            </a:r>
          </a:p>
          <a:p>
            <a:pPr lvl="1"/>
            <a:r>
              <a:rPr lang="en-US"/>
              <a:t>Level 2 bullet</a:t>
            </a:r>
          </a:p>
          <a:p>
            <a:pPr lvl="2"/>
            <a:r>
              <a:rPr lang="en-US"/>
              <a:t>Level 3 bullet</a:t>
            </a:r>
          </a:p>
          <a:p>
            <a:pPr lvl="3"/>
            <a:r>
              <a:rPr lang="en-US"/>
              <a:t>Level 4 bullet</a:t>
            </a:r>
          </a:p>
          <a:p>
            <a:pPr lvl="4"/>
            <a:r>
              <a:rPr lang="en-US"/>
              <a:t>Note</a:t>
            </a:r>
          </a:p>
        </p:txBody>
      </p:sp>
      <p:sp>
        <p:nvSpPr>
          <p:cNvPr id="28" name="Rektangel 27"/>
          <p:cNvSpPr/>
          <p:nvPr userDrawn="1"/>
        </p:nvSpPr>
        <p:spPr>
          <a:xfrm rot="5400000">
            <a:off x="-154907" y="2259607"/>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ktangel 28"/>
          <p:cNvSpPr/>
          <p:nvPr userDrawn="1"/>
        </p:nvSpPr>
        <p:spPr>
          <a:xfrm>
            <a:off x="-141815" y="958849"/>
            <a:ext cx="141816" cy="6646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Rektangel 29"/>
          <p:cNvSpPr/>
          <p:nvPr userDrawn="1"/>
        </p:nvSpPr>
        <p:spPr>
          <a:xfrm rot="5400000">
            <a:off x="-154907" y="3047504"/>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ktangel 30"/>
          <p:cNvSpPr/>
          <p:nvPr userDrawn="1"/>
        </p:nvSpPr>
        <p:spPr>
          <a:xfrm rot="5400000">
            <a:off x="-154907" y="3835402"/>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Rektangel 32"/>
          <p:cNvSpPr/>
          <p:nvPr userDrawn="1"/>
        </p:nvSpPr>
        <p:spPr>
          <a:xfrm rot="5400000">
            <a:off x="-154907" y="4623299"/>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Rektangel 33"/>
          <p:cNvSpPr/>
          <p:nvPr userDrawn="1"/>
        </p:nvSpPr>
        <p:spPr>
          <a:xfrm rot="5400000">
            <a:off x="-154907" y="5411196"/>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ktangel 34"/>
          <p:cNvSpPr/>
          <p:nvPr userDrawn="1"/>
        </p:nvSpPr>
        <p:spPr>
          <a:xfrm>
            <a:off x="-141815" y="0"/>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 name="Rektangel 237"/>
          <p:cNvSpPr/>
          <p:nvPr userDrawn="1"/>
        </p:nvSpPr>
        <p:spPr>
          <a:xfrm>
            <a:off x="-141815" y="6189175"/>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ktangel 15"/>
          <p:cNvSpPr/>
          <p:nvPr userDrawn="1"/>
        </p:nvSpPr>
        <p:spPr>
          <a:xfrm>
            <a:off x="1" y="-165101"/>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ktangel 16"/>
          <p:cNvSpPr/>
          <p:nvPr userDrawn="1"/>
        </p:nvSpPr>
        <p:spPr>
          <a:xfrm>
            <a:off x="2340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ktangel 17"/>
          <p:cNvSpPr/>
          <p:nvPr userDrawn="1"/>
        </p:nvSpPr>
        <p:spPr>
          <a:xfrm>
            <a:off x="3258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ktangel 18"/>
          <p:cNvSpPr/>
          <p:nvPr userDrawn="1"/>
        </p:nvSpPr>
        <p:spPr>
          <a:xfrm>
            <a:off x="4176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ktangel 19"/>
          <p:cNvSpPr/>
          <p:nvPr userDrawn="1"/>
        </p:nvSpPr>
        <p:spPr>
          <a:xfrm>
            <a:off x="6930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ktangel 20"/>
          <p:cNvSpPr/>
          <p:nvPr userDrawn="1"/>
        </p:nvSpPr>
        <p:spPr>
          <a:xfrm>
            <a:off x="8766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ktangel 21"/>
          <p:cNvSpPr/>
          <p:nvPr userDrawn="1"/>
        </p:nvSpPr>
        <p:spPr>
          <a:xfrm>
            <a:off x="9684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ktangel 22"/>
          <p:cNvSpPr/>
          <p:nvPr userDrawn="1"/>
        </p:nvSpPr>
        <p:spPr>
          <a:xfrm>
            <a:off x="142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ktangel 23"/>
          <p:cNvSpPr/>
          <p:nvPr userDrawn="1"/>
        </p:nvSpPr>
        <p:spPr>
          <a:xfrm>
            <a:off x="7848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ktangel 24"/>
          <p:cNvSpPr/>
          <p:nvPr userDrawn="1"/>
        </p:nvSpPr>
        <p:spPr>
          <a:xfrm>
            <a:off x="5094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ktangel 25"/>
          <p:cNvSpPr/>
          <p:nvPr userDrawn="1"/>
        </p:nvSpPr>
        <p:spPr>
          <a:xfrm>
            <a:off x="1060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ktangel 26"/>
          <p:cNvSpPr/>
          <p:nvPr userDrawn="1"/>
        </p:nvSpPr>
        <p:spPr>
          <a:xfrm>
            <a:off x="601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 name="Rektangel 234"/>
          <p:cNvSpPr/>
          <p:nvPr userDrawn="1"/>
        </p:nvSpPr>
        <p:spPr>
          <a:xfrm>
            <a:off x="11521018" y="-165101"/>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ktangel 31"/>
          <p:cNvSpPr/>
          <p:nvPr userDrawn="1"/>
        </p:nvSpPr>
        <p:spPr>
          <a:xfrm rot="5400000">
            <a:off x="12179926" y="2259607"/>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ktangel 35"/>
          <p:cNvSpPr/>
          <p:nvPr userDrawn="1"/>
        </p:nvSpPr>
        <p:spPr>
          <a:xfrm>
            <a:off x="12193018" y="958849"/>
            <a:ext cx="141816" cy="6646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ektangel 36"/>
          <p:cNvSpPr/>
          <p:nvPr userDrawn="1"/>
        </p:nvSpPr>
        <p:spPr>
          <a:xfrm rot="5400000">
            <a:off x="12179926" y="3047504"/>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ktangel 37"/>
          <p:cNvSpPr/>
          <p:nvPr userDrawn="1"/>
        </p:nvSpPr>
        <p:spPr>
          <a:xfrm rot="5400000">
            <a:off x="12179926" y="3835402"/>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Rektangel 38"/>
          <p:cNvSpPr/>
          <p:nvPr userDrawn="1"/>
        </p:nvSpPr>
        <p:spPr>
          <a:xfrm rot="5400000">
            <a:off x="12179926" y="4623299"/>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ktangel 39"/>
          <p:cNvSpPr/>
          <p:nvPr userDrawn="1"/>
        </p:nvSpPr>
        <p:spPr>
          <a:xfrm rot="5400000">
            <a:off x="12179926" y="5411196"/>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Rektangel 40"/>
          <p:cNvSpPr/>
          <p:nvPr userDrawn="1"/>
        </p:nvSpPr>
        <p:spPr>
          <a:xfrm>
            <a:off x="12193018" y="0"/>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ktangel 41"/>
          <p:cNvSpPr/>
          <p:nvPr userDrawn="1"/>
        </p:nvSpPr>
        <p:spPr>
          <a:xfrm>
            <a:off x="12193018" y="6189175"/>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Rektangel 42"/>
          <p:cNvSpPr/>
          <p:nvPr userDrawn="1"/>
        </p:nvSpPr>
        <p:spPr>
          <a:xfrm>
            <a:off x="1" y="6858000"/>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ktangel 43"/>
          <p:cNvSpPr/>
          <p:nvPr userDrawn="1"/>
        </p:nvSpPr>
        <p:spPr>
          <a:xfrm>
            <a:off x="2340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Rektangel 44"/>
          <p:cNvSpPr/>
          <p:nvPr userDrawn="1"/>
        </p:nvSpPr>
        <p:spPr>
          <a:xfrm>
            <a:off x="3258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ektangel 45"/>
          <p:cNvSpPr/>
          <p:nvPr userDrawn="1"/>
        </p:nvSpPr>
        <p:spPr>
          <a:xfrm>
            <a:off x="4176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ktangel 46"/>
          <p:cNvSpPr/>
          <p:nvPr userDrawn="1"/>
        </p:nvSpPr>
        <p:spPr>
          <a:xfrm>
            <a:off x="6930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ktangel 47"/>
          <p:cNvSpPr/>
          <p:nvPr userDrawn="1"/>
        </p:nvSpPr>
        <p:spPr>
          <a:xfrm>
            <a:off x="8766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ektangel 48"/>
          <p:cNvSpPr/>
          <p:nvPr userDrawn="1"/>
        </p:nvSpPr>
        <p:spPr>
          <a:xfrm>
            <a:off x="9684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ektangel 49"/>
          <p:cNvSpPr/>
          <p:nvPr userDrawn="1"/>
        </p:nvSpPr>
        <p:spPr>
          <a:xfrm>
            <a:off x="142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ektangel 50"/>
          <p:cNvSpPr/>
          <p:nvPr userDrawn="1"/>
        </p:nvSpPr>
        <p:spPr>
          <a:xfrm>
            <a:off x="7848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ktangel 51"/>
          <p:cNvSpPr/>
          <p:nvPr userDrawn="1"/>
        </p:nvSpPr>
        <p:spPr>
          <a:xfrm>
            <a:off x="5094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Rektangel 52"/>
          <p:cNvSpPr/>
          <p:nvPr userDrawn="1"/>
        </p:nvSpPr>
        <p:spPr>
          <a:xfrm>
            <a:off x="1060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Rektangel 53"/>
          <p:cNvSpPr/>
          <p:nvPr userDrawn="1"/>
        </p:nvSpPr>
        <p:spPr>
          <a:xfrm>
            <a:off x="601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ektangel 54"/>
          <p:cNvSpPr/>
          <p:nvPr userDrawn="1"/>
        </p:nvSpPr>
        <p:spPr>
          <a:xfrm>
            <a:off x="11521018" y="6858000"/>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 name="Rectangle 105"/>
          <p:cNvSpPr/>
          <p:nvPr userDrawn="1"/>
        </p:nvSpPr>
        <p:spPr>
          <a:xfrm>
            <a:off x="-1852522" y="1623484"/>
            <a:ext cx="159657" cy="15965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0" name="Rectangle 109"/>
          <p:cNvSpPr/>
          <p:nvPr userDrawn="1"/>
        </p:nvSpPr>
        <p:spPr>
          <a:xfrm>
            <a:off x="-1662933" y="1623484"/>
            <a:ext cx="159657" cy="159657"/>
          </a:xfrm>
          <a:prstGeom prst="rect">
            <a:avLst/>
          </a:prstGeom>
          <a:solidFill>
            <a:srgbClr val="00A0A7"/>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1" name="Rectangle 110"/>
          <p:cNvSpPr/>
          <p:nvPr userDrawn="1"/>
        </p:nvSpPr>
        <p:spPr>
          <a:xfrm>
            <a:off x="-1470611" y="1623484"/>
            <a:ext cx="159657" cy="159657"/>
          </a:xfrm>
          <a:prstGeom prst="rect">
            <a:avLst/>
          </a:prstGeom>
          <a:solidFill>
            <a:srgbClr val="83CDD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2" name="Rectangle 111"/>
          <p:cNvSpPr/>
          <p:nvPr userDrawn="1"/>
        </p:nvSpPr>
        <p:spPr>
          <a:xfrm>
            <a:off x="-1278289" y="1623484"/>
            <a:ext cx="159657" cy="159657"/>
          </a:xfrm>
          <a:prstGeom prst="rect">
            <a:avLst/>
          </a:prstGeom>
          <a:solidFill>
            <a:srgbClr val="3B69A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3" name="Rectangle 112"/>
          <p:cNvSpPr/>
          <p:nvPr userDrawn="1"/>
        </p:nvSpPr>
        <p:spPr>
          <a:xfrm>
            <a:off x="-1085967" y="1623484"/>
            <a:ext cx="159657" cy="159657"/>
          </a:xfrm>
          <a:prstGeom prst="rect">
            <a:avLst/>
          </a:prstGeom>
          <a:solidFill>
            <a:srgbClr val="006D8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4" name="Rectangle 113"/>
          <p:cNvSpPr/>
          <p:nvPr userDrawn="1"/>
        </p:nvSpPr>
        <p:spPr>
          <a:xfrm>
            <a:off x="-893645" y="1623484"/>
            <a:ext cx="159657" cy="159657"/>
          </a:xfrm>
          <a:prstGeom prst="rect">
            <a:avLst/>
          </a:prstGeom>
          <a:solidFill>
            <a:srgbClr val="008A7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5" name="Rectangle 114"/>
          <p:cNvSpPr/>
          <p:nvPr userDrawn="1"/>
        </p:nvSpPr>
        <p:spPr>
          <a:xfrm>
            <a:off x="-704962" y="1623484"/>
            <a:ext cx="159657" cy="159657"/>
          </a:xfrm>
          <a:prstGeom prst="rect">
            <a:avLst/>
          </a:prstGeom>
          <a:solidFill>
            <a:srgbClr val="D8D8DB"/>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6" name="Rectangle 115"/>
          <p:cNvSpPr/>
          <p:nvPr userDrawn="1"/>
        </p:nvSpPr>
        <p:spPr>
          <a:xfrm>
            <a:off x="-512640" y="1623484"/>
            <a:ext cx="159657" cy="159657"/>
          </a:xfrm>
          <a:prstGeom prst="rect">
            <a:avLst/>
          </a:prstGeom>
          <a:solidFill>
            <a:srgbClr val="44B8D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7" name="Rectangle 116"/>
          <p:cNvSpPr/>
          <p:nvPr userDrawn="1"/>
        </p:nvSpPr>
        <p:spPr>
          <a:xfrm>
            <a:off x="-320318" y="1623484"/>
            <a:ext cx="159657" cy="159657"/>
          </a:xfrm>
          <a:prstGeom prst="rect">
            <a:avLst/>
          </a:prstGeom>
          <a:solidFill>
            <a:srgbClr val="96989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8" name="Rectangle 117"/>
          <p:cNvSpPr/>
          <p:nvPr userDrawn="1"/>
        </p:nvSpPr>
        <p:spPr>
          <a:xfrm>
            <a:off x="-1278289" y="2415873"/>
            <a:ext cx="159657" cy="159657"/>
          </a:xfrm>
          <a:prstGeom prst="rect">
            <a:avLst/>
          </a:prstGeom>
          <a:solidFill>
            <a:srgbClr val="26354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9" name="Rectangle 118"/>
          <p:cNvSpPr/>
          <p:nvPr userDrawn="1"/>
        </p:nvSpPr>
        <p:spPr>
          <a:xfrm>
            <a:off x="-1085967" y="2415873"/>
            <a:ext cx="159657" cy="159657"/>
          </a:xfrm>
          <a:prstGeom prst="rect">
            <a:avLst/>
          </a:prstGeom>
          <a:solidFill>
            <a:srgbClr val="424D5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0" name="Rectangle 119"/>
          <p:cNvSpPr/>
          <p:nvPr userDrawn="1"/>
        </p:nvSpPr>
        <p:spPr>
          <a:xfrm>
            <a:off x="-893645" y="2415873"/>
            <a:ext cx="159657" cy="159657"/>
          </a:xfrm>
          <a:prstGeom prst="rect">
            <a:avLst/>
          </a:prstGeom>
          <a:solidFill>
            <a:srgbClr val="848A9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1" name="Rectangle 120"/>
          <p:cNvSpPr/>
          <p:nvPr userDrawn="1"/>
        </p:nvSpPr>
        <p:spPr>
          <a:xfrm>
            <a:off x="-704962" y="2415873"/>
            <a:ext cx="159657" cy="159657"/>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2" name="Rectangle 121"/>
          <p:cNvSpPr/>
          <p:nvPr userDrawn="1"/>
        </p:nvSpPr>
        <p:spPr>
          <a:xfrm>
            <a:off x="-512640" y="2415873"/>
            <a:ext cx="159657" cy="159657"/>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3" name="Rectangle 122"/>
          <p:cNvSpPr/>
          <p:nvPr userDrawn="1"/>
        </p:nvSpPr>
        <p:spPr>
          <a:xfrm>
            <a:off x="-320318" y="2415873"/>
            <a:ext cx="159657" cy="159657"/>
          </a:xfrm>
          <a:prstGeom prst="rect">
            <a:avLst/>
          </a:prstGeom>
          <a:solidFill>
            <a:srgbClr val="F3F3F3"/>
          </a:solidFill>
          <a:ln w="3175">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7" name="Rectangle 126"/>
          <p:cNvSpPr/>
          <p:nvPr userDrawn="1"/>
        </p:nvSpPr>
        <p:spPr>
          <a:xfrm>
            <a:off x="-704962" y="3203339"/>
            <a:ext cx="159657" cy="159657"/>
          </a:xfrm>
          <a:prstGeom prst="rect">
            <a:avLst/>
          </a:prstGeom>
          <a:solidFill>
            <a:srgbClr val="00DEE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8" name="Rectangle 127"/>
          <p:cNvSpPr/>
          <p:nvPr userDrawn="1"/>
        </p:nvSpPr>
        <p:spPr>
          <a:xfrm>
            <a:off x="-512640" y="3203339"/>
            <a:ext cx="159657" cy="159657"/>
          </a:xfrm>
          <a:prstGeom prst="rect">
            <a:avLst/>
          </a:prstGeom>
          <a:solidFill>
            <a:srgbClr val="15AAA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9" name="Rectangle 128"/>
          <p:cNvSpPr/>
          <p:nvPr userDrawn="1"/>
        </p:nvSpPr>
        <p:spPr>
          <a:xfrm>
            <a:off x="-320318" y="3203339"/>
            <a:ext cx="159657" cy="159657"/>
          </a:xfrm>
          <a:prstGeom prst="rect">
            <a:avLst/>
          </a:prstGeom>
          <a:solidFill>
            <a:srgbClr val="94F4E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0" name="Rectangle 129"/>
          <p:cNvSpPr/>
          <p:nvPr userDrawn="1"/>
        </p:nvSpPr>
        <p:spPr>
          <a:xfrm>
            <a:off x="-704962" y="3422392"/>
            <a:ext cx="159657" cy="159657"/>
          </a:xfrm>
          <a:prstGeom prst="rect">
            <a:avLst/>
          </a:prstGeom>
          <a:solidFill>
            <a:srgbClr val="1C33D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1" name="Rectangle 130"/>
          <p:cNvSpPr/>
          <p:nvPr userDrawn="1"/>
        </p:nvSpPr>
        <p:spPr>
          <a:xfrm>
            <a:off x="-512640" y="3422392"/>
            <a:ext cx="159657" cy="159657"/>
          </a:xfrm>
          <a:prstGeom prst="rect">
            <a:avLst/>
          </a:prstGeom>
          <a:solidFill>
            <a:srgbClr val="161AB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2" name="Rectangle 131"/>
          <p:cNvSpPr/>
          <p:nvPr userDrawn="1"/>
        </p:nvSpPr>
        <p:spPr>
          <a:xfrm>
            <a:off x="-320318" y="3422392"/>
            <a:ext cx="159657" cy="159657"/>
          </a:xfrm>
          <a:prstGeom prst="rect">
            <a:avLst/>
          </a:prstGeom>
          <a:solidFill>
            <a:srgbClr val="2155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6" name="Pladsholder til tekst 5"/>
          <p:cNvSpPr txBox="1">
            <a:spLocks/>
          </p:cNvSpPr>
          <p:nvPr userDrawn="1"/>
        </p:nvSpPr>
        <p:spPr>
          <a:xfrm>
            <a:off x="-1599663" y="2937870"/>
            <a:ext cx="1509707" cy="246221"/>
          </a:xfrm>
          <a:prstGeom prst="rect">
            <a:avLst/>
          </a:prstGeom>
        </p:spPr>
        <p:txBody>
          <a:bodyPr wrap="square"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a:solidFill>
                  <a:schemeClr val="tx2"/>
                </a:solidFill>
              </a:rPr>
              <a:t>Secondary colors</a:t>
            </a:r>
          </a:p>
        </p:txBody>
      </p:sp>
      <p:sp>
        <p:nvSpPr>
          <p:cNvPr id="137" name="Pladsholder til tekst 5"/>
          <p:cNvSpPr txBox="1">
            <a:spLocks/>
          </p:cNvSpPr>
          <p:nvPr userDrawn="1"/>
        </p:nvSpPr>
        <p:spPr>
          <a:xfrm>
            <a:off x="-1651522" y="2205045"/>
            <a:ext cx="1509707" cy="144000"/>
          </a:xfrm>
          <a:prstGeom prst="rect">
            <a:avLst/>
          </a:prstGeom>
        </p:spPr>
        <p:txBody>
          <a:bodyPr vert="horz" wrap="square" lIns="0" tIns="0" rIns="0" bIns="0" rtlCol="0"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None/>
              <a:tabLst/>
              <a:defRPr lang="da-DK" sz="2100" kern="1200" cap="all" baseline="0">
                <a:solidFill>
                  <a:srgbClr val="00DEE6"/>
                </a:solidFill>
                <a:latin typeface="Arial" panose="020B0604020202020204" pitchFamily="34" charset="0"/>
                <a:ea typeface="Calibri" panose="020F0502020204030204" pitchFamily="34" charset="0"/>
                <a:cs typeface="Arial" panose="020B060402020202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cap="none">
                <a:solidFill>
                  <a:schemeClr val="tx2"/>
                </a:solidFill>
              </a:rPr>
              <a:t>Primary colors</a:t>
            </a:r>
          </a:p>
        </p:txBody>
      </p:sp>
      <p:sp>
        <p:nvSpPr>
          <p:cNvPr id="138" name="Pladsholder til tekst 5"/>
          <p:cNvSpPr txBox="1">
            <a:spLocks/>
          </p:cNvSpPr>
          <p:nvPr userDrawn="1"/>
        </p:nvSpPr>
        <p:spPr>
          <a:xfrm>
            <a:off x="-1673295" y="1408508"/>
            <a:ext cx="1509707" cy="153888"/>
          </a:xfrm>
          <a:prstGeom prst="rect">
            <a:avLst/>
          </a:prstGeom>
        </p:spPr>
        <p:txBody>
          <a:bodyPr vert="horz" wrap="square" lIns="0" tIns="0" rIns="0" bIns="0" rtlCol="0"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None/>
              <a:tabLst/>
              <a:defRPr lang="da-DK" sz="2100" kern="1200" cap="all" baseline="0">
                <a:solidFill>
                  <a:srgbClr val="00DEE6"/>
                </a:solidFill>
                <a:latin typeface="Arial" panose="020B0604020202020204" pitchFamily="34" charset="0"/>
                <a:ea typeface="Calibri" panose="020F0502020204030204" pitchFamily="34" charset="0"/>
                <a:cs typeface="Arial" panose="020B060402020202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cap="none">
                <a:solidFill>
                  <a:schemeClr val="tx2"/>
                </a:solidFill>
              </a:rPr>
              <a:t>Main PowerPoint colors</a:t>
            </a:r>
          </a:p>
        </p:txBody>
      </p:sp>
      <p:sp>
        <p:nvSpPr>
          <p:cNvPr id="139" name="Rectangle 138"/>
          <p:cNvSpPr/>
          <p:nvPr userDrawn="1"/>
        </p:nvSpPr>
        <p:spPr>
          <a:xfrm>
            <a:off x="1235579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0" name="Rectangle 139"/>
          <p:cNvSpPr/>
          <p:nvPr userDrawn="1"/>
        </p:nvSpPr>
        <p:spPr>
          <a:xfrm>
            <a:off x="12545387"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1" name="Rectangle 140"/>
          <p:cNvSpPr/>
          <p:nvPr userDrawn="1"/>
        </p:nvSpPr>
        <p:spPr>
          <a:xfrm>
            <a:off x="12737709"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2" name="Rectangle 141"/>
          <p:cNvSpPr/>
          <p:nvPr userDrawn="1"/>
        </p:nvSpPr>
        <p:spPr>
          <a:xfrm>
            <a:off x="12930031"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3" name="Rectangle 142"/>
          <p:cNvSpPr/>
          <p:nvPr userDrawn="1"/>
        </p:nvSpPr>
        <p:spPr>
          <a:xfrm>
            <a:off x="13122353"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4" name="Rectangle 143"/>
          <p:cNvSpPr/>
          <p:nvPr userDrawn="1"/>
        </p:nvSpPr>
        <p:spPr>
          <a:xfrm>
            <a:off x="13314675"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5" name="Rectangle 144"/>
          <p:cNvSpPr/>
          <p:nvPr userDrawn="1"/>
        </p:nvSpPr>
        <p:spPr>
          <a:xfrm>
            <a:off x="1350335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6" name="Rectangle 145"/>
          <p:cNvSpPr/>
          <p:nvPr userDrawn="1"/>
        </p:nvSpPr>
        <p:spPr>
          <a:xfrm>
            <a:off x="13695680"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7" name="Rectangle 146"/>
          <p:cNvSpPr/>
          <p:nvPr userDrawn="1"/>
        </p:nvSpPr>
        <p:spPr>
          <a:xfrm>
            <a:off x="13888002"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nvGrpSpPr>
          <p:cNvPr id="88" name="Gruppe 87"/>
          <p:cNvGrpSpPr>
            <a:grpSpLocks noChangeAspect="1"/>
          </p:cNvGrpSpPr>
          <p:nvPr userDrawn="1"/>
        </p:nvGrpSpPr>
        <p:grpSpPr>
          <a:xfrm>
            <a:off x="10343104" y="6422579"/>
            <a:ext cx="1176854" cy="202504"/>
            <a:chOff x="10056795" y="6368350"/>
            <a:chExt cx="1454739" cy="250316"/>
          </a:xfrm>
          <a:solidFill>
            <a:schemeClr val="tx1"/>
          </a:solidFill>
        </p:grpSpPr>
        <p:sp>
          <p:nvSpPr>
            <p:cNvPr id="8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empower - DO NOT DELETE!!!" hidden="1"/>
          <p:cNvSpPr/>
          <p:nvPr userDrawn="1">
            <p:custDataLst>
              <p:tags r:id="rId22"/>
            </p:custDataLst>
          </p:nvPr>
        </p:nvSpPr>
        <p:spPr>
          <a:xfrm>
            <a:off x="0" y="0"/>
            <a:ext cx="0" cy="0"/>
          </a:xfrm>
          <a:prstGeom prst="ellips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5" name="Gruppe 4"/>
          <p:cNvGrpSpPr/>
          <p:nvPr userDrawn="1"/>
        </p:nvGrpSpPr>
        <p:grpSpPr>
          <a:xfrm>
            <a:off x="12334834" y="1623484"/>
            <a:ext cx="1712825" cy="400391"/>
            <a:chOff x="12334834" y="1623484"/>
            <a:chExt cx="1712825" cy="400391"/>
          </a:xfrm>
        </p:grpSpPr>
        <p:sp>
          <p:nvSpPr>
            <p:cNvPr id="94" name="Rectangle 138"/>
            <p:cNvSpPr/>
            <p:nvPr userDrawn="1"/>
          </p:nvSpPr>
          <p:spPr>
            <a:xfrm>
              <a:off x="1235579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5" name="Rectangle 139"/>
            <p:cNvSpPr/>
            <p:nvPr userDrawn="1"/>
          </p:nvSpPr>
          <p:spPr>
            <a:xfrm>
              <a:off x="12545387"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6" name="Rectangle 140"/>
            <p:cNvSpPr/>
            <p:nvPr userDrawn="1"/>
          </p:nvSpPr>
          <p:spPr>
            <a:xfrm>
              <a:off x="12737709"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7" name="Rectangle 141"/>
            <p:cNvSpPr/>
            <p:nvPr userDrawn="1"/>
          </p:nvSpPr>
          <p:spPr>
            <a:xfrm>
              <a:off x="12930031"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8" name="Rectangle 142"/>
            <p:cNvSpPr/>
            <p:nvPr userDrawn="1"/>
          </p:nvSpPr>
          <p:spPr>
            <a:xfrm>
              <a:off x="13122353"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9" name="Rectangle 143"/>
            <p:cNvSpPr/>
            <p:nvPr userDrawn="1"/>
          </p:nvSpPr>
          <p:spPr>
            <a:xfrm>
              <a:off x="13314675"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0" name="Rectangle 144"/>
            <p:cNvSpPr/>
            <p:nvPr userDrawn="1"/>
          </p:nvSpPr>
          <p:spPr>
            <a:xfrm>
              <a:off x="1350335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1" name="Rectangle 145"/>
            <p:cNvSpPr/>
            <p:nvPr userDrawn="1"/>
          </p:nvSpPr>
          <p:spPr>
            <a:xfrm>
              <a:off x="13695680"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2" name="Rectangle 146"/>
            <p:cNvSpPr/>
            <p:nvPr userDrawn="1"/>
          </p:nvSpPr>
          <p:spPr>
            <a:xfrm>
              <a:off x="13888002"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nvGrpSpPr>
            <p:cNvPr id="103" name="Gruppe 102"/>
            <p:cNvGrpSpPr/>
            <p:nvPr userDrawn="1"/>
          </p:nvGrpSpPr>
          <p:grpSpPr>
            <a:xfrm>
              <a:off x="12334834" y="1864218"/>
              <a:ext cx="1691861" cy="159657"/>
              <a:chOff x="-1700122" y="1775884"/>
              <a:chExt cx="1691861" cy="159657"/>
            </a:xfrm>
            <a:solidFill>
              <a:srgbClr val="E6E6E6"/>
            </a:solidFill>
          </p:grpSpPr>
          <p:sp>
            <p:nvSpPr>
              <p:cNvPr id="104" name="Rectangle 105"/>
              <p:cNvSpPr/>
              <p:nvPr userDrawn="1"/>
            </p:nvSpPr>
            <p:spPr>
              <a:xfrm>
                <a:off x="-1700122"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5" name="Rectangle 109"/>
              <p:cNvSpPr/>
              <p:nvPr userDrawn="1"/>
            </p:nvSpPr>
            <p:spPr>
              <a:xfrm>
                <a:off x="-1510533"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7" name="Rectangle 110"/>
              <p:cNvSpPr/>
              <p:nvPr userDrawn="1"/>
            </p:nvSpPr>
            <p:spPr>
              <a:xfrm>
                <a:off x="-1318211"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8" name="Rectangle 111"/>
              <p:cNvSpPr/>
              <p:nvPr userDrawn="1"/>
            </p:nvSpPr>
            <p:spPr>
              <a:xfrm>
                <a:off x="-1125889"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9" name="Rectangle 112"/>
              <p:cNvSpPr/>
              <p:nvPr userDrawn="1"/>
            </p:nvSpPr>
            <p:spPr>
              <a:xfrm>
                <a:off x="-933567"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4" name="Rectangle 113"/>
              <p:cNvSpPr/>
              <p:nvPr userDrawn="1"/>
            </p:nvSpPr>
            <p:spPr>
              <a:xfrm>
                <a:off x="-741245"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5" name="Rectangle 114"/>
              <p:cNvSpPr/>
              <p:nvPr userDrawn="1"/>
            </p:nvSpPr>
            <p:spPr>
              <a:xfrm>
                <a:off x="-552562"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6" name="Rectangle 115"/>
              <p:cNvSpPr/>
              <p:nvPr userDrawn="1"/>
            </p:nvSpPr>
            <p:spPr>
              <a:xfrm>
                <a:off x="-360240"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3" name="Rectangle 116"/>
              <p:cNvSpPr/>
              <p:nvPr userDrawn="1"/>
            </p:nvSpPr>
            <p:spPr>
              <a:xfrm>
                <a:off x="-167918"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grpSp>
    </p:spTree>
  </p:cSld>
  <p:clrMap bg1="lt1" tx1="dk1" bg2="lt2" tx2="dk2" accent1="accent1" accent2="accent2" accent3="accent3" accent4="accent4" accent5="accent5" accent6="accent6" hlink="hlink" folHlink="folHlink"/>
  <p:sldLayoutIdLst>
    <p:sldLayoutId id="2147483755" r:id="rId1"/>
    <p:sldLayoutId id="2147483744" r:id="rId2"/>
    <p:sldLayoutId id="2147483727" r:id="rId3"/>
    <p:sldLayoutId id="2147483725" r:id="rId4"/>
    <p:sldLayoutId id="2147483742" r:id="rId5"/>
    <p:sldLayoutId id="2147483747" r:id="rId6"/>
    <p:sldLayoutId id="2147483701"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800" r:id="rId18"/>
    <p:sldLayoutId id="2147483801" r:id="rId19"/>
    <p:sldLayoutId id="2147483706" r:id="rId20"/>
  </p:sldLayoutIdLst>
  <p:hf hdr="0" ftr="0" dt="0"/>
  <p:txStyles>
    <p:titleStyle>
      <a:lvl1pPr algn="l" defTabSz="609585" rtl="0" eaLnBrk="1" fontAlgn="base" hangingPunct="1">
        <a:lnSpc>
          <a:spcPct val="100000"/>
        </a:lnSpc>
        <a:spcBef>
          <a:spcPct val="0"/>
        </a:spcBef>
        <a:spcAft>
          <a:spcPct val="0"/>
        </a:spcAft>
        <a:defRPr sz="3200" kern="1200" cap="all" baseline="0">
          <a:solidFill>
            <a:schemeClr val="tx1"/>
          </a:solidFill>
          <a:latin typeface="+mj-lt"/>
          <a:ea typeface="ＭＳ Ｐゴシック" charset="0"/>
          <a:cs typeface="Myriad Pro"/>
        </a:defRPr>
      </a:lvl1pPr>
      <a:lvl2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2pPr>
      <a:lvl3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3pPr>
      <a:lvl4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4pPr>
      <a:lvl5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5pPr>
      <a:lvl6pPr marL="609585"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6pPr>
      <a:lvl7pPr marL="1219170"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7pPr>
      <a:lvl8pPr marL="1828754"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8pPr>
      <a:lvl9pPr marL="2438339"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9pPr>
    </p:titleStyle>
    <p:body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tx1"/>
          </a:solidFill>
          <a:latin typeface="+mj-lt"/>
          <a:ea typeface="Calibri" panose="020F0502020204030204" pitchFamily="34" charset="0"/>
          <a:cs typeface="Calibri" panose="020F0502020204030204" pitchFamily="34" charset="0"/>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tx1"/>
          </a:solidFill>
          <a:latin typeface="+mj-lt"/>
          <a:ea typeface="Calibri" panose="020F0502020204030204" pitchFamily="34" charset="0"/>
          <a:cs typeface="Calibri" panose="020F0502020204030204" pitchFamily="34" charset="0"/>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dirty="0" smtClean="0">
          <a:solidFill>
            <a:schemeClr val="tx1"/>
          </a:solidFill>
          <a:latin typeface="+mj-lt"/>
          <a:ea typeface="Calibri" panose="020F0502020204030204" pitchFamily="34" charset="0"/>
          <a:cs typeface="Calibri" panose="020F0502020204030204" pitchFamily="34" charset="0"/>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accent2"/>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99" userDrawn="1">
          <p15:clr>
            <a:srgbClr val="F26B43"/>
          </p15:clr>
        </p15:guide>
        <p15:guide id="2" pos="7257" userDrawn="1">
          <p15:clr>
            <a:srgbClr val="F26B43"/>
          </p15:clr>
        </p15:guide>
        <p15:guide id="3" pos="423" userDrawn="1">
          <p15:clr>
            <a:srgbClr val="F26B43"/>
          </p15:clr>
        </p15:guide>
        <p15:guide id="4" pos="896" userDrawn="1">
          <p15:clr>
            <a:srgbClr val="A4A3A4"/>
          </p15:clr>
        </p15:guide>
        <p15:guide id="5" pos="1001" userDrawn="1">
          <p15:clr>
            <a:srgbClr val="A4A3A4"/>
          </p15:clr>
        </p15:guide>
        <p15:guide id="6" pos="1475" userDrawn="1">
          <p15:clr>
            <a:srgbClr val="A4A3A4"/>
          </p15:clr>
        </p15:guide>
        <p15:guide id="7" pos="1579" userDrawn="1">
          <p15:clr>
            <a:srgbClr val="A4A3A4"/>
          </p15:clr>
        </p15:guide>
        <p15:guide id="8" pos="2048" userDrawn="1">
          <p15:clr>
            <a:srgbClr val="A4A3A4"/>
          </p15:clr>
        </p15:guide>
        <p15:guide id="9" pos="2156" userDrawn="1">
          <p15:clr>
            <a:srgbClr val="A4A3A4"/>
          </p15:clr>
        </p15:guide>
        <p15:guide id="10" pos="2631" userDrawn="1">
          <p15:clr>
            <a:srgbClr val="A4A3A4"/>
          </p15:clr>
        </p15:guide>
        <p15:guide id="11" pos="2735" userDrawn="1">
          <p15:clr>
            <a:srgbClr val="A4A3A4"/>
          </p15:clr>
        </p15:guide>
        <p15:guide id="12" pos="3209" userDrawn="1">
          <p15:clr>
            <a:srgbClr val="A4A3A4"/>
          </p15:clr>
        </p15:guide>
        <p15:guide id="13" pos="3314" userDrawn="1">
          <p15:clr>
            <a:srgbClr val="A4A3A4"/>
          </p15:clr>
        </p15:guide>
        <p15:guide id="14" pos="3795" userDrawn="1">
          <p15:clr>
            <a:srgbClr val="A4A3A4"/>
          </p15:clr>
        </p15:guide>
        <p15:guide id="15" pos="3892" userDrawn="1">
          <p15:clr>
            <a:srgbClr val="A4A3A4"/>
          </p15:clr>
        </p15:guide>
        <p15:guide id="16" pos="4365" userDrawn="1">
          <p15:clr>
            <a:srgbClr val="A4A3A4"/>
          </p15:clr>
        </p15:guide>
        <p15:guide id="17" pos="4470" userDrawn="1">
          <p15:clr>
            <a:srgbClr val="A4A3A4"/>
          </p15:clr>
        </p15:guide>
        <p15:guide id="18" pos="4944" userDrawn="1">
          <p15:clr>
            <a:srgbClr val="A4A3A4"/>
          </p15:clr>
        </p15:guide>
        <p15:guide id="19" pos="5048" userDrawn="1">
          <p15:clr>
            <a:srgbClr val="A4A3A4"/>
          </p15:clr>
        </p15:guide>
        <p15:guide id="20" pos="5523" userDrawn="1">
          <p15:clr>
            <a:srgbClr val="A4A3A4"/>
          </p15:clr>
        </p15:guide>
        <p15:guide id="21" pos="5627" userDrawn="1">
          <p15:clr>
            <a:srgbClr val="A4A3A4"/>
          </p15:clr>
        </p15:guide>
        <p15:guide id="22" pos="6100" userDrawn="1">
          <p15:clr>
            <a:srgbClr val="A4A3A4"/>
          </p15:clr>
        </p15:guide>
        <p15:guide id="23" pos="6205" userDrawn="1">
          <p15:clr>
            <a:srgbClr val="A4A3A4"/>
          </p15:clr>
        </p15:guide>
        <p15:guide id="24" pos="6677" userDrawn="1">
          <p15:clr>
            <a:srgbClr val="A4A3A4"/>
          </p15:clr>
        </p15:guide>
        <p15:guide id="25" pos="6783" userDrawn="1">
          <p15:clr>
            <a:srgbClr val="A4A3A4"/>
          </p15:clr>
        </p15:guide>
        <p15:guide id="26" orient="horz" pos="423" userDrawn="1">
          <p15:clr>
            <a:srgbClr val="A4A3A4"/>
          </p15:clr>
        </p15:guide>
        <p15:guide id="27" orient="horz" pos="919" userDrawn="1">
          <p15:clr>
            <a:srgbClr val="A4A3A4"/>
          </p15:clr>
        </p15:guide>
        <p15:guide id="28" orient="horz" pos="1021" userDrawn="1">
          <p15:clr>
            <a:srgbClr val="F26B43"/>
          </p15:clr>
        </p15:guide>
        <p15:guide id="29" orient="horz" pos="604" userDrawn="1">
          <p15:clr>
            <a:srgbClr val="A4A3A4"/>
          </p15:clr>
        </p15:guide>
        <p15:guide id="30" orient="horz" pos="1415" userDrawn="1">
          <p15:clr>
            <a:srgbClr val="A4A3A4"/>
          </p15:clr>
        </p15:guide>
        <p15:guide id="31" orient="horz" pos="1520" userDrawn="1">
          <p15:clr>
            <a:srgbClr val="A4A3A4"/>
          </p15:clr>
        </p15:guide>
        <p15:guide id="32" orient="horz" pos="1911" userDrawn="1">
          <p15:clr>
            <a:srgbClr val="A4A3A4"/>
          </p15:clr>
        </p15:guide>
        <p15:guide id="33" orient="horz" pos="2016" userDrawn="1">
          <p15:clr>
            <a:srgbClr val="A4A3A4"/>
          </p15:clr>
        </p15:guide>
        <p15:guide id="34" orient="horz" pos="2408" userDrawn="1">
          <p15:clr>
            <a:srgbClr val="A4A3A4"/>
          </p15:clr>
        </p15:guide>
        <p15:guide id="35" orient="horz" pos="2513" userDrawn="1">
          <p15:clr>
            <a:srgbClr val="A4A3A4"/>
          </p15:clr>
        </p15:guide>
        <p15:guide id="36" orient="horz" pos="2904" userDrawn="1">
          <p15:clr>
            <a:srgbClr val="A4A3A4"/>
          </p15:clr>
        </p15:guide>
        <p15:guide id="37" orient="horz" pos="3009" userDrawn="1">
          <p15:clr>
            <a:srgbClr val="A4A3A4"/>
          </p15:clr>
        </p15:guide>
        <p15:guide id="38" orient="horz" pos="3400" userDrawn="1">
          <p15:clr>
            <a:srgbClr val="A4A3A4"/>
          </p15:clr>
        </p15:guide>
        <p15:guide id="39" orient="horz" pos="3505"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docs.microsoft.com/en-us/dotnet/api/system.applicationexception?view=net-5.0" TargetMode="External"/><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github.com/d-okhrimenko/CSharpForTestAutomationMaterials.git" TargetMode="Externa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2.sv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2.svg"/></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hyperlink" Target="https://simcorp.sharepoint.com/:v:/s/BedrockART-SCTeam/EX7lSPZlVUpOjEANX2c1j3IB7_PFeZu38MTd1IS9kj3uCQ?e=7nA4Zy" TargetMode="External"/><Relationship Id="rId5" Type="http://schemas.openxmlformats.org/officeDocument/2006/relationships/hyperlink" Target="https://wiki/index.php?title=Visual_Studio_2019" TargetMode="External"/><Relationship Id="rId4" Type="http://schemas.openxmlformats.org/officeDocument/2006/relationships/hyperlink" Target="https://wiki/index.php?title=IMS_Project_Manager"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FD03D9-3736-4F8E-8DD6-53FCA8540A34}"/>
              </a:ext>
            </a:extLst>
          </p:cNvPr>
          <p:cNvSpPr>
            <a:spLocks noGrp="1"/>
          </p:cNvSpPr>
          <p:nvPr>
            <p:ph type="body" sz="quarter" idx="14"/>
          </p:nvPr>
        </p:nvSpPr>
        <p:spPr/>
        <p:txBody>
          <a:bodyPr/>
          <a:lstStyle/>
          <a:p>
            <a:r>
              <a:rPr lang="en-US">
                <a:cs typeface="Calibri"/>
              </a:rPr>
              <a:t>C# for test automation</a:t>
            </a:r>
            <a:endParaRPr lang="en-US"/>
          </a:p>
        </p:txBody>
      </p:sp>
      <p:sp>
        <p:nvSpPr>
          <p:cNvPr id="3" name="Text Placeholder 2">
            <a:extLst>
              <a:ext uri="{FF2B5EF4-FFF2-40B4-BE49-F238E27FC236}">
                <a16:creationId xmlns:a16="http://schemas.microsoft.com/office/drawing/2014/main" id="{EA5CBAAD-7DBF-4465-9940-43EA34DC9B30}"/>
              </a:ext>
            </a:extLst>
          </p:cNvPr>
          <p:cNvSpPr>
            <a:spLocks noGrp="1"/>
          </p:cNvSpPr>
          <p:nvPr>
            <p:ph type="body" sz="quarter" idx="15"/>
          </p:nvPr>
        </p:nvSpPr>
        <p:spPr/>
        <p:txBody>
          <a:bodyPr/>
          <a:lstStyle/>
          <a:p>
            <a:r>
              <a:rPr lang="en-US"/>
              <a:t>Exceptions. </a:t>
            </a:r>
          </a:p>
        </p:txBody>
      </p:sp>
      <p:sp>
        <p:nvSpPr>
          <p:cNvPr id="4" name="Text Placeholder 3">
            <a:extLst>
              <a:ext uri="{FF2B5EF4-FFF2-40B4-BE49-F238E27FC236}">
                <a16:creationId xmlns:a16="http://schemas.microsoft.com/office/drawing/2014/main" id="{8E7F5F5C-0999-480D-8350-018919C9436E}"/>
              </a:ext>
            </a:extLst>
          </p:cNvPr>
          <p:cNvSpPr>
            <a:spLocks noGrp="1"/>
          </p:cNvSpPr>
          <p:nvPr>
            <p:ph type="body" sz="quarter" idx="16"/>
          </p:nvPr>
        </p:nvSpPr>
        <p:spPr>
          <a:xfrm>
            <a:off x="671513" y="2632840"/>
            <a:ext cx="4422775" cy="440663"/>
          </a:xfrm>
        </p:spPr>
        <p:txBody>
          <a:bodyPr/>
          <a:lstStyle/>
          <a:p>
            <a:endParaRPr lang="en-US"/>
          </a:p>
        </p:txBody>
      </p:sp>
      <p:sp>
        <p:nvSpPr>
          <p:cNvPr id="5" name="Text Placeholder 4">
            <a:extLst>
              <a:ext uri="{FF2B5EF4-FFF2-40B4-BE49-F238E27FC236}">
                <a16:creationId xmlns:a16="http://schemas.microsoft.com/office/drawing/2014/main" id="{3F26BBC0-55E0-4EA1-B967-6CE1D18774D8}"/>
              </a:ext>
            </a:extLst>
          </p:cNvPr>
          <p:cNvSpPr>
            <a:spLocks noGrp="1"/>
          </p:cNvSpPr>
          <p:nvPr>
            <p:ph type="body" sz="quarter" idx="17"/>
          </p:nvPr>
        </p:nvSpPr>
        <p:spPr/>
        <p:txBody>
          <a:bodyPr vert="horz" lIns="0" tIns="0" rIns="0" bIns="0" rtlCol="0" anchor="t">
            <a:noAutofit/>
          </a:bodyPr>
          <a:lstStyle/>
          <a:p>
            <a:r>
              <a:rPr lang="en-US">
                <a:ea typeface="ＭＳ Ｐゴシック"/>
              </a:rPr>
              <a:t>Module 8</a:t>
            </a:r>
            <a:endParaRPr lang="en-US"/>
          </a:p>
        </p:txBody>
      </p:sp>
    </p:spTree>
    <p:extLst>
      <p:ext uri="{BB962C8B-B14F-4D97-AF65-F5344CB8AC3E}">
        <p14:creationId xmlns:p14="http://schemas.microsoft.com/office/powerpoint/2010/main" val="525279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492A8-63A1-45F4-8E7D-0E7F88C1FCBA}"/>
              </a:ext>
            </a:extLst>
          </p:cNvPr>
          <p:cNvSpPr>
            <a:spLocks noGrp="1"/>
          </p:cNvSpPr>
          <p:nvPr>
            <p:ph type="title"/>
          </p:nvPr>
        </p:nvSpPr>
        <p:spPr/>
        <p:txBody>
          <a:bodyPr/>
          <a:lstStyle/>
          <a:p>
            <a:r>
              <a:rPr lang="en-US"/>
              <a:t>Agenda</a:t>
            </a:r>
          </a:p>
        </p:txBody>
      </p:sp>
      <p:sp>
        <p:nvSpPr>
          <p:cNvPr id="3" name="Slide Number Placeholder 2">
            <a:extLst>
              <a:ext uri="{FF2B5EF4-FFF2-40B4-BE49-F238E27FC236}">
                <a16:creationId xmlns:a16="http://schemas.microsoft.com/office/drawing/2014/main" id="{0101D0C3-8F4F-4384-8F2C-FB7CB0574D9D}"/>
              </a:ext>
            </a:extLst>
          </p:cNvPr>
          <p:cNvSpPr>
            <a:spLocks noGrp="1"/>
          </p:cNvSpPr>
          <p:nvPr>
            <p:ph type="sldNum" sz="quarter" idx="11"/>
          </p:nvPr>
        </p:nvSpPr>
        <p:spPr/>
        <p:txBody>
          <a:bodyPr/>
          <a:lstStyle/>
          <a:p>
            <a:fld id="{E16BA917-7F09-4B8D-AF07-F52890C14046}" type="slidenum">
              <a:rPr lang="da-DK" smtClean="0"/>
              <a:pPr/>
              <a:t>2</a:t>
            </a:fld>
            <a:endParaRPr lang="da-DK"/>
          </a:p>
        </p:txBody>
      </p:sp>
      <p:sp>
        <p:nvSpPr>
          <p:cNvPr id="4" name="Text Placeholder 3">
            <a:extLst>
              <a:ext uri="{FF2B5EF4-FFF2-40B4-BE49-F238E27FC236}">
                <a16:creationId xmlns:a16="http://schemas.microsoft.com/office/drawing/2014/main" id="{2A69F279-8777-45EE-ADF8-C7A2C9C8293A}"/>
              </a:ext>
            </a:extLst>
          </p:cNvPr>
          <p:cNvSpPr>
            <a:spLocks noGrp="1"/>
          </p:cNvSpPr>
          <p:nvPr>
            <p:ph type="body" sz="quarter" idx="17"/>
          </p:nvPr>
        </p:nvSpPr>
        <p:spPr/>
        <p:txBody>
          <a:bodyPr/>
          <a:lstStyle/>
          <a:p>
            <a:endParaRPr lang="en-US"/>
          </a:p>
        </p:txBody>
      </p:sp>
      <p:sp>
        <p:nvSpPr>
          <p:cNvPr id="5" name="TextBox 4">
            <a:extLst>
              <a:ext uri="{FF2B5EF4-FFF2-40B4-BE49-F238E27FC236}">
                <a16:creationId xmlns:a16="http://schemas.microsoft.com/office/drawing/2014/main" id="{67E8D471-BA5C-4AAC-A2C9-82DB42DEB307}"/>
              </a:ext>
            </a:extLst>
          </p:cNvPr>
          <p:cNvSpPr txBox="1"/>
          <p:nvPr/>
        </p:nvSpPr>
        <p:spPr>
          <a:xfrm>
            <a:off x="670984" y="1773122"/>
            <a:ext cx="10850033" cy="4441853"/>
          </a:xfrm>
          <a:prstGeom prst="rect">
            <a:avLst/>
          </a:prstGeom>
          <a:noFill/>
        </p:spPr>
        <p:txBody>
          <a:bodyPr wrap="none" lIns="0" tIns="0" rIns="0" bIns="0" numCol="2" rtlCol="0" anchor="t">
            <a:noAutofit/>
          </a:bodyPr>
          <a:lstStyle/>
          <a:p>
            <a:pPr marL="342900" indent="-342900" defTabSz="179388">
              <a:buClr>
                <a:srgbClr val="00DEE6"/>
              </a:buClr>
              <a:buFont typeface="Arial" panose="020B0604020202020204" pitchFamily="34" charset="0"/>
              <a:buAutoNum type="arabicPeriod"/>
            </a:pPr>
            <a:r>
              <a:rPr lang="en-US" sz="1600">
                <a:latin typeface="+mn-lt"/>
                <a:ea typeface="ＭＳ Ｐゴシック"/>
              </a:rPr>
              <a:t>Exceptions</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Exception classes</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Testing throwing of the exceptions</a:t>
            </a:r>
          </a:p>
          <a:p>
            <a:pPr marL="342900" indent="-342900" defTabSz="179388">
              <a:buClr>
                <a:srgbClr val="00DEE6"/>
              </a:buClr>
              <a:buFont typeface="Arial" panose="020B0604020202020204" pitchFamily="34" charset="0"/>
              <a:buAutoNum type="arabicPeriod"/>
            </a:pPr>
            <a:r>
              <a:rPr lang="en-US" sz="1600" i="1">
                <a:latin typeface="+mn-lt"/>
                <a:ea typeface="ＭＳ Ｐゴシック"/>
              </a:rPr>
              <a:t>Practice 1</a:t>
            </a:r>
          </a:p>
          <a:p>
            <a:pPr marL="342900" indent="-342900" defTabSz="179388">
              <a:buClr>
                <a:srgbClr val="00DEE6"/>
              </a:buClr>
              <a:buFont typeface="Arial" panose="020B0604020202020204" pitchFamily="34" charset="0"/>
              <a:buAutoNum type="arabicPeriod"/>
            </a:pPr>
            <a:r>
              <a:rPr lang="en-US" sz="1600" i="1">
                <a:solidFill>
                  <a:schemeClr val="accent1">
                    <a:lumMod val="50000"/>
                  </a:schemeClr>
                </a:solidFill>
                <a:latin typeface="+mn-lt"/>
                <a:ea typeface="ＭＳ Ｐゴシック"/>
              </a:rPr>
              <a:t>Coffee break </a:t>
            </a:r>
            <a:endParaRPr lang="en-US" sz="1600">
              <a:latin typeface="+mn-lt"/>
              <a:ea typeface="ＭＳ Ｐゴシック"/>
            </a:endParaRPr>
          </a:p>
          <a:p>
            <a:pPr marL="342900" indent="-342900" defTabSz="179388">
              <a:buClr>
                <a:srgbClr val="00DEE6"/>
              </a:buClr>
              <a:buFont typeface="Arial" panose="020B0604020202020204" pitchFamily="34" charset="0"/>
              <a:buAutoNum type="arabicPeriod"/>
            </a:pPr>
            <a:r>
              <a:rPr lang="en-US" sz="1600">
                <a:latin typeface="+mn-lt"/>
                <a:ea typeface="ＭＳ Ｐゴシック"/>
              </a:rPr>
              <a:t>Finally block</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Exception throwing. Re-throwing of an exception</a:t>
            </a:r>
          </a:p>
          <a:p>
            <a:pPr marL="342900" indent="-342900" defTabSz="179388">
              <a:buClr>
                <a:srgbClr val="00DEE6"/>
              </a:buClr>
              <a:buFont typeface="Arial" panose="020B0604020202020204" pitchFamily="34" charset="0"/>
              <a:buAutoNum type="arabicPeriod"/>
            </a:pPr>
            <a:r>
              <a:rPr lang="en-US" sz="1600" i="1">
                <a:latin typeface="+mn-lt"/>
                <a:ea typeface="ＭＳ Ｐゴシック"/>
              </a:rPr>
              <a:t>Practice 2</a:t>
            </a:r>
            <a:endParaRPr lang="en-US" sz="1600">
              <a:latin typeface="+mn-lt"/>
              <a:ea typeface="ＭＳ Ｐゴシック"/>
            </a:endParaRPr>
          </a:p>
          <a:p>
            <a:pPr marL="342900" indent="-342900" defTabSz="179388">
              <a:buClr>
                <a:srgbClr val="00DEE6"/>
              </a:buClr>
              <a:buFont typeface="Arial" panose="020B0604020202020204" pitchFamily="34" charset="0"/>
              <a:buAutoNum type="arabicPeriod"/>
            </a:pPr>
            <a:r>
              <a:rPr lang="en-US" sz="1600" i="1">
                <a:solidFill>
                  <a:schemeClr val="accent1">
                    <a:lumMod val="50000"/>
                  </a:schemeClr>
                </a:solidFill>
                <a:latin typeface="+mn-lt"/>
                <a:ea typeface="ＭＳ Ｐゴシック"/>
              </a:rPr>
              <a:t>Coffee break </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User-defined exceptions. </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Exception filtering.</a:t>
            </a:r>
          </a:p>
          <a:p>
            <a:pPr marL="342900" indent="-342900" defTabSz="179388">
              <a:buClr>
                <a:srgbClr val="00DEE6"/>
              </a:buClr>
              <a:buFont typeface="Arial" panose="020B0604020202020204" pitchFamily="34" charset="0"/>
              <a:buAutoNum type="arabicPeriod"/>
            </a:pPr>
            <a:r>
              <a:rPr lang="en-US" sz="1600" i="1">
                <a:latin typeface="+mn-lt"/>
                <a:ea typeface="ＭＳ Ｐゴシック"/>
              </a:rPr>
              <a:t>Practice 3</a:t>
            </a:r>
            <a:r>
              <a:rPr lang="en-US" sz="1600">
                <a:latin typeface="+mn-lt"/>
                <a:ea typeface="ＭＳ Ｐゴシック"/>
              </a:rPr>
              <a:t> </a:t>
            </a:r>
          </a:p>
          <a:p>
            <a:pPr marL="342900" indent="-342900" defTabSz="179388">
              <a:buClr>
                <a:srgbClr val="00DEE6"/>
              </a:buClr>
              <a:buFontTx/>
              <a:buAutoNum type="arabicPeriod"/>
            </a:pPr>
            <a:r>
              <a:rPr lang="en-US" sz="1600">
                <a:solidFill>
                  <a:srgbClr val="000000"/>
                </a:solidFill>
                <a:latin typeface="+mn-lt"/>
                <a:ea typeface="ＭＳ Ｐゴシック"/>
                <a:cs typeface="Arial"/>
              </a:rPr>
              <a:t>Homework</a:t>
            </a:r>
            <a:endParaRPr lang="en-US" sz="1600">
              <a:solidFill>
                <a:srgbClr val="000000"/>
              </a:solidFill>
              <a:latin typeface="+mn-lt"/>
              <a:cs typeface="Arial"/>
            </a:endParaRPr>
          </a:p>
        </p:txBody>
      </p:sp>
    </p:spTree>
    <p:extLst>
      <p:ext uri="{BB962C8B-B14F-4D97-AF65-F5344CB8AC3E}">
        <p14:creationId xmlns:p14="http://schemas.microsoft.com/office/powerpoint/2010/main" val="738792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3</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da-DK"/>
              <a:t>definition</a:t>
            </a:r>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r>
              <a:rPr lang="da-DK" err="1"/>
              <a:t>exceptions</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2001" y="1620838"/>
            <a:ext cx="10856912" cy="1150937"/>
          </a:xfrm>
        </p:spPr>
        <p:txBody>
          <a:bodyPr/>
          <a:lstStyle/>
          <a:p>
            <a:pPr marL="0" indent="0">
              <a:buNone/>
            </a:pPr>
            <a:r>
              <a:rPr lang="en-US" sz="2800" b="0" i="0">
                <a:solidFill>
                  <a:srgbClr val="000000"/>
                </a:solidFill>
                <a:effectLst/>
                <a:latin typeface="Arial" panose="020B0604020202020204" pitchFamily="34" charset="0"/>
              </a:rPr>
              <a:t>An </a:t>
            </a:r>
            <a:r>
              <a:rPr lang="en-US" sz="2800" b="0">
                <a:solidFill>
                  <a:schemeClr val="accent2"/>
                </a:solidFill>
                <a:effectLst/>
                <a:latin typeface="Arial" panose="020B0604020202020204" pitchFamily="34" charset="0"/>
              </a:rPr>
              <a:t>exception</a:t>
            </a:r>
            <a:r>
              <a:rPr lang="en-US" sz="2800" b="0" i="0">
                <a:solidFill>
                  <a:srgbClr val="000000"/>
                </a:solidFill>
                <a:effectLst/>
                <a:latin typeface="Arial" panose="020B0604020202020204" pitchFamily="34" charset="0"/>
              </a:rPr>
              <a:t> is an event, which occurs during the execution of a program, that disrupts the normal flow of the program's instructions.</a:t>
            </a:r>
            <a:endParaRPr lang="da-DK" sz="2800"/>
          </a:p>
        </p:txBody>
      </p:sp>
      <p:pic>
        <p:nvPicPr>
          <p:cNvPr id="7" name="Picture 6">
            <a:extLst>
              <a:ext uri="{FF2B5EF4-FFF2-40B4-BE49-F238E27FC236}">
                <a16:creationId xmlns:a16="http://schemas.microsoft.com/office/drawing/2014/main" id="{BC3B19E2-5CBE-44F2-B46D-3880EE7EEE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6535" y="2771775"/>
            <a:ext cx="4972050" cy="3048000"/>
          </a:xfrm>
          <a:prstGeom prst="rect">
            <a:avLst/>
          </a:prstGeom>
        </p:spPr>
      </p:pic>
    </p:spTree>
    <p:extLst>
      <p:ext uri="{BB962C8B-B14F-4D97-AF65-F5344CB8AC3E}">
        <p14:creationId xmlns:p14="http://schemas.microsoft.com/office/powerpoint/2010/main" val="187102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019ADA-36B8-4990-9548-372F3BE9B3B7}"/>
              </a:ext>
            </a:extLst>
          </p:cNvPr>
          <p:cNvSpPr>
            <a:spLocks noGrp="1"/>
          </p:cNvSpPr>
          <p:nvPr>
            <p:ph type="sldNum" sz="quarter" idx="11"/>
          </p:nvPr>
        </p:nvSpPr>
        <p:spPr/>
        <p:txBody>
          <a:bodyPr/>
          <a:lstStyle/>
          <a:p>
            <a:fld id="{E16BA917-7F09-4B8D-AF07-F52890C14046}" type="slidenum">
              <a:rPr lang="da-DK" smtClean="0"/>
              <a:pPr/>
              <a:t>4</a:t>
            </a:fld>
            <a:endParaRPr lang="da-DK"/>
          </a:p>
        </p:txBody>
      </p:sp>
      <p:sp>
        <p:nvSpPr>
          <p:cNvPr id="3" name="Text Placeholder 2">
            <a:extLst>
              <a:ext uri="{FF2B5EF4-FFF2-40B4-BE49-F238E27FC236}">
                <a16:creationId xmlns:a16="http://schemas.microsoft.com/office/drawing/2014/main" id="{B68B9935-E386-44E7-9E59-F3E2D45988A0}"/>
              </a:ext>
            </a:extLst>
          </p:cNvPr>
          <p:cNvSpPr>
            <a:spLocks noGrp="1"/>
          </p:cNvSpPr>
          <p:nvPr>
            <p:ph type="body" sz="quarter" idx="17"/>
          </p:nvPr>
        </p:nvSpPr>
        <p:spPr/>
        <p:txBody>
          <a:bodyPr/>
          <a:lstStyle/>
          <a:p>
            <a:r>
              <a:rPr lang="en-US"/>
              <a:t>Error handling</a:t>
            </a:r>
          </a:p>
        </p:txBody>
      </p:sp>
      <p:sp>
        <p:nvSpPr>
          <p:cNvPr id="4" name="Title 3">
            <a:extLst>
              <a:ext uri="{FF2B5EF4-FFF2-40B4-BE49-F238E27FC236}">
                <a16:creationId xmlns:a16="http://schemas.microsoft.com/office/drawing/2014/main" id="{2FDA8BF0-220D-4B75-BBF7-AFA9D7D00CF7}"/>
              </a:ext>
            </a:extLst>
          </p:cNvPr>
          <p:cNvSpPr>
            <a:spLocks noGrp="1"/>
          </p:cNvSpPr>
          <p:nvPr>
            <p:ph type="title"/>
          </p:nvPr>
        </p:nvSpPr>
        <p:spPr/>
        <p:txBody>
          <a:bodyPr/>
          <a:lstStyle/>
          <a:p>
            <a:r>
              <a:rPr lang="en-US"/>
              <a:t>exceptions</a:t>
            </a:r>
          </a:p>
        </p:txBody>
      </p:sp>
      <p:sp>
        <p:nvSpPr>
          <p:cNvPr id="5" name="Content Placeholder 4">
            <a:extLst>
              <a:ext uri="{FF2B5EF4-FFF2-40B4-BE49-F238E27FC236}">
                <a16:creationId xmlns:a16="http://schemas.microsoft.com/office/drawing/2014/main" id="{DB00EC3F-1075-40DC-88B4-4C3E3F5A7EE8}"/>
              </a:ext>
            </a:extLst>
          </p:cNvPr>
          <p:cNvSpPr>
            <a:spLocks noGrp="1"/>
          </p:cNvSpPr>
          <p:nvPr>
            <p:ph sz="quarter" idx="19"/>
          </p:nvPr>
        </p:nvSpPr>
        <p:spPr>
          <a:xfrm>
            <a:off x="672001" y="1620839"/>
            <a:ext cx="10856912" cy="2227262"/>
          </a:xfrm>
        </p:spPr>
        <p:txBody>
          <a:bodyPr/>
          <a:lstStyle/>
          <a:p>
            <a:r>
              <a:rPr lang="en-US"/>
              <a:t>Prevent a program crash</a:t>
            </a:r>
          </a:p>
          <a:p>
            <a:r>
              <a:rPr lang="en-US"/>
              <a:t>Chance to retry/fix an action </a:t>
            </a:r>
          </a:p>
          <a:p>
            <a:r>
              <a:rPr lang="en-US"/>
              <a:t>Logging </a:t>
            </a:r>
          </a:p>
          <a:p>
            <a:r>
              <a:rPr lang="en-US"/>
              <a:t>Providing meaningful messages to the end user</a:t>
            </a:r>
          </a:p>
        </p:txBody>
      </p:sp>
    </p:spTree>
    <p:extLst>
      <p:ext uri="{BB962C8B-B14F-4D97-AF65-F5344CB8AC3E}">
        <p14:creationId xmlns:p14="http://schemas.microsoft.com/office/powerpoint/2010/main" val="999503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75EDCD-348F-411C-A8F4-8D9F97497F19}"/>
              </a:ext>
            </a:extLst>
          </p:cNvPr>
          <p:cNvSpPr>
            <a:spLocks noGrp="1"/>
          </p:cNvSpPr>
          <p:nvPr>
            <p:ph type="sldNum" sz="quarter" idx="11"/>
          </p:nvPr>
        </p:nvSpPr>
        <p:spPr/>
        <p:txBody>
          <a:bodyPr/>
          <a:lstStyle/>
          <a:p>
            <a:fld id="{E16BA917-7F09-4B8D-AF07-F52890C14046}" type="slidenum">
              <a:rPr lang="da-DK" smtClean="0"/>
              <a:pPr/>
              <a:t>5</a:t>
            </a:fld>
            <a:endParaRPr lang="da-DK"/>
          </a:p>
        </p:txBody>
      </p:sp>
      <p:sp>
        <p:nvSpPr>
          <p:cNvPr id="3" name="Text Placeholder 2">
            <a:extLst>
              <a:ext uri="{FF2B5EF4-FFF2-40B4-BE49-F238E27FC236}">
                <a16:creationId xmlns:a16="http://schemas.microsoft.com/office/drawing/2014/main" id="{0E786724-C050-4A05-A9D5-E52A54918468}"/>
              </a:ext>
            </a:extLst>
          </p:cNvPr>
          <p:cNvSpPr>
            <a:spLocks noGrp="1"/>
          </p:cNvSpPr>
          <p:nvPr>
            <p:ph type="body" sz="quarter" idx="17"/>
          </p:nvPr>
        </p:nvSpPr>
        <p:spPr/>
        <p:txBody>
          <a:bodyPr/>
          <a:lstStyle/>
          <a:p>
            <a:r>
              <a:rPr lang="en-US"/>
              <a:t>What is </a:t>
            </a:r>
            <a:r>
              <a:rPr lang="en-US" err="1"/>
              <a:t>.Net</a:t>
            </a:r>
            <a:r>
              <a:rPr lang="en-US"/>
              <a:t> exception?</a:t>
            </a:r>
          </a:p>
        </p:txBody>
      </p:sp>
      <p:sp>
        <p:nvSpPr>
          <p:cNvPr id="4" name="Title 3">
            <a:extLst>
              <a:ext uri="{FF2B5EF4-FFF2-40B4-BE49-F238E27FC236}">
                <a16:creationId xmlns:a16="http://schemas.microsoft.com/office/drawing/2014/main" id="{7FCE60E5-330B-40A8-848E-65EC7CF20C05}"/>
              </a:ext>
            </a:extLst>
          </p:cNvPr>
          <p:cNvSpPr>
            <a:spLocks noGrp="1"/>
          </p:cNvSpPr>
          <p:nvPr>
            <p:ph type="title"/>
          </p:nvPr>
        </p:nvSpPr>
        <p:spPr/>
        <p:txBody>
          <a:bodyPr/>
          <a:lstStyle/>
          <a:p>
            <a:r>
              <a:rPr lang="en-US"/>
              <a:t>exceptions</a:t>
            </a:r>
          </a:p>
        </p:txBody>
      </p:sp>
      <p:sp>
        <p:nvSpPr>
          <p:cNvPr id="5" name="Content Placeholder 4">
            <a:extLst>
              <a:ext uri="{FF2B5EF4-FFF2-40B4-BE49-F238E27FC236}">
                <a16:creationId xmlns:a16="http://schemas.microsoft.com/office/drawing/2014/main" id="{2DDDAEAC-642C-437F-92C9-7AC7E7307B79}"/>
              </a:ext>
            </a:extLst>
          </p:cNvPr>
          <p:cNvSpPr>
            <a:spLocks noGrp="1"/>
          </p:cNvSpPr>
          <p:nvPr>
            <p:ph sz="quarter" idx="19"/>
          </p:nvPr>
        </p:nvSpPr>
        <p:spPr/>
        <p:txBody>
          <a:bodyPr/>
          <a:lstStyle/>
          <a:p>
            <a:r>
              <a:rPr lang="en-US"/>
              <a:t>Exception object</a:t>
            </a:r>
          </a:p>
          <a:p>
            <a:r>
              <a:rPr lang="en-US" err="1"/>
              <a:t>System.Exception</a:t>
            </a:r>
            <a:endParaRPr lang="en-US"/>
          </a:p>
          <a:p>
            <a:r>
              <a:rPr lang="en-US"/>
              <a:t>Sources of the exception classes: </a:t>
            </a:r>
            <a:br>
              <a:rPr lang="en-US"/>
            </a:br>
            <a:r>
              <a:rPr lang="en-US"/>
              <a:t>- </a:t>
            </a:r>
            <a:r>
              <a:rPr lang="en-US" err="1"/>
              <a:t>.Net</a:t>
            </a:r>
            <a:r>
              <a:rPr lang="en-US"/>
              <a:t> framework</a:t>
            </a:r>
            <a:br>
              <a:rPr lang="en-US"/>
            </a:br>
            <a:r>
              <a:rPr lang="en-US"/>
              <a:t>- external libraries</a:t>
            </a:r>
            <a:br>
              <a:rPr lang="en-US"/>
            </a:br>
            <a:r>
              <a:rPr lang="en-US"/>
              <a:t>- custom exception specific to your application</a:t>
            </a:r>
          </a:p>
        </p:txBody>
      </p:sp>
      <p:sp>
        <p:nvSpPr>
          <p:cNvPr id="6" name="Rectangle 5">
            <a:extLst>
              <a:ext uri="{FF2B5EF4-FFF2-40B4-BE49-F238E27FC236}">
                <a16:creationId xmlns:a16="http://schemas.microsoft.com/office/drawing/2014/main" id="{AA546576-9FDC-49A4-855F-D9EC4B32FC3F}"/>
              </a:ext>
            </a:extLst>
          </p:cNvPr>
          <p:cNvSpPr/>
          <p:nvPr/>
        </p:nvSpPr>
        <p:spPr>
          <a:xfrm>
            <a:off x="6088518" y="3390047"/>
            <a:ext cx="1866900" cy="533400"/>
          </a:xfrm>
          <a:prstGeom prst="rect">
            <a:avLst/>
          </a:prstGeom>
          <a:solidFill>
            <a:schemeClr val="accent4">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err="1">
                <a:solidFill>
                  <a:schemeClr val="tx1"/>
                </a:solidFill>
              </a:rPr>
              <a:t>MethodA</a:t>
            </a:r>
            <a:endParaRPr lang="en-US" sz="1600">
              <a:solidFill>
                <a:schemeClr val="tx1"/>
              </a:solidFill>
            </a:endParaRPr>
          </a:p>
        </p:txBody>
      </p:sp>
      <p:sp>
        <p:nvSpPr>
          <p:cNvPr id="11" name="Rectangle 10">
            <a:extLst>
              <a:ext uri="{FF2B5EF4-FFF2-40B4-BE49-F238E27FC236}">
                <a16:creationId xmlns:a16="http://schemas.microsoft.com/office/drawing/2014/main" id="{98C658A3-9A62-4C62-9116-A20DB6AF1D97}"/>
              </a:ext>
            </a:extLst>
          </p:cNvPr>
          <p:cNvSpPr/>
          <p:nvPr/>
        </p:nvSpPr>
        <p:spPr>
          <a:xfrm>
            <a:off x="7288668" y="4085901"/>
            <a:ext cx="1866900" cy="533400"/>
          </a:xfrm>
          <a:prstGeom prst="rect">
            <a:avLst/>
          </a:prstGeom>
          <a:solidFill>
            <a:schemeClr val="accent4">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err="1">
                <a:solidFill>
                  <a:schemeClr val="tx1"/>
                </a:solidFill>
              </a:rPr>
              <a:t>MethodB</a:t>
            </a:r>
            <a:endParaRPr lang="en-US" sz="1600">
              <a:solidFill>
                <a:schemeClr val="tx1"/>
              </a:solidFill>
            </a:endParaRPr>
          </a:p>
        </p:txBody>
      </p:sp>
      <p:sp>
        <p:nvSpPr>
          <p:cNvPr id="12" name="Rectangle 11">
            <a:extLst>
              <a:ext uri="{FF2B5EF4-FFF2-40B4-BE49-F238E27FC236}">
                <a16:creationId xmlns:a16="http://schemas.microsoft.com/office/drawing/2014/main" id="{A7FF3CF7-3863-4E41-A654-7046471D04B4}"/>
              </a:ext>
            </a:extLst>
          </p:cNvPr>
          <p:cNvSpPr/>
          <p:nvPr/>
        </p:nvSpPr>
        <p:spPr>
          <a:xfrm>
            <a:off x="8441193" y="4781755"/>
            <a:ext cx="1866900" cy="533400"/>
          </a:xfrm>
          <a:prstGeom prst="rect">
            <a:avLst/>
          </a:prstGeom>
          <a:solidFill>
            <a:schemeClr val="accent4">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err="1">
                <a:solidFill>
                  <a:schemeClr val="tx1"/>
                </a:solidFill>
              </a:rPr>
              <a:t>MethodC</a:t>
            </a:r>
            <a:endParaRPr lang="en-US" sz="1600">
              <a:solidFill>
                <a:schemeClr val="tx1"/>
              </a:solidFill>
            </a:endParaRPr>
          </a:p>
        </p:txBody>
      </p:sp>
      <p:sp>
        <p:nvSpPr>
          <p:cNvPr id="13" name="Arrow: Bent-Up 12">
            <a:extLst>
              <a:ext uri="{FF2B5EF4-FFF2-40B4-BE49-F238E27FC236}">
                <a16:creationId xmlns:a16="http://schemas.microsoft.com/office/drawing/2014/main" id="{8C158E02-7B67-42E7-81CC-82BC0070536B}"/>
              </a:ext>
            </a:extLst>
          </p:cNvPr>
          <p:cNvSpPr/>
          <p:nvPr/>
        </p:nvSpPr>
        <p:spPr>
          <a:xfrm rot="5400000">
            <a:off x="6656207" y="3806191"/>
            <a:ext cx="533401" cy="731520"/>
          </a:xfrm>
          <a:prstGeom prst="bentUpArrow">
            <a:avLst/>
          </a:prstGeom>
          <a:solidFill>
            <a:srgbClr val="00B050"/>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16" name="Arrow: Bent-Up 15">
            <a:extLst>
              <a:ext uri="{FF2B5EF4-FFF2-40B4-BE49-F238E27FC236}">
                <a16:creationId xmlns:a16="http://schemas.microsoft.com/office/drawing/2014/main" id="{6B8A7B14-8F44-495F-9B6B-8B97757A603D}"/>
              </a:ext>
            </a:extLst>
          </p:cNvPr>
          <p:cNvSpPr/>
          <p:nvPr/>
        </p:nvSpPr>
        <p:spPr>
          <a:xfrm rot="5400000">
            <a:off x="9123182" y="5216095"/>
            <a:ext cx="533401" cy="731520"/>
          </a:xfrm>
          <a:prstGeom prst="bentUpArrow">
            <a:avLst/>
          </a:prstGeom>
          <a:solidFill>
            <a:srgbClr val="00B050"/>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17" name="Rectangle 16">
            <a:extLst>
              <a:ext uri="{FF2B5EF4-FFF2-40B4-BE49-F238E27FC236}">
                <a16:creationId xmlns:a16="http://schemas.microsoft.com/office/drawing/2014/main" id="{B5C27346-5BBE-4524-BE20-30D6A96CADED}"/>
              </a:ext>
            </a:extLst>
          </p:cNvPr>
          <p:cNvSpPr/>
          <p:nvPr/>
        </p:nvSpPr>
        <p:spPr>
          <a:xfrm>
            <a:off x="6088518" y="3390048"/>
            <a:ext cx="1866900" cy="533400"/>
          </a:xfrm>
          <a:prstGeom prst="rect">
            <a:avLst/>
          </a:prstGeom>
          <a:solidFill>
            <a:schemeClr val="accent4">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err="1">
                <a:solidFill>
                  <a:schemeClr val="tx1"/>
                </a:solidFill>
              </a:rPr>
              <a:t>MethodA</a:t>
            </a:r>
            <a:endParaRPr lang="en-US" sz="1600">
              <a:solidFill>
                <a:schemeClr val="tx1"/>
              </a:solidFill>
            </a:endParaRPr>
          </a:p>
        </p:txBody>
      </p:sp>
      <p:sp>
        <p:nvSpPr>
          <p:cNvPr id="18" name="Arrow: Bent-Up 17">
            <a:extLst>
              <a:ext uri="{FF2B5EF4-FFF2-40B4-BE49-F238E27FC236}">
                <a16:creationId xmlns:a16="http://schemas.microsoft.com/office/drawing/2014/main" id="{A8E020F2-F0B0-402B-8BDA-929B360F4CAE}"/>
              </a:ext>
            </a:extLst>
          </p:cNvPr>
          <p:cNvSpPr/>
          <p:nvPr/>
        </p:nvSpPr>
        <p:spPr>
          <a:xfrm rot="5400000">
            <a:off x="6656207" y="3806192"/>
            <a:ext cx="533401" cy="731520"/>
          </a:xfrm>
          <a:prstGeom prst="bentUpArrow">
            <a:avLst/>
          </a:prstGeom>
          <a:solidFill>
            <a:srgbClr val="00B050"/>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7" name="Group 26">
            <a:extLst>
              <a:ext uri="{FF2B5EF4-FFF2-40B4-BE49-F238E27FC236}">
                <a16:creationId xmlns:a16="http://schemas.microsoft.com/office/drawing/2014/main" id="{7AD83C6F-6978-4C8A-8C1E-CF05B916644F}"/>
              </a:ext>
            </a:extLst>
          </p:cNvPr>
          <p:cNvGrpSpPr/>
          <p:nvPr/>
        </p:nvGrpSpPr>
        <p:grpSpPr>
          <a:xfrm>
            <a:off x="6088518" y="3390049"/>
            <a:ext cx="5859163" cy="2641849"/>
            <a:chOff x="6088518" y="3390049"/>
            <a:chExt cx="5859163" cy="2641849"/>
          </a:xfrm>
        </p:grpSpPr>
        <p:sp>
          <p:nvSpPr>
            <p:cNvPr id="14" name="Arrow: Bent-Up 13">
              <a:extLst>
                <a:ext uri="{FF2B5EF4-FFF2-40B4-BE49-F238E27FC236}">
                  <a16:creationId xmlns:a16="http://schemas.microsoft.com/office/drawing/2014/main" id="{A4EF8DB6-0D0A-4807-8FB9-34D228349BF3}"/>
                </a:ext>
              </a:extLst>
            </p:cNvPr>
            <p:cNvSpPr/>
            <p:nvPr/>
          </p:nvSpPr>
          <p:spPr>
            <a:xfrm rot="5400000">
              <a:off x="7808732" y="4499352"/>
              <a:ext cx="533401" cy="731520"/>
            </a:xfrm>
            <a:prstGeom prst="bentUpArrow">
              <a:avLst/>
            </a:prstGeom>
            <a:solidFill>
              <a:srgbClr val="00B050"/>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15" name="Rectangle 14">
              <a:extLst>
                <a:ext uri="{FF2B5EF4-FFF2-40B4-BE49-F238E27FC236}">
                  <a16:creationId xmlns:a16="http://schemas.microsoft.com/office/drawing/2014/main" id="{EC9477A3-0176-465D-9A31-F190EBB26471}"/>
                </a:ext>
              </a:extLst>
            </p:cNvPr>
            <p:cNvSpPr/>
            <p:nvPr/>
          </p:nvSpPr>
          <p:spPr>
            <a:xfrm>
              <a:off x="9755643" y="5498498"/>
              <a:ext cx="1866900" cy="533400"/>
            </a:xfrm>
            <a:prstGeom prst="rect">
              <a:avLst/>
            </a:prstGeom>
            <a:solidFill>
              <a:schemeClr val="accent4">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err="1">
                  <a:solidFill>
                    <a:schemeClr val="tx1"/>
                  </a:solidFill>
                </a:rPr>
                <a:t>MethodD</a:t>
              </a:r>
              <a:endParaRPr lang="en-US" sz="1600">
                <a:solidFill>
                  <a:schemeClr val="tx1"/>
                </a:solidFill>
              </a:endParaRPr>
            </a:p>
          </p:txBody>
        </p:sp>
        <p:sp>
          <p:nvSpPr>
            <p:cNvPr id="19" name="Rectangle 18">
              <a:extLst>
                <a:ext uri="{FF2B5EF4-FFF2-40B4-BE49-F238E27FC236}">
                  <a16:creationId xmlns:a16="http://schemas.microsoft.com/office/drawing/2014/main" id="{DE690499-78D8-42C0-899C-517023985FD3}"/>
                </a:ext>
              </a:extLst>
            </p:cNvPr>
            <p:cNvSpPr/>
            <p:nvPr/>
          </p:nvSpPr>
          <p:spPr>
            <a:xfrm>
              <a:off x="7288668" y="4085902"/>
              <a:ext cx="1866900" cy="533400"/>
            </a:xfrm>
            <a:prstGeom prst="rect">
              <a:avLst/>
            </a:prstGeom>
            <a:solidFill>
              <a:schemeClr val="accent4">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err="1">
                  <a:solidFill>
                    <a:schemeClr val="tx1"/>
                  </a:solidFill>
                </a:rPr>
                <a:t>MethodB</a:t>
              </a:r>
              <a:endParaRPr lang="en-US" sz="1600">
                <a:solidFill>
                  <a:schemeClr val="tx1"/>
                </a:solidFill>
              </a:endParaRPr>
            </a:p>
          </p:txBody>
        </p:sp>
        <p:sp>
          <p:nvSpPr>
            <p:cNvPr id="20" name="Rectangle 19">
              <a:extLst>
                <a:ext uri="{FF2B5EF4-FFF2-40B4-BE49-F238E27FC236}">
                  <a16:creationId xmlns:a16="http://schemas.microsoft.com/office/drawing/2014/main" id="{E4372CE9-F9DF-4045-A649-9C31CC97BD75}"/>
                </a:ext>
              </a:extLst>
            </p:cNvPr>
            <p:cNvSpPr/>
            <p:nvPr/>
          </p:nvSpPr>
          <p:spPr>
            <a:xfrm>
              <a:off x="8441193" y="4781756"/>
              <a:ext cx="1866900" cy="533400"/>
            </a:xfrm>
            <a:prstGeom prst="rect">
              <a:avLst/>
            </a:prstGeom>
            <a:solidFill>
              <a:schemeClr val="accent4">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err="1">
                  <a:solidFill>
                    <a:schemeClr val="tx1"/>
                  </a:solidFill>
                </a:rPr>
                <a:t>MethodC</a:t>
              </a:r>
              <a:endParaRPr lang="en-US" sz="1600">
                <a:solidFill>
                  <a:schemeClr val="tx1"/>
                </a:solidFill>
              </a:endParaRPr>
            </a:p>
          </p:txBody>
        </p:sp>
        <p:sp>
          <p:nvSpPr>
            <p:cNvPr id="21" name="Arrow: Bent-Up 20">
              <a:extLst>
                <a:ext uri="{FF2B5EF4-FFF2-40B4-BE49-F238E27FC236}">
                  <a16:creationId xmlns:a16="http://schemas.microsoft.com/office/drawing/2014/main" id="{9989F0FE-E751-4C1B-B1D4-FF976EAFA91A}"/>
                </a:ext>
              </a:extLst>
            </p:cNvPr>
            <p:cNvSpPr/>
            <p:nvPr/>
          </p:nvSpPr>
          <p:spPr>
            <a:xfrm rot="5400000">
              <a:off x="9123182" y="5216096"/>
              <a:ext cx="533401" cy="731520"/>
            </a:xfrm>
            <a:prstGeom prst="bentUpArrow">
              <a:avLst/>
            </a:prstGeom>
            <a:solidFill>
              <a:srgbClr val="00B050"/>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2" name="Rectangle 21">
              <a:extLst>
                <a:ext uri="{FF2B5EF4-FFF2-40B4-BE49-F238E27FC236}">
                  <a16:creationId xmlns:a16="http://schemas.microsoft.com/office/drawing/2014/main" id="{3FD1FC2C-9476-4F06-8F5D-BCA694FD5CB0}"/>
                </a:ext>
              </a:extLst>
            </p:cNvPr>
            <p:cNvSpPr/>
            <p:nvPr/>
          </p:nvSpPr>
          <p:spPr>
            <a:xfrm>
              <a:off x="6088518" y="3390049"/>
              <a:ext cx="1866900" cy="533400"/>
            </a:xfrm>
            <a:prstGeom prst="rect">
              <a:avLst/>
            </a:prstGeom>
            <a:solidFill>
              <a:schemeClr val="accent4">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err="1">
                  <a:solidFill>
                    <a:schemeClr val="tx1"/>
                  </a:solidFill>
                </a:rPr>
                <a:t>MethodA</a:t>
              </a:r>
              <a:endParaRPr lang="en-US" sz="1600">
                <a:solidFill>
                  <a:schemeClr val="tx1"/>
                </a:solidFill>
              </a:endParaRPr>
            </a:p>
          </p:txBody>
        </p:sp>
        <p:sp>
          <p:nvSpPr>
            <p:cNvPr id="23" name="Arrow: Bent-Up 22">
              <a:extLst>
                <a:ext uri="{FF2B5EF4-FFF2-40B4-BE49-F238E27FC236}">
                  <a16:creationId xmlns:a16="http://schemas.microsoft.com/office/drawing/2014/main" id="{003EDEFF-5A59-4254-A2AF-C367709C724B}"/>
                </a:ext>
              </a:extLst>
            </p:cNvPr>
            <p:cNvSpPr/>
            <p:nvPr/>
          </p:nvSpPr>
          <p:spPr>
            <a:xfrm rot="5400000">
              <a:off x="6656207" y="3806193"/>
              <a:ext cx="533401" cy="731520"/>
            </a:xfrm>
            <a:prstGeom prst="bentUpArrow">
              <a:avLst/>
            </a:prstGeom>
            <a:solidFill>
              <a:srgbClr val="00B050"/>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4" name="Arrow: Bent-Up 23">
              <a:extLst>
                <a:ext uri="{FF2B5EF4-FFF2-40B4-BE49-F238E27FC236}">
                  <a16:creationId xmlns:a16="http://schemas.microsoft.com/office/drawing/2014/main" id="{D33C34F0-8782-40BA-B085-6827425FB210}"/>
                </a:ext>
              </a:extLst>
            </p:cNvPr>
            <p:cNvSpPr/>
            <p:nvPr/>
          </p:nvSpPr>
          <p:spPr>
            <a:xfrm rot="16200000">
              <a:off x="10301960" y="4909436"/>
              <a:ext cx="563620" cy="614504"/>
            </a:xfrm>
            <a:prstGeom prst="bentUpArrow">
              <a:avLst/>
            </a:prstGeom>
            <a:solidFill>
              <a:srgbClr val="FFFF00"/>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5" name="Arrow: Bent-Up 24">
              <a:extLst>
                <a:ext uri="{FF2B5EF4-FFF2-40B4-BE49-F238E27FC236}">
                  <a16:creationId xmlns:a16="http://schemas.microsoft.com/office/drawing/2014/main" id="{36A5D383-0994-4EF5-AD3D-87801DE8DA7E}"/>
                </a:ext>
              </a:extLst>
            </p:cNvPr>
            <p:cNvSpPr/>
            <p:nvPr/>
          </p:nvSpPr>
          <p:spPr>
            <a:xfrm rot="16200000">
              <a:off x="9192704" y="4185682"/>
              <a:ext cx="563620" cy="614504"/>
            </a:xfrm>
            <a:prstGeom prst="bentUpArrow">
              <a:avLst/>
            </a:prstGeom>
            <a:solidFill>
              <a:srgbClr val="FFFF00"/>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6" name="Oval 25">
              <a:extLst>
                <a:ext uri="{FF2B5EF4-FFF2-40B4-BE49-F238E27FC236}">
                  <a16:creationId xmlns:a16="http://schemas.microsoft.com/office/drawing/2014/main" id="{67A10792-A28B-459C-B2CB-C1F8DFEA5CD9}"/>
                </a:ext>
              </a:extLst>
            </p:cNvPr>
            <p:cNvSpPr/>
            <p:nvPr/>
          </p:nvSpPr>
          <p:spPr>
            <a:xfrm>
              <a:off x="10415651" y="4248225"/>
              <a:ext cx="1532030" cy="695854"/>
            </a:xfrm>
            <a:prstGeom prst="ellipse">
              <a:avLst/>
            </a:prstGeom>
            <a:solidFill>
              <a:srgbClr val="FF0000"/>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exception</a:t>
              </a:r>
            </a:p>
          </p:txBody>
        </p:sp>
      </p:grpSp>
    </p:spTree>
    <p:extLst>
      <p:ext uri="{BB962C8B-B14F-4D97-AF65-F5344CB8AC3E}">
        <p14:creationId xmlns:p14="http://schemas.microsoft.com/office/powerpoint/2010/main" val="567027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8B0FC8-B2BE-4D1F-B83B-885CAB2C0BCD}"/>
              </a:ext>
            </a:extLst>
          </p:cNvPr>
          <p:cNvSpPr>
            <a:spLocks noGrp="1"/>
          </p:cNvSpPr>
          <p:nvPr>
            <p:ph type="sldNum" sz="quarter" idx="11"/>
          </p:nvPr>
        </p:nvSpPr>
        <p:spPr/>
        <p:txBody>
          <a:bodyPr/>
          <a:lstStyle/>
          <a:p>
            <a:fld id="{E16BA917-7F09-4B8D-AF07-F52890C14046}" type="slidenum">
              <a:rPr lang="da-DK" smtClean="0"/>
              <a:pPr/>
              <a:t>6</a:t>
            </a:fld>
            <a:endParaRPr lang="da-DK"/>
          </a:p>
        </p:txBody>
      </p:sp>
      <p:sp>
        <p:nvSpPr>
          <p:cNvPr id="3" name="Text Placeholder 2">
            <a:extLst>
              <a:ext uri="{FF2B5EF4-FFF2-40B4-BE49-F238E27FC236}">
                <a16:creationId xmlns:a16="http://schemas.microsoft.com/office/drawing/2014/main" id="{70F61EA9-B173-4760-BF10-D704CDBA1572}"/>
              </a:ext>
            </a:extLst>
          </p:cNvPr>
          <p:cNvSpPr>
            <a:spLocks noGrp="1"/>
          </p:cNvSpPr>
          <p:nvPr>
            <p:ph type="body" sz="quarter" idx="17"/>
          </p:nvPr>
        </p:nvSpPr>
        <p:spPr/>
        <p:txBody>
          <a:bodyPr/>
          <a:lstStyle/>
          <a:p>
            <a:r>
              <a:rPr lang="en-US"/>
              <a:t>Exceptions Class Hierarchy</a:t>
            </a:r>
          </a:p>
          <a:p>
            <a:endParaRPr lang="en-US"/>
          </a:p>
        </p:txBody>
      </p:sp>
      <p:sp>
        <p:nvSpPr>
          <p:cNvPr id="4" name="Title 3">
            <a:extLst>
              <a:ext uri="{FF2B5EF4-FFF2-40B4-BE49-F238E27FC236}">
                <a16:creationId xmlns:a16="http://schemas.microsoft.com/office/drawing/2014/main" id="{CA49C558-E1C4-4473-891D-4CAA04BB3946}"/>
              </a:ext>
            </a:extLst>
          </p:cNvPr>
          <p:cNvSpPr>
            <a:spLocks noGrp="1"/>
          </p:cNvSpPr>
          <p:nvPr>
            <p:ph type="title"/>
          </p:nvPr>
        </p:nvSpPr>
        <p:spPr/>
        <p:txBody>
          <a:bodyPr/>
          <a:lstStyle/>
          <a:p>
            <a:r>
              <a:rPr lang="en-US"/>
              <a:t>Exceptions</a:t>
            </a:r>
          </a:p>
        </p:txBody>
      </p:sp>
      <p:sp>
        <p:nvSpPr>
          <p:cNvPr id="5" name="Content Placeholder 4">
            <a:extLst>
              <a:ext uri="{FF2B5EF4-FFF2-40B4-BE49-F238E27FC236}">
                <a16:creationId xmlns:a16="http://schemas.microsoft.com/office/drawing/2014/main" id="{5312B079-C8ED-4A1C-A212-9C261B3E5C8F}"/>
              </a:ext>
            </a:extLst>
          </p:cNvPr>
          <p:cNvSpPr>
            <a:spLocks noGrp="1"/>
          </p:cNvSpPr>
          <p:nvPr>
            <p:ph sz="quarter" idx="19"/>
          </p:nvPr>
        </p:nvSpPr>
        <p:spPr/>
        <p:txBody>
          <a:bodyPr/>
          <a:lstStyle/>
          <a:p>
            <a:endParaRPr lang="en-US"/>
          </a:p>
        </p:txBody>
      </p:sp>
      <p:sp>
        <p:nvSpPr>
          <p:cNvPr id="6" name="Rectangle 5">
            <a:extLst>
              <a:ext uri="{FF2B5EF4-FFF2-40B4-BE49-F238E27FC236}">
                <a16:creationId xmlns:a16="http://schemas.microsoft.com/office/drawing/2014/main" id="{3ADDAF7F-07E5-4C3B-8002-9F1F2D64BC26}"/>
              </a:ext>
            </a:extLst>
          </p:cNvPr>
          <p:cNvSpPr/>
          <p:nvPr/>
        </p:nvSpPr>
        <p:spPr>
          <a:xfrm>
            <a:off x="4695824" y="1704975"/>
            <a:ext cx="2105025" cy="384713"/>
          </a:xfrm>
          <a:prstGeom prst="rect">
            <a:avLst/>
          </a:prstGeom>
          <a:solidFill>
            <a:schemeClr val="accent2">
              <a:lumMod val="40000"/>
              <a:lumOff val="6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Exception</a:t>
            </a:r>
          </a:p>
        </p:txBody>
      </p:sp>
      <p:sp>
        <p:nvSpPr>
          <p:cNvPr id="7" name="Rectangle 6">
            <a:extLst>
              <a:ext uri="{FF2B5EF4-FFF2-40B4-BE49-F238E27FC236}">
                <a16:creationId xmlns:a16="http://schemas.microsoft.com/office/drawing/2014/main" id="{1EC08307-8FE2-405B-9E7D-8596FF02A539}"/>
              </a:ext>
            </a:extLst>
          </p:cNvPr>
          <p:cNvSpPr/>
          <p:nvPr/>
        </p:nvSpPr>
        <p:spPr>
          <a:xfrm>
            <a:off x="2161647" y="2925721"/>
            <a:ext cx="2105025" cy="384713"/>
          </a:xfrm>
          <a:prstGeom prst="rect">
            <a:avLst/>
          </a:prstGeom>
          <a:solidFill>
            <a:schemeClr val="accent2">
              <a:lumMod val="40000"/>
              <a:lumOff val="6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err="1">
                <a:solidFill>
                  <a:schemeClr val="tx1"/>
                </a:solidFill>
              </a:rPr>
              <a:t>SystemException</a:t>
            </a:r>
            <a:endParaRPr lang="en-US" sz="1600">
              <a:solidFill>
                <a:schemeClr val="tx1"/>
              </a:solidFill>
            </a:endParaRPr>
          </a:p>
        </p:txBody>
      </p:sp>
      <p:sp>
        <p:nvSpPr>
          <p:cNvPr id="8" name="Rectangle 7">
            <a:extLst>
              <a:ext uri="{FF2B5EF4-FFF2-40B4-BE49-F238E27FC236}">
                <a16:creationId xmlns:a16="http://schemas.microsoft.com/office/drawing/2014/main" id="{9832B332-A88A-41F3-9E0E-F30BFD7BE681}"/>
              </a:ext>
            </a:extLst>
          </p:cNvPr>
          <p:cNvSpPr/>
          <p:nvPr/>
        </p:nvSpPr>
        <p:spPr>
          <a:xfrm>
            <a:off x="8003553" y="2925721"/>
            <a:ext cx="2105025" cy="384713"/>
          </a:xfrm>
          <a:prstGeom prst="rect">
            <a:avLst/>
          </a:prstGeom>
          <a:solidFill>
            <a:schemeClr val="accent2">
              <a:lumMod val="40000"/>
              <a:lumOff val="6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err="1">
                <a:solidFill>
                  <a:schemeClr val="tx1"/>
                </a:solidFill>
              </a:rPr>
              <a:t>ApplicationException</a:t>
            </a:r>
            <a:endParaRPr lang="en-US" sz="1600">
              <a:solidFill>
                <a:schemeClr val="tx1"/>
              </a:solidFill>
            </a:endParaRPr>
          </a:p>
        </p:txBody>
      </p:sp>
      <p:sp>
        <p:nvSpPr>
          <p:cNvPr id="9" name="Rectangle 8">
            <a:extLst>
              <a:ext uri="{FF2B5EF4-FFF2-40B4-BE49-F238E27FC236}">
                <a16:creationId xmlns:a16="http://schemas.microsoft.com/office/drawing/2014/main" id="{3DD6F3B0-CA64-49EA-8942-05D1D537DCB5}"/>
              </a:ext>
            </a:extLst>
          </p:cNvPr>
          <p:cNvSpPr/>
          <p:nvPr/>
        </p:nvSpPr>
        <p:spPr>
          <a:xfrm>
            <a:off x="670985" y="3625269"/>
            <a:ext cx="2105025" cy="384713"/>
          </a:xfrm>
          <a:prstGeom prst="rect">
            <a:avLst/>
          </a:prstGeom>
          <a:solidFill>
            <a:schemeClr val="accent2">
              <a:lumMod val="40000"/>
              <a:lumOff val="6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err="1">
                <a:solidFill>
                  <a:schemeClr val="tx1"/>
                </a:solidFill>
              </a:rPr>
              <a:t>ExternalException</a:t>
            </a:r>
            <a:endParaRPr lang="en-US" sz="1600">
              <a:solidFill>
                <a:schemeClr val="tx1"/>
              </a:solidFill>
            </a:endParaRPr>
          </a:p>
        </p:txBody>
      </p:sp>
      <p:sp>
        <p:nvSpPr>
          <p:cNvPr id="10" name="Rectangle 9">
            <a:extLst>
              <a:ext uri="{FF2B5EF4-FFF2-40B4-BE49-F238E27FC236}">
                <a16:creationId xmlns:a16="http://schemas.microsoft.com/office/drawing/2014/main" id="{7FE3BC85-8D87-4C47-A338-DF1085345097}"/>
              </a:ext>
            </a:extLst>
          </p:cNvPr>
          <p:cNvSpPr/>
          <p:nvPr/>
        </p:nvSpPr>
        <p:spPr>
          <a:xfrm>
            <a:off x="670985" y="4312913"/>
            <a:ext cx="2105025" cy="384713"/>
          </a:xfrm>
          <a:prstGeom prst="rect">
            <a:avLst/>
          </a:prstGeom>
          <a:solidFill>
            <a:schemeClr val="accent2">
              <a:lumMod val="40000"/>
              <a:lumOff val="6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err="1">
                <a:solidFill>
                  <a:schemeClr val="tx1"/>
                </a:solidFill>
              </a:rPr>
              <a:t>ComException</a:t>
            </a:r>
            <a:endParaRPr lang="en-US" sz="1600">
              <a:solidFill>
                <a:schemeClr val="tx1"/>
              </a:solidFill>
            </a:endParaRPr>
          </a:p>
        </p:txBody>
      </p:sp>
      <p:sp>
        <p:nvSpPr>
          <p:cNvPr id="11" name="Rectangle 10">
            <a:extLst>
              <a:ext uri="{FF2B5EF4-FFF2-40B4-BE49-F238E27FC236}">
                <a16:creationId xmlns:a16="http://schemas.microsoft.com/office/drawing/2014/main" id="{1AF89976-C291-45DA-A99D-2CEFFC7DDE19}"/>
              </a:ext>
            </a:extLst>
          </p:cNvPr>
          <p:cNvSpPr/>
          <p:nvPr/>
        </p:nvSpPr>
        <p:spPr>
          <a:xfrm>
            <a:off x="3827507" y="3659725"/>
            <a:ext cx="2691340" cy="384713"/>
          </a:xfrm>
          <a:prstGeom prst="rect">
            <a:avLst/>
          </a:prstGeom>
          <a:solidFill>
            <a:schemeClr val="accent2">
              <a:lumMod val="40000"/>
              <a:lumOff val="6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err="1">
                <a:solidFill>
                  <a:schemeClr val="tx1"/>
                </a:solidFill>
              </a:rPr>
              <a:t>NullReferenceException</a:t>
            </a:r>
            <a:endParaRPr lang="en-US" sz="1600">
              <a:solidFill>
                <a:schemeClr val="tx1"/>
              </a:solidFill>
            </a:endParaRPr>
          </a:p>
        </p:txBody>
      </p:sp>
      <p:sp>
        <p:nvSpPr>
          <p:cNvPr id="12" name="Rectangle 11">
            <a:extLst>
              <a:ext uri="{FF2B5EF4-FFF2-40B4-BE49-F238E27FC236}">
                <a16:creationId xmlns:a16="http://schemas.microsoft.com/office/drawing/2014/main" id="{48434813-D6EB-461C-9792-4043F8056010}"/>
              </a:ext>
            </a:extLst>
          </p:cNvPr>
          <p:cNvSpPr/>
          <p:nvPr/>
        </p:nvSpPr>
        <p:spPr>
          <a:xfrm>
            <a:off x="3827507" y="4848668"/>
            <a:ext cx="2691340" cy="384713"/>
          </a:xfrm>
          <a:prstGeom prst="rect">
            <a:avLst/>
          </a:prstGeom>
          <a:solidFill>
            <a:schemeClr val="accent2">
              <a:lumMod val="40000"/>
              <a:lumOff val="6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err="1">
                <a:solidFill>
                  <a:schemeClr val="tx1"/>
                </a:solidFill>
              </a:rPr>
              <a:t>InvalidOperationException</a:t>
            </a:r>
            <a:endParaRPr lang="en-US" sz="1600">
              <a:solidFill>
                <a:schemeClr val="tx1"/>
              </a:solidFill>
            </a:endParaRPr>
          </a:p>
        </p:txBody>
      </p:sp>
      <p:sp>
        <p:nvSpPr>
          <p:cNvPr id="13" name="Rectangle 12">
            <a:extLst>
              <a:ext uri="{FF2B5EF4-FFF2-40B4-BE49-F238E27FC236}">
                <a16:creationId xmlns:a16="http://schemas.microsoft.com/office/drawing/2014/main" id="{E7831125-CA59-437D-BE15-0856A635E4A8}"/>
              </a:ext>
            </a:extLst>
          </p:cNvPr>
          <p:cNvSpPr/>
          <p:nvPr/>
        </p:nvSpPr>
        <p:spPr>
          <a:xfrm>
            <a:off x="3846557" y="5455658"/>
            <a:ext cx="2691340" cy="384713"/>
          </a:xfrm>
          <a:prstGeom prst="rect">
            <a:avLst/>
          </a:prstGeom>
          <a:solidFill>
            <a:schemeClr val="accent2">
              <a:lumMod val="40000"/>
              <a:lumOff val="6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err="1">
                <a:solidFill>
                  <a:schemeClr val="tx1"/>
                </a:solidFill>
              </a:rPr>
              <a:t>AccessViolationException</a:t>
            </a:r>
            <a:endParaRPr lang="en-US" sz="1600">
              <a:solidFill>
                <a:schemeClr val="tx1"/>
              </a:solidFill>
            </a:endParaRPr>
          </a:p>
        </p:txBody>
      </p:sp>
      <p:sp>
        <p:nvSpPr>
          <p:cNvPr id="14" name="Rectangle 13">
            <a:extLst>
              <a:ext uri="{FF2B5EF4-FFF2-40B4-BE49-F238E27FC236}">
                <a16:creationId xmlns:a16="http://schemas.microsoft.com/office/drawing/2014/main" id="{A6F41DCB-1759-4754-802E-15E025223057}"/>
              </a:ext>
            </a:extLst>
          </p:cNvPr>
          <p:cNvSpPr/>
          <p:nvPr/>
        </p:nvSpPr>
        <p:spPr>
          <a:xfrm>
            <a:off x="3827507" y="4258872"/>
            <a:ext cx="2691340" cy="384713"/>
          </a:xfrm>
          <a:prstGeom prst="rect">
            <a:avLst/>
          </a:prstGeom>
          <a:solidFill>
            <a:schemeClr val="accent2">
              <a:lumMod val="40000"/>
              <a:lumOff val="6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err="1">
                <a:solidFill>
                  <a:schemeClr val="tx1"/>
                </a:solidFill>
              </a:rPr>
              <a:t>ArgumentException</a:t>
            </a:r>
            <a:endParaRPr lang="en-US" sz="1600">
              <a:solidFill>
                <a:schemeClr val="tx1"/>
              </a:solidFill>
            </a:endParaRPr>
          </a:p>
        </p:txBody>
      </p:sp>
      <p:sp>
        <p:nvSpPr>
          <p:cNvPr id="15" name="Rectangle 14">
            <a:extLst>
              <a:ext uri="{FF2B5EF4-FFF2-40B4-BE49-F238E27FC236}">
                <a16:creationId xmlns:a16="http://schemas.microsoft.com/office/drawing/2014/main" id="{03BA23FC-93C8-4080-B7FC-241A8431EDF5}"/>
              </a:ext>
            </a:extLst>
          </p:cNvPr>
          <p:cNvSpPr/>
          <p:nvPr/>
        </p:nvSpPr>
        <p:spPr>
          <a:xfrm>
            <a:off x="6928909" y="4254276"/>
            <a:ext cx="3281889" cy="384713"/>
          </a:xfrm>
          <a:prstGeom prst="rect">
            <a:avLst/>
          </a:prstGeom>
          <a:solidFill>
            <a:schemeClr val="accent2">
              <a:lumMod val="40000"/>
              <a:lumOff val="6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err="1">
                <a:solidFill>
                  <a:schemeClr val="tx1"/>
                </a:solidFill>
              </a:rPr>
              <a:t>ArgumentNullException</a:t>
            </a:r>
            <a:endParaRPr lang="en-US" sz="1600">
              <a:solidFill>
                <a:schemeClr val="tx1"/>
              </a:solidFill>
            </a:endParaRPr>
          </a:p>
        </p:txBody>
      </p:sp>
      <p:sp>
        <p:nvSpPr>
          <p:cNvPr id="16" name="Rectangle 15">
            <a:extLst>
              <a:ext uri="{FF2B5EF4-FFF2-40B4-BE49-F238E27FC236}">
                <a16:creationId xmlns:a16="http://schemas.microsoft.com/office/drawing/2014/main" id="{7D00427F-7056-4E9B-880C-D0B7B4BCE477}"/>
              </a:ext>
            </a:extLst>
          </p:cNvPr>
          <p:cNvSpPr/>
          <p:nvPr/>
        </p:nvSpPr>
        <p:spPr>
          <a:xfrm>
            <a:off x="6928910" y="4804901"/>
            <a:ext cx="3281890" cy="384713"/>
          </a:xfrm>
          <a:prstGeom prst="rect">
            <a:avLst/>
          </a:prstGeom>
          <a:solidFill>
            <a:schemeClr val="accent2">
              <a:lumMod val="40000"/>
              <a:lumOff val="6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err="1">
                <a:solidFill>
                  <a:schemeClr val="tx1"/>
                </a:solidFill>
              </a:rPr>
              <a:t>ArgumentOutOfRangeException</a:t>
            </a:r>
            <a:endParaRPr lang="en-US" sz="1600">
              <a:solidFill>
                <a:schemeClr val="tx1"/>
              </a:solidFill>
            </a:endParaRPr>
          </a:p>
        </p:txBody>
      </p:sp>
      <p:cxnSp>
        <p:nvCxnSpPr>
          <p:cNvPr id="26" name="Straight Arrow Connector 25">
            <a:extLst>
              <a:ext uri="{FF2B5EF4-FFF2-40B4-BE49-F238E27FC236}">
                <a16:creationId xmlns:a16="http://schemas.microsoft.com/office/drawing/2014/main" id="{2C86B597-76D9-4A0F-B185-ABE4004B93DF}"/>
              </a:ext>
            </a:extLst>
          </p:cNvPr>
          <p:cNvCxnSpPr>
            <a:cxnSpLocks/>
            <a:endCxn id="6" idx="2"/>
          </p:cNvCxnSpPr>
          <p:nvPr/>
        </p:nvCxnSpPr>
        <p:spPr>
          <a:xfrm flipV="1">
            <a:off x="5748337" y="2089688"/>
            <a:ext cx="0" cy="2269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7" name="Connector: Elbow 46">
            <a:extLst>
              <a:ext uri="{FF2B5EF4-FFF2-40B4-BE49-F238E27FC236}">
                <a16:creationId xmlns:a16="http://schemas.microsoft.com/office/drawing/2014/main" id="{EA56366C-A2DF-4B5D-8CE8-D8E70942AF74}"/>
              </a:ext>
            </a:extLst>
          </p:cNvPr>
          <p:cNvCxnSpPr>
            <a:stCxn id="7" idx="0"/>
          </p:cNvCxnSpPr>
          <p:nvPr/>
        </p:nvCxnSpPr>
        <p:spPr>
          <a:xfrm rot="5400000" flipH="1" flipV="1">
            <a:off x="4176705" y="1354090"/>
            <a:ext cx="609087" cy="2534177"/>
          </a:xfrm>
          <a:prstGeom prst="bentConnector2">
            <a:avLst/>
          </a:prstGeom>
          <a:ln/>
        </p:spPr>
        <p:style>
          <a:lnRef idx="1">
            <a:schemeClr val="dk1"/>
          </a:lnRef>
          <a:fillRef idx="0">
            <a:schemeClr val="dk1"/>
          </a:fillRef>
          <a:effectRef idx="0">
            <a:schemeClr val="dk1"/>
          </a:effectRef>
          <a:fontRef idx="minor">
            <a:schemeClr val="tx1"/>
          </a:fontRef>
        </p:style>
      </p:cxnSp>
      <p:cxnSp>
        <p:nvCxnSpPr>
          <p:cNvPr id="51" name="Connector: Elbow 50">
            <a:extLst>
              <a:ext uri="{FF2B5EF4-FFF2-40B4-BE49-F238E27FC236}">
                <a16:creationId xmlns:a16="http://schemas.microsoft.com/office/drawing/2014/main" id="{5A7304F5-D64F-44A1-98AC-048A213C28A6}"/>
              </a:ext>
            </a:extLst>
          </p:cNvPr>
          <p:cNvCxnSpPr>
            <a:stCxn id="8" idx="0"/>
          </p:cNvCxnSpPr>
          <p:nvPr/>
        </p:nvCxnSpPr>
        <p:spPr>
          <a:xfrm rot="16200000" flipV="1">
            <a:off x="7097658" y="967313"/>
            <a:ext cx="609087" cy="3307730"/>
          </a:xfrm>
          <a:prstGeom prst="bentConnector2">
            <a:avLst/>
          </a:prstGeom>
          <a:ln/>
        </p:spPr>
        <p:style>
          <a:lnRef idx="1">
            <a:schemeClr val="dk1"/>
          </a:lnRef>
          <a:fillRef idx="0">
            <a:schemeClr val="dk1"/>
          </a:fillRef>
          <a:effectRef idx="0">
            <a:schemeClr val="dk1"/>
          </a:effectRef>
          <a:fontRef idx="minor">
            <a:schemeClr val="tx1"/>
          </a:fontRef>
        </p:style>
      </p:cxnSp>
      <p:cxnSp>
        <p:nvCxnSpPr>
          <p:cNvPr id="61" name="Straight Arrow Connector 60">
            <a:extLst>
              <a:ext uri="{FF2B5EF4-FFF2-40B4-BE49-F238E27FC236}">
                <a16:creationId xmlns:a16="http://schemas.microsoft.com/office/drawing/2014/main" id="{1E986357-1CF7-4648-AC4B-76C098312F08}"/>
              </a:ext>
            </a:extLst>
          </p:cNvPr>
          <p:cNvCxnSpPr>
            <a:stCxn id="10" idx="0"/>
            <a:endCxn id="9" idx="2"/>
          </p:cNvCxnSpPr>
          <p:nvPr/>
        </p:nvCxnSpPr>
        <p:spPr>
          <a:xfrm flipV="1">
            <a:off x="1723498" y="4009982"/>
            <a:ext cx="0" cy="3029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4498B385-4880-45CE-AC61-A3C93596D301}"/>
              </a:ext>
            </a:extLst>
          </p:cNvPr>
          <p:cNvCxnSpPr>
            <a:cxnSpLocks/>
            <a:endCxn id="7" idx="2"/>
          </p:cNvCxnSpPr>
          <p:nvPr/>
        </p:nvCxnSpPr>
        <p:spPr>
          <a:xfrm flipV="1">
            <a:off x="3214160" y="3310434"/>
            <a:ext cx="0" cy="20209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9" name="Straight Arrow Connector 88">
            <a:extLst>
              <a:ext uri="{FF2B5EF4-FFF2-40B4-BE49-F238E27FC236}">
                <a16:creationId xmlns:a16="http://schemas.microsoft.com/office/drawing/2014/main" id="{97C10EC2-8E66-496C-9664-DDCBC7D4C06E}"/>
              </a:ext>
            </a:extLst>
          </p:cNvPr>
          <p:cNvCxnSpPr>
            <a:stCxn id="15" idx="1"/>
            <a:endCxn id="14" idx="3"/>
          </p:cNvCxnSpPr>
          <p:nvPr/>
        </p:nvCxnSpPr>
        <p:spPr>
          <a:xfrm flipH="1">
            <a:off x="6518847" y="4446633"/>
            <a:ext cx="410062" cy="45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3" name="Connector: Elbow 92">
            <a:extLst>
              <a:ext uri="{FF2B5EF4-FFF2-40B4-BE49-F238E27FC236}">
                <a16:creationId xmlns:a16="http://schemas.microsoft.com/office/drawing/2014/main" id="{A44C0E4C-A443-45A9-9757-84DF67EBD884}"/>
              </a:ext>
            </a:extLst>
          </p:cNvPr>
          <p:cNvCxnSpPr>
            <a:stCxn id="16" idx="1"/>
          </p:cNvCxnSpPr>
          <p:nvPr/>
        </p:nvCxnSpPr>
        <p:spPr>
          <a:xfrm rot="10800000">
            <a:off x="6728356" y="4455610"/>
            <a:ext cx="200555" cy="541649"/>
          </a:xfrm>
          <a:prstGeom prst="bentConnector2">
            <a:avLst/>
          </a:prstGeom>
          <a:ln/>
        </p:spPr>
        <p:style>
          <a:lnRef idx="1">
            <a:schemeClr val="dk1"/>
          </a:lnRef>
          <a:fillRef idx="0">
            <a:schemeClr val="dk1"/>
          </a:fillRef>
          <a:effectRef idx="0">
            <a:schemeClr val="dk1"/>
          </a:effectRef>
          <a:fontRef idx="minor">
            <a:schemeClr val="tx1"/>
          </a:fontRef>
        </p:style>
      </p:cxnSp>
      <p:cxnSp>
        <p:nvCxnSpPr>
          <p:cNvPr id="95" name="Connector: Elbow 94">
            <a:extLst>
              <a:ext uri="{FF2B5EF4-FFF2-40B4-BE49-F238E27FC236}">
                <a16:creationId xmlns:a16="http://schemas.microsoft.com/office/drawing/2014/main" id="{973EE691-1300-435B-950E-EA659F3D2119}"/>
              </a:ext>
            </a:extLst>
          </p:cNvPr>
          <p:cNvCxnSpPr>
            <a:cxnSpLocks/>
            <a:stCxn id="9" idx="0"/>
          </p:cNvCxnSpPr>
          <p:nvPr/>
        </p:nvCxnSpPr>
        <p:spPr>
          <a:xfrm rot="5400000" flipH="1" flipV="1">
            <a:off x="2399271" y="2819904"/>
            <a:ext cx="129592" cy="1481139"/>
          </a:xfrm>
          <a:prstGeom prst="bentConnector2">
            <a:avLst/>
          </a:prstGeom>
          <a:ln/>
        </p:spPr>
        <p:style>
          <a:lnRef idx="1">
            <a:schemeClr val="dk1"/>
          </a:lnRef>
          <a:fillRef idx="0">
            <a:schemeClr val="dk1"/>
          </a:fillRef>
          <a:effectRef idx="0">
            <a:schemeClr val="dk1"/>
          </a:effectRef>
          <a:fontRef idx="minor">
            <a:schemeClr val="tx1"/>
          </a:fontRef>
        </p:style>
      </p:cxnSp>
      <p:cxnSp>
        <p:nvCxnSpPr>
          <p:cNvPr id="108" name="Connector: Elbow 107">
            <a:extLst>
              <a:ext uri="{FF2B5EF4-FFF2-40B4-BE49-F238E27FC236}">
                <a16:creationId xmlns:a16="http://schemas.microsoft.com/office/drawing/2014/main" id="{9B67A9C9-5630-42E2-ABAB-8D38B8001DAA}"/>
              </a:ext>
            </a:extLst>
          </p:cNvPr>
          <p:cNvCxnSpPr>
            <a:stCxn id="11" idx="0"/>
          </p:cNvCxnSpPr>
          <p:nvPr/>
        </p:nvCxnSpPr>
        <p:spPr>
          <a:xfrm rot="16200000" flipV="1">
            <a:off x="4111645" y="2598192"/>
            <a:ext cx="164048" cy="1959017"/>
          </a:xfrm>
          <a:prstGeom prst="bentConnector2">
            <a:avLst/>
          </a:prstGeom>
          <a:ln/>
        </p:spPr>
        <p:style>
          <a:lnRef idx="1">
            <a:schemeClr val="dk1"/>
          </a:lnRef>
          <a:fillRef idx="0">
            <a:schemeClr val="dk1"/>
          </a:fillRef>
          <a:effectRef idx="0">
            <a:schemeClr val="dk1"/>
          </a:effectRef>
          <a:fontRef idx="minor">
            <a:schemeClr val="tx1"/>
          </a:fontRef>
        </p:style>
      </p:cxnSp>
      <p:cxnSp>
        <p:nvCxnSpPr>
          <p:cNvPr id="110" name="Connector: Elbow 109">
            <a:extLst>
              <a:ext uri="{FF2B5EF4-FFF2-40B4-BE49-F238E27FC236}">
                <a16:creationId xmlns:a16="http://schemas.microsoft.com/office/drawing/2014/main" id="{FDEEB605-E342-4664-BB25-7F56F31C08DE}"/>
              </a:ext>
            </a:extLst>
          </p:cNvPr>
          <p:cNvCxnSpPr>
            <a:stCxn id="14" idx="0"/>
          </p:cNvCxnSpPr>
          <p:nvPr/>
        </p:nvCxnSpPr>
        <p:spPr>
          <a:xfrm rot="16200000" flipV="1">
            <a:off x="4125487" y="3211181"/>
            <a:ext cx="136365" cy="1959017"/>
          </a:xfrm>
          <a:prstGeom prst="bentConnector2">
            <a:avLst/>
          </a:prstGeom>
          <a:ln/>
        </p:spPr>
        <p:style>
          <a:lnRef idx="1">
            <a:schemeClr val="dk1"/>
          </a:lnRef>
          <a:fillRef idx="0">
            <a:schemeClr val="dk1"/>
          </a:fillRef>
          <a:effectRef idx="0">
            <a:schemeClr val="dk1"/>
          </a:effectRef>
          <a:fontRef idx="minor">
            <a:schemeClr val="tx1"/>
          </a:fontRef>
        </p:style>
      </p:cxnSp>
      <p:cxnSp>
        <p:nvCxnSpPr>
          <p:cNvPr id="112" name="Connector: Elbow 111">
            <a:extLst>
              <a:ext uri="{FF2B5EF4-FFF2-40B4-BE49-F238E27FC236}">
                <a16:creationId xmlns:a16="http://schemas.microsoft.com/office/drawing/2014/main" id="{35E10AD8-20F1-4139-9270-60A1F77AA091}"/>
              </a:ext>
            </a:extLst>
          </p:cNvPr>
          <p:cNvCxnSpPr>
            <a:stCxn id="12" idx="0"/>
          </p:cNvCxnSpPr>
          <p:nvPr/>
        </p:nvCxnSpPr>
        <p:spPr>
          <a:xfrm rot="16200000" flipV="1">
            <a:off x="4153595" y="3829085"/>
            <a:ext cx="70624" cy="1968541"/>
          </a:xfrm>
          <a:prstGeom prst="bentConnector2">
            <a:avLst/>
          </a:prstGeom>
          <a:ln/>
        </p:spPr>
        <p:style>
          <a:lnRef idx="1">
            <a:schemeClr val="dk1"/>
          </a:lnRef>
          <a:fillRef idx="0">
            <a:schemeClr val="dk1"/>
          </a:fillRef>
          <a:effectRef idx="0">
            <a:schemeClr val="dk1"/>
          </a:effectRef>
          <a:fontRef idx="minor">
            <a:schemeClr val="tx1"/>
          </a:fontRef>
        </p:style>
      </p:cxnSp>
      <p:cxnSp>
        <p:nvCxnSpPr>
          <p:cNvPr id="114" name="Connector: Elbow 113">
            <a:extLst>
              <a:ext uri="{FF2B5EF4-FFF2-40B4-BE49-F238E27FC236}">
                <a16:creationId xmlns:a16="http://schemas.microsoft.com/office/drawing/2014/main" id="{FA5E52EF-7D63-4264-B89C-3D70521C198B}"/>
              </a:ext>
            </a:extLst>
          </p:cNvPr>
          <p:cNvCxnSpPr>
            <a:stCxn id="13" idx="0"/>
          </p:cNvCxnSpPr>
          <p:nvPr/>
        </p:nvCxnSpPr>
        <p:spPr>
          <a:xfrm rot="16200000" flipV="1">
            <a:off x="4141040" y="4404470"/>
            <a:ext cx="124309" cy="1978067"/>
          </a:xfrm>
          <a:prstGeom prst="bentConnector2">
            <a:avLst/>
          </a:prstGeom>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07627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B380B8-6A12-4B17-9AAF-6F90A59254E7}"/>
              </a:ext>
            </a:extLst>
          </p:cNvPr>
          <p:cNvSpPr>
            <a:spLocks noGrp="1"/>
          </p:cNvSpPr>
          <p:nvPr>
            <p:ph type="sldNum" sz="quarter" idx="11"/>
          </p:nvPr>
        </p:nvSpPr>
        <p:spPr/>
        <p:txBody>
          <a:bodyPr/>
          <a:lstStyle/>
          <a:p>
            <a:fld id="{E16BA917-7F09-4B8D-AF07-F52890C14046}" type="slidenum">
              <a:rPr lang="da-DK" smtClean="0"/>
              <a:pPr/>
              <a:t>7</a:t>
            </a:fld>
            <a:endParaRPr lang="da-DK"/>
          </a:p>
        </p:txBody>
      </p:sp>
      <p:sp>
        <p:nvSpPr>
          <p:cNvPr id="3" name="Text Placeholder 2">
            <a:extLst>
              <a:ext uri="{FF2B5EF4-FFF2-40B4-BE49-F238E27FC236}">
                <a16:creationId xmlns:a16="http://schemas.microsoft.com/office/drawing/2014/main" id="{C096AFC1-0C11-4393-BAA2-38329EF27B80}"/>
              </a:ext>
            </a:extLst>
          </p:cNvPr>
          <p:cNvSpPr>
            <a:spLocks noGrp="1"/>
          </p:cNvSpPr>
          <p:nvPr>
            <p:ph type="body" sz="quarter" idx="17"/>
          </p:nvPr>
        </p:nvSpPr>
        <p:spPr/>
        <p:txBody>
          <a:bodyPr/>
          <a:lstStyle/>
          <a:p>
            <a:r>
              <a:rPr lang="en-US"/>
              <a:t>Application Exception Class </a:t>
            </a:r>
          </a:p>
          <a:p>
            <a:endParaRPr lang="en-US"/>
          </a:p>
        </p:txBody>
      </p:sp>
      <p:sp>
        <p:nvSpPr>
          <p:cNvPr id="4" name="Title 3">
            <a:extLst>
              <a:ext uri="{FF2B5EF4-FFF2-40B4-BE49-F238E27FC236}">
                <a16:creationId xmlns:a16="http://schemas.microsoft.com/office/drawing/2014/main" id="{3E781F0E-082F-4A14-A8ED-D1E9B955A0D6}"/>
              </a:ext>
            </a:extLst>
          </p:cNvPr>
          <p:cNvSpPr>
            <a:spLocks noGrp="1"/>
          </p:cNvSpPr>
          <p:nvPr>
            <p:ph type="title"/>
          </p:nvPr>
        </p:nvSpPr>
        <p:spPr/>
        <p:txBody>
          <a:bodyPr/>
          <a:lstStyle/>
          <a:p>
            <a:r>
              <a:rPr lang="en-US"/>
              <a:t>Exceptions</a:t>
            </a:r>
          </a:p>
        </p:txBody>
      </p:sp>
      <p:pic>
        <p:nvPicPr>
          <p:cNvPr id="7" name="Content Placeholder 6">
            <a:extLst>
              <a:ext uri="{FF2B5EF4-FFF2-40B4-BE49-F238E27FC236}">
                <a16:creationId xmlns:a16="http://schemas.microsoft.com/office/drawing/2014/main" id="{F4BB2DAE-7EAF-4FDC-AAF8-8DBEDAC1B377}"/>
              </a:ext>
            </a:extLst>
          </p:cNvPr>
          <p:cNvPicPr>
            <a:picLocks noGrp="1" noChangeAspect="1"/>
          </p:cNvPicPr>
          <p:nvPr>
            <p:ph sz="quarter" idx="19"/>
          </p:nvPr>
        </p:nvPicPr>
        <p:blipFill>
          <a:blip r:embed="rId2"/>
          <a:stretch>
            <a:fillRect/>
          </a:stretch>
        </p:blipFill>
        <p:spPr>
          <a:xfrm>
            <a:off x="1351722" y="2297857"/>
            <a:ext cx="9085714" cy="1609524"/>
          </a:xfrm>
        </p:spPr>
      </p:pic>
      <p:sp>
        <p:nvSpPr>
          <p:cNvPr id="8" name="TextBox 7">
            <a:extLst>
              <a:ext uri="{FF2B5EF4-FFF2-40B4-BE49-F238E27FC236}">
                <a16:creationId xmlns:a16="http://schemas.microsoft.com/office/drawing/2014/main" id="{FC8B4B12-3A6E-4E65-BFE6-E4C056527FA6}"/>
              </a:ext>
            </a:extLst>
          </p:cNvPr>
          <p:cNvSpPr txBox="1"/>
          <p:nvPr/>
        </p:nvSpPr>
        <p:spPr>
          <a:xfrm>
            <a:off x="8360986" y="4133850"/>
            <a:ext cx="2076450" cy="361950"/>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hlinkClick r:id="rId3"/>
              </a:rPr>
              <a:t>MSDN documentation</a:t>
            </a:r>
            <a:endParaRPr lang="en-US" sz="1600">
              <a:latin typeface="+mn-lt"/>
            </a:endParaRPr>
          </a:p>
        </p:txBody>
      </p:sp>
    </p:spTree>
    <p:extLst>
      <p:ext uri="{BB962C8B-B14F-4D97-AF65-F5344CB8AC3E}">
        <p14:creationId xmlns:p14="http://schemas.microsoft.com/office/powerpoint/2010/main" val="3144943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50E6F8-01CC-4555-870F-2924325B4C64}"/>
              </a:ext>
            </a:extLst>
          </p:cNvPr>
          <p:cNvSpPr>
            <a:spLocks noGrp="1"/>
          </p:cNvSpPr>
          <p:nvPr>
            <p:ph type="sldNum" sz="quarter" idx="11"/>
          </p:nvPr>
        </p:nvSpPr>
        <p:spPr/>
        <p:txBody>
          <a:bodyPr/>
          <a:lstStyle/>
          <a:p>
            <a:fld id="{E16BA917-7F09-4B8D-AF07-F52890C14046}" type="slidenum">
              <a:rPr lang="da-DK" smtClean="0"/>
              <a:pPr/>
              <a:t>8</a:t>
            </a:fld>
            <a:endParaRPr lang="da-DK"/>
          </a:p>
        </p:txBody>
      </p:sp>
      <p:sp>
        <p:nvSpPr>
          <p:cNvPr id="3" name="Text Placeholder 2">
            <a:extLst>
              <a:ext uri="{FF2B5EF4-FFF2-40B4-BE49-F238E27FC236}">
                <a16:creationId xmlns:a16="http://schemas.microsoft.com/office/drawing/2014/main" id="{165FF9B2-89E4-45F6-A894-1CD4DB1B8D07}"/>
              </a:ext>
            </a:extLst>
          </p:cNvPr>
          <p:cNvSpPr>
            <a:spLocks noGrp="1"/>
          </p:cNvSpPr>
          <p:nvPr>
            <p:ph type="body" sz="quarter" idx="17"/>
          </p:nvPr>
        </p:nvSpPr>
        <p:spPr/>
        <p:txBody>
          <a:bodyPr/>
          <a:lstStyle/>
          <a:p>
            <a:r>
              <a:rPr lang="en-US" err="1"/>
              <a:t>System.Exception</a:t>
            </a:r>
            <a:endParaRPr lang="en-US"/>
          </a:p>
        </p:txBody>
      </p:sp>
      <p:sp>
        <p:nvSpPr>
          <p:cNvPr id="4" name="Title 3">
            <a:extLst>
              <a:ext uri="{FF2B5EF4-FFF2-40B4-BE49-F238E27FC236}">
                <a16:creationId xmlns:a16="http://schemas.microsoft.com/office/drawing/2014/main" id="{1204E89E-5C35-401D-B967-11A68243CFFB}"/>
              </a:ext>
            </a:extLst>
          </p:cNvPr>
          <p:cNvSpPr>
            <a:spLocks noGrp="1"/>
          </p:cNvSpPr>
          <p:nvPr>
            <p:ph type="title"/>
          </p:nvPr>
        </p:nvSpPr>
        <p:spPr/>
        <p:txBody>
          <a:bodyPr/>
          <a:lstStyle/>
          <a:p>
            <a:r>
              <a:rPr lang="en-US"/>
              <a:t>Exceptions</a:t>
            </a:r>
          </a:p>
        </p:txBody>
      </p:sp>
      <p:pic>
        <p:nvPicPr>
          <p:cNvPr id="7" name="Content Placeholder 6">
            <a:extLst>
              <a:ext uri="{FF2B5EF4-FFF2-40B4-BE49-F238E27FC236}">
                <a16:creationId xmlns:a16="http://schemas.microsoft.com/office/drawing/2014/main" id="{4F467EDE-B60C-4B2A-ACC6-2EA84596D382}"/>
              </a:ext>
            </a:extLst>
          </p:cNvPr>
          <p:cNvPicPr>
            <a:picLocks noGrp="1" noChangeAspect="1"/>
          </p:cNvPicPr>
          <p:nvPr>
            <p:ph sz="quarter" idx="19"/>
          </p:nvPr>
        </p:nvPicPr>
        <p:blipFill>
          <a:blip r:embed="rId2"/>
          <a:stretch>
            <a:fillRect/>
          </a:stretch>
        </p:blipFill>
        <p:spPr>
          <a:xfrm>
            <a:off x="752053" y="2108738"/>
            <a:ext cx="5952381" cy="3047619"/>
          </a:xfrm>
        </p:spPr>
      </p:pic>
    </p:spTree>
    <p:extLst>
      <p:ext uri="{BB962C8B-B14F-4D97-AF65-F5344CB8AC3E}">
        <p14:creationId xmlns:p14="http://schemas.microsoft.com/office/powerpoint/2010/main" val="629132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53A04E-0D26-42C2-8314-D8E21AD6C853}"/>
              </a:ext>
            </a:extLst>
          </p:cNvPr>
          <p:cNvSpPr>
            <a:spLocks noGrp="1"/>
          </p:cNvSpPr>
          <p:nvPr>
            <p:ph type="sldNum" sz="quarter" idx="11"/>
          </p:nvPr>
        </p:nvSpPr>
        <p:spPr/>
        <p:txBody>
          <a:bodyPr/>
          <a:lstStyle/>
          <a:p>
            <a:fld id="{E16BA917-7F09-4B8D-AF07-F52890C14046}" type="slidenum">
              <a:rPr lang="da-DK" smtClean="0"/>
              <a:pPr/>
              <a:t>9</a:t>
            </a:fld>
            <a:endParaRPr lang="da-DK"/>
          </a:p>
        </p:txBody>
      </p:sp>
      <p:sp>
        <p:nvSpPr>
          <p:cNvPr id="3" name="Text Placeholder 2">
            <a:extLst>
              <a:ext uri="{FF2B5EF4-FFF2-40B4-BE49-F238E27FC236}">
                <a16:creationId xmlns:a16="http://schemas.microsoft.com/office/drawing/2014/main" id="{B599CF85-C65B-437A-8D9C-98D39E7A1F1B}"/>
              </a:ext>
            </a:extLst>
          </p:cNvPr>
          <p:cNvSpPr>
            <a:spLocks noGrp="1"/>
          </p:cNvSpPr>
          <p:nvPr>
            <p:ph type="body" sz="quarter" idx="17"/>
          </p:nvPr>
        </p:nvSpPr>
        <p:spPr/>
        <p:txBody>
          <a:bodyPr/>
          <a:lstStyle/>
          <a:p>
            <a:r>
              <a:rPr lang="en-US"/>
              <a:t>Throwing an exception</a:t>
            </a:r>
          </a:p>
        </p:txBody>
      </p:sp>
      <p:sp>
        <p:nvSpPr>
          <p:cNvPr id="4" name="Title 3">
            <a:extLst>
              <a:ext uri="{FF2B5EF4-FFF2-40B4-BE49-F238E27FC236}">
                <a16:creationId xmlns:a16="http://schemas.microsoft.com/office/drawing/2014/main" id="{CB85B3F4-DF3A-4B7B-8549-4256A4566D21}"/>
              </a:ext>
            </a:extLst>
          </p:cNvPr>
          <p:cNvSpPr>
            <a:spLocks noGrp="1"/>
          </p:cNvSpPr>
          <p:nvPr>
            <p:ph type="title"/>
          </p:nvPr>
        </p:nvSpPr>
        <p:spPr/>
        <p:txBody>
          <a:bodyPr/>
          <a:lstStyle/>
          <a:p>
            <a:r>
              <a:rPr lang="en-US"/>
              <a:t>Exceptions</a:t>
            </a:r>
          </a:p>
        </p:txBody>
      </p:sp>
      <p:sp>
        <p:nvSpPr>
          <p:cNvPr id="6" name="TextBox 5">
            <a:extLst>
              <a:ext uri="{FF2B5EF4-FFF2-40B4-BE49-F238E27FC236}">
                <a16:creationId xmlns:a16="http://schemas.microsoft.com/office/drawing/2014/main" id="{CA9D61E4-E293-450A-BBEA-28C695CAC3DE}"/>
              </a:ext>
            </a:extLst>
          </p:cNvPr>
          <p:cNvSpPr txBox="1"/>
          <p:nvPr/>
        </p:nvSpPr>
        <p:spPr>
          <a:xfrm>
            <a:off x="0" y="1577983"/>
            <a:ext cx="10545003" cy="1409700"/>
          </a:xfrm>
          <a:prstGeom prst="rect">
            <a:avLst/>
          </a:prstGeom>
          <a:noFill/>
        </p:spPr>
        <p:txBody>
          <a:bodyPr wrap="none" lIns="0" tIns="0" rIns="0" bIns="0" rtlCol="0">
            <a:noAutofit/>
          </a:bodyPr>
          <a:lstStyle/>
          <a:p>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public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double</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MyMethod</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throw</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new</a:t>
            </a:r>
            <a:r>
              <a:rPr lang="en-US" sz="1800">
                <a:solidFill>
                  <a:srgbClr val="000000"/>
                </a:solidFill>
                <a:latin typeface="Consolas" panose="020B0609020204030204" pitchFamily="49" charset="0"/>
              </a:rPr>
              <a:t> </a:t>
            </a:r>
            <a:r>
              <a:rPr lang="en-US" sz="1800" b="1" err="1">
                <a:solidFill>
                  <a:srgbClr val="008DD9"/>
                </a:solidFill>
                <a:latin typeface="Consolas" panose="020B0609020204030204" pitchFamily="49" charset="0"/>
              </a:rPr>
              <a:t>NotImplementedException</a:t>
            </a:r>
            <a:r>
              <a:rPr lang="en-US" sz="1800" b="0">
                <a:solidFill>
                  <a:srgbClr val="000000"/>
                </a:solidFill>
                <a:latin typeface="Consolas" panose="020B0609020204030204" pitchFamily="49" charset="0"/>
              </a:rPr>
              <a:t>(</a:t>
            </a:r>
            <a:r>
              <a:rPr lang="en-US" sz="1800" b="0">
                <a:solidFill>
                  <a:srgbClr val="A31515"/>
                </a:solidFill>
                <a:latin typeface="Consolas" panose="020B0609020204030204" pitchFamily="49" charset="0"/>
              </a:rPr>
              <a:t>"The logic has not implemented yet"</a:t>
            </a:r>
            <a:r>
              <a:rPr lang="en-US" sz="1800" b="0">
                <a:solidFill>
                  <a:srgbClr val="000000"/>
                </a:solidFill>
                <a:latin typeface="Consolas" panose="020B0609020204030204" pitchFamily="49" charset="0"/>
              </a:rPr>
              <a:t>);</a:t>
            </a:r>
          </a:p>
          <a:p>
            <a:r>
              <a:rPr lang="en-US" sz="1800" b="0">
                <a:solidFill>
                  <a:srgbClr val="000000"/>
                </a:solidFill>
                <a:latin typeface="Consolas" panose="020B0609020204030204" pitchFamily="49" charset="0"/>
              </a:rPr>
              <a:t>        }</a:t>
            </a:r>
            <a:endParaRPr lang="en-US" sz="1600">
              <a:latin typeface="+mn-lt"/>
            </a:endParaRPr>
          </a:p>
        </p:txBody>
      </p:sp>
      <p:sp>
        <p:nvSpPr>
          <p:cNvPr id="7" name="TextBox 6">
            <a:extLst>
              <a:ext uri="{FF2B5EF4-FFF2-40B4-BE49-F238E27FC236}">
                <a16:creationId xmlns:a16="http://schemas.microsoft.com/office/drawing/2014/main" id="{EB27341D-EF8B-448D-B489-7D074558196F}"/>
              </a:ext>
            </a:extLst>
          </p:cNvPr>
          <p:cNvSpPr txBox="1"/>
          <p:nvPr/>
        </p:nvSpPr>
        <p:spPr>
          <a:xfrm>
            <a:off x="0" y="3632228"/>
            <a:ext cx="11811828" cy="2724150"/>
          </a:xfrm>
          <a:prstGeom prst="rect">
            <a:avLst/>
          </a:prstGeom>
          <a:noFill/>
        </p:spPr>
        <p:txBody>
          <a:bodyPr wrap="none" lIns="0" tIns="0" rIns="0" bIns="0" rtlCol="0">
            <a:noAutofit/>
          </a:bodyPr>
          <a:lstStyle/>
          <a:p>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static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void</a:t>
            </a:r>
            <a:r>
              <a:rPr lang="en-US" sz="1800">
                <a:solidFill>
                  <a:srgbClr val="000000"/>
                </a:solidFill>
                <a:latin typeface="Consolas" panose="020B0609020204030204" pitchFamily="49" charset="0"/>
              </a:rPr>
              <a:t> Main(</a:t>
            </a:r>
            <a:r>
              <a:rPr lang="en-US" sz="1800">
                <a:solidFill>
                  <a:srgbClr val="0000FF"/>
                </a:solidFill>
                <a:latin typeface="Consolas" panose="020B0609020204030204" pitchFamily="49" charset="0"/>
              </a:rPr>
              <a:t>string</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args</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CountStringLength</a:t>
            </a:r>
            <a:r>
              <a:rPr lang="en-US" sz="1800">
                <a:solidFill>
                  <a:srgbClr val="000000"/>
                </a:solidFill>
                <a:latin typeface="Consolas" panose="020B0609020204030204" pitchFamily="49" charset="0"/>
              </a:rPr>
              <a:t>(</a:t>
            </a:r>
            <a:r>
              <a:rPr lang="en-US" sz="1800">
                <a:solidFill>
                  <a:srgbClr val="0000FF"/>
                </a:solidFill>
                <a:latin typeface="Consolas" panose="020B0609020204030204" pitchFamily="49" charset="0"/>
              </a:rPr>
              <a:t>null</a:t>
            </a:r>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a:t>
            </a:r>
            <a:r>
              <a:rPr lang="en-US" sz="1800" err="1">
                <a:solidFill>
                  <a:srgbClr val="008000"/>
                </a:solidFill>
                <a:latin typeface="Consolas" panose="020B0609020204030204" pitchFamily="49" charset="0"/>
              </a:rPr>
              <a:t>NullReferenceException</a:t>
            </a:r>
            <a:r>
              <a:rPr lang="en-US" sz="1800">
                <a:solidFill>
                  <a:srgbClr val="008000"/>
                </a:solidFill>
                <a:latin typeface="Consolas" panose="020B0609020204030204" pitchFamily="49" charset="0"/>
              </a:rPr>
              <a:t> should be thrown by </a:t>
            </a:r>
            <a:r>
              <a:rPr lang="en-US" sz="1800" err="1">
                <a:solidFill>
                  <a:srgbClr val="008000"/>
                </a:solidFill>
                <a:latin typeface="Consolas" panose="020B0609020204030204" pitchFamily="49" charset="0"/>
              </a:rPr>
              <a:t>.Net</a:t>
            </a:r>
            <a:r>
              <a:rPr lang="en-US" sz="1800">
                <a:solidFill>
                  <a:srgbClr val="008000"/>
                </a:solidFill>
                <a:latin typeface="Consolas" panose="020B0609020204030204" pitchFamily="49" charset="0"/>
              </a:rPr>
              <a:t> runtime</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err="1">
                <a:solidFill>
                  <a:srgbClr val="2B91AF"/>
                </a:solidFill>
                <a:latin typeface="Consolas" panose="020B0609020204030204" pitchFamily="49" charset="0"/>
              </a:rPr>
              <a:t>Console</a:t>
            </a:r>
            <a:r>
              <a:rPr lang="en-US" sz="1800" err="1">
                <a:solidFill>
                  <a:srgbClr val="000000"/>
                </a:solidFill>
                <a:latin typeface="Consolas" panose="020B0609020204030204" pitchFamily="49" charset="0"/>
              </a:rPr>
              <a:t>.ReadKey</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p>
          <a:p>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public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static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CountStringLength</a:t>
            </a:r>
            <a:r>
              <a:rPr lang="en-US" sz="1800">
                <a:solidFill>
                  <a:srgbClr val="000000"/>
                </a:solidFill>
                <a:latin typeface="Consolas" panose="020B0609020204030204" pitchFamily="49" charset="0"/>
              </a:rPr>
              <a:t>(</a:t>
            </a:r>
            <a:r>
              <a:rPr lang="en-US" sz="1800">
                <a:solidFill>
                  <a:srgbClr val="0000FF"/>
                </a:solidFill>
                <a:latin typeface="Consolas" panose="020B0609020204030204" pitchFamily="49" charset="0"/>
              </a:rPr>
              <a:t>string</a:t>
            </a:r>
            <a:r>
              <a:rPr lang="en-US" sz="1800">
                <a:solidFill>
                  <a:srgbClr val="000000"/>
                </a:solidFill>
                <a:latin typeface="Consolas" panose="020B0609020204030204" pitchFamily="49" charset="0"/>
              </a:rPr>
              <a:t> str) {</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return</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str.Length</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endParaRPr lang="en-US" sz="1600">
              <a:latin typeface="+mn-lt"/>
            </a:endParaRPr>
          </a:p>
        </p:txBody>
      </p:sp>
    </p:spTree>
    <p:extLst>
      <p:ext uri="{BB962C8B-B14F-4D97-AF65-F5344CB8AC3E}">
        <p14:creationId xmlns:p14="http://schemas.microsoft.com/office/powerpoint/2010/main" val="1679446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10</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US"/>
              <a:t>Catching exceptions. syntax</a:t>
            </a:r>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r>
              <a:rPr lang="en-US"/>
              <a:t>exceptions</a:t>
            </a:r>
          </a:p>
        </p:txBody>
      </p:sp>
      <p:sp>
        <p:nvSpPr>
          <p:cNvPr id="7" name="TextBox 6">
            <a:extLst>
              <a:ext uri="{FF2B5EF4-FFF2-40B4-BE49-F238E27FC236}">
                <a16:creationId xmlns:a16="http://schemas.microsoft.com/office/drawing/2014/main" id="{5CF6975A-531C-4D3E-B53E-CDD282C795D4}"/>
              </a:ext>
            </a:extLst>
          </p:cNvPr>
          <p:cNvSpPr txBox="1"/>
          <p:nvPr/>
        </p:nvSpPr>
        <p:spPr>
          <a:xfrm>
            <a:off x="670985" y="2508991"/>
            <a:ext cx="4455762" cy="2966857"/>
          </a:xfrm>
          <a:prstGeom prst="rect">
            <a:avLst/>
          </a:prstGeom>
          <a:noFill/>
        </p:spPr>
        <p:txBody>
          <a:bodyPr wrap="square" lIns="0" tIns="0" rIns="0" bIns="0" rtlCol="0">
            <a:noAutofit/>
          </a:bodyPr>
          <a:lstStyle/>
          <a:p>
            <a:pPr marL="0" indent="0">
              <a:buNone/>
            </a:pPr>
            <a:r>
              <a:rPr lang="en-US" sz="1400" b="1">
                <a:solidFill>
                  <a:schemeClr val="accent2"/>
                </a:solidFill>
                <a:latin typeface="Consolas" panose="020B0609020204030204" pitchFamily="49" charset="0"/>
              </a:rPr>
              <a:t>try</a:t>
            </a:r>
            <a:r>
              <a:rPr lang="en-US" sz="1400">
                <a:latin typeface="+mn-lt"/>
              </a:rPr>
              <a:t> block: This block contains the statements being guarded for exceptions.</a:t>
            </a:r>
          </a:p>
          <a:p>
            <a:pPr marL="0" indent="0">
              <a:buNone/>
            </a:pPr>
            <a:endParaRPr lang="en-US" sz="1400">
              <a:latin typeface="+mn-lt"/>
            </a:endParaRPr>
          </a:p>
          <a:p>
            <a:pPr marL="0" indent="0">
              <a:buNone/>
            </a:pPr>
            <a:endParaRPr lang="en-US" sz="1400">
              <a:latin typeface="+mn-lt"/>
            </a:endParaRPr>
          </a:p>
          <a:p>
            <a:pPr marL="0" indent="0">
              <a:buNone/>
            </a:pPr>
            <a:endParaRPr lang="en-US" sz="1400">
              <a:latin typeface="+mn-lt"/>
            </a:endParaRPr>
          </a:p>
          <a:p>
            <a:pPr marL="0" indent="0">
              <a:buNone/>
            </a:pPr>
            <a:endParaRPr lang="en-US" sz="1400">
              <a:latin typeface="+mn-lt"/>
            </a:endParaRPr>
          </a:p>
          <a:p>
            <a:pPr marL="0" indent="0">
              <a:buNone/>
            </a:pPr>
            <a:r>
              <a:rPr lang="en-US" sz="1400" b="1">
                <a:solidFill>
                  <a:schemeClr val="accent2"/>
                </a:solidFill>
                <a:latin typeface="Consolas" panose="020B0609020204030204" pitchFamily="49" charset="0"/>
              </a:rPr>
              <a:t>catch</a:t>
            </a:r>
            <a:r>
              <a:rPr lang="en-US" sz="1400">
                <a:latin typeface="+mn-lt"/>
              </a:rPr>
              <a:t> clauses: This section contains the exception handlers for exceptions thrown in the try block.</a:t>
            </a:r>
          </a:p>
          <a:p>
            <a:pPr marL="0" indent="0">
              <a:buNone/>
            </a:pPr>
            <a:endParaRPr lang="en-US" sz="1400">
              <a:latin typeface="+mn-lt"/>
            </a:endParaRPr>
          </a:p>
          <a:p>
            <a:pPr marL="0" indent="0">
              <a:buNone/>
            </a:pPr>
            <a:endParaRPr lang="en-US" sz="1400">
              <a:latin typeface="+mn-lt"/>
            </a:endParaRPr>
          </a:p>
          <a:p>
            <a:pPr marL="0" indent="0">
              <a:buNone/>
            </a:pPr>
            <a:endParaRPr lang="en-US" sz="1400">
              <a:latin typeface="+mn-lt"/>
            </a:endParaRPr>
          </a:p>
          <a:p>
            <a:pPr marL="0" indent="0">
              <a:buNone/>
            </a:pPr>
            <a:endParaRPr lang="en-US" sz="1400">
              <a:latin typeface="Consolas" panose="020B0609020204030204" pitchFamily="49" charset="0"/>
            </a:endParaRPr>
          </a:p>
          <a:p>
            <a:pPr marL="0" indent="0">
              <a:buNone/>
            </a:pPr>
            <a:r>
              <a:rPr lang="en-US" sz="1400" b="1">
                <a:solidFill>
                  <a:schemeClr val="accent2"/>
                </a:solidFill>
                <a:latin typeface="Consolas" panose="020B0609020204030204" pitchFamily="49" charset="0"/>
              </a:rPr>
              <a:t>finally</a:t>
            </a:r>
            <a:r>
              <a:rPr lang="en-US" sz="1400">
                <a:latin typeface="+mn-lt"/>
              </a:rPr>
              <a:t> block: This block contains code to be executed whether or not an exception is thrown in the try block.</a:t>
            </a:r>
          </a:p>
          <a:p>
            <a:pPr marL="0" indent="0" defTabSz="179388">
              <a:buClr>
                <a:srgbClr val="00DEE6"/>
              </a:buClr>
              <a:buFont typeface="Arial" panose="020B0604020202020204" pitchFamily="34" charset="0"/>
              <a:buNone/>
            </a:pPr>
            <a:endParaRPr lang="uk-UA" sz="1400">
              <a:latin typeface="+mn-lt"/>
            </a:endParaRPr>
          </a:p>
        </p:txBody>
      </p:sp>
      <p:sp>
        <p:nvSpPr>
          <p:cNvPr id="9" name="TextBox 8">
            <a:extLst>
              <a:ext uri="{FF2B5EF4-FFF2-40B4-BE49-F238E27FC236}">
                <a16:creationId xmlns:a16="http://schemas.microsoft.com/office/drawing/2014/main" id="{AFA916EF-FA62-4AC0-96E1-CB2FB7AF7452}"/>
              </a:ext>
            </a:extLst>
          </p:cNvPr>
          <p:cNvSpPr txBox="1"/>
          <p:nvPr/>
        </p:nvSpPr>
        <p:spPr>
          <a:xfrm>
            <a:off x="5302920" y="2247039"/>
            <a:ext cx="1371600" cy="805912"/>
          </a:xfrm>
          <a:prstGeom prst="rect">
            <a:avLst/>
          </a:prstGeom>
          <a:solidFill>
            <a:schemeClr val="accent4">
              <a:lumMod val="40000"/>
              <a:lumOff val="60000"/>
            </a:schemeClr>
          </a:solidFill>
        </p:spPr>
        <p:txBody>
          <a:bodyPr wrap="square" lIns="0" tIns="0" rIns="0" bIns="0" rtlCol="0">
            <a:noAutofit/>
          </a:bodyPr>
          <a:lstStyle/>
          <a:p>
            <a:pPr marL="72000" defTabSz="179388">
              <a:buClr>
                <a:srgbClr val="00DEE6"/>
              </a:buClr>
            </a:pPr>
            <a:r>
              <a:rPr lang="en-GB" sz="1200">
                <a:latin typeface="Consolas" panose="020B0609020204030204" pitchFamily="49" charset="0"/>
              </a:rPr>
              <a:t>try</a:t>
            </a:r>
          </a:p>
          <a:p>
            <a:pPr marL="72000" defTabSz="179388">
              <a:buClr>
                <a:srgbClr val="00DEE6"/>
              </a:buClr>
            </a:pPr>
            <a:r>
              <a:rPr lang="en-GB" sz="1200">
                <a:latin typeface="Consolas" panose="020B0609020204030204" pitchFamily="49" charset="0"/>
              </a:rPr>
              <a:t>{</a:t>
            </a:r>
          </a:p>
          <a:p>
            <a:pPr marL="216000" defTabSz="179388">
              <a:buClr>
                <a:srgbClr val="00DEE6"/>
              </a:buClr>
            </a:pPr>
            <a:r>
              <a:rPr lang="en-GB" sz="1200">
                <a:latin typeface="+mn-lt"/>
              </a:rPr>
              <a:t>statements</a:t>
            </a:r>
          </a:p>
          <a:p>
            <a:pPr marL="72000" defTabSz="179388">
              <a:buClr>
                <a:srgbClr val="00DEE6"/>
              </a:buClr>
            </a:pPr>
            <a:r>
              <a:rPr lang="en-GB" sz="1200">
                <a:latin typeface="Consolas" panose="020B0609020204030204" pitchFamily="49" charset="0"/>
              </a:rPr>
              <a:t>}</a:t>
            </a:r>
            <a:endParaRPr lang="uk-UA" sz="1200">
              <a:latin typeface="Consolas" panose="020B0609020204030204" pitchFamily="49" charset="0"/>
            </a:endParaRPr>
          </a:p>
        </p:txBody>
      </p:sp>
      <p:sp>
        <p:nvSpPr>
          <p:cNvPr id="11" name="TextBox 10">
            <a:extLst>
              <a:ext uri="{FF2B5EF4-FFF2-40B4-BE49-F238E27FC236}">
                <a16:creationId xmlns:a16="http://schemas.microsoft.com/office/drawing/2014/main" id="{6FDDF6AA-8897-4981-BE3D-55629B8153B2}"/>
              </a:ext>
            </a:extLst>
          </p:cNvPr>
          <p:cNvSpPr txBox="1"/>
          <p:nvPr/>
        </p:nvSpPr>
        <p:spPr>
          <a:xfrm>
            <a:off x="5302920" y="3227307"/>
            <a:ext cx="1371600" cy="1676403"/>
          </a:xfrm>
          <a:prstGeom prst="rect">
            <a:avLst/>
          </a:prstGeom>
          <a:solidFill>
            <a:schemeClr val="accent4">
              <a:lumMod val="40000"/>
              <a:lumOff val="60000"/>
            </a:schemeClr>
          </a:solidFill>
        </p:spPr>
        <p:txBody>
          <a:bodyPr wrap="square" lIns="0" tIns="0" rIns="0" bIns="0" rtlCol="0">
            <a:noAutofit/>
          </a:bodyPr>
          <a:lstStyle/>
          <a:p>
            <a:pPr marL="72000" defTabSz="179388">
              <a:buClr>
                <a:srgbClr val="00DEE6"/>
              </a:buClr>
            </a:pPr>
            <a:r>
              <a:rPr lang="en-GB" sz="1200">
                <a:latin typeface="Consolas" panose="020B0609020204030204" pitchFamily="49" charset="0"/>
              </a:rPr>
              <a:t>catch(…)</a:t>
            </a:r>
          </a:p>
          <a:p>
            <a:pPr marL="72000" defTabSz="179388">
              <a:buClr>
                <a:srgbClr val="00DEE6"/>
              </a:buClr>
            </a:pPr>
            <a:r>
              <a:rPr lang="en-GB" sz="1200">
                <a:latin typeface="Consolas" panose="020B0609020204030204" pitchFamily="49" charset="0"/>
              </a:rPr>
              <a:t>{</a:t>
            </a:r>
          </a:p>
          <a:p>
            <a:pPr marL="216000" defTabSz="179388">
              <a:buClr>
                <a:srgbClr val="00DEE6"/>
              </a:buClr>
            </a:pPr>
            <a:r>
              <a:rPr lang="en-GB" sz="1200">
                <a:latin typeface="+mn-lt"/>
              </a:rPr>
              <a:t>statements</a:t>
            </a:r>
          </a:p>
          <a:p>
            <a:pPr marL="72000" defTabSz="179388">
              <a:buClr>
                <a:srgbClr val="00DEE6"/>
              </a:buClr>
            </a:pPr>
            <a:r>
              <a:rPr lang="en-GB" sz="1200">
                <a:latin typeface="Consolas" panose="020B0609020204030204" pitchFamily="49" charset="0"/>
              </a:rPr>
              <a:t>}</a:t>
            </a:r>
          </a:p>
          <a:p>
            <a:pPr marL="72000" defTabSz="179388">
              <a:buClr>
                <a:srgbClr val="00DEE6"/>
              </a:buClr>
            </a:pPr>
            <a:r>
              <a:rPr lang="en-GB" sz="1200">
                <a:latin typeface="Consolas" panose="020B0609020204030204" pitchFamily="49" charset="0"/>
              </a:rPr>
              <a:t>catch(…)</a:t>
            </a:r>
          </a:p>
          <a:p>
            <a:pPr marL="72000" defTabSz="179388">
              <a:buClr>
                <a:srgbClr val="00DEE6"/>
              </a:buClr>
            </a:pPr>
            <a:r>
              <a:rPr lang="en-GB" sz="1200">
                <a:latin typeface="Consolas" panose="020B0609020204030204" pitchFamily="49" charset="0"/>
              </a:rPr>
              <a:t>{</a:t>
            </a:r>
          </a:p>
          <a:p>
            <a:pPr marL="216000" defTabSz="179388">
              <a:buClr>
                <a:srgbClr val="00DEE6"/>
              </a:buClr>
            </a:pPr>
            <a:r>
              <a:rPr lang="en-GB" sz="1200">
                <a:latin typeface="+mn-lt"/>
              </a:rPr>
              <a:t>statements</a:t>
            </a:r>
          </a:p>
          <a:p>
            <a:pPr marL="72000" defTabSz="179388">
              <a:buClr>
                <a:srgbClr val="00DEE6"/>
              </a:buClr>
            </a:pPr>
            <a:r>
              <a:rPr lang="en-GB" sz="1200">
                <a:latin typeface="Consolas" panose="020B0609020204030204" pitchFamily="49" charset="0"/>
              </a:rPr>
              <a:t>}</a:t>
            </a:r>
          </a:p>
          <a:p>
            <a:pPr marL="72000" defTabSz="179388">
              <a:buClr>
                <a:srgbClr val="00DEE6"/>
              </a:buClr>
            </a:pPr>
            <a:r>
              <a:rPr lang="en-GB" sz="1200">
                <a:latin typeface="Consolas" panose="020B0609020204030204" pitchFamily="49" charset="0"/>
              </a:rPr>
              <a:t>catch…</a:t>
            </a:r>
            <a:endParaRPr lang="uk-UA" sz="1200">
              <a:latin typeface="Consolas" panose="020B0609020204030204" pitchFamily="49" charset="0"/>
            </a:endParaRPr>
          </a:p>
          <a:p>
            <a:pPr marL="72000" defTabSz="179388">
              <a:buClr>
                <a:srgbClr val="00DEE6"/>
              </a:buClr>
            </a:pPr>
            <a:endParaRPr lang="uk-UA" sz="1200">
              <a:latin typeface="Consolas" panose="020B0609020204030204" pitchFamily="49" charset="0"/>
            </a:endParaRPr>
          </a:p>
        </p:txBody>
      </p:sp>
      <p:sp>
        <p:nvSpPr>
          <p:cNvPr id="13" name="TextBox 12">
            <a:extLst>
              <a:ext uri="{FF2B5EF4-FFF2-40B4-BE49-F238E27FC236}">
                <a16:creationId xmlns:a16="http://schemas.microsoft.com/office/drawing/2014/main" id="{05F81CE0-5D6F-47D6-B981-DDCC4C0EC024}"/>
              </a:ext>
            </a:extLst>
          </p:cNvPr>
          <p:cNvSpPr txBox="1"/>
          <p:nvPr/>
        </p:nvSpPr>
        <p:spPr>
          <a:xfrm>
            <a:off x="5300340" y="5072892"/>
            <a:ext cx="1371600" cy="805912"/>
          </a:xfrm>
          <a:prstGeom prst="rect">
            <a:avLst/>
          </a:prstGeom>
          <a:solidFill>
            <a:schemeClr val="accent4">
              <a:lumMod val="40000"/>
              <a:lumOff val="60000"/>
            </a:schemeClr>
          </a:solidFill>
        </p:spPr>
        <p:txBody>
          <a:bodyPr wrap="square" lIns="0" tIns="0" rIns="0" bIns="0" rtlCol="0">
            <a:noAutofit/>
          </a:bodyPr>
          <a:lstStyle/>
          <a:p>
            <a:pPr marL="72000" defTabSz="179388">
              <a:buClr>
                <a:srgbClr val="00DEE6"/>
              </a:buClr>
            </a:pPr>
            <a:r>
              <a:rPr lang="en-GB" sz="1200">
                <a:latin typeface="Consolas" panose="020B0609020204030204" pitchFamily="49" charset="0"/>
              </a:rPr>
              <a:t>finally</a:t>
            </a:r>
          </a:p>
          <a:p>
            <a:pPr marL="72000" defTabSz="179388">
              <a:buClr>
                <a:srgbClr val="00DEE6"/>
              </a:buClr>
            </a:pPr>
            <a:r>
              <a:rPr lang="en-GB" sz="1200">
                <a:latin typeface="Consolas" panose="020B0609020204030204" pitchFamily="49" charset="0"/>
              </a:rPr>
              <a:t>{</a:t>
            </a:r>
          </a:p>
          <a:p>
            <a:pPr marL="216000" defTabSz="179388">
              <a:buClr>
                <a:srgbClr val="00DEE6"/>
              </a:buClr>
            </a:pPr>
            <a:r>
              <a:rPr lang="en-GB" sz="1200">
                <a:latin typeface="+mn-lt"/>
              </a:rPr>
              <a:t>statements</a:t>
            </a:r>
          </a:p>
          <a:p>
            <a:pPr marL="72000" defTabSz="179388">
              <a:buClr>
                <a:srgbClr val="00DEE6"/>
              </a:buClr>
            </a:pPr>
            <a:r>
              <a:rPr lang="en-GB" sz="1200">
                <a:latin typeface="Consolas" panose="020B0609020204030204" pitchFamily="49" charset="0"/>
              </a:rPr>
              <a:t>}</a:t>
            </a:r>
            <a:endParaRPr lang="uk-UA" sz="1200">
              <a:latin typeface="Consolas" panose="020B0609020204030204" pitchFamily="49" charset="0"/>
            </a:endParaRPr>
          </a:p>
        </p:txBody>
      </p:sp>
      <p:sp>
        <p:nvSpPr>
          <p:cNvPr id="15" name="Right Brace 14">
            <a:extLst>
              <a:ext uri="{FF2B5EF4-FFF2-40B4-BE49-F238E27FC236}">
                <a16:creationId xmlns:a16="http://schemas.microsoft.com/office/drawing/2014/main" id="{B4E3E258-47C2-4F0F-8B32-143A881F2A4E}"/>
              </a:ext>
            </a:extLst>
          </p:cNvPr>
          <p:cNvSpPr/>
          <p:nvPr/>
        </p:nvSpPr>
        <p:spPr>
          <a:xfrm>
            <a:off x="6868249" y="2247039"/>
            <a:ext cx="154983" cy="798163"/>
          </a:xfrm>
          <a:prstGeom prst="rightBrace">
            <a:avLst/>
          </a:prstGeom>
          <a:ln/>
        </p:spPr>
        <p:style>
          <a:lnRef idx="1">
            <a:schemeClr val="dk1"/>
          </a:lnRef>
          <a:fillRef idx="0">
            <a:schemeClr val="dk1"/>
          </a:fillRef>
          <a:effectRef idx="0">
            <a:schemeClr val="dk1"/>
          </a:effectRef>
          <a:fontRef idx="minor">
            <a:schemeClr val="tx1"/>
          </a:fontRef>
        </p:style>
        <p:txBody>
          <a:bodyPr rtlCol="0" anchor="ctr"/>
          <a:lstStyle/>
          <a:p>
            <a:pPr algn="ctr"/>
            <a:endParaRPr lang="uk-UA"/>
          </a:p>
        </p:txBody>
      </p:sp>
      <p:sp>
        <p:nvSpPr>
          <p:cNvPr id="17" name="Right Brace 16">
            <a:extLst>
              <a:ext uri="{FF2B5EF4-FFF2-40B4-BE49-F238E27FC236}">
                <a16:creationId xmlns:a16="http://schemas.microsoft.com/office/drawing/2014/main" id="{33EAC3CA-A49B-4DB4-BA44-84075B67C96E}"/>
              </a:ext>
            </a:extLst>
          </p:cNvPr>
          <p:cNvSpPr/>
          <p:nvPr/>
        </p:nvSpPr>
        <p:spPr>
          <a:xfrm>
            <a:off x="6868249" y="3227307"/>
            <a:ext cx="154983" cy="2651497"/>
          </a:xfrm>
          <a:prstGeom prst="rightBrace">
            <a:avLst/>
          </a:prstGeom>
          <a:ln/>
        </p:spPr>
        <p:style>
          <a:lnRef idx="1">
            <a:schemeClr val="dk1"/>
          </a:lnRef>
          <a:fillRef idx="0">
            <a:schemeClr val="dk1"/>
          </a:fillRef>
          <a:effectRef idx="0">
            <a:schemeClr val="dk1"/>
          </a:effectRef>
          <a:fontRef idx="minor">
            <a:schemeClr val="tx1"/>
          </a:fontRef>
        </p:style>
        <p:txBody>
          <a:bodyPr rtlCol="0" anchor="ctr"/>
          <a:lstStyle/>
          <a:p>
            <a:pPr algn="ctr"/>
            <a:endParaRPr lang="uk-UA"/>
          </a:p>
        </p:txBody>
      </p:sp>
      <p:sp>
        <p:nvSpPr>
          <p:cNvPr id="19" name="TextBox 18">
            <a:extLst>
              <a:ext uri="{FF2B5EF4-FFF2-40B4-BE49-F238E27FC236}">
                <a16:creationId xmlns:a16="http://schemas.microsoft.com/office/drawing/2014/main" id="{AD52BEA6-4286-4265-BB0C-35A7C7C72228}"/>
              </a:ext>
            </a:extLst>
          </p:cNvPr>
          <p:cNvSpPr txBox="1"/>
          <p:nvPr/>
        </p:nvSpPr>
        <p:spPr>
          <a:xfrm>
            <a:off x="7216961" y="2557359"/>
            <a:ext cx="2603715" cy="45720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GB" sz="1400">
                <a:latin typeface="+mn-lt"/>
              </a:rPr>
              <a:t>This section is required.</a:t>
            </a:r>
            <a:endParaRPr lang="uk-UA" sz="1400" err="1">
              <a:latin typeface="+mn-lt"/>
            </a:endParaRPr>
          </a:p>
        </p:txBody>
      </p:sp>
      <p:sp>
        <p:nvSpPr>
          <p:cNvPr id="21" name="TextBox 20">
            <a:extLst>
              <a:ext uri="{FF2B5EF4-FFF2-40B4-BE49-F238E27FC236}">
                <a16:creationId xmlns:a16="http://schemas.microsoft.com/office/drawing/2014/main" id="{2DED5281-E628-45B8-8F18-D50A5ACEE458}"/>
              </a:ext>
            </a:extLst>
          </p:cNvPr>
          <p:cNvSpPr txBox="1"/>
          <p:nvPr/>
        </p:nvSpPr>
        <p:spPr>
          <a:xfrm>
            <a:off x="7216961" y="4122679"/>
            <a:ext cx="3715237" cy="1224376"/>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GB" sz="1400">
                <a:latin typeface="+mn-lt"/>
              </a:rPr>
              <a:t>One or both of these sections must be present. If both sections are present, the </a:t>
            </a:r>
            <a:r>
              <a:rPr lang="en-GB" sz="1400" b="1">
                <a:latin typeface="Consolas" panose="020B0609020204030204" pitchFamily="49" charset="0"/>
              </a:rPr>
              <a:t>finally</a:t>
            </a:r>
            <a:r>
              <a:rPr lang="en-GB" sz="1400">
                <a:latin typeface="+mn-lt"/>
              </a:rPr>
              <a:t> block must be placed last.</a:t>
            </a:r>
            <a:endParaRPr lang="uk-UA" sz="1400" err="1">
              <a:latin typeface="+mn-lt"/>
            </a:endParaRPr>
          </a:p>
        </p:txBody>
      </p:sp>
    </p:spTree>
    <p:extLst>
      <p:ext uri="{BB962C8B-B14F-4D97-AF65-F5344CB8AC3E}">
        <p14:creationId xmlns:p14="http://schemas.microsoft.com/office/powerpoint/2010/main" val="3911436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9B40C1-EA7A-45CC-9B32-D68F0A5901FA}"/>
              </a:ext>
            </a:extLst>
          </p:cNvPr>
          <p:cNvSpPr>
            <a:spLocks noGrp="1"/>
          </p:cNvSpPr>
          <p:nvPr>
            <p:ph type="sldNum" sz="quarter" idx="11"/>
          </p:nvPr>
        </p:nvSpPr>
        <p:spPr/>
        <p:txBody>
          <a:bodyPr/>
          <a:lstStyle/>
          <a:p>
            <a:fld id="{E16BA917-7F09-4B8D-AF07-F52890C14046}" type="slidenum">
              <a:rPr lang="da-DK" smtClean="0"/>
              <a:pPr/>
              <a:t>11</a:t>
            </a:fld>
            <a:endParaRPr lang="da-DK"/>
          </a:p>
        </p:txBody>
      </p:sp>
      <p:sp>
        <p:nvSpPr>
          <p:cNvPr id="3" name="Text Placeholder 2">
            <a:extLst>
              <a:ext uri="{FF2B5EF4-FFF2-40B4-BE49-F238E27FC236}">
                <a16:creationId xmlns:a16="http://schemas.microsoft.com/office/drawing/2014/main" id="{84924804-1CD6-4E52-9E33-ACDF93AC9F11}"/>
              </a:ext>
            </a:extLst>
          </p:cNvPr>
          <p:cNvSpPr>
            <a:spLocks noGrp="1"/>
          </p:cNvSpPr>
          <p:nvPr>
            <p:ph type="body" sz="quarter" idx="17"/>
          </p:nvPr>
        </p:nvSpPr>
        <p:spPr/>
        <p:txBody>
          <a:bodyPr/>
          <a:lstStyle/>
          <a:p>
            <a:r>
              <a:rPr lang="da-DK" err="1"/>
              <a:t>Catch</a:t>
            </a:r>
            <a:r>
              <a:rPr lang="da-DK"/>
              <a:t> </a:t>
            </a:r>
            <a:r>
              <a:rPr lang="da-DK" err="1"/>
              <a:t>clause</a:t>
            </a:r>
            <a:endParaRPr lang="da-DK"/>
          </a:p>
        </p:txBody>
      </p:sp>
      <p:sp>
        <p:nvSpPr>
          <p:cNvPr id="4" name="Title 3">
            <a:extLst>
              <a:ext uri="{FF2B5EF4-FFF2-40B4-BE49-F238E27FC236}">
                <a16:creationId xmlns:a16="http://schemas.microsoft.com/office/drawing/2014/main" id="{DF739CC0-80E2-4814-82B7-A680C788DCF1}"/>
              </a:ext>
            </a:extLst>
          </p:cNvPr>
          <p:cNvSpPr>
            <a:spLocks noGrp="1"/>
          </p:cNvSpPr>
          <p:nvPr>
            <p:ph type="title"/>
          </p:nvPr>
        </p:nvSpPr>
        <p:spPr/>
        <p:txBody>
          <a:bodyPr/>
          <a:lstStyle/>
          <a:p>
            <a:r>
              <a:rPr lang="da-DK" err="1"/>
              <a:t>exceptions</a:t>
            </a:r>
            <a:endParaRPr lang="da-DK"/>
          </a:p>
        </p:txBody>
      </p:sp>
      <p:sp>
        <p:nvSpPr>
          <p:cNvPr id="6" name="Content Placeholder 5">
            <a:extLst>
              <a:ext uri="{FF2B5EF4-FFF2-40B4-BE49-F238E27FC236}">
                <a16:creationId xmlns:a16="http://schemas.microsoft.com/office/drawing/2014/main" id="{D3E868EE-8DA8-4617-8F04-D3D4A1B5B648}"/>
              </a:ext>
            </a:extLst>
          </p:cNvPr>
          <p:cNvSpPr>
            <a:spLocks noGrp="1"/>
          </p:cNvSpPr>
          <p:nvPr>
            <p:ph sz="quarter" idx="19"/>
          </p:nvPr>
        </p:nvSpPr>
        <p:spPr>
          <a:xfrm>
            <a:off x="649140" y="1858637"/>
            <a:ext cx="6114732" cy="2623335"/>
          </a:xfrm>
        </p:spPr>
        <p:txBody>
          <a:bodyPr/>
          <a:lstStyle/>
          <a:p>
            <a:pPr marL="0" indent="0">
              <a:buNone/>
            </a:pPr>
            <a:endParaRPr lang="en-US" sz="1400">
              <a:solidFill>
                <a:srgbClr val="000000"/>
              </a:solidFill>
              <a:latin typeface="Consolas" panose="020B0609020204030204" pitchFamily="49" charset="0"/>
            </a:endParaRPr>
          </a:p>
          <a:p>
            <a:pPr marL="0" indent="0">
              <a:buNone/>
            </a:pPr>
            <a:r>
              <a:rPr lang="en-US" sz="1400">
                <a:solidFill>
                  <a:srgbClr val="0000FF"/>
                </a:solidFill>
                <a:latin typeface="Consolas" panose="020B0609020204030204" pitchFamily="49" charset="0"/>
              </a:rPr>
              <a:t>catch</a:t>
            </a:r>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DivideByZeroException</a:t>
            </a:r>
            <a:r>
              <a:rPr lang="en-US" sz="1400">
                <a:solidFill>
                  <a:srgbClr val="000000"/>
                </a:solidFill>
                <a:latin typeface="Consolas" panose="020B0609020204030204" pitchFamily="49" charset="0"/>
              </a:rPr>
              <a:t> ex) {</a:t>
            </a:r>
          </a:p>
          <a:p>
            <a:pPr marL="0" indent="0">
              <a:buNone/>
            </a:pPr>
            <a:r>
              <a:rPr lang="en-US" sz="1400">
                <a:solidFill>
                  <a:srgbClr val="2B91AF"/>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.WriteLine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"Message: </a:t>
            </a:r>
            <a:r>
              <a:rPr lang="en-US" sz="1400">
                <a:solidFill>
                  <a:srgbClr val="3CB371"/>
                </a:solidFill>
                <a:latin typeface="Consolas" panose="020B0609020204030204" pitchFamily="49" charset="0"/>
              </a:rPr>
              <a:t>{0}</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ex.Message</a:t>
            </a:r>
            <a:r>
              <a:rPr lang="en-US" sz="1400">
                <a:solidFill>
                  <a:srgbClr val="000000"/>
                </a:solidFill>
                <a:latin typeface="Consolas" panose="020B0609020204030204" pitchFamily="49" charset="0"/>
              </a:rPr>
              <a:t>);</a:t>
            </a:r>
          </a:p>
          <a:p>
            <a:pPr marL="0" indent="0">
              <a:buNone/>
            </a:pPr>
            <a:r>
              <a:rPr lang="fr-FR" sz="1400">
                <a:solidFill>
                  <a:srgbClr val="2B91AF"/>
                </a:solidFill>
                <a:latin typeface="Consolas" panose="020B0609020204030204" pitchFamily="49" charset="0"/>
              </a:rPr>
              <a:t>  	</a:t>
            </a:r>
            <a:r>
              <a:rPr lang="fr-FR" sz="1400" err="1">
                <a:solidFill>
                  <a:srgbClr val="2B91AF"/>
                </a:solidFill>
                <a:latin typeface="Consolas" panose="020B0609020204030204" pitchFamily="49" charset="0"/>
              </a:rPr>
              <a:t>Console</a:t>
            </a:r>
            <a:r>
              <a:rPr lang="fr-FR" sz="1400" err="1">
                <a:solidFill>
                  <a:srgbClr val="000000"/>
                </a:solidFill>
                <a:latin typeface="Consolas" panose="020B0609020204030204" pitchFamily="49" charset="0"/>
              </a:rPr>
              <a:t>.WriteLine</a:t>
            </a:r>
            <a:r>
              <a:rPr lang="fr-FR" sz="1400">
                <a:solidFill>
                  <a:srgbClr val="000000"/>
                </a:solidFill>
                <a:latin typeface="Consolas" panose="020B0609020204030204" pitchFamily="49" charset="0"/>
              </a:rPr>
              <a:t>(</a:t>
            </a:r>
            <a:r>
              <a:rPr lang="fr-FR" sz="1400">
                <a:solidFill>
                  <a:srgbClr val="A31515"/>
                </a:solidFill>
                <a:latin typeface="Consolas" panose="020B0609020204030204" pitchFamily="49" charset="0"/>
              </a:rPr>
              <a:t>"Source: </a:t>
            </a:r>
            <a:r>
              <a:rPr lang="fr-FR" sz="1400">
                <a:solidFill>
                  <a:srgbClr val="3CB371"/>
                </a:solidFill>
                <a:latin typeface="Consolas" panose="020B0609020204030204" pitchFamily="49" charset="0"/>
              </a:rPr>
              <a:t>{0}</a:t>
            </a:r>
            <a:r>
              <a:rPr lang="fr-FR" sz="1400">
                <a:solidFill>
                  <a:srgbClr val="A31515"/>
                </a:solidFill>
                <a:latin typeface="Consolas" panose="020B0609020204030204" pitchFamily="49" charset="0"/>
              </a:rPr>
              <a:t>"</a:t>
            </a:r>
            <a:r>
              <a:rPr lang="fr-FR" sz="1400">
                <a:solidFill>
                  <a:srgbClr val="000000"/>
                </a:solidFill>
                <a:latin typeface="Consolas" panose="020B0609020204030204" pitchFamily="49" charset="0"/>
              </a:rPr>
              <a:t>, </a:t>
            </a:r>
            <a:r>
              <a:rPr lang="fr-FR" sz="1400" err="1">
                <a:solidFill>
                  <a:srgbClr val="000000"/>
                </a:solidFill>
                <a:latin typeface="Consolas" panose="020B0609020204030204" pitchFamily="49" charset="0"/>
              </a:rPr>
              <a:t>ex.Source</a:t>
            </a:r>
            <a:r>
              <a:rPr lang="fr-FR" sz="1400">
                <a:solidFill>
                  <a:srgbClr val="000000"/>
                </a:solidFill>
                <a:latin typeface="Consolas" panose="020B0609020204030204" pitchFamily="49" charset="0"/>
              </a:rPr>
              <a:t>);</a:t>
            </a:r>
          </a:p>
          <a:p>
            <a:pPr marL="0" indent="0">
              <a:buNone/>
            </a:pPr>
            <a:r>
              <a:rPr lang="en-US" sz="1400">
                <a:solidFill>
                  <a:srgbClr val="2B91AF"/>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.WriteLine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"Stack: </a:t>
            </a:r>
            <a:r>
              <a:rPr lang="en-US" sz="1400">
                <a:solidFill>
                  <a:srgbClr val="3CB371"/>
                </a:solidFill>
                <a:latin typeface="Consolas" panose="020B0609020204030204" pitchFamily="49" charset="0"/>
              </a:rPr>
              <a:t>{0}</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ex.StackTrace</a:t>
            </a:r>
            <a:r>
              <a:rPr lang="en-US" sz="1400">
                <a:solidFill>
                  <a:srgbClr val="000000"/>
                </a:solidFill>
                <a:latin typeface="Consolas" panose="020B0609020204030204" pitchFamily="49" charset="0"/>
              </a:rPr>
              <a:t>);</a:t>
            </a:r>
            <a:endParaRPr lang="fr-FR" sz="1400">
              <a:solidFill>
                <a:srgbClr val="000000"/>
              </a:solidFill>
              <a:latin typeface="Consolas" panose="020B0609020204030204" pitchFamily="49" charset="0"/>
            </a:endParaRPr>
          </a:p>
          <a:p>
            <a:pPr marL="0" indent="0">
              <a:buNone/>
            </a:pPr>
            <a:r>
              <a:rPr lang="en-US" sz="1400">
                <a:solidFill>
                  <a:srgbClr val="000000"/>
                </a:solidFill>
                <a:latin typeface="Consolas" panose="020B0609020204030204" pitchFamily="49" charset="0"/>
              </a:rPr>
              <a:t>}</a:t>
            </a:r>
          </a:p>
          <a:p>
            <a:pPr marL="0" indent="0">
              <a:buNone/>
            </a:pPr>
            <a:r>
              <a:rPr lang="en-GB" sz="1400"/>
              <a:t>	</a:t>
            </a:r>
          </a:p>
        </p:txBody>
      </p:sp>
      <p:sp>
        <p:nvSpPr>
          <p:cNvPr id="8" name="TextBox 7">
            <a:extLst>
              <a:ext uri="{FF2B5EF4-FFF2-40B4-BE49-F238E27FC236}">
                <a16:creationId xmlns:a16="http://schemas.microsoft.com/office/drawing/2014/main" id="{A7C96ED2-15DC-4601-9E53-CA5F8900982D}"/>
              </a:ext>
            </a:extLst>
          </p:cNvPr>
          <p:cNvSpPr txBox="1"/>
          <p:nvPr/>
        </p:nvSpPr>
        <p:spPr>
          <a:xfrm>
            <a:off x="1048679" y="1838472"/>
            <a:ext cx="1883799" cy="537557"/>
          </a:xfrm>
          <a:prstGeom prst="rect">
            <a:avLst/>
          </a:prstGeom>
          <a:noFill/>
          <a:ln>
            <a:noFill/>
          </a:ln>
        </p:spPr>
        <p:txBody>
          <a:bodyPr wrap="none" lIns="0" tIns="0" rIns="0" bIns="0" rtlCol="0">
            <a:noAutofit/>
          </a:bodyPr>
          <a:lstStyle/>
          <a:p>
            <a:pPr marL="0" indent="0" defTabSz="179388">
              <a:buClr>
                <a:srgbClr val="00DEE6"/>
              </a:buClr>
              <a:buFont typeface="Arial" panose="020B0604020202020204" pitchFamily="34" charset="0"/>
              <a:buNone/>
            </a:pPr>
            <a:r>
              <a:rPr lang="en-GB" sz="1600">
                <a:solidFill>
                  <a:schemeClr val="accent6">
                    <a:lumMod val="50000"/>
                  </a:schemeClr>
                </a:solidFill>
                <a:latin typeface="+mn-lt"/>
              </a:rPr>
              <a:t>Exception type</a:t>
            </a:r>
          </a:p>
          <a:p>
            <a:pPr marL="0" indent="0" algn="ctr" defTabSz="179388">
              <a:buClr>
                <a:srgbClr val="00DEE6"/>
              </a:buClr>
              <a:buFont typeface="Arial" panose="020B0604020202020204" pitchFamily="34" charset="0"/>
              <a:buNone/>
            </a:pPr>
            <a:r>
              <a:rPr lang="uk-UA" sz="1600">
                <a:solidFill>
                  <a:schemeClr val="accent6">
                    <a:lumMod val="50000"/>
                  </a:schemeClr>
                </a:solidFill>
                <a:latin typeface="+mn-lt"/>
              </a:rPr>
              <a:t>↓</a:t>
            </a:r>
          </a:p>
        </p:txBody>
      </p:sp>
      <p:sp>
        <p:nvSpPr>
          <p:cNvPr id="12" name="TextBox 11">
            <a:extLst>
              <a:ext uri="{FF2B5EF4-FFF2-40B4-BE49-F238E27FC236}">
                <a16:creationId xmlns:a16="http://schemas.microsoft.com/office/drawing/2014/main" id="{28DC7C59-D881-4BF3-A9A9-D9877D232C77}"/>
              </a:ext>
            </a:extLst>
          </p:cNvPr>
          <p:cNvSpPr txBox="1"/>
          <p:nvPr/>
        </p:nvSpPr>
        <p:spPr>
          <a:xfrm>
            <a:off x="2790951" y="1838472"/>
            <a:ext cx="1672683" cy="402384"/>
          </a:xfrm>
          <a:prstGeom prst="rect">
            <a:avLst/>
          </a:prstGeom>
          <a:noFill/>
          <a:ln>
            <a:noFill/>
          </a:ln>
        </p:spPr>
        <p:txBody>
          <a:bodyPr wrap="none" lIns="0" tIns="0" rIns="0" bIns="0" rtlCol="0">
            <a:noAutofit/>
          </a:bodyPr>
          <a:lstStyle/>
          <a:p>
            <a:pPr marL="0" indent="0" algn="ctr" defTabSz="179388">
              <a:buClr>
                <a:srgbClr val="00DEE6"/>
              </a:buClr>
              <a:buFont typeface="Arial" panose="020B0604020202020204" pitchFamily="34" charset="0"/>
              <a:buNone/>
            </a:pPr>
            <a:r>
              <a:rPr lang="en-GB" sz="1600">
                <a:solidFill>
                  <a:schemeClr val="accent6">
                    <a:lumMod val="50000"/>
                  </a:schemeClr>
                </a:solidFill>
                <a:latin typeface="+mn-lt"/>
              </a:rPr>
              <a:t>Exception </a:t>
            </a:r>
            <a:r>
              <a:rPr lang="en-US" sz="1600">
                <a:solidFill>
                  <a:schemeClr val="accent6">
                    <a:lumMod val="50000"/>
                  </a:schemeClr>
                </a:solidFill>
                <a:latin typeface="+mn-lt"/>
              </a:rPr>
              <a:t>variable</a:t>
            </a:r>
            <a:endParaRPr lang="en-GB" sz="1600">
              <a:solidFill>
                <a:schemeClr val="accent6">
                  <a:lumMod val="50000"/>
                </a:schemeClr>
              </a:solidFill>
              <a:latin typeface="+mn-lt"/>
            </a:endParaRPr>
          </a:p>
          <a:p>
            <a:pPr marL="0" indent="0" algn="ctr" defTabSz="179388">
              <a:buClr>
                <a:srgbClr val="00DEE6"/>
              </a:buClr>
              <a:buFont typeface="Arial" panose="020B0604020202020204" pitchFamily="34" charset="0"/>
              <a:buNone/>
            </a:pPr>
            <a:r>
              <a:rPr lang="uk-UA" sz="1600">
                <a:solidFill>
                  <a:schemeClr val="accent6">
                    <a:lumMod val="50000"/>
                  </a:schemeClr>
                </a:solidFill>
                <a:latin typeface="+mn-lt"/>
              </a:rPr>
              <a:t>↓</a:t>
            </a:r>
          </a:p>
        </p:txBody>
      </p:sp>
      <p:pic>
        <p:nvPicPr>
          <p:cNvPr id="7" name="Picture 6">
            <a:extLst>
              <a:ext uri="{FF2B5EF4-FFF2-40B4-BE49-F238E27FC236}">
                <a16:creationId xmlns:a16="http://schemas.microsoft.com/office/drawing/2014/main" id="{990635D0-D3AE-4EF7-8433-CBE23F649C44}"/>
              </a:ext>
            </a:extLst>
          </p:cNvPr>
          <p:cNvPicPr>
            <a:picLocks noChangeAspect="1"/>
          </p:cNvPicPr>
          <p:nvPr/>
        </p:nvPicPr>
        <p:blipFill>
          <a:blip r:embed="rId3"/>
          <a:stretch>
            <a:fillRect/>
          </a:stretch>
        </p:blipFill>
        <p:spPr>
          <a:xfrm>
            <a:off x="7508827" y="1458384"/>
            <a:ext cx="2837167" cy="3027103"/>
          </a:xfrm>
          <a:prstGeom prst="rect">
            <a:avLst/>
          </a:prstGeom>
        </p:spPr>
      </p:pic>
    </p:spTree>
    <p:extLst>
      <p:ext uri="{BB962C8B-B14F-4D97-AF65-F5344CB8AC3E}">
        <p14:creationId xmlns:p14="http://schemas.microsoft.com/office/powerpoint/2010/main" val="3763950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DCB4A2-4488-4297-930C-CF0EA99B968A}"/>
              </a:ext>
            </a:extLst>
          </p:cNvPr>
          <p:cNvSpPr>
            <a:spLocks noGrp="1"/>
          </p:cNvSpPr>
          <p:nvPr>
            <p:ph type="sldNum" sz="quarter" idx="11"/>
          </p:nvPr>
        </p:nvSpPr>
        <p:spPr/>
        <p:txBody>
          <a:bodyPr/>
          <a:lstStyle/>
          <a:p>
            <a:fld id="{E16BA917-7F09-4B8D-AF07-F52890C14046}" type="slidenum">
              <a:rPr lang="da-DK" smtClean="0"/>
              <a:pPr/>
              <a:t>12</a:t>
            </a:fld>
            <a:endParaRPr lang="da-DK"/>
          </a:p>
        </p:txBody>
      </p:sp>
      <p:sp>
        <p:nvSpPr>
          <p:cNvPr id="3" name="Text Placeholder 2">
            <a:extLst>
              <a:ext uri="{FF2B5EF4-FFF2-40B4-BE49-F238E27FC236}">
                <a16:creationId xmlns:a16="http://schemas.microsoft.com/office/drawing/2014/main" id="{C6C7A032-2702-49B1-BBB6-777A995CDB8B}"/>
              </a:ext>
            </a:extLst>
          </p:cNvPr>
          <p:cNvSpPr>
            <a:spLocks noGrp="1"/>
          </p:cNvSpPr>
          <p:nvPr>
            <p:ph type="body" sz="quarter" idx="17"/>
          </p:nvPr>
        </p:nvSpPr>
        <p:spPr/>
        <p:txBody>
          <a:bodyPr/>
          <a:lstStyle/>
          <a:p>
            <a:r>
              <a:rPr lang="en-US" err="1"/>
              <a:t>System.Exception</a:t>
            </a:r>
            <a:endParaRPr lang="en-US"/>
          </a:p>
          <a:p>
            <a:endParaRPr lang="en-US"/>
          </a:p>
        </p:txBody>
      </p:sp>
      <p:sp>
        <p:nvSpPr>
          <p:cNvPr id="4" name="Title 3">
            <a:extLst>
              <a:ext uri="{FF2B5EF4-FFF2-40B4-BE49-F238E27FC236}">
                <a16:creationId xmlns:a16="http://schemas.microsoft.com/office/drawing/2014/main" id="{08A8330D-8224-465A-BEE3-6500D09D4DEB}"/>
              </a:ext>
            </a:extLst>
          </p:cNvPr>
          <p:cNvSpPr>
            <a:spLocks noGrp="1"/>
          </p:cNvSpPr>
          <p:nvPr>
            <p:ph type="title"/>
          </p:nvPr>
        </p:nvSpPr>
        <p:spPr/>
        <p:txBody>
          <a:bodyPr/>
          <a:lstStyle/>
          <a:p>
            <a:r>
              <a:rPr lang="en-US"/>
              <a:t>Exceptions</a:t>
            </a:r>
          </a:p>
        </p:txBody>
      </p:sp>
      <p:pic>
        <p:nvPicPr>
          <p:cNvPr id="6" name="Picture 5">
            <a:extLst>
              <a:ext uri="{FF2B5EF4-FFF2-40B4-BE49-F238E27FC236}">
                <a16:creationId xmlns:a16="http://schemas.microsoft.com/office/drawing/2014/main" id="{B75A2A9C-F474-4F61-9C0A-4AF2F7FEA63B}"/>
              </a:ext>
            </a:extLst>
          </p:cNvPr>
          <p:cNvPicPr>
            <a:picLocks noChangeAspect="1"/>
          </p:cNvPicPr>
          <p:nvPr/>
        </p:nvPicPr>
        <p:blipFill>
          <a:blip r:embed="rId2"/>
          <a:stretch>
            <a:fillRect/>
          </a:stretch>
        </p:blipFill>
        <p:spPr>
          <a:xfrm>
            <a:off x="858689" y="4488159"/>
            <a:ext cx="8243958" cy="1748368"/>
          </a:xfrm>
          <a:prstGeom prst="rect">
            <a:avLst/>
          </a:prstGeom>
        </p:spPr>
      </p:pic>
      <p:sp>
        <p:nvSpPr>
          <p:cNvPr id="7" name="TextBox 6">
            <a:extLst>
              <a:ext uri="{FF2B5EF4-FFF2-40B4-BE49-F238E27FC236}">
                <a16:creationId xmlns:a16="http://schemas.microsoft.com/office/drawing/2014/main" id="{8ED452EB-24D0-49EA-BC39-C9FACAC87BA0}"/>
              </a:ext>
            </a:extLst>
          </p:cNvPr>
          <p:cNvSpPr txBox="1"/>
          <p:nvPr/>
        </p:nvSpPr>
        <p:spPr>
          <a:xfrm>
            <a:off x="858689" y="1458384"/>
            <a:ext cx="6642847" cy="2836708"/>
          </a:xfrm>
          <a:prstGeom prst="rect">
            <a:avLst/>
          </a:prstGeom>
          <a:noFill/>
        </p:spPr>
        <p:txBody>
          <a:bodyPr wrap="none" lIns="0" tIns="0" rIns="0" bIns="0" rtlCol="0">
            <a:noAutofit/>
          </a:bodyPr>
          <a:lstStyle/>
          <a:p>
            <a:endParaRPr lang="en-US"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try</a:t>
            </a:r>
            <a:r>
              <a:rPr lang="en-US" sz="1400">
                <a:solidFill>
                  <a:srgbClr val="000000"/>
                </a:solidFill>
                <a:latin typeface="Consolas" panose="020B0609020204030204" pitchFamily="49" charset="0"/>
              </a:rPr>
              <a:t> {</a:t>
            </a: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throw</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new</a:t>
            </a: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Exception</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"My Exception"</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a:t>
            </a: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catch</a:t>
            </a: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Exception</a:t>
            </a:r>
            <a:r>
              <a:rPr lang="en-US" sz="1400">
                <a:solidFill>
                  <a:srgbClr val="000000"/>
                </a:solidFill>
                <a:latin typeface="Consolas" panose="020B0609020204030204" pitchFamily="49" charset="0"/>
              </a:rPr>
              <a:t> ex) {</a:t>
            </a:r>
          </a:p>
          <a:p>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.WriteLine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$"Exception: </a:t>
            </a:r>
            <a:r>
              <a:rPr lang="en-US" sz="1400">
                <a:solidFill>
                  <a:srgbClr val="000000"/>
                </a:solidFill>
                <a:latin typeface="Consolas" panose="020B0609020204030204" pitchFamily="49" charset="0"/>
              </a:rPr>
              <a:t>{ex}</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.WriteLine</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.WriteLine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$"Type: </a:t>
            </a:r>
            <a:r>
              <a:rPr lang="en-US" sz="1400">
                <a:solidFill>
                  <a:srgbClr val="000000"/>
                </a:solidFill>
                <a:latin typeface="Consolas" panose="020B0609020204030204" pitchFamily="49" charset="0"/>
              </a:rPr>
              <a:t>{</a:t>
            </a:r>
            <a:r>
              <a:rPr lang="en-US" sz="1400" err="1">
                <a:solidFill>
                  <a:srgbClr val="000000"/>
                </a:solidFill>
                <a:latin typeface="Consolas" panose="020B0609020204030204" pitchFamily="49" charset="0"/>
              </a:rPr>
              <a:t>ex.GetType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r>
              <a:rPr lang="fr-FR" sz="1400">
                <a:solidFill>
                  <a:srgbClr val="000000"/>
                </a:solidFill>
                <a:latin typeface="Consolas" panose="020B0609020204030204" pitchFamily="49" charset="0"/>
              </a:rPr>
              <a:t>                </a:t>
            </a:r>
            <a:r>
              <a:rPr lang="fr-FR" sz="1400" err="1">
                <a:solidFill>
                  <a:srgbClr val="2B91AF"/>
                </a:solidFill>
                <a:latin typeface="Consolas" panose="020B0609020204030204" pitchFamily="49" charset="0"/>
              </a:rPr>
              <a:t>Console</a:t>
            </a:r>
            <a:r>
              <a:rPr lang="fr-FR" sz="1400" err="1">
                <a:solidFill>
                  <a:srgbClr val="000000"/>
                </a:solidFill>
                <a:latin typeface="Consolas" panose="020B0609020204030204" pitchFamily="49" charset="0"/>
              </a:rPr>
              <a:t>.WriteLine</a:t>
            </a:r>
            <a:r>
              <a:rPr lang="fr-FR" sz="1400">
                <a:solidFill>
                  <a:srgbClr val="000000"/>
                </a:solidFill>
                <a:latin typeface="Consolas" panose="020B0609020204030204" pitchFamily="49" charset="0"/>
              </a:rPr>
              <a:t>(</a:t>
            </a:r>
            <a:r>
              <a:rPr lang="fr-FR" sz="1400">
                <a:solidFill>
                  <a:srgbClr val="A31515"/>
                </a:solidFill>
                <a:latin typeface="Consolas" panose="020B0609020204030204" pitchFamily="49" charset="0"/>
              </a:rPr>
              <a:t>$"Source: </a:t>
            </a:r>
            <a:r>
              <a:rPr lang="fr-FR" sz="1400">
                <a:solidFill>
                  <a:srgbClr val="000000"/>
                </a:solidFill>
                <a:latin typeface="Consolas" panose="020B0609020204030204" pitchFamily="49" charset="0"/>
              </a:rPr>
              <a:t>{</a:t>
            </a:r>
            <a:r>
              <a:rPr lang="fr-FR" sz="1400" err="1">
                <a:solidFill>
                  <a:srgbClr val="000000"/>
                </a:solidFill>
                <a:latin typeface="Consolas" panose="020B0609020204030204" pitchFamily="49" charset="0"/>
              </a:rPr>
              <a:t>ex.Source</a:t>
            </a:r>
            <a:r>
              <a:rPr lang="fr-FR" sz="1400">
                <a:solidFill>
                  <a:srgbClr val="000000"/>
                </a:solidFill>
                <a:latin typeface="Consolas" panose="020B0609020204030204" pitchFamily="49" charset="0"/>
              </a:rPr>
              <a:t>}</a:t>
            </a:r>
            <a:r>
              <a:rPr lang="fr-FR" sz="1400">
                <a:solidFill>
                  <a:srgbClr val="A31515"/>
                </a:solidFill>
                <a:latin typeface="Consolas" panose="020B0609020204030204" pitchFamily="49" charset="0"/>
              </a:rPr>
              <a:t>"</a:t>
            </a:r>
            <a:r>
              <a:rPr lang="fr-FR" sz="1400">
                <a:solidFill>
                  <a:srgbClr val="000000"/>
                </a:solidFill>
                <a:latin typeface="Consolas" panose="020B0609020204030204" pitchFamily="49" charset="0"/>
              </a:rPr>
              <a:t>);</a:t>
            </a:r>
          </a:p>
          <a:p>
            <a:r>
              <a:rPr lang="fr-FR" sz="1400">
                <a:solidFill>
                  <a:srgbClr val="000000"/>
                </a:solidFill>
                <a:latin typeface="Consolas" panose="020B0609020204030204" pitchFamily="49" charset="0"/>
              </a:rPr>
              <a:t>                </a:t>
            </a:r>
            <a:r>
              <a:rPr lang="fr-FR" sz="1400" err="1">
                <a:solidFill>
                  <a:srgbClr val="2B91AF"/>
                </a:solidFill>
                <a:latin typeface="Consolas" panose="020B0609020204030204" pitchFamily="49" charset="0"/>
              </a:rPr>
              <a:t>Console</a:t>
            </a:r>
            <a:r>
              <a:rPr lang="fr-FR" sz="1400" err="1">
                <a:solidFill>
                  <a:srgbClr val="000000"/>
                </a:solidFill>
                <a:latin typeface="Consolas" panose="020B0609020204030204" pitchFamily="49" charset="0"/>
              </a:rPr>
              <a:t>.WriteLine</a:t>
            </a:r>
            <a:r>
              <a:rPr lang="fr-FR" sz="1400">
                <a:solidFill>
                  <a:srgbClr val="000000"/>
                </a:solidFill>
                <a:latin typeface="Consolas" panose="020B0609020204030204" pitchFamily="49" charset="0"/>
              </a:rPr>
              <a:t>(</a:t>
            </a:r>
            <a:r>
              <a:rPr lang="fr-FR" sz="1400">
                <a:solidFill>
                  <a:srgbClr val="A31515"/>
                </a:solidFill>
                <a:latin typeface="Consolas" panose="020B0609020204030204" pitchFamily="49" charset="0"/>
              </a:rPr>
              <a:t>$"Message: </a:t>
            </a:r>
            <a:r>
              <a:rPr lang="fr-FR" sz="1400">
                <a:solidFill>
                  <a:srgbClr val="000000"/>
                </a:solidFill>
                <a:latin typeface="Consolas" panose="020B0609020204030204" pitchFamily="49" charset="0"/>
              </a:rPr>
              <a:t>{</a:t>
            </a:r>
            <a:r>
              <a:rPr lang="fr-FR" sz="1400" err="1">
                <a:solidFill>
                  <a:srgbClr val="000000"/>
                </a:solidFill>
                <a:latin typeface="Consolas" panose="020B0609020204030204" pitchFamily="49" charset="0"/>
              </a:rPr>
              <a:t>ex.Message</a:t>
            </a:r>
            <a:r>
              <a:rPr lang="fr-FR" sz="1400">
                <a:solidFill>
                  <a:srgbClr val="000000"/>
                </a:solidFill>
                <a:latin typeface="Consolas" panose="020B0609020204030204" pitchFamily="49" charset="0"/>
              </a:rPr>
              <a:t>}</a:t>
            </a:r>
            <a:r>
              <a:rPr lang="fr-FR" sz="1400">
                <a:solidFill>
                  <a:srgbClr val="A31515"/>
                </a:solidFill>
                <a:latin typeface="Consolas" panose="020B0609020204030204" pitchFamily="49" charset="0"/>
              </a:rPr>
              <a:t>"</a:t>
            </a:r>
            <a:r>
              <a:rPr lang="fr-FR"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.WriteLine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a:t>
            </a:r>
            <a:r>
              <a:rPr lang="en-US" sz="1400" err="1">
                <a:solidFill>
                  <a:srgbClr val="A31515"/>
                </a:solidFill>
                <a:latin typeface="Consolas" panose="020B0609020204030204" pitchFamily="49" charset="0"/>
              </a:rPr>
              <a:t>StackTrace</a:t>
            </a:r>
            <a:r>
              <a:rPr lang="en-US" sz="1400">
                <a:solidFill>
                  <a:srgbClr val="A31515"/>
                </a:solidFill>
                <a:latin typeface="Consolas" panose="020B0609020204030204" pitchFamily="49" charset="0"/>
              </a:rPr>
              <a:t>: </a:t>
            </a:r>
            <a:r>
              <a:rPr lang="en-US" sz="1400">
                <a:solidFill>
                  <a:srgbClr val="000000"/>
                </a:solidFill>
                <a:latin typeface="Consolas" panose="020B0609020204030204" pitchFamily="49" charset="0"/>
              </a:rPr>
              <a:t>{</a:t>
            </a:r>
            <a:r>
              <a:rPr lang="en-US" sz="1400" err="1">
                <a:solidFill>
                  <a:srgbClr val="000000"/>
                </a:solidFill>
                <a:latin typeface="Consolas" panose="020B0609020204030204" pitchFamily="49" charset="0"/>
              </a:rPr>
              <a:t>ex.StackTrace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.ReadKey</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a:t>
            </a:r>
            <a:endParaRPr lang="en-US" sz="1400">
              <a:latin typeface="+mn-lt"/>
            </a:endParaRPr>
          </a:p>
        </p:txBody>
      </p:sp>
    </p:spTree>
    <p:extLst>
      <p:ext uri="{BB962C8B-B14F-4D97-AF65-F5344CB8AC3E}">
        <p14:creationId xmlns:p14="http://schemas.microsoft.com/office/powerpoint/2010/main" val="3956009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87F7E8-72C0-4D40-A62B-5993AC941AEE}"/>
              </a:ext>
            </a:extLst>
          </p:cNvPr>
          <p:cNvSpPr>
            <a:spLocks noGrp="1"/>
          </p:cNvSpPr>
          <p:nvPr>
            <p:ph type="sldNum" sz="quarter" idx="11"/>
          </p:nvPr>
        </p:nvSpPr>
        <p:spPr/>
        <p:txBody>
          <a:bodyPr/>
          <a:lstStyle/>
          <a:p>
            <a:fld id="{E16BA917-7F09-4B8D-AF07-F52890C14046}" type="slidenum">
              <a:rPr lang="da-DK" smtClean="0"/>
              <a:pPr/>
              <a:t>13</a:t>
            </a:fld>
            <a:endParaRPr lang="da-DK"/>
          </a:p>
        </p:txBody>
      </p:sp>
      <p:sp>
        <p:nvSpPr>
          <p:cNvPr id="3" name="Text Placeholder 2">
            <a:extLst>
              <a:ext uri="{FF2B5EF4-FFF2-40B4-BE49-F238E27FC236}">
                <a16:creationId xmlns:a16="http://schemas.microsoft.com/office/drawing/2014/main" id="{0EAD45B0-9E89-49EB-9180-BC93F6DC8AB6}"/>
              </a:ext>
            </a:extLst>
          </p:cNvPr>
          <p:cNvSpPr>
            <a:spLocks noGrp="1"/>
          </p:cNvSpPr>
          <p:nvPr>
            <p:ph type="body" sz="quarter" idx="17"/>
          </p:nvPr>
        </p:nvSpPr>
        <p:spPr/>
        <p:txBody>
          <a:bodyPr/>
          <a:lstStyle/>
          <a:p>
            <a:r>
              <a:rPr lang="da-DK"/>
              <a:t>MS TEST</a:t>
            </a:r>
          </a:p>
        </p:txBody>
      </p:sp>
      <p:sp>
        <p:nvSpPr>
          <p:cNvPr id="4" name="Title 3">
            <a:extLst>
              <a:ext uri="{FF2B5EF4-FFF2-40B4-BE49-F238E27FC236}">
                <a16:creationId xmlns:a16="http://schemas.microsoft.com/office/drawing/2014/main" id="{BC5264EF-6355-40E1-B0BF-F564E10C1CDB}"/>
              </a:ext>
            </a:extLst>
          </p:cNvPr>
          <p:cNvSpPr>
            <a:spLocks noGrp="1"/>
          </p:cNvSpPr>
          <p:nvPr>
            <p:ph type="title"/>
          </p:nvPr>
        </p:nvSpPr>
        <p:spPr/>
        <p:txBody>
          <a:bodyPr/>
          <a:lstStyle/>
          <a:p>
            <a:r>
              <a:rPr lang="en-US"/>
              <a:t>Checking exceptions throwing</a:t>
            </a:r>
            <a:endParaRPr lang="da-DK"/>
          </a:p>
        </p:txBody>
      </p:sp>
      <p:sp>
        <p:nvSpPr>
          <p:cNvPr id="5" name="Content Placeholder 4">
            <a:extLst>
              <a:ext uri="{FF2B5EF4-FFF2-40B4-BE49-F238E27FC236}">
                <a16:creationId xmlns:a16="http://schemas.microsoft.com/office/drawing/2014/main" id="{AB13F4B6-AA1D-4DC8-A223-4CAC0ED1F61E}"/>
              </a:ext>
            </a:extLst>
          </p:cNvPr>
          <p:cNvSpPr>
            <a:spLocks noGrp="1"/>
          </p:cNvSpPr>
          <p:nvPr>
            <p:ph sz="quarter" idx="19"/>
          </p:nvPr>
        </p:nvSpPr>
        <p:spPr>
          <a:xfrm>
            <a:off x="672001" y="1620839"/>
            <a:ext cx="10996538" cy="1669013"/>
          </a:xfrm>
        </p:spPr>
        <p:txBody>
          <a:bodyPr/>
          <a:lstStyle/>
          <a:p>
            <a:pPr marL="0" indent="0">
              <a:buNone/>
            </a:pPr>
            <a:r>
              <a:rPr lang="en-US" sz="2000"/>
              <a:t>You can use </a:t>
            </a:r>
            <a:r>
              <a:rPr lang="en-US" sz="2000" b="1" err="1">
                <a:latin typeface="Consolas" panose="020B0609020204030204" pitchFamily="49" charset="0"/>
              </a:rPr>
              <a:t>ExpectedException</a:t>
            </a:r>
            <a:r>
              <a:rPr lang="en-US" sz="2000"/>
              <a:t> attribute on top of the test method</a:t>
            </a:r>
          </a:p>
          <a:p>
            <a:pPr marL="0" indent="0">
              <a:buNone/>
            </a:pPr>
            <a:r>
              <a:rPr lang="en-US" sz="2000"/>
              <a:t>Just specify the type of the expected exception.</a:t>
            </a:r>
            <a:endParaRPr lang="da-DK" sz="2000"/>
          </a:p>
        </p:txBody>
      </p:sp>
      <p:sp>
        <p:nvSpPr>
          <p:cNvPr id="6" name="TextBox 5">
            <a:extLst>
              <a:ext uri="{FF2B5EF4-FFF2-40B4-BE49-F238E27FC236}">
                <a16:creationId xmlns:a16="http://schemas.microsoft.com/office/drawing/2014/main" id="{5F2AC159-F0BA-4FCA-AB01-7D6A2F31A534}"/>
              </a:ext>
            </a:extLst>
          </p:cNvPr>
          <p:cNvSpPr txBox="1"/>
          <p:nvPr/>
        </p:nvSpPr>
        <p:spPr>
          <a:xfrm>
            <a:off x="670985" y="2508991"/>
            <a:ext cx="8039478" cy="1771036"/>
          </a:xfrm>
          <a:prstGeom prst="rect">
            <a:avLst/>
          </a:prstGeom>
          <a:noFill/>
        </p:spPr>
        <p:txBody>
          <a:bodyPr wrap="none" lIns="0" tIns="0" rIns="0" bIns="0" rtlCol="0">
            <a:noAutofit/>
          </a:bodyPr>
          <a:lstStyle/>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TestMethod</a:t>
            </a:r>
            <a:r>
              <a:rPr lang="en-US" sz="1600">
                <a:solidFill>
                  <a:srgbClr val="000000"/>
                </a:solidFill>
                <a:latin typeface="Consolas" panose="020B0609020204030204" pitchFamily="49" charset="0"/>
              </a:rPr>
              <a:t>]</a:t>
            </a:r>
          </a:p>
          <a:p>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ExpectedException</a:t>
            </a:r>
            <a:r>
              <a:rPr lang="en-US" sz="1600">
                <a:solidFill>
                  <a:srgbClr val="000000"/>
                </a:solidFill>
                <a:latin typeface="Consolas" panose="020B0609020204030204" pitchFamily="49" charset="0"/>
              </a:rPr>
              <a:t>(</a:t>
            </a:r>
            <a:r>
              <a:rPr lang="en-US" sz="1600" err="1">
                <a:solidFill>
                  <a:srgbClr val="0000FF"/>
                </a:solidFill>
                <a:latin typeface="Consolas" panose="020B0609020204030204" pitchFamily="49" charset="0"/>
              </a:rPr>
              <a:t>typeof</a:t>
            </a:r>
            <a:r>
              <a:rPr lang="en-US" sz="1600">
                <a:solidFill>
                  <a:srgbClr val="000000"/>
                </a:solidFill>
                <a:latin typeface="Consolas" panose="020B0609020204030204" pitchFamily="49" charset="0"/>
              </a:rPr>
              <a:t>(</a:t>
            </a:r>
            <a:r>
              <a:rPr lang="en-US" sz="1600" err="1">
                <a:solidFill>
                  <a:srgbClr val="000000"/>
                </a:solidFill>
                <a:latin typeface="Consolas" panose="020B0609020204030204" pitchFamily="49" charset="0"/>
              </a:rPr>
              <a:t>DivideByZeroException</a:t>
            </a:r>
            <a:r>
              <a:rPr lang="en-US" sz="1600">
                <a:solidFill>
                  <a:srgbClr val="000000"/>
                </a:solidFill>
                <a:latin typeface="Consolas" panose="020B0609020204030204" pitchFamily="49" charset="0"/>
              </a:rPr>
              <a:t>))]</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public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void</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TestThatExceptionThrownWhenDivideByZero</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var</a:t>
            </a:r>
            <a:r>
              <a:rPr lang="en-US" sz="1600">
                <a:solidFill>
                  <a:srgbClr val="000000"/>
                </a:solidFill>
                <a:latin typeface="Consolas" panose="020B0609020204030204" pitchFamily="49" charset="0"/>
              </a:rPr>
              <a:t> calculator = </a:t>
            </a:r>
            <a:r>
              <a:rPr lang="en-US" sz="1600">
                <a:solidFill>
                  <a:srgbClr val="0000FF"/>
                </a:solidFill>
                <a:latin typeface="Consolas" panose="020B0609020204030204" pitchFamily="49" charset="0"/>
              </a:rPr>
              <a:t>new</a:t>
            </a:r>
            <a:r>
              <a:rPr lang="en-US" sz="1600">
                <a:solidFill>
                  <a:srgbClr val="000000"/>
                </a:solidFill>
                <a:latin typeface="Consolas" panose="020B0609020204030204" pitchFamily="49" charset="0"/>
              </a:rPr>
              <a:t> Calculator();</a:t>
            </a:r>
          </a:p>
          <a:p>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calculator.Divide</a:t>
            </a:r>
            <a:r>
              <a:rPr lang="en-US" sz="1600">
                <a:solidFill>
                  <a:srgbClr val="000000"/>
                </a:solidFill>
                <a:latin typeface="Consolas" panose="020B0609020204030204" pitchFamily="49" charset="0"/>
              </a:rPr>
              <a:t>(42, 0);</a:t>
            </a:r>
          </a:p>
          <a:p>
            <a:r>
              <a:rPr lang="en-US" sz="1600">
                <a:solidFill>
                  <a:srgbClr val="000000"/>
                </a:solidFill>
                <a:latin typeface="Consolas" panose="020B0609020204030204" pitchFamily="49" charset="0"/>
              </a:rPr>
              <a:t>        }</a:t>
            </a:r>
            <a:endParaRPr lang="en-US" sz="1600">
              <a:latin typeface="+mn-lt"/>
            </a:endParaRPr>
          </a:p>
        </p:txBody>
      </p:sp>
      <p:sp>
        <p:nvSpPr>
          <p:cNvPr id="7" name="TextBox 6">
            <a:extLst>
              <a:ext uri="{FF2B5EF4-FFF2-40B4-BE49-F238E27FC236}">
                <a16:creationId xmlns:a16="http://schemas.microsoft.com/office/drawing/2014/main" id="{A351A43A-8250-4C06-A9C2-EF30FC45C48A}"/>
              </a:ext>
            </a:extLst>
          </p:cNvPr>
          <p:cNvSpPr txBox="1"/>
          <p:nvPr/>
        </p:nvSpPr>
        <p:spPr>
          <a:xfrm>
            <a:off x="649139" y="4409563"/>
            <a:ext cx="10996537" cy="1842142"/>
          </a:xfrm>
          <a:prstGeom prst="rect">
            <a:avLst/>
          </a:prstGeom>
          <a:noFill/>
        </p:spPr>
        <p:txBody>
          <a:bodyPr wrap="none" lIns="0" tIns="0" rIns="0" bIns="0" rtlCol="0">
            <a:noAutofit/>
          </a:bodyPr>
          <a:lstStyle/>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TestMethod</a:t>
            </a:r>
            <a:r>
              <a:rPr lang="en-US" sz="1600">
                <a:solidFill>
                  <a:srgbClr val="000000"/>
                </a:solidFill>
                <a:latin typeface="Consolas" panose="020B0609020204030204" pitchFamily="49" charset="0"/>
              </a:rPr>
              <a:t>]</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public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void</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TestThatExceptionThrownWhenDivideByZeroCheckMessage</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var</a:t>
            </a:r>
            <a:r>
              <a:rPr lang="en-US" sz="1600">
                <a:solidFill>
                  <a:srgbClr val="000000"/>
                </a:solidFill>
                <a:latin typeface="Consolas" panose="020B0609020204030204" pitchFamily="49" charset="0"/>
              </a:rPr>
              <a:t> calculator = </a:t>
            </a:r>
            <a:r>
              <a:rPr lang="en-US" sz="1600">
                <a:solidFill>
                  <a:srgbClr val="0000FF"/>
                </a:solidFill>
                <a:latin typeface="Consolas" panose="020B0609020204030204" pitchFamily="49" charset="0"/>
              </a:rPr>
              <a:t>new</a:t>
            </a:r>
            <a:r>
              <a:rPr lang="en-US" sz="1600">
                <a:solidFill>
                  <a:srgbClr val="000000"/>
                </a:solidFill>
                <a:latin typeface="Consolas" panose="020B0609020204030204" pitchFamily="49" charset="0"/>
              </a:rPr>
              <a:t> Calculator();</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var</a:t>
            </a:r>
            <a:r>
              <a:rPr lang="en-US" sz="1600">
                <a:solidFill>
                  <a:srgbClr val="000000"/>
                </a:solidFill>
                <a:latin typeface="Consolas" panose="020B0609020204030204" pitchFamily="49" charset="0"/>
              </a:rPr>
              <a:t> ex=</a:t>
            </a:r>
            <a:r>
              <a:rPr lang="en-US" sz="1600" err="1">
                <a:solidFill>
                  <a:srgbClr val="000000"/>
                </a:solidFill>
                <a:latin typeface="Consolas" panose="020B0609020204030204" pitchFamily="49" charset="0"/>
              </a:rPr>
              <a:t>Assert.ThrowsException</a:t>
            </a:r>
            <a:r>
              <a:rPr lang="en-US" sz="1600">
                <a:solidFill>
                  <a:srgbClr val="000000"/>
                </a:solidFill>
                <a:latin typeface="Consolas" panose="020B0609020204030204" pitchFamily="49" charset="0"/>
              </a:rPr>
              <a:t>&lt;</a:t>
            </a:r>
            <a:r>
              <a:rPr lang="en-US" sz="1600" err="1">
                <a:solidFill>
                  <a:srgbClr val="000000"/>
                </a:solidFill>
                <a:latin typeface="Consolas" panose="020B0609020204030204" pitchFamily="49" charset="0"/>
              </a:rPr>
              <a:t>DivideByZeroException</a:t>
            </a:r>
            <a:r>
              <a:rPr lang="en-US" sz="1600">
                <a:solidFill>
                  <a:srgbClr val="000000"/>
                </a:solidFill>
                <a:latin typeface="Consolas" panose="020B0609020204030204" pitchFamily="49" charset="0"/>
              </a:rPr>
              <a:t>&gt;(()=&gt;</a:t>
            </a:r>
            <a:r>
              <a:rPr lang="en-US" sz="1600" err="1">
                <a:solidFill>
                  <a:srgbClr val="000000"/>
                </a:solidFill>
                <a:latin typeface="Consolas" panose="020B0609020204030204" pitchFamily="49" charset="0"/>
              </a:rPr>
              <a:t>calculator.Divide</a:t>
            </a:r>
            <a:r>
              <a:rPr lang="en-US" sz="1600">
                <a:solidFill>
                  <a:srgbClr val="000000"/>
                </a:solidFill>
                <a:latin typeface="Consolas" panose="020B0609020204030204" pitchFamily="49" charset="0"/>
              </a:rPr>
              <a:t>(42, 0));</a:t>
            </a:r>
          </a:p>
          <a:p>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Assert.AreEqual</a:t>
            </a:r>
            <a:r>
              <a:rPr lang="en-US" sz="1600">
                <a:solidFill>
                  <a:srgbClr val="000000"/>
                </a:solidFill>
                <a:latin typeface="Consolas" panose="020B0609020204030204" pitchFamily="49" charset="0"/>
              </a:rPr>
              <a:t>(</a:t>
            </a:r>
            <a:r>
              <a:rPr lang="en-US" sz="1600">
                <a:solidFill>
                  <a:srgbClr val="A31515"/>
                </a:solidFill>
                <a:latin typeface="Consolas" panose="020B0609020204030204" pitchFamily="49" charset="0"/>
              </a:rPr>
              <a:t>"You cannot divide by zero!"</a:t>
            </a:r>
            <a:r>
              <a:rPr lang="en-US" sz="1600">
                <a:solidFill>
                  <a:srgbClr val="000000"/>
                </a:solidFill>
                <a:latin typeface="Consolas" panose="020B0609020204030204" pitchFamily="49" charset="0"/>
              </a:rPr>
              <a:t>,</a:t>
            </a:r>
            <a:r>
              <a:rPr lang="en-US" sz="1600" err="1">
                <a:solidFill>
                  <a:srgbClr val="000000"/>
                </a:solidFill>
                <a:latin typeface="Consolas" panose="020B0609020204030204" pitchFamily="49" charset="0"/>
              </a:rPr>
              <a:t>ex.Message</a:t>
            </a:r>
            <a:r>
              <a:rPr lang="en-US" sz="1600">
                <a:solidFill>
                  <a:srgbClr val="000000"/>
                </a:solidFill>
                <a:latin typeface="Consolas" panose="020B0609020204030204" pitchFamily="49" charset="0"/>
              </a:rPr>
              <a:t>);</a:t>
            </a:r>
          </a:p>
          <a:p>
            <a:r>
              <a:rPr lang="en-US" sz="1600">
                <a:solidFill>
                  <a:srgbClr val="000000"/>
                </a:solidFill>
                <a:latin typeface="Consolas" panose="020B0609020204030204" pitchFamily="49" charset="0"/>
              </a:rPr>
              <a:t>        }</a:t>
            </a:r>
            <a:endParaRPr lang="en-US" sz="1600">
              <a:latin typeface="+mn-lt"/>
            </a:endParaRPr>
          </a:p>
        </p:txBody>
      </p:sp>
      <p:sp>
        <p:nvSpPr>
          <p:cNvPr id="8" name="TextBox 7">
            <a:extLst>
              <a:ext uri="{FF2B5EF4-FFF2-40B4-BE49-F238E27FC236}">
                <a16:creationId xmlns:a16="http://schemas.microsoft.com/office/drawing/2014/main" id="{2811F1A7-BA5D-41C3-97F0-5CA59F1D11AB}"/>
              </a:ext>
            </a:extLst>
          </p:cNvPr>
          <p:cNvSpPr txBox="1"/>
          <p:nvPr/>
        </p:nvSpPr>
        <p:spPr>
          <a:xfrm>
            <a:off x="1011861" y="4329143"/>
            <a:ext cx="1269612" cy="291973"/>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solidFill>
                  <a:schemeClr val="accent2"/>
                </a:solidFill>
                <a:latin typeface="+mn-lt"/>
              </a:rPr>
              <a:t>MS TEST V2</a:t>
            </a:r>
          </a:p>
        </p:txBody>
      </p:sp>
    </p:spTree>
    <p:extLst>
      <p:ext uri="{BB962C8B-B14F-4D97-AF65-F5344CB8AC3E}">
        <p14:creationId xmlns:p14="http://schemas.microsoft.com/office/powerpoint/2010/main" val="349145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50FFFA-28BC-4C2F-96F9-62404AA85E0F}"/>
              </a:ext>
            </a:extLst>
          </p:cNvPr>
          <p:cNvSpPr>
            <a:spLocks noGrp="1"/>
          </p:cNvSpPr>
          <p:nvPr>
            <p:ph type="sldNum" sz="quarter" idx="11"/>
          </p:nvPr>
        </p:nvSpPr>
        <p:spPr/>
        <p:txBody>
          <a:bodyPr/>
          <a:lstStyle/>
          <a:p>
            <a:fld id="{E16BA917-7F09-4B8D-AF07-F52890C14046}" type="slidenum">
              <a:rPr lang="da-DK" smtClean="0"/>
              <a:pPr/>
              <a:t>14</a:t>
            </a:fld>
            <a:endParaRPr lang="da-DK"/>
          </a:p>
        </p:txBody>
      </p:sp>
      <p:sp>
        <p:nvSpPr>
          <p:cNvPr id="3" name="Text Placeholder 2">
            <a:extLst>
              <a:ext uri="{FF2B5EF4-FFF2-40B4-BE49-F238E27FC236}">
                <a16:creationId xmlns:a16="http://schemas.microsoft.com/office/drawing/2014/main" id="{43900B0E-22F0-4857-AB33-76053A621149}"/>
              </a:ext>
            </a:extLst>
          </p:cNvPr>
          <p:cNvSpPr>
            <a:spLocks noGrp="1"/>
          </p:cNvSpPr>
          <p:nvPr>
            <p:ph type="body" sz="quarter" idx="17"/>
          </p:nvPr>
        </p:nvSpPr>
        <p:spPr/>
        <p:txBody>
          <a:bodyPr/>
          <a:lstStyle/>
          <a:p>
            <a:r>
              <a:rPr lang="en-US" err="1"/>
              <a:t>SHOULDLy</a:t>
            </a:r>
            <a:endParaRPr lang="da-DK"/>
          </a:p>
        </p:txBody>
      </p:sp>
      <p:sp>
        <p:nvSpPr>
          <p:cNvPr id="4" name="Title 3">
            <a:extLst>
              <a:ext uri="{FF2B5EF4-FFF2-40B4-BE49-F238E27FC236}">
                <a16:creationId xmlns:a16="http://schemas.microsoft.com/office/drawing/2014/main" id="{5A4A5E08-10B7-429C-9848-EE390E4650EB}"/>
              </a:ext>
            </a:extLst>
          </p:cNvPr>
          <p:cNvSpPr>
            <a:spLocks noGrp="1"/>
          </p:cNvSpPr>
          <p:nvPr>
            <p:ph type="title"/>
          </p:nvPr>
        </p:nvSpPr>
        <p:spPr/>
        <p:txBody>
          <a:bodyPr/>
          <a:lstStyle/>
          <a:p>
            <a:r>
              <a:rPr lang="en-US"/>
              <a:t>Checking exceptions throwing</a:t>
            </a:r>
            <a:endParaRPr lang="da-DK"/>
          </a:p>
        </p:txBody>
      </p:sp>
      <p:sp>
        <p:nvSpPr>
          <p:cNvPr id="5" name="Content Placeholder 4">
            <a:extLst>
              <a:ext uri="{FF2B5EF4-FFF2-40B4-BE49-F238E27FC236}">
                <a16:creationId xmlns:a16="http://schemas.microsoft.com/office/drawing/2014/main" id="{B55BF08B-AC67-4F08-A540-E58C91D403B7}"/>
              </a:ext>
            </a:extLst>
          </p:cNvPr>
          <p:cNvSpPr>
            <a:spLocks noGrp="1"/>
          </p:cNvSpPr>
          <p:nvPr>
            <p:ph sz="quarter" idx="19"/>
          </p:nvPr>
        </p:nvSpPr>
        <p:spPr>
          <a:xfrm>
            <a:off x="1208714" y="3975128"/>
            <a:ext cx="8688321" cy="402384"/>
          </a:xfrm>
        </p:spPr>
        <p:txBody>
          <a:bodyPr/>
          <a:lstStyle/>
          <a:p>
            <a:pPr marL="0" indent="0">
              <a:buNone/>
            </a:pPr>
            <a:r>
              <a:rPr lang="en-US" sz="1800" err="1">
                <a:solidFill>
                  <a:srgbClr val="2B91AF"/>
                </a:solidFill>
                <a:latin typeface="Consolas" panose="020B0609020204030204" pitchFamily="49" charset="0"/>
              </a:rPr>
              <a:t>Should</a:t>
            </a:r>
            <a:r>
              <a:rPr lang="en-US" sz="1800" err="1">
                <a:solidFill>
                  <a:srgbClr val="000000"/>
                </a:solidFill>
                <a:latin typeface="Consolas" panose="020B0609020204030204" pitchFamily="49" charset="0"/>
              </a:rPr>
              <a:t>.Throw</a:t>
            </a:r>
            <a:r>
              <a:rPr lang="en-US" sz="1800">
                <a:solidFill>
                  <a:srgbClr val="000000"/>
                </a:solidFill>
                <a:latin typeface="Consolas" panose="020B0609020204030204" pitchFamily="49" charset="0"/>
              </a:rPr>
              <a:t>&lt;</a:t>
            </a:r>
            <a:r>
              <a:rPr lang="en-US" sz="1800" err="1">
                <a:solidFill>
                  <a:srgbClr val="2B91AF"/>
                </a:solidFill>
                <a:latin typeface="Consolas" panose="020B0609020204030204" pitchFamily="49" charset="0"/>
              </a:rPr>
              <a:t>DivideByZeroException</a:t>
            </a:r>
            <a:r>
              <a:rPr lang="en-US" sz="1800">
                <a:solidFill>
                  <a:srgbClr val="000000"/>
                </a:solidFill>
                <a:latin typeface="Consolas" panose="020B0609020204030204" pitchFamily="49" charset="0"/>
              </a:rPr>
              <a:t>&gt;(()=&gt;</a:t>
            </a:r>
            <a:r>
              <a:rPr lang="en-US" sz="1800" err="1">
                <a:solidFill>
                  <a:srgbClr val="000000"/>
                </a:solidFill>
                <a:latin typeface="Consolas" panose="020B0609020204030204" pitchFamily="49" charset="0"/>
              </a:rPr>
              <a:t>calculator.Divide</a:t>
            </a:r>
            <a:r>
              <a:rPr lang="en-US" sz="1800">
                <a:solidFill>
                  <a:srgbClr val="000000"/>
                </a:solidFill>
                <a:latin typeface="Consolas" panose="020B0609020204030204" pitchFamily="49" charset="0"/>
              </a:rPr>
              <a:t>(42,0));</a:t>
            </a:r>
            <a:endParaRPr lang="da-DK"/>
          </a:p>
        </p:txBody>
      </p:sp>
      <p:pic>
        <p:nvPicPr>
          <p:cNvPr id="7" name="Picture 6">
            <a:extLst>
              <a:ext uri="{FF2B5EF4-FFF2-40B4-BE49-F238E27FC236}">
                <a16:creationId xmlns:a16="http://schemas.microsoft.com/office/drawing/2014/main" id="{C83112A0-F3DA-4E8B-AA20-31F8CE410FB4}"/>
              </a:ext>
            </a:extLst>
          </p:cNvPr>
          <p:cNvPicPr>
            <a:picLocks noChangeAspect="1"/>
          </p:cNvPicPr>
          <p:nvPr/>
        </p:nvPicPr>
        <p:blipFill>
          <a:blip r:embed="rId2"/>
          <a:stretch>
            <a:fillRect/>
          </a:stretch>
        </p:blipFill>
        <p:spPr>
          <a:xfrm>
            <a:off x="1954149" y="1526131"/>
            <a:ext cx="6867525" cy="2381250"/>
          </a:xfrm>
          <a:prstGeom prst="rect">
            <a:avLst/>
          </a:prstGeom>
        </p:spPr>
      </p:pic>
    </p:spTree>
    <p:extLst>
      <p:ext uri="{BB962C8B-B14F-4D97-AF65-F5344CB8AC3E}">
        <p14:creationId xmlns:p14="http://schemas.microsoft.com/office/powerpoint/2010/main" val="3100334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2A63A4-4F9B-42FE-A90B-1C0E207A5EE0}"/>
              </a:ext>
            </a:extLst>
          </p:cNvPr>
          <p:cNvSpPr>
            <a:spLocks noGrp="1"/>
          </p:cNvSpPr>
          <p:nvPr>
            <p:ph type="sldNum" sz="quarter" idx="11"/>
          </p:nvPr>
        </p:nvSpPr>
        <p:spPr/>
        <p:txBody>
          <a:bodyPr/>
          <a:lstStyle/>
          <a:p>
            <a:fld id="{E16BA917-7F09-4B8D-AF07-F52890C14046}" type="slidenum">
              <a:rPr lang="da-DK" smtClean="0"/>
              <a:pPr/>
              <a:t>15</a:t>
            </a:fld>
            <a:endParaRPr lang="da-DK"/>
          </a:p>
        </p:txBody>
      </p:sp>
      <p:sp>
        <p:nvSpPr>
          <p:cNvPr id="3" name="Text Placeholder 2">
            <a:extLst>
              <a:ext uri="{FF2B5EF4-FFF2-40B4-BE49-F238E27FC236}">
                <a16:creationId xmlns:a16="http://schemas.microsoft.com/office/drawing/2014/main" id="{223F0DEE-9E1D-4561-B463-F194E470821E}"/>
              </a:ext>
            </a:extLst>
          </p:cNvPr>
          <p:cNvSpPr>
            <a:spLocks noGrp="1"/>
          </p:cNvSpPr>
          <p:nvPr>
            <p:ph type="body" sz="quarter" idx="17"/>
          </p:nvPr>
        </p:nvSpPr>
        <p:spPr/>
        <p:txBody>
          <a:bodyPr/>
          <a:lstStyle/>
          <a:p>
            <a:r>
              <a:rPr lang="en-US"/>
              <a:t>Catch clause. Demo</a:t>
            </a:r>
          </a:p>
        </p:txBody>
      </p:sp>
      <p:sp>
        <p:nvSpPr>
          <p:cNvPr id="4" name="Title 3">
            <a:extLst>
              <a:ext uri="{FF2B5EF4-FFF2-40B4-BE49-F238E27FC236}">
                <a16:creationId xmlns:a16="http://schemas.microsoft.com/office/drawing/2014/main" id="{3BFFF78B-FA80-4AB9-A4B8-B80DEC32BB01}"/>
              </a:ext>
            </a:extLst>
          </p:cNvPr>
          <p:cNvSpPr>
            <a:spLocks noGrp="1"/>
          </p:cNvSpPr>
          <p:nvPr>
            <p:ph type="title"/>
          </p:nvPr>
        </p:nvSpPr>
        <p:spPr/>
        <p:txBody>
          <a:bodyPr/>
          <a:lstStyle/>
          <a:p>
            <a:r>
              <a:rPr lang="da-DK" err="1"/>
              <a:t>exceptions</a:t>
            </a:r>
            <a:endParaRPr lang="en-US"/>
          </a:p>
        </p:txBody>
      </p:sp>
      <p:sp>
        <p:nvSpPr>
          <p:cNvPr id="8" name="TextBox 7">
            <a:extLst>
              <a:ext uri="{FF2B5EF4-FFF2-40B4-BE49-F238E27FC236}">
                <a16:creationId xmlns:a16="http://schemas.microsoft.com/office/drawing/2014/main" id="{99EF7E7A-D666-43B3-A688-B069BC686F90}"/>
              </a:ext>
            </a:extLst>
          </p:cNvPr>
          <p:cNvSpPr txBox="1"/>
          <p:nvPr/>
        </p:nvSpPr>
        <p:spPr>
          <a:xfrm>
            <a:off x="649139" y="1458384"/>
            <a:ext cx="10427902" cy="4881283"/>
          </a:xfrm>
          <a:prstGeom prst="rect">
            <a:avLst/>
          </a:prstGeom>
          <a:noFill/>
        </p:spPr>
        <p:txBody>
          <a:bodyPr wrap="none" lIns="0" tIns="0" rIns="0" bIns="0" rtlCol="0">
            <a:noAutofit/>
          </a:bodyPr>
          <a:lstStyle/>
          <a:p>
            <a:endParaRPr lang="en-US"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public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void</a:t>
            </a:r>
            <a:r>
              <a:rPr lang="en-US" sz="1400">
                <a:solidFill>
                  <a:srgbClr val="000000"/>
                </a:solidFill>
                <a:latin typeface="Consolas" panose="020B0609020204030204" pitchFamily="49" charset="0"/>
              </a:rPr>
              <a:t> Demo1Method() {</a:t>
            </a: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try</a:t>
            </a:r>
            <a:r>
              <a:rPr lang="en-US" sz="1400">
                <a:solidFill>
                  <a:srgbClr val="000000"/>
                </a:solidFill>
                <a:latin typeface="Consolas" panose="020B0609020204030204" pitchFamily="49" charset="0"/>
              </a:rPr>
              <a:t> {</a:t>
            </a: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int</a:t>
            </a:r>
            <a:r>
              <a:rPr lang="en-US" sz="1400">
                <a:solidFill>
                  <a:srgbClr val="000000"/>
                </a:solidFill>
                <a:latin typeface="Consolas" panose="020B0609020204030204" pitchFamily="49" charset="0"/>
              </a:rPr>
              <a:t> x = 42;</a:t>
            </a:r>
          </a:p>
          <a:p>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.WriteLine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"Input a number: "</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userInput</a:t>
            </a:r>
            <a:r>
              <a:rPr lang="en-US" sz="1400">
                <a:solidFill>
                  <a:srgbClr val="000000"/>
                </a:solidFill>
                <a:latin typeface="Consolas" panose="020B0609020204030204" pitchFamily="49" charset="0"/>
              </a:rPr>
              <a:t> =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.ReadLine</a:t>
            </a:r>
            <a:r>
              <a:rPr lang="en-US" sz="1400">
                <a:solidFill>
                  <a:srgbClr val="000000"/>
                </a:solidFill>
                <a:latin typeface="Consolas" panose="020B0609020204030204" pitchFamily="49" charset="0"/>
              </a:rPr>
              <a:t>();</a:t>
            </a:r>
          </a:p>
          <a:p>
            <a:r>
              <a:rPr lang="es-ES" sz="1400">
                <a:solidFill>
                  <a:srgbClr val="000000"/>
                </a:solidFill>
                <a:latin typeface="Consolas" panose="020B0609020204030204" pitchFamily="49" charset="0"/>
              </a:rPr>
              <a:t>                </a:t>
            </a:r>
            <a:r>
              <a:rPr lang="es-ES" sz="1400" err="1">
                <a:solidFill>
                  <a:srgbClr val="0000FF"/>
                </a:solidFill>
                <a:latin typeface="Consolas" panose="020B0609020204030204" pitchFamily="49" charset="0"/>
              </a:rPr>
              <a:t>int</a:t>
            </a:r>
            <a:r>
              <a:rPr lang="es-ES" sz="1400">
                <a:solidFill>
                  <a:srgbClr val="000000"/>
                </a:solidFill>
                <a:latin typeface="Consolas" panose="020B0609020204030204" pitchFamily="49" charset="0"/>
              </a:rPr>
              <a:t> y = </a:t>
            </a:r>
            <a:r>
              <a:rPr lang="es-ES" sz="1400" err="1">
                <a:solidFill>
                  <a:srgbClr val="0000FF"/>
                </a:solidFill>
                <a:latin typeface="Consolas" panose="020B0609020204030204" pitchFamily="49" charset="0"/>
              </a:rPr>
              <a:t>int</a:t>
            </a:r>
            <a:r>
              <a:rPr lang="es-ES" sz="1400" err="1">
                <a:solidFill>
                  <a:srgbClr val="000000"/>
                </a:solidFill>
                <a:latin typeface="Consolas" panose="020B0609020204030204" pitchFamily="49" charset="0"/>
              </a:rPr>
              <a:t>.Parse</a:t>
            </a:r>
            <a:r>
              <a:rPr lang="es-ES" sz="1400">
                <a:solidFill>
                  <a:srgbClr val="000000"/>
                </a:solidFill>
                <a:latin typeface="Consolas" panose="020B0609020204030204" pitchFamily="49" charset="0"/>
              </a:rPr>
              <a:t>(</a:t>
            </a:r>
            <a:r>
              <a:rPr lang="es-ES" sz="1400" err="1">
                <a:solidFill>
                  <a:srgbClr val="000000"/>
                </a:solidFill>
                <a:latin typeface="Consolas" panose="020B0609020204030204" pitchFamily="49" charset="0"/>
              </a:rPr>
              <a:t>userInput</a:t>
            </a:r>
            <a:r>
              <a:rPr lang="es-E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int</a:t>
            </a:r>
            <a:r>
              <a:rPr lang="en-US" sz="1400">
                <a:solidFill>
                  <a:srgbClr val="000000"/>
                </a:solidFill>
                <a:latin typeface="Consolas" panose="020B0609020204030204" pitchFamily="49" charset="0"/>
              </a:rPr>
              <a:t> result = x / y;</a:t>
            </a:r>
          </a:p>
          <a:p>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.WriteLine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{x}</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{y}</a:t>
            </a:r>
            <a:r>
              <a:rPr lang="en-US" sz="1400">
                <a:solidFill>
                  <a:srgbClr val="A31515"/>
                </a:solidFill>
                <a:latin typeface="Consolas" panose="020B0609020204030204" pitchFamily="49" charset="0"/>
              </a:rPr>
              <a:t> = </a:t>
            </a:r>
            <a:r>
              <a:rPr lang="en-US" sz="1400">
                <a:solidFill>
                  <a:srgbClr val="000000"/>
                </a:solidFill>
                <a:latin typeface="Consolas" panose="020B0609020204030204" pitchFamily="49" charset="0"/>
              </a:rPr>
              <a:t>{result}</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.ReadKey</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 </a:t>
            </a:r>
            <a:r>
              <a:rPr lang="en-US" sz="1400">
                <a:solidFill>
                  <a:srgbClr val="0000FF"/>
                </a:solidFill>
                <a:latin typeface="Consolas" panose="020B0609020204030204" pitchFamily="49" charset="0"/>
              </a:rPr>
              <a:t>catch</a:t>
            </a:r>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DivideByZeroException</a:t>
            </a:r>
            <a:r>
              <a:rPr lang="en-US" sz="1400">
                <a:solidFill>
                  <a:srgbClr val="000000"/>
                </a:solidFill>
                <a:latin typeface="Consolas" panose="020B0609020204030204" pitchFamily="49" charset="0"/>
              </a:rPr>
              <a:t> ex) {</a:t>
            </a:r>
          </a:p>
          <a:p>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.WriteLine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r>
              <a:rPr lang="en-US" sz="1400" err="1">
                <a:solidFill>
                  <a:srgbClr val="000000"/>
                </a:solidFill>
                <a:latin typeface="Consolas" panose="020B0609020204030204" pitchFamily="49" charset="0"/>
              </a:rPr>
              <a:t>ex.Message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.WriteLine</a:t>
            </a:r>
            <a:r>
              <a:rPr lang="en-US" sz="1400">
                <a:solidFill>
                  <a:srgbClr val="000000"/>
                </a:solidFill>
                <a:latin typeface="Consolas" panose="020B0609020204030204" pitchFamily="49" charset="0"/>
              </a:rPr>
              <a:t>(</a:t>
            </a:r>
            <a:r>
              <a:rPr lang="en-US" sz="1400" err="1">
                <a:solidFill>
                  <a:srgbClr val="000000"/>
                </a:solidFill>
                <a:latin typeface="Consolas" panose="020B0609020204030204" pitchFamily="49" charset="0"/>
              </a:rPr>
              <a:t>ex.StackTrace</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.ReadKey</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 </a:t>
            </a:r>
            <a:r>
              <a:rPr lang="en-US" sz="1400">
                <a:solidFill>
                  <a:srgbClr val="0000FF"/>
                </a:solidFill>
                <a:latin typeface="Consolas" panose="020B0609020204030204" pitchFamily="49" charset="0"/>
              </a:rPr>
              <a:t>catch</a:t>
            </a:r>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SystemException</a:t>
            </a:r>
            <a:r>
              <a:rPr lang="en-US" sz="1400">
                <a:solidFill>
                  <a:srgbClr val="000000"/>
                </a:solidFill>
                <a:latin typeface="Consolas" panose="020B0609020204030204" pitchFamily="49" charset="0"/>
              </a:rPr>
              <a:t>) {</a:t>
            </a:r>
          </a:p>
          <a:p>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.WriteLine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"A System exception has occurred.{0}"</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.ReadKey</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 </a:t>
            </a:r>
            <a:r>
              <a:rPr lang="en-US" sz="1400">
                <a:solidFill>
                  <a:srgbClr val="0000FF"/>
                </a:solidFill>
                <a:latin typeface="Consolas" panose="020B0609020204030204" pitchFamily="49" charset="0"/>
              </a:rPr>
              <a:t>catch</a:t>
            </a:r>
            <a:r>
              <a:rPr lang="en-US" sz="1400">
                <a:solidFill>
                  <a:srgbClr val="000000"/>
                </a:solidFill>
                <a:latin typeface="Consolas" panose="020B0609020204030204" pitchFamily="49" charset="0"/>
              </a:rPr>
              <a:t> {</a:t>
            </a:r>
          </a:p>
          <a:p>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.WriteLine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"An exception has occurred."</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a:t>
            </a:r>
            <a:r>
              <a:rPr lang="en-US" sz="1400" err="1">
                <a:solidFill>
                  <a:srgbClr val="2B91AF"/>
                </a:solidFill>
                <a:latin typeface="Consolas" panose="020B0609020204030204" pitchFamily="49" charset="0"/>
              </a:rPr>
              <a:t>Console</a:t>
            </a:r>
            <a:r>
              <a:rPr lang="en-US" sz="1400" err="1">
                <a:solidFill>
                  <a:srgbClr val="000000"/>
                </a:solidFill>
                <a:latin typeface="Consolas" panose="020B0609020204030204" pitchFamily="49" charset="0"/>
              </a:rPr>
              <a:t>.ReadKey</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a:t>
            </a:r>
          </a:p>
          <a:p>
            <a:r>
              <a:rPr lang="en-US" sz="1400">
                <a:solidFill>
                  <a:srgbClr val="000000"/>
                </a:solidFill>
                <a:latin typeface="Consolas" panose="020B0609020204030204" pitchFamily="49" charset="0"/>
              </a:rPr>
              <a:t>        }</a:t>
            </a:r>
            <a:endParaRPr lang="en-US" sz="1400">
              <a:latin typeface="+mn-lt"/>
            </a:endParaRPr>
          </a:p>
        </p:txBody>
      </p:sp>
    </p:spTree>
    <p:extLst>
      <p:ext uri="{BB962C8B-B14F-4D97-AF65-F5344CB8AC3E}">
        <p14:creationId xmlns:p14="http://schemas.microsoft.com/office/powerpoint/2010/main" val="1115900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0E812D-257C-4DCE-B50A-6A316CE8AE75}"/>
              </a:ext>
            </a:extLst>
          </p:cNvPr>
          <p:cNvSpPr>
            <a:spLocks noGrp="1"/>
          </p:cNvSpPr>
          <p:nvPr>
            <p:ph type="sldNum" sz="quarter" idx="11"/>
          </p:nvPr>
        </p:nvSpPr>
        <p:spPr/>
        <p:txBody>
          <a:bodyPr/>
          <a:lstStyle/>
          <a:p>
            <a:fld id="{E16BA917-7F09-4B8D-AF07-F52890C14046}" type="slidenum">
              <a:rPr lang="da-DK" smtClean="0"/>
              <a:pPr/>
              <a:t>16</a:t>
            </a:fld>
            <a:endParaRPr lang="da-DK"/>
          </a:p>
        </p:txBody>
      </p:sp>
      <p:sp>
        <p:nvSpPr>
          <p:cNvPr id="3" name="Text Placeholder 2">
            <a:extLst>
              <a:ext uri="{FF2B5EF4-FFF2-40B4-BE49-F238E27FC236}">
                <a16:creationId xmlns:a16="http://schemas.microsoft.com/office/drawing/2014/main" id="{FB28653A-96D7-48DA-A5BD-EBE1D3329BBA}"/>
              </a:ext>
            </a:extLst>
          </p:cNvPr>
          <p:cNvSpPr>
            <a:spLocks noGrp="1"/>
          </p:cNvSpPr>
          <p:nvPr>
            <p:ph type="body" sz="quarter" idx="17"/>
          </p:nvPr>
        </p:nvSpPr>
        <p:spPr/>
        <p:txBody>
          <a:bodyPr/>
          <a:lstStyle/>
          <a:p>
            <a:r>
              <a:rPr lang="en-US" b="0" i="0" u="none" strike="noStrike" cap="all">
                <a:solidFill>
                  <a:srgbClr val="00C8FF"/>
                </a:solidFill>
                <a:effectLst/>
                <a:latin typeface="Arial" panose="020B0604020202020204" pitchFamily="34" charset="0"/>
              </a:rPr>
              <a:t>PREPARATION BEFORE THE FIRST PRACTICE </a:t>
            </a:r>
            <a:r>
              <a:rPr lang="en-US" b="0" i="0">
                <a:solidFill>
                  <a:srgbClr val="000000"/>
                </a:solidFill>
                <a:effectLst/>
                <a:latin typeface="Arial" panose="020B0604020202020204" pitchFamily="34" charset="0"/>
              </a:rPr>
              <a:t>​</a:t>
            </a:r>
            <a:endParaRPr lang="en-US"/>
          </a:p>
        </p:txBody>
      </p:sp>
      <p:sp>
        <p:nvSpPr>
          <p:cNvPr id="4" name="Title 3">
            <a:extLst>
              <a:ext uri="{FF2B5EF4-FFF2-40B4-BE49-F238E27FC236}">
                <a16:creationId xmlns:a16="http://schemas.microsoft.com/office/drawing/2014/main" id="{4F3D1BC5-674D-4571-8E1C-C48CDD8775FB}"/>
              </a:ext>
            </a:extLst>
          </p:cNvPr>
          <p:cNvSpPr>
            <a:spLocks noGrp="1"/>
          </p:cNvSpPr>
          <p:nvPr>
            <p:ph type="title"/>
          </p:nvPr>
        </p:nvSpPr>
        <p:spPr/>
        <p:txBody>
          <a:bodyPr/>
          <a:lstStyle/>
          <a:p>
            <a:r>
              <a:rPr lang="en-US" b="0" i="0" u="none" strike="noStrike" cap="all">
                <a:solidFill>
                  <a:srgbClr val="000000"/>
                </a:solidFill>
                <a:effectLst/>
                <a:latin typeface="Arial" panose="020B0604020202020204" pitchFamily="34" charset="0"/>
              </a:rPr>
              <a:t>PROJECT FOR HANDS ON TASKS</a:t>
            </a:r>
            <a:r>
              <a:rPr lang="en-US" b="0" i="0">
                <a:solidFill>
                  <a:srgbClr val="000000"/>
                </a:solidFill>
                <a:effectLst/>
                <a:latin typeface="Arial" panose="020B0604020202020204" pitchFamily="34" charset="0"/>
              </a:rPr>
              <a:t>​</a:t>
            </a:r>
            <a:endParaRPr lang="en-US"/>
          </a:p>
        </p:txBody>
      </p:sp>
      <p:sp>
        <p:nvSpPr>
          <p:cNvPr id="5" name="Content Placeholder 4">
            <a:extLst>
              <a:ext uri="{FF2B5EF4-FFF2-40B4-BE49-F238E27FC236}">
                <a16:creationId xmlns:a16="http://schemas.microsoft.com/office/drawing/2014/main" id="{82C44DF3-E7CA-4CED-A9FC-78536CDF1526}"/>
              </a:ext>
            </a:extLst>
          </p:cNvPr>
          <p:cNvSpPr>
            <a:spLocks noGrp="1"/>
          </p:cNvSpPr>
          <p:nvPr>
            <p:ph sz="quarter" idx="19"/>
          </p:nvPr>
        </p:nvSpPr>
        <p:spPr>
          <a:xfrm>
            <a:off x="4918841" y="1723486"/>
            <a:ext cx="6802821" cy="2876190"/>
          </a:xfrm>
        </p:spPr>
        <p:txBody>
          <a:bodyPr vert="horz" lIns="0" tIns="0" rIns="0" bIns="0" rtlCol="0" anchor="t">
            <a:noAutofit/>
          </a:bodyPr>
          <a:lstStyle/>
          <a:p>
            <a:pPr algn="l" rtl="0" fontAlgn="base">
              <a:buFont typeface="Arial" panose="020B0604020202020204" pitchFamily="34" charset="0"/>
              <a:buChar char="•"/>
            </a:pPr>
            <a:r>
              <a:rPr lang="en-US" b="0" i="0" u="none" strike="noStrike" dirty="0">
                <a:solidFill>
                  <a:srgbClr val="000000"/>
                </a:solidFill>
                <a:effectLst/>
                <a:latin typeface="Arial"/>
                <a:cs typeface="Calibri"/>
              </a:rPr>
              <a:t>Clone the following git repo:</a:t>
            </a:r>
            <a:r>
              <a:rPr lang="en-US" b="0" i="0" dirty="0">
                <a:solidFill>
                  <a:srgbClr val="000000"/>
                </a:solidFill>
                <a:effectLst/>
                <a:latin typeface="Arial"/>
                <a:cs typeface="Calibri"/>
              </a:rPr>
              <a:t>​</a:t>
            </a:r>
            <a:br>
              <a:rPr lang="en-US" b="0" i="0" dirty="0">
                <a:effectLst/>
                <a:latin typeface="Arial" panose="020B0604020202020204" pitchFamily="34" charset="0"/>
              </a:rPr>
            </a:br>
            <a:r>
              <a:rPr lang="en-US" b="0" i="0" u="sng" strike="noStrike" dirty="0">
                <a:solidFill>
                  <a:srgbClr val="00C8FF"/>
                </a:solidFill>
                <a:effectLst/>
                <a:latin typeface="Arial"/>
                <a:cs typeface="Calibri"/>
                <a:hlinkClick r:id="rId2"/>
              </a:rPr>
              <a:t>https://github.com/d-okhrimenko/CSharpForTestAutomationMaterials.git</a:t>
            </a:r>
            <a:endParaRPr lang="en-US" b="0" i="0" u="sng" strike="noStrike" dirty="0">
              <a:solidFill>
                <a:srgbClr val="00C8FF"/>
              </a:solidFill>
              <a:effectLst/>
              <a:latin typeface="Arial"/>
              <a:cs typeface="Calibri"/>
            </a:endParaRPr>
          </a:p>
          <a:p>
            <a:pPr marL="0" indent="0" algn="l" rtl="0" fontAlgn="base">
              <a:buNone/>
            </a:pPr>
            <a:r>
              <a:rPr lang="en-US" b="0" i="0" u="none" strike="noStrike" dirty="0">
                <a:solidFill>
                  <a:srgbClr val="000000"/>
                </a:solidFill>
                <a:effectLst/>
                <a:latin typeface="Arial"/>
                <a:cs typeface="Calibri"/>
              </a:rPr>
              <a:t>Or make fetch/pull if you have a local copy of this repo from the previous day.</a:t>
            </a:r>
            <a:r>
              <a:rPr lang="en-US" b="0" i="0" dirty="0">
                <a:solidFill>
                  <a:srgbClr val="000000"/>
                </a:solidFill>
                <a:effectLst/>
                <a:latin typeface="Arial"/>
                <a:cs typeface="Calibri"/>
              </a:rPr>
              <a:t>​</a:t>
            </a:r>
          </a:p>
          <a:p>
            <a:pPr algn="l" rtl="0" fontAlgn="base">
              <a:buFont typeface="Arial" panose="020B0604020202020204" pitchFamily="34" charset="0"/>
              <a:buChar char="•"/>
            </a:pPr>
            <a:r>
              <a:rPr lang="en-US" b="0" i="0" u="none" strike="noStrike" dirty="0">
                <a:solidFill>
                  <a:srgbClr val="000000"/>
                </a:solidFill>
                <a:effectLst/>
                <a:latin typeface="Arial"/>
                <a:cs typeface="Calibri"/>
              </a:rPr>
              <a:t>Checkout </a:t>
            </a:r>
            <a:r>
              <a:rPr lang="en-US" b="1" i="1" dirty="0">
                <a:latin typeface="Arial"/>
                <a:cs typeface="Calibri"/>
              </a:rPr>
              <a:t>mod8</a:t>
            </a:r>
            <a:r>
              <a:rPr lang="en-US" b="1" i="1" u="none" strike="noStrike" dirty="0">
                <a:effectLst/>
                <a:latin typeface="Arial"/>
                <a:cs typeface="Calibri"/>
              </a:rPr>
              <a:t>_initial</a:t>
            </a:r>
            <a:r>
              <a:rPr lang="en-US" b="1" i="0" u="none" strike="noStrike" dirty="0">
                <a:effectLst/>
                <a:latin typeface="Arial"/>
                <a:cs typeface="Calibri"/>
              </a:rPr>
              <a:t> </a:t>
            </a:r>
            <a:r>
              <a:rPr lang="en-US" b="0" i="0" u="none" strike="noStrike" dirty="0">
                <a:solidFill>
                  <a:srgbClr val="000000"/>
                </a:solidFill>
                <a:effectLst/>
                <a:latin typeface="Arial"/>
                <a:cs typeface="Calibri"/>
              </a:rPr>
              <a:t>branch.</a:t>
            </a:r>
            <a:endParaRPr lang="en-US" b="0" i="0" dirty="0">
              <a:solidFill>
                <a:srgbClr val="000000"/>
              </a:solidFill>
              <a:effectLst/>
              <a:latin typeface="Arial"/>
              <a:cs typeface="Calibri"/>
            </a:endParaRPr>
          </a:p>
          <a:p>
            <a:endParaRPr lang="en-US" dirty="0"/>
          </a:p>
        </p:txBody>
      </p:sp>
      <p:pic>
        <p:nvPicPr>
          <p:cNvPr id="7" name="Picture 8" descr="Graphical user interface, text, application, email&#10;&#10;Description automatically generated">
            <a:extLst>
              <a:ext uri="{FF2B5EF4-FFF2-40B4-BE49-F238E27FC236}">
                <a16:creationId xmlns:a16="http://schemas.microsoft.com/office/drawing/2014/main" id="{874777C9-AF3C-46E1-AEFA-232E2244B9F8}"/>
              </a:ext>
            </a:extLst>
          </p:cNvPr>
          <p:cNvPicPr>
            <a:picLocks noChangeAspect="1"/>
          </p:cNvPicPr>
          <p:nvPr/>
        </p:nvPicPr>
        <p:blipFill>
          <a:blip r:embed="rId3"/>
          <a:stretch>
            <a:fillRect/>
          </a:stretch>
        </p:blipFill>
        <p:spPr>
          <a:xfrm>
            <a:off x="668593" y="1726224"/>
            <a:ext cx="3742812" cy="2700907"/>
          </a:xfrm>
          <a:prstGeom prst="rect">
            <a:avLst/>
          </a:prstGeom>
        </p:spPr>
      </p:pic>
    </p:spTree>
    <p:extLst>
      <p:ext uri="{BB962C8B-B14F-4D97-AF65-F5344CB8AC3E}">
        <p14:creationId xmlns:p14="http://schemas.microsoft.com/office/powerpoint/2010/main" val="8457714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375A638-12D8-48F0-95E0-35AED9BC761E}"/>
              </a:ext>
            </a:extLst>
          </p:cNvPr>
          <p:cNvSpPr>
            <a:spLocks noGrp="1"/>
          </p:cNvSpPr>
          <p:nvPr>
            <p:ph type="sldNum" sz="quarter" idx="11"/>
          </p:nvPr>
        </p:nvSpPr>
        <p:spPr/>
        <p:txBody>
          <a:bodyPr/>
          <a:lstStyle/>
          <a:p>
            <a:fld id="{E16BA917-7F09-4B8D-AF07-F52890C14046}" type="slidenum">
              <a:rPr lang="da-DK" smtClean="0"/>
              <a:pPr/>
              <a:t>17</a:t>
            </a:fld>
            <a:endParaRPr lang="da-DK"/>
          </a:p>
        </p:txBody>
      </p:sp>
      <p:sp>
        <p:nvSpPr>
          <p:cNvPr id="3" name="Text Placeholder 2">
            <a:extLst>
              <a:ext uri="{FF2B5EF4-FFF2-40B4-BE49-F238E27FC236}">
                <a16:creationId xmlns:a16="http://schemas.microsoft.com/office/drawing/2014/main" id="{42142D79-60B4-4A53-8837-6B6B8A5A7D54}"/>
              </a:ext>
            </a:extLst>
          </p:cNvPr>
          <p:cNvSpPr>
            <a:spLocks noGrp="1"/>
          </p:cNvSpPr>
          <p:nvPr>
            <p:ph type="body" sz="quarter" idx="17"/>
          </p:nvPr>
        </p:nvSpPr>
        <p:spPr/>
        <p:txBody>
          <a:bodyPr/>
          <a:lstStyle/>
          <a:p>
            <a:endParaRPr lang="da-DK"/>
          </a:p>
        </p:txBody>
      </p:sp>
      <p:sp>
        <p:nvSpPr>
          <p:cNvPr id="4" name="Title 3">
            <a:extLst>
              <a:ext uri="{FF2B5EF4-FFF2-40B4-BE49-F238E27FC236}">
                <a16:creationId xmlns:a16="http://schemas.microsoft.com/office/drawing/2014/main" id="{B909997E-70EF-4D07-BD67-9F4FCAEB018B}"/>
              </a:ext>
            </a:extLst>
          </p:cNvPr>
          <p:cNvSpPr>
            <a:spLocks noGrp="1"/>
          </p:cNvSpPr>
          <p:nvPr>
            <p:ph type="title"/>
          </p:nvPr>
        </p:nvSpPr>
        <p:spPr/>
        <p:txBody>
          <a:bodyPr/>
          <a:lstStyle/>
          <a:p>
            <a:r>
              <a:rPr lang="en-US"/>
              <a:t>Practice 1</a:t>
            </a:r>
            <a:endParaRPr lang="da-DK"/>
          </a:p>
        </p:txBody>
      </p:sp>
      <p:sp>
        <p:nvSpPr>
          <p:cNvPr id="5" name="Content Placeholder 4">
            <a:extLst>
              <a:ext uri="{FF2B5EF4-FFF2-40B4-BE49-F238E27FC236}">
                <a16:creationId xmlns:a16="http://schemas.microsoft.com/office/drawing/2014/main" id="{D5E29D1A-C5F6-46E3-BCC9-3CBC378AABF6}"/>
              </a:ext>
            </a:extLst>
          </p:cNvPr>
          <p:cNvSpPr>
            <a:spLocks noGrp="1"/>
          </p:cNvSpPr>
          <p:nvPr>
            <p:ph sz="quarter" idx="19"/>
          </p:nvPr>
        </p:nvSpPr>
        <p:spPr>
          <a:xfrm>
            <a:off x="672001" y="1620838"/>
            <a:ext cx="10856912" cy="4735540"/>
          </a:xfrm>
        </p:spPr>
        <p:txBody>
          <a:bodyPr/>
          <a:lstStyle/>
          <a:p>
            <a:pPr marL="342900" indent="-342900">
              <a:buFont typeface="+mj-lt"/>
              <a:buAutoNum type="arabicPeriod"/>
            </a:pPr>
            <a:r>
              <a:rPr lang="en-US" sz="1400" dirty="0"/>
              <a:t>Build and run the application, check how it works, run the tests.</a:t>
            </a:r>
          </a:p>
          <a:p>
            <a:pPr marL="342900" indent="-342900">
              <a:buFont typeface="+mj-lt"/>
              <a:buAutoNum type="arabicPeriod"/>
            </a:pPr>
            <a:r>
              <a:rPr lang="en-US" sz="1400" dirty="0"/>
              <a:t>Enhance </a:t>
            </a:r>
            <a:r>
              <a:rPr lang="en-US" sz="1400" i="1" dirty="0">
                <a:solidFill>
                  <a:srgbClr val="2B91AF"/>
                </a:solidFill>
                <a:latin typeface="Consolas" panose="020B0609020204030204" pitchFamily="49" charset="0"/>
              </a:rPr>
              <a:t>Calculator</a:t>
            </a:r>
            <a:r>
              <a:rPr lang="en-US" sz="1400" dirty="0"/>
              <a:t> class. Throw </a:t>
            </a:r>
            <a:r>
              <a:rPr lang="en-US" sz="1400" i="1" dirty="0" err="1">
                <a:solidFill>
                  <a:srgbClr val="2B91AF"/>
                </a:solidFill>
                <a:latin typeface="Consolas" panose="020B0609020204030204" pitchFamily="49" charset="0"/>
              </a:rPr>
              <a:t>ArgumentOutOfRangeException</a:t>
            </a:r>
            <a:r>
              <a:rPr lang="en-US" sz="1400" dirty="0"/>
              <a:t> instead of writing the message to the console in the default branch of the switch statement. Do we still need to return anything inside the default branch?</a:t>
            </a:r>
          </a:p>
          <a:p>
            <a:pPr marL="342900" indent="-342900">
              <a:buFont typeface="+mj-lt"/>
              <a:buAutoNum type="arabicPeriod"/>
            </a:pPr>
            <a:r>
              <a:rPr lang="en-US" sz="1400" dirty="0"/>
              <a:t>Build and run the application, try to input invalid operator. </a:t>
            </a:r>
          </a:p>
          <a:p>
            <a:pPr marL="342900" indent="-342900">
              <a:buFont typeface="+mj-lt"/>
              <a:buAutoNum type="arabicPeriod"/>
            </a:pPr>
            <a:r>
              <a:rPr lang="en-US" sz="1400" dirty="0"/>
              <a:t>Catch the exception inside </a:t>
            </a:r>
            <a:r>
              <a:rPr lang="en-US" sz="1400" i="1" dirty="0">
                <a:solidFill>
                  <a:srgbClr val="2B91AF"/>
                </a:solidFill>
                <a:latin typeface="Consolas" panose="020B0609020204030204" pitchFamily="49" charset="0"/>
              </a:rPr>
              <a:t>Program</a:t>
            </a:r>
            <a:r>
              <a:rPr lang="en-US" sz="1400" dirty="0"/>
              <a:t> class, write details about this exception into the console. Run the application and check the behavior.</a:t>
            </a:r>
          </a:p>
          <a:p>
            <a:pPr marL="342900" indent="-342900">
              <a:buFont typeface="+mj-lt"/>
              <a:buAutoNum type="arabicPeriod"/>
            </a:pPr>
            <a:r>
              <a:rPr lang="en-US" sz="1400" dirty="0"/>
              <a:t>Add new test methods inside the test class under the test project in order to test that the exception is thrown when the invalid operator is passed. Use MS-TEST possibilities.</a:t>
            </a:r>
          </a:p>
          <a:p>
            <a:pPr marL="342900" indent="-342900">
              <a:buFont typeface="+mj-lt"/>
              <a:buAutoNum type="arabicPeriod"/>
            </a:pPr>
            <a:r>
              <a:rPr lang="en-US" sz="1400" dirty="0"/>
              <a:t>Add similar tests with using </a:t>
            </a:r>
            <a:r>
              <a:rPr lang="en-US" sz="1400" i="1" dirty="0" err="1"/>
              <a:t>shoudly</a:t>
            </a:r>
            <a:r>
              <a:rPr lang="en-US" sz="1400" dirty="0"/>
              <a:t>-syntax. </a:t>
            </a:r>
          </a:p>
        </p:txBody>
      </p:sp>
      <p:pic>
        <p:nvPicPr>
          <p:cNvPr id="7" name="Graphic 6" descr="Flask">
            <a:extLst>
              <a:ext uri="{FF2B5EF4-FFF2-40B4-BE49-F238E27FC236}">
                <a16:creationId xmlns:a16="http://schemas.microsoft.com/office/drawing/2014/main" id="{EE4688C9-EB43-47EE-A61F-7F3456AF83E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221990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375A638-12D8-48F0-95E0-35AED9BC761E}"/>
              </a:ext>
            </a:extLst>
          </p:cNvPr>
          <p:cNvSpPr>
            <a:spLocks noGrp="1"/>
          </p:cNvSpPr>
          <p:nvPr>
            <p:ph type="sldNum" sz="quarter" idx="11"/>
          </p:nvPr>
        </p:nvSpPr>
        <p:spPr/>
        <p:txBody>
          <a:bodyPr/>
          <a:lstStyle/>
          <a:p>
            <a:fld id="{E16BA917-7F09-4B8D-AF07-F52890C14046}" type="slidenum">
              <a:rPr lang="da-DK" smtClean="0"/>
              <a:pPr/>
              <a:t>18</a:t>
            </a:fld>
            <a:endParaRPr lang="da-DK"/>
          </a:p>
        </p:txBody>
      </p:sp>
      <p:sp>
        <p:nvSpPr>
          <p:cNvPr id="3" name="Text Placeholder 2">
            <a:extLst>
              <a:ext uri="{FF2B5EF4-FFF2-40B4-BE49-F238E27FC236}">
                <a16:creationId xmlns:a16="http://schemas.microsoft.com/office/drawing/2014/main" id="{42142D79-60B4-4A53-8837-6B6B8A5A7D54}"/>
              </a:ext>
            </a:extLst>
          </p:cNvPr>
          <p:cNvSpPr>
            <a:spLocks noGrp="1"/>
          </p:cNvSpPr>
          <p:nvPr>
            <p:ph type="body" sz="quarter" idx="17"/>
          </p:nvPr>
        </p:nvSpPr>
        <p:spPr/>
        <p:txBody>
          <a:bodyPr/>
          <a:lstStyle/>
          <a:p>
            <a:r>
              <a:rPr lang="en-US"/>
              <a:t>Solution</a:t>
            </a:r>
            <a:endParaRPr lang="da-DK"/>
          </a:p>
        </p:txBody>
      </p:sp>
      <p:sp>
        <p:nvSpPr>
          <p:cNvPr id="4" name="Title 3">
            <a:extLst>
              <a:ext uri="{FF2B5EF4-FFF2-40B4-BE49-F238E27FC236}">
                <a16:creationId xmlns:a16="http://schemas.microsoft.com/office/drawing/2014/main" id="{B909997E-70EF-4D07-BD67-9F4FCAEB018B}"/>
              </a:ext>
            </a:extLst>
          </p:cNvPr>
          <p:cNvSpPr>
            <a:spLocks noGrp="1"/>
          </p:cNvSpPr>
          <p:nvPr>
            <p:ph type="title"/>
          </p:nvPr>
        </p:nvSpPr>
        <p:spPr/>
        <p:txBody>
          <a:bodyPr/>
          <a:lstStyle/>
          <a:p>
            <a:r>
              <a:rPr lang="en-US"/>
              <a:t>Practice 1</a:t>
            </a:r>
            <a:endParaRPr lang="da-DK"/>
          </a:p>
        </p:txBody>
      </p:sp>
      <p:pic>
        <p:nvPicPr>
          <p:cNvPr id="7" name="Graphic 6" descr="Flask">
            <a:extLst>
              <a:ext uri="{FF2B5EF4-FFF2-40B4-BE49-F238E27FC236}">
                <a16:creationId xmlns:a16="http://schemas.microsoft.com/office/drawing/2014/main" id="{EE4688C9-EB43-47EE-A61F-7F3456AF83E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
        <p:nvSpPr>
          <p:cNvPr id="9" name="TextBox 8">
            <a:extLst>
              <a:ext uri="{FF2B5EF4-FFF2-40B4-BE49-F238E27FC236}">
                <a16:creationId xmlns:a16="http://schemas.microsoft.com/office/drawing/2014/main" id="{B0814717-8D95-4ADC-9920-A24328FD855B}"/>
              </a:ext>
            </a:extLst>
          </p:cNvPr>
          <p:cNvSpPr txBox="1"/>
          <p:nvPr/>
        </p:nvSpPr>
        <p:spPr>
          <a:xfrm>
            <a:off x="670984" y="1526486"/>
            <a:ext cx="9284940" cy="4708776"/>
          </a:xfrm>
          <a:prstGeom prst="rect">
            <a:avLst/>
          </a:prstGeom>
          <a:noFill/>
        </p:spPr>
        <p:txBody>
          <a:bodyPr wrap="none" lIns="0" tIns="0" rIns="0" bIns="0" rtlCol="0">
            <a:noAutofit/>
          </a:bodyPr>
          <a:lstStyle/>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double</a:t>
            </a:r>
            <a:r>
              <a:rPr lang="en-US" sz="1000">
                <a:solidFill>
                  <a:srgbClr val="000000"/>
                </a:solidFill>
                <a:latin typeface="Consolas" panose="020B0609020204030204" pitchFamily="49" charset="0"/>
              </a:rPr>
              <a:t> DoArithmeticOperation(</a:t>
            </a:r>
            <a:r>
              <a:rPr lang="en-US" sz="1000">
                <a:solidFill>
                  <a:srgbClr val="0000FF"/>
                </a:solidFill>
                <a:latin typeface="Consolas" panose="020B0609020204030204" pitchFamily="49" charset="0"/>
              </a:rPr>
              <a:t>double</a:t>
            </a:r>
            <a:r>
              <a:rPr lang="en-US" sz="1000">
                <a:solidFill>
                  <a:srgbClr val="000000"/>
                </a:solidFill>
                <a:latin typeface="Consolas" panose="020B0609020204030204" pitchFamily="49" charset="0"/>
              </a:rPr>
              <a:t> firstNumber, </a:t>
            </a:r>
            <a:r>
              <a:rPr lang="en-US" sz="1000">
                <a:solidFill>
                  <a:srgbClr val="0000FF"/>
                </a:solidFill>
                <a:latin typeface="Consolas" panose="020B0609020204030204" pitchFamily="49" charset="0"/>
              </a:rPr>
              <a:t>double</a:t>
            </a:r>
            <a:r>
              <a:rPr lang="en-US" sz="1000">
                <a:solidFill>
                  <a:srgbClr val="000000"/>
                </a:solidFill>
                <a:latin typeface="Consolas" panose="020B0609020204030204" pitchFamily="49" charset="0"/>
              </a:rPr>
              <a:t> secondNumber, </a:t>
            </a:r>
            <a:r>
              <a:rPr lang="en-US" sz="1000">
                <a:solidFill>
                  <a:srgbClr val="0000FF"/>
                </a:solidFill>
                <a:latin typeface="Consolas" panose="020B0609020204030204" pitchFamily="49" charset="0"/>
              </a:rPr>
              <a:t>string</a:t>
            </a:r>
            <a:r>
              <a:rPr lang="en-US" sz="1000">
                <a:solidFill>
                  <a:srgbClr val="000000"/>
                </a:solidFill>
                <a:latin typeface="Consolas" panose="020B0609020204030204" pitchFamily="49" charset="0"/>
              </a:rPr>
              <a:t> operation) {</a:t>
            </a: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switch</a:t>
            </a:r>
            <a:r>
              <a:rPr lang="en-US" sz="1000">
                <a:solidFill>
                  <a:srgbClr val="000000"/>
                </a:solidFill>
                <a:latin typeface="Consolas" panose="020B0609020204030204" pitchFamily="49" charset="0"/>
              </a:rPr>
              <a:t> (operation) {</a:t>
            </a: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case</a:t>
            </a:r>
            <a:r>
              <a:rPr lang="en-US" sz="1000">
                <a:solidFill>
                  <a:srgbClr val="000000"/>
                </a:solidFill>
                <a:latin typeface="Consolas" panose="020B0609020204030204" pitchFamily="49" charset="0"/>
              </a:rPr>
              <a:t> </a:t>
            </a:r>
            <a:r>
              <a:rPr lang="en-US" sz="1000">
                <a:solidFill>
                  <a:srgbClr val="A31515"/>
                </a:solidFill>
                <a:latin typeface="Consolas" panose="020B0609020204030204" pitchFamily="49" charset="0"/>
              </a:rPr>
              <a:t>"+"</a:t>
            </a:r>
            <a:r>
              <a:rPr lang="en-US" sz="1000">
                <a:solidFill>
                  <a:srgbClr val="000000"/>
                </a:solidFill>
                <a:latin typeface="Consolas" panose="020B0609020204030204" pitchFamily="49" charset="0"/>
              </a:rPr>
              <a:t>:</a:t>
            </a: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return</a:t>
            </a:r>
            <a:r>
              <a:rPr lang="en-US" sz="1000">
                <a:solidFill>
                  <a:srgbClr val="000000"/>
                </a:solidFill>
                <a:latin typeface="Consolas" panose="020B0609020204030204" pitchFamily="49" charset="0"/>
              </a:rPr>
              <a:t> Add(firstNumber, secondNumber);</a:t>
            </a: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case</a:t>
            </a:r>
            <a:r>
              <a:rPr lang="en-US" sz="1000">
                <a:solidFill>
                  <a:srgbClr val="000000"/>
                </a:solidFill>
                <a:latin typeface="Consolas" panose="020B0609020204030204" pitchFamily="49" charset="0"/>
              </a:rPr>
              <a:t> </a:t>
            </a:r>
            <a:r>
              <a:rPr lang="en-US" sz="1000">
                <a:solidFill>
                  <a:srgbClr val="A31515"/>
                </a:solidFill>
                <a:latin typeface="Consolas" panose="020B0609020204030204" pitchFamily="49" charset="0"/>
              </a:rPr>
              <a:t>"-"</a:t>
            </a:r>
            <a:r>
              <a:rPr lang="en-US" sz="1000">
                <a:solidFill>
                  <a:srgbClr val="000000"/>
                </a:solidFill>
                <a:latin typeface="Consolas" panose="020B0609020204030204" pitchFamily="49" charset="0"/>
              </a:rPr>
              <a:t>:</a:t>
            </a: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return</a:t>
            </a:r>
            <a:r>
              <a:rPr lang="en-US" sz="1000">
                <a:solidFill>
                  <a:srgbClr val="000000"/>
                </a:solidFill>
                <a:latin typeface="Consolas" panose="020B0609020204030204" pitchFamily="49" charset="0"/>
              </a:rPr>
              <a:t> Subtract(firstNumber, secondNumber);</a:t>
            </a:r>
          </a:p>
          <a:p>
            <a:r>
              <a:rPr lang="en-US" sz="1000">
                <a:solidFill>
                  <a:srgbClr val="000000"/>
                </a:solidFill>
                <a:latin typeface="Consolas" panose="020B0609020204030204" pitchFamily="49" charset="0"/>
              </a:rPr>
              <a:t>                </a:t>
            </a:r>
            <a:r>
              <a:rPr lang="en-US" sz="1000">
                <a:solidFill>
                  <a:srgbClr val="0000FF"/>
                </a:solidFill>
                <a:highlight>
                  <a:srgbClr val="FFFF00"/>
                </a:highlight>
                <a:latin typeface="Consolas" panose="020B0609020204030204" pitchFamily="49" charset="0"/>
              </a:rPr>
              <a:t>default</a:t>
            </a:r>
            <a:r>
              <a:rPr lang="en-US" sz="1000">
                <a:solidFill>
                  <a:srgbClr val="000000"/>
                </a:solidFill>
                <a:highlight>
                  <a:srgbClr val="FFFF00"/>
                </a:highlight>
                <a:latin typeface="Consolas" panose="020B0609020204030204" pitchFamily="49" charset="0"/>
              </a:rPr>
              <a:t>:</a:t>
            </a:r>
          </a:p>
          <a:p>
            <a:r>
              <a:rPr lang="en-US" sz="1000">
                <a:solidFill>
                  <a:srgbClr val="000000"/>
                </a:solidFill>
                <a:highlight>
                  <a:srgbClr val="FFFF00"/>
                </a:highlight>
                <a:latin typeface="Consolas" panose="020B0609020204030204" pitchFamily="49" charset="0"/>
              </a:rPr>
              <a:t>                    </a:t>
            </a:r>
            <a:r>
              <a:rPr lang="en-US" sz="1000">
                <a:solidFill>
                  <a:srgbClr val="0000FF"/>
                </a:solidFill>
                <a:highlight>
                  <a:srgbClr val="FFFF00"/>
                </a:highlight>
                <a:latin typeface="Consolas" panose="020B0609020204030204" pitchFamily="49" charset="0"/>
              </a:rPr>
              <a:t>throw</a:t>
            </a:r>
            <a:r>
              <a:rPr lang="en-US" sz="1000">
                <a:solidFill>
                  <a:srgbClr val="000000"/>
                </a:solidFill>
                <a:highlight>
                  <a:srgbClr val="FFFF00"/>
                </a:highlight>
                <a:latin typeface="Consolas" panose="020B0609020204030204" pitchFamily="49" charset="0"/>
              </a:rPr>
              <a:t> </a:t>
            </a:r>
            <a:r>
              <a:rPr lang="en-US" sz="1000">
                <a:solidFill>
                  <a:srgbClr val="0000FF"/>
                </a:solidFill>
                <a:highlight>
                  <a:srgbClr val="FFFF00"/>
                </a:highlight>
                <a:latin typeface="Consolas" panose="020B0609020204030204" pitchFamily="49" charset="0"/>
              </a:rPr>
              <a:t>new</a:t>
            </a:r>
            <a:r>
              <a:rPr lang="en-US" sz="1000">
                <a:solidFill>
                  <a:srgbClr val="000000"/>
                </a:solidFill>
                <a:highlight>
                  <a:srgbClr val="FFFF00"/>
                </a:highlight>
                <a:latin typeface="Consolas" panose="020B0609020204030204" pitchFamily="49" charset="0"/>
              </a:rPr>
              <a:t> </a:t>
            </a:r>
            <a:r>
              <a:rPr lang="en-US" sz="1000">
                <a:solidFill>
                  <a:srgbClr val="2B91AF"/>
                </a:solidFill>
                <a:highlight>
                  <a:srgbClr val="FFFF00"/>
                </a:highlight>
                <a:latin typeface="Consolas" panose="020B0609020204030204" pitchFamily="49" charset="0"/>
              </a:rPr>
              <a:t>ArgumentOutOfRangeException</a:t>
            </a:r>
            <a:r>
              <a:rPr lang="en-US" sz="1000">
                <a:solidFill>
                  <a:srgbClr val="000000"/>
                </a:solidFill>
                <a:highlight>
                  <a:srgbClr val="FFFF00"/>
                </a:highlight>
                <a:latin typeface="Consolas" panose="020B0609020204030204" pitchFamily="49" charset="0"/>
              </a:rPr>
              <a:t>(</a:t>
            </a:r>
            <a:r>
              <a:rPr lang="en-US" sz="1000">
                <a:solidFill>
                  <a:srgbClr val="A31515"/>
                </a:solidFill>
                <a:highlight>
                  <a:srgbClr val="FFFF00"/>
                </a:highlight>
                <a:latin typeface="Consolas" panose="020B0609020204030204" pitchFamily="49" charset="0"/>
              </a:rPr>
              <a:t>$"</a:t>
            </a:r>
            <a:r>
              <a:rPr lang="en-US" sz="1000">
                <a:solidFill>
                  <a:srgbClr val="000000"/>
                </a:solidFill>
                <a:highlight>
                  <a:srgbClr val="FFFF00"/>
                </a:highlight>
                <a:latin typeface="Consolas" panose="020B0609020204030204" pitchFamily="49" charset="0"/>
              </a:rPr>
              <a:t>{operation}</a:t>
            </a:r>
            <a:r>
              <a:rPr lang="en-US" sz="1000">
                <a:solidFill>
                  <a:srgbClr val="A31515"/>
                </a:solidFill>
                <a:highlight>
                  <a:srgbClr val="FFFF00"/>
                </a:highlight>
                <a:latin typeface="Consolas" panose="020B0609020204030204" pitchFamily="49" charset="0"/>
              </a:rPr>
              <a:t> is not supported </a:t>
            </a:r>
            <a:r>
              <a:rPr lang="en-US" sz="1000">
                <a:solidFill>
                  <a:srgbClr val="000000"/>
                </a:solidFill>
                <a:highlight>
                  <a:srgbClr val="FFFF00"/>
                </a:highlight>
                <a:latin typeface="Consolas" panose="020B0609020204030204" pitchFamily="49" charset="0"/>
              </a:rPr>
              <a:t>{</a:t>
            </a:r>
            <a:r>
              <a:rPr lang="en-US" sz="1000">
                <a:solidFill>
                  <a:srgbClr val="0000FF"/>
                </a:solidFill>
                <a:highlight>
                  <a:srgbClr val="FFFF00"/>
                </a:highlight>
                <a:latin typeface="Consolas" panose="020B0609020204030204" pitchFamily="49" charset="0"/>
              </a:rPr>
              <a:t>nameof</a:t>
            </a:r>
            <a:r>
              <a:rPr lang="en-US" sz="1000">
                <a:solidFill>
                  <a:srgbClr val="000000"/>
                </a:solidFill>
                <a:highlight>
                  <a:srgbClr val="FFFF00"/>
                </a:highlight>
                <a:latin typeface="Consolas" panose="020B0609020204030204" pitchFamily="49" charset="0"/>
              </a:rPr>
              <a:t>(operation)}</a:t>
            </a:r>
            <a:r>
              <a:rPr lang="en-US" sz="1000">
                <a:solidFill>
                  <a:srgbClr val="A31515"/>
                </a:solidFill>
                <a:highlight>
                  <a:srgbClr val="FFFF00"/>
                </a:highlight>
                <a:latin typeface="Consolas" panose="020B0609020204030204" pitchFamily="49" charset="0"/>
              </a:rPr>
              <a:t>"</a:t>
            </a:r>
            <a:r>
              <a:rPr lang="en-US" sz="1000">
                <a:solidFill>
                  <a:srgbClr val="000000"/>
                </a:solidFill>
                <a:highlight>
                  <a:srgbClr val="FFFF00"/>
                </a:highlight>
                <a:latin typeface="Consolas" panose="020B0609020204030204" pitchFamily="49" charset="0"/>
              </a:rPr>
              <a:t>);</a:t>
            </a:r>
          </a:p>
          <a:p>
            <a:r>
              <a:rPr lang="en-US" sz="1000">
                <a:solidFill>
                  <a:srgbClr val="000000"/>
                </a:solidFill>
                <a:latin typeface="Consolas" panose="020B0609020204030204" pitchFamily="49" charset="0"/>
              </a:rPr>
              <a:t>            }</a:t>
            </a:r>
          </a:p>
          <a:p>
            <a:r>
              <a:rPr lang="en-US" sz="1000">
                <a:solidFill>
                  <a:srgbClr val="000000"/>
                </a:solidFill>
                <a:latin typeface="Consolas" panose="020B0609020204030204" pitchFamily="49" charset="0"/>
              </a:rPr>
              <a:t>        }</a:t>
            </a:r>
          </a:p>
          <a:p>
            <a:endParaRPr lang="en-US" sz="1000">
              <a:solidFill>
                <a:srgbClr val="000000"/>
              </a:solidFill>
              <a:latin typeface="Consolas" panose="020B0609020204030204" pitchFamily="49" charset="0"/>
            </a:endParaRP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try</a:t>
            </a:r>
            <a:r>
              <a:rPr lang="en-US" sz="1000">
                <a:solidFill>
                  <a:srgbClr val="000000"/>
                </a:solidFill>
                <a:latin typeface="Consolas" panose="020B0609020204030204" pitchFamily="49" charset="0"/>
              </a:rPr>
              <a:t> {</a:t>
            </a: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var</a:t>
            </a:r>
            <a:r>
              <a:rPr lang="en-US" sz="1000">
                <a:solidFill>
                  <a:srgbClr val="000000"/>
                </a:solidFill>
                <a:latin typeface="Consolas" panose="020B0609020204030204" pitchFamily="49" charset="0"/>
              </a:rPr>
              <a:t> result = calculator.DoArithmeticOperation(firstNumber, secondNumber, arithmeticOperator);</a:t>
            </a:r>
          </a:p>
          <a:p>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Console</a:t>
            </a:r>
            <a:r>
              <a:rPr lang="en-US" sz="1000">
                <a:solidFill>
                  <a:srgbClr val="000000"/>
                </a:solidFill>
                <a:latin typeface="Consolas" panose="020B0609020204030204" pitchFamily="49" charset="0"/>
              </a:rPr>
              <a:t>.WriteLine(</a:t>
            </a:r>
            <a:r>
              <a:rPr lang="en-US" sz="1000">
                <a:solidFill>
                  <a:srgbClr val="A31515"/>
                </a:solidFill>
                <a:latin typeface="Consolas" panose="020B0609020204030204" pitchFamily="49" charset="0"/>
              </a:rPr>
              <a:t>$"Result: </a:t>
            </a:r>
            <a:r>
              <a:rPr lang="en-US" sz="1000">
                <a:solidFill>
                  <a:srgbClr val="000000"/>
                </a:solidFill>
                <a:latin typeface="Consolas" panose="020B0609020204030204" pitchFamily="49" charset="0"/>
              </a:rPr>
              <a:t>{result}</a:t>
            </a:r>
            <a:r>
              <a:rPr lang="en-US" sz="1000">
                <a:solidFill>
                  <a:srgbClr val="A31515"/>
                </a:solidFill>
                <a:latin typeface="Consolas" panose="020B0609020204030204" pitchFamily="49" charset="0"/>
              </a:rPr>
              <a:t>"</a:t>
            </a:r>
            <a:r>
              <a:rPr lang="en-US" sz="1000">
                <a:solidFill>
                  <a:srgbClr val="000000"/>
                </a:solidFill>
                <a:latin typeface="Consolas" panose="020B0609020204030204" pitchFamily="49" charset="0"/>
              </a:rPr>
              <a:t>);</a:t>
            </a:r>
          </a:p>
          <a:p>
            <a:r>
              <a:rPr lang="en-US" sz="1000">
                <a:solidFill>
                  <a:srgbClr val="000000"/>
                </a:solidFill>
                <a:latin typeface="Consolas" panose="020B0609020204030204" pitchFamily="49" charset="0"/>
              </a:rPr>
              <a:t>            } </a:t>
            </a:r>
            <a:r>
              <a:rPr lang="en-US" sz="1000">
                <a:solidFill>
                  <a:srgbClr val="0000FF"/>
                </a:solidFill>
                <a:latin typeface="Consolas" panose="020B0609020204030204" pitchFamily="49" charset="0"/>
              </a:rPr>
              <a:t>catch</a:t>
            </a:r>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ArgumentOutOfRangeException</a:t>
            </a:r>
            <a:r>
              <a:rPr lang="en-US" sz="1000">
                <a:solidFill>
                  <a:srgbClr val="000000"/>
                </a:solidFill>
                <a:latin typeface="Consolas" panose="020B0609020204030204" pitchFamily="49" charset="0"/>
              </a:rPr>
              <a:t> ex) {</a:t>
            </a:r>
          </a:p>
          <a:p>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Console</a:t>
            </a:r>
            <a:r>
              <a:rPr lang="en-US" sz="1000">
                <a:solidFill>
                  <a:srgbClr val="000000"/>
                </a:solidFill>
                <a:latin typeface="Consolas" panose="020B0609020204030204" pitchFamily="49" charset="0"/>
              </a:rPr>
              <a:t>.WriteLine(ex.Message);</a:t>
            </a:r>
          </a:p>
          <a:p>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Console</a:t>
            </a:r>
            <a:r>
              <a:rPr lang="en-US" sz="1000">
                <a:solidFill>
                  <a:srgbClr val="000000"/>
                </a:solidFill>
                <a:latin typeface="Consolas" panose="020B0609020204030204" pitchFamily="49" charset="0"/>
              </a:rPr>
              <a:t>.WriteLine(ex.StackTrace);</a:t>
            </a:r>
          </a:p>
          <a:p>
            <a:r>
              <a:rPr lang="en-US" sz="1000">
                <a:solidFill>
                  <a:srgbClr val="000000"/>
                </a:solidFill>
                <a:latin typeface="Consolas" panose="020B0609020204030204" pitchFamily="49" charset="0"/>
              </a:rPr>
              <a:t>            }</a:t>
            </a:r>
          </a:p>
          <a:p>
            <a:endParaRPr lang="en-US" sz="1000">
              <a:solidFill>
                <a:srgbClr val="000000"/>
              </a:solidFill>
              <a:latin typeface="Consolas" panose="020B0609020204030204" pitchFamily="49" charset="0"/>
            </a:endParaRPr>
          </a:p>
          <a:p>
            <a:br>
              <a:rPr lang="en-US" sz="1000">
                <a:solidFill>
                  <a:srgbClr val="000000"/>
                </a:solidFill>
                <a:latin typeface="Consolas" panose="020B0609020204030204" pitchFamily="49" charset="0"/>
              </a:rPr>
            </a:br>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TestMethod</a:t>
            </a:r>
            <a:r>
              <a:rPr lang="en-US" sz="1000">
                <a:solidFill>
                  <a:srgbClr val="000000"/>
                </a:solidFill>
                <a:latin typeface="Consolas" panose="020B0609020204030204" pitchFamily="49" charset="0"/>
              </a:rPr>
              <a:t>()]</a:t>
            </a:r>
          </a:p>
          <a:p>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ExpectedException</a:t>
            </a:r>
            <a:r>
              <a:rPr lang="en-US" sz="1000">
                <a:solidFill>
                  <a:srgbClr val="000000"/>
                </a:solidFill>
                <a:latin typeface="Consolas" panose="020B0609020204030204" pitchFamily="49" charset="0"/>
              </a:rPr>
              <a:t>(</a:t>
            </a:r>
            <a:r>
              <a:rPr lang="en-US" sz="1000">
                <a:solidFill>
                  <a:srgbClr val="0000FF"/>
                </a:solidFill>
                <a:latin typeface="Consolas" panose="020B0609020204030204" pitchFamily="49" charset="0"/>
              </a:rPr>
              <a:t>typeof</a:t>
            </a:r>
            <a:r>
              <a:rPr lang="en-US" sz="1000">
                <a:solidFill>
                  <a:srgbClr val="000000"/>
                </a:solidFill>
                <a:latin typeface="Consolas" panose="020B0609020204030204" pitchFamily="49" charset="0"/>
              </a:rPr>
              <a:t>(</a:t>
            </a:r>
            <a:r>
              <a:rPr lang="en-US" sz="1000">
                <a:solidFill>
                  <a:srgbClr val="2B91AF"/>
                </a:solidFill>
                <a:latin typeface="Consolas" panose="020B0609020204030204" pitchFamily="49" charset="0"/>
              </a:rPr>
              <a:t>ArgumentOutOfRangeException</a:t>
            </a:r>
            <a:r>
              <a:rPr lang="en-US" sz="1000">
                <a:solidFill>
                  <a:srgbClr val="000000"/>
                </a:solidFill>
                <a:latin typeface="Consolas" panose="020B0609020204030204" pitchFamily="49" charset="0"/>
              </a:rPr>
              <a:t>))]</a:t>
            </a: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void</a:t>
            </a:r>
            <a:r>
              <a:rPr lang="en-US" sz="1000">
                <a:solidFill>
                  <a:srgbClr val="000000"/>
                </a:solidFill>
                <a:latin typeface="Consolas" panose="020B0609020204030204" pitchFamily="49" charset="0"/>
              </a:rPr>
              <a:t> DoArithmeticOperationTestThatExceptionIsThrownWhenOperationInvalidMsTest() {</a:t>
            </a:r>
          </a:p>
          <a:p>
            <a:r>
              <a:rPr lang="es-ES" sz="1000">
                <a:solidFill>
                  <a:srgbClr val="000000"/>
                </a:solidFill>
                <a:latin typeface="Consolas" panose="020B0609020204030204" pitchFamily="49" charset="0"/>
              </a:rPr>
              <a:t>            _calculator.DoArithmeticOperation(1.234, -5.789, </a:t>
            </a:r>
            <a:r>
              <a:rPr lang="es-ES" sz="1000">
                <a:solidFill>
                  <a:srgbClr val="A31515"/>
                </a:solidFill>
                <a:latin typeface="Consolas" panose="020B0609020204030204" pitchFamily="49" charset="0"/>
              </a:rPr>
              <a:t>"y"</a:t>
            </a:r>
            <a:r>
              <a:rPr lang="es-ES" sz="1000">
                <a:solidFill>
                  <a:srgbClr val="000000"/>
                </a:solidFill>
                <a:latin typeface="Consolas" panose="020B0609020204030204" pitchFamily="49" charset="0"/>
              </a:rPr>
              <a:t>);</a:t>
            </a:r>
          </a:p>
          <a:p>
            <a:r>
              <a:rPr lang="en-US" sz="1000">
                <a:solidFill>
                  <a:srgbClr val="000000"/>
                </a:solidFill>
                <a:latin typeface="Consolas" panose="020B0609020204030204" pitchFamily="49" charset="0"/>
              </a:rPr>
              <a:t>        }</a:t>
            </a:r>
          </a:p>
          <a:p>
            <a:endParaRPr lang="en-US" sz="1000">
              <a:solidFill>
                <a:srgbClr val="000000"/>
              </a:solidFill>
              <a:latin typeface="Consolas" panose="020B0609020204030204" pitchFamily="49" charset="0"/>
            </a:endParaRPr>
          </a:p>
          <a:p>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TestMethod</a:t>
            </a:r>
            <a:r>
              <a:rPr lang="en-US" sz="1000">
                <a:solidFill>
                  <a:srgbClr val="000000"/>
                </a:solidFill>
                <a:latin typeface="Consolas" panose="020B0609020204030204" pitchFamily="49" charset="0"/>
              </a:rPr>
              <a:t>()]</a:t>
            </a: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void</a:t>
            </a:r>
            <a:r>
              <a:rPr lang="en-US" sz="1000">
                <a:solidFill>
                  <a:srgbClr val="000000"/>
                </a:solidFill>
                <a:latin typeface="Consolas" panose="020B0609020204030204" pitchFamily="49" charset="0"/>
              </a:rPr>
              <a:t> DoArithmeticOperationTestThatExceptionIsThrownWhenOperationInvalidShoudly() {</a:t>
            </a:r>
          </a:p>
          <a:p>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Should</a:t>
            </a:r>
            <a:r>
              <a:rPr lang="en-US" sz="1000" err="1">
                <a:solidFill>
                  <a:srgbClr val="000000"/>
                </a:solidFill>
                <a:latin typeface="Consolas" panose="020B0609020204030204" pitchFamily="49" charset="0"/>
              </a:rPr>
              <a:t>.Throw</a:t>
            </a:r>
            <a:r>
              <a:rPr lang="en-US" sz="1000">
                <a:solidFill>
                  <a:srgbClr val="000000"/>
                </a:solidFill>
                <a:latin typeface="Consolas" panose="020B0609020204030204" pitchFamily="49" charset="0"/>
              </a:rPr>
              <a:t>&lt;</a:t>
            </a:r>
            <a:r>
              <a:rPr lang="en-US" sz="1000">
                <a:solidFill>
                  <a:srgbClr val="2B91AF"/>
                </a:solidFill>
                <a:latin typeface="Consolas" panose="020B0609020204030204" pitchFamily="49" charset="0"/>
              </a:rPr>
              <a:t>ArgumentOutOfRangeException</a:t>
            </a:r>
            <a:r>
              <a:rPr lang="en-US" sz="1000">
                <a:solidFill>
                  <a:srgbClr val="000000"/>
                </a:solidFill>
                <a:latin typeface="Consolas" panose="020B0609020204030204" pitchFamily="49" charset="0"/>
              </a:rPr>
              <a:t>&gt;(()=&gt;_calculator.DoArithmeticOperation(1.234, -5.789, </a:t>
            </a:r>
            <a:r>
              <a:rPr lang="en-US" sz="1000">
                <a:solidFill>
                  <a:srgbClr val="A31515"/>
                </a:solidFill>
                <a:latin typeface="Consolas" panose="020B0609020204030204" pitchFamily="49" charset="0"/>
              </a:rPr>
              <a:t>"y"</a:t>
            </a:r>
            <a:r>
              <a:rPr lang="en-US" sz="1000">
                <a:solidFill>
                  <a:srgbClr val="000000"/>
                </a:solidFill>
                <a:latin typeface="Consolas" panose="020B0609020204030204" pitchFamily="49" charset="0"/>
              </a:rPr>
              <a:t>));</a:t>
            </a:r>
          </a:p>
          <a:p>
            <a:r>
              <a:rPr lang="en-US" sz="1000">
                <a:solidFill>
                  <a:srgbClr val="000000"/>
                </a:solidFill>
                <a:latin typeface="Consolas" panose="020B0609020204030204" pitchFamily="49" charset="0"/>
              </a:rPr>
              <a:t>        }</a:t>
            </a:r>
            <a:endParaRPr lang="en-US" sz="1000">
              <a:latin typeface="+mn-lt"/>
            </a:endParaRPr>
          </a:p>
        </p:txBody>
      </p:sp>
    </p:spTree>
    <p:extLst>
      <p:ext uri="{BB962C8B-B14F-4D97-AF65-F5344CB8AC3E}">
        <p14:creationId xmlns:p14="http://schemas.microsoft.com/office/powerpoint/2010/main" val="16442022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D6FD0-E825-488B-AA65-91273425E1E0}"/>
              </a:ext>
            </a:extLst>
          </p:cNvPr>
          <p:cNvSpPr>
            <a:spLocks noGrp="1"/>
          </p:cNvSpPr>
          <p:nvPr>
            <p:ph type="title"/>
          </p:nvPr>
        </p:nvSpPr>
        <p:spPr>
          <a:xfrm>
            <a:off x="649139" y="5393"/>
            <a:ext cx="10878759" cy="1052738"/>
          </a:xfrm>
        </p:spPr>
        <p:txBody>
          <a:bodyPr wrap="square" anchor="b">
            <a:normAutofit/>
          </a:bodyPr>
          <a:lstStyle/>
          <a:p>
            <a:r>
              <a:rPr lang="en-US"/>
              <a:t>Coffee Break</a:t>
            </a:r>
          </a:p>
        </p:txBody>
      </p:sp>
      <p:sp>
        <p:nvSpPr>
          <p:cNvPr id="3" name="Slide Number Placeholder 2">
            <a:extLst>
              <a:ext uri="{FF2B5EF4-FFF2-40B4-BE49-F238E27FC236}">
                <a16:creationId xmlns:a16="http://schemas.microsoft.com/office/drawing/2014/main" id="{72C3E26E-B573-4018-AC3F-4E6156BD8492}"/>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19</a:t>
            </a:fld>
            <a:endParaRPr lang="da-DK"/>
          </a:p>
        </p:txBody>
      </p:sp>
      <p:sp>
        <p:nvSpPr>
          <p:cNvPr id="10" name="Text Placeholder 3">
            <a:extLst>
              <a:ext uri="{FF2B5EF4-FFF2-40B4-BE49-F238E27FC236}">
                <a16:creationId xmlns:a16="http://schemas.microsoft.com/office/drawing/2014/main" id="{56546A30-F4DD-42AE-B6E5-B629B36158E1}"/>
              </a:ext>
            </a:extLst>
          </p:cNvPr>
          <p:cNvSpPr>
            <a:spLocks noGrp="1"/>
          </p:cNvSpPr>
          <p:nvPr>
            <p:ph type="body" sz="quarter" idx="17"/>
          </p:nvPr>
        </p:nvSpPr>
        <p:spPr>
          <a:xfrm>
            <a:off x="670985" y="1056000"/>
            <a:ext cx="10850033" cy="402384"/>
          </a:xfrm>
        </p:spPr>
        <p:txBody>
          <a:bodyPr/>
          <a:lstStyle/>
          <a:p>
            <a:endParaRPr lang="en-US"/>
          </a:p>
        </p:txBody>
      </p:sp>
      <p:pic>
        <p:nvPicPr>
          <p:cNvPr id="5" name="Picture 4">
            <a:extLst>
              <a:ext uri="{FF2B5EF4-FFF2-40B4-BE49-F238E27FC236}">
                <a16:creationId xmlns:a16="http://schemas.microsoft.com/office/drawing/2014/main" id="{65FDD960-1849-49D7-888A-2C7731945A12}"/>
              </a:ext>
            </a:extLst>
          </p:cNvPr>
          <p:cNvPicPr>
            <a:picLocks noChangeAspect="1"/>
          </p:cNvPicPr>
          <p:nvPr/>
        </p:nvPicPr>
        <p:blipFill>
          <a:blip r:embed="rId2"/>
          <a:stretch>
            <a:fillRect/>
          </a:stretch>
        </p:blipFill>
        <p:spPr>
          <a:xfrm>
            <a:off x="1177207" y="1620838"/>
            <a:ext cx="4328961" cy="4568825"/>
          </a:xfrm>
          <a:prstGeom prst="rect">
            <a:avLst/>
          </a:prstGeom>
          <a:noFill/>
        </p:spPr>
      </p:pic>
    </p:spTree>
    <p:extLst>
      <p:ext uri="{BB962C8B-B14F-4D97-AF65-F5344CB8AC3E}">
        <p14:creationId xmlns:p14="http://schemas.microsoft.com/office/powerpoint/2010/main" val="15531172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885E82-2383-4765-A650-9A8A42AE88E8}"/>
              </a:ext>
            </a:extLst>
          </p:cNvPr>
          <p:cNvSpPr>
            <a:spLocks noGrp="1"/>
          </p:cNvSpPr>
          <p:nvPr>
            <p:ph type="sldNum" sz="quarter" idx="11"/>
          </p:nvPr>
        </p:nvSpPr>
        <p:spPr/>
        <p:txBody>
          <a:bodyPr/>
          <a:lstStyle/>
          <a:p>
            <a:fld id="{E16BA917-7F09-4B8D-AF07-F52890C14046}" type="slidenum">
              <a:rPr lang="da-DK" smtClean="0"/>
              <a:pPr/>
              <a:t>20</a:t>
            </a:fld>
            <a:endParaRPr lang="da-DK"/>
          </a:p>
        </p:txBody>
      </p:sp>
      <p:sp>
        <p:nvSpPr>
          <p:cNvPr id="3" name="Text Placeholder 2">
            <a:extLst>
              <a:ext uri="{FF2B5EF4-FFF2-40B4-BE49-F238E27FC236}">
                <a16:creationId xmlns:a16="http://schemas.microsoft.com/office/drawing/2014/main" id="{6F04E7A1-61CC-4816-8F46-8AF4B04E82C4}"/>
              </a:ext>
            </a:extLst>
          </p:cNvPr>
          <p:cNvSpPr>
            <a:spLocks noGrp="1"/>
          </p:cNvSpPr>
          <p:nvPr>
            <p:ph type="body" sz="quarter" idx="17"/>
          </p:nvPr>
        </p:nvSpPr>
        <p:spPr/>
        <p:txBody>
          <a:bodyPr/>
          <a:lstStyle/>
          <a:p>
            <a:r>
              <a:rPr lang="en-US"/>
              <a:t>Catch. Finally </a:t>
            </a:r>
          </a:p>
        </p:txBody>
      </p:sp>
      <p:sp>
        <p:nvSpPr>
          <p:cNvPr id="4" name="Title 3">
            <a:extLst>
              <a:ext uri="{FF2B5EF4-FFF2-40B4-BE49-F238E27FC236}">
                <a16:creationId xmlns:a16="http://schemas.microsoft.com/office/drawing/2014/main" id="{EDEB1ADD-9590-4753-81AD-FED942274593}"/>
              </a:ext>
            </a:extLst>
          </p:cNvPr>
          <p:cNvSpPr>
            <a:spLocks noGrp="1"/>
          </p:cNvSpPr>
          <p:nvPr>
            <p:ph type="title"/>
          </p:nvPr>
        </p:nvSpPr>
        <p:spPr/>
        <p:txBody>
          <a:bodyPr/>
          <a:lstStyle/>
          <a:p>
            <a:r>
              <a:rPr lang="en-US"/>
              <a:t>Exceptions</a:t>
            </a:r>
            <a:endParaRPr lang="da-DK"/>
          </a:p>
        </p:txBody>
      </p:sp>
      <p:pic>
        <p:nvPicPr>
          <p:cNvPr id="9" name="Picture 8">
            <a:extLst>
              <a:ext uri="{FF2B5EF4-FFF2-40B4-BE49-F238E27FC236}">
                <a16:creationId xmlns:a16="http://schemas.microsoft.com/office/drawing/2014/main" id="{53992F9D-085A-48FD-927C-C3CB79AF6298}"/>
              </a:ext>
            </a:extLst>
          </p:cNvPr>
          <p:cNvPicPr>
            <a:picLocks noChangeAspect="1"/>
          </p:cNvPicPr>
          <p:nvPr/>
        </p:nvPicPr>
        <p:blipFill>
          <a:blip r:embed="rId3"/>
          <a:stretch>
            <a:fillRect/>
          </a:stretch>
        </p:blipFill>
        <p:spPr>
          <a:xfrm>
            <a:off x="2062804" y="4520304"/>
            <a:ext cx="4551423" cy="1008554"/>
          </a:xfrm>
          <a:prstGeom prst="rect">
            <a:avLst/>
          </a:prstGeom>
        </p:spPr>
      </p:pic>
      <p:sp>
        <p:nvSpPr>
          <p:cNvPr id="8" name="TextBox 7">
            <a:extLst>
              <a:ext uri="{FF2B5EF4-FFF2-40B4-BE49-F238E27FC236}">
                <a16:creationId xmlns:a16="http://schemas.microsoft.com/office/drawing/2014/main" id="{B5D944F6-594B-4DB6-9686-DCCAAE522E53}"/>
              </a:ext>
            </a:extLst>
          </p:cNvPr>
          <p:cNvSpPr txBox="1"/>
          <p:nvPr/>
        </p:nvSpPr>
        <p:spPr>
          <a:xfrm>
            <a:off x="649139" y="1783206"/>
            <a:ext cx="7378755" cy="2412276"/>
          </a:xfrm>
          <a:prstGeom prst="rect">
            <a:avLst/>
          </a:prstGeom>
          <a:noFill/>
        </p:spPr>
        <p:txBody>
          <a:bodyPr wrap="none" lIns="0" tIns="0" rIns="0" bIns="0" rtlCol="0">
            <a:noAutofit/>
          </a:bodyPr>
          <a:lstStyle/>
          <a:p>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try</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throw</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new</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Exception</a:t>
            </a:r>
            <a:r>
              <a:rPr lang="en-US" sz="1800">
                <a:solidFill>
                  <a:srgbClr val="000000"/>
                </a:solidFill>
                <a:latin typeface="Consolas" panose="020B0609020204030204" pitchFamily="49" charset="0"/>
              </a:rPr>
              <a:t>(</a:t>
            </a:r>
            <a:r>
              <a:rPr lang="en-US" sz="1800">
                <a:solidFill>
                  <a:srgbClr val="A31515"/>
                </a:solidFill>
                <a:latin typeface="Consolas" panose="020B0609020204030204" pitchFamily="49" charset="0"/>
              </a:rPr>
              <a:t>"My exception"</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 </a:t>
            </a:r>
            <a:r>
              <a:rPr lang="en-US" sz="1800">
                <a:solidFill>
                  <a:srgbClr val="0000FF"/>
                </a:solidFill>
                <a:latin typeface="Consolas" panose="020B0609020204030204" pitchFamily="49" charset="0"/>
              </a:rPr>
              <a:t>catch</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Exception</a:t>
            </a:r>
            <a:r>
              <a:rPr lang="en-US" sz="1800">
                <a:solidFill>
                  <a:srgbClr val="000000"/>
                </a:solidFill>
                <a:latin typeface="Consolas" panose="020B0609020204030204" pitchFamily="49" charset="0"/>
              </a:rPr>
              <a:t> ex) {</a:t>
            </a:r>
          </a:p>
          <a:p>
            <a:r>
              <a:rPr lang="en-US" sz="1800">
                <a:solidFill>
                  <a:srgbClr val="000000"/>
                </a:solidFill>
                <a:latin typeface="Consolas" panose="020B0609020204030204" pitchFamily="49" charset="0"/>
              </a:rPr>
              <a:t>                </a:t>
            </a:r>
            <a:r>
              <a:rPr lang="en-US" sz="1800" err="1">
                <a:solidFill>
                  <a:srgbClr val="2B91AF"/>
                </a:solidFill>
                <a:latin typeface="Consolas" panose="020B0609020204030204" pitchFamily="49" charset="0"/>
              </a:rPr>
              <a:t>Console</a:t>
            </a:r>
            <a:r>
              <a:rPr lang="en-US" sz="1800" err="1">
                <a:solidFill>
                  <a:srgbClr val="000000"/>
                </a:solidFill>
                <a:latin typeface="Consolas" panose="020B0609020204030204" pitchFamily="49" charset="0"/>
              </a:rPr>
              <a:t>.WriteLine</a:t>
            </a:r>
            <a:r>
              <a:rPr lang="en-US" sz="1800">
                <a:solidFill>
                  <a:srgbClr val="000000"/>
                </a:solidFill>
                <a:latin typeface="Consolas" panose="020B0609020204030204" pitchFamily="49" charset="0"/>
              </a:rPr>
              <a:t>(</a:t>
            </a:r>
            <a:r>
              <a:rPr lang="en-US" sz="1800" err="1">
                <a:solidFill>
                  <a:srgbClr val="000000"/>
                </a:solidFill>
                <a:latin typeface="Consolas" panose="020B0609020204030204" pitchFamily="49" charset="0"/>
              </a:rPr>
              <a:t>ex.Message</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 </a:t>
            </a:r>
            <a:r>
              <a:rPr lang="en-US" sz="1800">
                <a:solidFill>
                  <a:srgbClr val="0000FF"/>
                </a:solidFill>
                <a:latin typeface="Consolas" panose="020B0609020204030204" pitchFamily="49" charset="0"/>
              </a:rPr>
              <a:t>finally</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err="1">
                <a:solidFill>
                  <a:srgbClr val="2B91AF"/>
                </a:solidFill>
                <a:latin typeface="Consolas" panose="020B0609020204030204" pitchFamily="49" charset="0"/>
              </a:rPr>
              <a:t>Console</a:t>
            </a:r>
            <a:r>
              <a:rPr lang="en-US" sz="1800" err="1">
                <a:solidFill>
                  <a:srgbClr val="000000"/>
                </a:solidFill>
                <a:latin typeface="Consolas" panose="020B0609020204030204" pitchFamily="49" charset="0"/>
              </a:rPr>
              <a:t>.WriteLine</a:t>
            </a:r>
            <a:r>
              <a:rPr lang="en-US" sz="1800">
                <a:solidFill>
                  <a:srgbClr val="000000"/>
                </a:solidFill>
                <a:latin typeface="Consolas" panose="020B0609020204030204" pitchFamily="49" charset="0"/>
              </a:rPr>
              <a:t>(</a:t>
            </a:r>
            <a:r>
              <a:rPr lang="en-US" sz="1800">
                <a:solidFill>
                  <a:srgbClr val="A31515"/>
                </a:solidFill>
                <a:latin typeface="Consolas" panose="020B0609020204030204" pitchFamily="49" charset="0"/>
              </a:rPr>
              <a:t>"Finally"</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endParaRPr lang="en-US" sz="1600">
              <a:latin typeface="+mn-lt"/>
            </a:endParaRPr>
          </a:p>
        </p:txBody>
      </p:sp>
    </p:spTree>
    <p:extLst>
      <p:ext uri="{BB962C8B-B14F-4D97-AF65-F5344CB8AC3E}">
        <p14:creationId xmlns:p14="http://schemas.microsoft.com/office/powerpoint/2010/main" val="1454291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885E82-2383-4765-A650-9A8A42AE88E8}"/>
              </a:ext>
            </a:extLst>
          </p:cNvPr>
          <p:cNvSpPr>
            <a:spLocks noGrp="1"/>
          </p:cNvSpPr>
          <p:nvPr>
            <p:ph type="sldNum" sz="quarter" idx="11"/>
          </p:nvPr>
        </p:nvSpPr>
        <p:spPr/>
        <p:txBody>
          <a:bodyPr/>
          <a:lstStyle/>
          <a:p>
            <a:fld id="{E16BA917-7F09-4B8D-AF07-F52890C14046}" type="slidenum">
              <a:rPr lang="da-DK" smtClean="0"/>
              <a:pPr/>
              <a:t>21</a:t>
            </a:fld>
            <a:endParaRPr lang="da-DK"/>
          </a:p>
        </p:txBody>
      </p:sp>
      <p:sp>
        <p:nvSpPr>
          <p:cNvPr id="3" name="Text Placeholder 2">
            <a:extLst>
              <a:ext uri="{FF2B5EF4-FFF2-40B4-BE49-F238E27FC236}">
                <a16:creationId xmlns:a16="http://schemas.microsoft.com/office/drawing/2014/main" id="{6F04E7A1-61CC-4816-8F46-8AF4B04E82C4}"/>
              </a:ext>
            </a:extLst>
          </p:cNvPr>
          <p:cNvSpPr>
            <a:spLocks noGrp="1"/>
          </p:cNvSpPr>
          <p:nvPr>
            <p:ph type="body" sz="quarter" idx="17"/>
          </p:nvPr>
        </p:nvSpPr>
        <p:spPr/>
        <p:txBody>
          <a:bodyPr/>
          <a:lstStyle/>
          <a:p>
            <a:r>
              <a:rPr lang="en-US"/>
              <a:t>Catch. Finally. Transferring of Control</a:t>
            </a:r>
          </a:p>
        </p:txBody>
      </p:sp>
      <p:sp>
        <p:nvSpPr>
          <p:cNvPr id="4" name="Title 3">
            <a:extLst>
              <a:ext uri="{FF2B5EF4-FFF2-40B4-BE49-F238E27FC236}">
                <a16:creationId xmlns:a16="http://schemas.microsoft.com/office/drawing/2014/main" id="{EDEB1ADD-9590-4753-81AD-FED942274593}"/>
              </a:ext>
            </a:extLst>
          </p:cNvPr>
          <p:cNvSpPr>
            <a:spLocks noGrp="1"/>
          </p:cNvSpPr>
          <p:nvPr>
            <p:ph type="title"/>
          </p:nvPr>
        </p:nvSpPr>
        <p:spPr/>
        <p:txBody>
          <a:bodyPr/>
          <a:lstStyle/>
          <a:p>
            <a:r>
              <a:rPr lang="en-US"/>
              <a:t>Exceptions</a:t>
            </a:r>
            <a:endParaRPr lang="da-DK"/>
          </a:p>
        </p:txBody>
      </p:sp>
      <p:sp>
        <p:nvSpPr>
          <p:cNvPr id="11" name="TextBox 10">
            <a:extLst>
              <a:ext uri="{FF2B5EF4-FFF2-40B4-BE49-F238E27FC236}">
                <a16:creationId xmlns:a16="http://schemas.microsoft.com/office/drawing/2014/main" id="{EDCAB653-00B3-404F-A77A-C22A16E9AB1F}"/>
              </a:ext>
            </a:extLst>
          </p:cNvPr>
          <p:cNvSpPr txBox="1"/>
          <p:nvPr/>
        </p:nvSpPr>
        <p:spPr>
          <a:xfrm>
            <a:off x="1174080" y="2281771"/>
            <a:ext cx="1371600" cy="805912"/>
          </a:xfrm>
          <a:prstGeom prst="rect">
            <a:avLst/>
          </a:prstGeom>
          <a:solidFill>
            <a:schemeClr val="accent4">
              <a:lumMod val="40000"/>
              <a:lumOff val="60000"/>
            </a:schemeClr>
          </a:solidFill>
        </p:spPr>
        <p:txBody>
          <a:bodyPr wrap="square" lIns="0" tIns="0" rIns="0" bIns="0" rtlCol="0">
            <a:noAutofit/>
          </a:bodyPr>
          <a:lstStyle/>
          <a:p>
            <a:pPr marL="72000" defTabSz="179388">
              <a:buClr>
                <a:srgbClr val="00DEE6"/>
              </a:buClr>
            </a:pPr>
            <a:r>
              <a:rPr lang="en-GB" sz="1200">
                <a:latin typeface="Consolas" panose="020B0609020204030204" pitchFamily="49" charset="0"/>
              </a:rPr>
              <a:t>try</a:t>
            </a:r>
          </a:p>
          <a:p>
            <a:pPr marL="72000" defTabSz="179388">
              <a:buClr>
                <a:srgbClr val="00DEE6"/>
              </a:buClr>
            </a:pPr>
            <a:r>
              <a:rPr lang="en-GB" sz="1200">
                <a:latin typeface="Consolas" panose="020B0609020204030204" pitchFamily="49" charset="0"/>
              </a:rPr>
              <a:t>{</a:t>
            </a:r>
          </a:p>
          <a:p>
            <a:pPr marL="216000" defTabSz="179388">
              <a:buClr>
                <a:srgbClr val="00DEE6"/>
              </a:buClr>
            </a:pPr>
            <a:r>
              <a:rPr lang="en-GB" sz="1200">
                <a:latin typeface="+mn-lt"/>
              </a:rPr>
              <a:t>statements</a:t>
            </a:r>
          </a:p>
          <a:p>
            <a:pPr marL="72000" defTabSz="179388">
              <a:buClr>
                <a:srgbClr val="00DEE6"/>
              </a:buClr>
            </a:pPr>
            <a:r>
              <a:rPr lang="en-GB" sz="1200">
                <a:latin typeface="Consolas" panose="020B0609020204030204" pitchFamily="49" charset="0"/>
              </a:rPr>
              <a:t>}</a:t>
            </a:r>
            <a:endParaRPr lang="uk-UA" sz="1200">
              <a:latin typeface="Consolas" panose="020B0609020204030204" pitchFamily="49" charset="0"/>
            </a:endParaRPr>
          </a:p>
        </p:txBody>
      </p:sp>
      <p:sp>
        <p:nvSpPr>
          <p:cNvPr id="12" name="TextBox 11">
            <a:extLst>
              <a:ext uri="{FF2B5EF4-FFF2-40B4-BE49-F238E27FC236}">
                <a16:creationId xmlns:a16="http://schemas.microsoft.com/office/drawing/2014/main" id="{14E88F59-E3D0-43E7-AEC4-84D8C2DA7522}"/>
              </a:ext>
            </a:extLst>
          </p:cNvPr>
          <p:cNvSpPr txBox="1"/>
          <p:nvPr/>
        </p:nvSpPr>
        <p:spPr>
          <a:xfrm>
            <a:off x="1174080" y="3262039"/>
            <a:ext cx="1371600" cy="1676403"/>
          </a:xfrm>
          <a:prstGeom prst="rect">
            <a:avLst/>
          </a:prstGeom>
          <a:solidFill>
            <a:schemeClr val="accent4">
              <a:lumMod val="40000"/>
              <a:lumOff val="60000"/>
            </a:schemeClr>
          </a:solidFill>
        </p:spPr>
        <p:txBody>
          <a:bodyPr wrap="square" lIns="0" tIns="0" rIns="0" bIns="0" rtlCol="0">
            <a:noAutofit/>
          </a:bodyPr>
          <a:lstStyle/>
          <a:p>
            <a:pPr marL="72000" defTabSz="179388">
              <a:buClr>
                <a:srgbClr val="00DEE6"/>
              </a:buClr>
            </a:pPr>
            <a:r>
              <a:rPr lang="en-GB" sz="1200">
                <a:latin typeface="Consolas" panose="020B0609020204030204" pitchFamily="49" charset="0"/>
              </a:rPr>
              <a:t>catch(…)</a:t>
            </a:r>
          </a:p>
          <a:p>
            <a:pPr marL="72000" defTabSz="179388">
              <a:buClr>
                <a:srgbClr val="00DEE6"/>
              </a:buClr>
            </a:pPr>
            <a:r>
              <a:rPr lang="en-GB" sz="1200">
                <a:latin typeface="Consolas" panose="020B0609020204030204" pitchFamily="49" charset="0"/>
              </a:rPr>
              <a:t>{</a:t>
            </a:r>
          </a:p>
          <a:p>
            <a:pPr marL="216000" defTabSz="179388">
              <a:buClr>
                <a:srgbClr val="00DEE6"/>
              </a:buClr>
            </a:pPr>
            <a:r>
              <a:rPr lang="en-GB" sz="1200">
                <a:latin typeface="+mn-lt"/>
              </a:rPr>
              <a:t>statements</a:t>
            </a:r>
          </a:p>
          <a:p>
            <a:pPr marL="72000" defTabSz="179388">
              <a:buClr>
                <a:srgbClr val="00DEE6"/>
              </a:buClr>
            </a:pPr>
            <a:r>
              <a:rPr lang="en-GB" sz="1200">
                <a:latin typeface="Consolas" panose="020B0609020204030204" pitchFamily="49" charset="0"/>
              </a:rPr>
              <a:t>}</a:t>
            </a:r>
          </a:p>
          <a:p>
            <a:pPr marL="72000" defTabSz="179388">
              <a:buClr>
                <a:srgbClr val="00DEE6"/>
              </a:buClr>
            </a:pPr>
            <a:r>
              <a:rPr lang="en-GB" sz="1200">
                <a:latin typeface="Consolas" panose="020B0609020204030204" pitchFamily="49" charset="0"/>
              </a:rPr>
              <a:t>catch(…)</a:t>
            </a:r>
          </a:p>
          <a:p>
            <a:pPr marL="72000" defTabSz="179388">
              <a:buClr>
                <a:srgbClr val="00DEE6"/>
              </a:buClr>
            </a:pPr>
            <a:r>
              <a:rPr lang="en-GB" sz="1200">
                <a:latin typeface="Consolas" panose="020B0609020204030204" pitchFamily="49" charset="0"/>
              </a:rPr>
              <a:t>{</a:t>
            </a:r>
          </a:p>
          <a:p>
            <a:pPr marL="216000" defTabSz="179388">
              <a:buClr>
                <a:srgbClr val="00DEE6"/>
              </a:buClr>
            </a:pPr>
            <a:r>
              <a:rPr lang="en-GB" sz="1200">
                <a:latin typeface="+mn-lt"/>
              </a:rPr>
              <a:t>statements</a:t>
            </a:r>
          </a:p>
          <a:p>
            <a:pPr marL="72000" defTabSz="179388">
              <a:buClr>
                <a:srgbClr val="00DEE6"/>
              </a:buClr>
            </a:pPr>
            <a:r>
              <a:rPr lang="en-GB" sz="1200">
                <a:latin typeface="Consolas" panose="020B0609020204030204" pitchFamily="49" charset="0"/>
              </a:rPr>
              <a:t>}</a:t>
            </a:r>
          </a:p>
          <a:p>
            <a:pPr marL="72000" defTabSz="179388">
              <a:buClr>
                <a:srgbClr val="00DEE6"/>
              </a:buClr>
            </a:pPr>
            <a:r>
              <a:rPr lang="en-GB" sz="1200">
                <a:latin typeface="Consolas" panose="020B0609020204030204" pitchFamily="49" charset="0"/>
              </a:rPr>
              <a:t>catch…</a:t>
            </a:r>
            <a:endParaRPr lang="uk-UA" sz="1200">
              <a:latin typeface="Consolas" panose="020B0609020204030204" pitchFamily="49" charset="0"/>
            </a:endParaRPr>
          </a:p>
          <a:p>
            <a:pPr marL="72000" defTabSz="179388">
              <a:buClr>
                <a:srgbClr val="00DEE6"/>
              </a:buClr>
            </a:pPr>
            <a:endParaRPr lang="uk-UA" sz="1200">
              <a:latin typeface="Consolas" panose="020B0609020204030204" pitchFamily="49" charset="0"/>
            </a:endParaRPr>
          </a:p>
        </p:txBody>
      </p:sp>
      <p:sp>
        <p:nvSpPr>
          <p:cNvPr id="13" name="TextBox 12">
            <a:extLst>
              <a:ext uri="{FF2B5EF4-FFF2-40B4-BE49-F238E27FC236}">
                <a16:creationId xmlns:a16="http://schemas.microsoft.com/office/drawing/2014/main" id="{F013AA0C-1242-46E8-9802-ABEE37C46724}"/>
              </a:ext>
            </a:extLst>
          </p:cNvPr>
          <p:cNvSpPr txBox="1"/>
          <p:nvPr/>
        </p:nvSpPr>
        <p:spPr>
          <a:xfrm>
            <a:off x="1171500" y="5107624"/>
            <a:ext cx="1371600" cy="805912"/>
          </a:xfrm>
          <a:prstGeom prst="rect">
            <a:avLst/>
          </a:prstGeom>
          <a:solidFill>
            <a:schemeClr val="accent4">
              <a:lumMod val="40000"/>
              <a:lumOff val="60000"/>
            </a:schemeClr>
          </a:solidFill>
        </p:spPr>
        <p:txBody>
          <a:bodyPr wrap="square" lIns="0" tIns="0" rIns="0" bIns="0" rtlCol="0">
            <a:noAutofit/>
          </a:bodyPr>
          <a:lstStyle/>
          <a:p>
            <a:pPr marL="72000" defTabSz="179388">
              <a:buClr>
                <a:srgbClr val="00DEE6"/>
              </a:buClr>
            </a:pPr>
            <a:r>
              <a:rPr lang="en-GB" sz="1200">
                <a:latin typeface="Consolas" panose="020B0609020204030204" pitchFamily="49" charset="0"/>
              </a:rPr>
              <a:t>finally</a:t>
            </a:r>
          </a:p>
          <a:p>
            <a:pPr marL="72000" defTabSz="179388">
              <a:buClr>
                <a:srgbClr val="00DEE6"/>
              </a:buClr>
            </a:pPr>
            <a:r>
              <a:rPr lang="en-GB" sz="1200">
                <a:latin typeface="Consolas" panose="020B0609020204030204" pitchFamily="49" charset="0"/>
              </a:rPr>
              <a:t>{</a:t>
            </a:r>
          </a:p>
          <a:p>
            <a:pPr marL="216000" defTabSz="179388">
              <a:buClr>
                <a:srgbClr val="00DEE6"/>
              </a:buClr>
            </a:pPr>
            <a:r>
              <a:rPr lang="en-GB" sz="1200">
                <a:latin typeface="+mn-lt"/>
              </a:rPr>
              <a:t>statements</a:t>
            </a:r>
          </a:p>
          <a:p>
            <a:pPr marL="72000" defTabSz="179388">
              <a:buClr>
                <a:srgbClr val="00DEE6"/>
              </a:buClr>
            </a:pPr>
            <a:r>
              <a:rPr lang="en-GB" sz="1200">
                <a:latin typeface="Consolas" panose="020B0609020204030204" pitchFamily="49" charset="0"/>
              </a:rPr>
              <a:t>}</a:t>
            </a:r>
            <a:endParaRPr lang="uk-UA" sz="1200">
              <a:latin typeface="Consolas" panose="020B0609020204030204" pitchFamily="49" charset="0"/>
            </a:endParaRPr>
          </a:p>
        </p:txBody>
      </p:sp>
      <p:sp>
        <p:nvSpPr>
          <p:cNvPr id="14" name="TextBox 13">
            <a:extLst>
              <a:ext uri="{FF2B5EF4-FFF2-40B4-BE49-F238E27FC236}">
                <a16:creationId xmlns:a16="http://schemas.microsoft.com/office/drawing/2014/main" id="{1DFF8EEE-46E4-41A3-AD15-53D687755E03}"/>
              </a:ext>
            </a:extLst>
          </p:cNvPr>
          <p:cNvSpPr txBox="1"/>
          <p:nvPr/>
        </p:nvSpPr>
        <p:spPr>
          <a:xfrm>
            <a:off x="6983803" y="2281771"/>
            <a:ext cx="1371600" cy="805912"/>
          </a:xfrm>
          <a:prstGeom prst="rect">
            <a:avLst/>
          </a:prstGeom>
          <a:solidFill>
            <a:schemeClr val="accent4">
              <a:lumMod val="40000"/>
              <a:lumOff val="60000"/>
            </a:schemeClr>
          </a:solidFill>
        </p:spPr>
        <p:txBody>
          <a:bodyPr wrap="square" lIns="0" tIns="0" rIns="0" bIns="0" rtlCol="0">
            <a:noAutofit/>
          </a:bodyPr>
          <a:lstStyle/>
          <a:p>
            <a:pPr marL="72000" defTabSz="179388">
              <a:buClr>
                <a:srgbClr val="00DEE6"/>
              </a:buClr>
            </a:pPr>
            <a:r>
              <a:rPr lang="en-GB" sz="1200">
                <a:latin typeface="Consolas" panose="020B0609020204030204" pitchFamily="49" charset="0"/>
              </a:rPr>
              <a:t>try</a:t>
            </a:r>
          </a:p>
          <a:p>
            <a:pPr marL="72000" defTabSz="179388">
              <a:buClr>
                <a:srgbClr val="00DEE6"/>
              </a:buClr>
            </a:pPr>
            <a:r>
              <a:rPr lang="en-GB" sz="1200">
                <a:latin typeface="Consolas" panose="020B0609020204030204" pitchFamily="49" charset="0"/>
              </a:rPr>
              <a:t>{</a:t>
            </a:r>
          </a:p>
          <a:p>
            <a:pPr marL="216000" defTabSz="179388">
              <a:buClr>
                <a:srgbClr val="00DEE6"/>
              </a:buClr>
            </a:pPr>
            <a:r>
              <a:rPr lang="en-GB" sz="1200">
                <a:latin typeface="+mn-lt"/>
              </a:rPr>
              <a:t>statements</a:t>
            </a:r>
          </a:p>
          <a:p>
            <a:pPr marL="72000" defTabSz="179388">
              <a:buClr>
                <a:srgbClr val="00DEE6"/>
              </a:buClr>
            </a:pPr>
            <a:r>
              <a:rPr lang="en-GB" sz="1200">
                <a:latin typeface="Consolas" panose="020B0609020204030204" pitchFamily="49" charset="0"/>
              </a:rPr>
              <a:t>}</a:t>
            </a:r>
            <a:endParaRPr lang="uk-UA" sz="1200">
              <a:latin typeface="Consolas" panose="020B0609020204030204" pitchFamily="49" charset="0"/>
            </a:endParaRPr>
          </a:p>
        </p:txBody>
      </p:sp>
      <p:sp>
        <p:nvSpPr>
          <p:cNvPr id="15" name="TextBox 14">
            <a:extLst>
              <a:ext uri="{FF2B5EF4-FFF2-40B4-BE49-F238E27FC236}">
                <a16:creationId xmlns:a16="http://schemas.microsoft.com/office/drawing/2014/main" id="{428491B0-6317-40F7-B10E-ECE9D593ACD5}"/>
              </a:ext>
            </a:extLst>
          </p:cNvPr>
          <p:cNvSpPr txBox="1"/>
          <p:nvPr/>
        </p:nvSpPr>
        <p:spPr>
          <a:xfrm>
            <a:off x="6983803" y="3262039"/>
            <a:ext cx="1371600" cy="1676403"/>
          </a:xfrm>
          <a:prstGeom prst="rect">
            <a:avLst/>
          </a:prstGeom>
          <a:solidFill>
            <a:schemeClr val="accent4">
              <a:lumMod val="40000"/>
              <a:lumOff val="60000"/>
            </a:schemeClr>
          </a:solidFill>
        </p:spPr>
        <p:txBody>
          <a:bodyPr wrap="square" lIns="0" tIns="0" rIns="0" bIns="0" rtlCol="0">
            <a:noAutofit/>
          </a:bodyPr>
          <a:lstStyle/>
          <a:p>
            <a:pPr marL="72000" defTabSz="179388">
              <a:buClr>
                <a:srgbClr val="00DEE6"/>
              </a:buClr>
            </a:pPr>
            <a:r>
              <a:rPr lang="en-GB" sz="1200">
                <a:latin typeface="Consolas" panose="020B0609020204030204" pitchFamily="49" charset="0"/>
              </a:rPr>
              <a:t>catch(…)</a:t>
            </a:r>
          </a:p>
          <a:p>
            <a:pPr marL="72000" defTabSz="179388">
              <a:buClr>
                <a:srgbClr val="00DEE6"/>
              </a:buClr>
            </a:pPr>
            <a:r>
              <a:rPr lang="en-GB" sz="1200">
                <a:latin typeface="Consolas" panose="020B0609020204030204" pitchFamily="49" charset="0"/>
              </a:rPr>
              <a:t>{</a:t>
            </a:r>
          </a:p>
          <a:p>
            <a:pPr marL="216000" defTabSz="179388">
              <a:buClr>
                <a:srgbClr val="00DEE6"/>
              </a:buClr>
            </a:pPr>
            <a:r>
              <a:rPr lang="en-GB" sz="1200">
                <a:latin typeface="+mn-lt"/>
              </a:rPr>
              <a:t>statements</a:t>
            </a:r>
          </a:p>
          <a:p>
            <a:pPr marL="72000" defTabSz="179388">
              <a:buClr>
                <a:srgbClr val="00DEE6"/>
              </a:buClr>
            </a:pPr>
            <a:r>
              <a:rPr lang="en-GB" sz="1200">
                <a:latin typeface="Consolas" panose="020B0609020204030204" pitchFamily="49" charset="0"/>
              </a:rPr>
              <a:t>}</a:t>
            </a:r>
          </a:p>
          <a:p>
            <a:pPr marL="72000" defTabSz="179388">
              <a:buClr>
                <a:srgbClr val="00DEE6"/>
              </a:buClr>
            </a:pPr>
            <a:r>
              <a:rPr lang="en-GB" sz="1200">
                <a:latin typeface="Consolas" panose="020B0609020204030204" pitchFamily="49" charset="0"/>
              </a:rPr>
              <a:t>catch(…)</a:t>
            </a:r>
          </a:p>
          <a:p>
            <a:pPr marL="72000" defTabSz="179388">
              <a:buClr>
                <a:srgbClr val="00DEE6"/>
              </a:buClr>
            </a:pPr>
            <a:r>
              <a:rPr lang="en-GB" sz="1200">
                <a:latin typeface="Consolas" panose="020B0609020204030204" pitchFamily="49" charset="0"/>
              </a:rPr>
              <a:t>{</a:t>
            </a:r>
          </a:p>
          <a:p>
            <a:pPr marL="216000" defTabSz="179388">
              <a:buClr>
                <a:srgbClr val="00DEE6"/>
              </a:buClr>
            </a:pPr>
            <a:r>
              <a:rPr lang="en-GB" sz="1200">
                <a:latin typeface="+mn-lt"/>
              </a:rPr>
              <a:t>statements</a:t>
            </a:r>
          </a:p>
          <a:p>
            <a:pPr marL="72000" defTabSz="179388">
              <a:buClr>
                <a:srgbClr val="00DEE6"/>
              </a:buClr>
            </a:pPr>
            <a:r>
              <a:rPr lang="en-GB" sz="1200">
                <a:latin typeface="Consolas" panose="020B0609020204030204" pitchFamily="49" charset="0"/>
              </a:rPr>
              <a:t>}</a:t>
            </a:r>
          </a:p>
          <a:p>
            <a:pPr marL="72000" defTabSz="179388">
              <a:buClr>
                <a:srgbClr val="00DEE6"/>
              </a:buClr>
            </a:pPr>
            <a:r>
              <a:rPr lang="en-GB" sz="1200">
                <a:latin typeface="Consolas" panose="020B0609020204030204" pitchFamily="49" charset="0"/>
              </a:rPr>
              <a:t>catch…</a:t>
            </a:r>
            <a:endParaRPr lang="uk-UA" sz="1200">
              <a:latin typeface="Consolas" panose="020B0609020204030204" pitchFamily="49" charset="0"/>
            </a:endParaRPr>
          </a:p>
          <a:p>
            <a:pPr marL="72000" defTabSz="179388">
              <a:buClr>
                <a:srgbClr val="00DEE6"/>
              </a:buClr>
            </a:pPr>
            <a:endParaRPr lang="uk-UA" sz="1200">
              <a:latin typeface="Consolas" panose="020B0609020204030204" pitchFamily="49" charset="0"/>
            </a:endParaRPr>
          </a:p>
        </p:txBody>
      </p:sp>
      <p:sp>
        <p:nvSpPr>
          <p:cNvPr id="16" name="TextBox 15">
            <a:extLst>
              <a:ext uri="{FF2B5EF4-FFF2-40B4-BE49-F238E27FC236}">
                <a16:creationId xmlns:a16="http://schemas.microsoft.com/office/drawing/2014/main" id="{1CD24590-22EC-42B4-A0BA-BC1F9CC3364A}"/>
              </a:ext>
            </a:extLst>
          </p:cNvPr>
          <p:cNvSpPr txBox="1"/>
          <p:nvPr/>
        </p:nvSpPr>
        <p:spPr>
          <a:xfrm>
            <a:off x="6981223" y="5107624"/>
            <a:ext cx="1371600" cy="805912"/>
          </a:xfrm>
          <a:prstGeom prst="rect">
            <a:avLst/>
          </a:prstGeom>
          <a:solidFill>
            <a:schemeClr val="accent4">
              <a:lumMod val="40000"/>
              <a:lumOff val="60000"/>
            </a:schemeClr>
          </a:solidFill>
        </p:spPr>
        <p:txBody>
          <a:bodyPr wrap="square" lIns="0" tIns="0" rIns="0" bIns="0" rtlCol="0">
            <a:noAutofit/>
          </a:bodyPr>
          <a:lstStyle/>
          <a:p>
            <a:pPr marL="72000" defTabSz="179388">
              <a:buClr>
                <a:srgbClr val="00DEE6"/>
              </a:buClr>
            </a:pPr>
            <a:r>
              <a:rPr lang="en-GB" sz="1200">
                <a:latin typeface="Consolas" panose="020B0609020204030204" pitchFamily="49" charset="0"/>
              </a:rPr>
              <a:t>finally</a:t>
            </a:r>
          </a:p>
          <a:p>
            <a:pPr marL="72000" defTabSz="179388">
              <a:buClr>
                <a:srgbClr val="00DEE6"/>
              </a:buClr>
            </a:pPr>
            <a:r>
              <a:rPr lang="en-GB" sz="1200">
                <a:latin typeface="Consolas" panose="020B0609020204030204" pitchFamily="49" charset="0"/>
              </a:rPr>
              <a:t>{</a:t>
            </a:r>
          </a:p>
          <a:p>
            <a:pPr marL="216000" defTabSz="179388">
              <a:buClr>
                <a:srgbClr val="00DEE6"/>
              </a:buClr>
            </a:pPr>
            <a:r>
              <a:rPr lang="en-GB" sz="1200">
                <a:latin typeface="+mn-lt"/>
              </a:rPr>
              <a:t>statements</a:t>
            </a:r>
          </a:p>
          <a:p>
            <a:pPr marL="72000" defTabSz="179388">
              <a:buClr>
                <a:srgbClr val="00DEE6"/>
              </a:buClr>
            </a:pPr>
            <a:r>
              <a:rPr lang="en-GB" sz="1200">
                <a:latin typeface="Consolas" panose="020B0609020204030204" pitchFamily="49" charset="0"/>
              </a:rPr>
              <a:t>}</a:t>
            </a:r>
            <a:endParaRPr lang="uk-UA" sz="1200">
              <a:latin typeface="Consolas" panose="020B0609020204030204" pitchFamily="49" charset="0"/>
            </a:endParaRPr>
          </a:p>
        </p:txBody>
      </p:sp>
      <p:sp>
        <p:nvSpPr>
          <p:cNvPr id="18" name="Arrow: Curved Left 17">
            <a:extLst>
              <a:ext uri="{FF2B5EF4-FFF2-40B4-BE49-F238E27FC236}">
                <a16:creationId xmlns:a16="http://schemas.microsoft.com/office/drawing/2014/main" id="{799C39F9-4D38-4645-8D76-7B86DDE651CF}"/>
              </a:ext>
            </a:extLst>
          </p:cNvPr>
          <p:cNvSpPr/>
          <p:nvPr/>
        </p:nvSpPr>
        <p:spPr>
          <a:xfrm>
            <a:off x="2704761" y="2460812"/>
            <a:ext cx="1371600" cy="3341188"/>
          </a:xfrm>
          <a:prstGeom prst="curvedLeftArrow">
            <a:avLst/>
          </a:prstGeom>
          <a:solidFill>
            <a:srgbClr val="92D050"/>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19" name="Arrow: Curved Left 18">
            <a:extLst>
              <a:ext uri="{FF2B5EF4-FFF2-40B4-BE49-F238E27FC236}">
                <a16:creationId xmlns:a16="http://schemas.microsoft.com/office/drawing/2014/main" id="{7A23C616-8978-4072-8785-062495410B23}"/>
              </a:ext>
            </a:extLst>
          </p:cNvPr>
          <p:cNvSpPr/>
          <p:nvPr/>
        </p:nvSpPr>
        <p:spPr>
          <a:xfrm>
            <a:off x="8514484" y="2366468"/>
            <a:ext cx="1371600" cy="1833072"/>
          </a:xfrm>
          <a:prstGeom prst="curvedLeftArrow">
            <a:avLst/>
          </a:prstGeom>
          <a:solidFill>
            <a:srgbClr val="92D050"/>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0" name="Arrow: Curved Left 19">
            <a:extLst>
              <a:ext uri="{FF2B5EF4-FFF2-40B4-BE49-F238E27FC236}">
                <a16:creationId xmlns:a16="http://schemas.microsoft.com/office/drawing/2014/main" id="{59FBFD71-C9D3-4F78-945C-D838AC725768}"/>
              </a:ext>
            </a:extLst>
          </p:cNvPr>
          <p:cNvSpPr/>
          <p:nvPr/>
        </p:nvSpPr>
        <p:spPr>
          <a:xfrm>
            <a:off x="8514484" y="4080464"/>
            <a:ext cx="1371600" cy="1833072"/>
          </a:xfrm>
          <a:prstGeom prst="curvedLeftArrow">
            <a:avLst/>
          </a:prstGeom>
          <a:solidFill>
            <a:srgbClr val="92D050"/>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1" name="TextBox 20">
            <a:extLst>
              <a:ext uri="{FF2B5EF4-FFF2-40B4-BE49-F238E27FC236}">
                <a16:creationId xmlns:a16="http://schemas.microsoft.com/office/drawing/2014/main" id="{840D964E-47B7-4D5B-B9DF-44362071FDB8}"/>
              </a:ext>
            </a:extLst>
          </p:cNvPr>
          <p:cNvSpPr txBox="1"/>
          <p:nvPr/>
        </p:nvSpPr>
        <p:spPr>
          <a:xfrm>
            <a:off x="670985" y="1743032"/>
            <a:ext cx="2255774" cy="317528"/>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No Exceptions occurred</a:t>
            </a:r>
          </a:p>
        </p:txBody>
      </p:sp>
      <p:sp>
        <p:nvSpPr>
          <p:cNvPr id="22" name="TextBox 21">
            <a:extLst>
              <a:ext uri="{FF2B5EF4-FFF2-40B4-BE49-F238E27FC236}">
                <a16:creationId xmlns:a16="http://schemas.microsoft.com/office/drawing/2014/main" id="{B5F6588C-51C2-43FB-992A-E3A20CC465E0}"/>
              </a:ext>
            </a:extLst>
          </p:cNvPr>
          <p:cNvSpPr txBox="1"/>
          <p:nvPr/>
        </p:nvSpPr>
        <p:spPr>
          <a:xfrm>
            <a:off x="6539136" y="1711313"/>
            <a:ext cx="2255774" cy="317528"/>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An Exception occurred</a:t>
            </a:r>
          </a:p>
        </p:txBody>
      </p:sp>
    </p:spTree>
    <p:extLst>
      <p:ext uri="{BB962C8B-B14F-4D97-AF65-F5344CB8AC3E}">
        <p14:creationId xmlns:p14="http://schemas.microsoft.com/office/powerpoint/2010/main" val="12753469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52BADB-872D-4A97-A120-2E2833260B43}"/>
              </a:ext>
            </a:extLst>
          </p:cNvPr>
          <p:cNvSpPr>
            <a:spLocks noGrp="1"/>
          </p:cNvSpPr>
          <p:nvPr>
            <p:ph type="sldNum" sz="quarter" idx="11"/>
          </p:nvPr>
        </p:nvSpPr>
        <p:spPr/>
        <p:txBody>
          <a:bodyPr/>
          <a:lstStyle/>
          <a:p>
            <a:fld id="{E16BA917-7F09-4B8D-AF07-F52890C14046}" type="slidenum">
              <a:rPr lang="da-DK" smtClean="0"/>
              <a:pPr/>
              <a:t>22</a:t>
            </a:fld>
            <a:endParaRPr lang="da-DK"/>
          </a:p>
        </p:txBody>
      </p:sp>
      <p:sp>
        <p:nvSpPr>
          <p:cNvPr id="3" name="Text Placeholder 2">
            <a:extLst>
              <a:ext uri="{FF2B5EF4-FFF2-40B4-BE49-F238E27FC236}">
                <a16:creationId xmlns:a16="http://schemas.microsoft.com/office/drawing/2014/main" id="{0A0D1020-7A60-4602-8A6D-6DB09073B25E}"/>
              </a:ext>
            </a:extLst>
          </p:cNvPr>
          <p:cNvSpPr>
            <a:spLocks noGrp="1"/>
          </p:cNvSpPr>
          <p:nvPr>
            <p:ph type="body" sz="quarter" idx="17"/>
          </p:nvPr>
        </p:nvSpPr>
        <p:spPr/>
        <p:txBody>
          <a:bodyPr/>
          <a:lstStyle/>
          <a:p>
            <a:r>
              <a:rPr lang="en-US"/>
              <a:t>Finally Block</a:t>
            </a:r>
            <a:endParaRPr lang="da-DK"/>
          </a:p>
        </p:txBody>
      </p:sp>
      <p:sp>
        <p:nvSpPr>
          <p:cNvPr id="4" name="Title 3">
            <a:extLst>
              <a:ext uri="{FF2B5EF4-FFF2-40B4-BE49-F238E27FC236}">
                <a16:creationId xmlns:a16="http://schemas.microsoft.com/office/drawing/2014/main" id="{96468D50-4DC1-4B0C-8365-8D79678092CA}"/>
              </a:ext>
            </a:extLst>
          </p:cNvPr>
          <p:cNvSpPr>
            <a:spLocks noGrp="1"/>
          </p:cNvSpPr>
          <p:nvPr>
            <p:ph type="title"/>
          </p:nvPr>
        </p:nvSpPr>
        <p:spPr/>
        <p:txBody>
          <a:bodyPr/>
          <a:lstStyle/>
          <a:p>
            <a:r>
              <a:rPr lang="en-US"/>
              <a:t>Exceptions</a:t>
            </a:r>
            <a:endParaRPr lang="da-DK"/>
          </a:p>
        </p:txBody>
      </p:sp>
      <p:sp>
        <p:nvSpPr>
          <p:cNvPr id="6" name="Content Placeholder 5">
            <a:extLst>
              <a:ext uri="{FF2B5EF4-FFF2-40B4-BE49-F238E27FC236}">
                <a16:creationId xmlns:a16="http://schemas.microsoft.com/office/drawing/2014/main" id="{ECDF4C9C-66E2-4249-A176-DD11FE451359}"/>
              </a:ext>
            </a:extLst>
          </p:cNvPr>
          <p:cNvSpPr>
            <a:spLocks noGrp="1"/>
          </p:cNvSpPr>
          <p:nvPr>
            <p:ph sz="quarter" idx="19"/>
          </p:nvPr>
        </p:nvSpPr>
        <p:spPr>
          <a:xfrm>
            <a:off x="670986" y="1441578"/>
            <a:ext cx="6321485" cy="4855245"/>
          </a:xfrm>
        </p:spPr>
        <p:txBody>
          <a:bodyPr/>
          <a:lstStyle/>
          <a:p>
            <a:pPr marL="0" indent="0">
              <a:spcAft>
                <a:spcPts val="300"/>
              </a:spcAft>
              <a:buNone/>
            </a:pPr>
            <a:endParaRPr lang="en-US" sz="1200">
              <a:solidFill>
                <a:srgbClr val="000000"/>
              </a:solidFill>
              <a:latin typeface="Consolas" panose="020B0609020204030204" pitchFamily="49" charset="0"/>
            </a:endParaRPr>
          </a:p>
          <a:p>
            <a:pPr marL="0" indent="0">
              <a:spcAft>
                <a:spcPts val="30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try</a:t>
            </a:r>
            <a:r>
              <a:rPr lang="en-US" sz="1200">
                <a:solidFill>
                  <a:srgbClr val="000000"/>
                </a:solidFill>
                <a:latin typeface="Consolas" panose="020B0609020204030204" pitchFamily="49" charset="0"/>
              </a:rPr>
              <a:t> {</a:t>
            </a:r>
          </a:p>
          <a:p>
            <a:pPr marL="0" indent="0">
              <a:spcAft>
                <a:spcPts val="30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int</a:t>
            </a:r>
            <a:r>
              <a:rPr lang="en-US" sz="1200">
                <a:solidFill>
                  <a:srgbClr val="000000"/>
                </a:solidFill>
                <a:latin typeface="Consolas" panose="020B0609020204030204" pitchFamily="49" charset="0"/>
              </a:rPr>
              <a:t> x = 42;</a:t>
            </a:r>
          </a:p>
          <a:p>
            <a:pPr marL="0" indent="0">
              <a:spcAft>
                <a:spcPts val="300"/>
              </a:spcAft>
              <a:buNone/>
            </a:pPr>
            <a:r>
              <a:rPr lang="en-US" sz="1200">
                <a:solidFill>
                  <a:srgbClr val="000000"/>
                </a:solidFill>
                <a:latin typeface="Consolas" panose="020B0609020204030204" pitchFamily="49" charset="0"/>
              </a:rPr>
              <a:t>                </a:t>
            </a:r>
            <a:r>
              <a:rPr lang="en-US" sz="1200" err="1">
                <a:solidFill>
                  <a:srgbClr val="2B91AF"/>
                </a:solidFill>
                <a:latin typeface="Consolas" panose="020B0609020204030204" pitchFamily="49" charset="0"/>
              </a:rPr>
              <a:t>Console</a:t>
            </a:r>
            <a:r>
              <a:rPr lang="en-US" sz="1200" err="1">
                <a:solidFill>
                  <a:srgbClr val="000000"/>
                </a:solidFill>
                <a:latin typeface="Consolas" panose="020B0609020204030204" pitchFamily="49" charset="0"/>
              </a:rPr>
              <a:t>.WriteLine</a:t>
            </a:r>
            <a:r>
              <a:rPr lang="en-US" sz="1200">
                <a:solidFill>
                  <a:srgbClr val="000000"/>
                </a:solidFill>
                <a:latin typeface="Consolas" panose="020B0609020204030204" pitchFamily="49" charset="0"/>
              </a:rPr>
              <a:t>(</a:t>
            </a:r>
            <a:r>
              <a:rPr lang="en-US" sz="1200">
                <a:solidFill>
                  <a:srgbClr val="A31515"/>
                </a:solidFill>
                <a:latin typeface="Consolas" panose="020B0609020204030204" pitchFamily="49" charset="0"/>
              </a:rPr>
              <a:t>"Input a number: "</a:t>
            </a:r>
            <a:r>
              <a:rPr lang="en-US" sz="1200">
                <a:solidFill>
                  <a:srgbClr val="000000"/>
                </a:solidFill>
                <a:latin typeface="Consolas" panose="020B0609020204030204" pitchFamily="49" charset="0"/>
              </a:rPr>
              <a:t>);</a:t>
            </a:r>
          </a:p>
          <a:p>
            <a:pPr marL="0" indent="0">
              <a:spcAft>
                <a:spcPts val="30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userInput</a:t>
            </a:r>
            <a:r>
              <a:rPr lang="en-US" sz="1200">
                <a:solidFill>
                  <a:srgbClr val="000000"/>
                </a:solidFill>
                <a:latin typeface="Consolas" panose="020B0609020204030204" pitchFamily="49" charset="0"/>
              </a:rPr>
              <a:t> = </a:t>
            </a:r>
            <a:r>
              <a:rPr lang="en-US" sz="1200" err="1">
                <a:solidFill>
                  <a:srgbClr val="2B91AF"/>
                </a:solidFill>
                <a:latin typeface="Consolas" panose="020B0609020204030204" pitchFamily="49" charset="0"/>
              </a:rPr>
              <a:t>Console</a:t>
            </a:r>
            <a:r>
              <a:rPr lang="en-US" sz="1200" err="1">
                <a:solidFill>
                  <a:srgbClr val="000000"/>
                </a:solidFill>
                <a:latin typeface="Consolas" panose="020B0609020204030204" pitchFamily="49" charset="0"/>
              </a:rPr>
              <a:t>.ReadLine</a:t>
            </a:r>
            <a:r>
              <a:rPr lang="en-US" sz="1200">
                <a:solidFill>
                  <a:srgbClr val="000000"/>
                </a:solidFill>
                <a:latin typeface="Consolas" panose="020B0609020204030204" pitchFamily="49" charset="0"/>
              </a:rPr>
              <a:t>();</a:t>
            </a:r>
          </a:p>
          <a:p>
            <a:pPr marL="0" indent="0">
              <a:spcAft>
                <a:spcPts val="300"/>
              </a:spcAft>
              <a:buNone/>
            </a:pPr>
            <a:r>
              <a:rPr lang="es-ES" sz="1200">
                <a:solidFill>
                  <a:srgbClr val="000000"/>
                </a:solidFill>
                <a:latin typeface="Consolas" panose="020B0609020204030204" pitchFamily="49" charset="0"/>
              </a:rPr>
              <a:t>                </a:t>
            </a:r>
            <a:r>
              <a:rPr lang="es-ES" sz="1200" err="1">
                <a:solidFill>
                  <a:srgbClr val="0000FF"/>
                </a:solidFill>
                <a:latin typeface="Consolas" panose="020B0609020204030204" pitchFamily="49" charset="0"/>
              </a:rPr>
              <a:t>int</a:t>
            </a:r>
            <a:r>
              <a:rPr lang="es-ES" sz="1200">
                <a:solidFill>
                  <a:srgbClr val="000000"/>
                </a:solidFill>
                <a:latin typeface="Consolas" panose="020B0609020204030204" pitchFamily="49" charset="0"/>
              </a:rPr>
              <a:t> y = </a:t>
            </a:r>
            <a:r>
              <a:rPr lang="es-ES" sz="1200" err="1">
                <a:solidFill>
                  <a:srgbClr val="0000FF"/>
                </a:solidFill>
                <a:latin typeface="Consolas" panose="020B0609020204030204" pitchFamily="49" charset="0"/>
              </a:rPr>
              <a:t>int</a:t>
            </a:r>
            <a:r>
              <a:rPr lang="es-ES" sz="1200" err="1">
                <a:solidFill>
                  <a:srgbClr val="000000"/>
                </a:solidFill>
                <a:latin typeface="Consolas" panose="020B0609020204030204" pitchFamily="49" charset="0"/>
              </a:rPr>
              <a:t>.Parse</a:t>
            </a:r>
            <a:r>
              <a:rPr lang="es-ES" sz="1200">
                <a:solidFill>
                  <a:srgbClr val="000000"/>
                </a:solidFill>
                <a:latin typeface="Consolas" panose="020B0609020204030204" pitchFamily="49" charset="0"/>
              </a:rPr>
              <a:t>(</a:t>
            </a:r>
            <a:r>
              <a:rPr lang="es-ES" sz="1200" err="1">
                <a:solidFill>
                  <a:srgbClr val="000000"/>
                </a:solidFill>
                <a:latin typeface="Consolas" panose="020B0609020204030204" pitchFamily="49" charset="0"/>
              </a:rPr>
              <a:t>userInput</a:t>
            </a:r>
            <a:r>
              <a:rPr lang="es-ES" sz="1200">
                <a:solidFill>
                  <a:srgbClr val="000000"/>
                </a:solidFill>
                <a:latin typeface="Consolas" panose="020B0609020204030204" pitchFamily="49" charset="0"/>
              </a:rPr>
              <a:t>);</a:t>
            </a:r>
          </a:p>
          <a:p>
            <a:pPr marL="0" indent="0">
              <a:spcAft>
                <a:spcPts val="30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int</a:t>
            </a:r>
            <a:r>
              <a:rPr lang="en-US" sz="1200">
                <a:solidFill>
                  <a:srgbClr val="000000"/>
                </a:solidFill>
                <a:latin typeface="Consolas" panose="020B0609020204030204" pitchFamily="49" charset="0"/>
              </a:rPr>
              <a:t> result = x / y;</a:t>
            </a:r>
          </a:p>
          <a:p>
            <a:pPr marL="0" indent="0">
              <a:spcAft>
                <a:spcPts val="300"/>
              </a:spcAft>
              <a:buNone/>
            </a:pPr>
            <a:r>
              <a:rPr lang="en-US" sz="1200">
                <a:solidFill>
                  <a:srgbClr val="000000"/>
                </a:solidFill>
                <a:latin typeface="Consolas" panose="020B0609020204030204" pitchFamily="49" charset="0"/>
              </a:rPr>
              <a:t>                </a:t>
            </a:r>
            <a:r>
              <a:rPr lang="en-US" sz="1200" err="1">
                <a:solidFill>
                  <a:srgbClr val="2B91AF"/>
                </a:solidFill>
                <a:latin typeface="Consolas" panose="020B0609020204030204" pitchFamily="49" charset="0"/>
              </a:rPr>
              <a:t>Console</a:t>
            </a:r>
            <a:r>
              <a:rPr lang="en-US" sz="1200" err="1">
                <a:solidFill>
                  <a:srgbClr val="000000"/>
                </a:solidFill>
                <a:latin typeface="Consolas" panose="020B0609020204030204" pitchFamily="49" charset="0"/>
              </a:rPr>
              <a:t>.WriteLine</a:t>
            </a:r>
            <a:r>
              <a:rPr lang="en-US" sz="1200">
                <a:solidFill>
                  <a:srgbClr val="000000"/>
                </a:solidFill>
                <a:latin typeface="Consolas" panose="020B0609020204030204" pitchFamily="49" charset="0"/>
              </a:rPr>
              <a:t>(</a:t>
            </a:r>
            <a:r>
              <a:rPr lang="en-US" sz="1200">
                <a:solidFill>
                  <a:srgbClr val="A31515"/>
                </a:solidFill>
                <a:latin typeface="Consolas" panose="020B0609020204030204" pitchFamily="49" charset="0"/>
              </a:rPr>
              <a:t>$"</a:t>
            </a:r>
            <a:r>
              <a:rPr lang="en-US" sz="1200">
                <a:solidFill>
                  <a:srgbClr val="000000"/>
                </a:solidFill>
                <a:latin typeface="Consolas" panose="020B0609020204030204" pitchFamily="49" charset="0"/>
              </a:rPr>
              <a:t>{x}</a:t>
            </a:r>
            <a:r>
              <a:rPr lang="en-US" sz="1200">
                <a:solidFill>
                  <a:srgbClr val="A31515"/>
                </a:solidFill>
                <a:latin typeface="Consolas" panose="020B0609020204030204" pitchFamily="49" charset="0"/>
              </a:rPr>
              <a:t>/</a:t>
            </a:r>
            <a:r>
              <a:rPr lang="en-US" sz="1200">
                <a:solidFill>
                  <a:srgbClr val="000000"/>
                </a:solidFill>
                <a:latin typeface="Consolas" panose="020B0609020204030204" pitchFamily="49" charset="0"/>
              </a:rPr>
              <a:t>{y}</a:t>
            </a:r>
            <a:r>
              <a:rPr lang="en-US" sz="1200">
                <a:solidFill>
                  <a:srgbClr val="A31515"/>
                </a:solidFill>
                <a:latin typeface="Consolas" panose="020B0609020204030204" pitchFamily="49" charset="0"/>
              </a:rPr>
              <a:t> = </a:t>
            </a:r>
            <a:r>
              <a:rPr lang="en-US" sz="1200">
                <a:solidFill>
                  <a:srgbClr val="000000"/>
                </a:solidFill>
                <a:latin typeface="Consolas" panose="020B0609020204030204" pitchFamily="49" charset="0"/>
              </a:rPr>
              <a:t>{result}</a:t>
            </a:r>
            <a:r>
              <a:rPr lang="en-US" sz="1200">
                <a:solidFill>
                  <a:srgbClr val="A31515"/>
                </a:solidFill>
                <a:latin typeface="Consolas" panose="020B0609020204030204" pitchFamily="49" charset="0"/>
              </a:rPr>
              <a:t>"</a:t>
            </a:r>
            <a:r>
              <a:rPr lang="en-US" sz="1200">
                <a:solidFill>
                  <a:srgbClr val="000000"/>
                </a:solidFill>
                <a:latin typeface="Consolas" panose="020B0609020204030204" pitchFamily="49" charset="0"/>
              </a:rPr>
              <a:t>);</a:t>
            </a:r>
          </a:p>
          <a:p>
            <a:pPr marL="0" indent="0">
              <a:spcAft>
                <a:spcPts val="300"/>
              </a:spcAft>
              <a:buNone/>
            </a:pPr>
            <a:r>
              <a:rPr lang="en-US" sz="1200">
                <a:solidFill>
                  <a:srgbClr val="000000"/>
                </a:solidFill>
                <a:latin typeface="Consolas" panose="020B0609020204030204" pitchFamily="49" charset="0"/>
              </a:rPr>
              <a:t>            } </a:t>
            </a:r>
            <a:r>
              <a:rPr lang="en-US" sz="1200">
                <a:solidFill>
                  <a:srgbClr val="0000FF"/>
                </a:solidFill>
                <a:latin typeface="Consolas" panose="020B0609020204030204" pitchFamily="49" charset="0"/>
              </a:rPr>
              <a:t>catch</a:t>
            </a:r>
            <a:r>
              <a:rPr lang="en-US" sz="1200">
                <a:solidFill>
                  <a:srgbClr val="000000"/>
                </a:solidFill>
                <a:latin typeface="Consolas" panose="020B0609020204030204" pitchFamily="49" charset="0"/>
              </a:rPr>
              <a:t> (</a:t>
            </a:r>
            <a:r>
              <a:rPr lang="en-US" sz="1200" err="1">
                <a:solidFill>
                  <a:srgbClr val="2B91AF"/>
                </a:solidFill>
                <a:latin typeface="Consolas" panose="020B0609020204030204" pitchFamily="49" charset="0"/>
              </a:rPr>
              <a:t>DivideByZeroException</a:t>
            </a:r>
            <a:r>
              <a:rPr lang="en-US" sz="1200">
                <a:solidFill>
                  <a:srgbClr val="000000"/>
                </a:solidFill>
                <a:latin typeface="Consolas" panose="020B0609020204030204" pitchFamily="49" charset="0"/>
              </a:rPr>
              <a:t> ex) {</a:t>
            </a:r>
          </a:p>
          <a:p>
            <a:pPr marL="0" indent="0">
              <a:spcAft>
                <a:spcPts val="300"/>
              </a:spcAft>
              <a:buNone/>
            </a:pPr>
            <a:r>
              <a:rPr lang="en-US" sz="1200">
                <a:solidFill>
                  <a:srgbClr val="000000"/>
                </a:solidFill>
                <a:latin typeface="Consolas" panose="020B0609020204030204" pitchFamily="49" charset="0"/>
              </a:rPr>
              <a:t>                </a:t>
            </a:r>
            <a:r>
              <a:rPr lang="en-US" sz="1200" err="1">
                <a:solidFill>
                  <a:srgbClr val="2B91AF"/>
                </a:solidFill>
                <a:latin typeface="Consolas" panose="020B0609020204030204" pitchFamily="49" charset="0"/>
              </a:rPr>
              <a:t>Console</a:t>
            </a:r>
            <a:r>
              <a:rPr lang="en-US" sz="1200" err="1">
                <a:solidFill>
                  <a:srgbClr val="000000"/>
                </a:solidFill>
                <a:latin typeface="Consolas" panose="020B0609020204030204" pitchFamily="49" charset="0"/>
              </a:rPr>
              <a:t>.WriteLine</a:t>
            </a:r>
            <a:r>
              <a:rPr lang="en-US" sz="1200">
                <a:solidFill>
                  <a:srgbClr val="000000"/>
                </a:solidFill>
                <a:latin typeface="Consolas" panose="020B0609020204030204" pitchFamily="49" charset="0"/>
              </a:rPr>
              <a:t>(</a:t>
            </a:r>
            <a:r>
              <a:rPr lang="en-US" sz="1200">
                <a:solidFill>
                  <a:srgbClr val="A31515"/>
                </a:solidFill>
                <a:latin typeface="Consolas" panose="020B0609020204030204" pitchFamily="49" charset="0"/>
              </a:rPr>
              <a:t>$"</a:t>
            </a:r>
            <a:r>
              <a:rPr lang="en-US" sz="1200">
                <a:solidFill>
                  <a:srgbClr val="000000"/>
                </a:solidFill>
                <a:latin typeface="Consolas" panose="020B0609020204030204" pitchFamily="49" charset="0"/>
              </a:rPr>
              <a:t>{</a:t>
            </a:r>
            <a:r>
              <a:rPr lang="en-US" sz="1200" err="1">
                <a:solidFill>
                  <a:srgbClr val="000000"/>
                </a:solidFill>
                <a:latin typeface="Consolas" panose="020B0609020204030204" pitchFamily="49" charset="0"/>
              </a:rPr>
              <a:t>ex.Message</a:t>
            </a:r>
            <a:r>
              <a:rPr lang="en-US" sz="1200">
                <a:solidFill>
                  <a:srgbClr val="000000"/>
                </a:solidFill>
                <a:latin typeface="Consolas" panose="020B0609020204030204" pitchFamily="49" charset="0"/>
              </a:rPr>
              <a:t>}</a:t>
            </a:r>
            <a:r>
              <a:rPr lang="en-US" sz="1200">
                <a:solidFill>
                  <a:srgbClr val="A31515"/>
                </a:solidFill>
                <a:latin typeface="Consolas" panose="020B0609020204030204" pitchFamily="49" charset="0"/>
              </a:rPr>
              <a:t>"</a:t>
            </a:r>
            <a:r>
              <a:rPr lang="en-US" sz="1200">
                <a:solidFill>
                  <a:srgbClr val="000000"/>
                </a:solidFill>
                <a:latin typeface="Consolas" panose="020B0609020204030204" pitchFamily="49" charset="0"/>
              </a:rPr>
              <a:t>);</a:t>
            </a:r>
          </a:p>
          <a:p>
            <a:pPr marL="0" indent="0">
              <a:spcAft>
                <a:spcPts val="300"/>
              </a:spcAft>
              <a:buNone/>
            </a:pPr>
            <a:r>
              <a:rPr lang="en-US" sz="1200">
                <a:solidFill>
                  <a:srgbClr val="000000"/>
                </a:solidFill>
                <a:latin typeface="Consolas" panose="020B0609020204030204" pitchFamily="49" charset="0"/>
              </a:rPr>
              <a:t>                </a:t>
            </a:r>
            <a:r>
              <a:rPr lang="en-US" sz="1200" err="1">
                <a:solidFill>
                  <a:srgbClr val="2B91AF"/>
                </a:solidFill>
                <a:latin typeface="Consolas" panose="020B0609020204030204" pitchFamily="49" charset="0"/>
              </a:rPr>
              <a:t>Console</a:t>
            </a:r>
            <a:r>
              <a:rPr lang="en-US" sz="1200" err="1">
                <a:solidFill>
                  <a:srgbClr val="000000"/>
                </a:solidFill>
                <a:latin typeface="Consolas" panose="020B0609020204030204" pitchFamily="49" charset="0"/>
              </a:rPr>
              <a:t>.WriteLine</a:t>
            </a:r>
            <a:r>
              <a:rPr lang="en-US" sz="1200">
                <a:solidFill>
                  <a:srgbClr val="000000"/>
                </a:solidFill>
                <a:latin typeface="Consolas" panose="020B0609020204030204" pitchFamily="49" charset="0"/>
              </a:rPr>
              <a:t>(</a:t>
            </a:r>
            <a:r>
              <a:rPr lang="en-US" sz="1200" err="1">
                <a:solidFill>
                  <a:srgbClr val="000000"/>
                </a:solidFill>
                <a:latin typeface="Consolas" panose="020B0609020204030204" pitchFamily="49" charset="0"/>
              </a:rPr>
              <a:t>ex.StackTrace</a:t>
            </a:r>
            <a:r>
              <a:rPr lang="en-US" sz="1200">
                <a:solidFill>
                  <a:srgbClr val="000000"/>
                </a:solidFill>
                <a:latin typeface="Consolas" panose="020B0609020204030204" pitchFamily="49" charset="0"/>
              </a:rPr>
              <a:t>);</a:t>
            </a:r>
          </a:p>
          <a:p>
            <a:pPr marL="0" indent="0">
              <a:spcAft>
                <a:spcPts val="300"/>
              </a:spcAft>
              <a:buNone/>
            </a:pPr>
            <a:r>
              <a:rPr lang="en-US" sz="1200">
                <a:solidFill>
                  <a:srgbClr val="000000"/>
                </a:solidFill>
                <a:latin typeface="Consolas" panose="020B0609020204030204" pitchFamily="49" charset="0"/>
              </a:rPr>
              <a:t>            } </a:t>
            </a:r>
            <a:r>
              <a:rPr lang="en-US" sz="1200">
                <a:solidFill>
                  <a:srgbClr val="0000FF"/>
                </a:solidFill>
                <a:latin typeface="Consolas" panose="020B0609020204030204" pitchFamily="49" charset="0"/>
              </a:rPr>
              <a:t>catch</a:t>
            </a:r>
            <a:r>
              <a:rPr lang="en-US" sz="1200">
                <a:solidFill>
                  <a:srgbClr val="000000"/>
                </a:solidFill>
                <a:latin typeface="Consolas" panose="020B0609020204030204" pitchFamily="49" charset="0"/>
              </a:rPr>
              <a:t> (</a:t>
            </a:r>
            <a:r>
              <a:rPr lang="en-US" sz="1200" err="1">
                <a:solidFill>
                  <a:srgbClr val="2B91AF"/>
                </a:solidFill>
                <a:latin typeface="Consolas" panose="020B0609020204030204" pitchFamily="49" charset="0"/>
              </a:rPr>
              <a:t>SystemException</a:t>
            </a:r>
            <a:r>
              <a:rPr lang="en-US" sz="1200">
                <a:solidFill>
                  <a:srgbClr val="000000"/>
                </a:solidFill>
                <a:latin typeface="Consolas" panose="020B0609020204030204" pitchFamily="49" charset="0"/>
              </a:rPr>
              <a:t>) {</a:t>
            </a:r>
          </a:p>
          <a:p>
            <a:pPr marL="0" indent="0">
              <a:spcAft>
                <a:spcPts val="300"/>
              </a:spcAft>
              <a:buNone/>
            </a:pPr>
            <a:r>
              <a:rPr lang="en-US" sz="1200">
                <a:solidFill>
                  <a:srgbClr val="000000"/>
                </a:solidFill>
                <a:latin typeface="Consolas" panose="020B0609020204030204" pitchFamily="49" charset="0"/>
              </a:rPr>
              <a:t>                </a:t>
            </a:r>
            <a:r>
              <a:rPr lang="en-US" sz="1200" err="1">
                <a:solidFill>
                  <a:srgbClr val="2B91AF"/>
                </a:solidFill>
                <a:latin typeface="Consolas" panose="020B0609020204030204" pitchFamily="49" charset="0"/>
              </a:rPr>
              <a:t>Console</a:t>
            </a:r>
            <a:r>
              <a:rPr lang="en-US" sz="1200" err="1">
                <a:solidFill>
                  <a:srgbClr val="000000"/>
                </a:solidFill>
                <a:latin typeface="Consolas" panose="020B0609020204030204" pitchFamily="49" charset="0"/>
              </a:rPr>
              <a:t>.WriteLine</a:t>
            </a:r>
            <a:r>
              <a:rPr lang="en-US" sz="1200">
                <a:solidFill>
                  <a:srgbClr val="000000"/>
                </a:solidFill>
                <a:latin typeface="Consolas" panose="020B0609020204030204" pitchFamily="49" charset="0"/>
              </a:rPr>
              <a:t>(</a:t>
            </a:r>
            <a:r>
              <a:rPr lang="en-US" sz="1200">
                <a:solidFill>
                  <a:srgbClr val="A31515"/>
                </a:solidFill>
                <a:latin typeface="Consolas" panose="020B0609020204030204" pitchFamily="49" charset="0"/>
              </a:rPr>
              <a:t>"A System exception has occurred."</a:t>
            </a:r>
            <a:r>
              <a:rPr lang="en-US" sz="1200">
                <a:solidFill>
                  <a:srgbClr val="000000"/>
                </a:solidFill>
                <a:latin typeface="Consolas" panose="020B0609020204030204" pitchFamily="49" charset="0"/>
              </a:rPr>
              <a:t>);</a:t>
            </a:r>
          </a:p>
          <a:p>
            <a:pPr marL="0" indent="0">
              <a:spcAft>
                <a:spcPts val="300"/>
              </a:spcAft>
              <a:buNone/>
            </a:pPr>
            <a:r>
              <a:rPr lang="en-US" sz="1200">
                <a:solidFill>
                  <a:srgbClr val="000000"/>
                </a:solidFill>
                <a:latin typeface="Consolas" panose="020B0609020204030204" pitchFamily="49" charset="0"/>
              </a:rPr>
              <a:t>            } </a:t>
            </a:r>
            <a:r>
              <a:rPr lang="en-US" sz="1200">
                <a:solidFill>
                  <a:srgbClr val="0000FF"/>
                </a:solidFill>
                <a:latin typeface="Consolas" panose="020B0609020204030204" pitchFamily="49" charset="0"/>
              </a:rPr>
              <a:t>catch</a:t>
            </a:r>
            <a:r>
              <a:rPr lang="en-US" sz="1200">
                <a:solidFill>
                  <a:srgbClr val="000000"/>
                </a:solidFill>
                <a:latin typeface="Consolas" panose="020B0609020204030204" pitchFamily="49" charset="0"/>
              </a:rPr>
              <a:t> {</a:t>
            </a:r>
          </a:p>
          <a:p>
            <a:pPr marL="0" indent="0">
              <a:spcAft>
                <a:spcPts val="300"/>
              </a:spcAft>
              <a:buNone/>
            </a:pPr>
            <a:r>
              <a:rPr lang="en-US" sz="1200">
                <a:solidFill>
                  <a:srgbClr val="000000"/>
                </a:solidFill>
                <a:latin typeface="Consolas" panose="020B0609020204030204" pitchFamily="49" charset="0"/>
              </a:rPr>
              <a:t>                </a:t>
            </a:r>
            <a:r>
              <a:rPr lang="en-US" sz="1200" err="1">
                <a:solidFill>
                  <a:srgbClr val="2B91AF"/>
                </a:solidFill>
                <a:latin typeface="Consolas" panose="020B0609020204030204" pitchFamily="49" charset="0"/>
              </a:rPr>
              <a:t>Console</a:t>
            </a:r>
            <a:r>
              <a:rPr lang="en-US" sz="1200" err="1">
                <a:solidFill>
                  <a:srgbClr val="000000"/>
                </a:solidFill>
                <a:latin typeface="Consolas" panose="020B0609020204030204" pitchFamily="49" charset="0"/>
              </a:rPr>
              <a:t>.WriteLine</a:t>
            </a:r>
            <a:r>
              <a:rPr lang="en-US" sz="1200">
                <a:solidFill>
                  <a:srgbClr val="000000"/>
                </a:solidFill>
                <a:latin typeface="Consolas" panose="020B0609020204030204" pitchFamily="49" charset="0"/>
              </a:rPr>
              <a:t>(</a:t>
            </a:r>
            <a:r>
              <a:rPr lang="en-US" sz="1200">
                <a:solidFill>
                  <a:srgbClr val="A31515"/>
                </a:solidFill>
                <a:latin typeface="Consolas" panose="020B0609020204030204" pitchFamily="49" charset="0"/>
              </a:rPr>
              <a:t>"An exception has occurred."</a:t>
            </a:r>
            <a:r>
              <a:rPr lang="en-US" sz="1200">
                <a:solidFill>
                  <a:srgbClr val="000000"/>
                </a:solidFill>
                <a:latin typeface="Consolas" panose="020B0609020204030204" pitchFamily="49" charset="0"/>
              </a:rPr>
              <a:t>);</a:t>
            </a:r>
          </a:p>
          <a:p>
            <a:pPr marL="0" indent="0">
              <a:spcAft>
                <a:spcPts val="300"/>
              </a:spcAft>
              <a:buNone/>
            </a:pPr>
            <a:r>
              <a:rPr lang="en-US" sz="1200">
                <a:solidFill>
                  <a:srgbClr val="000000"/>
                </a:solidFill>
                <a:latin typeface="Consolas" panose="020B0609020204030204" pitchFamily="49" charset="0"/>
              </a:rPr>
              <a:t>            } </a:t>
            </a:r>
            <a:r>
              <a:rPr lang="en-US" sz="1200">
                <a:solidFill>
                  <a:srgbClr val="0000FF"/>
                </a:solidFill>
                <a:latin typeface="Consolas" panose="020B0609020204030204" pitchFamily="49" charset="0"/>
              </a:rPr>
              <a:t>finally</a:t>
            </a:r>
            <a:r>
              <a:rPr lang="en-US" sz="1200">
                <a:solidFill>
                  <a:srgbClr val="000000"/>
                </a:solidFill>
                <a:latin typeface="Consolas" panose="020B0609020204030204" pitchFamily="49" charset="0"/>
              </a:rPr>
              <a:t> {</a:t>
            </a:r>
          </a:p>
          <a:p>
            <a:pPr marL="0" indent="0">
              <a:spcAft>
                <a:spcPts val="300"/>
              </a:spcAft>
              <a:buNone/>
            </a:pPr>
            <a:r>
              <a:rPr lang="en-US" sz="1200">
                <a:solidFill>
                  <a:srgbClr val="000000"/>
                </a:solidFill>
                <a:latin typeface="Consolas" panose="020B0609020204030204" pitchFamily="49" charset="0"/>
              </a:rPr>
              <a:t>                </a:t>
            </a:r>
            <a:r>
              <a:rPr lang="en-US" sz="1200" err="1">
                <a:solidFill>
                  <a:srgbClr val="2B91AF"/>
                </a:solidFill>
                <a:latin typeface="Consolas" panose="020B0609020204030204" pitchFamily="49" charset="0"/>
              </a:rPr>
              <a:t>Console</a:t>
            </a:r>
            <a:r>
              <a:rPr lang="en-US" sz="1200" err="1">
                <a:solidFill>
                  <a:srgbClr val="000000"/>
                </a:solidFill>
                <a:latin typeface="Consolas" panose="020B0609020204030204" pitchFamily="49" charset="0"/>
              </a:rPr>
              <a:t>.WriteLine</a:t>
            </a:r>
            <a:r>
              <a:rPr lang="en-US" sz="1200">
                <a:solidFill>
                  <a:srgbClr val="000000"/>
                </a:solidFill>
                <a:latin typeface="Consolas" panose="020B0609020204030204" pitchFamily="49" charset="0"/>
              </a:rPr>
              <a:t>(</a:t>
            </a:r>
            <a:r>
              <a:rPr lang="en-US" sz="1200">
                <a:solidFill>
                  <a:srgbClr val="A31515"/>
                </a:solidFill>
                <a:latin typeface="Consolas" panose="020B0609020204030204" pitchFamily="49" charset="0"/>
              </a:rPr>
              <a:t>"Finally block is always executed"</a:t>
            </a:r>
            <a:r>
              <a:rPr lang="en-US" sz="1200">
                <a:solidFill>
                  <a:srgbClr val="000000"/>
                </a:solidFill>
                <a:latin typeface="Consolas" panose="020B0609020204030204" pitchFamily="49" charset="0"/>
              </a:rPr>
              <a:t>);</a:t>
            </a:r>
          </a:p>
          <a:p>
            <a:pPr marL="0" indent="0">
              <a:spcAft>
                <a:spcPts val="300"/>
              </a:spcAft>
              <a:buNone/>
            </a:pPr>
            <a:r>
              <a:rPr lang="en-US" sz="1200">
                <a:solidFill>
                  <a:srgbClr val="000000"/>
                </a:solidFill>
                <a:latin typeface="Consolas" panose="020B0609020204030204" pitchFamily="49" charset="0"/>
              </a:rPr>
              <a:t>                </a:t>
            </a:r>
            <a:r>
              <a:rPr lang="en-US" sz="1200" err="1">
                <a:solidFill>
                  <a:srgbClr val="2B91AF"/>
                </a:solidFill>
                <a:latin typeface="Consolas" panose="020B0609020204030204" pitchFamily="49" charset="0"/>
              </a:rPr>
              <a:t>Console</a:t>
            </a:r>
            <a:r>
              <a:rPr lang="en-US" sz="1200" err="1">
                <a:solidFill>
                  <a:srgbClr val="000000"/>
                </a:solidFill>
                <a:latin typeface="Consolas" panose="020B0609020204030204" pitchFamily="49" charset="0"/>
              </a:rPr>
              <a:t>.ReadKey</a:t>
            </a:r>
            <a:r>
              <a:rPr lang="en-US" sz="1200">
                <a:solidFill>
                  <a:srgbClr val="000000"/>
                </a:solidFill>
                <a:latin typeface="Consolas" panose="020B0609020204030204" pitchFamily="49" charset="0"/>
              </a:rPr>
              <a:t>();</a:t>
            </a:r>
          </a:p>
          <a:p>
            <a:pPr marL="0" indent="0">
              <a:spcAft>
                <a:spcPts val="300"/>
              </a:spcAft>
              <a:buNone/>
            </a:pPr>
            <a:r>
              <a:rPr lang="en-US" sz="1200">
                <a:solidFill>
                  <a:srgbClr val="000000"/>
                </a:solidFill>
                <a:latin typeface="Consolas" panose="020B0609020204030204" pitchFamily="49" charset="0"/>
              </a:rPr>
              <a:t>            }</a:t>
            </a:r>
            <a:endParaRPr lang="en-US" sz="1200"/>
          </a:p>
        </p:txBody>
      </p:sp>
      <p:pic>
        <p:nvPicPr>
          <p:cNvPr id="9" name="Picture 8">
            <a:extLst>
              <a:ext uri="{FF2B5EF4-FFF2-40B4-BE49-F238E27FC236}">
                <a16:creationId xmlns:a16="http://schemas.microsoft.com/office/drawing/2014/main" id="{369046D6-2BBB-4C56-848E-ABA125ADE2F0}"/>
              </a:ext>
            </a:extLst>
          </p:cNvPr>
          <p:cNvPicPr>
            <a:picLocks noChangeAspect="1"/>
          </p:cNvPicPr>
          <p:nvPr/>
        </p:nvPicPr>
        <p:blipFill>
          <a:blip r:embed="rId3"/>
          <a:stretch>
            <a:fillRect/>
          </a:stretch>
        </p:blipFill>
        <p:spPr>
          <a:xfrm>
            <a:off x="7403320" y="4589314"/>
            <a:ext cx="4293563" cy="1212686"/>
          </a:xfrm>
          <a:prstGeom prst="rect">
            <a:avLst/>
          </a:prstGeom>
        </p:spPr>
      </p:pic>
    </p:spTree>
    <p:extLst>
      <p:ext uri="{BB962C8B-B14F-4D97-AF65-F5344CB8AC3E}">
        <p14:creationId xmlns:p14="http://schemas.microsoft.com/office/powerpoint/2010/main" val="2468968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52BADB-872D-4A97-A120-2E2833260B43}"/>
              </a:ext>
            </a:extLst>
          </p:cNvPr>
          <p:cNvSpPr>
            <a:spLocks noGrp="1"/>
          </p:cNvSpPr>
          <p:nvPr>
            <p:ph type="sldNum" sz="quarter" idx="11"/>
          </p:nvPr>
        </p:nvSpPr>
        <p:spPr/>
        <p:txBody>
          <a:bodyPr/>
          <a:lstStyle/>
          <a:p>
            <a:fld id="{E16BA917-7F09-4B8D-AF07-F52890C14046}" type="slidenum">
              <a:rPr lang="da-DK" smtClean="0"/>
              <a:pPr/>
              <a:t>23</a:t>
            </a:fld>
            <a:endParaRPr lang="da-DK"/>
          </a:p>
        </p:txBody>
      </p:sp>
      <p:sp>
        <p:nvSpPr>
          <p:cNvPr id="3" name="Text Placeholder 2">
            <a:extLst>
              <a:ext uri="{FF2B5EF4-FFF2-40B4-BE49-F238E27FC236}">
                <a16:creationId xmlns:a16="http://schemas.microsoft.com/office/drawing/2014/main" id="{0A0D1020-7A60-4602-8A6D-6DB09073B25E}"/>
              </a:ext>
            </a:extLst>
          </p:cNvPr>
          <p:cNvSpPr>
            <a:spLocks noGrp="1"/>
          </p:cNvSpPr>
          <p:nvPr>
            <p:ph type="body" sz="quarter" idx="17"/>
          </p:nvPr>
        </p:nvSpPr>
        <p:spPr/>
        <p:txBody>
          <a:bodyPr/>
          <a:lstStyle/>
          <a:p>
            <a:r>
              <a:rPr lang="en-US"/>
              <a:t>Stack overflow exception</a:t>
            </a:r>
            <a:endParaRPr lang="da-DK"/>
          </a:p>
        </p:txBody>
      </p:sp>
      <p:sp>
        <p:nvSpPr>
          <p:cNvPr id="4" name="Title 3">
            <a:extLst>
              <a:ext uri="{FF2B5EF4-FFF2-40B4-BE49-F238E27FC236}">
                <a16:creationId xmlns:a16="http://schemas.microsoft.com/office/drawing/2014/main" id="{96468D50-4DC1-4B0C-8365-8D79678092CA}"/>
              </a:ext>
            </a:extLst>
          </p:cNvPr>
          <p:cNvSpPr>
            <a:spLocks noGrp="1"/>
          </p:cNvSpPr>
          <p:nvPr>
            <p:ph type="title"/>
          </p:nvPr>
        </p:nvSpPr>
        <p:spPr/>
        <p:txBody>
          <a:bodyPr/>
          <a:lstStyle/>
          <a:p>
            <a:r>
              <a:rPr lang="en-US"/>
              <a:t>Finally Block</a:t>
            </a:r>
            <a:endParaRPr lang="da-DK"/>
          </a:p>
        </p:txBody>
      </p:sp>
      <p:pic>
        <p:nvPicPr>
          <p:cNvPr id="7" name="Content Placeholder 6">
            <a:extLst>
              <a:ext uri="{FF2B5EF4-FFF2-40B4-BE49-F238E27FC236}">
                <a16:creationId xmlns:a16="http://schemas.microsoft.com/office/drawing/2014/main" id="{5A2F2D48-52AA-4023-A5A7-6A075EB39D75}"/>
              </a:ext>
            </a:extLst>
          </p:cNvPr>
          <p:cNvPicPr>
            <a:picLocks noGrp="1" noChangeAspect="1"/>
          </p:cNvPicPr>
          <p:nvPr>
            <p:ph sz="quarter" idx="19"/>
          </p:nvPr>
        </p:nvPicPr>
        <p:blipFill>
          <a:blip r:embed="rId3"/>
          <a:stretch>
            <a:fillRect/>
          </a:stretch>
        </p:blipFill>
        <p:spPr>
          <a:xfrm>
            <a:off x="664105" y="1458384"/>
            <a:ext cx="5146492" cy="4568825"/>
          </a:xfrm>
        </p:spPr>
      </p:pic>
      <p:pic>
        <p:nvPicPr>
          <p:cNvPr id="11" name="Picture 10">
            <a:extLst>
              <a:ext uri="{FF2B5EF4-FFF2-40B4-BE49-F238E27FC236}">
                <a16:creationId xmlns:a16="http://schemas.microsoft.com/office/drawing/2014/main" id="{B213E7B8-F77C-41E7-A1EE-A6D426B92B2B}"/>
              </a:ext>
            </a:extLst>
          </p:cNvPr>
          <p:cNvPicPr>
            <a:picLocks noChangeAspect="1"/>
          </p:cNvPicPr>
          <p:nvPr/>
        </p:nvPicPr>
        <p:blipFill>
          <a:blip r:embed="rId4"/>
          <a:stretch>
            <a:fillRect/>
          </a:stretch>
        </p:blipFill>
        <p:spPr>
          <a:xfrm>
            <a:off x="6219618" y="1915800"/>
            <a:ext cx="5457825" cy="3886200"/>
          </a:xfrm>
          <a:prstGeom prst="rect">
            <a:avLst/>
          </a:prstGeom>
        </p:spPr>
      </p:pic>
    </p:spTree>
    <p:extLst>
      <p:ext uri="{BB962C8B-B14F-4D97-AF65-F5344CB8AC3E}">
        <p14:creationId xmlns:p14="http://schemas.microsoft.com/office/powerpoint/2010/main" val="32145440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E48541-A794-486E-B913-4BB2E244488B}"/>
              </a:ext>
            </a:extLst>
          </p:cNvPr>
          <p:cNvSpPr>
            <a:spLocks noGrp="1"/>
          </p:cNvSpPr>
          <p:nvPr>
            <p:ph type="sldNum" sz="quarter" idx="11"/>
          </p:nvPr>
        </p:nvSpPr>
        <p:spPr/>
        <p:txBody>
          <a:bodyPr/>
          <a:lstStyle/>
          <a:p>
            <a:fld id="{E16BA917-7F09-4B8D-AF07-F52890C14046}" type="slidenum">
              <a:rPr lang="da-DK" smtClean="0"/>
              <a:pPr/>
              <a:t>24</a:t>
            </a:fld>
            <a:endParaRPr lang="da-DK"/>
          </a:p>
        </p:txBody>
      </p:sp>
      <p:sp>
        <p:nvSpPr>
          <p:cNvPr id="3" name="Text Placeholder 2">
            <a:extLst>
              <a:ext uri="{FF2B5EF4-FFF2-40B4-BE49-F238E27FC236}">
                <a16:creationId xmlns:a16="http://schemas.microsoft.com/office/drawing/2014/main" id="{E6A8196A-937C-4FE0-8D7C-56095DDBE43F}"/>
              </a:ext>
            </a:extLst>
          </p:cNvPr>
          <p:cNvSpPr>
            <a:spLocks noGrp="1"/>
          </p:cNvSpPr>
          <p:nvPr>
            <p:ph type="body" sz="quarter" idx="17"/>
          </p:nvPr>
        </p:nvSpPr>
        <p:spPr/>
        <p:txBody>
          <a:bodyPr/>
          <a:lstStyle/>
          <a:p>
            <a:r>
              <a:rPr lang="en-US"/>
              <a:t>Working with unmanaged resources</a:t>
            </a:r>
          </a:p>
        </p:txBody>
      </p:sp>
      <p:sp>
        <p:nvSpPr>
          <p:cNvPr id="4" name="Title 3">
            <a:extLst>
              <a:ext uri="{FF2B5EF4-FFF2-40B4-BE49-F238E27FC236}">
                <a16:creationId xmlns:a16="http://schemas.microsoft.com/office/drawing/2014/main" id="{02D76CBE-EC4D-4A0D-9E55-C3372808E81F}"/>
              </a:ext>
            </a:extLst>
          </p:cNvPr>
          <p:cNvSpPr>
            <a:spLocks noGrp="1"/>
          </p:cNvSpPr>
          <p:nvPr>
            <p:ph type="title"/>
          </p:nvPr>
        </p:nvSpPr>
        <p:spPr/>
        <p:txBody>
          <a:bodyPr/>
          <a:lstStyle/>
          <a:p>
            <a:r>
              <a:rPr lang="en-US"/>
              <a:t>Finally Block</a:t>
            </a:r>
          </a:p>
        </p:txBody>
      </p:sp>
      <p:sp>
        <p:nvSpPr>
          <p:cNvPr id="6" name="TextBox 5">
            <a:extLst>
              <a:ext uri="{FF2B5EF4-FFF2-40B4-BE49-F238E27FC236}">
                <a16:creationId xmlns:a16="http://schemas.microsoft.com/office/drawing/2014/main" id="{A860A9A8-E499-4306-BE73-3F068AE867A7}"/>
              </a:ext>
            </a:extLst>
          </p:cNvPr>
          <p:cNvSpPr txBox="1"/>
          <p:nvPr/>
        </p:nvSpPr>
        <p:spPr>
          <a:xfrm>
            <a:off x="670985" y="2030753"/>
            <a:ext cx="8991600" cy="2952750"/>
          </a:xfrm>
          <a:prstGeom prst="rect">
            <a:avLst/>
          </a:prstGeom>
          <a:noFill/>
        </p:spPr>
        <p:txBody>
          <a:bodyPr wrap="none" lIns="0" tIns="0" rIns="0" bIns="0" rtlCol="0">
            <a:noAutofit/>
          </a:bodyPr>
          <a:lstStyle/>
          <a:p>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try</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//Use of some unmanaged resources</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 Catch the errors that can occur </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finally</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//Make sure that the resources are released </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endParaRPr lang="en-US" sz="1600">
              <a:latin typeface="+mn-lt"/>
            </a:endParaRPr>
          </a:p>
        </p:txBody>
      </p:sp>
    </p:spTree>
    <p:extLst>
      <p:ext uri="{BB962C8B-B14F-4D97-AF65-F5344CB8AC3E}">
        <p14:creationId xmlns:p14="http://schemas.microsoft.com/office/powerpoint/2010/main" val="23134873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375A638-12D8-48F0-95E0-35AED9BC761E}"/>
              </a:ext>
            </a:extLst>
          </p:cNvPr>
          <p:cNvSpPr>
            <a:spLocks noGrp="1"/>
          </p:cNvSpPr>
          <p:nvPr>
            <p:ph type="sldNum" sz="quarter" idx="11"/>
          </p:nvPr>
        </p:nvSpPr>
        <p:spPr/>
        <p:txBody>
          <a:bodyPr/>
          <a:lstStyle/>
          <a:p>
            <a:fld id="{E16BA917-7F09-4B8D-AF07-F52890C14046}" type="slidenum">
              <a:rPr lang="da-DK" smtClean="0"/>
              <a:pPr/>
              <a:t>25</a:t>
            </a:fld>
            <a:endParaRPr lang="da-DK"/>
          </a:p>
        </p:txBody>
      </p:sp>
      <p:sp>
        <p:nvSpPr>
          <p:cNvPr id="3" name="Text Placeholder 2">
            <a:extLst>
              <a:ext uri="{FF2B5EF4-FFF2-40B4-BE49-F238E27FC236}">
                <a16:creationId xmlns:a16="http://schemas.microsoft.com/office/drawing/2014/main" id="{42142D79-60B4-4A53-8837-6B6B8A5A7D54}"/>
              </a:ext>
            </a:extLst>
          </p:cNvPr>
          <p:cNvSpPr>
            <a:spLocks noGrp="1"/>
          </p:cNvSpPr>
          <p:nvPr>
            <p:ph type="body" sz="quarter" idx="17"/>
          </p:nvPr>
        </p:nvSpPr>
        <p:spPr/>
        <p:txBody>
          <a:bodyPr/>
          <a:lstStyle/>
          <a:p>
            <a:endParaRPr lang="da-DK"/>
          </a:p>
        </p:txBody>
      </p:sp>
      <p:sp>
        <p:nvSpPr>
          <p:cNvPr id="4" name="Title 3">
            <a:extLst>
              <a:ext uri="{FF2B5EF4-FFF2-40B4-BE49-F238E27FC236}">
                <a16:creationId xmlns:a16="http://schemas.microsoft.com/office/drawing/2014/main" id="{B909997E-70EF-4D07-BD67-9F4FCAEB018B}"/>
              </a:ext>
            </a:extLst>
          </p:cNvPr>
          <p:cNvSpPr>
            <a:spLocks noGrp="1"/>
          </p:cNvSpPr>
          <p:nvPr>
            <p:ph type="title"/>
          </p:nvPr>
        </p:nvSpPr>
        <p:spPr/>
        <p:txBody>
          <a:bodyPr/>
          <a:lstStyle/>
          <a:p>
            <a:r>
              <a:rPr lang="en-US"/>
              <a:t>Practice 2</a:t>
            </a:r>
            <a:endParaRPr lang="da-DK"/>
          </a:p>
        </p:txBody>
      </p:sp>
      <p:sp>
        <p:nvSpPr>
          <p:cNvPr id="5" name="Content Placeholder 4">
            <a:extLst>
              <a:ext uri="{FF2B5EF4-FFF2-40B4-BE49-F238E27FC236}">
                <a16:creationId xmlns:a16="http://schemas.microsoft.com/office/drawing/2014/main" id="{D5E29D1A-C5F6-46E3-BCC9-3CBC378AABF6}"/>
              </a:ext>
            </a:extLst>
          </p:cNvPr>
          <p:cNvSpPr>
            <a:spLocks noGrp="1"/>
          </p:cNvSpPr>
          <p:nvPr>
            <p:ph sz="quarter" idx="19"/>
          </p:nvPr>
        </p:nvSpPr>
        <p:spPr/>
        <p:txBody>
          <a:bodyPr/>
          <a:lstStyle/>
          <a:p>
            <a:pPr marL="342900" indent="-342900">
              <a:buFont typeface="+mj-lt"/>
              <a:buAutoNum type="arabicPeriod"/>
            </a:pPr>
            <a:r>
              <a:rPr lang="en-US" sz="1400"/>
              <a:t>Add new method in the </a:t>
            </a:r>
            <a:r>
              <a:rPr lang="en-US" sz="1400" i="1">
                <a:solidFill>
                  <a:srgbClr val="2B91AF"/>
                </a:solidFill>
                <a:latin typeface="Consolas" panose="020B0609020204030204" pitchFamily="49" charset="0"/>
              </a:rPr>
              <a:t>Calculator</a:t>
            </a:r>
            <a:r>
              <a:rPr lang="en-US" sz="1400"/>
              <a:t> class to support division operation, update </a:t>
            </a:r>
            <a:r>
              <a:rPr lang="en-US" sz="1400" i="1">
                <a:solidFill>
                  <a:srgbClr val="2B91AF"/>
                </a:solidFill>
                <a:latin typeface="Consolas" panose="020B0609020204030204" pitchFamily="49" charset="0"/>
              </a:rPr>
              <a:t>DoArithmeticOperation</a:t>
            </a:r>
            <a:r>
              <a:rPr lang="en-US" sz="1400"/>
              <a:t> method correspondingly.</a:t>
            </a:r>
          </a:p>
          <a:p>
            <a:pPr marL="342900" indent="-342900">
              <a:buFont typeface="+mj-lt"/>
              <a:buAutoNum type="arabicPeriod"/>
            </a:pPr>
            <a:r>
              <a:rPr lang="en-US" sz="1400"/>
              <a:t>Add tests for newly added operation. Consider cases when second number equals to zero. Which result is returned?</a:t>
            </a:r>
          </a:p>
          <a:p>
            <a:pPr marL="342900" indent="-342900">
              <a:buFont typeface="+mj-lt"/>
              <a:buAutoNum type="arabicPeriod"/>
            </a:pPr>
            <a:r>
              <a:rPr lang="en-US" sz="1400"/>
              <a:t>Dividing a floating-point value by zero doesn't throw an exception. The result is a positive infinity, negative infinity, or not a number (</a:t>
            </a:r>
            <a:r>
              <a:rPr lang="en-US" sz="1400" err="1"/>
              <a:t>NaN</a:t>
            </a:r>
            <a:r>
              <a:rPr lang="en-US" sz="1400"/>
              <a:t>), according to the floating-point number arithmetic. Let’s change this behavior for our calculator. Enhance division method and throw </a:t>
            </a:r>
            <a:r>
              <a:rPr lang="en-US" sz="1400" i="1" err="1">
                <a:solidFill>
                  <a:srgbClr val="2B91AF"/>
                </a:solidFill>
                <a:latin typeface="Consolas" panose="020B0609020204030204" pitchFamily="49" charset="0"/>
              </a:rPr>
              <a:t>DivideByZeroException</a:t>
            </a:r>
            <a:r>
              <a:rPr lang="en-US" sz="1400" i="1">
                <a:solidFill>
                  <a:srgbClr val="2B91AF"/>
                </a:solidFill>
                <a:latin typeface="Consolas" panose="020B0609020204030204" pitchFamily="49" charset="0"/>
              </a:rPr>
              <a:t> </a:t>
            </a:r>
            <a:r>
              <a:rPr lang="en-US" sz="1400"/>
              <a:t>when second argument equals to zero. </a:t>
            </a:r>
          </a:p>
          <a:p>
            <a:pPr marL="342900" indent="-342900">
              <a:buFont typeface="+mj-lt"/>
              <a:buAutoNum type="arabicPeriod"/>
            </a:pPr>
            <a:r>
              <a:rPr lang="en-US" sz="1400"/>
              <a:t>Add an additional catch clause inside </a:t>
            </a:r>
            <a:r>
              <a:rPr lang="en-US" sz="1400" i="1">
                <a:solidFill>
                  <a:srgbClr val="2B91AF"/>
                </a:solidFill>
                <a:latin typeface="Consolas" panose="020B0609020204030204" pitchFamily="49" charset="0"/>
              </a:rPr>
              <a:t>Program</a:t>
            </a:r>
            <a:r>
              <a:rPr lang="en-US" sz="1400"/>
              <a:t> class to catch </a:t>
            </a:r>
            <a:r>
              <a:rPr lang="en-US" sz="1400" i="1" err="1">
                <a:solidFill>
                  <a:srgbClr val="2B91AF"/>
                </a:solidFill>
                <a:latin typeface="Consolas" panose="020B0609020204030204" pitchFamily="49" charset="0"/>
              </a:rPr>
              <a:t>DivideByZeroException</a:t>
            </a:r>
            <a:r>
              <a:rPr lang="en-US" sz="1400"/>
              <a:t>. Provide meaningful message to the console in this case.</a:t>
            </a:r>
          </a:p>
          <a:p>
            <a:pPr marL="342900" indent="-342900">
              <a:buFont typeface="+mj-lt"/>
              <a:buAutoNum type="arabicPeriod"/>
            </a:pPr>
            <a:r>
              <a:rPr lang="en-US" sz="1400"/>
              <a:t>Add logging logic in the </a:t>
            </a:r>
            <a:r>
              <a:rPr lang="en-US" sz="1400" i="1">
                <a:solidFill>
                  <a:srgbClr val="2B91AF"/>
                </a:solidFill>
                <a:latin typeface="Consolas" panose="020B0609020204030204" pitchFamily="49" charset="0"/>
              </a:rPr>
              <a:t>Calculator </a:t>
            </a:r>
            <a:r>
              <a:rPr lang="en-US" sz="1400"/>
              <a:t>class. Write to the console the numbers, the operator passed to the calculator and the status of the operation (was it completed successfully or not). Make sure that logging works even if an exception occurred. </a:t>
            </a:r>
          </a:p>
          <a:p>
            <a:pPr marL="342900" indent="-342900">
              <a:buFont typeface="+mj-lt"/>
              <a:buAutoNum type="arabicPeriod"/>
            </a:pPr>
            <a:r>
              <a:rPr lang="en-US" sz="1400"/>
              <a:t>Run the application, check how the logging works for different scenarios.</a:t>
            </a:r>
          </a:p>
          <a:p>
            <a:pPr marL="342900" indent="-342900">
              <a:buFont typeface="+mj-lt"/>
              <a:buAutoNum type="arabicPeriod"/>
            </a:pPr>
            <a:r>
              <a:rPr lang="en-US" sz="1400"/>
              <a:t>Put a break point inside the division method, debug a test which checks that </a:t>
            </a:r>
            <a:r>
              <a:rPr lang="en-US" sz="1400" i="1" err="1">
                <a:solidFill>
                  <a:srgbClr val="2B91AF"/>
                </a:solidFill>
                <a:latin typeface="Consolas" panose="020B0609020204030204" pitchFamily="49" charset="0"/>
              </a:rPr>
              <a:t>DivideByZeroException</a:t>
            </a:r>
            <a:r>
              <a:rPr lang="en-US" sz="1400"/>
              <a:t> is thrown, trace how the control is passed when an exception is “bubbling up” through the call stack.</a:t>
            </a:r>
          </a:p>
          <a:p>
            <a:pPr marL="342900" indent="-342900">
              <a:buFont typeface="+mj-lt"/>
              <a:buAutoNum type="arabicPeriod"/>
            </a:pPr>
            <a:endParaRPr lang="en-US" sz="1400"/>
          </a:p>
        </p:txBody>
      </p:sp>
      <p:pic>
        <p:nvPicPr>
          <p:cNvPr id="7" name="Graphic 6" descr="Flask">
            <a:extLst>
              <a:ext uri="{FF2B5EF4-FFF2-40B4-BE49-F238E27FC236}">
                <a16:creationId xmlns:a16="http://schemas.microsoft.com/office/drawing/2014/main" id="{90BD6320-16AA-4D6D-9445-1391FEBA6D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28582315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375A638-12D8-48F0-95E0-35AED9BC761E}"/>
              </a:ext>
            </a:extLst>
          </p:cNvPr>
          <p:cNvSpPr>
            <a:spLocks noGrp="1"/>
          </p:cNvSpPr>
          <p:nvPr>
            <p:ph type="sldNum" sz="quarter" idx="11"/>
          </p:nvPr>
        </p:nvSpPr>
        <p:spPr/>
        <p:txBody>
          <a:bodyPr/>
          <a:lstStyle/>
          <a:p>
            <a:fld id="{E16BA917-7F09-4B8D-AF07-F52890C14046}" type="slidenum">
              <a:rPr lang="da-DK" smtClean="0"/>
              <a:pPr/>
              <a:t>26</a:t>
            </a:fld>
            <a:endParaRPr lang="da-DK"/>
          </a:p>
        </p:txBody>
      </p:sp>
      <p:sp>
        <p:nvSpPr>
          <p:cNvPr id="3" name="Text Placeholder 2">
            <a:extLst>
              <a:ext uri="{FF2B5EF4-FFF2-40B4-BE49-F238E27FC236}">
                <a16:creationId xmlns:a16="http://schemas.microsoft.com/office/drawing/2014/main" id="{42142D79-60B4-4A53-8837-6B6B8A5A7D54}"/>
              </a:ext>
            </a:extLst>
          </p:cNvPr>
          <p:cNvSpPr>
            <a:spLocks noGrp="1"/>
          </p:cNvSpPr>
          <p:nvPr>
            <p:ph type="body" sz="quarter" idx="17"/>
          </p:nvPr>
        </p:nvSpPr>
        <p:spPr/>
        <p:txBody>
          <a:bodyPr/>
          <a:lstStyle/>
          <a:p>
            <a:r>
              <a:rPr lang="en-US">
                <a:latin typeface="Arial"/>
                <a:cs typeface="Arial"/>
              </a:rPr>
              <a:t>Solution</a:t>
            </a:r>
            <a:endParaRPr lang="da-DK"/>
          </a:p>
        </p:txBody>
      </p:sp>
      <p:sp>
        <p:nvSpPr>
          <p:cNvPr id="4" name="Title 3">
            <a:extLst>
              <a:ext uri="{FF2B5EF4-FFF2-40B4-BE49-F238E27FC236}">
                <a16:creationId xmlns:a16="http://schemas.microsoft.com/office/drawing/2014/main" id="{B909997E-70EF-4D07-BD67-9F4FCAEB018B}"/>
              </a:ext>
            </a:extLst>
          </p:cNvPr>
          <p:cNvSpPr>
            <a:spLocks noGrp="1"/>
          </p:cNvSpPr>
          <p:nvPr>
            <p:ph type="title"/>
          </p:nvPr>
        </p:nvSpPr>
        <p:spPr/>
        <p:txBody>
          <a:bodyPr/>
          <a:lstStyle/>
          <a:p>
            <a:r>
              <a:rPr lang="en-US"/>
              <a:t>Practice 2</a:t>
            </a:r>
            <a:endParaRPr lang="da-DK"/>
          </a:p>
        </p:txBody>
      </p:sp>
      <p:pic>
        <p:nvPicPr>
          <p:cNvPr id="7" name="Graphic 6" descr="Flask">
            <a:extLst>
              <a:ext uri="{FF2B5EF4-FFF2-40B4-BE49-F238E27FC236}">
                <a16:creationId xmlns:a16="http://schemas.microsoft.com/office/drawing/2014/main" id="{90BD6320-16AA-4D6D-9445-1391FEBA6D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
        <p:nvSpPr>
          <p:cNvPr id="6" name="TextBox 5">
            <a:extLst>
              <a:ext uri="{FF2B5EF4-FFF2-40B4-BE49-F238E27FC236}">
                <a16:creationId xmlns:a16="http://schemas.microsoft.com/office/drawing/2014/main" id="{2BD2FA89-2AD8-428C-88C7-FE46E00807D6}"/>
              </a:ext>
            </a:extLst>
          </p:cNvPr>
          <p:cNvSpPr txBox="1"/>
          <p:nvPr/>
        </p:nvSpPr>
        <p:spPr>
          <a:xfrm>
            <a:off x="670981" y="1416628"/>
            <a:ext cx="8670087" cy="4539498"/>
          </a:xfrm>
          <a:prstGeom prst="rect">
            <a:avLst/>
          </a:prstGeom>
          <a:noFill/>
        </p:spPr>
        <p:txBody>
          <a:bodyPr wrap="none" lIns="0" tIns="0" rIns="0" bIns="0" rtlCol="0">
            <a:noAutofit/>
          </a:bodyPr>
          <a:lstStyle/>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private</a:t>
            </a: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double</a:t>
            </a:r>
            <a:r>
              <a:rPr lang="en-US" sz="800">
                <a:solidFill>
                  <a:srgbClr val="000000"/>
                </a:solidFill>
                <a:latin typeface="Consolas" panose="020B0609020204030204" pitchFamily="49" charset="0"/>
              </a:rPr>
              <a:t> Divide(</a:t>
            </a:r>
            <a:r>
              <a:rPr lang="en-US" sz="800">
                <a:solidFill>
                  <a:srgbClr val="0000FF"/>
                </a:solidFill>
                <a:latin typeface="Consolas" panose="020B0609020204030204" pitchFamily="49" charset="0"/>
              </a:rPr>
              <a:t>double</a:t>
            </a:r>
            <a:r>
              <a:rPr lang="en-US" sz="800">
                <a:solidFill>
                  <a:srgbClr val="000000"/>
                </a:solidFill>
                <a:latin typeface="Consolas" panose="020B0609020204030204" pitchFamily="49" charset="0"/>
              </a:rPr>
              <a:t> firstNumber, </a:t>
            </a:r>
            <a:r>
              <a:rPr lang="en-US" sz="800">
                <a:solidFill>
                  <a:srgbClr val="0000FF"/>
                </a:solidFill>
                <a:latin typeface="Consolas" panose="020B0609020204030204" pitchFamily="49" charset="0"/>
              </a:rPr>
              <a:t>double</a:t>
            </a:r>
            <a:r>
              <a:rPr lang="en-US" sz="800">
                <a:solidFill>
                  <a:srgbClr val="000000"/>
                </a:solidFill>
                <a:latin typeface="Consolas" panose="020B0609020204030204" pitchFamily="49" charset="0"/>
              </a:rPr>
              <a:t> secondNumber) {</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if</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secondNumber.Equals</a:t>
            </a:r>
            <a:r>
              <a:rPr lang="en-US" sz="800">
                <a:solidFill>
                  <a:srgbClr val="000000"/>
                </a:solidFill>
                <a:latin typeface="Consolas" panose="020B0609020204030204" pitchFamily="49" charset="0"/>
              </a:rPr>
              <a:t>(0)) {</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throw</a:t>
            </a: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new</a:t>
            </a:r>
            <a:r>
              <a:rPr lang="en-US" sz="800">
                <a:solidFill>
                  <a:srgbClr val="000000"/>
                </a:solidFill>
                <a:latin typeface="Consolas" panose="020B0609020204030204" pitchFamily="49" charset="0"/>
              </a:rPr>
              <a:t> </a:t>
            </a:r>
            <a:r>
              <a:rPr lang="en-US" sz="800" err="1">
                <a:solidFill>
                  <a:srgbClr val="2B91AF"/>
                </a:solidFill>
                <a:latin typeface="Consolas" panose="020B0609020204030204" pitchFamily="49" charset="0"/>
              </a:rPr>
              <a:t>DivideByZeroException</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return</a:t>
            </a:r>
            <a:r>
              <a:rPr lang="en-US" sz="800">
                <a:solidFill>
                  <a:srgbClr val="000000"/>
                </a:solidFill>
                <a:latin typeface="Consolas" panose="020B0609020204030204" pitchFamily="49" charset="0"/>
              </a:rPr>
              <a:t> </a:t>
            </a:r>
            <a:r>
              <a:rPr lang="en-US" sz="800">
                <a:solidFill>
                  <a:srgbClr val="2B91AF"/>
                </a:solidFill>
                <a:latin typeface="Consolas" panose="020B0609020204030204" pitchFamily="49" charset="0"/>
              </a:rPr>
              <a:t>Math</a:t>
            </a:r>
            <a:r>
              <a:rPr lang="en-US" sz="800">
                <a:solidFill>
                  <a:srgbClr val="000000"/>
                </a:solidFill>
                <a:latin typeface="Consolas" panose="020B0609020204030204" pitchFamily="49" charset="0"/>
              </a:rPr>
              <a:t>.Round(firstNumber / secondNumber, NUMBER_OF_DECIMALS);</a:t>
            </a:r>
          </a:p>
          <a:p>
            <a:r>
              <a:rPr lang="en-US" sz="800">
                <a:solidFill>
                  <a:srgbClr val="000000"/>
                </a:solidFill>
                <a:latin typeface="Consolas" panose="020B0609020204030204" pitchFamily="49" charset="0"/>
              </a:rPr>
              <a:t>        }</a:t>
            </a:r>
          </a:p>
          <a:p>
            <a:endParaRPr lang="en-US" sz="800">
              <a:solidFill>
                <a:srgbClr val="000000"/>
              </a:solidFill>
              <a:latin typeface="Consolas" panose="020B0609020204030204" pitchFamily="49" charset="0"/>
            </a:endParaRP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public</a:t>
            </a: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double</a:t>
            </a:r>
            <a:r>
              <a:rPr lang="en-US" sz="800">
                <a:solidFill>
                  <a:srgbClr val="000000"/>
                </a:solidFill>
                <a:latin typeface="Consolas" panose="020B0609020204030204" pitchFamily="49" charset="0"/>
              </a:rPr>
              <a:t> DoArithmeticOperation(</a:t>
            </a:r>
            <a:r>
              <a:rPr lang="en-US" sz="800">
                <a:solidFill>
                  <a:srgbClr val="0000FF"/>
                </a:solidFill>
                <a:latin typeface="Consolas" panose="020B0609020204030204" pitchFamily="49" charset="0"/>
              </a:rPr>
              <a:t>double</a:t>
            </a:r>
            <a:r>
              <a:rPr lang="en-US" sz="800">
                <a:solidFill>
                  <a:srgbClr val="000000"/>
                </a:solidFill>
                <a:latin typeface="Consolas" panose="020B0609020204030204" pitchFamily="49" charset="0"/>
              </a:rPr>
              <a:t> firstNumber, </a:t>
            </a:r>
            <a:r>
              <a:rPr lang="en-US" sz="800">
                <a:solidFill>
                  <a:srgbClr val="0000FF"/>
                </a:solidFill>
                <a:latin typeface="Consolas" panose="020B0609020204030204" pitchFamily="49" charset="0"/>
              </a:rPr>
              <a:t>double</a:t>
            </a:r>
            <a:r>
              <a:rPr lang="en-US" sz="800">
                <a:solidFill>
                  <a:srgbClr val="000000"/>
                </a:solidFill>
                <a:latin typeface="Consolas" panose="020B0609020204030204" pitchFamily="49" charset="0"/>
              </a:rPr>
              <a:t> secondNumber, </a:t>
            </a:r>
            <a:r>
              <a:rPr lang="en-US" sz="800">
                <a:solidFill>
                  <a:srgbClr val="0000FF"/>
                </a:solidFill>
                <a:latin typeface="Consolas" panose="020B0609020204030204" pitchFamily="49" charset="0"/>
              </a:rPr>
              <a:t>string</a:t>
            </a:r>
            <a:r>
              <a:rPr lang="en-US" sz="800">
                <a:solidFill>
                  <a:srgbClr val="000000"/>
                </a:solidFill>
                <a:latin typeface="Consolas" panose="020B0609020204030204" pitchFamily="49" charset="0"/>
              </a:rPr>
              <a:t> operation) {</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var</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isSuccess</a:t>
            </a:r>
            <a:r>
              <a:rPr lang="en-US" sz="800">
                <a:solidFill>
                  <a:srgbClr val="000000"/>
                </a:solidFill>
                <a:latin typeface="Consolas" panose="020B0609020204030204" pitchFamily="49" charset="0"/>
              </a:rPr>
              <a:t> = </a:t>
            </a:r>
            <a:r>
              <a:rPr lang="en-US" sz="800">
                <a:solidFill>
                  <a:srgbClr val="0000FF"/>
                </a:solidFill>
                <a:latin typeface="Consolas" panose="020B0609020204030204" pitchFamily="49" charset="0"/>
              </a:rPr>
              <a:t>false</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double</a:t>
            </a:r>
            <a:r>
              <a:rPr lang="en-US" sz="800">
                <a:solidFill>
                  <a:srgbClr val="000000"/>
                </a:solidFill>
                <a:latin typeface="Consolas" panose="020B0609020204030204" pitchFamily="49" charset="0"/>
              </a:rPr>
              <a:t> result;</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try</a:t>
            </a:r>
            <a:r>
              <a:rPr lang="en-US" sz="800">
                <a:solidFill>
                  <a:srgbClr val="000000"/>
                </a:solidFill>
                <a:latin typeface="Consolas" panose="020B0609020204030204" pitchFamily="49" charset="0"/>
              </a:rPr>
              <a:t> {</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switch</a:t>
            </a:r>
            <a:r>
              <a:rPr lang="en-US" sz="800">
                <a:solidFill>
                  <a:srgbClr val="000000"/>
                </a:solidFill>
                <a:latin typeface="Consolas" panose="020B0609020204030204" pitchFamily="49" charset="0"/>
              </a:rPr>
              <a:t> (operation) {</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case</a:t>
            </a:r>
            <a:r>
              <a:rPr lang="en-US" sz="800">
                <a:solidFill>
                  <a:srgbClr val="000000"/>
                </a:solidFill>
                <a:latin typeface="Consolas" panose="020B0609020204030204" pitchFamily="49" charset="0"/>
              </a:rPr>
              <a:t> </a:t>
            </a:r>
            <a:r>
              <a:rPr lang="en-US" sz="800">
                <a:solidFill>
                  <a:srgbClr val="A31515"/>
                </a:solidFill>
                <a:latin typeface="Consolas" panose="020B0609020204030204" pitchFamily="49" charset="0"/>
              </a:rPr>
              <a:t>"+"</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result = Add(firstNumber, secondNumber);</a:t>
            </a:r>
          </a:p>
          <a:p>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isSuccess</a:t>
            </a:r>
            <a:r>
              <a:rPr lang="en-US" sz="800">
                <a:solidFill>
                  <a:srgbClr val="000000"/>
                </a:solidFill>
                <a:latin typeface="Consolas" panose="020B0609020204030204" pitchFamily="49" charset="0"/>
              </a:rPr>
              <a:t> = </a:t>
            </a:r>
            <a:r>
              <a:rPr lang="en-US" sz="800">
                <a:solidFill>
                  <a:srgbClr val="0000FF"/>
                </a:solidFill>
                <a:latin typeface="Consolas" panose="020B0609020204030204" pitchFamily="49" charset="0"/>
              </a:rPr>
              <a:t>true</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break</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case</a:t>
            </a:r>
            <a:r>
              <a:rPr lang="en-US" sz="800">
                <a:solidFill>
                  <a:srgbClr val="000000"/>
                </a:solidFill>
                <a:latin typeface="Consolas" panose="020B0609020204030204" pitchFamily="49" charset="0"/>
              </a:rPr>
              <a:t> </a:t>
            </a:r>
            <a:r>
              <a:rPr lang="en-US" sz="800">
                <a:solidFill>
                  <a:srgbClr val="A31515"/>
                </a:solidFill>
                <a:latin typeface="Consolas" panose="020B0609020204030204" pitchFamily="49" charset="0"/>
              </a:rPr>
              <a:t>"-"</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result = Subtract(firstNumber, secondNumber);</a:t>
            </a:r>
          </a:p>
          <a:p>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isSuccess</a:t>
            </a:r>
            <a:r>
              <a:rPr lang="en-US" sz="800">
                <a:solidFill>
                  <a:srgbClr val="000000"/>
                </a:solidFill>
                <a:latin typeface="Consolas" panose="020B0609020204030204" pitchFamily="49" charset="0"/>
              </a:rPr>
              <a:t> = </a:t>
            </a:r>
            <a:r>
              <a:rPr lang="en-US" sz="800">
                <a:solidFill>
                  <a:srgbClr val="0000FF"/>
                </a:solidFill>
                <a:latin typeface="Consolas" panose="020B0609020204030204" pitchFamily="49" charset="0"/>
              </a:rPr>
              <a:t>true</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break</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case</a:t>
            </a:r>
            <a:r>
              <a:rPr lang="en-US" sz="800">
                <a:solidFill>
                  <a:srgbClr val="000000"/>
                </a:solidFill>
                <a:latin typeface="Consolas" panose="020B0609020204030204" pitchFamily="49" charset="0"/>
              </a:rPr>
              <a:t> </a:t>
            </a:r>
            <a:r>
              <a:rPr lang="en-US" sz="800">
                <a:solidFill>
                  <a:srgbClr val="A31515"/>
                </a:solidFill>
                <a:latin typeface="Consolas" panose="020B0609020204030204" pitchFamily="49" charset="0"/>
              </a:rPr>
              <a:t>"/"</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result = Divide(firstNumber, secondNumber);</a:t>
            </a:r>
          </a:p>
          <a:p>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isSuccess</a:t>
            </a:r>
            <a:r>
              <a:rPr lang="en-US" sz="800">
                <a:solidFill>
                  <a:srgbClr val="000000"/>
                </a:solidFill>
                <a:latin typeface="Consolas" panose="020B0609020204030204" pitchFamily="49" charset="0"/>
              </a:rPr>
              <a:t> = </a:t>
            </a:r>
            <a:r>
              <a:rPr lang="en-US" sz="800">
                <a:solidFill>
                  <a:srgbClr val="0000FF"/>
                </a:solidFill>
                <a:latin typeface="Consolas" panose="020B0609020204030204" pitchFamily="49" charset="0"/>
              </a:rPr>
              <a:t>true</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break</a:t>
            </a:r>
            <a:r>
              <a:rPr lang="en-US" sz="800">
                <a:solidFill>
                  <a:srgbClr val="000000"/>
                </a:solidFill>
                <a:latin typeface="Consolas" panose="020B0609020204030204" pitchFamily="49" charset="0"/>
              </a:rPr>
              <a:t>; </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default</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throw</a:t>
            </a: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new</a:t>
            </a:r>
            <a:r>
              <a:rPr lang="en-US" sz="800">
                <a:solidFill>
                  <a:srgbClr val="000000"/>
                </a:solidFill>
                <a:latin typeface="Consolas" panose="020B0609020204030204" pitchFamily="49" charset="0"/>
              </a:rPr>
              <a:t> </a:t>
            </a:r>
            <a:r>
              <a:rPr lang="en-US" sz="800">
                <a:solidFill>
                  <a:srgbClr val="2B91AF"/>
                </a:solidFill>
                <a:latin typeface="Consolas" panose="020B0609020204030204" pitchFamily="49" charset="0"/>
              </a:rPr>
              <a:t>ArgumentOutOfRangeException</a:t>
            </a:r>
            <a:r>
              <a:rPr lang="en-US" sz="800">
                <a:solidFill>
                  <a:srgbClr val="000000"/>
                </a:solidFill>
                <a:latin typeface="Consolas" panose="020B0609020204030204" pitchFamily="49" charset="0"/>
              </a:rPr>
              <a:t>(</a:t>
            </a:r>
            <a:r>
              <a:rPr lang="en-US" sz="800">
                <a:solidFill>
                  <a:srgbClr val="A31515"/>
                </a:solidFill>
                <a:latin typeface="Consolas" panose="020B0609020204030204" pitchFamily="49" charset="0"/>
              </a:rPr>
              <a:t>$"</a:t>
            </a:r>
            <a:r>
              <a:rPr lang="en-US" sz="800">
                <a:solidFill>
                  <a:srgbClr val="000000"/>
                </a:solidFill>
                <a:latin typeface="Consolas" panose="020B0609020204030204" pitchFamily="49" charset="0"/>
              </a:rPr>
              <a:t>{operation}</a:t>
            </a:r>
            <a:r>
              <a:rPr lang="en-US" sz="800">
                <a:solidFill>
                  <a:srgbClr val="A31515"/>
                </a:solidFill>
                <a:latin typeface="Consolas" panose="020B0609020204030204" pitchFamily="49" charset="0"/>
              </a:rPr>
              <a:t> is not supported </a:t>
            </a:r>
            <a:r>
              <a:rPr lang="en-US" sz="800">
                <a:solidFill>
                  <a:srgbClr val="000000"/>
                </a:solidFill>
                <a:latin typeface="Consolas" panose="020B0609020204030204" pitchFamily="49" charset="0"/>
              </a:rPr>
              <a:t>{</a:t>
            </a:r>
            <a:r>
              <a:rPr lang="en-US" sz="800">
                <a:solidFill>
                  <a:srgbClr val="0000FF"/>
                </a:solidFill>
                <a:latin typeface="Consolas" panose="020B0609020204030204" pitchFamily="49" charset="0"/>
              </a:rPr>
              <a:t>nameof</a:t>
            </a:r>
            <a:r>
              <a:rPr lang="en-US" sz="800">
                <a:solidFill>
                  <a:srgbClr val="000000"/>
                </a:solidFill>
                <a:latin typeface="Consolas" panose="020B0609020204030204" pitchFamily="49" charset="0"/>
              </a:rPr>
              <a:t>(operation)}</a:t>
            </a:r>
            <a:r>
              <a:rPr lang="en-US" sz="800">
                <a:solidFill>
                  <a:srgbClr val="A31515"/>
                </a:solidFill>
                <a:latin typeface="Consolas" panose="020B0609020204030204" pitchFamily="49" charset="0"/>
              </a:rPr>
              <a:t>"</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a:t>
            </a:r>
          </a:p>
          <a:p>
            <a:r>
              <a:rPr lang="en-US" sz="800">
                <a:solidFill>
                  <a:srgbClr val="000000"/>
                </a:solidFill>
                <a:latin typeface="Consolas" panose="020B0609020204030204" pitchFamily="49" charset="0"/>
              </a:rPr>
              <a:t>            } </a:t>
            </a:r>
            <a:r>
              <a:rPr lang="en-US" sz="800">
                <a:solidFill>
                  <a:srgbClr val="0000FF"/>
                </a:solidFill>
                <a:latin typeface="Consolas" panose="020B0609020204030204" pitchFamily="49" charset="0"/>
              </a:rPr>
              <a:t>finally</a:t>
            </a:r>
            <a:r>
              <a:rPr lang="en-US" sz="800">
                <a:solidFill>
                  <a:srgbClr val="000000"/>
                </a:solidFill>
                <a:latin typeface="Consolas" panose="020B0609020204030204" pitchFamily="49" charset="0"/>
              </a:rPr>
              <a:t> {</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var</a:t>
            </a:r>
            <a:r>
              <a:rPr lang="en-US" sz="800">
                <a:solidFill>
                  <a:srgbClr val="000000"/>
                </a:solidFill>
                <a:latin typeface="Consolas" panose="020B0609020204030204" pitchFamily="49" charset="0"/>
              </a:rPr>
              <a:t> statusMessage = isSuccess ? </a:t>
            </a:r>
            <a:r>
              <a:rPr lang="en-US" sz="800">
                <a:solidFill>
                  <a:srgbClr val="A31515"/>
                </a:solidFill>
                <a:latin typeface="Consolas" panose="020B0609020204030204" pitchFamily="49" charset="0"/>
              </a:rPr>
              <a:t>"Success!"</a:t>
            </a:r>
            <a:r>
              <a:rPr lang="en-US" sz="800">
                <a:solidFill>
                  <a:srgbClr val="000000"/>
                </a:solidFill>
                <a:latin typeface="Consolas" panose="020B0609020204030204" pitchFamily="49" charset="0"/>
              </a:rPr>
              <a:t> : </a:t>
            </a:r>
            <a:r>
              <a:rPr lang="en-US" sz="800">
                <a:solidFill>
                  <a:srgbClr val="A31515"/>
                </a:solidFill>
                <a:latin typeface="Consolas" panose="020B0609020204030204" pitchFamily="49" charset="0"/>
              </a:rPr>
              <a:t>"Failed"</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a:t>
            </a:r>
            <a:r>
              <a:rPr lang="en-US" sz="800">
                <a:solidFill>
                  <a:srgbClr val="2B91AF"/>
                </a:solidFill>
                <a:latin typeface="Consolas" panose="020B0609020204030204" pitchFamily="49" charset="0"/>
              </a:rPr>
              <a:t>Console</a:t>
            </a:r>
            <a:r>
              <a:rPr lang="en-US" sz="800">
                <a:solidFill>
                  <a:srgbClr val="000000"/>
                </a:solidFill>
                <a:latin typeface="Consolas" panose="020B0609020204030204" pitchFamily="49" charset="0"/>
              </a:rPr>
              <a:t>.WriteLine(</a:t>
            </a:r>
            <a:r>
              <a:rPr lang="en-US" sz="800">
                <a:solidFill>
                  <a:srgbClr val="A31515"/>
                </a:solidFill>
                <a:latin typeface="Consolas" panose="020B0609020204030204" pitchFamily="49" charset="0"/>
              </a:rPr>
              <a:t>"---START LOGGING---"</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a:t>
            </a:r>
            <a:r>
              <a:rPr lang="en-US" sz="800">
                <a:solidFill>
                  <a:srgbClr val="2B91AF"/>
                </a:solidFill>
                <a:latin typeface="Consolas" panose="020B0609020204030204" pitchFamily="49" charset="0"/>
              </a:rPr>
              <a:t>Console</a:t>
            </a:r>
            <a:r>
              <a:rPr lang="en-US" sz="800">
                <a:solidFill>
                  <a:srgbClr val="000000"/>
                </a:solidFill>
                <a:latin typeface="Consolas" panose="020B0609020204030204" pitchFamily="49" charset="0"/>
              </a:rPr>
              <a:t>.WriteLine(</a:t>
            </a:r>
            <a:r>
              <a:rPr lang="en-US" sz="800">
                <a:solidFill>
                  <a:srgbClr val="A31515"/>
                </a:solidFill>
                <a:latin typeface="Consolas" panose="020B0609020204030204" pitchFamily="49" charset="0"/>
              </a:rPr>
              <a:t>$"Status: </a:t>
            </a:r>
            <a:r>
              <a:rPr lang="en-US" sz="800">
                <a:solidFill>
                  <a:srgbClr val="000000"/>
                </a:solidFill>
                <a:latin typeface="Consolas" panose="020B0609020204030204" pitchFamily="49" charset="0"/>
              </a:rPr>
              <a:t>{</a:t>
            </a:r>
            <a:r>
              <a:rPr lang="en-US" sz="800" err="1">
                <a:solidFill>
                  <a:srgbClr val="000000"/>
                </a:solidFill>
                <a:latin typeface="Consolas" panose="020B0609020204030204" pitchFamily="49" charset="0"/>
              </a:rPr>
              <a:t>statusMessage</a:t>
            </a:r>
            <a:r>
              <a:rPr lang="en-US" sz="800">
                <a:solidFill>
                  <a:srgbClr val="000000"/>
                </a:solidFill>
                <a:latin typeface="Consolas" panose="020B0609020204030204" pitchFamily="49" charset="0"/>
              </a:rPr>
              <a:t>}</a:t>
            </a:r>
            <a:r>
              <a:rPr lang="en-US" sz="800">
                <a:solidFill>
                  <a:srgbClr val="A31515"/>
                </a:solidFill>
                <a:latin typeface="Consolas" panose="020B0609020204030204" pitchFamily="49" charset="0"/>
              </a:rPr>
              <a:t>"</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a:t>
            </a:r>
            <a:r>
              <a:rPr lang="en-US" sz="800">
                <a:solidFill>
                  <a:srgbClr val="2B91AF"/>
                </a:solidFill>
                <a:latin typeface="Consolas" panose="020B0609020204030204" pitchFamily="49" charset="0"/>
              </a:rPr>
              <a:t>Console</a:t>
            </a:r>
            <a:r>
              <a:rPr lang="en-US" sz="800">
                <a:solidFill>
                  <a:srgbClr val="000000"/>
                </a:solidFill>
                <a:latin typeface="Consolas" panose="020B0609020204030204" pitchFamily="49" charset="0"/>
              </a:rPr>
              <a:t>.WriteLine(</a:t>
            </a:r>
            <a:r>
              <a:rPr lang="en-US" sz="800">
                <a:solidFill>
                  <a:srgbClr val="A31515"/>
                </a:solidFill>
                <a:latin typeface="Consolas" panose="020B0609020204030204" pitchFamily="49" charset="0"/>
              </a:rPr>
              <a:t>$"Num1: </a:t>
            </a:r>
            <a:r>
              <a:rPr lang="en-US" sz="800">
                <a:solidFill>
                  <a:srgbClr val="000000"/>
                </a:solidFill>
                <a:latin typeface="Consolas" panose="020B0609020204030204" pitchFamily="49" charset="0"/>
              </a:rPr>
              <a:t>{firstNumber}</a:t>
            </a:r>
            <a:r>
              <a:rPr lang="en-US" sz="800">
                <a:solidFill>
                  <a:srgbClr val="A31515"/>
                </a:solidFill>
                <a:latin typeface="Consolas" panose="020B0609020204030204" pitchFamily="49" charset="0"/>
              </a:rPr>
              <a:t>, Num2: </a:t>
            </a:r>
            <a:r>
              <a:rPr lang="en-US" sz="800">
                <a:solidFill>
                  <a:srgbClr val="000000"/>
                </a:solidFill>
                <a:latin typeface="Consolas" panose="020B0609020204030204" pitchFamily="49" charset="0"/>
              </a:rPr>
              <a:t>{secondNumber}</a:t>
            </a:r>
            <a:r>
              <a:rPr lang="en-US" sz="800">
                <a:solidFill>
                  <a:srgbClr val="A31515"/>
                </a:solidFill>
                <a:latin typeface="Consolas" panose="020B0609020204030204" pitchFamily="49" charset="0"/>
              </a:rPr>
              <a:t>, Operation: </a:t>
            </a:r>
            <a:r>
              <a:rPr lang="en-US" sz="800">
                <a:solidFill>
                  <a:srgbClr val="000000"/>
                </a:solidFill>
                <a:latin typeface="Consolas" panose="020B0609020204030204" pitchFamily="49" charset="0"/>
              </a:rPr>
              <a:t>{operation}</a:t>
            </a:r>
            <a:r>
              <a:rPr lang="en-US" sz="800">
                <a:solidFill>
                  <a:srgbClr val="A31515"/>
                </a:solidFill>
                <a:latin typeface="Consolas" panose="020B0609020204030204" pitchFamily="49" charset="0"/>
              </a:rPr>
              <a:t>"</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a:t>
            </a:r>
            <a:r>
              <a:rPr lang="en-US" sz="800">
                <a:solidFill>
                  <a:srgbClr val="2B91AF"/>
                </a:solidFill>
                <a:latin typeface="Consolas" panose="020B0609020204030204" pitchFamily="49" charset="0"/>
              </a:rPr>
              <a:t>Console</a:t>
            </a:r>
            <a:r>
              <a:rPr lang="en-US" sz="800">
                <a:solidFill>
                  <a:srgbClr val="000000"/>
                </a:solidFill>
                <a:latin typeface="Consolas" panose="020B0609020204030204" pitchFamily="49" charset="0"/>
              </a:rPr>
              <a:t>.WriteLine(</a:t>
            </a:r>
            <a:r>
              <a:rPr lang="en-US" sz="800">
                <a:solidFill>
                  <a:srgbClr val="A31515"/>
                </a:solidFill>
                <a:latin typeface="Consolas" panose="020B0609020204030204" pitchFamily="49" charset="0"/>
              </a:rPr>
              <a:t>"---STOP LOGGING---"</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a:t>
            </a:r>
          </a:p>
          <a:p>
            <a:endParaRPr lang="en-US" sz="800">
              <a:solidFill>
                <a:srgbClr val="000000"/>
              </a:solidFill>
              <a:latin typeface="Consolas" panose="020B0609020204030204" pitchFamily="49" charset="0"/>
            </a:endParaRP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return</a:t>
            </a:r>
            <a:r>
              <a:rPr lang="en-US" sz="800">
                <a:solidFill>
                  <a:srgbClr val="000000"/>
                </a:solidFill>
                <a:latin typeface="Consolas" panose="020B0609020204030204" pitchFamily="49" charset="0"/>
              </a:rPr>
              <a:t> result;</a:t>
            </a:r>
          </a:p>
          <a:p>
            <a:r>
              <a:rPr lang="en-US" sz="800">
                <a:solidFill>
                  <a:srgbClr val="000000"/>
                </a:solidFill>
                <a:latin typeface="Consolas" panose="020B0609020204030204" pitchFamily="49" charset="0"/>
              </a:rPr>
              <a:t>        }</a:t>
            </a:r>
          </a:p>
        </p:txBody>
      </p:sp>
    </p:spTree>
    <p:extLst>
      <p:ext uri="{BB962C8B-B14F-4D97-AF65-F5344CB8AC3E}">
        <p14:creationId xmlns:p14="http://schemas.microsoft.com/office/powerpoint/2010/main" val="6095145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375A638-12D8-48F0-95E0-35AED9BC761E}"/>
              </a:ext>
            </a:extLst>
          </p:cNvPr>
          <p:cNvSpPr>
            <a:spLocks noGrp="1"/>
          </p:cNvSpPr>
          <p:nvPr>
            <p:ph type="sldNum" sz="quarter" idx="11"/>
          </p:nvPr>
        </p:nvSpPr>
        <p:spPr/>
        <p:txBody>
          <a:bodyPr/>
          <a:lstStyle/>
          <a:p>
            <a:fld id="{E16BA917-7F09-4B8D-AF07-F52890C14046}" type="slidenum">
              <a:rPr lang="da-DK" smtClean="0"/>
              <a:pPr/>
              <a:t>27</a:t>
            </a:fld>
            <a:endParaRPr lang="da-DK"/>
          </a:p>
        </p:txBody>
      </p:sp>
      <p:sp>
        <p:nvSpPr>
          <p:cNvPr id="3" name="Text Placeholder 2">
            <a:extLst>
              <a:ext uri="{FF2B5EF4-FFF2-40B4-BE49-F238E27FC236}">
                <a16:creationId xmlns:a16="http://schemas.microsoft.com/office/drawing/2014/main" id="{42142D79-60B4-4A53-8837-6B6B8A5A7D54}"/>
              </a:ext>
            </a:extLst>
          </p:cNvPr>
          <p:cNvSpPr>
            <a:spLocks noGrp="1"/>
          </p:cNvSpPr>
          <p:nvPr>
            <p:ph type="body" sz="quarter" idx="17"/>
          </p:nvPr>
        </p:nvSpPr>
        <p:spPr/>
        <p:txBody>
          <a:bodyPr/>
          <a:lstStyle/>
          <a:p>
            <a:r>
              <a:rPr lang="en-US">
                <a:latin typeface="Arial"/>
                <a:cs typeface="Arial"/>
              </a:rPr>
              <a:t>Solution</a:t>
            </a:r>
            <a:endParaRPr lang="da-DK"/>
          </a:p>
        </p:txBody>
      </p:sp>
      <p:sp>
        <p:nvSpPr>
          <p:cNvPr id="4" name="Title 3">
            <a:extLst>
              <a:ext uri="{FF2B5EF4-FFF2-40B4-BE49-F238E27FC236}">
                <a16:creationId xmlns:a16="http://schemas.microsoft.com/office/drawing/2014/main" id="{B909997E-70EF-4D07-BD67-9F4FCAEB018B}"/>
              </a:ext>
            </a:extLst>
          </p:cNvPr>
          <p:cNvSpPr>
            <a:spLocks noGrp="1"/>
          </p:cNvSpPr>
          <p:nvPr>
            <p:ph type="title"/>
          </p:nvPr>
        </p:nvSpPr>
        <p:spPr/>
        <p:txBody>
          <a:bodyPr/>
          <a:lstStyle/>
          <a:p>
            <a:r>
              <a:rPr lang="en-US"/>
              <a:t>Practice 2</a:t>
            </a:r>
            <a:endParaRPr lang="da-DK"/>
          </a:p>
        </p:txBody>
      </p:sp>
      <p:pic>
        <p:nvPicPr>
          <p:cNvPr id="7" name="Graphic 6" descr="Flask">
            <a:extLst>
              <a:ext uri="{FF2B5EF4-FFF2-40B4-BE49-F238E27FC236}">
                <a16:creationId xmlns:a16="http://schemas.microsoft.com/office/drawing/2014/main" id="{90BD6320-16AA-4D6D-9445-1391FEBA6D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
        <p:nvSpPr>
          <p:cNvPr id="6" name="TextBox 5">
            <a:extLst>
              <a:ext uri="{FF2B5EF4-FFF2-40B4-BE49-F238E27FC236}">
                <a16:creationId xmlns:a16="http://schemas.microsoft.com/office/drawing/2014/main" id="{2BD2FA89-2AD8-428C-88C7-FE46E00807D6}"/>
              </a:ext>
            </a:extLst>
          </p:cNvPr>
          <p:cNvSpPr txBox="1"/>
          <p:nvPr/>
        </p:nvSpPr>
        <p:spPr>
          <a:xfrm>
            <a:off x="670981" y="1416628"/>
            <a:ext cx="8670087" cy="4539498"/>
          </a:xfrm>
          <a:prstGeom prst="rect">
            <a:avLst/>
          </a:prstGeom>
          <a:noFill/>
        </p:spPr>
        <p:txBody>
          <a:bodyPr wrap="none" lIns="0" tIns="0" rIns="0" bIns="0" rtlCol="0" anchor="t">
            <a:noAutofit/>
          </a:bodyPr>
          <a:lstStyle/>
          <a:p>
            <a:endParaRPr lang="en-US" sz="1000">
              <a:solidFill>
                <a:srgbClr val="000000"/>
              </a:solidFill>
              <a:latin typeface="Consolas" panose="020B0609020204030204" pitchFamily="49" charset="0"/>
            </a:endParaRPr>
          </a:p>
          <a:p>
            <a:r>
              <a:rPr lang="en-US" sz="1000">
                <a:solidFill>
                  <a:srgbClr val="000000"/>
                </a:solidFill>
                <a:latin typeface="Consolas"/>
                <a:ea typeface="ＭＳ Ｐゴシック"/>
              </a:rPr>
              <a:t>            </a:t>
            </a:r>
            <a:r>
              <a:rPr lang="en-US" sz="1000">
                <a:solidFill>
                  <a:srgbClr val="0000FF"/>
                </a:solidFill>
                <a:latin typeface="Consolas"/>
                <a:ea typeface="ＭＳ Ｐゴシック"/>
              </a:rPr>
              <a:t>try</a:t>
            </a:r>
            <a:r>
              <a:rPr lang="en-US" sz="1000">
                <a:solidFill>
                  <a:srgbClr val="000000"/>
                </a:solidFill>
                <a:latin typeface="Consolas"/>
                <a:ea typeface="ＭＳ Ｐゴシック"/>
              </a:rPr>
              <a:t> {</a:t>
            </a:r>
          </a:p>
          <a:p>
            <a:r>
              <a:rPr lang="en-US" sz="1000">
                <a:solidFill>
                  <a:srgbClr val="000000"/>
                </a:solidFill>
                <a:latin typeface="Consolas"/>
                <a:ea typeface="ＭＳ Ｐゴシック"/>
              </a:rPr>
              <a:t>                </a:t>
            </a:r>
            <a:r>
              <a:rPr lang="en-US" sz="1000">
                <a:solidFill>
                  <a:srgbClr val="0000FF"/>
                </a:solidFill>
                <a:latin typeface="Consolas"/>
                <a:ea typeface="ＭＳ Ｐゴシック"/>
              </a:rPr>
              <a:t>var</a:t>
            </a:r>
            <a:r>
              <a:rPr lang="en-US" sz="1000">
                <a:solidFill>
                  <a:srgbClr val="000000"/>
                </a:solidFill>
                <a:latin typeface="Consolas"/>
                <a:ea typeface="ＭＳ Ｐゴシック"/>
              </a:rPr>
              <a:t> result = calculator.DoArithmeticOperation(firstNumber, secondNumber, arithmeticOperator);</a:t>
            </a:r>
          </a:p>
          <a:p>
            <a:r>
              <a:rPr lang="en-US" sz="1000">
                <a:solidFill>
                  <a:srgbClr val="000000"/>
                </a:solidFill>
                <a:latin typeface="Consolas"/>
                <a:ea typeface="ＭＳ Ｐゴシック"/>
              </a:rPr>
              <a:t>                </a:t>
            </a:r>
            <a:r>
              <a:rPr lang="en-US" sz="1000">
                <a:solidFill>
                  <a:srgbClr val="2B91AF"/>
                </a:solidFill>
                <a:latin typeface="Consolas"/>
                <a:ea typeface="ＭＳ Ｐゴシック"/>
              </a:rPr>
              <a:t>Console</a:t>
            </a:r>
            <a:r>
              <a:rPr lang="en-US" sz="1000">
                <a:solidFill>
                  <a:srgbClr val="000000"/>
                </a:solidFill>
                <a:latin typeface="Consolas"/>
                <a:ea typeface="ＭＳ Ｐゴシック"/>
              </a:rPr>
              <a:t>.WriteLine(</a:t>
            </a:r>
            <a:r>
              <a:rPr lang="en-US" sz="1000">
                <a:solidFill>
                  <a:srgbClr val="A31515"/>
                </a:solidFill>
                <a:latin typeface="Consolas"/>
                <a:ea typeface="ＭＳ Ｐゴシック"/>
              </a:rPr>
              <a:t>$"Result: </a:t>
            </a:r>
            <a:r>
              <a:rPr lang="en-US" sz="1000">
                <a:solidFill>
                  <a:srgbClr val="000000"/>
                </a:solidFill>
                <a:latin typeface="Consolas"/>
                <a:ea typeface="ＭＳ Ｐゴシック"/>
              </a:rPr>
              <a:t>{result}</a:t>
            </a:r>
            <a:r>
              <a:rPr lang="en-US" sz="1000">
                <a:solidFill>
                  <a:srgbClr val="A31515"/>
                </a:solidFill>
                <a:latin typeface="Consolas"/>
                <a:ea typeface="ＭＳ Ｐゴシック"/>
              </a:rPr>
              <a:t>"</a:t>
            </a:r>
            <a:r>
              <a:rPr lang="en-US" sz="1000">
                <a:solidFill>
                  <a:srgbClr val="000000"/>
                </a:solidFill>
                <a:latin typeface="Consolas"/>
                <a:ea typeface="ＭＳ Ｐゴシック"/>
              </a:rPr>
              <a:t>);</a:t>
            </a:r>
          </a:p>
          <a:p>
            <a:r>
              <a:rPr lang="en-US" sz="1000">
                <a:solidFill>
                  <a:srgbClr val="000000"/>
                </a:solidFill>
                <a:latin typeface="Consolas" panose="020B0609020204030204" pitchFamily="49" charset="0"/>
              </a:rPr>
              <a:t>            }</a:t>
            </a:r>
          </a:p>
          <a:p>
            <a:r>
              <a:rPr lang="en-US" sz="1000">
                <a:solidFill>
                  <a:srgbClr val="000000"/>
                </a:solidFill>
                <a:latin typeface="Consolas"/>
                <a:ea typeface="ＭＳ Ｐゴシック"/>
              </a:rPr>
              <a:t>            </a:t>
            </a:r>
            <a:r>
              <a:rPr lang="en-US" sz="1000">
                <a:solidFill>
                  <a:srgbClr val="0000FF"/>
                </a:solidFill>
                <a:latin typeface="Consolas"/>
                <a:ea typeface="ＭＳ Ｐゴシック"/>
              </a:rPr>
              <a:t>catch</a:t>
            </a:r>
            <a:r>
              <a:rPr lang="en-US" sz="1000">
                <a:solidFill>
                  <a:srgbClr val="000000"/>
                </a:solidFill>
                <a:latin typeface="Consolas"/>
                <a:ea typeface="ＭＳ Ｐゴシック"/>
              </a:rPr>
              <a:t> (</a:t>
            </a:r>
            <a:r>
              <a:rPr lang="en-US" sz="1000">
                <a:solidFill>
                  <a:srgbClr val="2B91AF"/>
                </a:solidFill>
                <a:latin typeface="Consolas"/>
                <a:ea typeface="ＭＳ Ｐゴシック"/>
              </a:rPr>
              <a:t>ArgumentOutOfRangeException</a:t>
            </a:r>
            <a:r>
              <a:rPr lang="en-US" sz="1000">
                <a:solidFill>
                  <a:srgbClr val="000000"/>
                </a:solidFill>
                <a:latin typeface="Consolas"/>
                <a:ea typeface="ＭＳ Ｐゴシック"/>
              </a:rPr>
              <a:t> ex) {</a:t>
            </a:r>
          </a:p>
          <a:p>
            <a:r>
              <a:rPr lang="en-US" sz="1000">
                <a:solidFill>
                  <a:srgbClr val="000000"/>
                </a:solidFill>
                <a:latin typeface="Consolas"/>
                <a:ea typeface="ＭＳ Ｐゴシック"/>
              </a:rPr>
              <a:t>                </a:t>
            </a:r>
            <a:r>
              <a:rPr lang="en-US" sz="1000">
                <a:solidFill>
                  <a:srgbClr val="2B91AF"/>
                </a:solidFill>
                <a:latin typeface="Consolas"/>
                <a:ea typeface="ＭＳ Ｐゴシック"/>
              </a:rPr>
              <a:t>Console</a:t>
            </a:r>
            <a:r>
              <a:rPr lang="en-US" sz="1000">
                <a:solidFill>
                  <a:srgbClr val="000000"/>
                </a:solidFill>
                <a:latin typeface="Consolas"/>
                <a:ea typeface="ＭＳ Ｐゴシック"/>
              </a:rPr>
              <a:t>.WriteLine(ex.Message);</a:t>
            </a:r>
          </a:p>
          <a:p>
            <a:r>
              <a:rPr lang="en-US" sz="1000">
                <a:solidFill>
                  <a:srgbClr val="000000"/>
                </a:solidFill>
                <a:latin typeface="Consolas"/>
                <a:ea typeface="ＭＳ Ｐゴシック"/>
              </a:rPr>
              <a:t>                </a:t>
            </a:r>
            <a:r>
              <a:rPr lang="en-US" sz="1000">
                <a:solidFill>
                  <a:srgbClr val="2B91AF"/>
                </a:solidFill>
                <a:latin typeface="Consolas"/>
                <a:ea typeface="ＭＳ Ｐゴシック"/>
              </a:rPr>
              <a:t>Console</a:t>
            </a:r>
            <a:r>
              <a:rPr lang="en-US" sz="1000">
                <a:solidFill>
                  <a:srgbClr val="000000"/>
                </a:solidFill>
                <a:latin typeface="Consolas"/>
                <a:ea typeface="ＭＳ Ｐゴシック"/>
              </a:rPr>
              <a:t>.WriteLine(ex.StackTrace);</a:t>
            </a:r>
          </a:p>
          <a:p>
            <a:r>
              <a:rPr lang="en-US" sz="1000">
                <a:solidFill>
                  <a:srgbClr val="000000"/>
                </a:solidFill>
                <a:latin typeface="Consolas" panose="020B0609020204030204" pitchFamily="49" charset="0"/>
              </a:rPr>
              <a:t>            }</a:t>
            </a:r>
          </a:p>
          <a:p>
            <a:r>
              <a:rPr lang="en-US" sz="1000">
                <a:solidFill>
                  <a:srgbClr val="000000"/>
                </a:solidFill>
                <a:latin typeface="Consolas"/>
                <a:ea typeface="ＭＳ Ｐゴシック"/>
              </a:rPr>
              <a:t>            </a:t>
            </a:r>
            <a:r>
              <a:rPr lang="en-US" sz="1000">
                <a:solidFill>
                  <a:srgbClr val="0000FF"/>
                </a:solidFill>
                <a:latin typeface="Consolas"/>
                <a:ea typeface="ＭＳ Ｐゴシック"/>
              </a:rPr>
              <a:t>catch</a:t>
            </a:r>
            <a:r>
              <a:rPr lang="en-US" sz="1000">
                <a:solidFill>
                  <a:srgbClr val="000000"/>
                </a:solidFill>
                <a:latin typeface="Consolas"/>
                <a:ea typeface="ＭＳ Ｐゴシック"/>
              </a:rPr>
              <a:t> (</a:t>
            </a:r>
            <a:r>
              <a:rPr lang="en-US" sz="1000">
                <a:solidFill>
                  <a:srgbClr val="2B91AF"/>
                </a:solidFill>
                <a:latin typeface="Consolas"/>
                <a:ea typeface="ＭＳ Ｐゴシック"/>
              </a:rPr>
              <a:t>DivideByZeroException</a:t>
            </a:r>
            <a:r>
              <a:rPr lang="en-US" sz="1000">
                <a:solidFill>
                  <a:srgbClr val="000000"/>
                </a:solidFill>
                <a:latin typeface="Consolas"/>
                <a:ea typeface="ＭＳ Ｐゴシック"/>
              </a:rPr>
              <a:t> ex) {</a:t>
            </a:r>
          </a:p>
          <a:p>
            <a:r>
              <a:rPr lang="en-US" sz="1000">
                <a:solidFill>
                  <a:srgbClr val="000000"/>
                </a:solidFill>
                <a:latin typeface="Consolas"/>
                <a:ea typeface="ＭＳ Ｐゴシック"/>
              </a:rPr>
              <a:t>                </a:t>
            </a:r>
            <a:r>
              <a:rPr lang="en-US" sz="1000">
                <a:solidFill>
                  <a:srgbClr val="2B91AF"/>
                </a:solidFill>
                <a:latin typeface="Consolas"/>
                <a:ea typeface="ＭＳ Ｐゴシック"/>
              </a:rPr>
              <a:t>Console</a:t>
            </a:r>
            <a:r>
              <a:rPr lang="en-US" sz="1000">
                <a:solidFill>
                  <a:srgbClr val="000000"/>
                </a:solidFill>
                <a:latin typeface="Consolas"/>
                <a:ea typeface="ＭＳ Ｐゴシック"/>
              </a:rPr>
              <a:t>.WriteLine(</a:t>
            </a:r>
            <a:r>
              <a:rPr lang="en-US" sz="1000">
                <a:solidFill>
                  <a:srgbClr val="A31515"/>
                </a:solidFill>
                <a:latin typeface="Consolas"/>
                <a:ea typeface="ＭＳ Ｐゴシック"/>
              </a:rPr>
              <a:t>"Sorry, but we cannot divide by zero"</a:t>
            </a:r>
            <a:r>
              <a:rPr lang="en-US" sz="1000">
                <a:solidFill>
                  <a:srgbClr val="000000"/>
                </a:solidFill>
                <a:latin typeface="Consolas"/>
                <a:ea typeface="ＭＳ Ｐゴシック"/>
              </a:rPr>
              <a:t>);</a:t>
            </a:r>
          </a:p>
          <a:p>
            <a:r>
              <a:rPr lang="en-US" sz="1000">
                <a:solidFill>
                  <a:srgbClr val="000000"/>
                </a:solidFill>
                <a:latin typeface="Consolas" panose="020B0609020204030204" pitchFamily="49" charset="0"/>
              </a:rPr>
              <a:t>            }</a:t>
            </a:r>
          </a:p>
          <a:p>
            <a:endParaRPr lang="en-US" sz="1000">
              <a:solidFill>
                <a:srgbClr val="000000"/>
              </a:solidFill>
              <a:latin typeface="Consolas" panose="020B0609020204030204" pitchFamily="49" charset="0"/>
            </a:endParaRPr>
          </a:p>
          <a:p>
            <a:endParaRPr lang="en-US" sz="1000">
              <a:solidFill>
                <a:srgbClr val="000000"/>
              </a:solidFill>
              <a:latin typeface="Consolas" panose="020B0609020204030204" pitchFamily="49" charset="0"/>
            </a:endParaRPr>
          </a:p>
          <a:p>
            <a:r>
              <a:rPr lang="en-US" sz="1000">
                <a:solidFill>
                  <a:srgbClr val="000000"/>
                </a:solidFill>
                <a:latin typeface="Consolas"/>
                <a:ea typeface="ＭＳ Ｐゴシック"/>
              </a:rPr>
              <a:t>        [</a:t>
            </a:r>
            <a:r>
              <a:rPr lang="en-US" sz="1000">
                <a:solidFill>
                  <a:srgbClr val="2B91AF"/>
                </a:solidFill>
                <a:latin typeface="Consolas"/>
                <a:ea typeface="ＭＳ Ｐゴシック"/>
              </a:rPr>
              <a:t>TestMethod</a:t>
            </a:r>
            <a:r>
              <a:rPr lang="en-US" sz="1000">
                <a:solidFill>
                  <a:srgbClr val="000000"/>
                </a:solidFill>
                <a:latin typeface="Consolas"/>
                <a:ea typeface="ＭＳ Ｐゴシック"/>
              </a:rPr>
              <a:t>()]</a:t>
            </a:r>
          </a:p>
          <a:p>
            <a:r>
              <a:rPr lang="en-US" sz="1000">
                <a:solidFill>
                  <a:srgbClr val="000000"/>
                </a:solidFill>
                <a:latin typeface="Consolas"/>
                <a:ea typeface="ＭＳ Ｐゴシック"/>
              </a:rPr>
              <a:t>        </a:t>
            </a:r>
            <a:r>
              <a:rPr lang="en-US" sz="1000">
                <a:solidFill>
                  <a:srgbClr val="0000FF"/>
                </a:solidFill>
                <a:latin typeface="Consolas"/>
                <a:ea typeface="ＭＳ Ｐゴシック"/>
              </a:rPr>
              <a:t>public</a:t>
            </a:r>
            <a:r>
              <a:rPr lang="en-US" sz="1000">
                <a:solidFill>
                  <a:srgbClr val="000000"/>
                </a:solidFill>
                <a:latin typeface="Consolas"/>
                <a:ea typeface="ＭＳ Ｐゴシック"/>
              </a:rPr>
              <a:t> </a:t>
            </a:r>
            <a:r>
              <a:rPr lang="en-US" sz="1000">
                <a:solidFill>
                  <a:srgbClr val="0000FF"/>
                </a:solidFill>
                <a:latin typeface="Consolas"/>
                <a:ea typeface="ＭＳ Ｐゴシック"/>
              </a:rPr>
              <a:t>void</a:t>
            </a:r>
            <a:r>
              <a:rPr lang="en-US" sz="1000">
                <a:solidFill>
                  <a:srgbClr val="000000"/>
                </a:solidFill>
                <a:latin typeface="Consolas"/>
                <a:ea typeface="ＭＳ Ｐゴシック"/>
              </a:rPr>
              <a:t> </a:t>
            </a:r>
            <a:r>
              <a:rPr lang="en-US" sz="1000" err="1">
                <a:solidFill>
                  <a:srgbClr val="000000"/>
                </a:solidFill>
                <a:latin typeface="Consolas"/>
                <a:ea typeface="ＭＳ Ｐゴシック"/>
              </a:rPr>
              <a:t>DoArithmeticOperationTestThatDeletionWorks</a:t>
            </a:r>
            <a:r>
              <a:rPr lang="en-US" sz="1000">
                <a:solidFill>
                  <a:srgbClr val="000000"/>
                </a:solidFill>
                <a:latin typeface="Consolas"/>
                <a:ea typeface="ＭＳ Ｐゴシック"/>
              </a:rPr>
              <a:t>() {</a:t>
            </a:r>
          </a:p>
          <a:p>
            <a:r>
              <a:rPr lang="en-US" sz="1000">
                <a:solidFill>
                  <a:srgbClr val="000000"/>
                </a:solidFill>
                <a:latin typeface="Consolas"/>
                <a:ea typeface="ＭＳ Ｐゴシック"/>
              </a:rPr>
              <a:t>            _calculator.DoArithmeticOperation(1.5, 2, </a:t>
            </a:r>
            <a:r>
              <a:rPr lang="en-US" sz="1000">
                <a:solidFill>
                  <a:srgbClr val="A31515"/>
                </a:solidFill>
                <a:latin typeface="Consolas"/>
                <a:ea typeface="ＭＳ Ｐゴシック"/>
              </a:rPr>
              <a:t>"/"</a:t>
            </a:r>
            <a:r>
              <a:rPr lang="en-US" sz="1000">
                <a:solidFill>
                  <a:srgbClr val="000000"/>
                </a:solidFill>
                <a:latin typeface="Consolas"/>
                <a:ea typeface="ＭＳ Ｐゴシック"/>
              </a:rPr>
              <a:t>).ShouldBe(0.75);</a:t>
            </a:r>
          </a:p>
          <a:p>
            <a:r>
              <a:rPr lang="en-US" sz="1000">
                <a:solidFill>
                  <a:srgbClr val="000000"/>
                </a:solidFill>
                <a:latin typeface="Consolas" panose="020B0609020204030204" pitchFamily="49" charset="0"/>
              </a:rPr>
              <a:t>        }</a:t>
            </a:r>
          </a:p>
          <a:p>
            <a:endParaRPr lang="en-US" sz="1000">
              <a:solidFill>
                <a:srgbClr val="000000"/>
              </a:solidFill>
              <a:latin typeface="Consolas" panose="020B0609020204030204" pitchFamily="49" charset="0"/>
            </a:endParaRPr>
          </a:p>
          <a:p>
            <a:r>
              <a:rPr lang="en-US" sz="1000">
                <a:solidFill>
                  <a:srgbClr val="000000"/>
                </a:solidFill>
                <a:latin typeface="Consolas"/>
                <a:ea typeface="ＭＳ Ｐゴシック"/>
              </a:rPr>
              <a:t>        [</a:t>
            </a:r>
            <a:r>
              <a:rPr lang="en-US" sz="1000">
                <a:solidFill>
                  <a:srgbClr val="2B91AF"/>
                </a:solidFill>
                <a:latin typeface="Consolas"/>
                <a:ea typeface="ＭＳ Ｐゴシック"/>
              </a:rPr>
              <a:t>TestMethod</a:t>
            </a:r>
            <a:r>
              <a:rPr lang="en-US" sz="1000">
                <a:solidFill>
                  <a:srgbClr val="000000"/>
                </a:solidFill>
                <a:latin typeface="Consolas"/>
                <a:ea typeface="ＭＳ Ｐゴシック"/>
              </a:rPr>
              <a:t>()]</a:t>
            </a:r>
          </a:p>
          <a:p>
            <a:r>
              <a:rPr lang="en-US" sz="1000">
                <a:solidFill>
                  <a:srgbClr val="000000"/>
                </a:solidFill>
                <a:latin typeface="Consolas"/>
                <a:ea typeface="ＭＳ Ｐゴシック"/>
              </a:rPr>
              <a:t>        </a:t>
            </a:r>
            <a:r>
              <a:rPr lang="en-US" sz="1000">
                <a:solidFill>
                  <a:srgbClr val="0000FF"/>
                </a:solidFill>
                <a:latin typeface="Consolas"/>
                <a:ea typeface="ＭＳ Ｐゴシック"/>
              </a:rPr>
              <a:t>public</a:t>
            </a:r>
            <a:r>
              <a:rPr lang="en-US" sz="1000">
                <a:solidFill>
                  <a:srgbClr val="000000"/>
                </a:solidFill>
                <a:latin typeface="Consolas"/>
                <a:ea typeface="ＭＳ Ｐゴシック"/>
              </a:rPr>
              <a:t> </a:t>
            </a:r>
            <a:r>
              <a:rPr lang="en-US" sz="1000">
                <a:solidFill>
                  <a:srgbClr val="0000FF"/>
                </a:solidFill>
                <a:latin typeface="Consolas"/>
                <a:ea typeface="ＭＳ Ｐゴシック"/>
              </a:rPr>
              <a:t>void</a:t>
            </a:r>
            <a:r>
              <a:rPr lang="en-US" sz="1000">
                <a:solidFill>
                  <a:srgbClr val="000000"/>
                </a:solidFill>
                <a:latin typeface="Consolas"/>
                <a:ea typeface="ＭＳ Ｐゴシック"/>
              </a:rPr>
              <a:t> </a:t>
            </a:r>
            <a:r>
              <a:rPr lang="en-US" sz="1000" err="1">
                <a:solidFill>
                  <a:srgbClr val="000000"/>
                </a:solidFill>
                <a:latin typeface="Consolas"/>
                <a:ea typeface="ＭＳ Ｐゴシック"/>
              </a:rPr>
              <a:t>DoArithmeticOperationTestThatExceptionIsThrownWhenDivideByZero</a:t>
            </a:r>
            <a:r>
              <a:rPr lang="en-US" sz="1000">
                <a:solidFill>
                  <a:srgbClr val="000000"/>
                </a:solidFill>
                <a:latin typeface="Consolas"/>
                <a:ea typeface="ＭＳ Ｐゴシック"/>
              </a:rPr>
              <a:t>() {</a:t>
            </a:r>
          </a:p>
          <a:p>
            <a:r>
              <a:rPr lang="en-US" sz="1000">
                <a:solidFill>
                  <a:srgbClr val="000000"/>
                </a:solidFill>
                <a:latin typeface="Consolas"/>
                <a:ea typeface="ＭＳ Ｐゴシック"/>
              </a:rPr>
              <a:t>            </a:t>
            </a:r>
            <a:r>
              <a:rPr lang="en-US" sz="1000" err="1">
                <a:solidFill>
                  <a:srgbClr val="2B91AF"/>
                </a:solidFill>
                <a:latin typeface="Consolas"/>
                <a:ea typeface="ＭＳ Ｐゴシック"/>
              </a:rPr>
              <a:t>Should</a:t>
            </a:r>
            <a:r>
              <a:rPr lang="en-US" sz="1000" err="1">
                <a:solidFill>
                  <a:srgbClr val="000000"/>
                </a:solidFill>
                <a:latin typeface="Consolas"/>
                <a:ea typeface="ＭＳ Ｐゴシック"/>
              </a:rPr>
              <a:t>.Throw</a:t>
            </a:r>
            <a:r>
              <a:rPr lang="en-US" sz="1000">
                <a:solidFill>
                  <a:srgbClr val="000000"/>
                </a:solidFill>
                <a:latin typeface="Consolas"/>
                <a:ea typeface="ＭＳ Ｐゴシック"/>
              </a:rPr>
              <a:t>&lt;</a:t>
            </a:r>
            <a:r>
              <a:rPr lang="en-US" sz="1000">
                <a:solidFill>
                  <a:srgbClr val="2B91AF"/>
                </a:solidFill>
                <a:latin typeface="Consolas"/>
                <a:ea typeface="ＭＳ Ｐゴシック"/>
              </a:rPr>
              <a:t>DivideByZeroException</a:t>
            </a:r>
            <a:r>
              <a:rPr lang="en-US" sz="1000">
                <a:solidFill>
                  <a:srgbClr val="000000"/>
                </a:solidFill>
                <a:latin typeface="Consolas"/>
                <a:ea typeface="ＭＳ Ｐゴシック"/>
              </a:rPr>
              <a:t>&gt;(() =&gt; _calculator.DoArithmeticOperation(1.234, 0, </a:t>
            </a:r>
            <a:r>
              <a:rPr lang="en-US" sz="1000">
                <a:solidFill>
                  <a:srgbClr val="A31515"/>
                </a:solidFill>
                <a:latin typeface="Consolas"/>
                <a:ea typeface="ＭＳ Ｐゴシック"/>
              </a:rPr>
              <a:t>"/"</a:t>
            </a:r>
            <a:r>
              <a:rPr lang="en-US" sz="1000">
                <a:solidFill>
                  <a:srgbClr val="000000"/>
                </a:solidFill>
                <a:latin typeface="Consolas"/>
                <a:ea typeface="ＭＳ Ｐゴシック"/>
              </a:rPr>
              <a:t>));</a:t>
            </a:r>
          </a:p>
          <a:p>
            <a:r>
              <a:rPr lang="en-US" sz="1000">
                <a:solidFill>
                  <a:srgbClr val="000000"/>
                </a:solidFill>
                <a:latin typeface="Consolas" panose="020B0609020204030204" pitchFamily="49" charset="0"/>
              </a:rPr>
              <a:t>        }</a:t>
            </a:r>
            <a:endParaRPr lang="en-US" sz="1000">
              <a:latin typeface="+mn-lt"/>
            </a:endParaRPr>
          </a:p>
        </p:txBody>
      </p:sp>
      <p:sp>
        <p:nvSpPr>
          <p:cNvPr id="11" name="TextBox 10">
            <a:extLst>
              <a:ext uri="{FF2B5EF4-FFF2-40B4-BE49-F238E27FC236}">
                <a16:creationId xmlns:a16="http://schemas.microsoft.com/office/drawing/2014/main" id="{786B207E-FC9A-4147-BFC1-900B9A97AECC}"/>
              </a:ext>
            </a:extLst>
          </p:cNvPr>
          <p:cNvSpPr txBox="1"/>
          <p:nvPr/>
        </p:nvSpPr>
        <p:spPr>
          <a:xfrm>
            <a:off x="5782234" y="1346393"/>
            <a:ext cx="6176684" cy="5215772"/>
          </a:xfrm>
          <a:prstGeom prst="rect">
            <a:avLst/>
          </a:prstGeom>
          <a:noFill/>
        </p:spPr>
        <p:txBody>
          <a:bodyPr wrap="none" lIns="0" tIns="0" rIns="0" bIns="0" rtlCol="0">
            <a:noAutofit/>
          </a:bodyPr>
          <a:lstStyle/>
          <a:p>
            <a:endParaRPr lang="en-US" sz="1000">
              <a:latin typeface="+mn-lt"/>
            </a:endParaRPr>
          </a:p>
        </p:txBody>
      </p:sp>
    </p:spTree>
    <p:extLst>
      <p:ext uri="{BB962C8B-B14F-4D97-AF65-F5344CB8AC3E}">
        <p14:creationId xmlns:p14="http://schemas.microsoft.com/office/powerpoint/2010/main" val="35358859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D6FD0-E825-488B-AA65-91273425E1E0}"/>
              </a:ext>
            </a:extLst>
          </p:cNvPr>
          <p:cNvSpPr>
            <a:spLocks noGrp="1"/>
          </p:cNvSpPr>
          <p:nvPr>
            <p:ph type="title"/>
          </p:nvPr>
        </p:nvSpPr>
        <p:spPr>
          <a:xfrm>
            <a:off x="649139" y="5393"/>
            <a:ext cx="10878759" cy="1052738"/>
          </a:xfrm>
        </p:spPr>
        <p:txBody>
          <a:bodyPr wrap="square" anchor="b">
            <a:normAutofit/>
          </a:bodyPr>
          <a:lstStyle/>
          <a:p>
            <a:r>
              <a:rPr lang="en-US"/>
              <a:t>Coffee Break</a:t>
            </a:r>
          </a:p>
        </p:txBody>
      </p:sp>
      <p:sp>
        <p:nvSpPr>
          <p:cNvPr id="3" name="Slide Number Placeholder 2">
            <a:extLst>
              <a:ext uri="{FF2B5EF4-FFF2-40B4-BE49-F238E27FC236}">
                <a16:creationId xmlns:a16="http://schemas.microsoft.com/office/drawing/2014/main" id="{72C3E26E-B573-4018-AC3F-4E6156BD8492}"/>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28</a:t>
            </a:fld>
            <a:endParaRPr lang="da-DK"/>
          </a:p>
        </p:txBody>
      </p:sp>
      <p:sp>
        <p:nvSpPr>
          <p:cNvPr id="10" name="Text Placeholder 3">
            <a:extLst>
              <a:ext uri="{FF2B5EF4-FFF2-40B4-BE49-F238E27FC236}">
                <a16:creationId xmlns:a16="http://schemas.microsoft.com/office/drawing/2014/main" id="{56546A30-F4DD-42AE-B6E5-B629B36158E1}"/>
              </a:ext>
            </a:extLst>
          </p:cNvPr>
          <p:cNvSpPr>
            <a:spLocks noGrp="1"/>
          </p:cNvSpPr>
          <p:nvPr>
            <p:ph type="body" sz="quarter" idx="17"/>
          </p:nvPr>
        </p:nvSpPr>
        <p:spPr>
          <a:xfrm>
            <a:off x="670985" y="1056000"/>
            <a:ext cx="10850033" cy="402384"/>
          </a:xfrm>
        </p:spPr>
        <p:txBody>
          <a:bodyPr/>
          <a:lstStyle/>
          <a:p>
            <a:endParaRPr lang="en-US"/>
          </a:p>
        </p:txBody>
      </p:sp>
      <p:pic>
        <p:nvPicPr>
          <p:cNvPr id="5" name="Picture 4">
            <a:extLst>
              <a:ext uri="{FF2B5EF4-FFF2-40B4-BE49-F238E27FC236}">
                <a16:creationId xmlns:a16="http://schemas.microsoft.com/office/drawing/2014/main" id="{65FDD960-1849-49D7-888A-2C7731945A12}"/>
              </a:ext>
            </a:extLst>
          </p:cNvPr>
          <p:cNvPicPr>
            <a:picLocks noChangeAspect="1"/>
          </p:cNvPicPr>
          <p:nvPr/>
        </p:nvPicPr>
        <p:blipFill>
          <a:blip r:embed="rId2"/>
          <a:stretch>
            <a:fillRect/>
          </a:stretch>
        </p:blipFill>
        <p:spPr>
          <a:xfrm>
            <a:off x="1177207" y="1620838"/>
            <a:ext cx="4328961" cy="4568825"/>
          </a:xfrm>
          <a:prstGeom prst="rect">
            <a:avLst/>
          </a:prstGeom>
          <a:noFill/>
        </p:spPr>
      </p:pic>
    </p:spTree>
    <p:extLst>
      <p:ext uri="{BB962C8B-B14F-4D97-AF65-F5344CB8AC3E}">
        <p14:creationId xmlns:p14="http://schemas.microsoft.com/office/powerpoint/2010/main" val="2694780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C34738-1471-4321-A561-A3F20D6FD1B2}"/>
              </a:ext>
            </a:extLst>
          </p:cNvPr>
          <p:cNvSpPr>
            <a:spLocks noGrp="1"/>
          </p:cNvSpPr>
          <p:nvPr>
            <p:ph type="sldNum" sz="quarter" idx="11"/>
          </p:nvPr>
        </p:nvSpPr>
        <p:spPr/>
        <p:txBody>
          <a:bodyPr/>
          <a:lstStyle/>
          <a:p>
            <a:fld id="{E16BA917-7F09-4B8D-AF07-F52890C14046}" type="slidenum">
              <a:rPr lang="da-DK" smtClean="0"/>
              <a:pPr/>
              <a:t>29</a:t>
            </a:fld>
            <a:endParaRPr lang="da-DK"/>
          </a:p>
        </p:txBody>
      </p:sp>
      <p:sp>
        <p:nvSpPr>
          <p:cNvPr id="3" name="Text Placeholder 2">
            <a:extLst>
              <a:ext uri="{FF2B5EF4-FFF2-40B4-BE49-F238E27FC236}">
                <a16:creationId xmlns:a16="http://schemas.microsoft.com/office/drawing/2014/main" id="{10AB5983-E28D-4AB5-B4D3-7C861B201CA3}"/>
              </a:ext>
            </a:extLst>
          </p:cNvPr>
          <p:cNvSpPr>
            <a:spLocks noGrp="1"/>
          </p:cNvSpPr>
          <p:nvPr>
            <p:ph type="body" sz="quarter" idx="17"/>
          </p:nvPr>
        </p:nvSpPr>
        <p:spPr/>
        <p:txBody>
          <a:bodyPr/>
          <a:lstStyle/>
          <a:p>
            <a:endParaRPr lang="da-DK"/>
          </a:p>
        </p:txBody>
      </p:sp>
      <p:sp>
        <p:nvSpPr>
          <p:cNvPr id="4" name="Title 3">
            <a:extLst>
              <a:ext uri="{FF2B5EF4-FFF2-40B4-BE49-F238E27FC236}">
                <a16:creationId xmlns:a16="http://schemas.microsoft.com/office/drawing/2014/main" id="{A2B9DA6D-20C3-484A-8F59-0D90326A716B}"/>
              </a:ext>
            </a:extLst>
          </p:cNvPr>
          <p:cNvSpPr>
            <a:spLocks noGrp="1"/>
          </p:cNvSpPr>
          <p:nvPr>
            <p:ph type="title"/>
          </p:nvPr>
        </p:nvSpPr>
        <p:spPr/>
        <p:txBody>
          <a:bodyPr/>
          <a:lstStyle/>
          <a:p>
            <a:r>
              <a:rPr lang="en-US"/>
              <a:t>User defined exceptions</a:t>
            </a:r>
            <a:endParaRPr lang="da-DK"/>
          </a:p>
        </p:txBody>
      </p:sp>
      <p:pic>
        <p:nvPicPr>
          <p:cNvPr id="7" name="Content Placeholder 6">
            <a:extLst>
              <a:ext uri="{FF2B5EF4-FFF2-40B4-BE49-F238E27FC236}">
                <a16:creationId xmlns:a16="http://schemas.microsoft.com/office/drawing/2014/main" id="{A59AB11D-DA0D-4732-864C-180827DD68AD}"/>
              </a:ext>
            </a:extLst>
          </p:cNvPr>
          <p:cNvPicPr>
            <a:picLocks noGrp="1" noChangeAspect="1"/>
          </p:cNvPicPr>
          <p:nvPr>
            <p:ph sz="quarter" idx="19"/>
          </p:nvPr>
        </p:nvPicPr>
        <p:blipFill>
          <a:blip r:embed="rId3"/>
          <a:stretch>
            <a:fillRect/>
          </a:stretch>
        </p:blipFill>
        <p:spPr>
          <a:xfrm>
            <a:off x="532814" y="1557545"/>
            <a:ext cx="7258050" cy="819150"/>
          </a:xfrm>
        </p:spPr>
      </p:pic>
      <p:pic>
        <p:nvPicPr>
          <p:cNvPr id="9" name="Picture 8">
            <a:extLst>
              <a:ext uri="{FF2B5EF4-FFF2-40B4-BE49-F238E27FC236}">
                <a16:creationId xmlns:a16="http://schemas.microsoft.com/office/drawing/2014/main" id="{C49D15C6-2A77-4F4B-AF9E-7C65119C9AD5}"/>
              </a:ext>
            </a:extLst>
          </p:cNvPr>
          <p:cNvPicPr>
            <a:picLocks noChangeAspect="1"/>
          </p:cNvPicPr>
          <p:nvPr/>
        </p:nvPicPr>
        <p:blipFill>
          <a:blip r:embed="rId4"/>
          <a:stretch>
            <a:fillRect/>
          </a:stretch>
        </p:blipFill>
        <p:spPr>
          <a:xfrm>
            <a:off x="532814" y="2520117"/>
            <a:ext cx="5657850" cy="2190750"/>
          </a:xfrm>
          <a:prstGeom prst="rect">
            <a:avLst/>
          </a:prstGeom>
        </p:spPr>
      </p:pic>
      <p:pic>
        <p:nvPicPr>
          <p:cNvPr id="11" name="Picture 10">
            <a:extLst>
              <a:ext uri="{FF2B5EF4-FFF2-40B4-BE49-F238E27FC236}">
                <a16:creationId xmlns:a16="http://schemas.microsoft.com/office/drawing/2014/main" id="{4DE73513-2609-4FED-A972-11CB41B1AF82}"/>
              </a:ext>
            </a:extLst>
          </p:cNvPr>
          <p:cNvPicPr>
            <a:picLocks noChangeAspect="1"/>
          </p:cNvPicPr>
          <p:nvPr/>
        </p:nvPicPr>
        <p:blipFill>
          <a:blip r:embed="rId5"/>
          <a:stretch>
            <a:fillRect/>
          </a:stretch>
        </p:blipFill>
        <p:spPr>
          <a:xfrm>
            <a:off x="672001" y="4919260"/>
            <a:ext cx="10706100" cy="1228725"/>
          </a:xfrm>
          <a:prstGeom prst="rect">
            <a:avLst/>
          </a:prstGeom>
        </p:spPr>
      </p:pic>
    </p:spTree>
    <p:extLst>
      <p:ext uri="{BB962C8B-B14F-4D97-AF65-F5344CB8AC3E}">
        <p14:creationId xmlns:p14="http://schemas.microsoft.com/office/powerpoint/2010/main" val="32141635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9E80F2-1B8D-4154-A07E-5F679392EE19}"/>
              </a:ext>
            </a:extLst>
          </p:cNvPr>
          <p:cNvSpPr>
            <a:spLocks noGrp="1"/>
          </p:cNvSpPr>
          <p:nvPr>
            <p:ph type="sldNum" sz="quarter" idx="11"/>
          </p:nvPr>
        </p:nvSpPr>
        <p:spPr/>
        <p:txBody>
          <a:bodyPr/>
          <a:lstStyle/>
          <a:p>
            <a:fld id="{E16BA917-7F09-4B8D-AF07-F52890C14046}" type="slidenum">
              <a:rPr lang="da-DK" smtClean="0"/>
              <a:pPr/>
              <a:t>30</a:t>
            </a:fld>
            <a:endParaRPr lang="da-DK"/>
          </a:p>
        </p:txBody>
      </p:sp>
      <p:sp>
        <p:nvSpPr>
          <p:cNvPr id="3" name="Text Placeholder 2">
            <a:extLst>
              <a:ext uri="{FF2B5EF4-FFF2-40B4-BE49-F238E27FC236}">
                <a16:creationId xmlns:a16="http://schemas.microsoft.com/office/drawing/2014/main" id="{F57F5053-4DB8-4DA5-9DBF-36EADB7713E5}"/>
              </a:ext>
            </a:extLst>
          </p:cNvPr>
          <p:cNvSpPr>
            <a:spLocks noGrp="1"/>
          </p:cNvSpPr>
          <p:nvPr>
            <p:ph type="body" sz="quarter" idx="17"/>
          </p:nvPr>
        </p:nvSpPr>
        <p:spPr/>
        <p:txBody>
          <a:bodyPr/>
          <a:lstStyle/>
          <a:p>
            <a:r>
              <a:rPr lang="en-US"/>
              <a:t>Exception Filters</a:t>
            </a:r>
          </a:p>
        </p:txBody>
      </p:sp>
      <p:sp>
        <p:nvSpPr>
          <p:cNvPr id="4" name="Title 3">
            <a:extLst>
              <a:ext uri="{FF2B5EF4-FFF2-40B4-BE49-F238E27FC236}">
                <a16:creationId xmlns:a16="http://schemas.microsoft.com/office/drawing/2014/main" id="{179CCAB6-8D7E-4FBB-8F4C-96944D60507C}"/>
              </a:ext>
            </a:extLst>
          </p:cNvPr>
          <p:cNvSpPr>
            <a:spLocks noGrp="1"/>
          </p:cNvSpPr>
          <p:nvPr>
            <p:ph type="title"/>
          </p:nvPr>
        </p:nvSpPr>
        <p:spPr/>
        <p:txBody>
          <a:bodyPr/>
          <a:lstStyle/>
          <a:p>
            <a:r>
              <a:rPr lang="en-US"/>
              <a:t>Catch clause</a:t>
            </a:r>
          </a:p>
        </p:txBody>
      </p:sp>
      <p:sp>
        <p:nvSpPr>
          <p:cNvPr id="6" name="TextBox 5">
            <a:extLst>
              <a:ext uri="{FF2B5EF4-FFF2-40B4-BE49-F238E27FC236}">
                <a16:creationId xmlns:a16="http://schemas.microsoft.com/office/drawing/2014/main" id="{604C65E0-554F-4985-BB54-22BEEB07EFE1}"/>
              </a:ext>
            </a:extLst>
          </p:cNvPr>
          <p:cNvSpPr txBox="1"/>
          <p:nvPr/>
        </p:nvSpPr>
        <p:spPr>
          <a:xfrm>
            <a:off x="649139" y="1531990"/>
            <a:ext cx="10850033" cy="4824388"/>
          </a:xfrm>
          <a:prstGeom prst="rect">
            <a:avLst/>
          </a:prstGeom>
          <a:noFill/>
        </p:spPr>
        <p:txBody>
          <a:bodyPr wrap="none" lIns="0" tIns="0" rIns="0" bIns="0" rtlCol="0">
            <a:noAutofit/>
          </a:bodyPr>
          <a:lstStyle/>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public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void</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FirstNotImplementedMethod</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throw</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new</a:t>
            </a:r>
            <a:r>
              <a:rPr lang="en-US" sz="1600">
                <a:solidFill>
                  <a:srgbClr val="000000"/>
                </a:solidFill>
                <a:latin typeface="Consolas" panose="020B0609020204030204" pitchFamily="49" charset="0"/>
              </a:rPr>
              <a:t> </a:t>
            </a:r>
            <a:r>
              <a:rPr lang="en-US" sz="1600" b="1" err="1">
                <a:solidFill>
                  <a:srgbClr val="00008B"/>
                </a:solidFill>
                <a:latin typeface="Consolas" panose="020B0609020204030204" pitchFamily="49" charset="0"/>
              </a:rPr>
              <a:t>NotImplementedException</a:t>
            </a:r>
            <a:r>
              <a:rPr lang="en-US" sz="1600" b="0">
                <a:solidFill>
                  <a:srgbClr val="000000"/>
                </a:solidFill>
                <a:latin typeface="Consolas" panose="020B0609020204030204" pitchFamily="49" charset="0"/>
              </a:rPr>
              <a:t>(</a:t>
            </a:r>
            <a:r>
              <a:rPr lang="en-US" sz="1600" b="0">
                <a:solidFill>
                  <a:srgbClr val="A31515"/>
                </a:solidFill>
                <a:latin typeface="Consolas" panose="020B0609020204030204" pitchFamily="49" charset="0"/>
              </a:rPr>
              <a:t>"Method 1 is not implemented yet"</a:t>
            </a:r>
            <a:r>
              <a:rPr lang="en-US" sz="1600" b="0">
                <a:solidFill>
                  <a:srgbClr val="000000"/>
                </a:solidFill>
                <a:latin typeface="Consolas" panose="020B0609020204030204" pitchFamily="49" charset="0"/>
              </a:rPr>
              <a:t>);</a:t>
            </a:r>
          </a:p>
          <a:p>
            <a:r>
              <a:rPr lang="en-US" sz="1600" b="0">
                <a:solidFill>
                  <a:srgbClr val="000000"/>
                </a:solidFill>
                <a:latin typeface="Consolas" panose="020B0609020204030204" pitchFamily="49" charset="0"/>
              </a:rPr>
              <a:t>        }</a:t>
            </a:r>
          </a:p>
          <a:p>
            <a:endParaRPr lang="en-US" sz="1600" b="0">
              <a:solidFill>
                <a:srgbClr val="000000"/>
              </a:solidFill>
              <a:latin typeface="Consolas" panose="020B0609020204030204" pitchFamily="49" charset="0"/>
            </a:endParaRPr>
          </a:p>
          <a:p>
            <a:r>
              <a:rPr lang="en-US" sz="1600" b="0">
                <a:solidFill>
                  <a:srgbClr val="000000"/>
                </a:solidFill>
                <a:latin typeface="Consolas" panose="020B0609020204030204" pitchFamily="49" charset="0"/>
              </a:rPr>
              <a:t>        </a:t>
            </a:r>
            <a:r>
              <a:rPr lang="en-US" sz="1600" b="0">
                <a:solidFill>
                  <a:srgbClr val="0000FF"/>
                </a:solidFill>
                <a:latin typeface="Consolas" panose="020B0609020204030204" pitchFamily="49" charset="0"/>
              </a:rPr>
              <a:t>public</a:t>
            </a:r>
            <a:r>
              <a:rPr lang="en-US" sz="1600" b="0">
                <a:solidFill>
                  <a:srgbClr val="000000"/>
                </a:solidFill>
                <a:latin typeface="Consolas" panose="020B0609020204030204" pitchFamily="49" charset="0"/>
              </a:rPr>
              <a:t> </a:t>
            </a:r>
            <a:r>
              <a:rPr lang="en-US" sz="1600" b="0">
                <a:solidFill>
                  <a:srgbClr val="0000FF"/>
                </a:solidFill>
                <a:latin typeface="Consolas" panose="020B0609020204030204" pitchFamily="49" charset="0"/>
              </a:rPr>
              <a:t>static</a:t>
            </a:r>
            <a:r>
              <a:rPr lang="en-US" sz="1600" b="0">
                <a:solidFill>
                  <a:srgbClr val="000000"/>
                </a:solidFill>
                <a:latin typeface="Consolas" panose="020B0609020204030204" pitchFamily="49" charset="0"/>
              </a:rPr>
              <a:t> </a:t>
            </a:r>
            <a:r>
              <a:rPr lang="en-US" sz="1600" b="0">
                <a:solidFill>
                  <a:srgbClr val="0000FF"/>
                </a:solidFill>
                <a:latin typeface="Consolas" panose="020B0609020204030204" pitchFamily="49" charset="0"/>
              </a:rPr>
              <a:t>void</a:t>
            </a:r>
            <a:r>
              <a:rPr lang="en-US" sz="1600" b="0">
                <a:solidFill>
                  <a:srgbClr val="000000"/>
                </a:solidFill>
                <a:latin typeface="Consolas" panose="020B0609020204030204" pitchFamily="49" charset="0"/>
              </a:rPr>
              <a:t> </a:t>
            </a:r>
            <a:r>
              <a:rPr lang="en-US" sz="1600" b="0" err="1">
                <a:solidFill>
                  <a:srgbClr val="000000"/>
                </a:solidFill>
                <a:latin typeface="Consolas" panose="020B0609020204030204" pitchFamily="49" charset="0"/>
              </a:rPr>
              <a:t>SecondNotImplementedMethod</a:t>
            </a:r>
            <a:r>
              <a:rPr lang="en-US" sz="1600" b="0">
                <a:solidFill>
                  <a:srgbClr val="000000"/>
                </a:solidFill>
                <a:latin typeface="Consolas" panose="020B0609020204030204" pitchFamily="49" charset="0"/>
              </a:rPr>
              <a:t>() {</a:t>
            </a:r>
          </a:p>
          <a:p>
            <a:r>
              <a:rPr lang="en-US" sz="1600" b="0">
                <a:solidFill>
                  <a:srgbClr val="000000"/>
                </a:solidFill>
                <a:latin typeface="Consolas" panose="020B0609020204030204" pitchFamily="49" charset="0"/>
              </a:rPr>
              <a:t>            </a:t>
            </a:r>
            <a:r>
              <a:rPr lang="en-US" sz="1600" b="0">
                <a:solidFill>
                  <a:srgbClr val="0000FF"/>
                </a:solidFill>
                <a:latin typeface="Consolas" panose="020B0609020204030204" pitchFamily="49" charset="0"/>
              </a:rPr>
              <a:t>throw</a:t>
            </a:r>
            <a:r>
              <a:rPr lang="en-US" sz="1600" b="0">
                <a:solidFill>
                  <a:srgbClr val="000000"/>
                </a:solidFill>
                <a:latin typeface="Consolas" panose="020B0609020204030204" pitchFamily="49" charset="0"/>
              </a:rPr>
              <a:t> </a:t>
            </a:r>
            <a:r>
              <a:rPr lang="en-US" sz="1600" b="0">
                <a:solidFill>
                  <a:srgbClr val="0000FF"/>
                </a:solidFill>
                <a:latin typeface="Consolas" panose="020B0609020204030204" pitchFamily="49" charset="0"/>
              </a:rPr>
              <a:t>new</a:t>
            </a:r>
            <a:r>
              <a:rPr lang="en-US" sz="1600" b="0">
                <a:solidFill>
                  <a:srgbClr val="000000"/>
                </a:solidFill>
                <a:latin typeface="Consolas" panose="020B0609020204030204" pitchFamily="49" charset="0"/>
              </a:rPr>
              <a:t> </a:t>
            </a:r>
            <a:r>
              <a:rPr lang="en-US" sz="1600" b="1" err="1">
                <a:solidFill>
                  <a:srgbClr val="00008B"/>
                </a:solidFill>
                <a:latin typeface="Consolas" panose="020B0609020204030204" pitchFamily="49" charset="0"/>
              </a:rPr>
              <a:t>NotImplementedException</a:t>
            </a:r>
            <a:r>
              <a:rPr lang="en-US" sz="1600" b="0">
                <a:solidFill>
                  <a:srgbClr val="000000"/>
                </a:solidFill>
                <a:latin typeface="Consolas" panose="020B0609020204030204" pitchFamily="49" charset="0"/>
              </a:rPr>
              <a:t>(</a:t>
            </a:r>
            <a:r>
              <a:rPr lang="en-US" sz="1600" b="0">
                <a:solidFill>
                  <a:srgbClr val="A31515"/>
                </a:solidFill>
                <a:latin typeface="Consolas" panose="020B0609020204030204" pitchFamily="49" charset="0"/>
              </a:rPr>
              <a:t>"Method 2 is not implemented yet"</a:t>
            </a:r>
            <a:r>
              <a:rPr lang="en-US" sz="1600" b="0">
                <a:solidFill>
                  <a:srgbClr val="000000"/>
                </a:solidFill>
                <a:latin typeface="Consolas" panose="020B0609020204030204" pitchFamily="49" charset="0"/>
              </a:rPr>
              <a:t>);</a:t>
            </a:r>
          </a:p>
          <a:p>
            <a:r>
              <a:rPr lang="en-US" sz="1600" b="0">
                <a:solidFill>
                  <a:srgbClr val="000000"/>
                </a:solidFill>
                <a:latin typeface="Consolas" panose="020B0609020204030204" pitchFamily="49" charset="0"/>
              </a:rPr>
              <a:t>        }</a:t>
            </a:r>
          </a:p>
          <a:p>
            <a:endParaRPr lang="en-US" sz="1600" b="0">
              <a:solidFill>
                <a:srgbClr val="000000"/>
              </a:solidFill>
              <a:latin typeface="Consolas" panose="020B0609020204030204" pitchFamily="49" charset="0"/>
            </a:endParaRPr>
          </a:p>
          <a:p>
            <a:r>
              <a:rPr lang="en-US" sz="1600" b="0">
                <a:solidFill>
                  <a:srgbClr val="000000"/>
                </a:solidFill>
                <a:latin typeface="Consolas" panose="020B0609020204030204" pitchFamily="49" charset="0"/>
              </a:rPr>
              <a:t>        </a:t>
            </a:r>
            <a:r>
              <a:rPr lang="en-US" sz="1600" b="0">
                <a:solidFill>
                  <a:srgbClr val="0000FF"/>
                </a:solidFill>
                <a:latin typeface="Consolas" panose="020B0609020204030204" pitchFamily="49" charset="0"/>
              </a:rPr>
              <a:t>public</a:t>
            </a:r>
            <a:r>
              <a:rPr lang="en-US" sz="1600" b="0">
                <a:solidFill>
                  <a:srgbClr val="000000"/>
                </a:solidFill>
                <a:latin typeface="Consolas" panose="020B0609020204030204" pitchFamily="49" charset="0"/>
              </a:rPr>
              <a:t> </a:t>
            </a:r>
            <a:r>
              <a:rPr lang="en-US" sz="1600" b="0">
                <a:solidFill>
                  <a:srgbClr val="0000FF"/>
                </a:solidFill>
                <a:latin typeface="Consolas" panose="020B0609020204030204" pitchFamily="49" charset="0"/>
              </a:rPr>
              <a:t>static</a:t>
            </a:r>
            <a:r>
              <a:rPr lang="en-US" sz="1600" b="0">
                <a:solidFill>
                  <a:srgbClr val="000000"/>
                </a:solidFill>
                <a:latin typeface="Consolas" panose="020B0609020204030204" pitchFamily="49" charset="0"/>
              </a:rPr>
              <a:t> </a:t>
            </a:r>
            <a:r>
              <a:rPr lang="en-US" sz="1600" b="0">
                <a:solidFill>
                  <a:srgbClr val="0000FF"/>
                </a:solidFill>
                <a:latin typeface="Consolas" panose="020B0609020204030204" pitchFamily="49" charset="0"/>
              </a:rPr>
              <a:t>void</a:t>
            </a:r>
            <a:r>
              <a:rPr lang="en-US" sz="1600" b="0">
                <a:solidFill>
                  <a:srgbClr val="000000"/>
                </a:solidFill>
                <a:latin typeface="Consolas" panose="020B0609020204030204" pitchFamily="49" charset="0"/>
              </a:rPr>
              <a:t> </a:t>
            </a:r>
            <a:r>
              <a:rPr lang="en-US" sz="1600" b="0" err="1">
                <a:solidFill>
                  <a:srgbClr val="000000"/>
                </a:solidFill>
                <a:latin typeface="Consolas" panose="020B0609020204030204" pitchFamily="49" charset="0"/>
              </a:rPr>
              <a:t>ExceptionFilterMethod</a:t>
            </a:r>
            <a:r>
              <a:rPr lang="en-US" sz="1600" b="0">
                <a:solidFill>
                  <a:srgbClr val="000000"/>
                </a:solidFill>
                <a:latin typeface="Consolas" panose="020B0609020204030204" pitchFamily="49" charset="0"/>
              </a:rPr>
              <a:t>() {</a:t>
            </a:r>
          </a:p>
          <a:p>
            <a:r>
              <a:rPr lang="en-US" sz="1600" b="0">
                <a:solidFill>
                  <a:srgbClr val="000000"/>
                </a:solidFill>
                <a:latin typeface="Consolas" panose="020B0609020204030204" pitchFamily="49" charset="0"/>
              </a:rPr>
              <a:t>            </a:t>
            </a:r>
            <a:r>
              <a:rPr lang="en-US" sz="1600" b="0">
                <a:solidFill>
                  <a:srgbClr val="0000FF"/>
                </a:solidFill>
                <a:latin typeface="Consolas" panose="020B0609020204030204" pitchFamily="49" charset="0"/>
              </a:rPr>
              <a:t>try</a:t>
            </a:r>
            <a:r>
              <a:rPr lang="en-US" sz="1600" b="0">
                <a:solidFill>
                  <a:srgbClr val="000000"/>
                </a:solidFill>
                <a:latin typeface="Consolas" panose="020B0609020204030204" pitchFamily="49" charset="0"/>
              </a:rPr>
              <a:t> {</a:t>
            </a:r>
          </a:p>
          <a:p>
            <a:r>
              <a:rPr lang="en-US" sz="1600" b="0">
                <a:solidFill>
                  <a:srgbClr val="000000"/>
                </a:solidFill>
                <a:latin typeface="Consolas" panose="020B0609020204030204" pitchFamily="49" charset="0"/>
              </a:rPr>
              <a:t>                </a:t>
            </a:r>
            <a:r>
              <a:rPr lang="en-US" sz="1600" b="0" err="1">
                <a:solidFill>
                  <a:srgbClr val="000000"/>
                </a:solidFill>
                <a:latin typeface="Consolas" panose="020B0609020204030204" pitchFamily="49" charset="0"/>
              </a:rPr>
              <a:t>FirstNotImplementedMethod</a:t>
            </a:r>
            <a:r>
              <a:rPr lang="en-US" sz="1600" b="0">
                <a:solidFill>
                  <a:srgbClr val="000000"/>
                </a:solidFill>
                <a:latin typeface="Consolas" panose="020B0609020204030204" pitchFamily="49" charset="0"/>
              </a:rPr>
              <a:t>();</a:t>
            </a:r>
          </a:p>
          <a:p>
            <a:r>
              <a:rPr lang="en-US" sz="1600" b="0">
                <a:solidFill>
                  <a:srgbClr val="000000"/>
                </a:solidFill>
                <a:latin typeface="Consolas" panose="020B0609020204030204" pitchFamily="49" charset="0"/>
              </a:rPr>
              <a:t>            } </a:t>
            </a:r>
            <a:r>
              <a:rPr lang="en-US" sz="1600" b="0">
                <a:solidFill>
                  <a:srgbClr val="0000FF"/>
                </a:solidFill>
                <a:latin typeface="Consolas" panose="020B0609020204030204" pitchFamily="49" charset="0"/>
              </a:rPr>
              <a:t>catch</a:t>
            </a:r>
            <a:r>
              <a:rPr lang="en-US" sz="1600" b="0">
                <a:solidFill>
                  <a:srgbClr val="000000"/>
                </a:solidFill>
                <a:latin typeface="Consolas" panose="020B0609020204030204" pitchFamily="49" charset="0"/>
              </a:rPr>
              <a:t> (</a:t>
            </a:r>
            <a:r>
              <a:rPr lang="en-US" sz="1600" b="1" err="1">
                <a:solidFill>
                  <a:srgbClr val="00008B"/>
                </a:solidFill>
                <a:latin typeface="Consolas" panose="020B0609020204030204" pitchFamily="49" charset="0"/>
              </a:rPr>
              <a:t>NotImplementedException</a:t>
            </a:r>
            <a:r>
              <a:rPr lang="en-US" sz="1600" b="0">
                <a:solidFill>
                  <a:srgbClr val="000000"/>
                </a:solidFill>
                <a:latin typeface="Consolas" panose="020B0609020204030204" pitchFamily="49" charset="0"/>
              </a:rPr>
              <a:t> ex) </a:t>
            </a:r>
            <a:r>
              <a:rPr lang="en-US" sz="1600" b="0">
                <a:solidFill>
                  <a:srgbClr val="0000FF"/>
                </a:solidFill>
                <a:latin typeface="Consolas" panose="020B0609020204030204" pitchFamily="49" charset="0"/>
              </a:rPr>
              <a:t>when</a:t>
            </a:r>
            <a:r>
              <a:rPr lang="en-US" sz="1600" b="0">
                <a:solidFill>
                  <a:srgbClr val="000000"/>
                </a:solidFill>
                <a:latin typeface="Consolas" panose="020B0609020204030204" pitchFamily="49" charset="0"/>
              </a:rPr>
              <a:t> (</a:t>
            </a:r>
            <a:r>
              <a:rPr lang="en-US" sz="1600" b="0" err="1">
                <a:solidFill>
                  <a:srgbClr val="000000"/>
                </a:solidFill>
                <a:latin typeface="Consolas" panose="020B0609020204030204" pitchFamily="49" charset="0"/>
              </a:rPr>
              <a:t>ex.Message.Contains</a:t>
            </a:r>
            <a:r>
              <a:rPr lang="en-US" sz="1600" b="0">
                <a:solidFill>
                  <a:srgbClr val="000000"/>
                </a:solidFill>
                <a:latin typeface="Consolas" panose="020B0609020204030204" pitchFamily="49" charset="0"/>
              </a:rPr>
              <a:t>(</a:t>
            </a:r>
            <a:r>
              <a:rPr lang="en-US" sz="1600" b="0">
                <a:solidFill>
                  <a:srgbClr val="A31515"/>
                </a:solidFill>
                <a:latin typeface="Consolas" panose="020B0609020204030204" pitchFamily="49" charset="0"/>
              </a:rPr>
              <a:t>"1"</a:t>
            </a:r>
            <a:r>
              <a:rPr lang="en-US" sz="1600" b="0">
                <a:solidFill>
                  <a:srgbClr val="000000"/>
                </a:solidFill>
                <a:latin typeface="Consolas" panose="020B0609020204030204" pitchFamily="49" charset="0"/>
              </a:rPr>
              <a:t>)) {</a:t>
            </a:r>
          </a:p>
          <a:p>
            <a:r>
              <a:rPr lang="en-US" sz="1600" b="0">
                <a:solidFill>
                  <a:srgbClr val="000000"/>
                </a:solidFill>
                <a:latin typeface="Consolas" panose="020B0609020204030204" pitchFamily="49" charset="0"/>
              </a:rPr>
              <a:t>                </a:t>
            </a:r>
            <a:r>
              <a:rPr lang="en-US" sz="1600" b="0" err="1">
                <a:solidFill>
                  <a:srgbClr val="2B91AF"/>
                </a:solidFill>
                <a:latin typeface="Consolas" panose="020B0609020204030204" pitchFamily="49" charset="0"/>
              </a:rPr>
              <a:t>Console</a:t>
            </a:r>
            <a:r>
              <a:rPr lang="en-US" sz="1600" b="0" err="1">
                <a:solidFill>
                  <a:srgbClr val="000000"/>
                </a:solidFill>
                <a:latin typeface="Consolas" panose="020B0609020204030204" pitchFamily="49" charset="0"/>
              </a:rPr>
              <a:t>.WriteLine</a:t>
            </a:r>
            <a:r>
              <a:rPr lang="en-US" sz="1600" b="0">
                <a:solidFill>
                  <a:srgbClr val="000000"/>
                </a:solidFill>
                <a:latin typeface="Consolas" panose="020B0609020204030204" pitchFamily="49" charset="0"/>
              </a:rPr>
              <a:t>(</a:t>
            </a:r>
            <a:r>
              <a:rPr lang="en-US" sz="1600" b="0" err="1">
                <a:solidFill>
                  <a:srgbClr val="000000"/>
                </a:solidFill>
                <a:latin typeface="Consolas" panose="020B0609020204030204" pitchFamily="49" charset="0"/>
              </a:rPr>
              <a:t>ex.Message</a:t>
            </a:r>
            <a:r>
              <a:rPr lang="en-US" sz="1600" b="0">
                <a:solidFill>
                  <a:srgbClr val="000000"/>
                </a:solidFill>
                <a:latin typeface="Consolas" panose="020B0609020204030204" pitchFamily="49" charset="0"/>
              </a:rPr>
              <a:t>);</a:t>
            </a:r>
          </a:p>
          <a:p>
            <a:r>
              <a:rPr lang="en-US" sz="1600" b="0">
                <a:solidFill>
                  <a:srgbClr val="000000"/>
                </a:solidFill>
                <a:latin typeface="Consolas" panose="020B0609020204030204" pitchFamily="49" charset="0"/>
              </a:rPr>
              <a:t>            } </a:t>
            </a:r>
            <a:r>
              <a:rPr lang="en-US" sz="1600" b="0">
                <a:solidFill>
                  <a:srgbClr val="0000FF"/>
                </a:solidFill>
                <a:latin typeface="Consolas" panose="020B0609020204030204" pitchFamily="49" charset="0"/>
              </a:rPr>
              <a:t>catch</a:t>
            </a:r>
            <a:r>
              <a:rPr lang="en-US" sz="1600" b="0">
                <a:solidFill>
                  <a:srgbClr val="000000"/>
                </a:solidFill>
                <a:latin typeface="Consolas" panose="020B0609020204030204" pitchFamily="49" charset="0"/>
              </a:rPr>
              <a:t> (</a:t>
            </a:r>
            <a:r>
              <a:rPr lang="en-US" sz="1600" b="1" err="1">
                <a:solidFill>
                  <a:srgbClr val="00008B"/>
                </a:solidFill>
                <a:latin typeface="Consolas" panose="020B0609020204030204" pitchFamily="49" charset="0"/>
              </a:rPr>
              <a:t>NotImplementedException</a:t>
            </a:r>
            <a:r>
              <a:rPr lang="en-US" sz="1600" b="0">
                <a:solidFill>
                  <a:srgbClr val="000000"/>
                </a:solidFill>
                <a:latin typeface="Consolas" panose="020B0609020204030204" pitchFamily="49" charset="0"/>
              </a:rPr>
              <a:t> ex) </a:t>
            </a:r>
            <a:r>
              <a:rPr lang="en-US" sz="1600" b="0">
                <a:solidFill>
                  <a:srgbClr val="0000FF"/>
                </a:solidFill>
                <a:latin typeface="Consolas" panose="020B0609020204030204" pitchFamily="49" charset="0"/>
              </a:rPr>
              <a:t>when</a:t>
            </a:r>
            <a:r>
              <a:rPr lang="en-US" sz="1600" b="0">
                <a:solidFill>
                  <a:srgbClr val="000000"/>
                </a:solidFill>
                <a:latin typeface="Consolas" panose="020B0609020204030204" pitchFamily="49" charset="0"/>
              </a:rPr>
              <a:t> (</a:t>
            </a:r>
            <a:r>
              <a:rPr lang="en-US" sz="1600" b="0" err="1">
                <a:solidFill>
                  <a:srgbClr val="000000"/>
                </a:solidFill>
                <a:latin typeface="Consolas" panose="020B0609020204030204" pitchFamily="49" charset="0"/>
              </a:rPr>
              <a:t>ex.Message.Contains</a:t>
            </a:r>
            <a:r>
              <a:rPr lang="en-US" sz="1600" b="0">
                <a:solidFill>
                  <a:srgbClr val="000000"/>
                </a:solidFill>
                <a:latin typeface="Consolas" panose="020B0609020204030204" pitchFamily="49" charset="0"/>
              </a:rPr>
              <a:t>(</a:t>
            </a:r>
            <a:r>
              <a:rPr lang="en-US" sz="1600" b="0">
                <a:solidFill>
                  <a:srgbClr val="A31515"/>
                </a:solidFill>
                <a:latin typeface="Consolas" panose="020B0609020204030204" pitchFamily="49" charset="0"/>
              </a:rPr>
              <a:t>"2"</a:t>
            </a:r>
            <a:r>
              <a:rPr lang="en-US" sz="1600" b="0">
                <a:solidFill>
                  <a:srgbClr val="000000"/>
                </a:solidFill>
                <a:latin typeface="Consolas" panose="020B0609020204030204" pitchFamily="49" charset="0"/>
              </a:rPr>
              <a:t>)) {</a:t>
            </a:r>
          </a:p>
          <a:p>
            <a:r>
              <a:rPr lang="en-US" sz="1600" b="0">
                <a:solidFill>
                  <a:srgbClr val="000000"/>
                </a:solidFill>
                <a:latin typeface="Consolas" panose="020B0609020204030204" pitchFamily="49" charset="0"/>
              </a:rPr>
              <a:t>                </a:t>
            </a:r>
            <a:r>
              <a:rPr lang="en-US" sz="1600" b="0" err="1">
                <a:solidFill>
                  <a:srgbClr val="2B91AF"/>
                </a:solidFill>
                <a:latin typeface="Consolas" panose="020B0609020204030204" pitchFamily="49" charset="0"/>
              </a:rPr>
              <a:t>Console</a:t>
            </a:r>
            <a:r>
              <a:rPr lang="en-US" sz="1600" b="0" err="1">
                <a:solidFill>
                  <a:srgbClr val="000000"/>
                </a:solidFill>
                <a:latin typeface="Consolas" panose="020B0609020204030204" pitchFamily="49" charset="0"/>
              </a:rPr>
              <a:t>.WriteLine</a:t>
            </a:r>
            <a:r>
              <a:rPr lang="en-US" sz="1600" b="0">
                <a:solidFill>
                  <a:srgbClr val="000000"/>
                </a:solidFill>
                <a:latin typeface="Consolas" panose="020B0609020204030204" pitchFamily="49" charset="0"/>
              </a:rPr>
              <a:t>(</a:t>
            </a:r>
            <a:r>
              <a:rPr lang="en-US" sz="1600" b="0" err="1">
                <a:solidFill>
                  <a:srgbClr val="000000"/>
                </a:solidFill>
                <a:latin typeface="Consolas" panose="020B0609020204030204" pitchFamily="49" charset="0"/>
              </a:rPr>
              <a:t>ex.Message</a:t>
            </a:r>
            <a:r>
              <a:rPr lang="en-US" sz="1600" b="0">
                <a:solidFill>
                  <a:srgbClr val="000000"/>
                </a:solidFill>
                <a:latin typeface="Consolas" panose="020B0609020204030204" pitchFamily="49" charset="0"/>
              </a:rPr>
              <a:t>);</a:t>
            </a:r>
          </a:p>
          <a:p>
            <a:r>
              <a:rPr lang="en-US" sz="1600" b="0">
                <a:solidFill>
                  <a:srgbClr val="000000"/>
                </a:solidFill>
                <a:latin typeface="Consolas" panose="020B0609020204030204" pitchFamily="49" charset="0"/>
              </a:rPr>
              <a:t>            }</a:t>
            </a:r>
          </a:p>
          <a:p>
            <a:r>
              <a:rPr lang="en-US" sz="1600" b="0">
                <a:solidFill>
                  <a:srgbClr val="000000"/>
                </a:solidFill>
                <a:latin typeface="Consolas" panose="020B0609020204030204" pitchFamily="49" charset="0"/>
              </a:rPr>
              <a:t>            </a:t>
            </a:r>
            <a:r>
              <a:rPr lang="en-US" sz="1600" b="0" err="1">
                <a:solidFill>
                  <a:srgbClr val="2B91AF"/>
                </a:solidFill>
                <a:latin typeface="Consolas" panose="020B0609020204030204" pitchFamily="49" charset="0"/>
              </a:rPr>
              <a:t>Console</a:t>
            </a:r>
            <a:r>
              <a:rPr lang="en-US" sz="1600" b="0" err="1">
                <a:solidFill>
                  <a:srgbClr val="000000"/>
                </a:solidFill>
                <a:latin typeface="Consolas" panose="020B0609020204030204" pitchFamily="49" charset="0"/>
              </a:rPr>
              <a:t>.ReadLine</a:t>
            </a:r>
            <a:r>
              <a:rPr lang="en-US" sz="1600" b="0">
                <a:solidFill>
                  <a:srgbClr val="000000"/>
                </a:solidFill>
                <a:latin typeface="Consolas" panose="020B0609020204030204" pitchFamily="49" charset="0"/>
              </a:rPr>
              <a:t>();</a:t>
            </a:r>
          </a:p>
          <a:p>
            <a:r>
              <a:rPr lang="en-US" sz="1600" b="0">
                <a:solidFill>
                  <a:srgbClr val="000000"/>
                </a:solidFill>
                <a:latin typeface="Consolas" panose="020B0609020204030204" pitchFamily="49" charset="0"/>
              </a:rPr>
              <a:t>        }</a:t>
            </a:r>
            <a:endParaRPr lang="en-US" sz="1600">
              <a:latin typeface="+mn-lt"/>
            </a:endParaRPr>
          </a:p>
        </p:txBody>
      </p:sp>
    </p:spTree>
    <p:extLst>
      <p:ext uri="{BB962C8B-B14F-4D97-AF65-F5344CB8AC3E}">
        <p14:creationId xmlns:p14="http://schemas.microsoft.com/office/powerpoint/2010/main" val="18908507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5A784-2791-4F7C-B573-22D3CE89E6E7}"/>
              </a:ext>
            </a:extLst>
          </p:cNvPr>
          <p:cNvSpPr>
            <a:spLocks noGrp="1"/>
          </p:cNvSpPr>
          <p:nvPr>
            <p:ph type="title"/>
          </p:nvPr>
        </p:nvSpPr>
        <p:spPr/>
        <p:txBody>
          <a:bodyPr/>
          <a:lstStyle/>
          <a:p>
            <a:r>
              <a:rPr lang="en-US"/>
              <a:t>Best practices</a:t>
            </a:r>
          </a:p>
        </p:txBody>
      </p:sp>
      <p:sp>
        <p:nvSpPr>
          <p:cNvPr id="3" name="Slide Number Placeholder 2">
            <a:extLst>
              <a:ext uri="{FF2B5EF4-FFF2-40B4-BE49-F238E27FC236}">
                <a16:creationId xmlns:a16="http://schemas.microsoft.com/office/drawing/2014/main" id="{5CD4A418-2212-47F9-A96D-EB2EAD902BBA}"/>
              </a:ext>
            </a:extLst>
          </p:cNvPr>
          <p:cNvSpPr>
            <a:spLocks noGrp="1"/>
          </p:cNvSpPr>
          <p:nvPr>
            <p:ph type="sldNum" sz="quarter" idx="11"/>
          </p:nvPr>
        </p:nvSpPr>
        <p:spPr/>
        <p:txBody>
          <a:bodyPr/>
          <a:lstStyle/>
          <a:p>
            <a:fld id="{E16BA917-7F09-4B8D-AF07-F52890C14046}" type="slidenum">
              <a:rPr lang="da-DK" smtClean="0"/>
              <a:pPr/>
              <a:t>31</a:t>
            </a:fld>
            <a:endParaRPr lang="da-DK"/>
          </a:p>
        </p:txBody>
      </p:sp>
      <p:sp>
        <p:nvSpPr>
          <p:cNvPr id="4" name="Text Placeholder 3">
            <a:extLst>
              <a:ext uri="{FF2B5EF4-FFF2-40B4-BE49-F238E27FC236}">
                <a16:creationId xmlns:a16="http://schemas.microsoft.com/office/drawing/2014/main" id="{829EDF67-B0B2-438D-AC39-75D8B647730F}"/>
              </a:ext>
            </a:extLst>
          </p:cNvPr>
          <p:cNvSpPr>
            <a:spLocks noGrp="1"/>
          </p:cNvSpPr>
          <p:nvPr>
            <p:ph type="body" sz="quarter" idx="17"/>
          </p:nvPr>
        </p:nvSpPr>
        <p:spPr/>
        <p:txBody>
          <a:bodyPr/>
          <a:lstStyle/>
          <a:p>
            <a:r>
              <a:rPr lang="en-US"/>
              <a:t>Do not hide the errors</a:t>
            </a:r>
          </a:p>
        </p:txBody>
      </p:sp>
      <p:sp>
        <p:nvSpPr>
          <p:cNvPr id="5" name="TextBox 4">
            <a:extLst>
              <a:ext uri="{FF2B5EF4-FFF2-40B4-BE49-F238E27FC236}">
                <a16:creationId xmlns:a16="http://schemas.microsoft.com/office/drawing/2014/main" id="{0778BA99-407D-4F32-BD32-19F18B853147}"/>
              </a:ext>
            </a:extLst>
          </p:cNvPr>
          <p:cNvSpPr txBox="1"/>
          <p:nvPr/>
        </p:nvSpPr>
        <p:spPr>
          <a:xfrm>
            <a:off x="409074" y="2889640"/>
            <a:ext cx="6560655" cy="2390273"/>
          </a:xfrm>
          <a:prstGeom prst="rect">
            <a:avLst/>
          </a:prstGeom>
          <a:noFill/>
        </p:spPr>
        <p:txBody>
          <a:bodyPr wrap="none" lIns="0" tIns="0" rIns="0" bIns="0" rtlCol="0">
            <a:noAutofit/>
          </a:bodyPr>
          <a:lstStyle/>
          <a:p>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try</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 some logic is executed here</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catch</a:t>
            </a:r>
            <a:r>
              <a:rPr lang="en-US" sz="1800">
                <a:solidFill>
                  <a:srgbClr val="000000"/>
                </a:solidFill>
                <a:latin typeface="Consolas" panose="020B0609020204030204" pitchFamily="49" charset="0"/>
              </a:rPr>
              <a:t> {</a:t>
            </a:r>
          </a:p>
          <a:p>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endParaRPr lang="en-US" sz="1600">
              <a:latin typeface="+mn-lt"/>
            </a:endParaRPr>
          </a:p>
        </p:txBody>
      </p:sp>
      <p:sp>
        <p:nvSpPr>
          <p:cNvPr id="6" name="TextBox 5">
            <a:extLst>
              <a:ext uri="{FF2B5EF4-FFF2-40B4-BE49-F238E27FC236}">
                <a16:creationId xmlns:a16="http://schemas.microsoft.com/office/drawing/2014/main" id="{10D7C224-6BF8-4FD6-BF2C-6B9F0AD3F6AD}"/>
              </a:ext>
            </a:extLst>
          </p:cNvPr>
          <p:cNvSpPr txBox="1"/>
          <p:nvPr/>
        </p:nvSpPr>
        <p:spPr>
          <a:xfrm>
            <a:off x="649139" y="1688513"/>
            <a:ext cx="4604650" cy="549361"/>
          </a:xfrm>
          <a:prstGeom prst="rect">
            <a:avLst/>
          </a:prstGeom>
          <a:noFill/>
        </p:spPr>
        <p:txBody>
          <a:bodyPr wrap="none" lIns="0" tIns="0" rIns="0" bIns="0" rtlCol="0">
            <a:noAutofit/>
          </a:bodyPr>
          <a:lstStyle/>
          <a:p>
            <a:pPr marL="285750" indent="-285750" defTabSz="179388">
              <a:buClr>
                <a:srgbClr val="00DEE6"/>
              </a:buClr>
              <a:buFont typeface="Arial" panose="020B0604020202020204" pitchFamily="34" charset="0"/>
              <a:buChar char="•"/>
            </a:pPr>
            <a:r>
              <a:rPr lang="en-US" sz="1600">
                <a:solidFill>
                  <a:srgbClr val="FF0000"/>
                </a:solidFill>
                <a:latin typeface="+mn-lt"/>
              </a:rPr>
              <a:t>Avoid catch-clause without parameters</a:t>
            </a:r>
          </a:p>
          <a:p>
            <a:pPr marL="285750" indent="-285750" defTabSz="179388">
              <a:buClr>
                <a:srgbClr val="00DEE6"/>
              </a:buClr>
              <a:buFont typeface="Arial" panose="020B0604020202020204" pitchFamily="34" charset="0"/>
              <a:buChar char="•"/>
            </a:pPr>
            <a:r>
              <a:rPr lang="en-US" sz="1600">
                <a:solidFill>
                  <a:srgbClr val="FF0000"/>
                </a:solidFill>
                <a:latin typeface="+mn-lt"/>
              </a:rPr>
              <a:t>Avoid using empty catch clause</a:t>
            </a:r>
          </a:p>
        </p:txBody>
      </p:sp>
    </p:spTree>
    <p:extLst>
      <p:ext uri="{BB962C8B-B14F-4D97-AF65-F5344CB8AC3E}">
        <p14:creationId xmlns:p14="http://schemas.microsoft.com/office/powerpoint/2010/main" val="2475154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FC8528-07DD-48AE-A57C-8C8C237B2992}"/>
              </a:ext>
            </a:extLst>
          </p:cNvPr>
          <p:cNvSpPr>
            <a:spLocks noGrp="1"/>
          </p:cNvSpPr>
          <p:nvPr>
            <p:ph type="sldNum" sz="quarter" idx="11"/>
          </p:nvPr>
        </p:nvSpPr>
        <p:spPr/>
        <p:txBody>
          <a:bodyPr/>
          <a:lstStyle/>
          <a:p>
            <a:fld id="{E16BA917-7F09-4B8D-AF07-F52890C14046}" type="slidenum">
              <a:rPr lang="da-DK" smtClean="0"/>
              <a:pPr/>
              <a:t>32</a:t>
            </a:fld>
            <a:endParaRPr lang="da-DK"/>
          </a:p>
        </p:txBody>
      </p:sp>
      <p:sp>
        <p:nvSpPr>
          <p:cNvPr id="3" name="Text Placeholder 2">
            <a:extLst>
              <a:ext uri="{FF2B5EF4-FFF2-40B4-BE49-F238E27FC236}">
                <a16:creationId xmlns:a16="http://schemas.microsoft.com/office/drawing/2014/main" id="{30096CD9-5404-420E-AF81-A297509E431A}"/>
              </a:ext>
            </a:extLst>
          </p:cNvPr>
          <p:cNvSpPr>
            <a:spLocks noGrp="1"/>
          </p:cNvSpPr>
          <p:nvPr>
            <p:ph type="body" sz="quarter" idx="17"/>
          </p:nvPr>
        </p:nvSpPr>
        <p:spPr/>
        <p:txBody>
          <a:bodyPr/>
          <a:lstStyle/>
          <a:p>
            <a:r>
              <a:rPr lang="en-US"/>
              <a:t>rethrowing</a:t>
            </a:r>
            <a:endParaRPr lang="da-DK"/>
          </a:p>
        </p:txBody>
      </p:sp>
      <p:sp>
        <p:nvSpPr>
          <p:cNvPr id="4" name="Title 3">
            <a:extLst>
              <a:ext uri="{FF2B5EF4-FFF2-40B4-BE49-F238E27FC236}">
                <a16:creationId xmlns:a16="http://schemas.microsoft.com/office/drawing/2014/main" id="{67EA167C-4A59-455F-8C1A-427CD5DFF690}"/>
              </a:ext>
            </a:extLst>
          </p:cNvPr>
          <p:cNvSpPr>
            <a:spLocks noGrp="1"/>
          </p:cNvSpPr>
          <p:nvPr>
            <p:ph type="title"/>
          </p:nvPr>
        </p:nvSpPr>
        <p:spPr/>
        <p:txBody>
          <a:bodyPr/>
          <a:lstStyle/>
          <a:p>
            <a:r>
              <a:rPr lang="en-US"/>
              <a:t>Best practices</a:t>
            </a:r>
            <a:endParaRPr lang="da-DK"/>
          </a:p>
        </p:txBody>
      </p:sp>
      <p:sp>
        <p:nvSpPr>
          <p:cNvPr id="10" name="TextBox 4">
            <a:extLst>
              <a:ext uri="{FF2B5EF4-FFF2-40B4-BE49-F238E27FC236}">
                <a16:creationId xmlns:a16="http://schemas.microsoft.com/office/drawing/2014/main" id="{578E0E9C-DCF7-454E-96D4-76E5CD23AB08}"/>
              </a:ext>
            </a:extLst>
          </p:cNvPr>
          <p:cNvSpPr txBox="1"/>
          <p:nvPr/>
        </p:nvSpPr>
        <p:spPr>
          <a:xfrm>
            <a:off x="467345" y="1672883"/>
            <a:ext cx="10238755" cy="4283242"/>
          </a:xfrm>
          <a:prstGeom prst="rect">
            <a:avLst/>
          </a:prstGeom>
          <a:noFill/>
        </p:spPr>
        <p:txBody>
          <a:bodyPr wrap="none" lIns="0" tIns="0" rIns="0" bIns="0" rtlCol="0">
            <a:noAutofit/>
          </a:bodyPr>
          <a:lstStyle>
            <a:defPPr>
              <a:defRPr lang="en-US"/>
            </a:defPPr>
            <a:lvl1pPr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//Application project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try</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//some core business logic is executed here</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catch</a:t>
            </a:r>
            <a:r>
              <a:rPr lang="en-US" sz="1800">
                <a:solidFill>
                  <a:srgbClr val="000000"/>
                </a:solidFill>
                <a:latin typeface="Consolas" panose="020B0609020204030204" pitchFamily="49" charset="0"/>
              </a:rPr>
              <a:t>(</a:t>
            </a:r>
            <a:r>
              <a:rPr lang="en-US" sz="1800" err="1">
                <a:solidFill>
                  <a:srgbClr val="2B91AF"/>
                </a:solidFill>
                <a:latin typeface="Consolas" panose="020B0609020204030204" pitchFamily="49" charset="0"/>
              </a:rPr>
              <a:t>BusinessLogicException</a:t>
            </a:r>
            <a:r>
              <a:rPr lang="en-US" sz="1800">
                <a:solidFill>
                  <a:srgbClr val="000000"/>
                </a:solidFill>
                <a:latin typeface="Consolas" panose="020B0609020204030204" pitchFamily="49" charset="0"/>
              </a:rPr>
              <a:t> ex) {</a:t>
            </a:r>
          </a:p>
          <a:p>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 we cannot to manage this exception at this application level, </a:t>
            </a:r>
            <a:br>
              <a:rPr lang="en-US" sz="1800">
                <a:solidFill>
                  <a:srgbClr val="008000"/>
                </a:solidFill>
                <a:latin typeface="Consolas" panose="020B0609020204030204" pitchFamily="49" charset="0"/>
              </a:rPr>
            </a:br>
            <a:r>
              <a:rPr lang="en-US" sz="1800">
                <a:solidFill>
                  <a:srgbClr val="008000"/>
                </a:solidFill>
                <a:latin typeface="Consolas" panose="020B0609020204030204" pitchFamily="49" charset="0"/>
              </a:rPr>
              <a:t>			 // so just log the information and re-throw the exception </a:t>
            </a:r>
          </a:p>
          <a:p>
            <a:r>
              <a:rPr lang="en-US">
                <a:solidFill>
                  <a:srgbClr val="008000"/>
                </a:solidFill>
                <a:latin typeface="Consolas" panose="020B0609020204030204" pitchFamily="49" charset="0"/>
              </a:rPr>
              <a:t>			 // </a:t>
            </a:r>
            <a:r>
              <a:rPr lang="en-US" sz="1800">
                <a:solidFill>
                  <a:srgbClr val="008000"/>
                </a:solidFill>
                <a:latin typeface="Consolas" panose="020B0609020204030204" pitchFamily="49" charset="0"/>
              </a:rPr>
              <a:t>to handle it on GUI-level</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err="1">
                <a:solidFill>
                  <a:srgbClr val="2B91AF"/>
                </a:solidFill>
                <a:latin typeface="Consolas" panose="020B0609020204030204" pitchFamily="49" charset="0"/>
              </a:rPr>
              <a:t>Console</a:t>
            </a:r>
            <a:r>
              <a:rPr lang="en-US" sz="1800" err="1">
                <a:solidFill>
                  <a:srgbClr val="000000"/>
                </a:solidFill>
                <a:latin typeface="Consolas" panose="020B0609020204030204" pitchFamily="49" charset="0"/>
              </a:rPr>
              <a:t>.Write</a:t>
            </a:r>
            <a:r>
              <a:rPr lang="en-US" sz="1800">
                <a:solidFill>
                  <a:srgbClr val="000000"/>
                </a:solidFill>
                <a:latin typeface="Consolas" panose="020B0609020204030204" pitchFamily="49" charset="0"/>
              </a:rPr>
              <a:t>(</a:t>
            </a:r>
            <a:r>
              <a:rPr lang="en-US" sz="1800" err="1">
                <a:solidFill>
                  <a:srgbClr val="000000"/>
                </a:solidFill>
                <a:latin typeface="Consolas" panose="020B0609020204030204" pitchFamily="49" charset="0"/>
              </a:rPr>
              <a:t>ex.Message</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throw</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 do not use</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 throw ex;</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 because we'll lose stack trace</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endParaRPr lang="en-US" sz="1600">
              <a:latin typeface="+mn-lt"/>
            </a:endParaRPr>
          </a:p>
        </p:txBody>
      </p:sp>
    </p:spTree>
    <p:extLst>
      <p:ext uri="{BB962C8B-B14F-4D97-AF65-F5344CB8AC3E}">
        <p14:creationId xmlns:p14="http://schemas.microsoft.com/office/powerpoint/2010/main" val="40936272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8E579-F68F-40A9-AC90-D0A9BA0448C1}"/>
              </a:ext>
            </a:extLst>
          </p:cNvPr>
          <p:cNvSpPr>
            <a:spLocks noGrp="1"/>
          </p:cNvSpPr>
          <p:nvPr>
            <p:ph type="title"/>
          </p:nvPr>
        </p:nvSpPr>
        <p:spPr/>
        <p:txBody>
          <a:bodyPr/>
          <a:lstStyle/>
          <a:p>
            <a:r>
              <a:rPr lang="en-US"/>
              <a:t>Best practices</a:t>
            </a:r>
          </a:p>
        </p:txBody>
      </p:sp>
      <p:sp>
        <p:nvSpPr>
          <p:cNvPr id="3" name="Slide Number Placeholder 2">
            <a:extLst>
              <a:ext uri="{FF2B5EF4-FFF2-40B4-BE49-F238E27FC236}">
                <a16:creationId xmlns:a16="http://schemas.microsoft.com/office/drawing/2014/main" id="{CF01245A-C382-4F25-BD9E-4AB2C47A1F47}"/>
              </a:ext>
            </a:extLst>
          </p:cNvPr>
          <p:cNvSpPr>
            <a:spLocks noGrp="1"/>
          </p:cNvSpPr>
          <p:nvPr>
            <p:ph type="sldNum" sz="quarter" idx="11"/>
          </p:nvPr>
        </p:nvSpPr>
        <p:spPr/>
        <p:txBody>
          <a:bodyPr/>
          <a:lstStyle/>
          <a:p>
            <a:fld id="{E16BA917-7F09-4B8D-AF07-F52890C14046}" type="slidenum">
              <a:rPr lang="da-DK" smtClean="0"/>
              <a:pPr/>
              <a:t>33</a:t>
            </a:fld>
            <a:endParaRPr lang="da-DK"/>
          </a:p>
        </p:txBody>
      </p:sp>
      <p:sp>
        <p:nvSpPr>
          <p:cNvPr id="4" name="Text Placeholder 3">
            <a:extLst>
              <a:ext uri="{FF2B5EF4-FFF2-40B4-BE49-F238E27FC236}">
                <a16:creationId xmlns:a16="http://schemas.microsoft.com/office/drawing/2014/main" id="{2D62942D-0EBF-4375-B013-3182A72CA097}"/>
              </a:ext>
            </a:extLst>
          </p:cNvPr>
          <p:cNvSpPr>
            <a:spLocks noGrp="1"/>
          </p:cNvSpPr>
          <p:nvPr>
            <p:ph type="body" sz="quarter" idx="17"/>
          </p:nvPr>
        </p:nvSpPr>
        <p:spPr/>
        <p:txBody>
          <a:bodyPr/>
          <a:lstStyle/>
          <a:p>
            <a:r>
              <a:rPr lang="en-US"/>
              <a:t>Try-Pattern vs Exceptions</a:t>
            </a:r>
          </a:p>
        </p:txBody>
      </p:sp>
      <p:sp>
        <p:nvSpPr>
          <p:cNvPr id="5" name="TextBox 4">
            <a:extLst>
              <a:ext uri="{FF2B5EF4-FFF2-40B4-BE49-F238E27FC236}">
                <a16:creationId xmlns:a16="http://schemas.microsoft.com/office/drawing/2014/main" id="{1EF313A1-318C-448B-8194-F685E5CD3315}"/>
              </a:ext>
            </a:extLst>
          </p:cNvPr>
          <p:cNvSpPr txBox="1"/>
          <p:nvPr/>
        </p:nvSpPr>
        <p:spPr>
          <a:xfrm>
            <a:off x="649138" y="1868904"/>
            <a:ext cx="10878759" cy="3569369"/>
          </a:xfrm>
          <a:prstGeom prst="rect">
            <a:avLst/>
          </a:prstGeom>
          <a:noFill/>
        </p:spPr>
        <p:txBody>
          <a:bodyPr wrap="none" lIns="0" tIns="0" rIns="0" bIns="0" rtlCol="0">
            <a:noAutofit/>
          </a:bodyPr>
          <a:lstStyle/>
          <a:p>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public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static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ReadNumberFromTheConsole</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string</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userInput</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number;</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do</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err="1">
                <a:solidFill>
                  <a:srgbClr val="2B91AF"/>
                </a:solidFill>
                <a:latin typeface="Consolas" panose="020B0609020204030204" pitchFamily="49" charset="0"/>
              </a:rPr>
              <a:t>Console</a:t>
            </a:r>
            <a:r>
              <a:rPr lang="en-US" sz="1800" err="1">
                <a:solidFill>
                  <a:srgbClr val="000000"/>
                </a:solidFill>
                <a:latin typeface="Consolas" panose="020B0609020204030204" pitchFamily="49" charset="0"/>
              </a:rPr>
              <a:t>.WriteLine</a:t>
            </a:r>
            <a:r>
              <a:rPr lang="en-US" sz="1800">
                <a:solidFill>
                  <a:srgbClr val="000000"/>
                </a:solidFill>
                <a:latin typeface="Consolas" panose="020B0609020204030204" pitchFamily="49" charset="0"/>
              </a:rPr>
              <a:t>(</a:t>
            </a:r>
            <a:r>
              <a:rPr lang="en-US" sz="1800">
                <a:solidFill>
                  <a:srgbClr val="A31515"/>
                </a:solidFill>
                <a:latin typeface="Consolas" panose="020B0609020204030204" pitchFamily="49" charset="0"/>
              </a:rPr>
              <a:t>"Input an integer: "</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userInput</a:t>
            </a:r>
            <a:r>
              <a:rPr lang="en-US" sz="1800">
                <a:solidFill>
                  <a:srgbClr val="000000"/>
                </a:solidFill>
                <a:latin typeface="Consolas" panose="020B0609020204030204" pitchFamily="49" charset="0"/>
              </a:rPr>
              <a:t> = </a:t>
            </a:r>
            <a:r>
              <a:rPr lang="en-US" sz="1800" err="1">
                <a:solidFill>
                  <a:srgbClr val="2B91AF"/>
                </a:solidFill>
                <a:latin typeface="Consolas" panose="020B0609020204030204" pitchFamily="49" charset="0"/>
              </a:rPr>
              <a:t>Console</a:t>
            </a:r>
            <a:r>
              <a:rPr lang="en-US" sz="1800" err="1">
                <a:solidFill>
                  <a:srgbClr val="000000"/>
                </a:solidFill>
                <a:latin typeface="Consolas" panose="020B0609020204030204" pitchFamily="49" charset="0"/>
              </a:rPr>
              <a:t>.ReadLine</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 </a:t>
            </a:r>
            <a:r>
              <a:rPr lang="en-US" sz="1800">
                <a:solidFill>
                  <a:srgbClr val="0000FF"/>
                </a:solidFill>
                <a:latin typeface="Consolas" panose="020B0609020204030204" pitchFamily="49" charset="0"/>
              </a:rPr>
              <a:t>while</a:t>
            </a:r>
            <a:r>
              <a:rPr lang="en-US" sz="1800">
                <a:solidFill>
                  <a:srgbClr val="000000"/>
                </a:solidFill>
                <a:latin typeface="Consolas" panose="020B0609020204030204" pitchFamily="49" charset="0"/>
              </a:rPr>
              <a:t> (!</a:t>
            </a:r>
            <a:r>
              <a:rPr lang="en-US" sz="1800" err="1">
                <a:solidFill>
                  <a:srgbClr val="0000FF"/>
                </a:solidFill>
                <a:latin typeface="Consolas" panose="020B0609020204030204" pitchFamily="49" charset="0"/>
              </a:rPr>
              <a:t>int</a:t>
            </a:r>
            <a:r>
              <a:rPr lang="en-US" sz="1800" err="1">
                <a:solidFill>
                  <a:srgbClr val="000000"/>
                </a:solidFill>
                <a:latin typeface="Consolas" panose="020B0609020204030204" pitchFamily="49" charset="0"/>
              </a:rPr>
              <a:t>.TryParse</a:t>
            </a:r>
            <a:r>
              <a:rPr lang="en-US" sz="1800">
                <a:solidFill>
                  <a:srgbClr val="000000"/>
                </a:solidFill>
                <a:latin typeface="Consolas" panose="020B0609020204030204" pitchFamily="49" charset="0"/>
              </a:rPr>
              <a:t>(</a:t>
            </a:r>
            <a:r>
              <a:rPr lang="en-US" sz="1800" err="1">
                <a:solidFill>
                  <a:srgbClr val="000000"/>
                </a:solidFill>
                <a:latin typeface="Consolas" panose="020B0609020204030204" pitchFamily="49" charset="0"/>
              </a:rPr>
              <a:t>userInput</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out</a:t>
            </a:r>
            <a:r>
              <a:rPr lang="en-US" sz="1800">
                <a:solidFill>
                  <a:srgbClr val="000000"/>
                </a:solidFill>
                <a:latin typeface="Consolas" panose="020B0609020204030204" pitchFamily="49" charset="0"/>
              </a:rPr>
              <a:t> number));</a:t>
            </a:r>
          </a:p>
          <a:p>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return</a:t>
            </a:r>
            <a:r>
              <a:rPr lang="en-US" sz="1800">
                <a:solidFill>
                  <a:srgbClr val="000000"/>
                </a:solidFill>
                <a:latin typeface="Consolas" panose="020B0609020204030204" pitchFamily="49" charset="0"/>
              </a:rPr>
              <a:t> number;</a:t>
            </a:r>
          </a:p>
          <a:p>
            <a:r>
              <a:rPr lang="en-US" sz="1800">
                <a:solidFill>
                  <a:srgbClr val="000000"/>
                </a:solidFill>
                <a:latin typeface="Consolas" panose="020B0609020204030204" pitchFamily="49" charset="0"/>
              </a:rPr>
              <a:t>        }</a:t>
            </a:r>
            <a:endParaRPr lang="en-US" sz="1600">
              <a:latin typeface="+mn-lt"/>
            </a:endParaRPr>
          </a:p>
        </p:txBody>
      </p:sp>
    </p:spTree>
    <p:extLst>
      <p:ext uri="{BB962C8B-B14F-4D97-AF65-F5344CB8AC3E}">
        <p14:creationId xmlns:p14="http://schemas.microsoft.com/office/powerpoint/2010/main" val="28679495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375A638-12D8-48F0-95E0-35AED9BC761E}"/>
              </a:ext>
            </a:extLst>
          </p:cNvPr>
          <p:cNvSpPr>
            <a:spLocks noGrp="1"/>
          </p:cNvSpPr>
          <p:nvPr>
            <p:ph type="sldNum" sz="quarter" idx="11"/>
          </p:nvPr>
        </p:nvSpPr>
        <p:spPr/>
        <p:txBody>
          <a:bodyPr/>
          <a:lstStyle/>
          <a:p>
            <a:fld id="{E16BA917-7F09-4B8D-AF07-F52890C14046}" type="slidenum">
              <a:rPr lang="da-DK" smtClean="0"/>
              <a:pPr/>
              <a:t>34</a:t>
            </a:fld>
            <a:endParaRPr lang="da-DK"/>
          </a:p>
        </p:txBody>
      </p:sp>
      <p:sp>
        <p:nvSpPr>
          <p:cNvPr id="3" name="Text Placeholder 2">
            <a:extLst>
              <a:ext uri="{FF2B5EF4-FFF2-40B4-BE49-F238E27FC236}">
                <a16:creationId xmlns:a16="http://schemas.microsoft.com/office/drawing/2014/main" id="{42142D79-60B4-4A53-8837-6B6B8A5A7D54}"/>
              </a:ext>
            </a:extLst>
          </p:cNvPr>
          <p:cNvSpPr>
            <a:spLocks noGrp="1"/>
          </p:cNvSpPr>
          <p:nvPr>
            <p:ph type="body" sz="quarter" idx="17"/>
          </p:nvPr>
        </p:nvSpPr>
        <p:spPr/>
        <p:txBody>
          <a:bodyPr/>
          <a:lstStyle/>
          <a:p>
            <a:r>
              <a:rPr lang="en-US"/>
              <a:t>Checking exceptions throwing</a:t>
            </a:r>
            <a:endParaRPr lang="da-DK"/>
          </a:p>
        </p:txBody>
      </p:sp>
      <p:sp>
        <p:nvSpPr>
          <p:cNvPr id="4" name="Title 3">
            <a:extLst>
              <a:ext uri="{FF2B5EF4-FFF2-40B4-BE49-F238E27FC236}">
                <a16:creationId xmlns:a16="http://schemas.microsoft.com/office/drawing/2014/main" id="{B909997E-70EF-4D07-BD67-9F4FCAEB018B}"/>
              </a:ext>
            </a:extLst>
          </p:cNvPr>
          <p:cNvSpPr>
            <a:spLocks noGrp="1"/>
          </p:cNvSpPr>
          <p:nvPr>
            <p:ph type="title"/>
          </p:nvPr>
        </p:nvSpPr>
        <p:spPr/>
        <p:txBody>
          <a:bodyPr/>
          <a:lstStyle/>
          <a:p>
            <a:r>
              <a:rPr lang="en-US">
                <a:ea typeface="ＭＳ Ｐゴシック"/>
              </a:rPr>
              <a:t>Practice</a:t>
            </a:r>
            <a:r>
              <a:rPr lang="uk-UA">
                <a:ea typeface="ＭＳ Ｐゴシック"/>
              </a:rPr>
              <a:t> 3</a:t>
            </a:r>
            <a:endParaRPr lang="da-DK">
              <a:ea typeface="ＭＳ Ｐゴシック"/>
            </a:endParaRPr>
          </a:p>
        </p:txBody>
      </p:sp>
      <p:sp>
        <p:nvSpPr>
          <p:cNvPr id="5" name="Content Placeholder 4">
            <a:extLst>
              <a:ext uri="{FF2B5EF4-FFF2-40B4-BE49-F238E27FC236}">
                <a16:creationId xmlns:a16="http://schemas.microsoft.com/office/drawing/2014/main" id="{D5E29D1A-C5F6-46E3-BCC9-3CBC378AABF6}"/>
              </a:ext>
            </a:extLst>
          </p:cNvPr>
          <p:cNvSpPr>
            <a:spLocks noGrp="1"/>
          </p:cNvSpPr>
          <p:nvPr>
            <p:ph sz="quarter" idx="19"/>
          </p:nvPr>
        </p:nvSpPr>
        <p:spPr>
          <a:xfrm>
            <a:off x="672000" y="1620838"/>
            <a:ext cx="11062799" cy="4735540"/>
          </a:xfrm>
        </p:spPr>
        <p:txBody>
          <a:bodyPr/>
          <a:lstStyle/>
          <a:p>
            <a:pPr marL="342900" indent="-342900">
              <a:buFont typeface="+mj-lt"/>
              <a:buAutoNum type="arabicPeriod"/>
            </a:pPr>
            <a:r>
              <a:rPr lang="en-US" sz="1800"/>
              <a:t>C</a:t>
            </a:r>
            <a:r>
              <a:rPr lang="en-US"/>
              <a:t>reate a custom exception class for exceptional cases that can occur when working with the calculator class. </a:t>
            </a:r>
          </a:p>
          <a:p>
            <a:pPr marL="342900" indent="-342900">
              <a:buFont typeface="+mj-lt"/>
              <a:buAutoNum type="arabicPeriod"/>
            </a:pPr>
            <a:r>
              <a:rPr lang="en-US"/>
              <a:t>Implement two constructors in the newly added exception class: </a:t>
            </a:r>
            <a:br>
              <a:rPr lang="en-US"/>
            </a:br>
            <a:r>
              <a:rPr lang="en-US"/>
              <a:t>- parameter less constructor (default message should be passed to the base class constructor)</a:t>
            </a:r>
            <a:br>
              <a:rPr lang="en-US"/>
            </a:br>
            <a:r>
              <a:rPr lang="en-US"/>
              <a:t>- constructor which takes a string parameter (remember to pass it to the base class constructor).</a:t>
            </a:r>
          </a:p>
          <a:p>
            <a:pPr marL="342900" indent="-342900">
              <a:buFont typeface="+mj-lt"/>
              <a:buAutoNum type="arabicPeriod"/>
            </a:pPr>
            <a:r>
              <a:rPr lang="en-US"/>
              <a:t>Implement one more constructor to the custom exception class. It should take a parameter of type </a:t>
            </a:r>
            <a:r>
              <a:rPr lang="en-US" i="1">
                <a:solidFill>
                  <a:srgbClr val="2B91AF"/>
                </a:solidFill>
                <a:latin typeface="Consolas" panose="020B0609020204030204" pitchFamily="49" charset="0"/>
              </a:rPr>
              <a:t>Exception</a:t>
            </a:r>
            <a:r>
              <a:rPr lang="en-US"/>
              <a:t>. Use this parameter for initializing </a:t>
            </a:r>
            <a:r>
              <a:rPr lang="en-US" i="1" err="1">
                <a:solidFill>
                  <a:srgbClr val="2B91AF"/>
                </a:solidFill>
                <a:latin typeface="Consolas" panose="020B0609020204030204" pitchFamily="49" charset="0"/>
              </a:rPr>
              <a:t>InnerException</a:t>
            </a:r>
            <a:r>
              <a:rPr lang="en-US"/>
              <a:t> property of the base class. </a:t>
            </a:r>
          </a:p>
          <a:p>
            <a:pPr marL="342900" indent="-342900">
              <a:buFont typeface="+mj-lt"/>
              <a:buAutoNum type="arabicPeriod"/>
            </a:pPr>
            <a:r>
              <a:rPr lang="en-US"/>
              <a:t>Wrap up </a:t>
            </a:r>
            <a:r>
              <a:rPr lang="en-US" sz="1800" i="1" err="1">
                <a:solidFill>
                  <a:srgbClr val="2B91AF"/>
                </a:solidFill>
                <a:latin typeface="Consolas" panose="020B0609020204030204" pitchFamily="49" charset="0"/>
              </a:rPr>
              <a:t>ArgumentOutOfRangeException</a:t>
            </a:r>
            <a:r>
              <a:rPr lang="en-US" sz="1800" i="1">
                <a:solidFill>
                  <a:srgbClr val="2B91AF"/>
                </a:solidFill>
                <a:latin typeface="Consolas" panose="020B0609020204030204" pitchFamily="49" charset="0"/>
              </a:rPr>
              <a:t> </a:t>
            </a:r>
            <a:r>
              <a:rPr lang="en-US"/>
              <a:t>and </a:t>
            </a:r>
            <a:r>
              <a:rPr lang="en-US" sz="1800" err="1">
                <a:solidFill>
                  <a:srgbClr val="2B91AF"/>
                </a:solidFill>
                <a:latin typeface="Consolas" panose="020B0609020204030204" pitchFamily="49" charset="0"/>
              </a:rPr>
              <a:t>DivideByZeroException</a:t>
            </a:r>
            <a:r>
              <a:rPr lang="en-US">
                <a:solidFill>
                  <a:srgbClr val="2B91AF"/>
                </a:solidFill>
                <a:latin typeface="Consolas" panose="020B0609020204030204" pitchFamily="49" charset="0"/>
              </a:rPr>
              <a:t> </a:t>
            </a:r>
            <a:r>
              <a:rPr lang="en-US"/>
              <a:t>with newly created exception class, use these two exceptions as inner exception for the calculator exception instance. </a:t>
            </a:r>
          </a:p>
          <a:p>
            <a:pPr marL="342900" indent="-342900">
              <a:buFont typeface="+mj-lt"/>
              <a:buAutoNum type="arabicPeriod"/>
            </a:pPr>
            <a:r>
              <a:rPr lang="en-US"/>
              <a:t>Update </a:t>
            </a:r>
            <a:r>
              <a:rPr lang="en-US" i="1">
                <a:solidFill>
                  <a:srgbClr val="2B91AF"/>
                </a:solidFill>
                <a:latin typeface="Consolas" panose="020B0609020204030204" pitchFamily="49" charset="0"/>
              </a:rPr>
              <a:t>Main</a:t>
            </a:r>
            <a:r>
              <a:rPr lang="en-US"/>
              <a:t> method of the console application accordingly to the changes made in the calculator class. Use exception filtering in order to check the type of the inner exception property. Update unit tests. </a:t>
            </a:r>
          </a:p>
          <a:p>
            <a:pPr marL="342900" indent="-342900">
              <a:buFont typeface="+mj-lt"/>
              <a:buAutoNum type="arabicPeriod"/>
            </a:pPr>
            <a:r>
              <a:rPr lang="en-US"/>
              <a:t>(optional) Replace </a:t>
            </a:r>
            <a:r>
              <a:rPr lang="en-US" i="1" err="1">
                <a:solidFill>
                  <a:srgbClr val="2B91AF"/>
                </a:solidFill>
                <a:latin typeface="Consolas" panose="020B0609020204030204" pitchFamily="49" charset="0"/>
              </a:rPr>
              <a:t>double.Parse</a:t>
            </a:r>
            <a:r>
              <a:rPr lang="en-US" i="1">
                <a:solidFill>
                  <a:srgbClr val="2B91AF"/>
                </a:solidFill>
                <a:latin typeface="Consolas" panose="020B0609020204030204" pitchFamily="49" charset="0"/>
              </a:rPr>
              <a:t> </a:t>
            </a:r>
            <a:r>
              <a:rPr lang="en-US"/>
              <a:t>with </a:t>
            </a:r>
            <a:r>
              <a:rPr lang="en-US" i="1" err="1">
                <a:solidFill>
                  <a:srgbClr val="2B91AF"/>
                </a:solidFill>
                <a:latin typeface="Consolas" panose="020B0609020204030204" pitchFamily="49" charset="0"/>
              </a:rPr>
              <a:t>double.TryParse</a:t>
            </a:r>
            <a:r>
              <a:rPr lang="en-US"/>
              <a:t> in the </a:t>
            </a:r>
            <a:r>
              <a:rPr lang="en-US" i="1" err="1">
                <a:solidFill>
                  <a:srgbClr val="2B91AF"/>
                </a:solidFill>
                <a:latin typeface="Consolas" panose="020B0609020204030204" pitchFamily="49" charset="0"/>
              </a:rPr>
              <a:t>ReadNumberFromConsole</a:t>
            </a:r>
            <a:r>
              <a:rPr lang="en-US"/>
              <a:t> method. Ask user to reenter a number if the inputted number cannot be parsed correctly. </a:t>
            </a:r>
          </a:p>
          <a:p>
            <a:pPr marL="342900" indent="-342900">
              <a:buFont typeface="+mj-lt"/>
              <a:buAutoNum type="arabicPeriod"/>
            </a:pPr>
            <a:endParaRPr lang="en-US" sz="1800"/>
          </a:p>
          <a:p>
            <a:pPr marL="342900" indent="-342900">
              <a:buFont typeface="+mj-lt"/>
              <a:buAutoNum type="arabicPeriod"/>
            </a:pPr>
            <a:endParaRPr lang="en-US"/>
          </a:p>
        </p:txBody>
      </p:sp>
      <p:pic>
        <p:nvPicPr>
          <p:cNvPr id="7" name="Graphic 6" descr="Flask">
            <a:extLst>
              <a:ext uri="{FF2B5EF4-FFF2-40B4-BE49-F238E27FC236}">
                <a16:creationId xmlns:a16="http://schemas.microsoft.com/office/drawing/2014/main" id="{19B3FE47-1BF8-4152-ACFE-459EC158DE6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36917680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375A638-12D8-48F0-95E0-35AED9BC761E}"/>
              </a:ext>
            </a:extLst>
          </p:cNvPr>
          <p:cNvSpPr>
            <a:spLocks noGrp="1"/>
          </p:cNvSpPr>
          <p:nvPr>
            <p:ph type="sldNum" sz="quarter" idx="11"/>
          </p:nvPr>
        </p:nvSpPr>
        <p:spPr/>
        <p:txBody>
          <a:bodyPr/>
          <a:lstStyle/>
          <a:p>
            <a:fld id="{E16BA917-7F09-4B8D-AF07-F52890C14046}" type="slidenum">
              <a:rPr lang="da-DK" smtClean="0"/>
              <a:pPr/>
              <a:t>35</a:t>
            </a:fld>
            <a:endParaRPr lang="da-DK"/>
          </a:p>
        </p:txBody>
      </p:sp>
      <p:sp>
        <p:nvSpPr>
          <p:cNvPr id="3" name="Text Placeholder 2">
            <a:extLst>
              <a:ext uri="{FF2B5EF4-FFF2-40B4-BE49-F238E27FC236}">
                <a16:creationId xmlns:a16="http://schemas.microsoft.com/office/drawing/2014/main" id="{42142D79-60B4-4A53-8837-6B6B8A5A7D54}"/>
              </a:ext>
            </a:extLst>
          </p:cNvPr>
          <p:cNvSpPr>
            <a:spLocks noGrp="1"/>
          </p:cNvSpPr>
          <p:nvPr>
            <p:ph type="body" sz="quarter" idx="17"/>
          </p:nvPr>
        </p:nvSpPr>
        <p:spPr/>
        <p:txBody>
          <a:bodyPr/>
          <a:lstStyle/>
          <a:p>
            <a:r>
              <a:rPr lang="en-US"/>
              <a:t>Solution</a:t>
            </a:r>
            <a:endParaRPr lang="da-DK"/>
          </a:p>
        </p:txBody>
      </p:sp>
      <p:sp>
        <p:nvSpPr>
          <p:cNvPr id="4" name="Title 3">
            <a:extLst>
              <a:ext uri="{FF2B5EF4-FFF2-40B4-BE49-F238E27FC236}">
                <a16:creationId xmlns:a16="http://schemas.microsoft.com/office/drawing/2014/main" id="{B909997E-70EF-4D07-BD67-9F4FCAEB018B}"/>
              </a:ext>
            </a:extLst>
          </p:cNvPr>
          <p:cNvSpPr>
            <a:spLocks noGrp="1"/>
          </p:cNvSpPr>
          <p:nvPr>
            <p:ph type="title"/>
          </p:nvPr>
        </p:nvSpPr>
        <p:spPr/>
        <p:txBody>
          <a:bodyPr/>
          <a:lstStyle/>
          <a:p>
            <a:r>
              <a:rPr lang="en-US">
                <a:ea typeface="ＭＳ Ｐゴシック"/>
              </a:rPr>
              <a:t>Practice</a:t>
            </a:r>
            <a:r>
              <a:rPr lang="uk-UA">
                <a:ea typeface="ＭＳ Ｐゴシック"/>
              </a:rPr>
              <a:t> 3</a:t>
            </a:r>
            <a:endParaRPr lang="da-DK">
              <a:ea typeface="ＭＳ Ｐゴシック"/>
            </a:endParaRPr>
          </a:p>
        </p:txBody>
      </p:sp>
      <p:pic>
        <p:nvPicPr>
          <p:cNvPr id="7" name="Graphic 6" descr="Flask">
            <a:extLst>
              <a:ext uri="{FF2B5EF4-FFF2-40B4-BE49-F238E27FC236}">
                <a16:creationId xmlns:a16="http://schemas.microsoft.com/office/drawing/2014/main" id="{19B3FE47-1BF8-4152-ACFE-459EC158DE6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
        <p:nvSpPr>
          <p:cNvPr id="6" name="TextBox 5">
            <a:extLst>
              <a:ext uri="{FF2B5EF4-FFF2-40B4-BE49-F238E27FC236}">
                <a16:creationId xmlns:a16="http://schemas.microsoft.com/office/drawing/2014/main" id="{264DF734-2CB6-4C67-A9EF-FCACE1482F0F}"/>
              </a:ext>
            </a:extLst>
          </p:cNvPr>
          <p:cNvSpPr txBox="1"/>
          <p:nvPr/>
        </p:nvSpPr>
        <p:spPr>
          <a:xfrm>
            <a:off x="741589" y="1526487"/>
            <a:ext cx="9974035" cy="4598088"/>
          </a:xfrm>
          <a:prstGeom prst="rect">
            <a:avLst/>
          </a:prstGeom>
          <a:noFill/>
        </p:spPr>
        <p:txBody>
          <a:bodyPr wrap="none" lIns="0" tIns="0" rIns="0" bIns="0" rtlCol="0">
            <a:noAutofit/>
          </a:bodyPr>
          <a:lstStyle/>
          <a:p>
            <a:endParaRPr lang="en-US" sz="1000">
              <a:solidFill>
                <a:srgbClr val="000000"/>
              </a:solidFill>
              <a:latin typeface="Consolas" panose="020B0609020204030204" pitchFamily="49" charset="0"/>
            </a:endParaRP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class</a:t>
            </a:r>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CalculatorException</a:t>
            </a:r>
            <a:r>
              <a:rPr lang="en-US" sz="1000">
                <a:solidFill>
                  <a:srgbClr val="000000"/>
                </a:solidFill>
                <a:latin typeface="Consolas" panose="020B0609020204030204" pitchFamily="49" charset="0"/>
              </a:rPr>
              <a:t> : </a:t>
            </a:r>
            <a:r>
              <a:rPr lang="en-US" sz="1000">
                <a:solidFill>
                  <a:srgbClr val="2B91AF"/>
                </a:solidFill>
                <a:latin typeface="Consolas" panose="020B0609020204030204" pitchFamily="49" charset="0"/>
              </a:rPr>
              <a:t>Exception</a:t>
            </a:r>
            <a:r>
              <a:rPr lang="en-US" sz="1000">
                <a:solidFill>
                  <a:srgbClr val="000000"/>
                </a:solidFill>
                <a:latin typeface="Consolas" panose="020B0609020204030204" pitchFamily="49" charset="0"/>
              </a:rPr>
              <a:t> {</a:t>
            </a: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private</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const</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string</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DefaultMessage</a:t>
            </a:r>
            <a:r>
              <a:rPr lang="en-US" sz="1000">
                <a:solidFill>
                  <a:srgbClr val="000000"/>
                </a:solidFill>
                <a:latin typeface="Consolas" panose="020B0609020204030204" pitchFamily="49" charset="0"/>
              </a:rPr>
              <a:t> = </a:t>
            </a:r>
            <a:r>
              <a:rPr lang="en-US" sz="1000">
                <a:solidFill>
                  <a:srgbClr val="A31515"/>
                </a:solidFill>
                <a:latin typeface="Consolas" panose="020B0609020204030204" pitchFamily="49" charset="0"/>
              </a:rPr>
              <a:t>"Invalid operator is provided"</a:t>
            </a:r>
            <a:r>
              <a:rPr lang="en-US" sz="1000">
                <a:solidFill>
                  <a:srgbClr val="000000"/>
                </a:solidFill>
                <a:latin typeface="Consolas" panose="020B0609020204030204" pitchFamily="49" charset="0"/>
              </a:rPr>
              <a:t>;</a:t>
            </a: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CalculatorException</a:t>
            </a:r>
            <a:r>
              <a:rPr lang="en-US" sz="1000">
                <a:solidFill>
                  <a:srgbClr val="000000"/>
                </a:solidFill>
                <a:latin typeface="Consolas" panose="020B0609020204030204" pitchFamily="49" charset="0"/>
              </a:rPr>
              <a:t>() : </a:t>
            </a:r>
            <a:r>
              <a:rPr lang="en-US" sz="1000">
                <a:solidFill>
                  <a:srgbClr val="0000FF"/>
                </a:solidFill>
                <a:latin typeface="Consolas" panose="020B0609020204030204" pitchFamily="49" charset="0"/>
              </a:rPr>
              <a:t>base</a:t>
            </a:r>
            <a:r>
              <a:rPr lang="en-US" sz="1000">
                <a:solidFill>
                  <a:srgbClr val="000000"/>
                </a:solidFill>
                <a:latin typeface="Consolas" panose="020B0609020204030204" pitchFamily="49" charset="0"/>
              </a:rPr>
              <a:t>(</a:t>
            </a:r>
            <a:r>
              <a:rPr lang="en-US" sz="1000" err="1">
                <a:solidFill>
                  <a:srgbClr val="000000"/>
                </a:solidFill>
                <a:latin typeface="Consolas" panose="020B0609020204030204" pitchFamily="49" charset="0"/>
              </a:rPr>
              <a:t>DefaultMessage</a:t>
            </a:r>
            <a:r>
              <a:rPr lang="en-US" sz="1000">
                <a:solidFill>
                  <a:srgbClr val="000000"/>
                </a:solidFill>
                <a:latin typeface="Consolas" panose="020B0609020204030204" pitchFamily="49" charset="0"/>
              </a:rPr>
              <a:t>) {</a:t>
            </a:r>
          </a:p>
          <a:p>
            <a:endParaRPr lang="en-US" sz="1000">
              <a:solidFill>
                <a:srgbClr val="000000"/>
              </a:solidFill>
              <a:latin typeface="Consolas" panose="020B0609020204030204" pitchFamily="49" charset="0"/>
            </a:endParaRPr>
          </a:p>
          <a:p>
            <a:r>
              <a:rPr lang="en-US" sz="1000">
                <a:solidFill>
                  <a:srgbClr val="000000"/>
                </a:solidFill>
                <a:latin typeface="Consolas" panose="020B0609020204030204" pitchFamily="49" charset="0"/>
              </a:rPr>
              <a:t>        }</a:t>
            </a:r>
          </a:p>
          <a:p>
            <a:endParaRPr lang="en-US" sz="1000">
              <a:solidFill>
                <a:srgbClr val="000000"/>
              </a:solidFill>
              <a:latin typeface="Consolas" panose="020B0609020204030204" pitchFamily="49" charset="0"/>
            </a:endParaRP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CalculatorException</a:t>
            </a:r>
            <a:r>
              <a:rPr lang="en-US" sz="1000">
                <a:solidFill>
                  <a:srgbClr val="000000"/>
                </a:solidFill>
                <a:latin typeface="Consolas" panose="020B0609020204030204" pitchFamily="49" charset="0"/>
              </a:rPr>
              <a:t>(</a:t>
            </a:r>
            <a:r>
              <a:rPr lang="en-US" sz="1000">
                <a:solidFill>
                  <a:srgbClr val="0000FF"/>
                </a:solidFill>
                <a:latin typeface="Consolas" panose="020B0609020204030204" pitchFamily="49" charset="0"/>
              </a:rPr>
              <a:t>string</a:t>
            </a:r>
            <a:r>
              <a:rPr lang="en-US" sz="1000">
                <a:solidFill>
                  <a:srgbClr val="000000"/>
                </a:solidFill>
                <a:latin typeface="Consolas" panose="020B0609020204030204" pitchFamily="49" charset="0"/>
              </a:rPr>
              <a:t> message) : </a:t>
            </a:r>
            <a:r>
              <a:rPr lang="en-US" sz="1000">
                <a:solidFill>
                  <a:srgbClr val="0000FF"/>
                </a:solidFill>
                <a:latin typeface="Consolas" panose="020B0609020204030204" pitchFamily="49" charset="0"/>
              </a:rPr>
              <a:t>base</a:t>
            </a:r>
            <a:r>
              <a:rPr lang="en-US" sz="1000">
                <a:solidFill>
                  <a:srgbClr val="000000"/>
                </a:solidFill>
                <a:latin typeface="Consolas" panose="020B0609020204030204" pitchFamily="49" charset="0"/>
              </a:rPr>
              <a:t>(message) {</a:t>
            </a:r>
          </a:p>
          <a:p>
            <a:endParaRPr lang="en-US" sz="1000">
              <a:solidFill>
                <a:srgbClr val="000000"/>
              </a:solidFill>
              <a:latin typeface="Consolas" panose="020B0609020204030204" pitchFamily="49" charset="0"/>
            </a:endParaRPr>
          </a:p>
          <a:p>
            <a:r>
              <a:rPr lang="en-US" sz="1000">
                <a:solidFill>
                  <a:srgbClr val="000000"/>
                </a:solidFill>
                <a:latin typeface="Consolas" panose="020B0609020204030204" pitchFamily="49" charset="0"/>
              </a:rPr>
              <a:t>        }</a:t>
            </a:r>
          </a:p>
          <a:p>
            <a:endParaRPr lang="en-US" sz="1000">
              <a:solidFill>
                <a:srgbClr val="000000"/>
              </a:solidFill>
              <a:latin typeface="Consolas" panose="020B0609020204030204" pitchFamily="49" charset="0"/>
            </a:endParaRP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CalculatorException</a:t>
            </a:r>
            <a:r>
              <a:rPr lang="en-US" sz="1000">
                <a:solidFill>
                  <a:srgbClr val="000000"/>
                </a:solidFill>
                <a:latin typeface="Consolas" panose="020B0609020204030204" pitchFamily="49" charset="0"/>
              </a:rPr>
              <a:t>(</a:t>
            </a:r>
            <a:r>
              <a:rPr lang="en-US" sz="1000">
                <a:solidFill>
                  <a:srgbClr val="2B91AF"/>
                </a:solidFill>
                <a:latin typeface="Consolas" panose="020B0609020204030204" pitchFamily="49" charset="0"/>
              </a:rPr>
              <a:t>Exception</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innerException</a:t>
            </a:r>
            <a:r>
              <a:rPr lang="en-US" sz="1000">
                <a:solidFill>
                  <a:srgbClr val="000000"/>
                </a:solidFill>
                <a:latin typeface="Consolas" panose="020B0609020204030204" pitchFamily="49" charset="0"/>
              </a:rPr>
              <a:t>) : </a:t>
            </a:r>
            <a:r>
              <a:rPr lang="en-US" sz="1000">
                <a:solidFill>
                  <a:srgbClr val="0000FF"/>
                </a:solidFill>
                <a:latin typeface="Consolas" panose="020B0609020204030204" pitchFamily="49" charset="0"/>
              </a:rPr>
              <a:t>base</a:t>
            </a:r>
            <a:r>
              <a:rPr lang="en-US" sz="1000">
                <a:solidFill>
                  <a:srgbClr val="000000"/>
                </a:solidFill>
                <a:latin typeface="Consolas" panose="020B0609020204030204" pitchFamily="49" charset="0"/>
              </a:rPr>
              <a:t>(</a:t>
            </a:r>
            <a:r>
              <a:rPr lang="en-US" sz="1000" err="1">
                <a:solidFill>
                  <a:srgbClr val="000000"/>
                </a:solidFill>
                <a:latin typeface="Consolas" panose="020B0609020204030204" pitchFamily="49" charset="0"/>
              </a:rPr>
              <a:t>DefaultMessage</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innerException</a:t>
            </a:r>
            <a:r>
              <a:rPr lang="en-US" sz="1000">
                <a:solidFill>
                  <a:srgbClr val="000000"/>
                </a:solidFill>
                <a:latin typeface="Consolas" panose="020B0609020204030204" pitchFamily="49" charset="0"/>
              </a:rPr>
              <a:t>) {</a:t>
            </a:r>
          </a:p>
          <a:p>
            <a:endParaRPr lang="en-US" sz="1000">
              <a:solidFill>
                <a:srgbClr val="000000"/>
              </a:solidFill>
              <a:latin typeface="Consolas" panose="020B0609020204030204" pitchFamily="49" charset="0"/>
            </a:endParaRPr>
          </a:p>
          <a:p>
            <a:r>
              <a:rPr lang="en-US" sz="1000">
                <a:solidFill>
                  <a:srgbClr val="000000"/>
                </a:solidFill>
                <a:latin typeface="Consolas" panose="020B0609020204030204" pitchFamily="49" charset="0"/>
              </a:rPr>
              <a:t>        }</a:t>
            </a:r>
          </a:p>
          <a:p>
            <a:r>
              <a:rPr lang="en-US" sz="1000">
                <a:solidFill>
                  <a:srgbClr val="000000"/>
                </a:solidFill>
                <a:latin typeface="Consolas" panose="020B0609020204030204" pitchFamily="49" charset="0"/>
              </a:rPr>
              <a:t>    }</a:t>
            </a:r>
          </a:p>
          <a:p>
            <a:endParaRPr lang="en-US" sz="1000">
              <a:solidFill>
                <a:srgbClr val="000000"/>
              </a:solidFill>
              <a:latin typeface="Consolas" panose="020B0609020204030204" pitchFamily="49" charset="0"/>
            </a:endParaRPr>
          </a:p>
          <a:p>
            <a:endParaRPr lang="en-US" sz="1000">
              <a:solidFill>
                <a:srgbClr val="000000"/>
              </a:solidFill>
              <a:latin typeface="Consolas" panose="020B0609020204030204" pitchFamily="49" charset="0"/>
            </a:endParaRP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try</a:t>
            </a:r>
            <a:r>
              <a:rPr lang="en-US" sz="1000">
                <a:solidFill>
                  <a:srgbClr val="000000"/>
                </a:solidFill>
                <a:latin typeface="Consolas" panose="020B0609020204030204" pitchFamily="49" charset="0"/>
              </a:rPr>
              <a:t> {</a:t>
            </a: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var</a:t>
            </a:r>
            <a:r>
              <a:rPr lang="en-US" sz="1000">
                <a:solidFill>
                  <a:srgbClr val="000000"/>
                </a:solidFill>
                <a:latin typeface="Consolas" panose="020B0609020204030204" pitchFamily="49" charset="0"/>
              </a:rPr>
              <a:t> result = calculator.DoArithmeticOperation(firstNumber, secondNumber, arithmeticOperator);</a:t>
            </a:r>
          </a:p>
          <a:p>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Console</a:t>
            </a:r>
            <a:r>
              <a:rPr lang="en-US" sz="1000">
                <a:solidFill>
                  <a:srgbClr val="000000"/>
                </a:solidFill>
                <a:latin typeface="Consolas" panose="020B0609020204030204" pitchFamily="49" charset="0"/>
              </a:rPr>
              <a:t>.WriteLine(</a:t>
            </a:r>
            <a:r>
              <a:rPr lang="en-US" sz="1000">
                <a:solidFill>
                  <a:srgbClr val="A31515"/>
                </a:solidFill>
                <a:latin typeface="Consolas" panose="020B0609020204030204" pitchFamily="49" charset="0"/>
              </a:rPr>
              <a:t>$"Result: </a:t>
            </a:r>
            <a:r>
              <a:rPr lang="en-US" sz="1000">
                <a:solidFill>
                  <a:srgbClr val="000000"/>
                </a:solidFill>
                <a:latin typeface="Consolas" panose="020B0609020204030204" pitchFamily="49" charset="0"/>
              </a:rPr>
              <a:t>{result}</a:t>
            </a:r>
            <a:r>
              <a:rPr lang="en-US" sz="1000">
                <a:solidFill>
                  <a:srgbClr val="A31515"/>
                </a:solidFill>
                <a:latin typeface="Consolas" panose="020B0609020204030204" pitchFamily="49" charset="0"/>
              </a:rPr>
              <a:t>"</a:t>
            </a:r>
            <a:r>
              <a:rPr lang="en-US" sz="1000">
                <a:solidFill>
                  <a:srgbClr val="000000"/>
                </a:solidFill>
                <a:latin typeface="Consolas" panose="020B0609020204030204" pitchFamily="49" charset="0"/>
              </a:rPr>
              <a:t>);</a:t>
            </a:r>
          </a:p>
          <a:p>
            <a:r>
              <a:rPr lang="en-US" sz="1000">
                <a:solidFill>
                  <a:srgbClr val="000000"/>
                </a:solidFill>
                <a:latin typeface="Consolas" panose="020B0609020204030204" pitchFamily="49" charset="0"/>
              </a:rPr>
              <a:t>            } </a:t>
            </a:r>
            <a:r>
              <a:rPr lang="en-US" sz="1000">
                <a:solidFill>
                  <a:srgbClr val="0000FF"/>
                </a:solidFill>
                <a:latin typeface="Consolas" panose="020B0609020204030204" pitchFamily="49" charset="0"/>
              </a:rPr>
              <a:t>catch</a:t>
            </a:r>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CalculatorException</a:t>
            </a:r>
            <a:r>
              <a:rPr lang="en-US" sz="1000">
                <a:solidFill>
                  <a:srgbClr val="000000"/>
                </a:solidFill>
                <a:latin typeface="Consolas" panose="020B0609020204030204" pitchFamily="49" charset="0"/>
              </a:rPr>
              <a:t> ex) </a:t>
            </a:r>
            <a:r>
              <a:rPr lang="en-US" sz="1000">
                <a:solidFill>
                  <a:srgbClr val="0000FF"/>
                </a:solidFill>
                <a:latin typeface="Consolas" panose="020B0609020204030204" pitchFamily="49" charset="0"/>
              </a:rPr>
              <a:t>when</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ex.InnerException</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is</a:t>
            </a:r>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ArgumentOutOfRangeException</a:t>
            </a:r>
            <a:r>
              <a:rPr lang="en-US" sz="1000">
                <a:solidFill>
                  <a:srgbClr val="000000"/>
                </a:solidFill>
                <a:latin typeface="Consolas" panose="020B0609020204030204" pitchFamily="49" charset="0"/>
              </a:rPr>
              <a:t>) {</a:t>
            </a:r>
          </a:p>
          <a:p>
            <a:r>
              <a:rPr lang="fr-FR" sz="1000">
                <a:solidFill>
                  <a:srgbClr val="000000"/>
                </a:solidFill>
                <a:latin typeface="Consolas" panose="020B0609020204030204" pitchFamily="49" charset="0"/>
              </a:rPr>
              <a:t>                </a:t>
            </a:r>
            <a:r>
              <a:rPr lang="fr-FR" sz="1000">
                <a:solidFill>
                  <a:srgbClr val="2B91AF"/>
                </a:solidFill>
                <a:latin typeface="Consolas" panose="020B0609020204030204" pitchFamily="49" charset="0"/>
              </a:rPr>
              <a:t>Console</a:t>
            </a:r>
            <a:r>
              <a:rPr lang="fr-FR" sz="1000">
                <a:solidFill>
                  <a:srgbClr val="000000"/>
                </a:solidFill>
                <a:latin typeface="Consolas" panose="020B0609020204030204" pitchFamily="49" charset="0"/>
              </a:rPr>
              <a:t>.WriteLine(</a:t>
            </a:r>
            <a:r>
              <a:rPr lang="fr-FR" sz="1000" err="1">
                <a:solidFill>
                  <a:srgbClr val="000000"/>
                </a:solidFill>
                <a:latin typeface="Consolas" panose="020B0609020204030204" pitchFamily="49" charset="0"/>
              </a:rPr>
              <a:t>ex.InnerException.Message</a:t>
            </a:r>
            <a:r>
              <a:rPr lang="fr-FR" sz="1000">
                <a:solidFill>
                  <a:srgbClr val="000000"/>
                </a:solidFill>
                <a:latin typeface="Consolas" panose="020B0609020204030204" pitchFamily="49" charset="0"/>
              </a:rPr>
              <a:t>);</a:t>
            </a:r>
          </a:p>
          <a:p>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Console</a:t>
            </a:r>
            <a:r>
              <a:rPr lang="en-US" sz="1000">
                <a:solidFill>
                  <a:srgbClr val="000000"/>
                </a:solidFill>
                <a:latin typeface="Consolas" panose="020B0609020204030204" pitchFamily="49" charset="0"/>
              </a:rPr>
              <a:t>.WriteLine(ex.Message);</a:t>
            </a:r>
          </a:p>
          <a:p>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Console</a:t>
            </a:r>
            <a:r>
              <a:rPr lang="en-US" sz="1000">
                <a:solidFill>
                  <a:srgbClr val="000000"/>
                </a:solidFill>
                <a:latin typeface="Consolas" panose="020B0609020204030204" pitchFamily="49" charset="0"/>
              </a:rPr>
              <a:t>.WriteLine(ex.StackTrace);</a:t>
            </a:r>
          </a:p>
          <a:p>
            <a:r>
              <a:rPr lang="en-US" sz="1000">
                <a:solidFill>
                  <a:srgbClr val="000000"/>
                </a:solidFill>
                <a:latin typeface="Consolas" panose="020B0609020204030204" pitchFamily="49" charset="0"/>
              </a:rPr>
              <a:t>            } </a:t>
            </a:r>
            <a:r>
              <a:rPr lang="en-US" sz="1000">
                <a:solidFill>
                  <a:srgbClr val="0000FF"/>
                </a:solidFill>
                <a:latin typeface="Consolas" panose="020B0609020204030204" pitchFamily="49" charset="0"/>
              </a:rPr>
              <a:t>catch</a:t>
            </a:r>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CalculatorException</a:t>
            </a:r>
            <a:r>
              <a:rPr lang="en-US" sz="1000">
                <a:solidFill>
                  <a:srgbClr val="000000"/>
                </a:solidFill>
                <a:latin typeface="Consolas" panose="020B0609020204030204" pitchFamily="49" charset="0"/>
              </a:rPr>
              <a:t> ex) </a:t>
            </a:r>
            <a:r>
              <a:rPr lang="en-US" sz="1000">
                <a:solidFill>
                  <a:srgbClr val="0000FF"/>
                </a:solidFill>
                <a:latin typeface="Consolas" panose="020B0609020204030204" pitchFamily="49" charset="0"/>
              </a:rPr>
              <a:t>when</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ex.InnerException</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is</a:t>
            </a:r>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DivideByZeroException</a:t>
            </a:r>
            <a:r>
              <a:rPr lang="en-US" sz="1000">
                <a:solidFill>
                  <a:srgbClr val="000000"/>
                </a:solidFill>
                <a:latin typeface="Consolas" panose="020B0609020204030204" pitchFamily="49" charset="0"/>
              </a:rPr>
              <a:t>) {</a:t>
            </a:r>
          </a:p>
          <a:p>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Console</a:t>
            </a:r>
            <a:r>
              <a:rPr lang="en-US" sz="1000">
                <a:solidFill>
                  <a:srgbClr val="000000"/>
                </a:solidFill>
                <a:latin typeface="Consolas" panose="020B0609020204030204" pitchFamily="49" charset="0"/>
              </a:rPr>
              <a:t>.WriteLine(</a:t>
            </a:r>
            <a:r>
              <a:rPr lang="en-US" sz="1000">
                <a:solidFill>
                  <a:srgbClr val="A31515"/>
                </a:solidFill>
                <a:latin typeface="Consolas" panose="020B0609020204030204" pitchFamily="49" charset="0"/>
              </a:rPr>
              <a:t>"Sorry, but we cannot divide by zero"</a:t>
            </a:r>
            <a:r>
              <a:rPr lang="en-US" sz="1000">
                <a:solidFill>
                  <a:srgbClr val="000000"/>
                </a:solidFill>
                <a:latin typeface="Consolas" panose="020B0609020204030204" pitchFamily="49" charset="0"/>
              </a:rPr>
              <a:t>);</a:t>
            </a:r>
          </a:p>
          <a:p>
            <a:r>
              <a:rPr lang="en-US" sz="1000">
                <a:solidFill>
                  <a:srgbClr val="000000"/>
                </a:solidFill>
                <a:latin typeface="Consolas" panose="020B0609020204030204" pitchFamily="49" charset="0"/>
              </a:rPr>
              <a:t>            }</a:t>
            </a:r>
          </a:p>
          <a:p>
            <a:endParaRPr lang="en-US" sz="1000">
              <a:solidFill>
                <a:srgbClr val="000000"/>
              </a:solidFill>
              <a:latin typeface="Consolas" panose="020B0609020204030204" pitchFamily="49" charset="0"/>
            </a:endParaRPr>
          </a:p>
          <a:p>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Console</a:t>
            </a:r>
            <a:r>
              <a:rPr lang="en-US" sz="1000">
                <a:solidFill>
                  <a:srgbClr val="000000"/>
                </a:solidFill>
                <a:latin typeface="Consolas" panose="020B0609020204030204" pitchFamily="49" charset="0"/>
              </a:rPr>
              <a:t>.ReadKey();</a:t>
            </a:r>
          </a:p>
        </p:txBody>
      </p:sp>
    </p:spTree>
    <p:extLst>
      <p:ext uri="{BB962C8B-B14F-4D97-AF65-F5344CB8AC3E}">
        <p14:creationId xmlns:p14="http://schemas.microsoft.com/office/powerpoint/2010/main" val="5567070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441929-4B71-4D20-94EA-533DBFE64D24}"/>
              </a:ext>
            </a:extLst>
          </p:cNvPr>
          <p:cNvSpPr>
            <a:spLocks noGrp="1"/>
          </p:cNvSpPr>
          <p:nvPr>
            <p:ph type="sldNum" sz="quarter" idx="11"/>
          </p:nvPr>
        </p:nvSpPr>
        <p:spPr/>
        <p:txBody>
          <a:bodyPr/>
          <a:lstStyle/>
          <a:p>
            <a:pPr marL="0" marR="0" lvl="0" indent="0" algn="l" defTabSz="609585" rtl="0" eaLnBrk="1" fontAlgn="base" latinLnBrk="0" hangingPunct="1">
              <a:lnSpc>
                <a:spcPct val="100000"/>
              </a:lnSpc>
              <a:spcBef>
                <a:spcPct val="0"/>
              </a:spcBef>
              <a:spcAft>
                <a:spcPct val="0"/>
              </a:spcAft>
              <a:buClrTx/>
              <a:buSzTx/>
              <a:buFontTx/>
              <a:buNone/>
              <a:tabLst/>
              <a:defRPr/>
            </a:pPr>
            <a:fld id="{E16BA917-7F09-4B8D-AF07-F52890C14046}" type="slidenum">
              <a:rPr kumimoji="0" lang="da-DK" sz="1000" b="0" i="0" u="none" strike="noStrike" kern="1200" cap="none" spc="0" normalizeH="0" baseline="0" noProof="0" smtClean="0">
                <a:ln>
                  <a:noFill/>
                </a:ln>
                <a:solidFill>
                  <a:srgbClr val="CCCCCC"/>
                </a:solidFill>
                <a:effectLst/>
                <a:uLnTx/>
                <a:uFillTx/>
                <a:latin typeface="Arial" panose="020B0604020202020204"/>
                <a:ea typeface="ＭＳ Ｐゴシック" charset="0"/>
              </a:rPr>
              <a:pPr marL="0" marR="0" lvl="0" indent="0" algn="l" defTabSz="609585" rtl="0" eaLnBrk="1" fontAlgn="base" latinLnBrk="0" hangingPunct="1">
                <a:lnSpc>
                  <a:spcPct val="100000"/>
                </a:lnSpc>
                <a:spcBef>
                  <a:spcPct val="0"/>
                </a:spcBef>
                <a:spcAft>
                  <a:spcPct val="0"/>
                </a:spcAft>
                <a:buClrTx/>
                <a:buSzTx/>
                <a:buFontTx/>
                <a:buNone/>
                <a:tabLst/>
                <a:defRPr/>
              </a:pPr>
              <a:t>36</a:t>
            </a:fld>
            <a:endParaRPr kumimoji="0" lang="da-DK" sz="1000" b="0" i="0" u="none" strike="noStrike" kern="1200" cap="none" spc="0" normalizeH="0" baseline="0" noProof="0">
              <a:ln>
                <a:noFill/>
              </a:ln>
              <a:solidFill>
                <a:srgbClr val="CCCCCC"/>
              </a:solidFill>
              <a:effectLst/>
              <a:uLnTx/>
              <a:uFillTx/>
              <a:latin typeface="Arial" panose="020B0604020202020204"/>
              <a:ea typeface="ＭＳ Ｐゴシック" charset="0"/>
            </a:endParaRPr>
          </a:p>
        </p:txBody>
      </p:sp>
      <p:sp>
        <p:nvSpPr>
          <p:cNvPr id="3" name="Text Placeholder 2">
            <a:extLst>
              <a:ext uri="{FF2B5EF4-FFF2-40B4-BE49-F238E27FC236}">
                <a16:creationId xmlns:a16="http://schemas.microsoft.com/office/drawing/2014/main" id="{DF5FFA59-D72C-4ECD-8ECA-361EDDCCE87A}"/>
              </a:ext>
            </a:extLst>
          </p:cNvPr>
          <p:cNvSpPr>
            <a:spLocks noGrp="1"/>
          </p:cNvSpPr>
          <p:nvPr>
            <p:ph type="body" sz="quarter" idx="17"/>
          </p:nvPr>
        </p:nvSpPr>
        <p:spPr/>
        <p:txBody>
          <a:bodyPr/>
          <a:lstStyle/>
          <a:p>
            <a:r>
              <a:rPr lang="da-DK"/>
              <a:t>Ims </a:t>
            </a:r>
            <a:r>
              <a:rPr lang="da-DK" err="1"/>
              <a:t>project</a:t>
            </a:r>
            <a:r>
              <a:rPr lang="da-DK"/>
              <a:t> manager</a:t>
            </a:r>
          </a:p>
        </p:txBody>
      </p:sp>
      <p:sp>
        <p:nvSpPr>
          <p:cNvPr id="4" name="Title 3">
            <a:extLst>
              <a:ext uri="{FF2B5EF4-FFF2-40B4-BE49-F238E27FC236}">
                <a16:creationId xmlns:a16="http://schemas.microsoft.com/office/drawing/2014/main" id="{893201C4-D941-48FD-96D5-0B57DCCFE0DA}"/>
              </a:ext>
            </a:extLst>
          </p:cNvPr>
          <p:cNvSpPr>
            <a:spLocks noGrp="1"/>
          </p:cNvSpPr>
          <p:nvPr>
            <p:ph type="title"/>
          </p:nvPr>
        </p:nvSpPr>
        <p:spPr/>
        <p:txBody>
          <a:bodyPr/>
          <a:lstStyle/>
          <a:p>
            <a:r>
              <a:rPr lang="en-US" sz="3200"/>
              <a:t>Homework</a:t>
            </a:r>
            <a:endParaRPr lang="da-DK"/>
          </a:p>
        </p:txBody>
      </p:sp>
      <p:pic>
        <p:nvPicPr>
          <p:cNvPr id="7" name="Picture 6">
            <a:extLst>
              <a:ext uri="{FF2B5EF4-FFF2-40B4-BE49-F238E27FC236}">
                <a16:creationId xmlns:a16="http://schemas.microsoft.com/office/drawing/2014/main" id="{F43164F2-DB41-4B05-8266-B5F8BE3C95D0}"/>
              </a:ext>
            </a:extLst>
          </p:cNvPr>
          <p:cNvPicPr>
            <a:picLocks noChangeAspect="1"/>
          </p:cNvPicPr>
          <p:nvPr/>
        </p:nvPicPr>
        <p:blipFill>
          <a:blip r:embed="rId3"/>
          <a:stretch>
            <a:fillRect/>
          </a:stretch>
        </p:blipFill>
        <p:spPr>
          <a:xfrm>
            <a:off x="2759755" y="1655562"/>
            <a:ext cx="5895975" cy="2828925"/>
          </a:xfrm>
          <a:prstGeom prst="rect">
            <a:avLst/>
          </a:prstGeom>
        </p:spPr>
      </p:pic>
      <p:sp>
        <p:nvSpPr>
          <p:cNvPr id="6" name="TextBox 5">
            <a:extLst>
              <a:ext uri="{FF2B5EF4-FFF2-40B4-BE49-F238E27FC236}">
                <a16:creationId xmlns:a16="http://schemas.microsoft.com/office/drawing/2014/main" id="{E4C5D999-4116-4D55-A14F-D62E85AFAF8F}"/>
              </a:ext>
            </a:extLst>
          </p:cNvPr>
          <p:cNvSpPr txBox="1"/>
          <p:nvPr/>
        </p:nvSpPr>
        <p:spPr>
          <a:xfrm>
            <a:off x="894521" y="5197033"/>
            <a:ext cx="7841265" cy="838848"/>
          </a:xfrm>
          <a:prstGeom prst="rect">
            <a:avLst/>
          </a:prstGeom>
          <a:noFill/>
        </p:spPr>
        <p:txBody>
          <a:bodyPr wrap="none" lIns="0" tIns="0" rIns="0" bIns="0" rtlCol="0" anchor="t">
            <a:noAutofit/>
          </a:bodyPr>
          <a:lstStyle/>
          <a:p>
            <a:pPr marL="0" marR="0" lvl="0" indent="0" algn="l" defTabSz="179388" rtl="0" eaLnBrk="1" fontAlgn="base" latinLnBrk="0" hangingPunct="1">
              <a:lnSpc>
                <a:spcPct val="100000"/>
              </a:lnSpc>
              <a:spcBef>
                <a:spcPct val="0"/>
              </a:spcBef>
              <a:spcAft>
                <a:spcPct val="0"/>
              </a:spcAft>
              <a:buClr>
                <a:srgbClr val="00DEE6"/>
              </a:buClr>
              <a:buSzTx/>
              <a:buFont typeface="Arial" panose="020B0604020202020204" pitchFamily="34" charset="0"/>
              <a:buNone/>
              <a:tabLst/>
              <a:defRPr/>
            </a:pPr>
            <a:r>
              <a:rPr kumimoji="0" lang="da-DK" sz="1600" b="0" i="0" u="none" strike="noStrike" kern="1200" cap="none" spc="0" normalizeH="0" baseline="0" noProof="0" dirty="0">
                <a:ln>
                  <a:noFill/>
                </a:ln>
                <a:effectLst/>
                <a:uLnTx/>
                <a:uFillTx/>
                <a:latin typeface="+mn-lt"/>
                <a:ea typeface="ＭＳ Ｐゴシック"/>
                <a:hlinkClick r:id="rId4"/>
              </a:rPr>
              <a:t>https://wiki/index.php?title=IMS_Project_Manager</a:t>
            </a:r>
            <a:r>
              <a:rPr kumimoji="0" lang="da-DK" sz="1600" b="0" i="0" u="none" strike="noStrike" kern="1200" cap="none" spc="0" normalizeH="0" baseline="0" noProof="0" dirty="0">
                <a:ln>
                  <a:noFill/>
                </a:ln>
                <a:effectLst/>
                <a:uLnTx/>
                <a:uFillTx/>
                <a:latin typeface="+mn-lt"/>
                <a:ea typeface="ＭＳ Ｐゴシック"/>
              </a:rPr>
              <a:t> and </a:t>
            </a:r>
            <a:r>
              <a:rPr kumimoji="0" lang="da-DK" sz="1600" b="0" i="0" u="none" strike="noStrike" kern="1200" cap="none" spc="0" normalizeH="0" baseline="0" noProof="0" dirty="0">
                <a:ln>
                  <a:noFill/>
                </a:ln>
                <a:effectLst/>
                <a:uLnTx/>
                <a:uFillTx/>
                <a:latin typeface="+mn-lt"/>
                <a:ea typeface="ＭＳ Ｐゴシック"/>
                <a:hlinkClick r:id="rId5"/>
              </a:rPr>
              <a:t>IMS Project Manager 2019</a:t>
            </a:r>
            <a:endParaRPr kumimoji="0" lang="da-DK" sz="1600" b="0" i="0" u="none" strike="noStrike" kern="1200" cap="none" spc="0" normalizeH="0" baseline="0" noProof="0" dirty="0">
              <a:ln>
                <a:noFill/>
              </a:ln>
              <a:effectLst/>
              <a:uLnTx/>
              <a:uFillTx/>
              <a:latin typeface="+mn-lt"/>
              <a:ea typeface="ＭＳ Ｐゴシック"/>
            </a:endParaRPr>
          </a:p>
          <a:p>
            <a:pPr defTabSz="179388">
              <a:defRPr/>
            </a:pPr>
            <a:r>
              <a:rPr lang="da-DK" sz="1600" dirty="0">
                <a:latin typeface="+mn-lt"/>
                <a:ea typeface="ＭＳ Ｐゴシック"/>
              </a:rPr>
              <a:t>Watch the video: </a:t>
            </a:r>
            <a:r>
              <a:rPr lang="da-DK" sz="1600" dirty="0">
                <a:latin typeface="+mn-lt"/>
                <a:ea typeface="ＭＳ Ｐゴシック"/>
                <a:hlinkClick r:id="rId6"/>
              </a:rPr>
              <a:t>link</a:t>
            </a:r>
            <a:endParaRPr lang="da-DK" sz="1600" b="0" i="0" u="none" strike="noStrike" kern="1200" cap="none" spc="0" normalizeH="0" baseline="0" noProof="0" dirty="0">
              <a:ln>
                <a:noFill/>
              </a:ln>
              <a:effectLst/>
              <a:uLnTx/>
              <a:uFillTx/>
              <a:latin typeface="+mn-lt"/>
              <a:ea typeface="ＭＳ Ｐゴシック" charset="0"/>
            </a:endParaRPr>
          </a:p>
          <a:p>
            <a:pPr marL="0" marR="0" lvl="0" indent="0" algn="l" defTabSz="179388" rtl="0" eaLnBrk="1" fontAlgn="base" latinLnBrk="0" hangingPunct="1">
              <a:lnSpc>
                <a:spcPct val="100000"/>
              </a:lnSpc>
              <a:spcBef>
                <a:spcPct val="0"/>
              </a:spcBef>
              <a:spcAft>
                <a:spcPct val="0"/>
              </a:spcAft>
              <a:buClr>
                <a:srgbClr val="00DEE6"/>
              </a:buClr>
              <a:buSzTx/>
              <a:buFont typeface="Arial" panose="020B0604020202020204" pitchFamily="34" charset="0"/>
              <a:buNone/>
              <a:tabLst/>
              <a:defRPr/>
            </a:pPr>
            <a:endParaRPr kumimoji="0" lang="en-US" sz="1600" b="0" i="0" u="none" strike="noStrike" kern="1200" cap="none" spc="0" normalizeH="0" baseline="0" noProof="0" dirty="0">
              <a:ln>
                <a:noFill/>
              </a:ln>
              <a:solidFill>
                <a:prstClr val="black"/>
              </a:solidFill>
              <a:effectLst/>
              <a:uLnTx/>
              <a:uFillTx/>
              <a:latin typeface="+mn-lt"/>
              <a:ea typeface="ＭＳ Ｐゴシック" charset="0"/>
            </a:endParaRPr>
          </a:p>
        </p:txBody>
      </p:sp>
    </p:spTree>
    <p:extLst>
      <p:ext uri="{BB962C8B-B14F-4D97-AF65-F5344CB8AC3E}">
        <p14:creationId xmlns:p14="http://schemas.microsoft.com/office/powerpoint/2010/main" val="41326715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E56B6-FB05-48D8-BFD6-EDC6AA822BA3}"/>
              </a:ext>
            </a:extLst>
          </p:cNvPr>
          <p:cNvSpPr>
            <a:spLocks noGrp="1"/>
          </p:cNvSpPr>
          <p:nvPr>
            <p:ph type="title"/>
          </p:nvPr>
        </p:nvSpPr>
        <p:spPr/>
        <p:txBody>
          <a:bodyPr/>
          <a:lstStyle/>
          <a:p>
            <a:r>
              <a:rPr lang="en-GB"/>
              <a:t>Homework</a:t>
            </a:r>
            <a:endParaRPr lang="da-DK"/>
          </a:p>
        </p:txBody>
      </p:sp>
      <p:sp>
        <p:nvSpPr>
          <p:cNvPr id="3" name="Slide Number Placeholder 2">
            <a:extLst>
              <a:ext uri="{FF2B5EF4-FFF2-40B4-BE49-F238E27FC236}">
                <a16:creationId xmlns:a16="http://schemas.microsoft.com/office/drawing/2014/main" id="{D08B2B7A-3FC1-46B8-8056-146C34FC66DF}"/>
              </a:ext>
            </a:extLst>
          </p:cNvPr>
          <p:cNvSpPr>
            <a:spLocks noGrp="1"/>
          </p:cNvSpPr>
          <p:nvPr>
            <p:ph type="sldNum" sz="quarter" idx="11"/>
          </p:nvPr>
        </p:nvSpPr>
        <p:spPr/>
        <p:txBody>
          <a:bodyPr/>
          <a:lstStyle/>
          <a:p>
            <a:pPr marL="0" marR="0" lvl="0" indent="0" algn="l" defTabSz="609585" rtl="0" eaLnBrk="1" fontAlgn="base" latinLnBrk="0" hangingPunct="1">
              <a:lnSpc>
                <a:spcPct val="100000"/>
              </a:lnSpc>
              <a:spcBef>
                <a:spcPct val="0"/>
              </a:spcBef>
              <a:spcAft>
                <a:spcPct val="0"/>
              </a:spcAft>
              <a:buClrTx/>
              <a:buSzTx/>
              <a:buFontTx/>
              <a:buNone/>
              <a:tabLst/>
              <a:defRPr/>
            </a:pPr>
            <a:fld id="{E16BA917-7F09-4B8D-AF07-F52890C14046}" type="slidenum">
              <a:rPr kumimoji="0" lang="da-DK" sz="1000" b="0" i="0" u="none" strike="noStrike" kern="1200" cap="none" spc="0" normalizeH="0" baseline="0" noProof="0" smtClean="0">
                <a:ln>
                  <a:noFill/>
                </a:ln>
                <a:solidFill>
                  <a:srgbClr val="CCCCCC"/>
                </a:solidFill>
                <a:effectLst/>
                <a:uLnTx/>
                <a:uFillTx/>
                <a:latin typeface="Arial" panose="020B0604020202020204"/>
                <a:ea typeface="ＭＳ Ｐゴシック" charset="0"/>
              </a:rPr>
              <a:pPr marL="0" marR="0" lvl="0" indent="0" algn="l" defTabSz="609585" rtl="0" eaLnBrk="1" fontAlgn="base" latinLnBrk="0" hangingPunct="1">
                <a:lnSpc>
                  <a:spcPct val="100000"/>
                </a:lnSpc>
                <a:spcBef>
                  <a:spcPct val="0"/>
                </a:spcBef>
                <a:spcAft>
                  <a:spcPct val="0"/>
                </a:spcAft>
                <a:buClrTx/>
                <a:buSzTx/>
                <a:buFontTx/>
                <a:buNone/>
                <a:tabLst/>
                <a:defRPr/>
              </a:pPr>
              <a:t>37</a:t>
            </a:fld>
            <a:endParaRPr kumimoji="0" lang="da-DK" sz="1000" b="0" i="0" u="none" strike="noStrike" kern="1200" cap="none" spc="0" normalizeH="0" baseline="0" noProof="0">
              <a:ln>
                <a:noFill/>
              </a:ln>
              <a:solidFill>
                <a:srgbClr val="CCCCCC"/>
              </a:solidFill>
              <a:effectLst/>
              <a:uLnTx/>
              <a:uFillTx/>
              <a:latin typeface="Arial" panose="020B0604020202020204"/>
              <a:ea typeface="ＭＳ Ｐゴシック" charset="0"/>
            </a:endParaRPr>
          </a:p>
        </p:txBody>
      </p:sp>
      <p:sp>
        <p:nvSpPr>
          <p:cNvPr id="4" name="Text Placeholder 3">
            <a:extLst>
              <a:ext uri="{FF2B5EF4-FFF2-40B4-BE49-F238E27FC236}">
                <a16:creationId xmlns:a16="http://schemas.microsoft.com/office/drawing/2014/main" id="{9159DD43-F7EA-4C6A-AF15-791632C0120D}"/>
              </a:ext>
            </a:extLst>
          </p:cNvPr>
          <p:cNvSpPr>
            <a:spLocks noGrp="1"/>
          </p:cNvSpPr>
          <p:nvPr>
            <p:ph type="body" sz="quarter" idx="17"/>
          </p:nvPr>
        </p:nvSpPr>
        <p:spPr/>
        <p:txBody>
          <a:bodyPr/>
          <a:lstStyle/>
          <a:p>
            <a:endParaRPr lang="da-DK"/>
          </a:p>
        </p:txBody>
      </p:sp>
    </p:spTree>
    <p:extLst>
      <p:ext uri="{BB962C8B-B14F-4D97-AF65-F5344CB8AC3E}">
        <p14:creationId xmlns:p14="http://schemas.microsoft.com/office/powerpoint/2010/main" val="24164525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UNDO_REDO_REVISION" val="0"/>
</p:tagLst>
</file>

<file path=ppt/tags/tag2.xml><?xml version="1.0" encoding="utf-8"?>
<p:tagLst xmlns:a="http://schemas.openxmlformats.org/drawingml/2006/main" xmlns:r="http://schemas.openxmlformats.org/officeDocument/2006/relationships" xmlns:p="http://schemas.openxmlformats.org/presentationml/2006/main">
  <p:tag name="MIO_FALLBACK_LAYOUT" val="7"/>
  <p:tag name="MIO_SHOW_DATE" val="False"/>
  <p:tag name="MIO_SHOW_FOOTER" val="True"/>
  <p:tag name="MIO_SHOW_PAGENUMBER" val="True"/>
  <p:tag name="MIO_AVOID_BLANK_LAYOUT" val="False"/>
  <p:tag name="MIO_NUMBER_OF_VALID_LAYOUTS" val="9"/>
  <p:tag name="MIO_MST_COLOR_1" val="0,0,0,Dark 1"/>
  <p:tag name="MIO_MST_COLOR_2" val="255,255,255,Light 1"/>
  <p:tag name="MIO_MST_COLOR_3" val="38,53,66,Dark 2"/>
  <p:tag name="MIO_MST_COLOR_4" val="255,255,255,Light 2"/>
  <p:tag name="MIO_MST_COLOR_5" val="21,166,173,Accent 1"/>
  <p:tag name="MIO_MST_COLOR_6" val="147,228,249,Accent 2"/>
  <p:tag name="MIO_MST_COLOR_7" val="33,85,205,Accent 3"/>
  <p:tag name="MIO_MST_COLOR_8" val="29,109,127,Accent 4"/>
  <p:tag name="MIO_MST_COLOR_9" val="21,137,114,Accent 5"/>
  <p:tag name="MIO_MST_COLOR_10" val="204,204,204,Accent 6"/>
  <p:tag name="MIO_MST_COLOR_11" val="118,193,226,"/>
  <p:tag name="MIO_MST_COLOR_12" val="132,138,144,"/>
  <p:tag name="MIO_HDS" val="True"/>
  <p:tag name="MIO_EK" val="2277"/>
  <p:tag name="MIO_UPDATE" val="True"/>
  <p:tag name="MIO_VERSION" val="18.03.2016 15:43:41"/>
  <p:tag name="MIO_DBID" val="25C89224-3BD0-4DAE-9699-6AD9CAF4AB96"/>
  <p:tag name="MIO_LASTDOWNLOADED" val="20.03.2016 10:29:32"/>
  <p:tag name="MIO_OBJECTNAME" val="SimCorp New Template"/>
</p:tagLst>
</file>

<file path=ppt/theme/theme1.xml><?xml version="1.0" encoding="utf-8"?>
<a:theme xmlns:a="http://schemas.openxmlformats.org/drawingml/2006/main" name="SIMCORP">
  <a:themeElements>
    <a:clrScheme name="Custom 34">
      <a:dk1>
        <a:sysClr val="windowText" lastClr="000000"/>
      </a:dk1>
      <a:lt1>
        <a:sysClr val="window" lastClr="FFFFFF"/>
      </a:lt1>
      <a:dk2>
        <a:srgbClr val="2D465D"/>
      </a:dk2>
      <a:lt2>
        <a:srgbClr val="FFFFFF"/>
      </a:lt2>
      <a:accent1>
        <a:srgbClr val="15A6AD"/>
      </a:accent1>
      <a:accent2>
        <a:srgbClr val="00C8FF"/>
      </a:accent2>
      <a:accent3>
        <a:srgbClr val="2155CD"/>
      </a:accent3>
      <a:accent4>
        <a:srgbClr val="1D6D7F"/>
      </a:accent4>
      <a:accent5>
        <a:srgbClr val="158972"/>
      </a:accent5>
      <a:accent6>
        <a:srgbClr val="CCCCCC"/>
      </a:accent6>
      <a:hlink>
        <a:srgbClr val="00C8FF"/>
      </a:hlink>
      <a:folHlink>
        <a:srgbClr val="848A9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accent6"/>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noFill/>
        <a:ln>
          <a:solidFill>
            <a:schemeClr val="accent6"/>
          </a:solidFill>
        </a:ln>
        <a:effectLst/>
      </a:spPr>
      <a:bodyPr/>
      <a:lstStyle/>
      <a:style>
        <a:lnRef idx="1">
          <a:schemeClr val="accent1"/>
        </a:lnRef>
        <a:fillRef idx="3">
          <a:schemeClr val="accent1"/>
        </a:fillRef>
        <a:effectRef idx="2">
          <a:schemeClr val="accent1"/>
        </a:effectRef>
        <a:fontRef idx="minor">
          <a:schemeClr val="lt1"/>
        </a:fontRef>
      </a:style>
    </a:lnDef>
    <a:txDef>
      <a:spPr>
        <a:noFill/>
      </a:spPr>
      <a:bodyPr wrap="square" lIns="0" tIns="0" rIns="0" bIns="0" rtlCol="0">
        <a:noAutofit/>
      </a:bodyPr>
      <a:lstStyle>
        <a:defPPr marL="0" indent="0" defTabSz="179388">
          <a:buClr>
            <a:srgbClr val="00DEE6"/>
          </a:buClr>
          <a:buFont typeface="Arial" panose="020B0604020202020204" pitchFamily="34" charset="0"/>
          <a:buNone/>
          <a:defRPr sz="1600" dirty="0" err="1" smtClean="0">
            <a:latin typeface="+mn-lt"/>
          </a:defRPr>
        </a:defPPr>
      </a:lstStyle>
    </a:txDef>
  </a:objectDefaults>
  <a:extraClrSchemeLst/>
  <a:extLst>
    <a:ext uri="{05A4C25C-085E-4340-85A3-A5531E510DB2}">
      <thm15:themeFamily xmlns:thm15="http://schemas.microsoft.com/office/thememl/2012/main" name="Presentation1" id="{84EF4261-137C-4B0C-B253-9A0F13567E1C}" vid="{17252A44-A3FC-4D20-BE79-7BE3A62508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DFDFAC85D82FB4083582974A37F8301" ma:contentTypeVersion="0" ma:contentTypeDescription="Create a new document." ma:contentTypeScope="" ma:versionID="debe7fb8998e20d7e1b89ba93ebbd013">
  <xsd:schema xmlns:xsd="http://www.w3.org/2001/XMLSchema" xmlns:xs="http://www.w3.org/2001/XMLSchema" xmlns:p="http://schemas.microsoft.com/office/2006/metadata/properties" targetNamespace="http://schemas.microsoft.com/office/2006/metadata/properties" ma:root="true" ma:fieldsID="2939e06c25933291f3e5ef817cd6c5c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486F14C-B38A-4C9C-83C7-6E45BA6BC6CF}">
  <ds:schemaRefs>
    <ds:schemaRef ds:uri="http://purl.org/dc/elements/1.1/"/>
    <ds:schemaRef ds:uri="http://purl.org/dc/terms/"/>
    <ds:schemaRef ds:uri="http://schemas.microsoft.com/internal/obd"/>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7F4D99E-48A7-48DB-A691-398FC9FE4E61}">
  <ds:schemaRefs>
    <ds:schemaRef ds:uri="http://schemas.microsoft.com/sharepoint/v3/contenttype/forms"/>
  </ds:schemaRefs>
</ds:datastoreItem>
</file>

<file path=customXml/itemProps3.xml><?xml version="1.0" encoding="utf-8"?>
<ds:datastoreItem xmlns:ds="http://schemas.openxmlformats.org/officeDocument/2006/customXml" ds:itemID="{E5557DA0-4402-4D05-84BC-08963EA8A819}">
  <ds:schemaRefs>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4036</Words>
  <Application>Microsoft Office PowerPoint</Application>
  <PresentationFormat>Widescreen</PresentationFormat>
  <Paragraphs>612</Paragraphs>
  <Slides>37</Slides>
  <Notes>15</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37</vt:i4>
      </vt:variant>
    </vt:vector>
  </HeadingPairs>
  <TitlesOfParts>
    <vt:vector size="47" baseType="lpstr">
      <vt:lpstr>Arial</vt:lpstr>
      <vt:lpstr>Calibri</vt:lpstr>
      <vt:lpstr>Consolas</vt:lpstr>
      <vt:lpstr>Georgia</vt:lpstr>
      <vt:lpstr>HkclfdTpdvwsTvqgvyUtopiaStd-Italic</vt:lpstr>
      <vt:lpstr>JxfxpcSsqtwjNdvtwhSymbol</vt:lpstr>
      <vt:lpstr>LlsynjKcpjfdFqktfyTheSansMonoConNormal</vt:lpstr>
      <vt:lpstr>Myriad Pro</vt:lpstr>
      <vt:lpstr>VwtnnmPrkfthPwqklvUtopiaStd-Regular</vt:lpstr>
      <vt:lpstr>SIMCORP</vt:lpstr>
      <vt:lpstr>PowerPoint Presentation</vt:lpstr>
      <vt:lpstr>Agenda</vt:lpstr>
      <vt:lpstr>exceptions</vt:lpstr>
      <vt:lpstr>exceptions</vt:lpstr>
      <vt:lpstr>exceptions</vt:lpstr>
      <vt:lpstr>Exceptions</vt:lpstr>
      <vt:lpstr>Exceptions</vt:lpstr>
      <vt:lpstr>Exceptions</vt:lpstr>
      <vt:lpstr>Exceptions</vt:lpstr>
      <vt:lpstr>exceptions</vt:lpstr>
      <vt:lpstr>exceptions</vt:lpstr>
      <vt:lpstr>Exceptions</vt:lpstr>
      <vt:lpstr>Checking exceptions throwing</vt:lpstr>
      <vt:lpstr>Checking exceptions throwing</vt:lpstr>
      <vt:lpstr>exceptions</vt:lpstr>
      <vt:lpstr>PROJECT FOR HANDS ON TASKS​</vt:lpstr>
      <vt:lpstr>Practice 1</vt:lpstr>
      <vt:lpstr>Practice 1</vt:lpstr>
      <vt:lpstr>Coffee Break</vt:lpstr>
      <vt:lpstr>Exceptions</vt:lpstr>
      <vt:lpstr>Exceptions</vt:lpstr>
      <vt:lpstr>Exceptions</vt:lpstr>
      <vt:lpstr>Finally Block</vt:lpstr>
      <vt:lpstr>Finally Block</vt:lpstr>
      <vt:lpstr>Practice 2</vt:lpstr>
      <vt:lpstr>Practice 2</vt:lpstr>
      <vt:lpstr>Practice 2</vt:lpstr>
      <vt:lpstr>Coffee Break</vt:lpstr>
      <vt:lpstr>User defined exceptions</vt:lpstr>
      <vt:lpstr>Catch clause</vt:lpstr>
      <vt:lpstr>Best practices</vt:lpstr>
      <vt:lpstr>Best practices</vt:lpstr>
      <vt:lpstr>Best practices</vt:lpstr>
      <vt:lpstr>Practice 3</vt:lpstr>
      <vt:lpstr>Practice 3</vt:lpstr>
      <vt:lpstr>Homework</vt:lpstr>
      <vt:lpstr>Homework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Oleg Dudnyk</dc:creator>
  <cp:lastModifiedBy>Mariana Sofii</cp:lastModifiedBy>
  <cp:revision>11</cp:revision>
  <dcterms:created xsi:type="dcterms:W3CDTF">2020-08-21T07:47:45Z</dcterms:created>
  <dcterms:modified xsi:type="dcterms:W3CDTF">2022-08-15T13:20:22Z</dcterms:modified>
</cp:coreProperties>
</file>