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4"/>
  </p:notesMasterIdLst>
  <p:handoutMasterIdLst>
    <p:handoutMasterId r:id="rId35"/>
  </p:handoutMasterIdLst>
  <p:sldIdLst>
    <p:sldId id="274" r:id="rId5"/>
    <p:sldId id="286" r:id="rId6"/>
    <p:sldId id="280" r:id="rId7"/>
    <p:sldId id="284" r:id="rId8"/>
    <p:sldId id="287" r:id="rId9"/>
    <p:sldId id="288" r:id="rId10"/>
    <p:sldId id="335" r:id="rId11"/>
    <p:sldId id="263" r:id="rId12"/>
    <p:sldId id="329" r:id="rId13"/>
    <p:sldId id="321" r:id="rId14"/>
    <p:sldId id="306" r:id="rId15"/>
    <p:sldId id="322" r:id="rId16"/>
    <p:sldId id="323" r:id="rId17"/>
    <p:sldId id="308" r:id="rId18"/>
    <p:sldId id="309" r:id="rId19"/>
    <p:sldId id="310" r:id="rId20"/>
    <p:sldId id="311" r:id="rId21"/>
    <p:sldId id="312" r:id="rId22"/>
    <p:sldId id="313" r:id="rId23"/>
    <p:sldId id="314" r:id="rId24"/>
    <p:sldId id="318" r:id="rId25"/>
    <p:sldId id="319" r:id="rId26"/>
    <p:sldId id="320" r:id="rId27"/>
    <p:sldId id="328" r:id="rId28"/>
    <p:sldId id="336" r:id="rId29"/>
    <p:sldId id="331" r:id="rId30"/>
    <p:sldId id="334" r:id="rId31"/>
    <p:sldId id="332" r:id="rId32"/>
    <p:sldId id="298" r:id="rId33"/>
  </p:sldIdLst>
  <p:sldSz cx="12192000" cy="6858000"/>
  <p:notesSz cx="6858000" cy="9144000"/>
  <p:custDataLst>
    <p:tags r:id="rId36"/>
  </p:custDataLst>
  <p:defaultTextStyle>
    <a:defPPr>
      <a:defRPr lang="en-US"/>
    </a:defPPr>
    <a:lvl1pPr algn="l" defTabSz="609585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1pPr>
    <a:lvl2pPr marL="609585" algn="l" defTabSz="609585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2pPr>
    <a:lvl3pPr marL="1219170" algn="l" defTabSz="609585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3pPr>
    <a:lvl4pPr marL="1828754" algn="l" defTabSz="609585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4pPr>
    <a:lvl5pPr marL="2438339" algn="l" defTabSz="609585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5pPr>
    <a:lvl6pPr marL="3047924" algn="l" defTabSz="609585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6pPr>
    <a:lvl7pPr marL="3657509" algn="l" defTabSz="609585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7pPr>
    <a:lvl8pPr marL="4267093" algn="l" defTabSz="609585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8pPr>
    <a:lvl9pPr marL="4876678" algn="l" defTabSz="609585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A6B69"/>
    <a:srgbClr val="616261"/>
    <a:srgbClr val="53819F"/>
    <a:srgbClr val="A8A9AE"/>
    <a:srgbClr val="00DEE6"/>
    <a:srgbClr val="44B8D6"/>
    <a:srgbClr val="15AAA6"/>
    <a:srgbClr val="A5C8CF"/>
    <a:srgbClr val="547A8B"/>
    <a:srgbClr val="010B19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AE51BD-F6CB-4A8F-9A20-FD52B0144C84}" v="31" dt="2022-09-16T09:53:12.246"/>
    <p1510:client id="{39C85E79-9C50-46CB-9379-19813DCBC5C1}" vWet="2" dt="2022-06-20T10:14:24.853"/>
    <p1510:client id="{5368AAB6-8B33-4457-E567-8A62B752068D}" v="5" dt="2022-06-24T11:54:22.587"/>
    <p1510:client id="{7A43BD00-776B-175B-97B8-E5D3C01A7CE4}" v="1" dt="2022-06-20T10:13:49.550"/>
    <p1510:client id="{9FE34052-3D45-4A76-8741-8C3EAE97B64C}" v="1" dt="2022-06-20T10:14:27.617"/>
    <p1510:client id="{CF48862E-3C24-4F4E-82BC-2849085302FA}" vWet="2" dt="2022-06-20T10:13:52.678"/>
    <p1510:client id="{F90B3749-01DE-23E3-6030-8788EAD3BE15}" v="1" dt="2022-06-20T10:47:16.3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78"/>
    <p:restoredTop sz="94694"/>
  </p:normalViewPr>
  <p:slideViewPr>
    <p:cSldViewPr snapToGrid="0">
      <p:cViewPr varScale="1">
        <p:scale>
          <a:sx n="110" d="100"/>
          <a:sy n="110" d="100"/>
        </p:scale>
        <p:origin x="262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gs" Target="tags/tag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C3146DE-12E6-419C-A574-B0D04350C9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AA870F-E94B-4917-AB43-62026CB4E57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758475-46F8-48DB-8603-B040CBA163BF}" type="datetimeFigureOut">
              <a:rPr lang="da-DK" smtClean="0"/>
              <a:t>18-09-2022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64345F-0920-4A40-B371-0A9B1BF950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4E779D-739B-4B24-90DD-E0F826AE07F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03F6F2-2003-4799-8FCB-3431554F2B4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897257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2ADF95A9-781B-A947-952E-AF5DB3EED6BF}" type="datetimeFigureOut">
              <a:rPr lang="en-US"/>
              <a:pPr>
                <a:defRPr/>
              </a:pPr>
              <a:t>18-09-2022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 noProof="0"/>
              <a:t>Click to edit Master text styles</a:t>
            </a:r>
          </a:p>
          <a:p>
            <a:pPr lvl="1"/>
            <a:r>
              <a:rPr lang="da-DK" noProof="0"/>
              <a:t>Second level</a:t>
            </a:r>
          </a:p>
          <a:p>
            <a:pPr lvl="2"/>
            <a:r>
              <a:rPr lang="da-DK" noProof="0"/>
              <a:t>Third level</a:t>
            </a:r>
          </a:p>
          <a:p>
            <a:pPr lvl="3"/>
            <a:r>
              <a:rPr lang="da-DK" noProof="0"/>
              <a:t>Fourth level</a:t>
            </a:r>
          </a:p>
          <a:p>
            <a:pPr lvl="4"/>
            <a:r>
              <a:rPr lang="da-DK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7B4E6626-DD92-5440-975E-5D33BC737A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4255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609585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609585" algn="l" defTabSz="609585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1219170" algn="l" defTabSz="609585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828754" algn="l" defTabSz="609585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2438339" algn="l" defTabSz="609585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3047924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mytasks/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sz="1600">
                <a:ea typeface="ＭＳ Ｐゴシック"/>
                <a:cs typeface="Calibri"/>
              </a:rPr>
              <a:t>The IMS Project Manager is a </a:t>
            </a:r>
            <a:r>
              <a:rPr lang="en-US" sz="1600" err="1">
                <a:ea typeface="ＭＳ Ｐゴシック"/>
                <a:cs typeface="Calibri"/>
              </a:rPr>
              <a:t>SimCorp</a:t>
            </a:r>
            <a:r>
              <a:rPr lang="en-US" sz="1600">
                <a:ea typeface="ＭＳ Ｐゴシック"/>
                <a:cs typeface="Calibri"/>
              </a:rPr>
              <a:t> extension for Visual Studio.</a:t>
            </a:r>
            <a:endParaRPr lang="da-DK">
              <a:ea typeface="ＭＳ Ｐゴシック"/>
              <a:cs typeface="Calibri"/>
            </a:endParaRPr>
          </a:p>
          <a:p>
            <a:pPr>
              <a:defRPr/>
            </a:pPr>
            <a:r>
              <a:rPr lang="en-US" sz="1600">
                <a:ea typeface="ＭＳ Ｐゴシック"/>
                <a:cs typeface="Calibri"/>
              </a:rPr>
              <a:t>It allows you to create a solution to work</a:t>
            </a:r>
            <a:r>
              <a:rPr lang="en-US">
                <a:ea typeface="ＭＳ Ｐゴシック"/>
                <a:cs typeface="Calibri"/>
              </a:rPr>
              <a:t>,</a:t>
            </a:r>
            <a:r>
              <a:rPr lang="en-US" sz="1600">
                <a:ea typeface="ＭＳ Ｐゴシック"/>
                <a:cs typeface="Calibri"/>
              </a:rPr>
              <a:t> to get the last code and to check in your code.</a:t>
            </a:r>
            <a:br>
              <a:rPr lang="en-US">
                <a:ea typeface="ＭＳ Ｐゴシック"/>
                <a:cs typeface="+mn-lt"/>
              </a:rPr>
            </a:br>
            <a:r>
              <a:rPr lang="en-US">
                <a:ea typeface="ＭＳ Ｐゴシック"/>
                <a:cs typeface="Calibri"/>
              </a:rPr>
              <a:t>It allows to open only required projects to speed up a Visual Studio (other projects are loaded as prebuild libraries - .</a:t>
            </a:r>
            <a:r>
              <a:rPr lang="en-US" err="1">
                <a:ea typeface="ＭＳ Ｐゴシック"/>
                <a:cs typeface="Calibri"/>
              </a:rPr>
              <a:t>dll</a:t>
            </a:r>
            <a:r>
              <a:rPr lang="en-US">
                <a:ea typeface="ＭＳ Ｐゴシック"/>
                <a:cs typeface="Calibri"/>
              </a:rPr>
              <a:t> files). Also it helps to perform some of the development routines.</a:t>
            </a:r>
            <a:endParaRPr lang="en-US" sz="1600">
              <a:ea typeface="ＭＳ Ｐゴシック"/>
              <a:cs typeface="Calibri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4E6626-DD92-5440-975E-5D33BC737A1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47395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ＭＳ Ｐゴシック"/>
                <a:cs typeface="Calibri"/>
              </a:rPr>
              <a:t>At the right you can see the window allowing to create a new workspace.</a:t>
            </a:r>
            <a:br>
              <a:rPr lang="en-US">
                <a:ea typeface="ＭＳ Ｐゴシック"/>
                <a:cs typeface="+mn-lt"/>
              </a:rPr>
            </a:br>
            <a:r>
              <a:rPr lang="en-US">
                <a:ea typeface="ＭＳ Ｐゴシック"/>
                <a:cs typeface="Calibri"/>
              </a:rPr>
              <a:t>Only Workspace name is required to enter.</a:t>
            </a:r>
            <a:br>
              <a:rPr lang="en-US">
                <a:ea typeface="ＭＳ Ｐゴシック"/>
                <a:cs typeface="+mn-lt"/>
              </a:rPr>
            </a:br>
            <a:r>
              <a:rPr lang="en-US">
                <a:ea typeface="ＭＳ Ｐゴシック"/>
                <a:cs typeface="Calibri"/>
              </a:rPr>
              <a:t>You can pick needed projects from the tree in the window. But you can also add new projects to workspace after it was created.</a:t>
            </a:r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E6626-DD92-5440-975E-5D33BC737A1F}" type="slidenum">
              <a:rPr lang="en-US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2350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ＭＳ Ｐゴシック"/>
                <a:cs typeface="Calibri"/>
              </a:rPr>
              <a:t>- Update workspace</a:t>
            </a:r>
          </a:p>
          <a:p>
            <a:r>
              <a:rPr lang="en-US">
                <a:ea typeface="ＭＳ Ｐゴシック"/>
                <a:cs typeface="Calibri"/>
              </a:rPr>
              <a:t>- Add new project for existing solution</a:t>
            </a:r>
          </a:p>
          <a:p>
            <a:r>
              <a:rPr lang="en-US">
                <a:ea typeface="ＭＳ Ｐゴシック"/>
                <a:cs typeface="Calibri"/>
              </a:rPr>
              <a:t>- Get latest successfully build versions of all items under source control</a:t>
            </a:r>
            <a:endParaRPr lang="en-US"/>
          </a:p>
          <a:p>
            <a:r>
              <a:rPr lang="en-US">
                <a:ea typeface="ＭＳ Ｐゴシック"/>
                <a:cs typeface="Calibri"/>
              </a:rPr>
              <a:t>- Repair solution (clean build folders and do get latest)</a:t>
            </a:r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E6626-DD92-5440-975E-5D33BC737A1F}" type="slidenum">
              <a:rPr lang="en-US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9402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>
                <a:ea typeface="ＭＳ Ｐゴシック"/>
                <a:cs typeface="Calibri"/>
              </a:rPr>
              <a:t>You need to have either a CR with development in progress or a VersionOne story in progress</a:t>
            </a:r>
          </a:p>
          <a:p>
            <a:r>
              <a:rPr lang="en-US" sz="1600">
                <a:ea typeface="ＭＳ Ｐゴシック"/>
                <a:cs typeface="Calibri"/>
              </a:rPr>
              <a:t>For CR you need to create a work item</a:t>
            </a:r>
            <a:r>
              <a:rPr lang="en-US">
                <a:ea typeface="ＭＳ Ｐゴシック"/>
                <a:cs typeface="Calibri"/>
              </a:rPr>
              <a:t> (at </a:t>
            </a:r>
            <a:r>
              <a:rPr lang="en-US">
                <a:ea typeface="ＭＳ Ｐゴシック"/>
                <a:cs typeface="Calibri"/>
                <a:hlinkClick r:id="rId3"/>
              </a:rPr>
              <a:t>http</a:t>
            </a:r>
            <a:r>
              <a:rPr lang="en-US" sz="1600">
                <a:ea typeface="ＭＳ Ｐゴシック"/>
                <a:cs typeface="Calibri"/>
                <a:hlinkClick r:id="rId3"/>
              </a:rPr>
              <a:t>://mytasks</a:t>
            </a:r>
            <a:r>
              <a:rPr lang="en-US">
                <a:ea typeface="ＭＳ Ｐゴシック"/>
                <a:cs typeface="Calibri"/>
                <a:hlinkClick r:id="rId3"/>
              </a:rPr>
              <a:t>/</a:t>
            </a:r>
            <a:r>
              <a:rPr lang="en-US">
                <a:ea typeface="ＭＳ Ｐゴシック"/>
                <a:cs typeface="Calibri"/>
              </a:rPr>
              <a:t> also you can just press button in IMS Project Manager leading there) and then Add Work Item by ID and provide a Comment.</a:t>
            </a:r>
            <a:endParaRPr lang="en-US" sz="1600">
              <a:cs typeface="Calibri"/>
            </a:endParaRPr>
          </a:p>
          <a:p>
            <a:r>
              <a:rPr lang="en-US" sz="1600">
                <a:ea typeface="ＭＳ Ｐゴシック"/>
                <a:cs typeface="Calibri"/>
              </a:rPr>
              <a:t>For VersionOne</a:t>
            </a:r>
            <a:r>
              <a:rPr lang="en-US">
                <a:ea typeface="ＭＳ Ｐゴシック"/>
                <a:cs typeface="Calibri"/>
              </a:rPr>
              <a:t> item just start a Comment</a:t>
            </a:r>
            <a:r>
              <a:rPr lang="en-US" sz="1600">
                <a:ea typeface="ＭＳ Ｐゴシック"/>
                <a:cs typeface="Calibri"/>
              </a:rPr>
              <a:t> </a:t>
            </a:r>
            <a:r>
              <a:rPr lang="en-US">
                <a:ea typeface="ＭＳ Ｐゴシック"/>
                <a:cs typeface="Calibri"/>
              </a:rPr>
              <a:t>with you story/defect number (</a:t>
            </a:r>
            <a:r>
              <a:rPr lang="en-US" sz="1600" i="1">
                <a:ea typeface="ＭＳ Ｐゴシック"/>
                <a:cs typeface="Calibri"/>
              </a:rPr>
              <a:t>S-12345: </a:t>
            </a:r>
            <a:r>
              <a:rPr lang="en-US" i="1">
                <a:ea typeface="ＭＳ Ｐゴシック"/>
                <a:cs typeface="Calibri"/>
              </a:rPr>
              <a:t>&lt;</a:t>
            </a:r>
            <a:r>
              <a:rPr lang="en-US" sz="1600" i="1">
                <a:ea typeface="ＭＳ Ｐゴシック"/>
                <a:cs typeface="Calibri"/>
              </a:rPr>
              <a:t>your comment</a:t>
            </a:r>
            <a:r>
              <a:rPr lang="en-US" i="1">
                <a:ea typeface="ＭＳ Ｐゴシック"/>
                <a:cs typeface="Calibri"/>
              </a:rPr>
              <a:t>&gt;</a:t>
            </a:r>
            <a:r>
              <a:rPr lang="en-US">
                <a:ea typeface="ＭＳ Ｐゴシック"/>
                <a:cs typeface="Calibri"/>
              </a:rPr>
              <a:t>)</a:t>
            </a:r>
            <a:endParaRPr lang="da-DK" sz="1600">
              <a:ea typeface="ＭＳ Ｐゴシック"/>
              <a:cs typeface="Calibri"/>
            </a:endParaRPr>
          </a:p>
          <a:p>
            <a:endParaRPr lang="da-DK"/>
          </a:p>
          <a:p>
            <a:r>
              <a:rPr lang="da-DK" sz="1800" b="1">
                <a:ea typeface="ＭＳ Ｐゴシック"/>
                <a:cs typeface="Calibri"/>
              </a:rPr>
              <a:t>Live demo</a:t>
            </a:r>
            <a:endParaRPr lang="da-DK" b="1">
              <a:ea typeface="ＭＳ Ｐゴシック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E6626-DD92-5440-975E-5D33BC737A1F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065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4E6626-DD92-5440-975E-5D33BC737A1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63702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>
                <a:solidFill>
                  <a:srgbClr val="252525"/>
                </a:solidFill>
                <a:effectLst/>
                <a:latin typeface="Arial"/>
                <a:ea typeface="ＭＳ Ｐゴシック"/>
                <a:cs typeface="Arial"/>
              </a:rPr>
              <a:t>SQL Developer is a graphical Oracle SQL tool.</a:t>
            </a:r>
          </a:p>
          <a:p>
            <a:r>
              <a:rPr lang="en-US" b="0" i="0">
                <a:solidFill>
                  <a:srgbClr val="252525"/>
                </a:solidFill>
                <a:effectLst/>
                <a:latin typeface="Arial"/>
                <a:ea typeface="ＭＳ Ｐゴシック"/>
                <a:cs typeface="Arial"/>
              </a:rPr>
              <a:t>If you need direct access to Oracle without using Dimension consider using SQL Developer</a:t>
            </a:r>
            <a:endParaRPr lang="en-US" b="0" i="0">
              <a:solidFill>
                <a:srgbClr val="000000"/>
              </a:solidFill>
              <a:effectLst/>
              <a:latin typeface="Calibri"/>
              <a:ea typeface="ＭＳ Ｐゴシック"/>
              <a:cs typeface="Calibri"/>
            </a:endParaRPr>
          </a:p>
          <a:p>
            <a:endParaRPr lang="en-US" b="0" i="0">
              <a:solidFill>
                <a:srgbClr val="252525"/>
              </a:solidFill>
              <a:effectLst/>
              <a:latin typeface="Arial" panose="020B0604020202020204" pitchFamily="34" charset="0"/>
            </a:endParaRPr>
          </a:p>
          <a:p>
            <a:r>
              <a:rPr lang="en-US" b="1" i="0">
                <a:solidFill>
                  <a:srgbClr val="252525"/>
                </a:solidFill>
                <a:effectLst/>
                <a:latin typeface="Arial"/>
                <a:ea typeface="ＭＳ Ｐゴシック"/>
                <a:cs typeface="Arial"/>
              </a:rPr>
              <a:t>DEMO</a:t>
            </a:r>
            <a:endParaRPr lang="da-DK" b="1">
              <a:latin typeface="Arial"/>
              <a:ea typeface="ＭＳ Ｐゴシック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4E6626-DD92-5440-975E-5D33BC737A1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93595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ＭＳ Ｐゴシック"/>
                <a:cs typeface="Calibri"/>
              </a:rPr>
              <a:t>In SQL Developer you'll have to use SQL. You can find some SQL basics here: https://www.w3schools.com/sql/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E6626-DD92-5440-975E-5D33BC737A1F}" type="slidenum">
              <a:rPr lang="en-US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3514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/>
              <a:t>DEMO</a:t>
            </a:r>
            <a:endParaRPr lang="da-DK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4E6626-DD92-5440-975E-5D33BC737A1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02210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en-GB"/>
              <a:t>IData creation</a:t>
            </a:r>
          </a:p>
          <a:p>
            <a:pPr marL="285750" indent="-285750">
              <a:buFontTx/>
              <a:buChar char="-"/>
            </a:pPr>
            <a:r>
              <a:rPr lang="en-GB"/>
              <a:t>Code generators</a:t>
            </a:r>
          </a:p>
          <a:p>
            <a:pPr marL="285750" indent="-285750">
              <a:buFontTx/>
              <a:buChar char="-"/>
            </a:pPr>
            <a:r>
              <a:rPr lang="en-GB"/>
              <a:t>Nested classes</a:t>
            </a:r>
          </a:p>
          <a:p>
            <a:pPr marL="285750" indent="-285750">
              <a:buFontTx/>
              <a:buChar char="-"/>
            </a:pPr>
            <a:endParaRPr lang="en-GB">
              <a:cs typeface="Calibri"/>
            </a:endParaRPr>
          </a:p>
          <a:p>
            <a:r>
              <a:rPr lang="en-US"/>
              <a:t>// idata(tAOCIPROGRAMS)</a:t>
            </a:r>
            <a:endParaRPr lang="en-GB"/>
          </a:p>
          <a:p>
            <a:r>
              <a:rPr lang="en-US"/>
              <a:t>Save file, close it and open again.</a:t>
            </a:r>
          </a:p>
          <a:p>
            <a:endParaRPr lang="en-US"/>
          </a:p>
          <a:p>
            <a:r>
              <a:rPr lang="en-US">
                <a:ea typeface="ＭＳ Ｐゴシック"/>
                <a:cs typeface="Calibri"/>
              </a:rPr>
              <a:t>    [DataTable(TablePointers.tAOCIPROGRAMS)]</a:t>
            </a:r>
          </a:p>
          <a:p>
            <a:r>
              <a:rPr lang="en-US"/>
              <a:t>    public interface IAOCIPrograms : IData {</a:t>
            </a:r>
          </a:p>
          <a:p>
            <a:r>
              <a:rPr lang="en-US"/>
              <a:t>        [DataPrimaryKeyField(FieldPointers.pAOCIPROGIK)]</a:t>
            </a:r>
          </a:p>
          <a:p>
            <a:r>
              <a:rPr lang="en-US"/>
              <a:t>        int AOCIProgramIK { get; }</a:t>
            </a:r>
          </a:p>
          <a:p>
            <a:r>
              <a:rPr lang="en-US">
                <a:ea typeface="ＭＳ Ｐゴシック"/>
                <a:cs typeface="Calibri"/>
              </a:rPr>
              <a:t> </a:t>
            </a:r>
          </a:p>
          <a:p>
            <a:r>
              <a:rPr lang="en-US"/>
              <a:t>        [DataKeyField(FieldPointers.pAOCIPROGID)]</a:t>
            </a:r>
          </a:p>
          <a:p>
            <a:r>
              <a:rPr lang="en-US"/>
              <a:t>        string AOCIProgramID { get; set; }</a:t>
            </a:r>
          </a:p>
          <a:p>
            <a:r>
              <a:rPr lang="en-US">
                <a:ea typeface="ＭＳ Ｐゴシック"/>
                <a:cs typeface="Calibri"/>
              </a:rPr>
              <a:t> </a:t>
            </a:r>
          </a:p>
          <a:p>
            <a:r>
              <a:rPr lang="en-US"/>
              <a:t>        [DataField(FieldPointers.pAOCIPROGNAME)]</a:t>
            </a:r>
          </a:p>
          <a:p>
            <a:r>
              <a:rPr lang="en-US"/>
              <a:t>        string AOCIProgramName { get; set; }</a:t>
            </a:r>
          </a:p>
          <a:p>
            <a:r>
              <a:rPr lang="en-US"/>
              <a:t>    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4E6626-DD92-5440-975E-5D33BC737A1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42756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1">
                <a:solidFill>
                  <a:srgbClr val="64696C"/>
                </a:solidFill>
                <a:effectLst/>
                <a:latin typeface="Lab Grotesque"/>
              </a:rPr>
              <a:t>CRUD </a:t>
            </a:r>
            <a:r>
              <a:rPr lang="en-US" b="0" i="0">
                <a:solidFill>
                  <a:srgbClr val="64696C"/>
                </a:solidFill>
                <a:effectLst/>
                <a:latin typeface="Lab Grotesque"/>
              </a:rPr>
              <a:t>is an acronym that comes from the world of computer programming and refers to the four functions that are considered necessary to implement a persistent storage application: </a:t>
            </a:r>
            <a:r>
              <a:rPr lang="en-US" b="1" i="1">
                <a:solidFill>
                  <a:srgbClr val="64696C"/>
                </a:solidFill>
                <a:effectLst/>
                <a:latin typeface="Lab Grotesque"/>
              </a:rPr>
              <a:t>create, read, update</a:t>
            </a:r>
            <a:r>
              <a:rPr lang="en-US" b="0" i="0">
                <a:solidFill>
                  <a:srgbClr val="64696C"/>
                </a:solidFill>
                <a:effectLst/>
                <a:latin typeface="Lab Grotesque"/>
              </a:rPr>
              <a:t> and </a:t>
            </a:r>
            <a:r>
              <a:rPr lang="en-US" b="1" i="1">
                <a:solidFill>
                  <a:srgbClr val="64696C"/>
                </a:solidFill>
                <a:effectLst/>
                <a:latin typeface="Lab Grotesque"/>
              </a:rPr>
              <a:t>delete</a:t>
            </a:r>
            <a:r>
              <a:rPr lang="en-US" b="0" i="0">
                <a:solidFill>
                  <a:srgbClr val="64696C"/>
                </a:solidFill>
                <a:effectLst/>
                <a:latin typeface="Lab Grotesque"/>
              </a:rPr>
              <a:t>.</a:t>
            </a:r>
          </a:p>
          <a:p>
            <a:endParaRPr lang="en-US" b="0" i="0">
              <a:solidFill>
                <a:srgbClr val="64696C"/>
              </a:solidFill>
              <a:effectLst/>
              <a:latin typeface="Lab Grotesque"/>
            </a:endParaRPr>
          </a:p>
          <a:p>
            <a:pPr algn="l"/>
            <a:r>
              <a:rPr lang="en-US" b="1" i="0">
                <a:solidFill>
                  <a:srgbClr val="000000"/>
                </a:solidFill>
                <a:effectLst/>
                <a:latin typeface="Lab Grotesque"/>
              </a:rPr>
              <a:t>Create</a:t>
            </a:r>
          </a:p>
          <a:p>
            <a:pPr algn="l"/>
            <a:r>
              <a:rPr lang="en-US" b="0" i="0">
                <a:solidFill>
                  <a:srgbClr val="64696C"/>
                </a:solidFill>
                <a:effectLst/>
                <a:latin typeface="Lab Grotesque"/>
              </a:rPr>
              <a:t>The create function allows users to create a new record in the database</a:t>
            </a:r>
          </a:p>
          <a:p>
            <a:endParaRPr lang="en-US" b="0" i="0">
              <a:solidFill>
                <a:srgbClr val="64696C"/>
              </a:solidFill>
              <a:effectLst/>
              <a:latin typeface="Lab Grotesque"/>
            </a:endParaRPr>
          </a:p>
          <a:p>
            <a:pPr algn="l"/>
            <a:r>
              <a:rPr lang="en-US" b="1" i="0">
                <a:solidFill>
                  <a:srgbClr val="000000"/>
                </a:solidFill>
                <a:effectLst/>
                <a:latin typeface="Lab Grotesque"/>
              </a:rPr>
              <a:t>Read</a:t>
            </a:r>
          </a:p>
          <a:p>
            <a:pPr algn="l"/>
            <a:r>
              <a:rPr lang="en-US" b="0" i="0">
                <a:solidFill>
                  <a:srgbClr val="64696C"/>
                </a:solidFill>
                <a:effectLst/>
                <a:latin typeface="Lab Grotesque"/>
              </a:rPr>
              <a:t>The read function is similar to a search function. It allows users to search and retrieve specific records in the table and read their values. </a:t>
            </a:r>
          </a:p>
          <a:p>
            <a:pPr algn="l"/>
            <a:endParaRPr lang="en-US" b="0" i="0">
              <a:solidFill>
                <a:srgbClr val="64696C"/>
              </a:solidFill>
              <a:effectLst/>
              <a:latin typeface="Lab Grotesque"/>
            </a:endParaRPr>
          </a:p>
          <a:p>
            <a:pPr algn="l"/>
            <a:r>
              <a:rPr lang="en-US" b="1" i="0">
                <a:solidFill>
                  <a:srgbClr val="000000"/>
                </a:solidFill>
                <a:effectLst/>
                <a:latin typeface="Lab Grotesque"/>
              </a:rPr>
              <a:t>Update</a:t>
            </a:r>
          </a:p>
          <a:p>
            <a:pPr algn="l"/>
            <a:r>
              <a:rPr lang="en-US" b="0" i="0">
                <a:solidFill>
                  <a:srgbClr val="64696C"/>
                </a:solidFill>
                <a:effectLst/>
                <a:latin typeface="Lab Grotesque"/>
              </a:rPr>
              <a:t>The update function is used to modify existing records that exist in the database. To fully change a record, users may have to modify information in multiple fields. </a:t>
            </a:r>
          </a:p>
          <a:p>
            <a:pPr algn="l"/>
            <a:endParaRPr lang="en-US" b="0" i="0">
              <a:solidFill>
                <a:srgbClr val="64696C"/>
              </a:solidFill>
              <a:effectLst/>
              <a:latin typeface="Lab Grotesque"/>
            </a:endParaRPr>
          </a:p>
          <a:p>
            <a:pPr algn="l"/>
            <a:r>
              <a:rPr lang="en-US" b="1" i="0">
                <a:solidFill>
                  <a:srgbClr val="000000"/>
                </a:solidFill>
                <a:effectLst/>
                <a:latin typeface="Lab Grotesque"/>
              </a:rPr>
              <a:t>Delete</a:t>
            </a:r>
          </a:p>
          <a:p>
            <a:pPr algn="l"/>
            <a:r>
              <a:rPr lang="en-US" b="0" i="0">
                <a:solidFill>
                  <a:srgbClr val="64696C"/>
                </a:solidFill>
                <a:effectLst/>
                <a:latin typeface="Lab Grotesque"/>
              </a:rPr>
              <a:t>The delete function allows users to remove records from a database that is no longer needed. </a:t>
            </a:r>
          </a:p>
          <a:p>
            <a:pPr algn="l"/>
            <a:endParaRPr lang="en-US" b="0" i="0">
              <a:solidFill>
                <a:srgbClr val="64696C"/>
              </a:solidFill>
              <a:effectLst/>
              <a:latin typeface="Lab Grotesque"/>
            </a:endParaRPr>
          </a:p>
          <a:p>
            <a:pPr algn="l"/>
            <a:endParaRPr lang="en-US" b="0" i="0">
              <a:solidFill>
                <a:srgbClr val="64696C"/>
              </a:solidFill>
              <a:effectLst/>
              <a:latin typeface="Lab Grotesque"/>
            </a:endParaRPr>
          </a:p>
          <a:p>
            <a:pPr algn="l"/>
            <a:endParaRPr lang="en-US" b="0" i="0">
              <a:solidFill>
                <a:srgbClr val="64696C"/>
              </a:solidFill>
              <a:effectLst/>
              <a:latin typeface="Lab Grotesque"/>
            </a:endParaRPr>
          </a:p>
          <a:p>
            <a:endParaRPr lang="en-US" b="0" i="0">
              <a:solidFill>
                <a:srgbClr val="64696C"/>
              </a:solidFill>
              <a:effectLst/>
              <a:latin typeface="Lab Grotesque"/>
            </a:endParaRPr>
          </a:p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4E6626-DD92-5440-975E-5D33BC737A1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76699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 i="0">
                <a:solidFill>
                  <a:srgbClr val="000000"/>
                </a:solidFill>
                <a:effectLst/>
                <a:latin typeface="Lab Grotesque"/>
              </a:rPr>
              <a:t>Create</a:t>
            </a:r>
          </a:p>
          <a:p>
            <a:pPr algn="l"/>
            <a:r>
              <a:rPr lang="en-US" b="0" i="0">
                <a:solidFill>
                  <a:srgbClr val="64696C"/>
                </a:solidFill>
                <a:effectLst/>
                <a:latin typeface="Lab Grotesque"/>
              </a:rPr>
              <a:t>The create function allows users to create a new record in the database</a:t>
            </a:r>
          </a:p>
          <a:p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4E6626-DD92-5440-975E-5D33BC737A1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87767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 i="0">
                <a:solidFill>
                  <a:srgbClr val="000000"/>
                </a:solidFill>
                <a:effectLst/>
                <a:latin typeface="Lab Grotesque"/>
              </a:rPr>
              <a:t>Read</a:t>
            </a:r>
          </a:p>
          <a:p>
            <a:pPr algn="l"/>
            <a:r>
              <a:rPr lang="en-US" b="0" i="0">
                <a:solidFill>
                  <a:srgbClr val="64696C"/>
                </a:solidFill>
                <a:effectLst/>
                <a:latin typeface="Lab Grotesque"/>
              </a:rPr>
              <a:t>The read function is similar to a search function. It allows users to search and retrieve specific records in the table and read their values. </a:t>
            </a:r>
          </a:p>
          <a:p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4E6626-DD92-5440-975E-5D33BC737A1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39069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 i="0">
                <a:solidFill>
                  <a:srgbClr val="000000"/>
                </a:solidFill>
                <a:effectLst/>
                <a:latin typeface="Lab Grotesque"/>
              </a:rPr>
              <a:t>Update</a:t>
            </a:r>
          </a:p>
          <a:p>
            <a:pPr algn="l"/>
            <a:r>
              <a:rPr lang="en-US" b="0" i="0">
                <a:solidFill>
                  <a:srgbClr val="64696C"/>
                </a:solidFill>
                <a:effectLst/>
                <a:latin typeface="Lab Grotesque"/>
              </a:rPr>
              <a:t>The update function is used to modify existing records that exist in the database. To fully change a record, users may have to modify information in multiple fields. </a:t>
            </a:r>
          </a:p>
          <a:p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4E6626-DD92-5440-975E-5D33BC737A1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74471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 i="0">
                <a:solidFill>
                  <a:srgbClr val="000000"/>
                </a:solidFill>
                <a:effectLst/>
                <a:latin typeface="Lab Grotesque"/>
              </a:rPr>
              <a:t>Delete</a:t>
            </a:r>
          </a:p>
          <a:p>
            <a:pPr algn="l"/>
            <a:r>
              <a:rPr lang="en-US" b="0" i="0">
                <a:solidFill>
                  <a:srgbClr val="64696C"/>
                </a:solidFill>
                <a:effectLst/>
                <a:latin typeface="Lab Grotesque"/>
              </a:rPr>
              <a:t>The delete function allows users to remove records from a database that is no longer needed. </a:t>
            </a:r>
          </a:p>
          <a:p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4E6626-DD92-5440-975E-5D33BC737A1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39648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>
                <a:ea typeface="ＭＳ Ｐゴシック"/>
                <a:cs typeface="Calibri"/>
              </a:rPr>
              <a:t>    public class AociProgramRepository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/>
              <a:t>        private readonly AOCIProgramsDataManager _dataManager = new AOCIProgramsDataManager();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>
                <a:ea typeface="ＭＳ Ｐゴシック"/>
                <a:cs typeface="Calibri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/>
              <a:t>        public void CreateProgram(string programId)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/>
              <a:t>            IAOCIPrograms newProgram = _dataManager.New();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/>
              <a:t>            newProgram.AOCIProgramID = programId;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/>
              <a:t>            _dataManager.WithTransaction(() =&gt; _dataManager.Insert(newProgram));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/>
              <a:t>       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>
                <a:ea typeface="ＭＳ Ｐゴシック"/>
                <a:cs typeface="Calibri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/>
              <a:t>        public IAOCIPrograms GetAociProgramById(string programId)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/>
              <a:t>            var query = new AOCIProgramsQuery();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/>
              <a:t>            query.AOCIProgramID.AndEquals(programId);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/>
              <a:t>            return _dataManager.Select(query).FirstOrDefault();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/>
              <a:t>       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>
                <a:ea typeface="ＭＳ Ｐゴシック"/>
                <a:cs typeface="Calibri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/>
              <a:t>        public void UpdateProgramNameById(string programId, string newProgramName)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/>
              <a:t>            var program = GetAociProgramById(programId);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/>
              <a:t>            program.AOCIProgramName = newProgramName;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/>
              <a:t>            _dataManager.Update(program);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/>
              <a:t>       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>
                <a:ea typeface="ＭＳ Ｐゴシック"/>
                <a:cs typeface="Calibri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/>
              <a:t>        public void DeleteProgramById(string programId)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/>
              <a:t>            var query = new AOCIProgramsQuery();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/>
              <a:t>            query.AOCIProgramID.AndEquals(programId);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/>
              <a:t>            _dataManager.Delete(query);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/>
              <a:t>        }</a:t>
            </a:r>
          </a:p>
          <a:p>
            <a:r>
              <a:rPr lang="en-US"/>
              <a:t>    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E6626-DD92-5440-975E-5D33BC737A1F}" type="slidenum">
              <a:rPr lang="en-US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3305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4E6626-DD92-5440-975E-5D33BC737A1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76146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585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a-DK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4E6626-DD92-5440-975E-5D33BC737A1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14027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606" y="0"/>
            <a:ext cx="12193605" cy="6858000"/>
          </a:xfrm>
          <a:prstGeom prst="rect">
            <a:avLst/>
          </a:prstGeom>
        </p:spPr>
      </p:pic>
      <p:sp>
        <p:nvSpPr>
          <p:cNvPr id="15" name="Rektangel 14"/>
          <p:cNvSpPr/>
          <p:nvPr userDrawn="1"/>
        </p:nvSpPr>
        <p:spPr>
          <a:xfrm>
            <a:off x="0" y="0"/>
            <a:ext cx="12192000" cy="4610100"/>
          </a:xfrm>
          <a:prstGeom prst="rect">
            <a:avLst/>
          </a:prstGeom>
          <a:gradFill flip="none" rotWithShape="1">
            <a:gsLst>
              <a:gs pos="8000">
                <a:srgbClr val="010B19">
                  <a:alpha val="80000"/>
                </a:srgbClr>
              </a:gs>
              <a:gs pos="47000">
                <a:srgbClr val="5D757F">
                  <a:alpha val="40000"/>
                </a:srgbClr>
              </a:gs>
              <a:gs pos="73000">
                <a:srgbClr val="A5C8CF">
                  <a:alpha val="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err="1">
              <a:solidFill>
                <a:schemeClr val="tx1"/>
              </a:solidFill>
            </a:endParaRP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666750" y="6354361"/>
            <a:ext cx="2590801" cy="364067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l">
              <a:defRPr lang="da-DK" sz="1067" b="1" kern="1200" dirty="0">
                <a:solidFill>
                  <a:schemeClr val="bg1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</a:lstStyle>
          <a:p>
            <a:endParaRPr lang="da-DK"/>
          </a:p>
        </p:txBody>
      </p:sp>
      <p:sp>
        <p:nvSpPr>
          <p:cNvPr id="6" name="Pladsholder til tekst 5"/>
          <p:cNvSpPr>
            <a:spLocks noGrp="1"/>
          </p:cNvSpPr>
          <p:nvPr>
            <p:ph type="body" sz="quarter" idx="14" hasCustomPrompt="1"/>
          </p:nvPr>
        </p:nvSpPr>
        <p:spPr>
          <a:xfrm>
            <a:off x="650889" y="947355"/>
            <a:ext cx="10860646" cy="1254669"/>
          </a:xfrm>
        </p:spPr>
        <p:txBody>
          <a:bodyPr anchor="b"/>
          <a:lstStyle>
            <a:lvl1pPr marL="0" indent="0">
              <a:lnSpc>
                <a:spcPts val="4800"/>
              </a:lnSpc>
              <a:spcAft>
                <a:spcPts val="0"/>
              </a:spcAft>
              <a:buNone/>
              <a:defRPr sz="48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Insert</a:t>
            </a:r>
            <a:br>
              <a:rPr lang="en-US"/>
            </a:br>
            <a:r>
              <a:rPr lang="en-US"/>
              <a:t>Header</a:t>
            </a:r>
          </a:p>
        </p:txBody>
      </p:sp>
      <p:grpSp>
        <p:nvGrpSpPr>
          <p:cNvPr id="5" name="Gruppe 4"/>
          <p:cNvGrpSpPr/>
          <p:nvPr userDrawn="1"/>
        </p:nvGrpSpPr>
        <p:grpSpPr>
          <a:xfrm>
            <a:off x="8683837" y="5431288"/>
            <a:ext cx="3508163" cy="1426712"/>
            <a:chOff x="8683837" y="5431288"/>
            <a:chExt cx="3508163" cy="1426712"/>
          </a:xfrm>
        </p:grpSpPr>
        <p:sp>
          <p:nvSpPr>
            <p:cNvPr id="23" name="Freeform 6"/>
            <p:cNvSpPr>
              <a:spLocks/>
            </p:cNvSpPr>
            <p:nvPr userDrawn="1"/>
          </p:nvSpPr>
          <p:spPr bwMode="auto">
            <a:xfrm>
              <a:off x="8683837" y="5431288"/>
              <a:ext cx="3508163" cy="1426712"/>
            </a:xfrm>
            <a:custGeom>
              <a:avLst/>
              <a:gdLst>
                <a:gd name="T0" fmla="*/ 0 w 1945"/>
                <a:gd name="T1" fmla="*/ 791 h 791"/>
                <a:gd name="T2" fmla="*/ 1945 w 1945"/>
                <a:gd name="T3" fmla="*/ 791 h 791"/>
                <a:gd name="T4" fmla="*/ 1945 w 1945"/>
                <a:gd name="T5" fmla="*/ 332 h 791"/>
                <a:gd name="T6" fmla="*/ 1370 w 1945"/>
                <a:gd name="T7" fmla="*/ 0 h 791"/>
                <a:gd name="T8" fmla="*/ 0 w 1945"/>
                <a:gd name="T9" fmla="*/ 791 h 7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45" h="791">
                  <a:moveTo>
                    <a:pt x="0" y="791"/>
                  </a:moveTo>
                  <a:lnTo>
                    <a:pt x="1945" y="791"/>
                  </a:lnTo>
                  <a:lnTo>
                    <a:pt x="1945" y="332"/>
                  </a:lnTo>
                  <a:lnTo>
                    <a:pt x="1370" y="0"/>
                  </a:lnTo>
                  <a:lnTo>
                    <a:pt x="0" y="79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7"/>
            <p:cNvSpPr>
              <a:spLocks noEditPoints="1"/>
            </p:cNvSpPr>
            <p:nvPr userDrawn="1"/>
          </p:nvSpPr>
          <p:spPr bwMode="auto">
            <a:xfrm>
              <a:off x="10368784" y="6387857"/>
              <a:ext cx="1142750" cy="246689"/>
            </a:xfrm>
            <a:custGeom>
              <a:avLst/>
              <a:gdLst>
                <a:gd name="T0" fmla="*/ 116 w 431"/>
                <a:gd name="T1" fmla="*/ 33 h 93"/>
                <a:gd name="T2" fmla="*/ 103 w 431"/>
                <a:gd name="T3" fmla="*/ 24 h 93"/>
                <a:gd name="T4" fmla="*/ 116 w 431"/>
                <a:gd name="T5" fmla="*/ 75 h 93"/>
                <a:gd name="T6" fmla="*/ 128 w 431"/>
                <a:gd name="T7" fmla="*/ 32 h 93"/>
                <a:gd name="T8" fmla="*/ 139 w 431"/>
                <a:gd name="T9" fmla="*/ 75 h 93"/>
                <a:gd name="T10" fmla="*/ 152 w 431"/>
                <a:gd name="T11" fmla="*/ 48 h 93"/>
                <a:gd name="T12" fmla="*/ 174 w 431"/>
                <a:gd name="T13" fmla="*/ 45 h 93"/>
                <a:gd name="T14" fmla="*/ 188 w 431"/>
                <a:gd name="T15" fmla="*/ 75 h 93"/>
                <a:gd name="T16" fmla="*/ 169 w 431"/>
                <a:gd name="T17" fmla="*/ 23 h 93"/>
                <a:gd name="T18" fmla="*/ 133 w 431"/>
                <a:gd name="T19" fmla="*/ 23 h 93"/>
                <a:gd name="T20" fmla="*/ 238 w 431"/>
                <a:gd name="T21" fmla="*/ 0 h 93"/>
                <a:gd name="T22" fmla="*/ 238 w 431"/>
                <a:gd name="T23" fmla="*/ 76 h 93"/>
                <a:gd name="T24" fmla="*/ 260 w 431"/>
                <a:gd name="T25" fmla="*/ 61 h 93"/>
                <a:gd name="T26" fmla="*/ 213 w 431"/>
                <a:gd name="T27" fmla="*/ 37 h 93"/>
                <a:gd name="T28" fmla="*/ 259 w 431"/>
                <a:gd name="T29" fmla="*/ 14 h 93"/>
                <a:gd name="T30" fmla="*/ 54 w 431"/>
                <a:gd name="T31" fmla="*/ 3 h 93"/>
                <a:gd name="T32" fmla="*/ 0 w 431"/>
                <a:gd name="T33" fmla="*/ 21 h 93"/>
                <a:gd name="T34" fmla="*/ 36 w 431"/>
                <a:gd name="T35" fmla="*/ 45 h 93"/>
                <a:gd name="T36" fmla="*/ 27 w 431"/>
                <a:gd name="T37" fmla="*/ 66 h 93"/>
                <a:gd name="T38" fmla="*/ 1 w 431"/>
                <a:gd name="T39" fmla="*/ 72 h 93"/>
                <a:gd name="T40" fmla="*/ 60 w 431"/>
                <a:gd name="T41" fmla="*/ 54 h 93"/>
                <a:gd name="T42" fmla="*/ 26 w 431"/>
                <a:gd name="T43" fmla="*/ 30 h 93"/>
                <a:gd name="T44" fmla="*/ 33 w 431"/>
                <a:gd name="T45" fmla="*/ 9 h 93"/>
                <a:gd name="T46" fmla="*/ 54 w 431"/>
                <a:gd name="T47" fmla="*/ 3 h 93"/>
                <a:gd name="T48" fmla="*/ 390 w 431"/>
                <a:gd name="T49" fmla="*/ 49 h 93"/>
                <a:gd name="T50" fmla="*/ 417 w 431"/>
                <a:gd name="T51" fmla="*/ 49 h 93"/>
                <a:gd name="T52" fmla="*/ 376 w 431"/>
                <a:gd name="T53" fmla="*/ 93 h 93"/>
                <a:gd name="T54" fmla="*/ 389 w 431"/>
                <a:gd name="T55" fmla="*/ 67 h 93"/>
                <a:gd name="T56" fmla="*/ 431 w 431"/>
                <a:gd name="T57" fmla="*/ 49 h 93"/>
                <a:gd name="T58" fmla="*/ 389 w 431"/>
                <a:gd name="T59" fmla="*/ 33 h 93"/>
                <a:gd name="T60" fmla="*/ 376 w 431"/>
                <a:gd name="T61" fmla="*/ 24 h 93"/>
                <a:gd name="T62" fmla="*/ 334 w 431"/>
                <a:gd name="T63" fmla="*/ 75 h 93"/>
                <a:gd name="T64" fmla="*/ 347 w 431"/>
                <a:gd name="T65" fmla="*/ 47 h 93"/>
                <a:gd name="T66" fmla="*/ 368 w 431"/>
                <a:gd name="T67" fmla="*/ 24 h 93"/>
                <a:gd name="T68" fmla="*/ 347 w 431"/>
                <a:gd name="T69" fmla="*/ 24 h 93"/>
                <a:gd name="T70" fmla="*/ 334 w 431"/>
                <a:gd name="T71" fmla="*/ 75 h 93"/>
                <a:gd name="T72" fmla="*/ 282 w 431"/>
                <a:gd name="T73" fmla="*/ 49 h 93"/>
                <a:gd name="T74" fmla="*/ 309 w 431"/>
                <a:gd name="T75" fmla="*/ 49 h 93"/>
                <a:gd name="T76" fmla="*/ 268 w 431"/>
                <a:gd name="T77" fmla="*/ 50 h 93"/>
                <a:gd name="T78" fmla="*/ 323 w 431"/>
                <a:gd name="T79" fmla="*/ 49 h 93"/>
                <a:gd name="T80" fmla="*/ 268 w 431"/>
                <a:gd name="T81" fmla="*/ 50 h 93"/>
                <a:gd name="T82" fmla="*/ 86 w 431"/>
                <a:gd name="T83" fmla="*/ 75 h 93"/>
                <a:gd name="T84" fmla="*/ 73 w 431"/>
                <a:gd name="T85" fmla="*/ 24 h 93"/>
                <a:gd name="T86" fmla="*/ 73 w 431"/>
                <a:gd name="T87" fmla="*/ 14 h 93"/>
                <a:gd name="T88" fmla="*/ 86 w 431"/>
                <a:gd name="T89" fmla="*/ 1 h 93"/>
                <a:gd name="T90" fmla="*/ 73 w 431"/>
                <a:gd name="T91" fmla="*/ 1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31" h="93">
                  <a:moveTo>
                    <a:pt x="133" y="23"/>
                  </a:moveTo>
                  <a:cubicBezTo>
                    <a:pt x="117" y="23"/>
                    <a:pt x="116" y="33"/>
                    <a:pt x="116" y="33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75"/>
                    <a:pt x="103" y="75"/>
                    <a:pt x="103" y="75"/>
                  </a:cubicBezTo>
                  <a:cubicBezTo>
                    <a:pt x="116" y="75"/>
                    <a:pt x="116" y="75"/>
                    <a:pt x="116" y="75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35"/>
                    <a:pt x="121" y="32"/>
                    <a:pt x="128" y="32"/>
                  </a:cubicBezTo>
                  <a:cubicBezTo>
                    <a:pt x="136" y="32"/>
                    <a:pt x="139" y="34"/>
                    <a:pt x="139" y="45"/>
                  </a:cubicBezTo>
                  <a:cubicBezTo>
                    <a:pt x="139" y="75"/>
                    <a:pt x="139" y="75"/>
                    <a:pt x="139" y="75"/>
                  </a:cubicBezTo>
                  <a:cubicBezTo>
                    <a:pt x="152" y="75"/>
                    <a:pt x="152" y="75"/>
                    <a:pt x="152" y="75"/>
                  </a:cubicBezTo>
                  <a:cubicBezTo>
                    <a:pt x="152" y="48"/>
                    <a:pt x="152" y="48"/>
                    <a:pt x="152" y="48"/>
                  </a:cubicBezTo>
                  <a:cubicBezTo>
                    <a:pt x="152" y="35"/>
                    <a:pt x="156" y="32"/>
                    <a:pt x="164" y="32"/>
                  </a:cubicBezTo>
                  <a:cubicBezTo>
                    <a:pt x="172" y="32"/>
                    <a:pt x="174" y="34"/>
                    <a:pt x="174" y="45"/>
                  </a:cubicBezTo>
                  <a:cubicBezTo>
                    <a:pt x="174" y="75"/>
                    <a:pt x="174" y="75"/>
                    <a:pt x="174" y="75"/>
                  </a:cubicBezTo>
                  <a:cubicBezTo>
                    <a:pt x="188" y="75"/>
                    <a:pt x="188" y="75"/>
                    <a:pt x="188" y="75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8" y="28"/>
                    <a:pt x="182" y="23"/>
                    <a:pt x="169" y="23"/>
                  </a:cubicBezTo>
                  <a:cubicBezTo>
                    <a:pt x="153" y="23"/>
                    <a:pt x="151" y="33"/>
                    <a:pt x="151" y="33"/>
                  </a:cubicBezTo>
                  <a:cubicBezTo>
                    <a:pt x="148" y="26"/>
                    <a:pt x="143" y="23"/>
                    <a:pt x="133" y="23"/>
                  </a:cubicBezTo>
                  <a:moveTo>
                    <a:pt x="259" y="4"/>
                  </a:moveTo>
                  <a:cubicBezTo>
                    <a:pt x="259" y="4"/>
                    <a:pt x="251" y="0"/>
                    <a:pt x="238" y="0"/>
                  </a:cubicBezTo>
                  <a:cubicBezTo>
                    <a:pt x="214" y="0"/>
                    <a:pt x="199" y="11"/>
                    <a:pt x="199" y="38"/>
                  </a:cubicBezTo>
                  <a:cubicBezTo>
                    <a:pt x="199" y="65"/>
                    <a:pt x="211" y="76"/>
                    <a:pt x="238" y="76"/>
                  </a:cubicBezTo>
                  <a:cubicBezTo>
                    <a:pt x="253" y="76"/>
                    <a:pt x="260" y="72"/>
                    <a:pt x="260" y="72"/>
                  </a:cubicBezTo>
                  <a:cubicBezTo>
                    <a:pt x="260" y="61"/>
                    <a:pt x="260" y="61"/>
                    <a:pt x="260" y="61"/>
                  </a:cubicBezTo>
                  <a:cubicBezTo>
                    <a:pt x="260" y="61"/>
                    <a:pt x="253" y="66"/>
                    <a:pt x="240" y="66"/>
                  </a:cubicBezTo>
                  <a:cubicBezTo>
                    <a:pt x="223" y="66"/>
                    <a:pt x="213" y="60"/>
                    <a:pt x="213" y="37"/>
                  </a:cubicBezTo>
                  <a:cubicBezTo>
                    <a:pt x="213" y="17"/>
                    <a:pt x="220" y="10"/>
                    <a:pt x="239" y="10"/>
                  </a:cubicBezTo>
                  <a:cubicBezTo>
                    <a:pt x="250" y="10"/>
                    <a:pt x="259" y="14"/>
                    <a:pt x="259" y="14"/>
                  </a:cubicBezTo>
                  <a:lnTo>
                    <a:pt x="259" y="4"/>
                  </a:lnTo>
                  <a:close/>
                  <a:moveTo>
                    <a:pt x="54" y="3"/>
                  </a:moveTo>
                  <a:cubicBezTo>
                    <a:pt x="54" y="3"/>
                    <a:pt x="45" y="0"/>
                    <a:pt x="34" y="0"/>
                  </a:cubicBezTo>
                  <a:cubicBezTo>
                    <a:pt x="15" y="0"/>
                    <a:pt x="0" y="5"/>
                    <a:pt x="0" y="21"/>
                  </a:cubicBezTo>
                  <a:cubicBezTo>
                    <a:pt x="0" y="34"/>
                    <a:pt x="8" y="38"/>
                    <a:pt x="21" y="41"/>
                  </a:cubicBezTo>
                  <a:cubicBezTo>
                    <a:pt x="36" y="45"/>
                    <a:pt x="36" y="45"/>
                    <a:pt x="36" y="45"/>
                  </a:cubicBezTo>
                  <a:cubicBezTo>
                    <a:pt x="43" y="46"/>
                    <a:pt x="46" y="48"/>
                    <a:pt x="46" y="55"/>
                  </a:cubicBezTo>
                  <a:cubicBezTo>
                    <a:pt x="46" y="66"/>
                    <a:pt x="38" y="66"/>
                    <a:pt x="27" y="66"/>
                  </a:cubicBezTo>
                  <a:cubicBezTo>
                    <a:pt x="13" y="66"/>
                    <a:pt x="1" y="62"/>
                    <a:pt x="1" y="62"/>
                  </a:cubicBezTo>
                  <a:cubicBezTo>
                    <a:pt x="1" y="72"/>
                    <a:pt x="1" y="72"/>
                    <a:pt x="1" y="72"/>
                  </a:cubicBezTo>
                  <a:cubicBezTo>
                    <a:pt x="1" y="72"/>
                    <a:pt x="12" y="76"/>
                    <a:pt x="25" y="76"/>
                  </a:cubicBezTo>
                  <a:cubicBezTo>
                    <a:pt x="44" y="76"/>
                    <a:pt x="60" y="72"/>
                    <a:pt x="60" y="54"/>
                  </a:cubicBezTo>
                  <a:cubicBezTo>
                    <a:pt x="60" y="41"/>
                    <a:pt x="53" y="36"/>
                    <a:pt x="40" y="33"/>
                  </a:cubicBezTo>
                  <a:cubicBezTo>
                    <a:pt x="26" y="30"/>
                    <a:pt x="26" y="30"/>
                    <a:pt x="26" y="30"/>
                  </a:cubicBezTo>
                  <a:cubicBezTo>
                    <a:pt x="18" y="28"/>
                    <a:pt x="14" y="26"/>
                    <a:pt x="14" y="19"/>
                  </a:cubicBezTo>
                  <a:cubicBezTo>
                    <a:pt x="14" y="10"/>
                    <a:pt x="23" y="9"/>
                    <a:pt x="33" y="9"/>
                  </a:cubicBezTo>
                  <a:cubicBezTo>
                    <a:pt x="46" y="9"/>
                    <a:pt x="54" y="13"/>
                    <a:pt x="54" y="13"/>
                  </a:cubicBezTo>
                  <a:lnTo>
                    <a:pt x="54" y="3"/>
                  </a:lnTo>
                  <a:close/>
                  <a:moveTo>
                    <a:pt x="403" y="68"/>
                  </a:moveTo>
                  <a:cubicBezTo>
                    <a:pt x="392" y="68"/>
                    <a:pt x="390" y="61"/>
                    <a:pt x="390" y="49"/>
                  </a:cubicBezTo>
                  <a:cubicBezTo>
                    <a:pt x="390" y="38"/>
                    <a:pt x="392" y="31"/>
                    <a:pt x="403" y="31"/>
                  </a:cubicBezTo>
                  <a:cubicBezTo>
                    <a:pt x="414" y="31"/>
                    <a:pt x="417" y="38"/>
                    <a:pt x="417" y="49"/>
                  </a:cubicBezTo>
                  <a:cubicBezTo>
                    <a:pt x="417" y="62"/>
                    <a:pt x="414" y="68"/>
                    <a:pt x="403" y="68"/>
                  </a:cubicBezTo>
                  <a:moveTo>
                    <a:pt x="376" y="93"/>
                  </a:moveTo>
                  <a:cubicBezTo>
                    <a:pt x="389" y="93"/>
                    <a:pt x="389" y="93"/>
                    <a:pt x="389" y="93"/>
                  </a:cubicBezTo>
                  <a:cubicBezTo>
                    <a:pt x="389" y="67"/>
                    <a:pt x="389" y="67"/>
                    <a:pt x="389" y="67"/>
                  </a:cubicBezTo>
                  <a:cubicBezTo>
                    <a:pt x="389" y="67"/>
                    <a:pt x="391" y="76"/>
                    <a:pt x="406" y="76"/>
                  </a:cubicBezTo>
                  <a:cubicBezTo>
                    <a:pt x="423" y="76"/>
                    <a:pt x="431" y="68"/>
                    <a:pt x="431" y="49"/>
                  </a:cubicBezTo>
                  <a:cubicBezTo>
                    <a:pt x="431" y="31"/>
                    <a:pt x="424" y="23"/>
                    <a:pt x="408" y="23"/>
                  </a:cubicBezTo>
                  <a:cubicBezTo>
                    <a:pt x="391" y="23"/>
                    <a:pt x="389" y="33"/>
                    <a:pt x="389" y="33"/>
                  </a:cubicBezTo>
                  <a:cubicBezTo>
                    <a:pt x="389" y="24"/>
                    <a:pt x="389" y="24"/>
                    <a:pt x="389" y="24"/>
                  </a:cubicBezTo>
                  <a:cubicBezTo>
                    <a:pt x="376" y="24"/>
                    <a:pt x="376" y="24"/>
                    <a:pt x="376" y="24"/>
                  </a:cubicBezTo>
                  <a:lnTo>
                    <a:pt x="376" y="93"/>
                  </a:lnTo>
                  <a:close/>
                  <a:moveTo>
                    <a:pt x="334" y="75"/>
                  </a:moveTo>
                  <a:cubicBezTo>
                    <a:pt x="347" y="75"/>
                    <a:pt x="347" y="75"/>
                    <a:pt x="347" y="75"/>
                  </a:cubicBezTo>
                  <a:cubicBezTo>
                    <a:pt x="347" y="47"/>
                    <a:pt x="347" y="47"/>
                    <a:pt x="347" y="47"/>
                  </a:cubicBezTo>
                  <a:cubicBezTo>
                    <a:pt x="347" y="37"/>
                    <a:pt x="351" y="36"/>
                    <a:pt x="368" y="36"/>
                  </a:cubicBezTo>
                  <a:cubicBezTo>
                    <a:pt x="368" y="24"/>
                    <a:pt x="368" y="24"/>
                    <a:pt x="368" y="24"/>
                  </a:cubicBezTo>
                  <a:cubicBezTo>
                    <a:pt x="355" y="24"/>
                    <a:pt x="349" y="28"/>
                    <a:pt x="347" y="37"/>
                  </a:cubicBezTo>
                  <a:cubicBezTo>
                    <a:pt x="347" y="24"/>
                    <a:pt x="347" y="24"/>
                    <a:pt x="347" y="24"/>
                  </a:cubicBezTo>
                  <a:cubicBezTo>
                    <a:pt x="334" y="24"/>
                    <a:pt x="334" y="24"/>
                    <a:pt x="334" y="24"/>
                  </a:cubicBezTo>
                  <a:lnTo>
                    <a:pt x="334" y="75"/>
                  </a:lnTo>
                  <a:close/>
                  <a:moveTo>
                    <a:pt x="296" y="68"/>
                  </a:moveTo>
                  <a:cubicBezTo>
                    <a:pt x="284" y="68"/>
                    <a:pt x="282" y="63"/>
                    <a:pt x="282" y="49"/>
                  </a:cubicBezTo>
                  <a:cubicBezTo>
                    <a:pt x="282" y="36"/>
                    <a:pt x="284" y="30"/>
                    <a:pt x="295" y="30"/>
                  </a:cubicBezTo>
                  <a:cubicBezTo>
                    <a:pt x="307" y="30"/>
                    <a:pt x="309" y="36"/>
                    <a:pt x="309" y="49"/>
                  </a:cubicBezTo>
                  <a:cubicBezTo>
                    <a:pt x="309" y="62"/>
                    <a:pt x="307" y="68"/>
                    <a:pt x="296" y="68"/>
                  </a:cubicBezTo>
                  <a:moveTo>
                    <a:pt x="268" y="50"/>
                  </a:moveTo>
                  <a:cubicBezTo>
                    <a:pt x="268" y="70"/>
                    <a:pt x="278" y="76"/>
                    <a:pt x="295" y="76"/>
                  </a:cubicBezTo>
                  <a:cubicBezTo>
                    <a:pt x="312" y="76"/>
                    <a:pt x="323" y="70"/>
                    <a:pt x="323" y="49"/>
                  </a:cubicBezTo>
                  <a:cubicBezTo>
                    <a:pt x="323" y="29"/>
                    <a:pt x="312" y="23"/>
                    <a:pt x="295" y="23"/>
                  </a:cubicBezTo>
                  <a:cubicBezTo>
                    <a:pt x="278" y="23"/>
                    <a:pt x="268" y="29"/>
                    <a:pt x="268" y="50"/>
                  </a:cubicBezTo>
                  <a:moveTo>
                    <a:pt x="73" y="75"/>
                  </a:moveTo>
                  <a:cubicBezTo>
                    <a:pt x="86" y="75"/>
                    <a:pt x="86" y="75"/>
                    <a:pt x="86" y="75"/>
                  </a:cubicBezTo>
                  <a:cubicBezTo>
                    <a:pt x="86" y="24"/>
                    <a:pt x="86" y="24"/>
                    <a:pt x="86" y="24"/>
                  </a:cubicBezTo>
                  <a:cubicBezTo>
                    <a:pt x="73" y="24"/>
                    <a:pt x="73" y="24"/>
                    <a:pt x="73" y="24"/>
                  </a:cubicBezTo>
                  <a:lnTo>
                    <a:pt x="73" y="75"/>
                  </a:lnTo>
                  <a:close/>
                  <a:moveTo>
                    <a:pt x="73" y="14"/>
                  </a:moveTo>
                  <a:cubicBezTo>
                    <a:pt x="86" y="14"/>
                    <a:pt x="86" y="14"/>
                    <a:pt x="86" y="14"/>
                  </a:cubicBezTo>
                  <a:cubicBezTo>
                    <a:pt x="86" y="1"/>
                    <a:pt x="86" y="1"/>
                    <a:pt x="86" y="1"/>
                  </a:cubicBezTo>
                  <a:cubicBezTo>
                    <a:pt x="73" y="1"/>
                    <a:pt x="73" y="1"/>
                    <a:pt x="73" y="1"/>
                  </a:cubicBezTo>
                  <a:lnTo>
                    <a:pt x="73" y="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8"/>
            <p:cNvSpPr>
              <a:spLocks noEditPoints="1"/>
            </p:cNvSpPr>
            <p:nvPr userDrawn="1"/>
          </p:nvSpPr>
          <p:spPr bwMode="auto">
            <a:xfrm>
              <a:off x="10142048" y="6469482"/>
              <a:ext cx="59859" cy="61672"/>
            </a:xfrm>
            <a:custGeom>
              <a:avLst/>
              <a:gdLst>
                <a:gd name="T0" fmla="*/ 26 w 33"/>
                <a:gd name="T1" fmla="*/ 26 h 34"/>
                <a:gd name="T2" fmla="*/ 13 w 33"/>
                <a:gd name="T3" fmla="*/ 26 h 34"/>
                <a:gd name="T4" fmla="*/ 13 w 33"/>
                <a:gd name="T5" fmla="*/ 13 h 34"/>
                <a:gd name="T6" fmla="*/ 26 w 33"/>
                <a:gd name="T7" fmla="*/ 13 h 34"/>
                <a:gd name="T8" fmla="*/ 26 w 33"/>
                <a:gd name="T9" fmla="*/ 26 h 34"/>
                <a:gd name="T10" fmla="*/ 33 w 33"/>
                <a:gd name="T11" fmla="*/ 0 h 34"/>
                <a:gd name="T12" fmla="*/ 0 w 33"/>
                <a:gd name="T13" fmla="*/ 0 h 34"/>
                <a:gd name="T14" fmla="*/ 0 w 33"/>
                <a:gd name="T15" fmla="*/ 34 h 34"/>
                <a:gd name="T16" fmla="*/ 33 w 33"/>
                <a:gd name="T17" fmla="*/ 34 h 34"/>
                <a:gd name="T18" fmla="*/ 33 w 33"/>
                <a:gd name="T19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3" h="34">
                  <a:moveTo>
                    <a:pt x="26" y="26"/>
                  </a:moveTo>
                  <a:lnTo>
                    <a:pt x="13" y="26"/>
                  </a:lnTo>
                  <a:lnTo>
                    <a:pt x="13" y="13"/>
                  </a:lnTo>
                  <a:lnTo>
                    <a:pt x="26" y="13"/>
                  </a:lnTo>
                  <a:lnTo>
                    <a:pt x="26" y="26"/>
                  </a:lnTo>
                  <a:close/>
                  <a:moveTo>
                    <a:pt x="33" y="0"/>
                  </a:moveTo>
                  <a:lnTo>
                    <a:pt x="0" y="0"/>
                  </a:lnTo>
                  <a:lnTo>
                    <a:pt x="0" y="34"/>
                  </a:lnTo>
                  <a:lnTo>
                    <a:pt x="33" y="34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9"/>
            <p:cNvSpPr>
              <a:spLocks noEditPoints="1"/>
            </p:cNvSpPr>
            <p:nvPr userDrawn="1"/>
          </p:nvSpPr>
          <p:spPr bwMode="auto">
            <a:xfrm>
              <a:off x="10078561" y="6405996"/>
              <a:ext cx="163250" cy="165063"/>
            </a:xfrm>
            <a:custGeom>
              <a:avLst/>
              <a:gdLst>
                <a:gd name="T0" fmla="*/ 83 w 90"/>
                <a:gd name="T1" fmla="*/ 83 h 91"/>
                <a:gd name="T2" fmla="*/ 13 w 90"/>
                <a:gd name="T3" fmla="*/ 83 h 91"/>
                <a:gd name="T4" fmla="*/ 13 w 90"/>
                <a:gd name="T5" fmla="*/ 13 h 91"/>
                <a:gd name="T6" fmla="*/ 83 w 90"/>
                <a:gd name="T7" fmla="*/ 13 h 91"/>
                <a:gd name="T8" fmla="*/ 83 w 90"/>
                <a:gd name="T9" fmla="*/ 83 h 91"/>
                <a:gd name="T10" fmla="*/ 90 w 90"/>
                <a:gd name="T11" fmla="*/ 0 h 91"/>
                <a:gd name="T12" fmla="*/ 0 w 90"/>
                <a:gd name="T13" fmla="*/ 0 h 91"/>
                <a:gd name="T14" fmla="*/ 0 w 90"/>
                <a:gd name="T15" fmla="*/ 91 h 91"/>
                <a:gd name="T16" fmla="*/ 90 w 90"/>
                <a:gd name="T17" fmla="*/ 91 h 91"/>
                <a:gd name="T18" fmla="*/ 90 w 90"/>
                <a:gd name="T1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0" h="91">
                  <a:moveTo>
                    <a:pt x="83" y="83"/>
                  </a:moveTo>
                  <a:lnTo>
                    <a:pt x="13" y="83"/>
                  </a:lnTo>
                  <a:lnTo>
                    <a:pt x="13" y="13"/>
                  </a:lnTo>
                  <a:lnTo>
                    <a:pt x="83" y="13"/>
                  </a:lnTo>
                  <a:lnTo>
                    <a:pt x="83" y="83"/>
                  </a:lnTo>
                  <a:close/>
                  <a:moveTo>
                    <a:pt x="90" y="0"/>
                  </a:moveTo>
                  <a:lnTo>
                    <a:pt x="0" y="0"/>
                  </a:lnTo>
                  <a:lnTo>
                    <a:pt x="0" y="91"/>
                  </a:lnTo>
                  <a:lnTo>
                    <a:pt x="90" y="91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0"/>
            <p:cNvSpPr>
              <a:spLocks noEditPoints="1"/>
            </p:cNvSpPr>
            <p:nvPr userDrawn="1"/>
          </p:nvSpPr>
          <p:spPr bwMode="auto">
            <a:xfrm>
              <a:off x="10056795" y="6384230"/>
              <a:ext cx="206783" cy="204969"/>
            </a:xfrm>
            <a:custGeom>
              <a:avLst/>
              <a:gdLst>
                <a:gd name="T0" fmla="*/ 107 w 114"/>
                <a:gd name="T1" fmla="*/ 107 h 113"/>
                <a:gd name="T2" fmla="*/ 7 w 114"/>
                <a:gd name="T3" fmla="*/ 107 h 113"/>
                <a:gd name="T4" fmla="*/ 7 w 114"/>
                <a:gd name="T5" fmla="*/ 8 h 113"/>
                <a:gd name="T6" fmla="*/ 107 w 114"/>
                <a:gd name="T7" fmla="*/ 8 h 113"/>
                <a:gd name="T8" fmla="*/ 107 w 114"/>
                <a:gd name="T9" fmla="*/ 107 h 113"/>
                <a:gd name="T10" fmla="*/ 0 w 114"/>
                <a:gd name="T11" fmla="*/ 113 h 113"/>
                <a:gd name="T12" fmla="*/ 114 w 114"/>
                <a:gd name="T13" fmla="*/ 113 h 113"/>
                <a:gd name="T14" fmla="*/ 114 w 114"/>
                <a:gd name="T15" fmla="*/ 0 h 113"/>
                <a:gd name="T16" fmla="*/ 0 w 114"/>
                <a:gd name="T17" fmla="*/ 0 h 113"/>
                <a:gd name="T18" fmla="*/ 0 w 114"/>
                <a:gd name="T19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4" h="113">
                  <a:moveTo>
                    <a:pt x="107" y="107"/>
                  </a:moveTo>
                  <a:lnTo>
                    <a:pt x="7" y="107"/>
                  </a:lnTo>
                  <a:lnTo>
                    <a:pt x="7" y="8"/>
                  </a:lnTo>
                  <a:lnTo>
                    <a:pt x="107" y="8"/>
                  </a:lnTo>
                  <a:lnTo>
                    <a:pt x="107" y="107"/>
                  </a:lnTo>
                  <a:close/>
                  <a:moveTo>
                    <a:pt x="0" y="113"/>
                  </a:moveTo>
                  <a:lnTo>
                    <a:pt x="114" y="113"/>
                  </a:lnTo>
                  <a:lnTo>
                    <a:pt x="114" y="0"/>
                  </a:lnTo>
                  <a:lnTo>
                    <a:pt x="0" y="0"/>
                  </a:lnTo>
                  <a:lnTo>
                    <a:pt x="0" y="1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1"/>
            <p:cNvSpPr>
              <a:spLocks noEditPoints="1"/>
            </p:cNvSpPr>
            <p:nvPr userDrawn="1"/>
          </p:nvSpPr>
          <p:spPr bwMode="auto">
            <a:xfrm>
              <a:off x="10109398" y="6438646"/>
              <a:ext cx="112461" cy="110647"/>
            </a:xfrm>
            <a:custGeom>
              <a:avLst/>
              <a:gdLst>
                <a:gd name="T0" fmla="*/ 56 w 62"/>
                <a:gd name="T1" fmla="*/ 55 h 61"/>
                <a:gd name="T2" fmla="*/ 14 w 62"/>
                <a:gd name="T3" fmla="*/ 55 h 61"/>
                <a:gd name="T4" fmla="*/ 14 w 62"/>
                <a:gd name="T5" fmla="*/ 13 h 61"/>
                <a:gd name="T6" fmla="*/ 56 w 62"/>
                <a:gd name="T7" fmla="*/ 13 h 61"/>
                <a:gd name="T8" fmla="*/ 56 w 62"/>
                <a:gd name="T9" fmla="*/ 55 h 61"/>
                <a:gd name="T10" fmla="*/ 62 w 62"/>
                <a:gd name="T11" fmla="*/ 0 h 61"/>
                <a:gd name="T12" fmla="*/ 0 w 62"/>
                <a:gd name="T13" fmla="*/ 0 h 61"/>
                <a:gd name="T14" fmla="*/ 0 w 62"/>
                <a:gd name="T15" fmla="*/ 61 h 61"/>
                <a:gd name="T16" fmla="*/ 62 w 62"/>
                <a:gd name="T17" fmla="*/ 61 h 61"/>
                <a:gd name="T18" fmla="*/ 62 w 62"/>
                <a:gd name="T19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" h="61">
                  <a:moveTo>
                    <a:pt x="56" y="55"/>
                  </a:moveTo>
                  <a:lnTo>
                    <a:pt x="14" y="55"/>
                  </a:lnTo>
                  <a:lnTo>
                    <a:pt x="14" y="13"/>
                  </a:lnTo>
                  <a:lnTo>
                    <a:pt x="56" y="13"/>
                  </a:lnTo>
                  <a:lnTo>
                    <a:pt x="56" y="55"/>
                  </a:lnTo>
                  <a:close/>
                  <a:moveTo>
                    <a:pt x="62" y="0"/>
                  </a:moveTo>
                  <a:lnTo>
                    <a:pt x="0" y="0"/>
                  </a:lnTo>
                  <a:lnTo>
                    <a:pt x="0" y="61"/>
                  </a:lnTo>
                  <a:lnTo>
                    <a:pt x="62" y="61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1" name="Pladsholder til tekst 10"/>
          <p:cNvSpPr>
            <a:spLocks noGrp="1"/>
          </p:cNvSpPr>
          <p:nvPr>
            <p:ph type="body" sz="quarter" idx="15" hasCustomPrompt="1"/>
          </p:nvPr>
        </p:nvSpPr>
        <p:spPr>
          <a:xfrm>
            <a:off x="659073" y="2156701"/>
            <a:ext cx="10861415" cy="253022"/>
          </a:xfrm>
        </p:spPr>
        <p:txBody>
          <a:bodyPr/>
          <a:lstStyle>
            <a:lvl1pPr>
              <a:buNone/>
              <a:defRPr lang="en-US" sz="2100" b="0" kern="1200" cap="all" spc="107" baseline="0" dirty="0">
                <a:solidFill>
                  <a:schemeClr val="bg1"/>
                </a:solidFill>
                <a:latin typeface="Arial"/>
                <a:ea typeface="Calibri" panose="020F0502020204030204" pitchFamily="34" charset="0"/>
                <a:cs typeface="Arial"/>
              </a:defRPr>
            </a:lvl1pPr>
          </a:lstStyle>
          <a:p>
            <a:pPr lvl="0"/>
            <a:r>
              <a:rPr lang="da-DK"/>
              <a:t>subheader</a:t>
            </a:r>
            <a:endParaRPr lang="en-US"/>
          </a:p>
        </p:txBody>
      </p:sp>
      <p:sp>
        <p:nvSpPr>
          <p:cNvPr id="10" name="Pladsholder til tekst 9"/>
          <p:cNvSpPr>
            <a:spLocks noGrp="1"/>
          </p:cNvSpPr>
          <p:nvPr>
            <p:ph type="body" sz="quarter" idx="16" hasCustomPrompt="1"/>
          </p:nvPr>
        </p:nvSpPr>
        <p:spPr>
          <a:xfrm>
            <a:off x="671513" y="2413000"/>
            <a:ext cx="4422775" cy="660504"/>
          </a:xfrm>
          <a:noFill/>
          <a:ln>
            <a:noFill/>
          </a:ln>
        </p:spPr>
        <p:txBody>
          <a:bodyPr anchor="b"/>
          <a:lstStyle>
            <a:lvl1pPr marL="0" indent="0">
              <a:buNone/>
              <a:defRPr lang="da-DK" sz="1400" b="0" kern="1200" cap="all" baseline="0" dirty="0" smtClean="0">
                <a:solidFill>
                  <a:schemeClr val="accent2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a-DK" err="1"/>
              <a:t>Name</a:t>
            </a:r>
            <a:r>
              <a:rPr lang="da-DK"/>
              <a:t>, </a:t>
            </a:r>
            <a:r>
              <a:rPr lang="da-DK" err="1"/>
              <a:t>TiTLE</a:t>
            </a:r>
            <a:r>
              <a:rPr lang="da-DK"/>
              <a:t>, SIMCORP</a:t>
            </a:r>
          </a:p>
        </p:txBody>
      </p:sp>
      <p:sp>
        <p:nvSpPr>
          <p:cNvPr id="13" name="Pladsholder til tekst 12"/>
          <p:cNvSpPr>
            <a:spLocks noGrp="1"/>
          </p:cNvSpPr>
          <p:nvPr>
            <p:ph type="body" sz="quarter" idx="17" hasCustomPrompt="1"/>
          </p:nvPr>
        </p:nvSpPr>
        <p:spPr>
          <a:xfrm>
            <a:off x="671513" y="3156860"/>
            <a:ext cx="4422775" cy="215444"/>
          </a:xfrm>
        </p:spPr>
        <p:txBody>
          <a:bodyPr>
            <a:noAutofit/>
          </a:bodyPr>
          <a:lstStyle>
            <a:lvl1pPr marL="0" indent="0">
              <a:buNone/>
              <a:defRPr lang="da-DK" sz="1400" b="0" kern="1200" cap="all" baseline="0" dirty="0" smtClean="0">
                <a:solidFill>
                  <a:schemeClr val="bg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</a:lstStyle>
          <a:p>
            <a:pPr lvl="0"/>
            <a:r>
              <a:rPr lang="da-DK" err="1"/>
              <a:t>Additional</a:t>
            </a:r>
            <a:r>
              <a:rPr lang="da-DK"/>
              <a:t> info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Enter slide header</a:t>
            </a:r>
            <a:endParaRPr lang="da-DK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6BA917-7F09-4B8D-AF07-F52890C14046}" type="slidenum">
              <a:rPr lang="da-DK" smtClean="0"/>
              <a:pPr/>
              <a:t>‹#›</a:t>
            </a:fld>
            <a:endParaRPr lang="da-DK"/>
          </a:p>
        </p:txBody>
      </p:sp>
      <p:sp>
        <p:nvSpPr>
          <p:cNvPr id="9" name="Pladsholder til tekst 9"/>
          <p:cNvSpPr>
            <a:spLocks noGrp="1"/>
          </p:cNvSpPr>
          <p:nvPr>
            <p:ph type="body" sz="quarter" idx="17" hasCustomPrompt="1"/>
          </p:nvPr>
        </p:nvSpPr>
        <p:spPr>
          <a:xfrm>
            <a:off x="670985" y="1056000"/>
            <a:ext cx="10850033" cy="40238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2100" cap="all" baseline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a-DK"/>
              <a:t>SUBHEADER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8437"/>
            <a:ext cx="12191999" cy="6866437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AGENDA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lang="da-DK" sz="1000" kern="1200" smtClean="0">
                <a:solidFill>
                  <a:schemeClr val="accent6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</a:lstStyle>
          <a:p>
            <a:fld id="{E16BA917-7F09-4B8D-AF07-F52890C1404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Pladsholder til tekst 12"/>
          <p:cNvSpPr>
            <a:spLocks noGrp="1"/>
          </p:cNvSpPr>
          <p:nvPr>
            <p:ph type="body" sz="quarter" idx="14" hasCustomPrompt="1"/>
          </p:nvPr>
        </p:nvSpPr>
        <p:spPr>
          <a:xfrm>
            <a:off x="670985" y="1620839"/>
            <a:ext cx="10850033" cy="4566180"/>
          </a:xfrm>
        </p:spPr>
        <p:txBody>
          <a:bodyPr/>
          <a:lstStyle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Tab to insert bullet</a:t>
            </a:r>
          </a:p>
          <a:p>
            <a:pPr lvl="1"/>
            <a:r>
              <a:rPr lang="en-US"/>
              <a:t>Bullet with no header</a:t>
            </a:r>
          </a:p>
          <a:p>
            <a:pPr lvl="2"/>
            <a:r>
              <a:rPr lang="en-US"/>
              <a:t>Bullet after header</a:t>
            </a:r>
          </a:p>
          <a:p>
            <a:pPr lvl="3"/>
            <a:r>
              <a:rPr lang="en-US"/>
              <a:t>Text aligned with bullet</a:t>
            </a:r>
          </a:p>
          <a:p>
            <a:pPr lvl="4"/>
            <a:r>
              <a:rPr lang="en-US"/>
              <a:t>Sub-bullet</a:t>
            </a:r>
          </a:p>
        </p:txBody>
      </p:sp>
      <p:sp>
        <p:nvSpPr>
          <p:cNvPr id="11" name="Pladsholder til tekst 9"/>
          <p:cNvSpPr>
            <a:spLocks noGrp="1"/>
          </p:cNvSpPr>
          <p:nvPr>
            <p:ph type="body" sz="quarter" idx="17" hasCustomPrompt="1"/>
          </p:nvPr>
        </p:nvSpPr>
        <p:spPr>
          <a:xfrm>
            <a:off x="670985" y="1056000"/>
            <a:ext cx="10850033" cy="40238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2100" cap="all" baseline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a-DK"/>
              <a:t>SUBHEADER</a:t>
            </a:r>
          </a:p>
        </p:txBody>
      </p:sp>
      <p:grpSp>
        <p:nvGrpSpPr>
          <p:cNvPr id="23" name="Gruppe 22"/>
          <p:cNvGrpSpPr>
            <a:grpSpLocks noChangeAspect="1"/>
          </p:cNvGrpSpPr>
          <p:nvPr userDrawn="1"/>
        </p:nvGrpSpPr>
        <p:grpSpPr>
          <a:xfrm>
            <a:off x="10343104" y="6422579"/>
            <a:ext cx="1176854" cy="202504"/>
            <a:chOff x="10056795" y="6368350"/>
            <a:chExt cx="1454739" cy="250316"/>
          </a:xfrm>
          <a:solidFill>
            <a:schemeClr val="tx1"/>
          </a:solidFill>
        </p:grpSpPr>
        <p:sp>
          <p:nvSpPr>
            <p:cNvPr id="24" name="Freeform 7"/>
            <p:cNvSpPr>
              <a:spLocks noEditPoints="1"/>
            </p:cNvSpPr>
            <p:nvPr userDrawn="1"/>
          </p:nvSpPr>
          <p:spPr bwMode="auto">
            <a:xfrm>
              <a:off x="10368784" y="6371977"/>
              <a:ext cx="1142750" cy="246689"/>
            </a:xfrm>
            <a:custGeom>
              <a:avLst/>
              <a:gdLst>
                <a:gd name="T0" fmla="*/ 116 w 431"/>
                <a:gd name="T1" fmla="*/ 33 h 93"/>
                <a:gd name="T2" fmla="*/ 103 w 431"/>
                <a:gd name="T3" fmla="*/ 24 h 93"/>
                <a:gd name="T4" fmla="*/ 116 w 431"/>
                <a:gd name="T5" fmla="*/ 75 h 93"/>
                <a:gd name="T6" fmla="*/ 128 w 431"/>
                <a:gd name="T7" fmla="*/ 32 h 93"/>
                <a:gd name="T8" fmla="*/ 139 w 431"/>
                <a:gd name="T9" fmla="*/ 75 h 93"/>
                <a:gd name="T10" fmla="*/ 152 w 431"/>
                <a:gd name="T11" fmla="*/ 48 h 93"/>
                <a:gd name="T12" fmla="*/ 174 w 431"/>
                <a:gd name="T13" fmla="*/ 45 h 93"/>
                <a:gd name="T14" fmla="*/ 188 w 431"/>
                <a:gd name="T15" fmla="*/ 75 h 93"/>
                <a:gd name="T16" fmla="*/ 169 w 431"/>
                <a:gd name="T17" fmla="*/ 23 h 93"/>
                <a:gd name="T18" fmla="*/ 133 w 431"/>
                <a:gd name="T19" fmla="*/ 23 h 93"/>
                <a:gd name="T20" fmla="*/ 238 w 431"/>
                <a:gd name="T21" fmla="*/ 0 h 93"/>
                <a:gd name="T22" fmla="*/ 238 w 431"/>
                <a:gd name="T23" fmla="*/ 76 h 93"/>
                <a:gd name="T24" fmla="*/ 260 w 431"/>
                <a:gd name="T25" fmla="*/ 61 h 93"/>
                <a:gd name="T26" fmla="*/ 213 w 431"/>
                <a:gd name="T27" fmla="*/ 37 h 93"/>
                <a:gd name="T28" fmla="*/ 259 w 431"/>
                <a:gd name="T29" fmla="*/ 14 h 93"/>
                <a:gd name="T30" fmla="*/ 54 w 431"/>
                <a:gd name="T31" fmla="*/ 3 h 93"/>
                <a:gd name="T32" fmla="*/ 0 w 431"/>
                <a:gd name="T33" fmla="*/ 21 h 93"/>
                <a:gd name="T34" fmla="*/ 36 w 431"/>
                <a:gd name="T35" fmla="*/ 45 h 93"/>
                <a:gd name="T36" fmla="*/ 27 w 431"/>
                <a:gd name="T37" fmla="*/ 66 h 93"/>
                <a:gd name="T38" fmla="*/ 1 w 431"/>
                <a:gd name="T39" fmla="*/ 72 h 93"/>
                <a:gd name="T40" fmla="*/ 60 w 431"/>
                <a:gd name="T41" fmla="*/ 54 h 93"/>
                <a:gd name="T42" fmla="*/ 26 w 431"/>
                <a:gd name="T43" fmla="*/ 30 h 93"/>
                <a:gd name="T44" fmla="*/ 33 w 431"/>
                <a:gd name="T45" fmla="*/ 9 h 93"/>
                <a:gd name="T46" fmla="*/ 54 w 431"/>
                <a:gd name="T47" fmla="*/ 3 h 93"/>
                <a:gd name="T48" fmla="*/ 390 w 431"/>
                <a:gd name="T49" fmla="*/ 49 h 93"/>
                <a:gd name="T50" fmla="*/ 417 w 431"/>
                <a:gd name="T51" fmla="*/ 49 h 93"/>
                <a:gd name="T52" fmla="*/ 376 w 431"/>
                <a:gd name="T53" fmla="*/ 93 h 93"/>
                <a:gd name="T54" fmla="*/ 389 w 431"/>
                <a:gd name="T55" fmla="*/ 67 h 93"/>
                <a:gd name="T56" fmla="*/ 431 w 431"/>
                <a:gd name="T57" fmla="*/ 49 h 93"/>
                <a:gd name="T58" fmla="*/ 389 w 431"/>
                <a:gd name="T59" fmla="*/ 33 h 93"/>
                <a:gd name="T60" fmla="*/ 376 w 431"/>
                <a:gd name="T61" fmla="*/ 24 h 93"/>
                <a:gd name="T62" fmla="*/ 334 w 431"/>
                <a:gd name="T63" fmla="*/ 75 h 93"/>
                <a:gd name="T64" fmla="*/ 347 w 431"/>
                <a:gd name="T65" fmla="*/ 47 h 93"/>
                <a:gd name="T66" fmla="*/ 368 w 431"/>
                <a:gd name="T67" fmla="*/ 24 h 93"/>
                <a:gd name="T68" fmla="*/ 347 w 431"/>
                <a:gd name="T69" fmla="*/ 24 h 93"/>
                <a:gd name="T70" fmla="*/ 334 w 431"/>
                <a:gd name="T71" fmla="*/ 75 h 93"/>
                <a:gd name="T72" fmla="*/ 282 w 431"/>
                <a:gd name="T73" fmla="*/ 49 h 93"/>
                <a:gd name="T74" fmla="*/ 309 w 431"/>
                <a:gd name="T75" fmla="*/ 49 h 93"/>
                <a:gd name="T76" fmla="*/ 268 w 431"/>
                <a:gd name="T77" fmla="*/ 50 h 93"/>
                <a:gd name="T78" fmla="*/ 323 w 431"/>
                <a:gd name="T79" fmla="*/ 49 h 93"/>
                <a:gd name="T80" fmla="*/ 268 w 431"/>
                <a:gd name="T81" fmla="*/ 50 h 93"/>
                <a:gd name="T82" fmla="*/ 86 w 431"/>
                <a:gd name="T83" fmla="*/ 75 h 93"/>
                <a:gd name="T84" fmla="*/ 73 w 431"/>
                <a:gd name="T85" fmla="*/ 24 h 93"/>
                <a:gd name="T86" fmla="*/ 73 w 431"/>
                <a:gd name="T87" fmla="*/ 14 h 93"/>
                <a:gd name="T88" fmla="*/ 86 w 431"/>
                <a:gd name="T89" fmla="*/ 1 h 93"/>
                <a:gd name="T90" fmla="*/ 73 w 431"/>
                <a:gd name="T91" fmla="*/ 1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31" h="93">
                  <a:moveTo>
                    <a:pt x="133" y="23"/>
                  </a:moveTo>
                  <a:cubicBezTo>
                    <a:pt x="117" y="23"/>
                    <a:pt x="116" y="33"/>
                    <a:pt x="116" y="33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75"/>
                    <a:pt x="103" y="75"/>
                    <a:pt x="103" y="75"/>
                  </a:cubicBezTo>
                  <a:cubicBezTo>
                    <a:pt x="116" y="75"/>
                    <a:pt x="116" y="75"/>
                    <a:pt x="116" y="75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35"/>
                    <a:pt x="121" y="32"/>
                    <a:pt x="128" y="32"/>
                  </a:cubicBezTo>
                  <a:cubicBezTo>
                    <a:pt x="136" y="32"/>
                    <a:pt x="139" y="34"/>
                    <a:pt x="139" y="45"/>
                  </a:cubicBezTo>
                  <a:cubicBezTo>
                    <a:pt x="139" y="75"/>
                    <a:pt x="139" y="75"/>
                    <a:pt x="139" y="75"/>
                  </a:cubicBezTo>
                  <a:cubicBezTo>
                    <a:pt x="152" y="75"/>
                    <a:pt x="152" y="75"/>
                    <a:pt x="152" y="75"/>
                  </a:cubicBezTo>
                  <a:cubicBezTo>
                    <a:pt x="152" y="48"/>
                    <a:pt x="152" y="48"/>
                    <a:pt x="152" y="48"/>
                  </a:cubicBezTo>
                  <a:cubicBezTo>
                    <a:pt x="152" y="35"/>
                    <a:pt x="156" y="32"/>
                    <a:pt x="164" y="32"/>
                  </a:cubicBezTo>
                  <a:cubicBezTo>
                    <a:pt x="172" y="32"/>
                    <a:pt x="174" y="34"/>
                    <a:pt x="174" y="45"/>
                  </a:cubicBezTo>
                  <a:cubicBezTo>
                    <a:pt x="174" y="75"/>
                    <a:pt x="174" y="75"/>
                    <a:pt x="174" y="75"/>
                  </a:cubicBezTo>
                  <a:cubicBezTo>
                    <a:pt x="188" y="75"/>
                    <a:pt x="188" y="75"/>
                    <a:pt x="188" y="75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8" y="28"/>
                    <a:pt x="182" y="23"/>
                    <a:pt x="169" y="23"/>
                  </a:cubicBezTo>
                  <a:cubicBezTo>
                    <a:pt x="153" y="23"/>
                    <a:pt x="151" y="33"/>
                    <a:pt x="151" y="33"/>
                  </a:cubicBezTo>
                  <a:cubicBezTo>
                    <a:pt x="148" y="26"/>
                    <a:pt x="143" y="23"/>
                    <a:pt x="133" y="23"/>
                  </a:cubicBezTo>
                  <a:moveTo>
                    <a:pt x="259" y="4"/>
                  </a:moveTo>
                  <a:cubicBezTo>
                    <a:pt x="259" y="4"/>
                    <a:pt x="251" y="0"/>
                    <a:pt x="238" y="0"/>
                  </a:cubicBezTo>
                  <a:cubicBezTo>
                    <a:pt x="214" y="0"/>
                    <a:pt x="199" y="11"/>
                    <a:pt x="199" y="38"/>
                  </a:cubicBezTo>
                  <a:cubicBezTo>
                    <a:pt x="199" y="65"/>
                    <a:pt x="211" y="76"/>
                    <a:pt x="238" y="76"/>
                  </a:cubicBezTo>
                  <a:cubicBezTo>
                    <a:pt x="253" y="76"/>
                    <a:pt x="260" y="72"/>
                    <a:pt x="260" y="72"/>
                  </a:cubicBezTo>
                  <a:cubicBezTo>
                    <a:pt x="260" y="61"/>
                    <a:pt x="260" y="61"/>
                    <a:pt x="260" y="61"/>
                  </a:cubicBezTo>
                  <a:cubicBezTo>
                    <a:pt x="260" y="61"/>
                    <a:pt x="253" y="66"/>
                    <a:pt x="240" y="66"/>
                  </a:cubicBezTo>
                  <a:cubicBezTo>
                    <a:pt x="223" y="66"/>
                    <a:pt x="213" y="60"/>
                    <a:pt x="213" y="37"/>
                  </a:cubicBezTo>
                  <a:cubicBezTo>
                    <a:pt x="213" y="17"/>
                    <a:pt x="220" y="10"/>
                    <a:pt x="239" y="10"/>
                  </a:cubicBezTo>
                  <a:cubicBezTo>
                    <a:pt x="250" y="10"/>
                    <a:pt x="259" y="14"/>
                    <a:pt x="259" y="14"/>
                  </a:cubicBezTo>
                  <a:lnTo>
                    <a:pt x="259" y="4"/>
                  </a:lnTo>
                  <a:close/>
                  <a:moveTo>
                    <a:pt x="54" y="3"/>
                  </a:moveTo>
                  <a:cubicBezTo>
                    <a:pt x="54" y="3"/>
                    <a:pt x="45" y="0"/>
                    <a:pt x="34" y="0"/>
                  </a:cubicBezTo>
                  <a:cubicBezTo>
                    <a:pt x="15" y="0"/>
                    <a:pt x="0" y="5"/>
                    <a:pt x="0" y="21"/>
                  </a:cubicBezTo>
                  <a:cubicBezTo>
                    <a:pt x="0" y="34"/>
                    <a:pt x="8" y="38"/>
                    <a:pt x="21" y="41"/>
                  </a:cubicBezTo>
                  <a:cubicBezTo>
                    <a:pt x="36" y="45"/>
                    <a:pt x="36" y="45"/>
                    <a:pt x="36" y="45"/>
                  </a:cubicBezTo>
                  <a:cubicBezTo>
                    <a:pt x="43" y="46"/>
                    <a:pt x="46" y="48"/>
                    <a:pt x="46" y="55"/>
                  </a:cubicBezTo>
                  <a:cubicBezTo>
                    <a:pt x="46" y="66"/>
                    <a:pt x="38" y="66"/>
                    <a:pt x="27" y="66"/>
                  </a:cubicBezTo>
                  <a:cubicBezTo>
                    <a:pt x="13" y="66"/>
                    <a:pt x="1" y="62"/>
                    <a:pt x="1" y="62"/>
                  </a:cubicBezTo>
                  <a:cubicBezTo>
                    <a:pt x="1" y="72"/>
                    <a:pt x="1" y="72"/>
                    <a:pt x="1" y="72"/>
                  </a:cubicBezTo>
                  <a:cubicBezTo>
                    <a:pt x="1" y="72"/>
                    <a:pt x="12" y="76"/>
                    <a:pt x="25" y="76"/>
                  </a:cubicBezTo>
                  <a:cubicBezTo>
                    <a:pt x="44" y="76"/>
                    <a:pt x="60" y="72"/>
                    <a:pt x="60" y="54"/>
                  </a:cubicBezTo>
                  <a:cubicBezTo>
                    <a:pt x="60" y="41"/>
                    <a:pt x="53" y="36"/>
                    <a:pt x="40" y="33"/>
                  </a:cubicBezTo>
                  <a:cubicBezTo>
                    <a:pt x="26" y="30"/>
                    <a:pt x="26" y="30"/>
                    <a:pt x="26" y="30"/>
                  </a:cubicBezTo>
                  <a:cubicBezTo>
                    <a:pt x="18" y="28"/>
                    <a:pt x="14" y="26"/>
                    <a:pt x="14" y="19"/>
                  </a:cubicBezTo>
                  <a:cubicBezTo>
                    <a:pt x="14" y="10"/>
                    <a:pt x="23" y="9"/>
                    <a:pt x="33" y="9"/>
                  </a:cubicBezTo>
                  <a:cubicBezTo>
                    <a:pt x="46" y="9"/>
                    <a:pt x="54" y="13"/>
                    <a:pt x="54" y="13"/>
                  </a:cubicBezTo>
                  <a:lnTo>
                    <a:pt x="54" y="3"/>
                  </a:lnTo>
                  <a:close/>
                  <a:moveTo>
                    <a:pt x="403" y="68"/>
                  </a:moveTo>
                  <a:cubicBezTo>
                    <a:pt x="392" y="68"/>
                    <a:pt x="390" y="61"/>
                    <a:pt x="390" y="49"/>
                  </a:cubicBezTo>
                  <a:cubicBezTo>
                    <a:pt x="390" y="38"/>
                    <a:pt x="392" y="31"/>
                    <a:pt x="403" y="31"/>
                  </a:cubicBezTo>
                  <a:cubicBezTo>
                    <a:pt x="414" y="31"/>
                    <a:pt x="417" y="38"/>
                    <a:pt x="417" y="49"/>
                  </a:cubicBezTo>
                  <a:cubicBezTo>
                    <a:pt x="417" y="62"/>
                    <a:pt x="414" y="68"/>
                    <a:pt x="403" y="68"/>
                  </a:cubicBezTo>
                  <a:moveTo>
                    <a:pt x="376" y="93"/>
                  </a:moveTo>
                  <a:cubicBezTo>
                    <a:pt x="389" y="93"/>
                    <a:pt x="389" y="93"/>
                    <a:pt x="389" y="93"/>
                  </a:cubicBezTo>
                  <a:cubicBezTo>
                    <a:pt x="389" y="67"/>
                    <a:pt x="389" y="67"/>
                    <a:pt x="389" y="67"/>
                  </a:cubicBezTo>
                  <a:cubicBezTo>
                    <a:pt x="389" y="67"/>
                    <a:pt x="391" y="76"/>
                    <a:pt x="406" y="76"/>
                  </a:cubicBezTo>
                  <a:cubicBezTo>
                    <a:pt x="423" y="76"/>
                    <a:pt x="431" y="68"/>
                    <a:pt x="431" y="49"/>
                  </a:cubicBezTo>
                  <a:cubicBezTo>
                    <a:pt x="431" y="31"/>
                    <a:pt x="424" y="23"/>
                    <a:pt x="408" y="23"/>
                  </a:cubicBezTo>
                  <a:cubicBezTo>
                    <a:pt x="391" y="23"/>
                    <a:pt x="389" y="33"/>
                    <a:pt x="389" y="33"/>
                  </a:cubicBezTo>
                  <a:cubicBezTo>
                    <a:pt x="389" y="24"/>
                    <a:pt x="389" y="24"/>
                    <a:pt x="389" y="24"/>
                  </a:cubicBezTo>
                  <a:cubicBezTo>
                    <a:pt x="376" y="24"/>
                    <a:pt x="376" y="24"/>
                    <a:pt x="376" y="24"/>
                  </a:cubicBezTo>
                  <a:lnTo>
                    <a:pt x="376" y="93"/>
                  </a:lnTo>
                  <a:close/>
                  <a:moveTo>
                    <a:pt x="334" y="75"/>
                  </a:moveTo>
                  <a:cubicBezTo>
                    <a:pt x="347" y="75"/>
                    <a:pt x="347" y="75"/>
                    <a:pt x="347" y="75"/>
                  </a:cubicBezTo>
                  <a:cubicBezTo>
                    <a:pt x="347" y="47"/>
                    <a:pt x="347" y="47"/>
                    <a:pt x="347" y="47"/>
                  </a:cubicBezTo>
                  <a:cubicBezTo>
                    <a:pt x="347" y="37"/>
                    <a:pt x="351" y="36"/>
                    <a:pt x="368" y="36"/>
                  </a:cubicBezTo>
                  <a:cubicBezTo>
                    <a:pt x="368" y="24"/>
                    <a:pt x="368" y="24"/>
                    <a:pt x="368" y="24"/>
                  </a:cubicBezTo>
                  <a:cubicBezTo>
                    <a:pt x="355" y="24"/>
                    <a:pt x="349" y="28"/>
                    <a:pt x="347" y="37"/>
                  </a:cubicBezTo>
                  <a:cubicBezTo>
                    <a:pt x="347" y="24"/>
                    <a:pt x="347" y="24"/>
                    <a:pt x="347" y="24"/>
                  </a:cubicBezTo>
                  <a:cubicBezTo>
                    <a:pt x="334" y="24"/>
                    <a:pt x="334" y="24"/>
                    <a:pt x="334" y="24"/>
                  </a:cubicBezTo>
                  <a:lnTo>
                    <a:pt x="334" y="75"/>
                  </a:lnTo>
                  <a:close/>
                  <a:moveTo>
                    <a:pt x="296" y="68"/>
                  </a:moveTo>
                  <a:cubicBezTo>
                    <a:pt x="284" y="68"/>
                    <a:pt x="282" y="63"/>
                    <a:pt x="282" y="49"/>
                  </a:cubicBezTo>
                  <a:cubicBezTo>
                    <a:pt x="282" y="36"/>
                    <a:pt x="284" y="30"/>
                    <a:pt x="295" y="30"/>
                  </a:cubicBezTo>
                  <a:cubicBezTo>
                    <a:pt x="307" y="30"/>
                    <a:pt x="309" y="36"/>
                    <a:pt x="309" y="49"/>
                  </a:cubicBezTo>
                  <a:cubicBezTo>
                    <a:pt x="309" y="62"/>
                    <a:pt x="307" y="68"/>
                    <a:pt x="296" y="68"/>
                  </a:cubicBezTo>
                  <a:moveTo>
                    <a:pt x="268" y="50"/>
                  </a:moveTo>
                  <a:cubicBezTo>
                    <a:pt x="268" y="70"/>
                    <a:pt x="278" y="76"/>
                    <a:pt x="295" y="76"/>
                  </a:cubicBezTo>
                  <a:cubicBezTo>
                    <a:pt x="312" y="76"/>
                    <a:pt x="323" y="70"/>
                    <a:pt x="323" y="49"/>
                  </a:cubicBezTo>
                  <a:cubicBezTo>
                    <a:pt x="323" y="29"/>
                    <a:pt x="312" y="23"/>
                    <a:pt x="295" y="23"/>
                  </a:cubicBezTo>
                  <a:cubicBezTo>
                    <a:pt x="278" y="23"/>
                    <a:pt x="268" y="29"/>
                    <a:pt x="268" y="50"/>
                  </a:cubicBezTo>
                  <a:moveTo>
                    <a:pt x="73" y="75"/>
                  </a:moveTo>
                  <a:cubicBezTo>
                    <a:pt x="86" y="75"/>
                    <a:pt x="86" y="75"/>
                    <a:pt x="86" y="75"/>
                  </a:cubicBezTo>
                  <a:cubicBezTo>
                    <a:pt x="86" y="24"/>
                    <a:pt x="86" y="24"/>
                    <a:pt x="86" y="24"/>
                  </a:cubicBezTo>
                  <a:cubicBezTo>
                    <a:pt x="73" y="24"/>
                    <a:pt x="73" y="24"/>
                    <a:pt x="73" y="24"/>
                  </a:cubicBezTo>
                  <a:lnTo>
                    <a:pt x="73" y="75"/>
                  </a:lnTo>
                  <a:close/>
                  <a:moveTo>
                    <a:pt x="73" y="14"/>
                  </a:moveTo>
                  <a:cubicBezTo>
                    <a:pt x="86" y="14"/>
                    <a:pt x="86" y="14"/>
                    <a:pt x="86" y="14"/>
                  </a:cubicBezTo>
                  <a:cubicBezTo>
                    <a:pt x="86" y="1"/>
                    <a:pt x="86" y="1"/>
                    <a:pt x="86" y="1"/>
                  </a:cubicBezTo>
                  <a:cubicBezTo>
                    <a:pt x="73" y="1"/>
                    <a:pt x="73" y="1"/>
                    <a:pt x="73" y="1"/>
                  </a:cubicBezTo>
                  <a:lnTo>
                    <a:pt x="73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8"/>
            <p:cNvSpPr>
              <a:spLocks noEditPoints="1"/>
            </p:cNvSpPr>
            <p:nvPr userDrawn="1"/>
          </p:nvSpPr>
          <p:spPr bwMode="auto">
            <a:xfrm>
              <a:off x="10142048" y="6453602"/>
              <a:ext cx="59859" cy="61672"/>
            </a:xfrm>
            <a:custGeom>
              <a:avLst/>
              <a:gdLst>
                <a:gd name="T0" fmla="*/ 26 w 33"/>
                <a:gd name="T1" fmla="*/ 26 h 34"/>
                <a:gd name="T2" fmla="*/ 13 w 33"/>
                <a:gd name="T3" fmla="*/ 26 h 34"/>
                <a:gd name="T4" fmla="*/ 13 w 33"/>
                <a:gd name="T5" fmla="*/ 13 h 34"/>
                <a:gd name="T6" fmla="*/ 26 w 33"/>
                <a:gd name="T7" fmla="*/ 13 h 34"/>
                <a:gd name="T8" fmla="*/ 26 w 33"/>
                <a:gd name="T9" fmla="*/ 26 h 34"/>
                <a:gd name="T10" fmla="*/ 33 w 33"/>
                <a:gd name="T11" fmla="*/ 0 h 34"/>
                <a:gd name="T12" fmla="*/ 0 w 33"/>
                <a:gd name="T13" fmla="*/ 0 h 34"/>
                <a:gd name="T14" fmla="*/ 0 w 33"/>
                <a:gd name="T15" fmla="*/ 34 h 34"/>
                <a:gd name="T16" fmla="*/ 33 w 33"/>
                <a:gd name="T17" fmla="*/ 34 h 34"/>
                <a:gd name="T18" fmla="*/ 33 w 33"/>
                <a:gd name="T19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3" h="34">
                  <a:moveTo>
                    <a:pt x="26" y="26"/>
                  </a:moveTo>
                  <a:lnTo>
                    <a:pt x="13" y="26"/>
                  </a:lnTo>
                  <a:lnTo>
                    <a:pt x="13" y="13"/>
                  </a:lnTo>
                  <a:lnTo>
                    <a:pt x="26" y="13"/>
                  </a:lnTo>
                  <a:lnTo>
                    <a:pt x="26" y="26"/>
                  </a:lnTo>
                  <a:close/>
                  <a:moveTo>
                    <a:pt x="33" y="0"/>
                  </a:moveTo>
                  <a:lnTo>
                    <a:pt x="0" y="0"/>
                  </a:lnTo>
                  <a:lnTo>
                    <a:pt x="0" y="34"/>
                  </a:lnTo>
                  <a:lnTo>
                    <a:pt x="33" y="34"/>
                  </a:lnTo>
                  <a:lnTo>
                    <a:pt x="3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9"/>
            <p:cNvSpPr>
              <a:spLocks noEditPoints="1"/>
            </p:cNvSpPr>
            <p:nvPr userDrawn="1"/>
          </p:nvSpPr>
          <p:spPr bwMode="auto">
            <a:xfrm>
              <a:off x="10078561" y="6390116"/>
              <a:ext cx="163250" cy="165063"/>
            </a:xfrm>
            <a:custGeom>
              <a:avLst/>
              <a:gdLst>
                <a:gd name="T0" fmla="*/ 83 w 90"/>
                <a:gd name="T1" fmla="*/ 83 h 91"/>
                <a:gd name="T2" fmla="*/ 13 w 90"/>
                <a:gd name="T3" fmla="*/ 83 h 91"/>
                <a:gd name="T4" fmla="*/ 13 w 90"/>
                <a:gd name="T5" fmla="*/ 13 h 91"/>
                <a:gd name="T6" fmla="*/ 83 w 90"/>
                <a:gd name="T7" fmla="*/ 13 h 91"/>
                <a:gd name="T8" fmla="*/ 83 w 90"/>
                <a:gd name="T9" fmla="*/ 83 h 91"/>
                <a:gd name="T10" fmla="*/ 90 w 90"/>
                <a:gd name="T11" fmla="*/ 0 h 91"/>
                <a:gd name="T12" fmla="*/ 0 w 90"/>
                <a:gd name="T13" fmla="*/ 0 h 91"/>
                <a:gd name="T14" fmla="*/ 0 w 90"/>
                <a:gd name="T15" fmla="*/ 91 h 91"/>
                <a:gd name="T16" fmla="*/ 90 w 90"/>
                <a:gd name="T17" fmla="*/ 91 h 91"/>
                <a:gd name="T18" fmla="*/ 90 w 90"/>
                <a:gd name="T1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0" h="91">
                  <a:moveTo>
                    <a:pt x="83" y="83"/>
                  </a:moveTo>
                  <a:lnTo>
                    <a:pt x="13" y="83"/>
                  </a:lnTo>
                  <a:lnTo>
                    <a:pt x="13" y="13"/>
                  </a:lnTo>
                  <a:lnTo>
                    <a:pt x="83" y="13"/>
                  </a:lnTo>
                  <a:lnTo>
                    <a:pt x="83" y="83"/>
                  </a:lnTo>
                  <a:close/>
                  <a:moveTo>
                    <a:pt x="90" y="0"/>
                  </a:moveTo>
                  <a:lnTo>
                    <a:pt x="0" y="0"/>
                  </a:lnTo>
                  <a:lnTo>
                    <a:pt x="0" y="91"/>
                  </a:lnTo>
                  <a:lnTo>
                    <a:pt x="90" y="91"/>
                  </a:lnTo>
                  <a:lnTo>
                    <a:pt x="9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0"/>
            <p:cNvSpPr>
              <a:spLocks noEditPoints="1"/>
            </p:cNvSpPr>
            <p:nvPr userDrawn="1"/>
          </p:nvSpPr>
          <p:spPr bwMode="auto">
            <a:xfrm>
              <a:off x="10056795" y="6368350"/>
              <a:ext cx="206783" cy="204969"/>
            </a:xfrm>
            <a:custGeom>
              <a:avLst/>
              <a:gdLst>
                <a:gd name="T0" fmla="*/ 107 w 114"/>
                <a:gd name="T1" fmla="*/ 107 h 113"/>
                <a:gd name="T2" fmla="*/ 7 w 114"/>
                <a:gd name="T3" fmla="*/ 107 h 113"/>
                <a:gd name="T4" fmla="*/ 7 w 114"/>
                <a:gd name="T5" fmla="*/ 8 h 113"/>
                <a:gd name="T6" fmla="*/ 107 w 114"/>
                <a:gd name="T7" fmla="*/ 8 h 113"/>
                <a:gd name="T8" fmla="*/ 107 w 114"/>
                <a:gd name="T9" fmla="*/ 107 h 113"/>
                <a:gd name="T10" fmla="*/ 0 w 114"/>
                <a:gd name="T11" fmla="*/ 113 h 113"/>
                <a:gd name="T12" fmla="*/ 114 w 114"/>
                <a:gd name="T13" fmla="*/ 113 h 113"/>
                <a:gd name="T14" fmla="*/ 114 w 114"/>
                <a:gd name="T15" fmla="*/ 0 h 113"/>
                <a:gd name="T16" fmla="*/ 0 w 114"/>
                <a:gd name="T17" fmla="*/ 0 h 113"/>
                <a:gd name="T18" fmla="*/ 0 w 114"/>
                <a:gd name="T19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4" h="113">
                  <a:moveTo>
                    <a:pt x="107" y="107"/>
                  </a:moveTo>
                  <a:lnTo>
                    <a:pt x="7" y="107"/>
                  </a:lnTo>
                  <a:lnTo>
                    <a:pt x="7" y="8"/>
                  </a:lnTo>
                  <a:lnTo>
                    <a:pt x="107" y="8"/>
                  </a:lnTo>
                  <a:lnTo>
                    <a:pt x="107" y="107"/>
                  </a:lnTo>
                  <a:close/>
                  <a:moveTo>
                    <a:pt x="0" y="113"/>
                  </a:moveTo>
                  <a:lnTo>
                    <a:pt x="114" y="113"/>
                  </a:lnTo>
                  <a:lnTo>
                    <a:pt x="114" y="0"/>
                  </a:lnTo>
                  <a:lnTo>
                    <a:pt x="0" y="0"/>
                  </a:lnTo>
                  <a:lnTo>
                    <a:pt x="0" y="1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11"/>
            <p:cNvSpPr>
              <a:spLocks noEditPoints="1"/>
            </p:cNvSpPr>
            <p:nvPr userDrawn="1"/>
          </p:nvSpPr>
          <p:spPr bwMode="auto">
            <a:xfrm>
              <a:off x="10109398" y="6422766"/>
              <a:ext cx="112461" cy="110647"/>
            </a:xfrm>
            <a:custGeom>
              <a:avLst/>
              <a:gdLst>
                <a:gd name="T0" fmla="*/ 56 w 62"/>
                <a:gd name="T1" fmla="*/ 55 h 61"/>
                <a:gd name="T2" fmla="*/ 14 w 62"/>
                <a:gd name="T3" fmla="*/ 55 h 61"/>
                <a:gd name="T4" fmla="*/ 14 w 62"/>
                <a:gd name="T5" fmla="*/ 13 h 61"/>
                <a:gd name="T6" fmla="*/ 56 w 62"/>
                <a:gd name="T7" fmla="*/ 13 h 61"/>
                <a:gd name="T8" fmla="*/ 56 w 62"/>
                <a:gd name="T9" fmla="*/ 55 h 61"/>
                <a:gd name="T10" fmla="*/ 62 w 62"/>
                <a:gd name="T11" fmla="*/ 0 h 61"/>
                <a:gd name="T12" fmla="*/ 0 w 62"/>
                <a:gd name="T13" fmla="*/ 0 h 61"/>
                <a:gd name="T14" fmla="*/ 0 w 62"/>
                <a:gd name="T15" fmla="*/ 61 h 61"/>
                <a:gd name="T16" fmla="*/ 62 w 62"/>
                <a:gd name="T17" fmla="*/ 61 h 61"/>
                <a:gd name="T18" fmla="*/ 62 w 62"/>
                <a:gd name="T19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" h="61">
                  <a:moveTo>
                    <a:pt x="56" y="55"/>
                  </a:moveTo>
                  <a:lnTo>
                    <a:pt x="14" y="55"/>
                  </a:lnTo>
                  <a:lnTo>
                    <a:pt x="14" y="13"/>
                  </a:lnTo>
                  <a:lnTo>
                    <a:pt x="56" y="13"/>
                  </a:lnTo>
                  <a:lnTo>
                    <a:pt x="56" y="55"/>
                  </a:lnTo>
                  <a:close/>
                  <a:moveTo>
                    <a:pt x="62" y="0"/>
                  </a:moveTo>
                  <a:lnTo>
                    <a:pt x="0" y="0"/>
                  </a:lnTo>
                  <a:lnTo>
                    <a:pt x="0" y="61"/>
                  </a:lnTo>
                  <a:lnTo>
                    <a:pt x="62" y="61"/>
                  </a:lnTo>
                  <a:lnTo>
                    <a:pt x="6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5" name="Pladsholder til sidefod 2"/>
          <p:cNvSpPr txBox="1">
            <a:spLocks/>
          </p:cNvSpPr>
          <p:nvPr userDrawn="1"/>
        </p:nvSpPr>
        <p:spPr>
          <a:xfrm>
            <a:off x="1351722" y="6356378"/>
            <a:ext cx="989842" cy="36618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marL="0" marR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1200">
                <a:solidFill>
                  <a:schemeClr val="accent6"/>
                </a:solidFill>
                <a:latin typeface="+mj-lt"/>
                <a:ea typeface="ＭＳ Ｐゴシック" charset="0"/>
                <a:cs typeface="ＭＳ Ｐゴシック" charset="0"/>
              </a:rPr>
              <a:t>© 2020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slide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6BA917-7F09-4B8D-AF07-F52890C14046}" type="slidenum">
              <a:rPr lang="da-DK" smtClean="0"/>
              <a:pPr/>
              <a:t>‹#›</a:t>
            </a:fld>
            <a:endParaRPr lang="da-DK"/>
          </a:p>
        </p:txBody>
      </p:sp>
      <p:sp>
        <p:nvSpPr>
          <p:cNvPr id="8" name="Pladsholder til tekst 9"/>
          <p:cNvSpPr>
            <a:spLocks noGrp="1"/>
          </p:cNvSpPr>
          <p:nvPr>
            <p:ph type="body" sz="quarter" idx="17" hasCustomPrompt="1"/>
          </p:nvPr>
        </p:nvSpPr>
        <p:spPr>
          <a:xfrm>
            <a:off x="670985" y="1056000"/>
            <a:ext cx="10850033" cy="40238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2100" cap="all" baseline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a-DK"/>
              <a:t>SUBHEADER</a:t>
            </a:r>
          </a:p>
        </p:txBody>
      </p:sp>
      <p:sp>
        <p:nvSpPr>
          <p:cNvPr id="3" name="Tekstfelt 2"/>
          <p:cNvSpPr txBox="1"/>
          <p:nvPr userDrawn="1"/>
        </p:nvSpPr>
        <p:spPr>
          <a:xfrm>
            <a:off x="2868460" y="-638827"/>
            <a:ext cx="1615858" cy="63882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endParaRPr lang="da-DK"/>
          </a:p>
        </p:txBody>
      </p:sp>
      <p:sp>
        <p:nvSpPr>
          <p:cNvPr id="10" name="Titel 9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Enter slide header</a:t>
            </a:r>
            <a:endParaRPr lang="da-DK"/>
          </a:p>
        </p:txBody>
      </p:sp>
      <p:sp>
        <p:nvSpPr>
          <p:cNvPr id="12" name="Pladsholder til indhold 11"/>
          <p:cNvSpPr>
            <a:spLocks noGrp="1"/>
          </p:cNvSpPr>
          <p:nvPr>
            <p:ph sz="quarter" idx="19" hasCustomPrompt="1"/>
          </p:nvPr>
        </p:nvSpPr>
        <p:spPr>
          <a:xfrm>
            <a:off x="672001" y="1620838"/>
            <a:ext cx="10856912" cy="4568825"/>
          </a:xfrm>
        </p:spPr>
        <p:txBody>
          <a:bodyPr/>
          <a:lstStyle>
            <a:lvl4pPr>
              <a:spcBef>
                <a:spcPts val="0"/>
              </a:spcBef>
              <a:defRPr/>
            </a:lvl4pPr>
          </a:lstStyle>
          <a:p>
            <a:pPr lvl="0"/>
            <a:r>
              <a:rPr lang="en-US"/>
              <a:t>Tab to insert bullet</a:t>
            </a:r>
          </a:p>
          <a:p>
            <a:pPr lvl="1"/>
            <a:r>
              <a:rPr lang="en-US"/>
              <a:t>Bullet with no header</a:t>
            </a:r>
          </a:p>
          <a:p>
            <a:pPr lvl="2"/>
            <a:r>
              <a:rPr lang="en-US"/>
              <a:t>Bullet after header</a:t>
            </a:r>
          </a:p>
          <a:p>
            <a:pPr lvl="3"/>
            <a:r>
              <a:rPr lang="en-US"/>
              <a:t>Text aligned with bullet</a:t>
            </a:r>
          </a:p>
          <a:p>
            <a:pPr lvl="4"/>
            <a:r>
              <a:rPr lang="en-US"/>
              <a:t>Sub-bullet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12573000" y="-9525"/>
            <a:ext cx="1339850" cy="6867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a-DK" sz="1600" err="1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Enter slide header</a:t>
            </a:r>
            <a:endParaRPr lang="da-DK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6BA917-7F09-4B8D-AF07-F52890C14046}" type="slidenum">
              <a:rPr lang="da-DK" smtClean="0"/>
              <a:pPr/>
              <a:t>‹#›</a:t>
            </a:fld>
            <a:endParaRPr lang="da-DK"/>
          </a:p>
        </p:txBody>
      </p:sp>
      <p:sp>
        <p:nvSpPr>
          <p:cNvPr id="9" name="Pladsholder til tekst 9"/>
          <p:cNvSpPr>
            <a:spLocks noGrp="1"/>
          </p:cNvSpPr>
          <p:nvPr>
            <p:ph type="body" sz="quarter" idx="17" hasCustomPrompt="1"/>
          </p:nvPr>
        </p:nvSpPr>
        <p:spPr>
          <a:xfrm>
            <a:off x="670985" y="1056000"/>
            <a:ext cx="10850033" cy="40238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2100" cap="all" baseline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a-DK"/>
              <a:t>SUBHEADER</a:t>
            </a:r>
          </a:p>
        </p:txBody>
      </p:sp>
      <p:sp>
        <p:nvSpPr>
          <p:cNvPr id="5" name="Pladsholder til indhold 4"/>
          <p:cNvSpPr>
            <a:spLocks noGrp="1"/>
          </p:cNvSpPr>
          <p:nvPr>
            <p:ph sz="quarter" idx="18" hasCustomPrompt="1"/>
          </p:nvPr>
        </p:nvSpPr>
        <p:spPr>
          <a:xfrm>
            <a:off x="671513" y="1620838"/>
            <a:ext cx="5340350" cy="4568825"/>
          </a:xfrm>
        </p:spPr>
        <p:txBody>
          <a:bodyPr/>
          <a:lstStyle/>
          <a:p>
            <a:pPr lvl="0"/>
            <a:r>
              <a:rPr lang="en-US"/>
              <a:t>Tab to insert bullet</a:t>
            </a:r>
          </a:p>
          <a:p>
            <a:pPr lvl="1"/>
            <a:r>
              <a:rPr lang="en-US"/>
              <a:t>Bullet with no header</a:t>
            </a:r>
          </a:p>
          <a:p>
            <a:pPr lvl="2"/>
            <a:r>
              <a:rPr lang="en-US"/>
              <a:t>Bullet after header</a:t>
            </a:r>
          </a:p>
          <a:p>
            <a:pPr lvl="3"/>
            <a:r>
              <a:rPr lang="en-US"/>
              <a:t>Text aligned with bullet</a:t>
            </a:r>
          </a:p>
          <a:p>
            <a:pPr lvl="4"/>
            <a:r>
              <a:rPr lang="en-US"/>
              <a:t>Sub-bullet</a:t>
            </a:r>
          </a:p>
        </p:txBody>
      </p:sp>
      <p:sp>
        <p:nvSpPr>
          <p:cNvPr id="10" name="Pladsholder til indhold 4"/>
          <p:cNvSpPr>
            <a:spLocks noGrp="1"/>
          </p:cNvSpPr>
          <p:nvPr>
            <p:ph sz="quarter" idx="19" hasCustomPrompt="1"/>
          </p:nvPr>
        </p:nvSpPr>
        <p:spPr>
          <a:xfrm>
            <a:off x="6178550" y="1620838"/>
            <a:ext cx="5340350" cy="4568825"/>
          </a:xfrm>
        </p:spPr>
        <p:txBody>
          <a:bodyPr/>
          <a:lstStyle/>
          <a:p>
            <a:pPr lvl="0"/>
            <a:r>
              <a:rPr lang="en-US"/>
              <a:t>Tab to insert bullet</a:t>
            </a:r>
          </a:p>
          <a:p>
            <a:pPr lvl="1"/>
            <a:r>
              <a:rPr lang="en-US"/>
              <a:t>Bullet with no header</a:t>
            </a:r>
          </a:p>
          <a:p>
            <a:pPr lvl="2"/>
            <a:r>
              <a:rPr lang="en-US"/>
              <a:t>Bullet after header</a:t>
            </a:r>
          </a:p>
          <a:p>
            <a:pPr lvl="3"/>
            <a:r>
              <a:rPr lang="en-US"/>
              <a:t>Text aligned with bullet</a:t>
            </a:r>
          </a:p>
          <a:p>
            <a:pPr lvl="4"/>
            <a:r>
              <a:rPr lang="en-US"/>
              <a:t>Sub-bullet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Enter slide header</a:t>
            </a:r>
            <a:endParaRPr lang="da-DK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6BA917-7F09-4B8D-AF07-F52890C14046}" type="slidenum">
              <a:rPr lang="da-DK" smtClean="0"/>
              <a:pPr/>
              <a:t>‹#›</a:t>
            </a:fld>
            <a:endParaRPr lang="da-DK"/>
          </a:p>
        </p:txBody>
      </p:sp>
      <p:sp>
        <p:nvSpPr>
          <p:cNvPr id="9" name="Pladsholder til tekst 9"/>
          <p:cNvSpPr>
            <a:spLocks noGrp="1"/>
          </p:cNvSpPr>
          <p:nvPr>
            <p:ph type="body" sz="quarter" idx="17" hasCustomPrompt="1"/>
          </p:nvPr>
        </p:nvSpPr>
        <p:spPr>
          <a:xfrm>
            <a:off x="670985" y="1056000"/>
            <a:ext cx="10850033" cy="40238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2100" cap="all" baseline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a-DK"/>
              <a:t>SUBHEADER</a:t>
            </a:r>
          </a:p>
        </p:txBody>
      </p:sp>
      <p:sp>
        <p:nvSpPr>
          <p:cNvPr id="5" name="Pladsholder til indhold 4"/>
          <p:cNvSpPr>
            <a:spLocks noGrp="1"/>
          </p:cNvSpPr>
          <p:nvPr>
            <p:ph sz="quarter" idx="18" hasCustomPrompt="1"/>
          </p:nvPr>
        </p:nvSpPr>
        <p:spPr>
          <a:xfrm>
            <a:off x="671513" y="1620838"/>
            <a:ext cx="3505200" cy="4568825"/>
          </a:xfrm>
        </p:spPr>
        <p:txBody>
          <a:bodyPr/>
          <a:lstStyle/>
          <a:p>
            <a:pPr lvl="0"/>
            <a:r>
              <a:rPr lang="en-US"/>
              <a:t>Tab to insert bullet</a:t>
            </a:r>
          </a:p>
          <a:p>
            <a:pPr lvl="1"/>
            <a:r>
              <a:rPr lang="en-US"/>
              <a:t>Bullet with no header</a:t>
            </a:r>
          </a:p>
          <a:p>
            <a:pPr lvl="2"/>
            <a:r>
              <a:rPr lang="en-US"/>
              <a:t>Bullet after header</a:t>
            </a:r>
          </a:p>
          <a:p>
            <a:pPr lvl="3"/>
            <a:r>
              <a:rPr lang="en-US"/>
              <a:t>Text aligned with bullet</a:t>
            </a:r>
          </a:p>
          <a:p>
            <a:pPr lvl="4"/>
            <a:r>
              <a:rPr lang="en-US"/>
              <a:t>Sub-bullet</a:t>
            </a:r>
          </a:p>
        </p:txBody>
      </p:sp>
      <p:sp>
        <p:nvSpPr>
          <p:cNvPr id="11" name="Pladsholder til indhold 4"/>
          <p:cNvSpPr>
            <a:spLocks noGrp="1"/>
          </p:cNvSpPr>
          <p:nvPr>
            <p:ph sz="quarter" idx="19" hasCustomPrompt="1"/>
          </p:nvPr>
        </p:nvSpPr>
        <p:spPr>
          <a:xfrm>
            <a:off x="4343400" y="1620838"/>
            <a:ext cx="3505200" cy="4568825"/>
          </a:xfrm>
        </p:spPr>
        <p:txBody>
          <a:bodyPr/>
          <a:lstStyle/>
          <a:p>
            <a:pPr lvl="0"/>
            <a:r>
              <a:rPr lang="en-US"/>
              <a:t>Tab to insert bullet</a:t>
            </a:r>
          </a:p>
          <a:p>
            <a:pPr lvl="1"/>
            <a:r>
              <a:rPr lang="en-US"/>
              <a:t>Bullet with no header</a:t>
            </a:r>
          </a:p>
          <a:p>
            <a:pPr lvl="2"/>
            <a:r>
              <a:rPr lang="en-US"/>
              <a:t>Bullet after header</a:t>
            </a:r>
          </a:p>
          <a:p>
            <a:pPr lvl="3"/>
            <a:r>
              <a:rPr lang="en-US"/>
              <a:t>Text aligned with bullet</a:t>
            </a:r>
          </a:p>
          <a:p>
            <a:pPr lvl="4"/>
            <a:r>
              <a:rPr lang="en-US"/>
              <a:t>Sub-bullet</a:t>
            </a:r>
          </a:p>
        </p:txBody>
      </p:sp>
      <p:sp>
        <p:nvSpPr>
          <p:cNvPr id="12" name="Pladsholder til indhold 4"/>
          <p:cNvSpPr>
            <a:spLocks noGrp="1"/>
          </p:cNvSpPr>
          <p:nvPr>
            <p:ph sz="quarter" idx="20" hasCustomPrompt="1"/>
          </p:nvPr>
        </p:nvSpPr>
        <p:spPr>
          <a:xfrm>
            <a:off x="8013700" y="1620838"/>
            <a:ext cx="3505200" cy="4568825"/>
          </a:xfrm>
        </p:spPr>
        <p:txBody>
          <a:bodyPr/>
          <a:lstStyle/>
          <a:p>
            <a:pPr lvl="0"/>
            <a:r>
              <a:rPr lang="en-US"/>
              <a:t>Tab to insert bullet</a:t>
            </a:r>
          </a:p>
          <a:p>
            <a:pPr lvl="1"/>
            <a:r>
              <a:rPr lang="en-US"/>
              <a:t>Bullet with no header</a:t>
            </a:r>
          </a:p>
          <a:p>
            <a:pPr lvl="2"/>
            <a:r>
              <a:rPr lang="en-US"/>
              <a:t>Bullet after header</a:t>
            </a:r>
          </a:p>
          <a:p>
            <a:pPr lvl="3"/>
            <a:r>
              <a:rPr lang="en-US"/>
              <a:t>Text aligned with bullet</a:t>
            </a:r>
          </a:p>
          <a:p>
            <a:pPr lvl="4"/>
            <a:r>
              <a:rPr lang="en-US"/>
              <a:t>Sub-bullet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eaker slide - light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8437"/>
            <a:ext cx="12191999" cy="6866437"/>
          </a:xfrm>
          <a:prstGeom prst="rect">
            <a:avLst/>
          </a:prstGeom>
        </p:spPr>
      </p:pic>
      <p:sp>
        <p:nvSpPr>
          <p:cNvPr id="11" name="Text Placeholder 19"/>
          <p:cNvSpPr>
            <a:spLocks noGrp="1"/>
          </p:cNvSpPr>
          <p:nvPr>
            <p:ph type="body" sz="quarter" idx="11" hasCustomPrompt="1"/>
          </p:nvPr>
        </p:nvSpPr>
        <p:spPr>
          <a:xfrm>
            <a:off x="672000" y="2385395"/>
            <a:ext cx="10848487" cy="3012105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4800"/>
              </a:lnSpc>
              <a:buNone/>
              <a:defRPr sz="4800" b="0" cap="all" spc="107" baseline="0">
                <a:solidFill>
                  <a:srgbClr val="263542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da-DK"/>
              <a:t>INSERT BREAKER TITLE HERE</a:t>
            </a:r>
            <a:endParaRPr lang="en-US"/>
          </a:p>
        </p:txBody>
      </p:sp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BA917-7F09-4B8D-AF07-F52890C14046}" type="slidenum">
              <a:rPr lang="da-DK" smtClean="0"/>
              <a:pPr/>
              <a:t>‹#›</a:t>
            </a:fld>
            <a:endParaRPr lang="da-DK"/>
          </a:p>
        </p:txBody>
      </p:sp>
      <p:grpSp>
        <p:nvGrpSpPr>
          <p:cNvPr id="18" name="Gruppe 17"/>
          <p:cNvGrpSpPr>
            <a:grpSpLocks noChangeAspect="1"/>
          </p:cNvGrpSpPr>
          <p:nvPr userDrawn="1"/>
        </p:nvGrpSpPr>
        <p:grpSpPr>
          <a:xfrm>
            <a:off x="10343104" y="6422579"/>
            <a:ext cx="1176854" cy="202504"/>
            <a:chOff x="10056795" y="6368350"/>
            <a:chExt cx="1454739" cy="250316"/>
          </a:xfrm>
          <a:solidFill>
            <a:schemeClr val="tx1"/>
          </a:solidFill>
        </p:grpSpPr>
        <p:sp>
          <p:nvSpPr>
            <p:cNvPr id="19" name="Freeform 7"/>
            <p:cNvSpPr>
              <a:spLocks noEditPoints="1"/>
            </p:cNvSpPr>
            <p:nvPr userDrawn="1"/>
          </p:nvSpPr>
          <p:spPr bwMode="auto">
            <a:xfrm>
              <a:off x="10368784" y="6371977"/>
              <a:ext cx="1142750" cy="246689"/>
            </a:xfrm>
            <a:custGeom>
              <a:avLst/>
              <a:gdLst>
                <a:gd name="T0" fmla="*/ 116 w 431"/>
                <a:gd name="T1" fmla="*/ 33 h 93"/>
                <a:gd name="T2" fmla="*/ 103 w 431"/>
                <a:gd name="T3" fmla="*/ 24 h 93"/>
                <a:gd name="T4" fmla="*/ 116 w 431"/>
                <a:gd name="T5" fmla="*/ 75 h 93"/>
                <a:gd name="T6" fmla="*/ 128 w 431"/>
                <a:gd name="T7" fmla="*/ 32 h 93"/>
                <a:gd name="T8" fmla="*/ 139 w 431"/>
                <a:gd name="T9" fmla="*/ 75 h 93"/>
                <a:gd name="T10" fmla="*/ 152 w 431"/>
                <a:gd name="T11" fmla="*/ 48 h 93"/>
                <a:gd name="T12" fmla="*/ 174 w 431"/>
                <a:gd name="T13" fmla="*/ 45 h 93"/>
                <a:gd name="T14" fmla="*/ 188 w 431"/>
                <a:gd name="T15" fmla="*/ 75 h 93"/>
                <a:gd name="T16" fmla="*/ 169 w 431"/>
                <a:gd name="T17" fmla="*/ 23 h 93"/>
                <a:gd name="T18" fmla="*/ 133 w 431"/>
                <a:gd name="T19" fmla="*/ 23 h 93"/>
                <a:gd name="T20" fmla="*/ 238 w 431"/>
                <a:gd name="T21" fmla="*/ 0 h 93"/>
                <a:gd name="T22" fmla="*/ 238 w 431"/>
                <a:gd name="T23" fmla="*/ 76 h 93"/>
                <a:gd name="T24" fmla="*/ 260 w 431"/>
                <a:gd name="T25" fmla="*/ 61 h 93"/>
                <a:gd name="T26" fmla="*/ 213 w 431"/>
                <a:gd name="T27" fmla="*/ 37 h 93"/>
                <a:gd name="T28" fmla="*/ 259 w 431"/>
                <a:gd name="T29" fmla="*/ 14 h 93"/>
                <a:gd name="T30" fmla="*/ 54 w 431"/>
                <a:gd name="T31" fmla="*/ 3 h 93"/>
                <a:gd name="T32" fmla="*/ 0 w 431"/>
                <a:gd name="T33" fmla="*/ 21 h 93"/>
                <a:gd name="T34" fmla="*/ 36 w 431"/>
                <a:gd name="T35" fmla="*/ 45 h 93"/>
                <a:gd name="T36" fmla="*/ 27 w 431"/>
                <a:gd name="T37" fmla="*/ 66 h 93"/>
                <a:gd name="T38" fmla="*/ 1 w 431"/>
                <a:gd name="T39" fmla="*/ 72 h 93"/>
                <a:gd name="T40" fmla="*/ 60 w 431"/>
                <a:gd name="T41" fmla="*/ 54 h 93"/>
                <a:gd name="T42" fmla="*/ 26 w 431"/>
                <a:gd name="T43" fmla="*/ 30 h 93"/>
                <a:gd name="T44" fmla="*/ 33 w 431"/>
                <a:gd name="T45" fmla="*/ 9 h 93"/>
                <a:gd name="T46" fmla="*/ 54 w 431"/>
                <a:gd name="T47" fmla="*/ 3 h 93"/>
                <a:gd name="T48" fmla="*/ 390 w 431"/>
                <a:gd name="T49" fmla="*/ 49 h 93"/>
                <a:gd name="T50" fmla="*/ 417 w 431"/>
                <a:gd name="T51" fmla="*/ 49 h 93"/>
                <a:gd name="T52" fmla="*/ 376 w 431"/>
                <a:gd name="T53" fmla="*/ 93 h 93"/>
                <a:gd name="T54" fmla="*/ 389 w 431"/>
                <a:gd name="T55" fmla="*/ 67 h 93"/>
                <a:gd name="T56" fmla="*/ 431 w 431"/>
                <a:gd name="T57" fmla="*/ 49 h 93"/>
                <a:gd name="T58" fmla="*/ 389 w 431"/>
                <a:gd name="T59" fmla="*/ 33 h 93"/>
                <a:gd name="T60" fmla="*/ 376 w 431"/>
                <a:gd name="T61" fmla="*/ 24 h 93"/>
                <a:gd name="T62" fmla="*/ 334 w 431"/>
                <a:gd name="T63" fmla="*/ 75 h 93"/>
                <a:gd name="T64" fmla="*/ 347 w 431"/>
                <a:gd name="T65" fmla="*/ 47 h 93"/>
                <a:gd name="T66" fmla="*/ 368 w 431"/>
                <a:gd name="T67" fmla="*/ 24 h 93"/>
                <a:gd name="T68" fmla="*/ 347 w 431"/>
                <a:gd name="T69" fmla="*/ 24 h 93"/>
                <a:gd name="T70" fmla="*/ 334 w 431"/>
                <a:gd name="T71" fmla="*/ 75 h 93"/>
                <a:gd name="T72" fmla="*/ 282 w 431"/>
                <a:gd name="T73" fmla="*/ 49 h 93"/>
                <a:gd name="T74" fmla="*/ 309 w 431"/>
                <a:gd name="T75" fmla="*/ 49 h 93"/>
                <a:gd name="T76" fmla="*/ 268 w 431"/>
                <a:gd name="T77" fmla="*/ 50 h 93"/>
                <a:gd name="T78" fmla="*/ 323 w 431"/>
                <a:gd name="T79" fmla="*/ 49 h 93"/>
                <a:gd name="T80" fmla="*/ 268 w 431"/>
                <a:gd name="T81" fmla="*/ 50 h 93"/>
                <a:gd name="T82" fmla="*/ 86 w 431"/>
                <a:gd name="T83" fmla="*/ 75 h 93"/>
                <a:gd name="T84" fmla="*/ 73 w 431"/>
                <a:gd name="T85" fmla="*/ 24 h 93"/>
                <a:gd name="T86" fmla="*/ 73 w 431"/>
                <a:gd name="T87" fmla="*/ 14 h 93"/>
                <a:gd name="T88" fmla="*/ 86 w 431"/>
                <a:gd name="T89" fmla="*/ 1 h 93"/>
                <a:gd name="T90" fmla="*/ 73 w 431"/>
                <a:gd name="T91" fmla="*/ 1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31" h="93">
                  <a:moveTo>
                    <a:pt x="133" y="23"/>
                  </a:moveTo>
                  <a:cubicBezTo>
                    <a:pt x="117" y="23"/>
                    <a:pt x="116" y="33"/>
                    <a:pt x="116" y="33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75"/>
                    <a:pt x="103" y="75"/>
                    <a:pt x="103" y="75"/>
                  </a:cubicBezTo>
                  <a:cubicBezTo>
                    <a:pt x="116" y="75"/>
                    <a:pt x="116" y="75"/>
                    <a:pt x="116" y="75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35"/>
                    <a:pt x="121" y="32"/>
                    <a:pt x="128" y="32"/>
                  </a:cubicBezTo>
                  <a:cubicBezTo>
                    <a:pt x="136" y="32"/>
                    <a:pt x="139" y="34"/>
                    <a:pt x="139" y="45"/>
                  </a:cubicBezTo>
                  <a:cubicBezTo>
                    <a:pt x="139" y="75"/>
                    <a:pt x="139" y="75"/>
                    <a:pt x="139" y="75"/>
                  </a:cubicBezTo>
                  <a:cubicBezTo>
                    <a:pt x="152" y="75"/>
                    <a:pt x="152" y="75"/>
                    <a:pt x="152" y="75"/>
                  </a:cubicBezTo>
                  <a:cubicBezTo>
                    <a:pt x="152" y="48"/>
                    <a:pt x="152" y="48"/>
                    <a:pt x="152" y="48"/>
                  </a:cubicBezTo>
                  <a:cubicBezTo>
                    <a:pt x="152" y="35"/>
                    <a:pt x="156" y="32"/>
                    <a:pt x="164" y="32"/>
                  </a:cubicBezTo>
                  <a:cubicBezTo>
                    <a:pt x="172" y="32"/>
                    <a:pt x="174" y="34"/>
                    <a:pt x="174" y="45"/>
                  </a:cubicBezTo>
                  <a:cubicBezTo>
                    <a:pt x="174" y="75"/>
                    <a:pt x="174" y="75"/>
                    <a:pt x="174" y="75"/>
                  </a:cubicBezTo>
                  <a:cubicBezTo>
                    <a:pt x="188" y="75"/>
                    <a:pt x="188" y="75"/>
                    <a:pt x="188" y="75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8" y="28"/>
                    <a:pt x="182" y="23"/>
                    <a:pt x="169" y="23"/>
                  </a:cubicBezTo>
                  <a:cubicBezTo>
                    <a:pt x="153" y="23"/>
                    <a:pt x="151" y="33"/>
                    <a:pt x="151" y="33"/>
                  </a:cubicBezTo>
                  <a:cubicBezTo>
                    <a:pt x="148" y="26"/>
                    <a:pt x="143" y="23"/>
                    <a:pt x="133" y="23"/>
                  </a:cubicBezTo>
                  <a:moveTo>
                    <a:pt x="259" y="4"/>
                  </a:moveTo>
                  <a:cubicBezTo>
                    <a:pt x="259" y="4"/>
                    <a:pt x="251" y="0"/>
                    <a:pt x="238" y="0"/>
                  </a:cubicBezTo>
                  <a:cubicBezTo>
                    <a:pt x="214" y="0"/>
                    <a:pt x="199" y="11"/>
                    <a:pt x="199" y="38"/>
                  </a:cubicBezTo>
                  <a:cubicBezTo>
                    <a:pt x="199" y="65"/>
                    <a:pt x="211" y="76"/>
                    <a:pt x="238" y="76"/>
                  </a:cubicBezTo>
                  <a:cubicBezTo>
                    <a:pt x="253" y="76"/>
                    <a:pt x="260" y="72"/>
                    <a:pt x="260" y="72"/>
                  </a:cubicBezTo>
                  <a:cubicBezTo>
                    <a:pt x="260" y="61"/>
                    <a:pt x="260" y="61"/>
                    <a:pt x="260" y="61"/>
                  </a:cubicBezTo>
                  <a:cubicBezTo>
                    <a:pt x="260" y="61"/>
                    <a:pt x="253" y="66"/>
                    <a:pt x="240" y="66"/>
                  </a:cubicBezTo>
                  <a:cubicBezTo>
                    <a:pt x="223" y="66"/>
                    <a:pt x="213" y="60"/>
                    <a:pt x="213" y="37"/>
                  </a:cubicBezTo>
                  <a:cubicBezTo>
                    <a:pt x="213" y="17"/>
                    <a:pt x="220" y="10"/>
                    <a:pt x="239" y="10"/>
                  </a:cubicBezTo>
                  <a:cubicBezTo>
                    <a:pt x="250" y="10"/>
                    <a:pt x="259" y="14"/>
                    <a:pt x="259" y="14"/>
                  </a:cubicBezTo>
                  <a:lnTo>
                    <a:pt x="259" y="4"/>
                  </a:lnTo>
                  <a:close/>
                  <a:moveTo>
                    <a:pt x="54" y="3"/>
                  </a:moveTo>
                  <a:cubicBezTo>
                    <a:pt x="54" y="3"/>
                    <a:pt x="45" y="0"/>
                    <a:pt x="34" y="0"/>
                  </a:cubicBezTo>
                  <a:cubicBezTo>
                    <a:pt x="15" y="0"/>
                    <a:pt x="0" y="5"/>
                    <a:pt x="0" y="21"/>
                  </a:cubicBezTo>
                  <a:cubicBezTo>
                    <a:pt x="0" y="34"/>
                    <a:pt x="8" y="38"/>
                    <a:pt x="21" y="41"/>
                  </a:cubicBezTo>
                  <a:cubicBezTo>
                    <a:pt x="36" y="45"/>
                    <a:pt x="36" y="45"/>
                    <a:pt x="36" y="45"/>
                  </a:cubicBezTo>
                  <a:cubicBezTo>
                    <a:pt x="43" y="46"/>
                    <a:pt x="46" y="48"/>
                    <a:pt x="46" y="55"/>
                  </a:cubicBezTo>
                  <a:cubicBezTo>
                    <a:pt x="46" y="66"/>
                    <a:pt x="38" y="66"/>
                    <a:pt x="27" y="66"/>
                  </a:cubicBezTo>
                  <a:cubicBezTo>
                    <a:pt x="13" y="66"/>
                    <a:pt x="1" y="62"/>
                    <a:pt x="1" y="62"/>
                  </a:cubicBezTo>
                  <a:cubicBezTo>
                    <a:pt x="1" y="72"/>
                    <a:pt x="1" y="72"/>
                    <a:pt x="1" y="72"/>
                  </a:cubicBezTo>
                  <a:cubicBezTo>
                    <a:pt x="1" y="72"/>
                    <a:pt x="12" y="76"/>
                    <a:pt x="25" y="76"/>
                  </a:cubicBezTo>
                  <a:cubicBezTo>
                    <a:pt x="44" y="76"/>
                    <a:pt x="60" y="72"/>
                    <a:pt x="60" y="54"/>
                  </a:cubicBezTo>
                  <a:cubicBezTo>
                    <a:pt x="60" y="41"/>
                    <a:pt x="53" y="36"/>
                    <a:pt x="40" y="33"/>
                  </a:cubicBezTo>
                  <a:cubicBezTo>
                    <a:pt x="26" y="30"/>
                    <a:pt x="26" y="30"/>
                    <a:pt x="26" y="30"/>
                  </a:cubicBezTo>
                  <a:cubicBezTo>
                    <a:pt x="18" y="28"/>
                    <a:pt x="14" y="26"/>
                    <a:pt x="14" y="19"/>
                  </a:cubicBezTo>
                  <a:cubicBezTo>
                    <a:pt x="14" y="10"/>
                    <a:pt x="23" y="9"/>
                    <a:pt x="33" y="9"/>
                  </a:cubicBezTo>
                  <a:cubicBezTo>
                    <a:pt x="46" y="9"/>
                    <a:pt x="54" y="13"/>
                    <a:pt x="54" y="13"/>
                  </a:cubicBezTo>
                  <a:lnTo>
                    <a:pt x="54" y="3"/>
                  </a:lnTo>
                  <a:close/>
                  <a:moveTo>
                    <a:pt x="403" y="68"/>
                  </a:moveTo>
                  <a:cubicBezTo>
                    <a:pt x="392" y="68"/>
                    <a:pt x="390" y="61"/>
                    <a:pt x="390" y="49"/>
                  </a:cubicBezTo>
                  <a:cubicBezTo>
                    <a:pt x="390" y="38"/>
                    <a:pt x="392" y="31"/>
                    <a:pt x="403" y="31"/>
                  </a:cubicBezTo>
                  <a:cubicBezTo>
                    <a:pt x="414" y="31"/>
                    <a:pt x="417" y="38"/>
                    <a:pt x="417" y="49"/>
                  </a:cubicBezTo>
                  <a:cubicBezTo>
                    <a:pt x="417" y="62"/>
                    <a:pt x="414" y="68"/>
                    <a:pt x="403" y="68"/>
                  </a:cubicBezTo>
                  <a:moveTo>
                    <a:pt x="376" y="93"/>
                  </a:moveTo>
                  <a:cubicBezTo>
                    <a:pt x="389" y="93"/>
                    <a:pt x="389" y="93"/>
                    <a:pt x="389" y="93"/>
                  </a:cubicBezTo>
                  <a:cubicBezTo>
                    <a:pt x="389" y="67"/>
                    <a:pt x="389" y="67"/>
                    <a:pt x="389" y="67"/>
                  </a:cubicBezTo>
                  <a:cubicBezTo>
                    <a:pt x="389" y="67"/>
                    <a:pt x="391" y="76"/>
                    <a:pt x="406" y="76"/>
                  </a:cubicBezTo>
                  <a:cubicBezTo>
                    <a:pt x="423" y="76"/>
                    <a:pt x="431" y="68"/>
                    <a:pt x="431" y="49"/>
                  </a:cubicBezTo>
                  <a:cubicBezTo>
                    <a:pt x="431" y="31"/>
                    <a:pt x="424" y="23"/>
                    <a:pt x="408" y="23"/>
                  </a:cubicBezTo>
                  <a:cubicBezTo>
                    <a:pt x="391" y="23"/>
                    <a:pt x="389" y="33"/>
                    <a:pt x="389" y="33"/>
                  </a:cubicBezTo>
                  <a:cubicBezTo>
                    <a:pt x="389" y="24"/>
                    <a:pt x="389" y="24"/>
                    <a:pt x="389" y="24"/>
                  </a:cubicBezTo>
                  <a:cubicBezTo>
                    <a:pt x="376" y="24"/>
                    <a:pt x="376" y="24"/>
                    <a:pt x="376" y="24"/>
                  </a:cubicBezTo>
                  <a:lnTo>
                    <a:pt x="376" y="93"/>
                  </a:lnTo>
                  <a:close/>
                  <a:moveTo>
                    <a:pt x="334" y="75"/>
                  </a:moveTo>
                  <a:cubicBezTo>
                    <a:pt x="347" y="75"/>
                    <a:pt x="347" y="75"/>
                    <a:pt x="347" y="75"/>
                  </a:cubicBezTo>
                  <a:cubicBezTo>
                    <a:pt x="347" y="47"/>
                    <a:pt x="347" y="47"/>
                    <a:pt x="347" y="47"/>
                  </a:cubicBezTo>
                  <a:cubicBezTo>
                    <a:pt x="347" y="37"/>
                    <a:pt x="351" y="36"/>
                    <a:pt x="368" y="36"/>
                  </a:cubicBezTo>
                  <a:cubicBezTo>
                    <a:pt x="368" y="24"/>
                    <a:pt x="368" y="24"/>
                    <a:pt x="368" y="24"/>
                  </a:cubicBezTo>
                  <a:cubicBezTo>
                    <a:pt x="355" y="24"/>
                    <a:pt x="349" y="28"/>
                    <a:pt x="347" y="37"/>
                  </a:cubicBezTo>
                  <a:cubicBezTo>
                    <a:pt x="347" y="24"/>
                    <a:pt x="347" y="24"/>
                    <a:pt x="347" y="24"/>
                  </a:cubicBezTo>
                  <a:cubicBezTo>
                    <a:pt x="334" y="24"/>
                    <a:pt x="334" y="24"/>
                    <a:pt x="334" y="24"/>
                  </a:cubicBezTo>
                  <a:lnTo>
                    <a:pt x="334" y="75"/>
                  </a:lnTo>
                  <a:close/>
                  <a:moveTo>
                    <a:pt x="296" y="68"/>
                  </a:moveTo>
                  <a:cubicBezTo>
                    <a:pt x="284" y="68"/>
                    <a:pt x="282" y="63"/>
                    <a:pt x="282" y="49"/>
                  </a:cubicBezTo>
                  <a:cubicBezTo>
                    <a:pt x="282" y="36"/>
                    <a:pt x="284" y="30"/>
                    <a:pt x="295" y="30"/>
                  </a:cubicBezTo>
                  <a:cubicBezTo>
                    <a:pt x="307" y="30"/>
                    <a:pt x="309" y="36"/>
                    <a:pt x="309" y="49"/>
                  </a:cubicBezTo>
                  <a:cubicBezTo>
                    <a:pt x="309" y="62"/>
                    <a:pt x="307" y="68"/>
                    <a:pt x="296" y="68"/>
                  </a:cubicBezTo>
                  <a:moveTo>
                    <a:pt x="268" y="50"/>
                  </a:moveTo>
                  <a:cubicBezTo>
                    <a:pt x="268" y="70"/>
                    <a:pt x="278" y="76"/>
                    <a:pt x="295" y="76"/>
                  </a:cubicBezTo>
                  <a:cubicBezTo>
                    <a:pt x="312" y="76"/>
                    <a:pt x="323" y="70"/>
                    <a:pt x="323" y="49"/>
                  </a:cubicBezTo>
                  <a:cubicBezTo>
                    <a:pt x="323" y="29"/>
                    <a:pt x="312" y="23"/>
                    <a:pt x="295" y="23"/>
                  </a:cubicBezTo>
                  <a:cubicBezTo>
                    <a:pt x="278" y="23"/>
                    <a:pt x="268" y="29"/>
                    <a:pt x="268" y="50"/>
                  </a:cubicBezTo>
                  <a:moveTo>
                    <a:pt x="73" y="75"/>
                  </a:moveTo>
                  <a:cubicBezTo>
                    <a:pt x="86" y="75"/>
                    <a:pt x="86" y="75"/>
                    <a:pt x="86" y="75"/>
                  </a:cubicBezTo>
                  <a:cubicBezTo>
                    <a:pt x="86" y="24"/>
                    <a:pt x="86" y="24"/>
                    <a:pt x="86" y="24"/>
                  </a:cubicBezTo>
                  <a:cubicBezTo>
                    <a:pt x="73" y="24"/>
                    <a:pt x="73" y="24"/>
                    <a:pt x="73" y="24"/>
                  </a:cubicBezTo>
                  <a:lnTo>
                    <a:pt x="73" y="75"/>
                  </a:lnTo>
                  <a:close/>
                  <a:moveTo>
                    <a:pt x="73" y="14"/>
                  </a:moveTo>
                  <a:cubicBezTo>
                    <a:pt x="86" y="14"/>
                    <a:pt x="86" y="14"/>
                    <a:pt x="86" y="14"/>
                  </a:cubicBezTo>
                  <a:cubicBezTo>
                    <a:pt x="86" y="1"/>
                    <a:pt x="86" y="1"/>
                    <a:pt x="86" y="1"/>
                  </a:cubicBezTo>
                  <a:cubicBezTo>
                    <a:pt x="73" y="1"/>
                    <a:pt x="73" y="1"/>
                    <a:pt x="73" y="1"/>
                  </a:cubicBezTo>
                  <a:lnTo>
                    <a:pt x="73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8"/>
            <p:cNvSpPr>
              <a:spLocks noEditPoints="1"/>
            </p:cNvSpPr>
            <p:nvPr userDrawn="1"/>
          </p:nvSpPr>
          <p:spPr bwMode="auto">
            <a:xfrm>
              <a:off x="10142048" y="6453602"/>
              <a:ext cx="59859" cy="61672"/>
            </a:xfrm>
            <a:custGeom>
              <a:avLst/>
              <a:gdLst>
                <a:gd name="T0" fmla="*/ 26 w 33"/>
                <a:gd name="T1" fmla="*/ 26 h 34"/>
                <a:gd name="T2" fmla="*/ 13 w 33"/>
                <a:gd name="T3" fmla="*/ 26 h 34"/>
                <a:gd name="T4" fmla="*/ 13 w 33"/>
                <a:gd name="T5" fmla="*/ 13 h 34"/>
                <a:gd name="T6" fmla="*/ 26 w 33"/>
                <a:gd name="T7" fmla="*/ 13 h 34"/>
                <a:gd name="T8" fmla="*/ 26 w 33"/>
                <a:gd name="T9" fmla="*/ 26 h 34"/>
                <a:gd name="T10" fmla="*/ 33 w 33"/>
                <a:gd name="T11" fmla="*/ 0 h 34"/>
                <a:gd name="T12" fmla="*/ 0 w 33"/>
                <a:gd name="T13" fmla="*/ 0 h 34"/>
                <a:gd name="T14" fmla="*/ 0 w 33"/>
                <a:gd name="T15" fmla="*/ 34 h 34"/>
                <a:gd name="T16" fmla="*/ 33 w 33"/>
                <a:gd name="T17" fmla="*/ 34 h 34"/>
                <a:gd name="T18" fmla="*/ 33 w 33"/>
                <a:gd name="T19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3" h="34">
                  <a:moveTo>
                    <a:pt x="26" y="26"/>
                  </a:moveTo>
                  <a:lnTo>
                    <a:pt x="13" y="26"/>
                  </a:lnTo>
                  <a:lnTo>
                    <a:pt x="13" y="13"/>
                  </a:lnTo>
                  <a:lnTo>
                    <a:pt x="26" y="13"/>
                  </a:lnTo>
                  <a:lnTo>
                    <a:pt x="26" y="26"/>
                  </a:lnTo>
                  <a:close/>
                  <a:moveTo>
                    <a:pt x="33" y="0"/>
                  </a:moveTo>
                  <a:lnTo>
                    <a:pt x="0" y="0"/>
                  </a:lnTo>
                  <a:lnTo>
                    <a:pt x="0" y="34"/>
                  </a:lnTo>
                  <a:lnTo>
                    <a:pt x="33" y="34"/>
                  </a:lnTo>
                  <a:lnTo>
                    <a:pt x="3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9"/>
            <p:cNvSpPr>
              <a:spLocks noEditPoints="1"/>
            </p:cNvSpPr>
            <p:nvPr userDrawn="1"/>
          </p:nvSpPr>
          <p:spPr bwMode="auto">
            <a:xfrm>
              <a:off x="10078561" y="6390116"/>
              <a:ext cx="163250" cy="165063"/>
            </a:xfrm>
            <a:custGeom>
              <a:avLst/>
              <a:gdLst>
                <a:gd name="T0" fmla="*/ 83 w 90"/>
                <a:gd name="T1" fmla="*/ 83 h 91"/>
                <a:gd name="T2" fmla="*/ 13 w 90"/>
                <a:gd name="T3" fmla="*/ 83 h 91"/>
                <a:gd name="T4" fmla="*/ 13 w 90"/>
                <a:gd name="T5" fmla="*/ 13 h 91"/>
                <a:gd name="T6" fmla="*/ 83 w 90"/>
                <a:gd name="T7" fmla="*/ 13 h 91"/>
                <a:gd name="T8" fmla="*/ 83 w 90"/>
                <a:gd name="T9" fmla="*/ 83 h 91"/>
                <a:gd name="T10" fmla="*/ 90 w 90"/>
                <a:gd name="T11" fmla="*/ 0 h 91"/>
                <a:gd name="T12" fmla="*/ 0 w 90"/>
                <a:gd name="T13" fmla="*/ 0 h 91"/>
                <a:gd name="T14" fmla="*/ 0 w 90"/>
                <a:gd name="T15" fmla="*/ 91 h 91"/>
                <a:gd name="T16" fmla="*/ 90 w 90"/>
                <a:gd name="T17" fmla="*/ 91 h 91"/>
                <a:gd name="T18" fmla="*/ 90 w 90"/>
                <a:gd name="T1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0" h="91">
                  <a:moveTo>
                    <a:pt x="83" y="83"/>
                  </a:moveTo>
                  <a:lnTo>
                    <a:pt x="13" y="83"/>
                  </a:lnTo>
                  <a:lnTo>
                    <a:pt x="13" y="13"/>
                  </a:lnTo>
                  <a:lnTo>
                    <a:pt x="83" y="13"/>
                  </a:lnTo>
                  <a:lnTo>
                    <a:pt x="83" y="83"/>
                  </a:lnTo>
                  <a:close/>
                  <a:moveTo>
                    <a:pt x="90" y="0"/>
                  </a:moveTo>
                  <a:lnTo>
                    <a:pt x="0" y="0"/>
                  </a:lnTo>
                  <a:lnTo>
                    <a:pt x="0" y="91"/>
                  </a:lnTo>
                  <a:lnTo>
                    <a:pt x="90" y="91"/>
                  </a:lnTo>
                  <a:lnTo>
                    <a:pt x="9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0"/>
            <p:cNvSpPr>
              <a:spLocks noEditPoints="1"/>
            </p:cNvSpPr>
            <p:nvPr userDrawn="1"/>
          </p:nvSpPr>
          <p:spPr bwMode="auto">
            <a:xfrm>
              <a:off x="10056795" y="6368350"/>
              <a:ext cx="206783" cy="204969"/>
            </a:xfrm>
            <a:custGeom>
              <a:avLst/>
              <a:gdLst>
                <a:gd name="T0" fmla="*/ 107 w 114"/>
                <a:gd name="T1" fmla="*/ 107 h 113"/>
                <a:gd name="T2" fmla="*/ 7 w 114"/>
                <a:gd name="T3" fmla="*/ 107 h 113"/>
                <a:gd name="T4" fmla="*/ 7 w 114"/>
                <a:gd name="T5" fmla="*/ 8 h 113"/>
                <a:gd name="T6" fmla="*/ 107 w 114"/>
                <a:gd name="T7" fmla="*/ 8 h 113"/>
                <a:gd name="T8" fmla="*/ 107 w 114"/>
                <a:gd name="T9" fmla="*/ 107 h 113"/>
                <a:gd name="T10" fmla="*/ 0 w 114"/>
                <a:gd name="T11" fmla="*/ 113 h 113"/>
                <a:gd name="T12" fmla="*/ 114 w 114"/>
                <a:gd name="T13" fmla="*/ 113 h 113"/>
                <a:gd name="T14" fmla="*/ 114 w 114"/>
                <a:gd name="T15" fmla="*/ 0 h 113"/>
                <a:gd name="T16" fmla="*/ 0 w 114"/>
                <a:gd name="T17" fmla="*/ 0 h 113"/>
                <a:gd name="T18" fmla="*/ 0 w 114"/>
                <a:gd name="T19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4" h="113">
                  <a:moveTo>
                    <a:pt x="107" y="107"/>
                  </a:moveTo>
                  <a:lnTo>
                    <a:pt x="7" y="107"/>
                  </a:lnTo>
                  <a:lnTo>
                    <a:pt x="7" y="8"/>
                  </a:lnTo>
                  <a:lnTo>
                    <a:pt x="107" y="8"/>
                  </a:lnTo>
                  <a:lnTo>
                    <a:pt x="107" y="107"/>
                  </a:lnTo>
                  <a:close/>
                  <a:moveTo>
                    <a:pt x="0" y="113"/>
                  </a:moveTo>
                  <a:lnTo>
                    <a:pt x="114" y="113"/>
                  </a:lnTo>
                  <a:lnTo>
                    <a:pt x="114" y="0"/>
                  </a:lnTo>
                  <a:lnTo>
                    <a:pt x="0" y="0"/>
                  </a:lnTo>
                  <a:lnTo>
                    <a:pt x="0" y="1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1"/>
            <p:cNvSpPr>
              <a:spLocks noEditPoints="1"/>
            </p:cNvSpPr>
            <p:nvPr userDrawn="1"/>
          </p:nvSpPr>
          <p:spPr bwMode="auto">
            <a:xfrm>
              <a:off x="10109398" y="6422766"/>
              <a:ext cx="112461" cy="110647"/>
            </a:xfrm>
            <a:custGeom>
              <a:avLst/>
              <a:gdLst>
                <a:gd name="T0" fmla="*/ 56 w 62"/>
                <a:gd name="T1" fmla="*/ 55 h 61"/>
                <a:gd name="T2" fmla="*/ 14 w 62"/>
                <a:gd name="T3" fmla="*/ 55 h 61"/>
                <a:gd name="T4" fmla="*/ 14 w 62"/>
                <a:gd name="T5" fmla="*/ 13 h 61"/>
                <a:gd name="T6" fmla="*/ 56 w 62"/>
                <a:gd name="T7" fmla="*/ 13 h 61"/>
                <a:gd name="T8" fmla="*/ 56 w 62"/>
                <a:gd name="T9" fmla="*/ 55 h 61"/>
                <a:gd name="T10" fmla="*/ 62 w 62"/>
                <a:gd name="T11" fmla="*/ 0 h 61"/>
                <a:gd name="T12" fmla="*/ 0 w 62"/>
                <a:gd name="T13" fmla="*/ 0 h 61"/>
                <a:gd name="T14" fmla="*/ 0 w 62"/>
                <a:gd name="T15" fmla="*/ 61 h 61"/>
                <a:gd name="T16" fmla="*/ 62 w 62"/>
                <a:gd name="T17" fmla="*/ 61 h 61"/>
                <a:gd name="T18" fmla="*/ 62 w 62"/>
                <a:gd name="T19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" h="61">
                  <a:moveTo>
                    <a:pt x="56" y="55"/>
                  </a:moveTo>
                  <a:lnTo>
                    <a:pt x="14" y="55"/>
                  </a:lnTo>
                  <a:lnTo>
                    <a:pt x="14" y="13"/>
                  </a:lnTo>
                  <a:lnTo>
                    <a:pt x="56" y="13"/>
                  </a:lnTo>
                  <a:lnTo>
                    <a:pt x="56" y="55"/>
                  </a:lnTo>
                  <a:close/>
                  <a:moveTo>
                    <a:pt x="62" y="0"/>
                  </a:moveTo>
                  <a:lnTo>
                    <a:pt x="0" y="0"/>
                  </a:lnTo>
                  <a:lnTo>
                    <a:pt x="0" y="61"/>
                  </a:lnTo>
                  <a:lnTo>
                    <a:pt x="62" y="61"/>
                  </a:lnTo>
                  <a:lnTo>
                    <a:pt x="6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2" name="Pladsholder til sidefod 2"/>
          <p:cNvSpPr txBox="1">
            <a:spLocks/>
          </p:cNvSpPr>
          <p:nvPr userDrawn="1"/>
        </p:nvSpPr>
        <p:spPr>
          <a:xfrm>
            <a:off x="1351722" y="6356378"/>
            <a:ext cx="989842" cy="36618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marL="0" marR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1200">
                <a:solidFill>
                  <a:schemeClr val="accent6"/>
                </a:solidFill>
                <a:latin typeface="+mj-lt"/>
                <a:ea typeface="ＭＳ Ｐゴシック" charset="0"/>
                <a:cs typeface="ＭＳ Ｐゴシック" charset="0"/>
              </a:rPr>
              <a:t>© 2020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7_Breaker slide - light gra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54">
            <a:extLst>
              <a:ext uri="{FF2B5EF4-FFF2-40B4-BE49-F238E27FC236}">
                <a16:creationId xmlns:a16="http://schemas.microsoft.com/office/drawing/2014/main" id="{71F047AA-2753-4C31-937B-F7C2A6F5BB41}"/>
              </a:ext>
            </a:extLst>
          </p:cNvPr>
          <p:cNvGrpSpPr/>
          <p:nvPr userDrawn="1"/>
        </p:nvGrpSpPr>
        <p:grpSpPr>
          <a:xfrm>
            <a:off x="-9183" y="3278"/>
            <a:ext cx="12192001" cy="6864350"/>
            <a:chOff x="0" y="-6350"/>
            <a:chExt cx="12192001" cy="6864350"/>
          </a:xfrm>
        </p:grpSpPr>
        <p:sp>
          <p:nvSpPr>
            <p:cNvPr id="56" name="Freeform 5">
              <a:extLst>
                <a:ext uri="{FF2B5EF4-FFF2-40B4-BE49-F238E27FC236}">
                  <a16:creationId xmlns:a16="http://schemas.microsoft.com/office/drawing/2014/main" id="{2668ACD1-E923-41A7-8C8B-CFDB0E5C5C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3738" y="2016125"/>
              <a:ext cx="5568950" cy="4841875"/>
            </a:xfrm>
            <a:custGeom>
              <a:avLst/>
              <a:gdLst>
                <a:gd name="T0" fmla="*/ 0 w 3508"/>
                <a:gd name="T1" fmla="*/ 0 h 3050"/>
                <a:gd name="T2" fmla="*/ 0 w 3508"/>
                <a:gd name="T3" fmla="*/ 3050 h 3050"/>
                <a:gd name="T4" fmla="*/ 1737 w 3508"/>
                <a:gd name="T5" fmla="*/ 3050 h 3050"/>
                <a:gd name="T6" fmla="*/ 3508 w 3508"/>
                <a:gd name="T7" fmla="*/ 2027 h 3050"/>
                <a:gd name="T8" fmla="*/ 0 w 3508"/>
                <a:gd name="T9" fmla="*/ 0 h 30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08" h="3050">
                  <a:moveTo>
                    <a:pt x="0" y="0"/>
                  </a:moveTo>
                  <a:lnTo>
                    <a:pt x="0" y="3050"/>
                  </a:lnTo>
                  <a:lnTo>
                    <a:pt x="1737" y="3050"/>
                  </a:lnTo>
                  <a:lnTo>
                    <a:pt x="3508" y="20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7">
              <a:extLst>
                <a:ext uri="{FF2B5EF4-FFF2-40B4-BE49-F238E27FC236}">
                  <a16:creationId xmlns:a16="http://schemas.microsoft.com/office/drawing/2014/main" id="{E350CCF4-74B9-4CBF-8D46-5E5574C3CB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-6350"/>
              <a:ext cx="5462588" cy="2022475"/>
            </a:xfrm>
            <a:custGeom>
              <a:avLst/>
              <a:gdLst>
                <a:gd name="T0" fmla="*/ 3441 w 3441"/>
                <a:gd name="T1" fmla="*/ 0 h 1274"/>
                <a:gd name="T2" fmla="*/ 0 w 3441"/>
                <a:gd name="T3" fmla="*/ 0 h 1274"/>
                <a:gd name="T4" fmla="*/ 0 w 3441"/>
                <a:gd name="T5" fmla="*/ 559 h 1274"/>
                <a:gd name="T6" fmla="*/ 1237 w 3441"/>
                <a:gd name="T7" fmla="*/ 1274 h 1274"/>
                <a:gd name="T8" fmla="*/ 3441 w 3441"/>
                <a:gd name="T9" fmla="*/ 0 h 1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41" h="1274">
                  <a:moveTo>
                    <a:pt x="3441" y="0"/>
                  </a:moveTo>
                  <a:lnTo>
                    <a:pt x="0" y="0"/>
                  </a:lnTo>
                  <a:lnTo>
                    <a:pt x="0" y="559"/>
                  </a:lnTo>
                  <a:lnTo>
                    <a:pt x="1237" y="1274"/>
                  </a:lnTo>
                  <a:lnTo>
                    <a:pt x="3441" y="0"/>
                  </a:lnTo>
                  <a:close/>
                </a:path>
              </a:pathLst>
            </a:custGeom>
            <a:solidFill>
              <a:srgbClr val="000000">
                <a:alpha val="7843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9">
              <a:extLst>
                <a:ext uri="{FF2B5EF4-FFF2-40B4-BE49-F238E27FC236}">
                  <a16:creationId xmlns:a16="http://schemas.microsoft.com/office/drawing/2014/main" id="{D13B5093-B5A9-48FA-9028-4E92FCB3E5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1200" y="-6350"/>
              <a:ext cx="2590800" cy="1497013"/>
            </a:xfrm>
            <a:custGeom>
              <a:avLst/>
              <a:gdLst>
                <a:gd name="T0" fmla="*/ 1632 w 1632"/>
                <a:gd name="T1" fmla="*/ 0 h 943"/>
                <a:gd name="T2" fmla="*/ 0 w 1632"/>
                <a:gd name="T3" fmla="*/ 0 h 943"/>
                <a:gd name="T4" fmla="*/ 1632 w 1632"/>
                <a:gd name="T5" fmla="*/ 943 h 943"/>
                <a:gd name="T6" fmla="*/ 1632 w 1632"/>
                <a:gd name="T7" fmla="*/ 0 h 9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32" h="943">
                  <a:moveTo>
                    <a:pt x="1632" y="0"/>
                  </a:moveTo>
                  <a:lnTo>
                    <a:pt x="0" y="0"/>
                  </a:lnTo>
                  <a:lnTo>
                    <a:pt x="1632" y="943"/>
                  </a:lnTo>
                  <a:lnTo>
                    <a:pt x="1632" y="0"/>
                  </a:lnTo>
                  <a:close/>
                </a:path>
              </a:pathLst>
            </a:custGeom>
            <a:solidFill>
              <a:srgbClr val="000000">
                <a:alpha val="7843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11">
              <a:extLst>
                <a:ext uri="{FF2B5EF4-FFF2-40B4-BE49-F238E27FC236}">
                  <a16:creationId xmlns:a16="http://schemas.microsoft.com/office/drawing/2014/main" id="{C758AF99-AC06-4C66-8C13-45D5863BFC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3738" y="-6350"/>
              <a:ext cx="10228263" cy="6864350"/>
            </a:xfrm>
            <a:custGeom>
              <a:avLst/>
              <a:gdLst>
                <a:gd name="T0" fmla="*/ 0 w 6443"/>
                <a:gd name="T1" fmla="*/ 1274 h 4324"/>
                <a:gd name="T2" fmla="*/ 3508 w 6443"/>
                <a:gd name="T3" fmla="*/ 3301 h 4324"/>
                <a:gd name="T4" fmla="*/ 5278 w 6443"/>
                <a:gd name="T5" fmla="*/ 4324 h 4324"/>
                <a:gd name="T6" fmla="*/ 6443 w 6443"/>
                <a:gd name="T7" fmla="*/ 4324 h 4324"/>
                <a:gd name="T8" fmla="*/ 6443 w 6443"/>
                <a:gd name="T9" fmla="*/ 943 h 4324"/>
                <a:gd name="T10" fmla="*/ 4811 w 6443"/>
                <a:gd name="T11" fmla="*/ 0 h 4324"/>
                <a:gd name="T12" fmla="*/ 2204 w 6443"/>
                <a:gd name="T13" fmla="*/ 0 h 4324"/>
                <a:gd name="T14" fmla="*/ 0 w 6443"/>
                <a:gd name="T15" fmla="*/ 1274 h 4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443" h="4324">
                  <a:moveTo>
                    <a:pt x="0" y="1274"/>
                  </a:moveTo>
                  <a:lnTo>
                    <a:pt x="3508" y="3301"/>
                  </a:lnTo>
                  <a:lnTo>
                    <a:pt x="5278" y="4324"/>
                  </a:lnTo>
                  <a:lnTo>
                    <a:pt x="6443" y="4324"/>
                  </a:lnTo>
                  <a:lnTo>
                    <a:pt x="6443" y="943"/>
                  </a:lnTo>
                  <a:lnTo>
                    <a:pt x="4811" y="0"/>
                  </a:lnTo>
                  <a:lnTo>
                    <a:pt x="2204" y="0"/>
                  </a:lnTo>
                  <a:lnTo>
                    <a:pt x="0" y="1274"/>
                  </a:lnTo>
                  <a:close/>
                </a:path>
              </a:pathLst>
            </a:custGeom>
            <a:solidFill>
              <a:srgbClr val="000000">
                <a:alpha val="16078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19">
              <a:extLst>
                <a:ext uri="{FF2B5EF4-FFF2-40B4-BE49-F238E27FC236}">
                  <a16:creationId xmlns:a16="http://schemas.microsoft.com/office/drawing/2014/main" id="{E64CFA6F-205E-40A3-B173-4C4787D966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881062"/>
              <a:ext cx="1963738" cy="5976938"/>
            </a:xfrm>
            <a:custGeom>
              <a:avLst/>
              <a:gdLst>
                <a:gd name="T0" fmla="*/ 0 w 1237"/>
                <a:gd name="T1" fmla="*/ 0 h 3765"/>
                <a:gd name="T2" fmla="*/ 0 w 1237"/>
                <a:gd name="T3" fmla="*/ 3765 h 3765"/>
                <a:gd name="T4" fmla="*/ 1237 w 1237"/>
                <a:gd name="T5" fmla="*/ 3765 h 3765"/>
                <a:gd name="T6" fmla="*/ 1237 w 1237"/>
                <a:gd name="T7" fmla="*/ 715 h 3765"/>
                <a:gd name="T8" fmla="*/ 0 w 1237"/>
                <a:gd name="T9" fmla="*/ 0 h 37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7" h="3765">
                  <a:moveTo>
                    <a:pt x="0" y="0"/>
                  </a:moveTo>
                  <a:lnTo>
                    <a:pt x="0" y="3765"/>
                  </a:lnTo>
                  <a:lnTo>
                    <a:pt x="1237" y="3765"/>
                  </a:lnTo>
                  <a:lnTo>
                    <a:pt x="1237" y="7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2157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0">
              <a:extLst>
                <a:ext uri="{FF2B5EF4-FFF2-40B4-BE49-F238E27FC236}">
                  <a16:creationId xmlns:a16="http://schemas.microsoft.com/office/drawing/2014/main" id="{ADF27179-F614-4A89-BA2E-398375AA66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21225" y="5233987"/>
              <a:ext cx="5621338" cy="1624013"/>
            </a:xfrm>
            <a:custGeom>
              <a:avLst/>
              <a:gdLst>
                <a:gd name="T0" fmla="*/ 1771 w 3541"/>
                <a:gd name="T1" fmla="*/ 0 h 1023"/>
                <a:gd name="T2" fmla="*/ 0 w 3541"/>
                <a:gd name="T3" fmla="*/ 1023 h 1023"/>
                <a:gd name="T4" fmla="*/ 3541 w 3541"/>
                <a:gd name="T5" fmla="*/ 1023 h 1023"/>
                <a:gd name="T6" fmla="*/ 1771 w 3541"/>
                <a:gd name="T7" fmla="*/ 0 h 1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41" h="1023">
                  <a:moveTo>
                    <a:pt x="1771" y="0"/>
                  </a:moveTo>
                  <a:lnTo>
                    <a:pt x="0" y="1023"/>
                  </a:lnTo>
                  <a:lnTo>
                    <a:pt x="3541" y="1023"/>
                  </a:lnTo>
                  <a:lnTo>
                    <a:pt x="1771" y="0"/>
                  </a:lnTo>
                  <a:close/>
                </a:path>
              </a:pathLst>
            </a:custGeom>
            <a:solidFill>
              <a:srgbClr val="000000">
                <a:alpha val="10196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1" name="Text Placeholder 19"/>
          <p:cNvSpPr>
            <a:spLocks noGrp="1"/>
          </p:cNvSpPr>
          <p:nvPr>
            <p:ph type="body" sz="quarter" idx="11" hasCustomPrompt="1"/>
          </p:nvPr>
        </p:nvSpPr>
        <p:spPr>
          <a:xfrm>
            <a:off x="672000" y="2385395"/>
            <a:ext cx="10848487" cy="3012105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4800"/>
              </a:lnSpc>
              <a:buNone/>
              <a:defRPr sz="4800" b="0" cap="all" spc="107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da-DK"/>
              <a:t>INSERT BREAKER TITLE HERE</a:t>
            </a:r>
            <a:endParaRPr lang="en-US"/>
          </a:p>
        </p:txBody>
      </p:sp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6BA917-7F09-4B8D-AF07-F52890C14046}" type="slidenum">
              <a:rPr lang="da-DK" smtClean="0"/>
              <a:pPr/>
              <a:t>‹#›</a:t>
            </a:fld>
            <a:endParaRPr lang="da-DK"/>
          </a:p>
        </p:txBody>
      </p:sp>
      <p:grpSp>
        <p:nvGrpSpPr>
          <p:cNvPr id="18" name="Gruppe 17"/>
          <p:cNvGrpSpPr>
            <a:grpSpLocks noChangeAspect="1"/>
          </p:cNvGrpSpPr>
          <p:nvPr/>
        </p:nvGrpSpPr>
        <p:grpSpPr>
          <a:xfrm>
            <a:off x="10343104" y="6422579"/>
            <a:ext cx="1176854" cy="202504"/>
            <a:chOff x="10056795" y="6368350"/>
            <a:chExt cx="1454739" cy="250316"/>
          </a:xfrm>
          <a:solidFill>
            <a:schemeClr val="tx1"/>
          </a:solidFill>
        </p:grpSpPr>
        <p:sp>
          <p:nvSpPr>
            <p:cNvPr id="19" name="Freeform 7"/>
            <p:cNvSpPr>
              <a:spLocks noEditPoints="1"/>
            </p:cNvSpPr>
            <p:nvPr userDrawn="1"/>
          </p:nvSpPr>
          <p:spPr bwMode="auto">
            <a:xfrm>
              <a:off x="10368784" y="6371977"/>
              <a:ext cx="1142750" cy="246689"/>
            </a:xfrm>
            <a:custGeom>
              <a:avLst/>
              <a:gdLst>
                <a:gd name="T0" fmla="*/ 116 w 431"/>
                <a:gd name="T1" fmla="*/ 33 h 93"/>
                <a:gd name="T2" fmla="*/ 103 w 431"/>
                <a:gd name="T3" fmla="*/ 24 h 93"/>
                <a:gd name="T4" fmla="*/ 116 w 431"/>
                <a:gd name="T5" fmla="*/ 75 h 93"/>
                <a:gd name="T6" fmla="*/ 128 w 431"/>
                <a:gd name="T7" fmla="*/ 32 h 93"/>
                <a:gd name="T8" fmla="*/ 139 w 431"/>
                <a:gd name="T9" fmla="*/ 75 h 93"/>
                <a:gd name="T10" fmla="*/ 152 w 431"/>
                <a:gd name="T11" fmla="*/ 48 h 93"/>
                <a:gd name="T12" fmla="*/ 174 w 431"/>
                <a:gd name="T13" fmla="*/ 45 h 93"/>
                <a:gd name="T14" fmla="*/ 188 w 431"/>
                <a:gd name="T15" fmla="*/ 75 h 93"/>
                <a:gd name="T16" fmla="*/ 169 w 431"/>
                <a:gd name="T17" fmla="*/ 23 h 93"/>
                <a:gd name="T18" fmla="*/ 133 w 431"/>
                <a:gd name="T19" fmla="*/ 23 h 93"/>
                <a:gd name="T20" fmla="*/ 238 w 431"/>
                <a:gd name="T21" fmla="*/ 0 h 93"/>
                <a:gd name="T22" fmla="*/ 238 w 431"/>
                <a:gd name="T23" fmla="*/ 76 h 93"/>
                <a:gd name="T24" fmla="*/ 260 w 431"/>
                <a:gd name="T25" fmla="*/ 61 h 93"/>
                <a:gd name="T26" fmla="*/ 213 w 431"/>
                <a:gd name="T27" fmla="*/ 37 h 93"/>
                <a:gd name="T28" fmla="*/ 259 w 431"/>
                <a:gd name="T29" fmla="*/ 14 h 93"/>
                <a:gd name="T30" fmla="*/ 54 w 431"/>
                <a:gd name="T31" fmla="*/ 3 h 93"/>
                <a:gd name="T32" fmla="*/ 0 w 431"/>
                <a:gd name="T33" fmla="*/ 21 h 93"/>
                <a:gd name="T34" fmla="*/ 36 w 431"/>
                <a:gd name="T35" fmla="*/ 45 h 93"/>
                <a:gd name="T36" fmla="*/ 27 w 431"/>
                <a:gd name="T37" fmla="*/ 66 h 93"/>
                <a:gd name="T38" fmla="*/ 1 w 431"/>
                <a:gd name="T39" fmla="*/ 72 h 93"/>
                <a:gd name="T40" fmla="*/ 60 w 431"/>
                <a:gd name="T41" fmla="*/ 54 h 93"/>
                <a:gd name="T42" fmla="*/ 26 w 431"/>
                <a:gd name="T43" fmla="*/ 30 h 93"/>
                <a:gd name="T44" fmla="*/ 33 w 431"/>
                <a:gd name="T45" fmla="*/ 9 h 93"/>
                <a:gd name="T46" fmla="*/ 54 w 431"/>
                <a:gd name="T47" fmla="*/ 3 h 93"/>
                <a:gd name="T48" fmla="*/ 390 w 431"/>
                <a:gd name="T49" fmla="*/ 49 h 93"/>
                <a:gd name="T50" fmla="*/ 417 w 431"/>
                <a:gd name="T51" fmla="*/ 49 h 93"/>
                <a:gd name="T52" fmla="*/ 376 w 431"/>
                <a:gd name="T53" fmla="*/ 93 h 93"/>
                <a:gd name="T54" fmla="*/ 389 w 431"/>
                <a:gd name="T55" fmla="*/ 67 h 93"/>
                <a:gd name="T56" fmla="*/ 431 w 431"/>
                <a:gd name="T57" fmla="*/ 49 h 93"/>
                <a:gd name="T58" fmla="*/ 389 w 431"/>
                <a:gd name="T59" fmla="*/ 33 h 93"/>
                <a:gd name="T60" fmla="*/ 376 w 431"/>
                <a:gd name="T61" fmla="*/ 24 h 93"/>
                <a:gd name="T62" fmla="*/ 334 w 431"/>
                <a:gd name="T63" fmla="*/ 75 h 93"/>
                <a:gd name="T64" fmla="*/ 347 w 431"/>
                <a:gd name="T65" fmla="*/ 47 h 93"/>
                <a:gd name="T66" fmla="*/ 368 w 431"/>
                <a:gd name="T67" fmla="*/ 24 h 93"/>
                <a:gd name="T68" fmla="*/ 347 w 431"/>
                <a:gd name="T69" fmla="*/ 24 h 93"/>
                <a:gd name="T70" fmla="*/ 334 w 431"/>
                <a:gd name="T71" fmla="*/ 75 h 93"/>
                <a:gd name="T72" fmla="*/ 282 w 431"/>
                <a:gd name="T73" fmla="*/ 49 h 93"/>
                <a:gd name="T74" fmla="*/ 309 w 431"/>
                <a:gd name="T75" fmla="*/ 49 h 93"/>
                <a:gd name="T76" fmla="*/ 268 w 431"/>
                <a:gd name="T77" fmla="*/ 50 h 93"/>
                <a:gd name="T78" fmla="*/ 323 w 431"/>
                <a:gd name="T79" fmla="*/ 49 h 93"/>
                <a:gd name="T80" fmla="*/ 268 w 431"/>
                <a:gd name="T81" fmla="*/ 50 h 93"/>
                <a:gd name="T82" fmla="*/ 86 w 431"/>
                <a:gd name="T83" fmla="*/ 75 h 93"/>
                <a:gd name="T84" fmla="*/ 73 w 431"/>
                <a:gd name="T85" fmla="*/ 24 h 93"/>
                <a:gd name="T86" fmla="*/ 73 w 431"/>
                <a:gd name="T87" fmla="*/ 14 h 93"/>
                <a:gd name="T88" fmla="*/ 86 w 431"/>
                <a:gd name="T89" fmla="*/ 1 h 93"/>
                <a:gd name="T90" fmla="*/ 73 w 431"/>
                <a:gd name="T91" fmla="*/ 1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31" h="93">
                  <a:moveTo>
                    <a:pt x="133" y="23"/>
                  </a:moveTo>
                  <a:cubicBezTo>
                    <a:pt x="117" y="23"/>
                    <a:pt x="116" y="33"/>
                    <a:pt x="116" y="33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75"/>
                    <a:pt x="103" y="75"/>
                    <a:pt x="103" y="75"/>
                  </a:cubicBezTo>
                  <a:cubicBezTo>
                    <a:pt x="116" y="75"/>
                    <a:pt x="116" y="75"/>
                    <a:pt x="116" y="75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35"/>
                    <a:pt x="121" y="32"/>
                    <a:pt x="128" y="32"/>
                  </a:cubicBezTo>
                  <a:cubicBezTo>
                    <a:pt x="136" y="32"/>
                    <a:pt x="139" y="34"/>
                    <a:pt x="139" y="45"/>
                  </a:cubicBezTo>
                  <a:cubicBezTo>
                    <a:pt x="139" y="75"/>
                    <a:pt x="139" y="75"/>
                    <a:pt x="139" y="75"/>
                  </a:cubicBezTo>
                  <a:cubicBezTo>
                    <a:pt x="152" y="75"/>
                    <a:pt x="152" y="75"/>
                    <a:pt x="152" y="75"/>
                  </a:cubicBezTo>
                  <a:cubicBezTo>
                    <a:pt x="152" y="48"/>
                    <a:pt x="152" y="48"/>
                    <a:pt x="152" y="48"/>
                  </a:cubicBezTo>
                  <a:cubicBezTo>
                    <a:pt x="152" y="35"/>
                    <a:pt x="156" y="32"/>
                    <a:pt x="164" y="32"/>
                  </a:cubicBezTo>
                  <a:cubicBezTo>
                    <a:pt x="172" y="32"/>
                    <a:pt x="174" y="34"/>
                    <a:pt x="174" y="45"/>
                  </a:cubicBezTo>
                  <a:cubicBezTo>
                    <a:pt x="174" y="75"/>
                    <a:pt x="174" y="75"/>
                    <a:pt x="174" y="75"/>
                  </a:cubicBezTo>
                  <a:cubicBezTo>
                    <a:pt x="188" y="75"/>
                    <a:pt x="188" y="75"/>
                    <a:pt x="188" y="75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8" y="28"/>
                    <a:pt x="182" y="23"/>
                    <a:pt x="169" y="23"/>
                  </a:cubicBezTo>
                  <a:cubicBezTo>
                    <a:pt x="153" y="23"/>
                    <a:pt x="151" y="33"/>
                    <a:pt x="151" y="33"/>
                  </a:cubicBezTo>
                  <a:cubicBezTo>
                    <a:pt x="148" y="26"/>
                    <a:pt x="143" y="23"/>
                    <a:pt x="133" y="23"/>
                  </a:cubicBezTo>
                  <a:moveTo>
                    <a:pt x="259" y="4"/>
                  </a:moveTo>
                  <a:cubicBezTo>
                    <a:pt x="259" y="4"/>
                    <a:pt x="251" y="0"/>
                    <a:pt x="238" y="0"/>
                  </a:cubicBezTo>
                  <a:cubicBezTo>
                    <a:pt x="214" y="0"/>
                    <a:pt x="199" y="11"/>
                    <a:pt x="199" y="38"/>
                  </a:cubicBezTo>
                  <a:cubicBezTo>
                    <a:pt x="199" y="65"/>
                    <a:pt x="211" y="76"/>
                    <a:pt x="238" y="76"/>
                  </a:cubicBezTo>
                  <a:cubicBezTo>
                    <a:pt x="253" y="76"/>
                    <a:pt x="260" y="72"/>
                    <a:pt x="260" y="72"/>
                  </a:cubicBezTo>
                  <a:cubicBezTo>
                    <a:pt x="260" y="61"/>
                    <a:pt x="260" y="61"/>
                    <a:pt x="260" y="61"/>
                  </a:cubicBezTo>
                  <a:cubicBezTo>
                    <a:pt x="260" y="61"/>
                    <a:pt x="253" y="66"/>
                    <a:pt x="240" y="66"/>
                  </a:cubicBezTo>
                  <a:cubicBezTo>
                    <a:pt x="223" y="66"/>
                    <a:pt x="213" y="60"/>
                    <a:pt x="213" y="37"/>
                  </a:cubicBezTo>
                  <a:cubicBezTo>
                    <a:pt x="213" y="17"/>
                    <a:pt x="220" y="10"/>
                    <a:pt x="239" y="10"/>
                  </a:cubicBezTo>
                  <a:cubicBezTo>
                    <a:pt x="250" y="10"/>
                    <a:pt x="259" y="14"/>
                    <a:pt x="259" y="14"/>
                  </a:cubicBezTo>
                  <a:lnTo>
                    <a:pt x="259" y="4"/>
                  </a:lnTo>
                  <a:close/>
                  <a:moveTo>
                    <a:pt x="54" y="3"/>
                  </a:moveTo>
                  <a:cubicBezTo>
                    <a:pt x="54" y="3"/>
                    <a:pt x="45" y="0"/>
                    <a:pt x="34" y="0"/>
                  </a:cubicBezTo>
                  <a:cubicBezTo>
                    <a:pt x="15" y="0"/>
                    <a:pt x="0" y="5"/>
                    <a:pt x="0" y="21"/>
                  </a:cubicBezTo>
                  <a:cubicBezTo>
                    <a:pt x="0" y="34"/>
                    <a:pt x="8" y="38"/>
                    <a:pt x="21" y="41"/>
                  </a:cubicBezTo>
                  <a:cubicBezTo>
                    <a:pt x="36" y="45"/>
                    <a:pt x="36" y="45"/>
                    <a:pt x="36" y="45"/>
                  </a:cubicBezTo>
                  <a:cubicBezTo>
                    <a:pt x="43" y="46"/>
                    <a:pt x="46" y="48"/>
                    <a:pt x="46" y="55"/>
                  </a:cubicBezTo>
                  <a:cubicBezTo>
                    <a:pt x="46" y="66"/>
                    <a:pt x="38" y="66"/>
                    <a:pt x="27" y="66"/>
                  </a:cubicBezTo>
                  <a:cubicBezTo>
                    <a:pt x="13" y="66"/>
                    <a:pt x="1" y="62"/>
                    <a:pt x="1" y="62"/>
                  </a:cubicBezTo>
                  <a:cubicBezTo>
                    <a:pt x="1" y="72"/>
                    <a:pt x="1" y="72"/>
                    <a:pt x="1" y="72"/>
                  </a:cubicBezTo>
                  <a:cubicBezTo>
                    <a:pt x="1" y="72"/>
                    <a:pt x="12" y="76"/>
                    <a:pt x="25" y="76"/>
                  </a:cubicBezTo>
                  <a:cubicBezTo>
                    <a:pt x="44" y="76"/>
                    <a:pt x="60" y="72"/>
                    <a:pt x="60" y="54"/>
                  </a:cubicBezTo>
                  <a:cubicBezTo>
                    <a:pt x="60" y="41"/>
                    <a:pt x="53" y="36"/>
                    <a:pt x="40" y="33"/>
                  </a:cubicBezTo>
                  <a:cubicBezTo>
                    <a:pt x="26" y="30"/>
                    <a:pt x="26" y="30"/>
                    <a:pt x="26" y="30"/>
                  </a:cubicBezTo>
                  <a:cubicBezTo>
                    <a:pt x="18" y="28"/>
                    <a:pt x="14" y="26"/>
                    <a:pt x="14" y="19"/>
                  </a:cubicBezTo>
                  <a:cubicBezTo>
                    <a:pt x="14" y="10"/>
                    <a:pt x="23" y="9"/>
                    <a:pt x="33" y="9"/>
                  </a:cubicBezTo>
                  <a:cubicBezTo>
                    <a:pt x="46" y="9"/>
                    <a:pt x="54" y="13"/>
                    <a:pt x="54" y="13"/>
                  </a:cubicBezTo>
                  <a:lnTo>
                    <a:pt x="54" y="3"/>
                  </a:lnTo>
                  <a:close/>
                  <a:moveTo>
                    <a:pt x="403" y="68"/>
                  </a:moveTo>
                  <a:cubicBezTo>
                    <a:pt x="392" y="68"/>
                    <a:pt x="390" y="61"/>
                    <a:pt x="390" y="49"/>
                  </a:cubicBezTo>
                  <a:cubicBezTo>
                    <a:pt x="390" y="38"/>
                    <a:pt x="392" y="31"/>
                    <a:pt x="403" y="31"/>
                  </a:cubicBezTo>
                  <a:cubicBezTo>
                    <a:pt x="414" y="31"/>
                    <a:pt x="417" y="38"/>
                    <a:pt x="417" y="49"/>
                  </a:cubicBezTo>
                  <a:cubicBezTo>
                    <a:pt x="417" y="62"/>
                    <a:pt x="414" y="68"/>
                    <a:pt x="403" y="68"/>
                  </a:cubicBezTo>
                  <a:moveTo>
                    <a:pt x="376" y="93"/>
                  </a:moveTo>
                  <a:cubicBezTo>
                    <a:pt x="389" y="93"/>
                    <a:pt x="389" y="93"/>
                    <a:pt x="389" y="93"/>
                  </a:cubicBezTo>
                  <a:cubicBezTo>
                    <a:pt x="389" y="67"/>
                    <a:pt x="389" y="67"/>
                    <a:pt x="389" y="67"/>
                  </a:cubicBezTo>
                  <a:cubicBezTo>
                    <a:pt x="389" y="67"/>
                    <a:pt x="391" y="76"/>
                    <a:pt x="406" y="76"/>
                  </a:cubicBezTo>
                  <a:cubicBezTo>
                    <a:pt x="423" y="76"/>
                    <a:pt x="431" y="68"/>
                    <a:pt x="431" y="49"/>
                  </a:cubicBezTo>
                  <a:cubicBezTo>
                    <a:pt x="431" y="31"/>
                    <a:pt x="424" y="23"/>
                    <a:pt x="408" y="23"/>
                  </a:cubicBezTo>
                  <a:cubicBezTo>
                    <a:pt x="391" y="23"/>
                    <a:pt x="389" y="33"/>
                    <a:pt x="389" y="33"/>
                  </a:cubicBezTo>
                  <a:cubicBezTo>
                    <a:pt x="389" y="24"/>
                    <a:pt x="389" y="24"/>
                    <a:pt x="389" y="24"/>
                  </a:cubicBezTo>
                  <a:cubicBezTo>
                    <a:pt x="376" y="24"/>
                    <a:pt x="376" y="24"/>
                    <a:pt x="376" y="24"/>
                  </a:cubicBezTo>
                  <a:lnTo>
                    <a:pt x="376" y="93"/>
                  </a:lnTo>
                  <a:close/>
                  <a:moveTo>
                    <a:pt x="334" y="75"/>
                  </a:moveTo>
                  <a:cubicBezTo>
                    <a:pt x="347" y="75"/>
                    <a:pt x="347" y="75"/>
                    <a:pt x="347" y="75"/>
                  </a:cubicBezTo>
                  <a:cubicBezTo>
                    <a:pt x="347" y="47"/>
                    <a:pt x="347" y="47"/>
                    <a:pt x="347" y="47"/>
                  </a:cubicBezTo>
                  <a:cubicBezTo>
                    <a:pt x="347" y="37"/>
                    <a:pt x="351" y="36"/>
                    <a:pt x="368" y="36"/>
                  </a:cubicBezTo>
                  <a:cubicBezTo>
                    <a:pt x="368" y="24"/>
                    <a:pt x="368" y="24"/>
                    <a:pt x="368" y="24"/>
                  </a:cubicBezTo>
                  <a:cubicBezTo>
                    <a:pt x="355" y="24"/>
                    <a:pt x="349" y="28"/>
                    <a:pt x="347" y="37"/>
                  </a:cubicBezTo>
                  <a:cubicBezTo>
                    <a:pt x="347" y="24"/>
                    <a:pt x="347" y="24"/>
                    <a:pt x="347" y="24"/>
                  </a:cubicBezTo>
                  <a:cubicBezTo>
                    <a:pt x="334" y="24"/>
                    <a:pt x="334" y="24"/>
                    <a:pt x="334" y="24"/>
                  </a:cubicBezTo>
                  <a:lnTo>
                    <a:pt x="334" y="75"/>
                  </a:lnTo>
                  <a:close/>
                  <a:moveTo>
                    <a:pt x="296" y="68"/>
                  </a:moveTo>
                  <a:cubicBezTo>
                    <a:pt x="284" y="68"/>
                    <a:pt x="282" y="63"/>
                    <a:pt x="282" y="49"/>
                  </a:cubicBezTo>
                  <a:cubicBezTo>
                    <a:pt x="282" y="36"/>
                    <a:pt x="284" y="30"/>
                    <a:pt x="295" y="30"/>
                  </a:cubicBezTo>
                  <a:cubicBezTo>
                    <a:pt x="307" y="30"/>
                    <a:pt x="309" y="36"/>
                    <a:pt x="309" y="49"/>
                  </a:cubicBezTo>
                  <a:cubicBezTo>
                    <a:pt x="309" y="62"/>
                    <a:pt x="307" y="68"/>
                    <a:pt x="296" y="68"/>
                  </a:cubicBezTo>
                  <a:moveTo>
                    <a:pt x="268" y="50"/>
                  </a:moveTo>
                  <a:cubicBezTo>
                    <a:pt x="268" y="70"/>
                    <a:pt x="278" y="76"/>
                    <a:pt x="295" y="76"/>
                  </a:cubicBezTo>
                  <a:cubicBezTo>
                    <a:pt x="312" y="76"/>
                    <a:pt x="323" y="70"/>
                    <a:pt x="323" y="49"/>
                  </a:cubicBezTo>
                  <a:cubicBezTo>
                    <a:pt x="323" y="29"/>
                    <a:pt x="312" y="23"/>
                    <a:pt x="295" y="23"/>
                  </a:cubicBezTo>
                  <a:cubicBezTo>
                    <a:pt x="278" y="23"/>
                    <a:pt x="268" y="29"/>
                    <a:pt x="268" y="50"/>
                  </a:cubicBezTo>
                  <a:moveTo>
                    <a:pt x="73" y="75"/>
                  </a:moveTo>
                  <a:cubicBezTo>
                    <a:pt x="86" y="75"/>
                    <a:pt x="86" y="75"/>
                    <a:pt x="86" y="75"/>
                  </a:cubicBezTo>
                  <a:cubicBezTo>
                    <a:pt x="86" y="24"/>
                    <a:pt x="86" y="24"/>
                    <a:pt x="86" y="24"/>
                  </a:cubicBezTo>
                  <a:cubicBezTo>
                    <a:pt x="73" y="24"/>
                    <a:pt x="73" y="24"/>
                    <a:pt x="73" y="24"/>
                  </a:cubicBezTo>
                  <a:lnTo>
                    <a:pt x="73" y="75"/>
                  </a:lnTo>
                  <a:close/>
                  <a:moveTo>
                    <a:pt x="73" y="14"/>
                  </a:moveTo>
                  <a:cubicBezTo>
                    <a:pt x="86" y="14"/>
                    <a:pt x="86" y="14"/>
                    <a:pt x="86" y="14"/>
                  </a:cubicBezTo>
                  <a:cubicBezTo>
                    <a:pt x="86" y="1"/>
                    <a:pt x="86" y="1"/>
                    <a:pt x="86" y="1"/>
                  </a:cubicBezTo>
                  <a:cubicBezTo>
                    <a:pt x="73" y="1"/>
                    <a:pt x="73" y="1"/>
                    <a:pt x="73" y="1"/>
                  </a:cubicBezTo>
                  <a:lnTo>
                    <a:pt x="73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8"/>
            <p:cNvSpPr>
              <a:spLocks noEditPoints="1"/>
            </p:cNvSpPr>
            <p:nvPr userDrawn="1"/>
          </p:nvSpPr>
          <p:spPr bwMode="auto">
            <a:xfrm>
              <a:off x="10142048" y="6453602"/>
              <a:ext cx="59859" cy="61672"/>
            </a:xfrm>
            <a:custGeom>
              <a:avLst/>
              <a:gdLst>
                <a:gd name="T0" fmla="*/ 26 w 33"/>
                <a:gd name="T1" fmla="*/ 26 h 34"/>
                <a:gd name="T2" fmla="*/ 13 w 33"/>
                <a:gd name="T3" fmla="*/ 26 h 34"/>
                <a:gd name="T4" fmla="*/ 13 w 33"/>
                <a:gd name="T5" fmla="*/ 13 h 34"/>
                <a:gd name="T6" fmla="*/ 26 w 33"/>
                <a:gd name="T7" fmla="*/ 13 h 34"/>
                <a:gd name="T8" fmla="*/ 26 w 33"/>
                <a:gd name="T9" fmla="*/ 26 h 34"/>
                <a:gd name="T10" fmla="*/ 33 w 33"/>
                <a:gd name="T11" fmla="*/ 0 h 34"/>
                <a:gd name="T12" fmla="*/ 0 w 33"/>
                <a:gd name="T13" fmla="*/ 0 h 34"/>
                <a:gd name="T14" fmla="*/ 0 w 33"/>
                <a:gd name="T15" fmla="*/ 34 h 34"/>
                <a:gd name="T16" fmla="*/ 33 w 33"/>
                <a:gd name="T17" fmla="*/ 34 h 34"/>
                <a:gd name="T18" fmla="*/ 33 w 33"/>
                <a:gd name="T19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3" h="34">
                  <a:moveTo>
                    <a:pt x="26" y="26"/>
                  </a:moveTo>
                  <a:lnTo>
                    <a:pt x="13" y="26"/>
                  </a:lnTo>
                  <a:lnTo>
                    <a:pt x="13" y="13"/>
                  </a:lnTo>
                  <a:lnTo>
                    <a:pt x="26" y="13"/>
                  </a:lnTo>
                  <a:lnTo>
                    <a:pt x="26" y="26"/>
                  </a:lnTo>
                  <a:close/>
                  <a:moveTo>
                    <a:pt x="33" y="0"/>
                  </a:moveTo>
                  <a:lnTo>
                    <a:pt x="0" y="0"/>
                  </a:lnTo>
                  <a:lnTo>
                    <a:pt x="0" y="34"/>
                  </a:lnTo>
                  <a:lnTo>
                    <a:pt x="33" y="34"/>
                  </a:lnTo>
                  <a:lnTo>
                    <a:pt x="3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9"/>
            <p:cNvSpPr>
              <a:spLocks noEditPoints="1"/>
            </p:cNvSpPr>
            <p:nvPr userDrawn="1"/>
          </p:nvSpPr>
          <p:spPr bwMode="auto">
            <a:xfrm>
              <a:off x="10078561" y="6390116"/>
              <a:ext cx="163250" cy="165063"/>
            </a:xfrm>
            <a:custGeom>
              <a:avLst/>
              <a:gdLst>
                <a:gd name="T0" fmla="*/ 83 w 90"/>
                <a:gd name="T1" fmla="*/ 83 h 91"/>
                <a:gd name="T2" fmla="*/ 13 w 90"/>
                <a:gd name="T3" fmla="*/ 83 h 91"/>
                <a:gd name="T4" fmla="*/ 13 w 90"/>
                <a:gd name="T5" fmla="*/ 13 h 91"/>
                <a:gd name="T6" fmla="*/ 83 w 90"/>
                <a:gd name="T7" fmla="*/ 13 h 91"/>
                <a:gd name="T8" fmla="*/ 83 w 90"/>
                <a:gd name="T9" fmla="*/ 83 h 91"/>
                <a:gd name="T10" fmla="*/ 90 w 90"/>
                <a:gd name="T11" fmla="*/ 0 h 91"/>
                <a:gd name="T12" fmla="*/ 0 w 90"/>
                <a:gd name="T13" fmla="*/ 0 h 91"/>
                <a:gd name="T14" fmla="*/ 0 w 90"/>
                <a:gd name="T15" fmla="*/ 91 h 91"/>
                <a:gd name="T16" fmla="*/ 90 w 90"/>
                <a:gd name="T17" fmla="*/ 91 h 91"/>
                <a:gd name="T18" fmla="*/ 90 w 90"/>
                <a:gd name="T1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0" h="91">
                  <a:moveTo>
                    <a:pt x="83" y="83"/>
                  </a:moveTo>
                  <a:lnTo>
                    <a:pt x="13" y="83"/>
                  </a:lnTo>
                  <a:lnTo>
                    <a:pt x="13" y="13"/>
                  </a:lnTo>
                  <a:lnTo>
                    <a:pt x="83" y="13"/>
                  </a:lnTo>
                  <a:lnTo>
                    <a:pt x="83" y="83"/>
                  </a:lnTo>
                  <a:close/>
                  <a:moveTo>
                    <a:pt x="90" y="0"/>
                  </a:moveTo>
                  <a:lnTo>
                    <a:pt x="0" y="0"/>
                  </a:lnTo>
                  <a:lnTo>
                    <a:pt x="0" y="91"/>
                  </a:lnTo>
                  <a:lnTo>
                    <a:pt x="90" y="91"/>
                  </a:lnTo>
                  <a:lnTo>
                    <a:pt x="9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0"/>
            <p:cNvSpPr>
              <a:spLocks noEditPoints="1"/>
            </p:cNvSpPr>
            <p:nvPr userDrawn="1"/>
          </p:nvSpPr>
          <p:spPr bwMode="auto">
            <a:xfrm>
              <a:off x="10056795" y="6368350"/>
              <a:ext cx="206783" cy="204969"/>
            </a:xfrm>
            <a:custGeom>
              <a:avLst/>
              <a:gdLst>
                <a:gd name="T0" fmla="*/ 107 w 114"/>
                <a:gd name="T1" fmla="*/ 107 h 113"/>
                <a:gd name="T2" fmla="*/ 7 w 114"/>
                <a:gd name="T3" fmla="*/ 107 h 113"/>
                <a:gd name="T4" fmla="*/ 7 w 114"/>
                <a:gd name="T5" fmla="*/ 8 h 113"/>
                <a:gd name="T6" fmla="*/ 107 w 114"/>
                <a:gd name="T7" fmla="*/ 8 h 113"/>
                <a:gd name="T8" fmla="*/ 107 w 114"/>
                <a:gd name="T9" fmla="*/ 107 h 113"/>
                <a:gd name="T10" fmla="*/ 0 w 114"/>
                <a:gd name="T11" fmla="*/ 113 h 113"/>
                <a:gd name="T12" fmla="*/ 114 w 114"/>
                <a:gd name="T13" fmla="*/ 113 h 113"/>
                <a:gd name="T14" fmla="*/ 114 w 114"/>
                <a:gd name="T15" fmla="*/ 0 h 113"/>
                <a:gd name="T16" fmla="*/ 0 w 114"/>
                <a:gd name="T17" fmla="*/ 0 h 113"/>
                <a:gd name="T18" fmla="*/ 0 w 114"/>
                <a:gd name="T19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4" h="113">
                  <a:moveTo>
                    <a:pt x="107" y="107"/>
                  </a:moveTo>
                  <a:lnTo>
                    <a:pt x="7" y="107"/>
                  </a:lnTo>
                  <a:lnTo>
                    <a:pt x="7" y="8"/>
                  </a:lnTo>
                  <a:lnTo>
                    <a:pt x="107" y="8"/>
                  </a:lnTo>
                  <a:lnTo>
                    <a:pt x="107" y="107"/>
                  </a:lnTo>
                  <a:close/>
                  <a:moveTo>
                    <a:pt x="0" y="113"/>
                  </a:moveTo>
                  <a:lnTo>
                    <a:pt x="114" y="113"/>
                  </a:lnTo>
                  <a:lnTo>
                    <a:pt x="114" y="0"/>
                  </a:lnTo>
                  <a:lnTo>
                    <a:pt x="0" y="0"/>
                  </a:lnTo>
                  <a:lnTo>
                    <a:pt x="0" y="1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1"/>
            <p:cNvSpPr>
              <a:spLocks noEditPoints="1"/>
            </p:cNvSpPr>
            <p:nvPr userDrawn="1"/>
          </p:nvSpPr>
          <p:spPr bwMode="auto">
            <a:xfrm>
              <a:off x="10109398" y="6422766"/>
              <a:ext cx="112461" cy="110647"/>
            </a:xfrm>
            <a:custGeom>
              <a:avLst/>
              <a:gdLst>
                <a:gd name="T0" fmla="*/ 56 w 62"/>
                <a:gd name="T1" fmla="*/ 55 h 61"/>
                <a:gd name="T2" fmla="*/ 14 w 62"/>
                <a:gd name="T3" fmla="*/ 55 h 61"/>
                <a:gd name="T4" fmla="*/ 14 w 62"/>
                <a:gd name="T5" fmla="*/ 13 h 61"/>
                <a:gd name="T6" fmla="*/ 56 w 62"/>
                <a:gd name="T7" fmla="*/ 13 h 61"/>
                <a:gd name="T8" fmla="*/ 56 w 62"/>
                <a:gd name="T9" fmla="*/ 55 h 61"/>
                <a:gd name="T10" fmla="*/ 62 w 62"/>
                <a:gd name="T11" fmla="*/ 0 h 61"/>
                <a:gd name="T12" fmla="*/ 0 w 62"/>
                <a:gd name="T13" fmla="*/ 0 h 61"/>
                <a:gd name="T14" fmla="*/ 0 w 62"/>
                <a:gd name="T15" fmla="*/ 61 h 61"/>
                <a:gd name="T16" fmla="*/ 62 w 62"/>
                <a:gd name="T17" fmla="*/ 61 h 61"/>
                <a:gd name="T18" fmla="*/ 62 w 62"/>
                <a:gd name="T19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" h="61">
                  <a:moveTo>
                    <a:pt x="56" y="55"/>
                  </a:moveTo>
                  <a:lnTo>
                    <a:pt x="14" y="55"/>
                  </a:lnTo>
                  <a:lnTo>
                    <a:pt x="14" y="13"/>
                  </a:lnTo>
                  <a:lnTo>
                    <a:pt x="56" y="13"/>
                  </a:lnTo>
                  <a:lnTo>
                    <a:pt x="56" y="55"/>
                  </a:lnTo>
                  <a:close/>
                  <a:moveTo>
                    <a:pt x="62" y="0"/>
                  </a:moveTo>
                  <a:lnTo>
                    <a:pt x="0" y="0"/>
                  </a:lnTo>
                  <a:lnTo>
                    <a:pt x="0" y="61"/>
                  </a:lnTo>
                  <a:lnTo>
                    <a:pt x="62" y="61"/>
                  </a:lnTo>
                  <a:lnTo>
                    <a:pt x="6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2" name="Pladsholder til sidefod 2"/>
          <p:cNvSpPr txBox="1">
            <a:spLocks/>
          </p:cNvSpPr>
          <p:nvPr/>
        </p:nvSpPr>
        <p:spPr>
          <a:xfrm>
            <a:off x="1351722" y="6356378"/>
            <a:ext cx="989842" cy="36618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marL="0" marR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1200">
                <a:solidFill>
                  <a:schemeClr val="bg1"/>
                </a:solidFill>
                <a:latin typeface="+mj-lt"/>
                <a:ea typeface="ＭＳ Ｐゴシック" charset="0"/>
                <a:cs typeface="ＭＳ Ｐゴシック" charset="0"/>
              </a:rPr>
              <a:t>© 2020</a:t>
            </a:r>
          </a:p>
        </p:txBody>
      </p:sp>
      <p:grpSp>
        <p:nvGrpSpPr>
          <p:cNvPr id="14" name="Gruppe 17">
            <a:extLst>
              <a:ext uri="{FF2B5EF4-FFF2-40B4-BE49-F238E27FC236}">
                <a16:creationId xmlns:a16="http://schemas.microsoft.com/office/drawing/2014/main" id="{5B65C2FB-C64A-416E-A544-E1D1CA062E3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43104" y="6422579"/>
            <a:ext cx="1176854" cy="202504"/>
            <a:chOff x="10056795" y="6368350"/>
            <a:chExt cx="1454739" cy="250316"/>
          </a:xfrm>
          <a:solidFill>
            <a:schemeClr val="bg1"/>
          </a:solidFill>
        </p:grpSpPr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9350DE3D-3FFD-4C44-B180-7CCDBECBA7A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368784" y="6371977"/>
              <a:ext cx="1142750" cy="246689"/>
            </a:xfrm>
            <a:custGeom>
              <a:avLst/>
              <a:gdLst>
                <a:gd name="T0" fmla="*/ 116 w 431"/>
                <a:gd name="T1" fmla="*/ 33 h 93"/>
                <a:gd name="T2" fmla="*/ 103 w 431"/>
                <a:gd name="T3" fmla="*/ 24 h 93"/>
                <a:gd name="T4" fmla="*/ 116 w 431"/>
                <a:gd name="T5" fmla="*/ 75 h 93"/>
                <a:gd name="T6" fmla="*/ 128 w 431"/>
                <a:gd name="T7" fmla="*/ 32 h 93"/>
                <a:gd name="T8" fmla="*/ 139 w 431"/>
                <a:gd name="T9" fmla="*/ 75 h 93"/>
                <a:gd name="T10" fmla="*/ 152 w 431"/>
                <a:gd name="T11" fmla="*/ 48 h 93"/>
                <a:gd name="T12" fmla="*/ 174 w 431"/>
                <a:gd name="T13" fmla="*/ 45 h 93"/>
                <a:gd name="T14" fmla="*/ 188 w 431"/>
                <a:gd name="T15" fmla="*/ 75 h 93"/>
                <a:gd name="T16" fmla="*/ 169 w 431"/>
                <a:gd name="T17" fmla="*/ 23 h 93"/>
                <a:gd name="T18" fmla="*/ 133 w 431"/>
                <a:gd name="T19" fmla="*/ 23 h 93"/>
                <a:gd name="T20" fmla="*/ 238 w 431"/>
                <a:gd name="T21" fmla="*/ 0 h 93"/>
                <a:gd name="T22" fmla="*/ 238 w 431"/>
                <a:gd name="T23" fmla="*/ 76 h 93"/>
                <a:gd name="T24" fmla="*/ 260 w 431"/>
                <a:gd name="T25" fmla="*/ 61 h 93"/>
                <a:gd name="T26" fmla="*/ 213 w 431"/>
                <a:gd name="T27" fmla="*/ 37 h 93"/>
                <a:gd name="T28" fmla="*/ 259 w 431"/>
                <a:gd name="T29" fmla="*/ 14 h 93"/>
                <a:gd name="T30" fmla="*/ 54 w 431"/>
                <a:gd name="T31" fmla="*/ 3 h 93"/>
                <a:gd name="T32" fmla="*/ 0 w 431"/>
                <a:gd name="T33" fmla="*/ 21 h 93"/>
                <a:gd name="T34" fmla="*/ 36 w 431"/>
                <a:gd name="T35" fmla="*/ 45 h 93"/>
                <a:gd name="T36" fmla="*/ 27 w 431"/>
                <a:gd name="T37" fmla="*/ 66 h 93"/>
                <a:gd name="T38" fmla="*/ 1 w 431"/>
                <a:gd name="T39" fmla="*/ 72 h 93"/>
                <a:gd name="T40" fmla="*/ 60 w 431"/>
                <a:gd name="T41" fmla="*/ 54 h 93"/>
                <a:gd name="T42" fmla="*/ 26 w 431"/>
                <a:gd name="T43" fmla="*/ 30 h 93"/>
                <a:gd name="T44" fmla="*/ 33 w 431"/>
                <a:gd name="T45" fmla="*/ 9 h 93"/>
                <a:gd name="T46" fmla="*/ 54 w 431"/>
                <a:gd name="T47" fmla="*/ 3 h 93"/>
                <a:gd name="T48" fmla="*/ 390 w 431"/>
                <a:gd name="T49" fmla="*/ 49 h 93"/>
                <a:gd name="T50" fmla="*/ 417 w 431"/>
                <a:gd name="T51" fmla="*/ 49 h 93"/>
                <a:gd name="T52" fmla="*/ 376 w 431"/>
                <a:gd name="T53" fmla="*/ 93 h 93"/>
                <a:gd name="T54" fmla="*/ 389 w 431"/>
                <a:gd name="T55" fmla="*/ 67 h 93"/>
                <a:gd name="T56" fmla="*/ 431 w 431"/>
                <a:gd name="T57" fmla="*/ 49 h 93"/>
                <a:gd name="T58" fmla="*/ 389 w 431"/>
                <a:gd name="T59" fmla="*/ 33 h 93"/>
                <a:gd name="T60" fmla="*/ 376 w 431"/>
                <a:gd name="T61" fmla="*/ 24 h 93"/>
                <a:gd name="T62" fmla="*/ 334 w 431"/>
                <a:gd name="T63" fmla="*/ 75 h 93"/>
                <a:gd name="T64" fmla="*/ 347 w 431"/>
                <a:gd name="T65" fmla="*/ 47 h 93"/>
                <a:gd name="T66" fmla="*/ 368 w 431"/>
                <a:gd name="T67" fmla="*/ 24 h 93"/>
                <a:gd name="T68" fmla="*/ 347 w 431"/>
                <a:gd name="T69" fmla="*/ 24 h 93"/>
                <a:gd name="T70" fmla="*/ 334 w 431"/>
                <a:gd name="T71" fmla="*/ 75 h 93"/>
                <a:gd name="T72" fmla="*/ 282 w 431"/>
                <a:gd name="T73" fmla="*/ 49 h 93"/>
                <a:gd name="T74" fmla="*/ 309 w 431"/>
                <a:gd name="T75" fmla="*/ 49 h 93"/>
                <a:gd name="T76" fmla="*/ 268 w 431"/>
                <a:gd name="T77" fmla="*/ 50 h 93"/>
                <a:gd name="T78" fmla="*/ 323 w 431"/>
                <a:gd name="T79" fmla="*/ 49 h 93"/>
                <a:gd name="T80" fmla="*/ 268 w 431"/>
                <a:gd name="T81" fmla="*/ 50 h 93"/>
                <a:gd name="T82" fmla="*/ 86 w 431"/>
                <a:gd name="T83" fmla="*/ 75 h 93"/>
                <a:gd name="T84" fmla="*/ 73 w 431"/>
                <a:gd name="T85" fmla="*/ 24 h 93"/>
                <a:gd name="T86" fmla="*/ 73 w 431"/>
                <a:gd name="T87" fmla="*/ 14 h 93"/>
                <a:gd name="T88" fmla="*/ 86 w 431"/>
                <a:gd name="T89" fmla="*/ 1 h 93"/>
                <a:gd name="T90" fmla="*/ 73 w 431"/>
                <a:gd name="T91" fmla="*/ 1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31" h="93">
                  <a:moveTo>
                    <a:pt x="133" y="23"/>
                  </a:moveTo>
                  <a:cubicBezTo>
                    <a:pt x="117" y="23"/>
                    <a:pt x="116" y="33"/>
                    <a:pt x="116" y="33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75"/>
                    <a:pt x="103" y="75"/>
                    <a:pt x="103" y="75"/>
                  </a:cubicBezTo>
                  <a:cubicBezTo>
                    <a:pt x="116" y="75"/>
                    <a:pt x="116" y="75"/>
                    <a:pt x="116" y="75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35"/>
                    <a:pt x="121" y="32"/>
                    <a:pt x="128" y="32"/>
                  </a:cubicBezTo>
                  <a:cubicBezTo>
                    <a:pt x="136" y="32"/>
                    <a:pt x="139" y="34"/>
                    <a:pt x="139" y="45"/>
                  </a:cubicBezTo>
                  <a:cubicBezTo>
                    <a:pt x="139" y="75"/>
                    <a:pt x="139" y="75"/>
                    <a:pt x="139" y="75"/>
                  </a:cubicBezTo>
                  <a:cubicBezTo>
                    <a:pt x="152" y="75"/>
                    <a:pt x="152" y="75"/>
                    <a:pt x="152" y="75"/>
                  </a:cubicBezTo>
                  <a:cubicBezTo>
                    <a:pt x="152" y="48"/>
                    <a:pt x="152" y="48"/>
                    <a:pt x="152" y="48"/>
                  </a:cubicBezTo>
                  <a:cubicBezTo>
                    <a:pt x="152" y="35"/>
                    <a:pt x="156" y="32"/>
                    <a:pt x="164" y="32"/>
                  </a:cubicBezTo>
                  <a:cubicBezTo>
                    <a:pt x="172" y="32"/>
                    <a:pt x="174" y="34"/>
                    <a:pt x="174" y="45"/>
                  </a:cubicBezTo>
                  <a:cubicBezTo>
                    <a:pt x="174" y="75"/>
                    <a:pt x="174" y="75"/>
                    <a:pt x="174" y="75"/>
                  </a:cubicBezTo>
                  <a:cubicBezTo>
                    <a:pt x="188" y="75"/>
                    <a:pt x="188" y="75"/>
                    <a:pt x="188" y="75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8" y="28"/>
                    <a:pt x="182" y="23"/>
                    <a:pt x="169" y="23"/>
                  </a:cubicBezTo>
                  <a:cubicBezTo>
                    <a:pt x="153" y="23"/>
                    <a:pt x="151" y="33"/>
                    <a:pt x="151" y="33"/>
                  </a:cubicBezTo>
                  <a:cubicBezTo>
                    <a:pt x="148" y="26"/>
                    <a:pt x="143" y="23"/>
                    <a:pt x="133" y="23"/>
                  </a:cubicBezTo>
                  <a:moveTo>
                    <a:pt x="259" y="4"/>
                  </a:moveTo>
                  <a:cubicBezTo>
                    <a:pt x="259" y="4"/>
                    <a:pt x="251" y="0"/>
                    <a:pt x="238" y="0"/>
                  </a:cubicBezTo>
                  <a:cubicBezTo>
                    <a:pt x="214" y="0"/>
                    <a:pt x="199" y="11"/>
                    <a:pt x="199" y="38"/>
                  </a:cubicBezTo>
                  <a:cubicBezTo>
                    <a:pt x="199" y="65"/>
                    <a:pt x="211" y="76"/>
                    <a:pt x="238" y="76"/>
                  </a:cubicBezTo>
                  <a:cubicBezTo>
                    <a:pt x="253" y="76"/>
                    <a:pt x="260" y="72"/>
                    <a:pt x="260" y="72"/>
                  </a:cubicBezTo>
                  <a:cubicBezTo>
                    <a:pt x="260" y="61"/>
                    <a:pt x="260" y="61"/>
                    <a:pt x="260" y="61"/>
                  </a:cubicBezTo>
                  <a:cubicBezTo>
                    <a:pt x="260" y="61"/>
                    <a:pt x="253" y="66"/>
                    <a:pt x="240" y="66"/>
                  </a:cubicBezTo>
                  <a:cubicBezTo>
                    <a:pt x="223" y="66"/>
                    <a:pt x="213" y="60"/>
                    <a:pt x="213" y="37"/>
                  </a:cubicBezTo>
                  <a:cubicBezTo>
                    <a:pt x="213" y="17"/>
                    <a:pt x="220" y="10"/>
                    <a:pt x="239" y="10"/>
                  </a:cubicBezTo>
                  <a:cubicBezTo>
                    <a:pt x="250" y="10"/>
                    <a:pt x="259" y="14"/>
                    <a:pt x="259" y="14"/>
                  </a:cubicBezTo>
                  <a:lnTo>
                    <a:pt x="259" y="4"/>
                  </a:lnTo>
                  <a:close/>
                  <a:moveTo>
                    <a:pt x="54" y="3"/>
                  </a:moveTo>
                  <a:cubicBezTo>
                    <a:pt x="54" y="3"/>
                    <a:pt x="45" y="0"/>
                    <a:pt x="34" y="0"/>
                  </a:cubicBezTo>
                  <a:cubicBezTo>
                    <a:pt x="15" y="0"/>
                    <a:pt x="0" y="5"/>
                    <a:pt x="0" y="21"/>
                  </a:cubicBezTo>
                  <a:cubicBezTo>
                    <a:pt x="0" y="34"/>
                    <a:pt x="8" y="38"/>
                    <a:pt x="21" y="41"/>
                  </a:cubicBezTo>
                  <a:cubicBezTo>
                    <a:pt x="36" y="45"/>
                    <a:pt x="36" y="45"/>
                    <a:pt x="36" y="45"/>
                  </a:cubicBezTo>
                  <a:cubicBezTo>
                    <a:pt x="43" y="46"/>
                    <a:pt x="46" y="48"/>
                    <a:pt x="46" y="55"/>
                  </a:cubicBezTo>
                  <a:cubicBezTo>
                    <a:pt x="46" y="66"/>
                    <a:pt x="38" y="66"/>
                    <a:pt x="27" y="66"/>
                  </a:cubicBezTo>
                  <a:cubicBezTo>
                    <a:pt x="13" y="66"/>
                    <a:pt x="1" y="62"/>
                    <a:pt x="1" y="62"/>
                  </a:cubicBezTo>
                  <a:cubicBezTo>
                    <a:pt x="1" y="72"/>
                    <a:pt x="1" y="72"/>
                    <a:pt x="1" y="72"/>
                  </a:cubicBezTo>
                  <a:cubicBezTo>
                    <a:pt x="1" y="72"/>
                    <a:pt x="12" y="76"/>
                    <a:pt x="25" y="76"/>
                  </a:cubicBezTo>
                  <a:cubicBezTo>
                    <a:pt x="44" y="76"/>
                    <a:pt x="60" y="72"/>
                    <a:pt x="60" y="54"/>
                  </a:cubicBezTo>
                  <a:cubicBezTo>
                    <a:pt x="60" y="41"/>
                    <a:pt x="53" y="36"/>
                    <a:pt x="40" y="33"/>
                  </a:cubicBezTo>
                  <a:cubicBezTo>
                    <a:pt x="26" y="30"/>
                    <a:pt x="26" y="30"/>
                    <a:pt x="26" y="30"/>
                  </a:cubicBezTo>
                  <a:cubicBezTo>
                    <a:pt x="18" y="28"/>
                    <a:pt x="14" y="26"/>
                    <a:pt x="14" y="19"/>
                  </a:cubicBezTo>
                  <a:cubicBezTo>
                    <a:pt x="14" y="10"/>
                    <a:pt x="23" y="9"/>
                    <a:pt x="33" y="9"/>
                  </a:cubicBezTo>
                  <a:cubicBezTo>
                    <a:pt x="46" y="9"/>
                    <a:pt x="54" y="13"/>
                    <a:pt x="54" y="13"/>
                  </a:cubicBezTo>
                  <a:lnTo>
                    <a:pt x="54" y="3"/>
                  </a:lnTo>
                  <a:close/>
                  <a:moveTo>
                    <a:pt x="403" y="68"/>
                  </a:moveTo>
                  <a:cubicBezTo>
                    <a:pt x="392" y="68"/>
                    <a:pt x="390" y="61"/>
                    <a:pt x="390" y="49"/>
                  </a:cubicBezTo>
                  <a:cubicBezTo>
                    <a:pt x="390" y="38"/>
                    <a:pt x="392" y="31"/>
                    <a:pt x="403" y="31"/>
                  </a:cubicBezTo>
                  <a:cubicBezTo>
                    <a:pt x="414" y="31"/>
                    <a:pt x="417" y="38"/>
                    <a:pt x="417" y="49"/>
                  </a:cubicBezTo>
                  <a:cubicBezTo>
                    <a:pt x="417" y="62"/>
                    <a:pt x="414" y="68"/>
                    <a:pt x="403" y="68"/>
                  </a:cubicBezTo>
                  <a:moveTo>
                    <a:pt x="376" y="93"/>
                  </a:moveTo>
                  <a:cubicBezTo>
                    <a:pt x="389" y="93"/>
                    <a:pt x="389" y="93"/>
                    <a:pt x="389" y="93"/>
                  </a:cubicBezTo>
                  <a:cubicBezTo>
                    <a:pt x="389" y="67"/>
                    <a:pt x="389" y="67"/>
                    <a:pt x="389" y="67"/>
                  </a:cubicBezTo>
                  <a:cubicBezTo>
                    <a:pt x="389" y="67"/>
                    <a:pt x="391" y="76"/>
                    <a:pt x="406" y="76"/>
                  </a:cubicBezTo>
                  <a:cubicBezTo>
                    <a:pt x="423" y="76"/>
                    <a:pt x="431" y="68"/>
                    <a:pt x="431" y="49"/>
                  </a:cubicBezTo>
                  <a:cubicBezTo>
                    <a:pt x="431" y="31"/>
                    <a:pt x="424" y="23"/>
                    <a:pt x="408" y="23"/>
                  </a:cubicBezTo>
                  <a:cubicBezTo>
                    <a:pt x="391" y="23"/>
                    <a:pt x="389" y="33"/>
                    <a:pt x="389" y="33"/>
                  </a:cubicBezTo>
                  <a:cubicBezTo>
                    <a:pt x="389" y="24"/>
                    <a:pt x="389" y="24"/>
                    <a:pt x="389" y="24"/>
                  </a:cubicBezTo>
                  <a:cubicBezTo>
                    <a:pt x="376" y="24"/>
                    <a:pt x="376" y="24"/>
                    <a:pt x="376" y="24"/>
                  </a:cubicBezTo>
                  <a:lnTo>
                    <a:pt x="376" y="93"/>
                  </a:lnTo>
                  <a:close/>
                  <a:moveTo>
                    <a:pt x="334" y="75"/>
                  </a:moveTo>
                  <a:cubicBezTo>
                    <a:pt x="347" y="75"/>
                    <a:pt x="347" y="75"/>
                    <a:pt x="347" y="75"/>
                  </a:cubicBezTo>
                  <a:cubicBezTo>
                    <a:pt x="347" y="47"/>
                    <a:pt x="347" y="47"/>
                    <a:pt x="347" y="47"/>
                  </a:cubicBezTo>
                  <a:cubicBezTo>
                    <a:pt x="347" y="37"/>
                    <a:pt x="351" y="36"/>
                    <a:pt x="368" y="36"/>
                  </a:cubicBezTo>
                  <a:cubicBezTo>
                    <a:pt x="368" y="24"/>
                    <a:pt x="368" y="24"/>
                    <a:pt x="368" y="24"/>
                  </a:cubicBezTo>
                  <a:cubicBezTo>
                    <a:pt x="355" y="24"/>
                    <a:pt x="349" y="28"/>
                    <a:pt x="347" y="37"/>
                  </a:cubicBezTo>
                  <a:cubicBezTo>
                    <a:pt x="347" y="24"/>
                    <a:pt x="347" y="24"/>
                    <a:pt x="347" y="24"/>
                  </a:cubicBezTo>
                  <a:cubicBezTo>
                    <a:pt x="334" y="24"/>
                    <a:pt x="334" y="24"/>
                    <a:pt x="334" y="24"/>
                  </a:cubicBezTo>
                  <a:lnTo>
                    <a:pt x="334" y="75"/>
                  </a:lnTo>
                  <a:close/>
                  <a:moveTo>
                    <a:pt x="296" y="68"/>
                  </a:moveTo>
                  <a:cubicBezTo>
                    <a:pt x="284" y="68"/>
                    <a:pt x="282" y="63"/>
                    <a:pt x="282" y="49"/>
                  </a:cubicBezTo>
                  <a:cubicBezTo>
                    <a:pt x="282" y="36"/>
                    <a:pt x="284" y="30"/>
                    <a:pt x="295" y="30"/>
                  </a:cubicBezTo>
                  <a:cubicBezTo>
                    <a:pt x="307" y="30"/>
                    <a:pt x="309" y="36"/>
                    <a:pt x="309" y="49"/>
                  </a:cubicBezTo>
                  <a:cubicBezTo>
                    <a:pt x="309" y="62"/>
                    <a:pt x="307" y="68"/>
                    <a:pt x="296" y="68"/>
                  </a:cubicBezTo>
                  <a:moveTo>
                    <a:pt x="268" y="50"/>
                  </a:moveTo>
                  <a:cubicBezTo>
                    <a:pt x="268" y="70"/>
                    <a:pt x="278" y="76"/>
                    <a:pt x="295" y="76"/>
                  </a:cubicBezTo>
                  <a:cubicBezTo>
                    <a:pt x="312" y="76"/>
                    <a:pt x="323" y="70"/>
                    <a:pt x="323" y="49"/>
                  </a:cubicBezTo>
                  <a:cubicBezTo>
                    <a:pt x="323" y="29"/>
                    <a:pt x="312" y="23"/>
                    <a:pt x="295" y="23"/>
                  </a:cubicBezTo>
                  <a:cubicBezTo>
                    <a:pt x="278" y="23"/>
                    <a:pt x="268" y="29"/>
                    <a:pt x="268" y="50"/>
                  </a:cubicBezTo>
                  <a:moveTo>
                    <a:pt x="73" y="75"/>
                  </a:moveTo>
                  <a:cubicBezTo>
                    <a:pt x="86" y="75"/>
                    <a:pt x="86" y="75"/>
                    <a:pt x="86" y="75"/>
                  </a:cubicBezTo>
                  <a:cubicBezTo>
                    <a:pt x="86" y="24"/>
                    <a:pt x="86" y="24"/>
                    <a:pt x="86" y="24"/>
                  </a:cubicBezTo>
                  <a:cubicBezTo>
                    <a:pt x="73" y="24"/>
                    <a:pt x="73" y="24"/>
                    <a:pt x="73" y="24"/>
                  </a:cubicBezTo>
                  <a:lnTo>
                    <a:pt x="73" y="75"/>
                  </a:lnTo>
                  <a:close/>
                  <a:moveTo>
                    <a:pt x="73" y="14"/>
                  </a:moveTo>
                  <a:cubicBezTo>
                    <a:pt x="86" y="14"/>
                    <a:pt x="86" y="14"/>
                    <a:pt x="86" y="14"/>
                  </a:cubicBezTo>
                  <a:cubicBezTo>
                    <a:pt x="86" y="1"/>
                    <a:pt x="86" y="1"/>
                    <a:pt x="86" y="1"/>
                  </a:cubicBezTo>
                  <a:cubicBezTo>
                    <a:pt x="73" y="1"/>
                    <a:pt x="73" y="1"/>
                    <a:pt x="73" y="1"/>
                  </a:cubicBezTo>
                  <a:lnTo>
                    <a:pt x="73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9485DF1B-405D-44C5-81BE-132713E2308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42048" y="6453602"/>
              <a:ext cx="59859" cy="61672"/>
            </a:xfrm>
            <a:custGeom>
              <a:avLst/>
              <a:gdLst>
                <a:gd name="T0" fmla="*/ 26 w 33"/>
                <a:gd name="T1" fmla="*/ 26 h 34"/>
                <a:gd name="T2" fmla="*/ 13 w 33"/>
                <a:gd name="T3" fmla="*/ 26 h 34"/>
                <a:gd name="T4" fmla="*/ 13 w 33"/>
                <a:gd name="T5" fmla="*/ 13 h 34"/>
                <a:gd name="T6" fmla="*/ 26 w 33"/>
                <a:gd name="T7" fmla="*/ 13 h 34"/>
                <a:gd name="T8" fmla="*/ 26 w 33"/>
                <a:gd name="T9" fmla="*/ 26 h 34"/>
                <a:gd name="T10" fmla="*/ 33 w 33"/>
                <a:gd name="T11" fmla="*/ 0 h 34"/>
                <a:gd name="T12" fmla="*/ 0 w 33"/>
                <a:gd name="T13" fmla="*/ 0 h 34"/>
                <a:gd name="T14" fmla="*/ 0 w 33"/>
                <a:gd name="T15" fmla="*/ 34 h 34"/>
                <a:gd name="T16" fmla="*/ 33 w 33"/>
                <a:gd name="T17" fmla="*/ 34 h 34"/>
                <a:gd name="T18" fmla="*/ 33 w 33"/>
                <a:gd name="T19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3" h="34">
                  <a:moveTo>
                    <a:pt x="26" y="26"/>
                  </a:moveTo>
                  <a:lnTo>
                    <a:pt x="13" y="26"/>
                  </a:lnTo>
                  <a:lnTo>
                    <a:pt x="13" y="13"/>
                  </a:lnTo>
                  <a:lnTo>
                    <a:pt x="26" y="13"/>
                  </a:lnTo>
                  <a:lnTo>
                    <a:pt x="26" y="26"/>
                  </a:lnTo>
                  <a:close/>
                  <a:moveTo>
                    <a:pt x="33" y="0"/>
                  </a:moveTo>
                  <a:lnTo>
                    <a:pt x="0" y="0"/>
                  </a:lnTo>
                  <a:lnTo>
                    <a:pt x="0" y="34"/>
                  </a:lnTo>
                  <a:lnTo>
                    <a:pt x="33" y="34"/>
                  </a:lnTo>
                  <a:lnTo>
                    <a:pt x="3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8FDB1239-FD97-4AC2-9955-6FEF5FDD2FB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078561" y="6390116"/>
              <a:ext cx="163250" cy="165063"/>
            </a:xfrm>
            <a:custGeom>
              <a:avLst/>
              <a:gdLst>
                <a:gd name="T0" fmla="*/ 83 w 90"/>
                <a:gd name="T1" fmla="*/ 83 h 91"/>
                <a:gd name="T2" fmla="*/ 13 w 90"/>
                <a:gd name="T3" fmla="*/ 83 h 91"/>
                <a:gd name="T4" fmla="*/ 13 w 90"/>
                <a:gd name="T5" fmla="*/ 13 h 91"/>
                <a:gd name="T6" fmla="*/ 83 w 90"/>
                <a:gd name="T7" fmla="*/ 13 h 91"/>
                <a:gd name="T8" fmla="*/ 83 w 90"/>
                <a:gd name="T9" fmla="*/ 83 h 91"/>
                <a:gd name="T10" fmla="*/ 90 w 90"/>
                <a:gd name="T11" fmla="*/ 0 h 91"/>
                <a:gd name="T12" fmla="*/ 0 w 90"/>
                <a:gd name="T13" fmla="*/ 0 h 91"/>
                <a:gd name="T14" fmla="*/ 0 w 90"/>
                <a:gd name="T15" fmla="*/ 91 h 91"/>
                <a:gd name="T16" fmla="*/ 90 w 90"/>
                <a:gd name="T17" fmla="*/ 91 h 91"/>
                <a:gd name="T18" fmla="*/ 90 w 90"/>
                <a:gd name="T1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0" h="91">
                  <a:moveTo>
                    <a:pt x="83" y="83"/>
                  </a:moveTo>
                  <a:lnTo>
                    <a:pt x="13" y="83"/>
                  </a:lnTo>
                  <a:lnTo>
                    <a:pt x="13" y="13"/>
                  </a:lnTo>
                  <a:lnTo>
                    <a:pt x="83" y="13"/>
                  </a:lnTo>
                  <a:lnTo>
                    <a:pt x="83" y="83"/>
                  </a:lnTo>
                  <a:close/>
                  <a:moveTo>
                    <a:pt x="90" y="0"/>
                  </a:moveTo>
                  <a:lnTo>
                    <a:pt x="0" y="0"/>
                  </a:lnTo>
                  <a:lnTo>
                    <a:pt x="0" y="91"/>
                  </a:lnTo>
                  <a:lnTo>
                    <a:pt x="90" y="91"/>
                  </a:lnTo>
                  <a:lnTo>
                    <a:pt x="9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7304657C-BF6E-4DCB-9E4C-FE42063D56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056795" y="6368350"/>
              <a:ext cx="206783" cy="204969"/>
            </a:xfrm>
            <a:custGeom>
              <a:avLst/>
              <a:gdLst>
                <a:gd name="T0" fmla="*/ 107 w 114"/>
                <a:gd name="T1" fmla="*/ 107 h 113"/>
                <a:gd name="T2" fmla="*/ 7 w 114"/>
                <a:gd name="T3" fmla="*/ 107 h 113"/>
                <a:gd name="T4" fmla="*/ 7 w 114"/>
                <a:gd name="T5" fmla="*/ 8 h 113"/>
                <a:gd name="T6" fmla="*/ 107 w 114"/>
                <a:gd name="T7" fmla="*/ 8 h 113"/>
                <a:gd name="T8" fmla="*/ 107 w 114"/>
                <a:gd name="T9" fmla="*/ 107 h 113"/>
                <a:gd name="T10" fmla="*/ 0 w 114"/>
                <a:gd name="T11" fmla="*/ 113 h 113"/>
                <a:gd name="T12" fmla="*/ 114 w 114"/>
                <a:gd name="T13" fmla="*/ 113 h 113"/>
                <a:gd name="T14" fmla="*/ 114 w 114"/>
                <a:gd name="T15" fmla="*/ 0 h 113"/>
                <a:gd name="T16" fmla="*/ 0 w 114"/>
                <a:gd name="T17" fmla="*/ 0 h 113"/>
                <a:gd name="T18" fmla="*/ 0 w 114"/>
                <a:gd name="T19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4" h="113">
                  <a:moveTo>
                    <a:pt x="107" y="107"/>
                  </a:moveTo>
                  <a:lnTo>
                    <a:pt x="7" y="107"/>
                  </a:lnTo>
                  <a:lnTo>
                    <a:pt x="7" y="8"/>
                  </a:lnTo>
                  <a:lnTo>
                    <a:pt x="107" y="8"/>
                  </a:lnTo>
                  <a:lnTo>
                    <a:pt x="107" y="107"/>
                  </a:lnTo>
                  <a:close/>
                  <a:moveTo>
                    <a:pt x="0" y="113"/>
                  </a:moveTo>
                  <a:lnTo>
                    <a:pt x="114" y="113"/>
                  </a:lnTo>
                  <a:lnTo>
                    <a:pt x="114" y="0"/>
                  </a:lnTo>
                  <a:lnTo>
                    <a:pt x="0" y="0"/>
                  </a:lnTo>
                  <a:lnTo>
                    <a:pt x="0" y="1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DBFAD521-90C6-407D-80CC-C74A656504C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09398" y="6422766"/>
              <a:ext cx="112461" cy="110647"/>
            </a:xfrm>
            <a:custGeom>
              <a:avLst/>
              <a:gdLst>
                <a:gd name="T0" fmla="*/ 56 w 62"/>
                <a:gd name="T1" fmla="*/ 55 h 61"/>
                <a:gd name="T2" fmla="*/ 14 w 62"/>
                <a:gd name="T3" fmla="*/ 55 h 61"/>
                <a:gd name="T4" fmla="*/ 14 w 62"/>
                <a:gd name="T5" fmla="*/ 13 h 61"/>
                <a:gd name="T6" fmla="*/ 56 w 62"/>
                <a:gd name="T7" fmla="*/ 13 h 61"/>
                <a:gd name="T8" fmla="*/ 56 w 62"/>
                <a:gd name="T9" fmla="*/ 55 h 61"/>
                <a:gd name="T10" fmla="*/ 62 w 62"/>
                <a:gd name="T11" fmla="*/ 0 h 61"/>
                <a:gd name="T12" fmla="*/ 0 w 62"/>
                <a:gd name="T13" fmla="*/ 0 h 61"/>
                <a:gd name="T14" fmla="*/ 0 w 62"/>
                <a:gd name="T15" fmla="*/ 61 h 61"/>
                <a:gd name="T16" fmla="*/ 62 w 62"/>
                <a:gd name="T17" fmla="*/ 61 h 61"/>
                <a:gd name="T18" fmla="*/ 62 w 62"/>
                <a:gd name="T19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" h="61">
                  <a:moveTo>
                    <a:pt x="56" y="55"/>
                  </a:moveTo>
                  <a:lnTo>
                    <a:pt x="14" y="55"/>
                  </a:lnTo>
                  <a:lnTo>
                    <a:pt x="14" y="13"/>
                  </a:lnTo>
                  <a:lnTo>
                    <a:pt x="56" y="13"/>
                  </a:lnTo>
                  <a:lnTo>
                    <a:pt x="56" y="55"/>
                  </a:lnTo>
                  <a:close/>
                  <a:moveTo>
                    <a:pt x="62" y="0"/>
                  </a:moveTo>
                  <a:lnTo>
                    <a:pt x="0" y="0"/>
                  </a:lnTo>
                  <a:lnTo>
                    <a:pt x="0" y="61"/>
                  </a:lnTo>
                  <a:lnTo>
                    <a:pt x="62" y="61"/>
                  </a:lnTo>
                  <a:lnTo>
                    <a:pt x="6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" name="AutoShape 3">
            <a:extLst>
              <a:ext uri="{FF2B5EF4-FFF2-40B4-BE49-F238E27FC236}">
                <a16:creationId xmlns:a16="http://schemas.microsoft.com/office/drawing/2014/main" id="{65966524-C3F9-4AD3-B55F-77BA40EB62CC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0" y="-7938"/>
            <a:ext cx="12192000" cy="686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851CB496-BD21-4DBA-B3AC-775C28CBBD25}"/>
              </a:ext>
            </a:extLst>
          </p:cNvPr>
          <p:cNvSpPr>
            <a:spLocks/>
          </p:cNvSpPr>
          <p:nvPr userDrawn="1"/>
        </p:nvSpPr>
        <p:spPr bwMode="auto">
          <a:xfrm>
            <a:off x="1963738" y="2016125"/>
            <a:ext cx="5568950" cy="4841875"/>
          </a:xfrm>
          <a:custGeom>
            <a:avLst/>
            <a:gdLst>
              <a:gd name="T0" fmla="*/ 0 w 3508"/>
              <a:gd name="T1" fmla="*/ 0 h 3050"/>
              <a:gd name="T2" fmla="*/ 0 w 3508"/>
              <a:gd name="T3" fmla="*/ 3050 h 3050"/>
              <a:gd name="T4" fmla="*/ 1737 w 3508"/>
              <a:gd name="T5" fmla="*/ 3050 h 3050"/>
              <a:gd name="T6" fmla="*/ 3508 w 3508"/>
              <a:gd name="T7" fmla="*/ 2027 h 3050"/>
              <a:gd name="T8" fmla="*/ 0 w 3508"/>
              <a:gd name="T9" fmla="*/ 0 h 3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508" h="3050">
                <a:moveTo>
                  <a:pt x="0" y="0"/>
                </a:moveTo>
                <a:lnTo>
                  <a:pt x="0" y="3050"/>
                </a:lnTo>
                <a:lnTo>
                  <a:pt x="1737" y="3050"/>
                </a:lnTo>
                <a:lnTo>
                  <a:pt x="3508" y="2027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14E05328-3C2D-4C56-85FA-674612E8C327}"/>
              </a:ext>
            </a:extLst>
          </p:cNvPr>
          <p:cNvSpPr>
            <a:spLocks/>
          </p:cNvSpPr>
          <p:nvPr userDrawn="1"/>
        </p:nvSpPr>
        <p:spPr bwMode="auto">
          <a:xfrm>
            <a:off x="0" y="-6350"/>
            <a:ext cx="5462588" cy="2022475"/>
          </a:xfrm>
          <a:custGeom>
            <a:avLst/>
            <a:gdLst>
              <a:gd name="T0" fmla="*/ 3441 w 3441"/>
              <a:gd name="T1" fmla="*/ 0 h 1274"/>
              <a:gd name="T2" fmla="*/ 0 w 3441"/>
              <a:gd name="T3" fmla="*/ 0 h 1274"/>
              <a:gd name="T4" fmla="*/ 0 w 3441"/>
              <a:gd name="T5" fmla="*/ 559 h 1274"/>
              <a:gd name="T6" fmla="*/ 1237 w 3441"/>
              <a:gd name="T7" fmla="*/ 1274 h 1274"/>
              <a:gd name="T8" fmla="*/ 3441 w 3441"/>
              <a:gd name="T9" fmla="*/ 0 h 12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41" h="1274">
                <a:moveTo>
                  <a:pt x="3441" y="0"/>
                </a:moveTo>
                <a:lnTo>
                  <a:pt x="0" y="0"/>
                </a:lnTo>
                <a:lnTo>
                  <a:pt x="0" y="559"/>
                </a:lnTo>
                <a:lnTo>
                  <a:pt x="1237" y="1274"/>
                </a:lnTo>
                <a:lnTo>
                  <a:pt x="3441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0">
            <a:extLst>
              <a:ext uri="{FF2B5EF4-FFF2-40B4-BE49-F238E27FC236}">
                <a16:creationId xmlns:a16="http://schemas.microsoft.com/office/drawing/2014/main" id="{97BEF2CF-4C6E-40BF-84FE-4C13D0C8EC9C}"/>
              </a:ext>
            </a:extLst>
          </p:cNvPr>
          <p:cNvSpPr>
            <a:spLocks/>
          </p:cNvSpPr>
          <p:nvPr userDrawn="1"/>
        </p:nvSpPr>
        <p:spPr bwMode="auto">
          <a:xfrm>
            <a:off x="9601200" y="-6350"/>
            <a:ext cx="2590800" cy="1497013"/>
          </a:xfrm>
          <a:custGeom>
            <a:avLst/>
            <a:gdLst>
              <a:gd name="T0" fmla="*/ 1632 w 1632"/>
              <a:gd name="T1" fmla="*/ 0 h 943"/>
              <a:gd name="T2" fmla="*/ 0 w 1632"/>
              <a:gd name="T3" fmla="*/ 0 h 943"/>
              <a:gd name="T4" fmla="*/ 1632 w 1632"/>
              <a:gd name="T5" fmla="*/ 943 h 943"/>
              <a:gd name="T6" fmla="*/ 1632 w 1632"/>
              <a:gd name="T7" fmla="*/ 0 h 9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32" h="943">
                <a:moveTo>
                  <a:pt x="1632" y="0"/>
                </a:moveTo>
                <a:lnTo>
                  <a:pt x="0" y="0"/>
                </a:lnTo>
                <a:lnTo>
                  <a:pt x="1632" y="943"/>
                </a:lnTo>
                <a:lnTo>
                  <a:pt x="163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Freeform 12">
            <a:extLst>
              <a:ext uri="{FF2B5EF4-FFF2-40B4-BE49-F238E27FC236}">
                <a16:creationId xmlns:a16="http://schemas.microsoft.com/office/drawing/2014/main" id="{DBA3D357-F5F3-4D43-8D52-26B75E2384D6}"/>
              </a:ext>
            </a:extLst>
          </p:cNvPr>
          <p:cNvSpPr>
            <a:spLocks/>
          </p:cNvSpPr>
          <p:nvPr userDrawn="1"/>
        </p:nvSpPr>
        <p:spPr bwMode="auto">
          <a:xfrm>
            <a:off x="1963738" y="-6350"/>
            <a:ext cx="10228263" cy="6864350"/>
          </a:xfrm>
          <a:custGeom>
            <a:avLst/>
            <a:gdLst>
              <a:gd name="T0" fmla="*/ 0 w 6443"/>
              <a:gd name="T1" fmla="*/ 1274 h 4324"/>
              <a:gd name="T2" fmla="*/ 3508 w 6443"/>
              <a:gd name="T3" fmla="*/ 3301 h 4324"/>
              <a:gd name="T4" fmla="*/ 5278 w 6443"/>
              <a:gd name="T5" fmla="*/ 4324 h 4324"/>
              <a:gd name="T6" fmla="*/ 6443 w 6443"/>
              <a:gd name="T7" fmla="*/ 4324 h 4324"/>
              <a:gd name="T8" fmla="*/ 6443 w 6443"/>
              <a:gd name="T9" fmla="*/ 943 h 4324"/>
              <a:gd name="T10" fmla="*/ 4811 w 6443"/>
              <a:gd name="T11" fmla="*/ 0 h 4324"/>
              <a:gd name="T12" fmla="*/ 2204 w 6443"/>
              <a:gd name="T13" fmla="*/ 0 h 4324"/>
              <a:gd name="T14" fmla="*/ 0 w 6443"/>
              <a:gd name="T15" fmla="*/ 1274 h 43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443" h="4324">
                <a:moveTo>
                  <a:pt x="0" y="1274"/>
                </a:moveTo>
                <a:lnTo>
                  <a:pt x="3508" y="3301"/>
                </a:lnTo>
                <a:lnTo>
                  <a:pt x="5278" y="4324"/>
                </a:lnTo>
                <a:lnTo>
                  <a:pt x="6443" y="4324"/>
                </a:lnTo>
                <a:lnTo>
                  <a:pt x="6443" y="943"/>
                </a:lnTo>
                <a:lnTo>
                  <a:pt x="4811" y="0"/>
                </a:lnTo>
                <a:lnTo>
                  <a:pt x="2204" y="0"/>
                </a:lnTo>
                <a:lnTo>
                  <a:pt x="0" y="1274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" name="Freeform 13">
            <a:extLst>
              <a:ext uri="{FF2B5EF4-FFF2-40B4-BE49-F238E27FC236}">
                <a16:creationId xmlns:a16="http://schemas.microsoft.com/office/drawing/2014/main" id="{3B2C9699-472D-40B9-B0BC-7257ADD495D6}"/>
              </a:ext>
            </a:extLst>
          </p:cNvPr>
          <p:cNvSpPr>
            <a:spLocks/>
          </p:cNvSpPr>
          <p:nvPr userDrawn="1"/>
        </p:nvSpPr>
        <p:spPr bwMode="auto">
          <a:xfrm>
            <a:off x="1963738" y="2016125"/>
            <a:ext cx="5568950" cy="3217863"/>
          </a:xfrm>
          <a:custGeom>
            <a:avLst/>
            <a:gdLst>
              <a:gd name="T0" fmla="*/ 0 w 3508"/>
              <a:gd name="T1" fmla="*/ 0 h 2027"/>
              <a:gd name="T2" fmla="*/ 3508 w 3508"/>
              <a:gd name="T3" fmla="*/ 2027 h 2027"/>
              <a:gd name="T4" fmla="*/ 3508 w 3508"/>
              <a:gd name="T5" fmla="*/ 2027 h 2027"/>
              <a:gd name="T6" fmla="*/ 3508 w 3508"/>
              <a:gd name="T7" fmla="*/ 2027 h 2027"/>
              <a:gd name="T8" fmla="*/ 3508 w 3508"/>
              <a:gd name="T9" fmla="*/ 2027 h 2027"/>
              <a:gd name="T10" fmla="*/ 3508 w 3508"/>
              <a:gd name="T11" fmla="*/ 2027 h 2027"/>
              <a:gd name="T12" fmla="*/ 3508 w 3508"/>
              <a:gd name="T13" fmla="*/ 2027 h 2027"/>
              <a:gd name="T14" fmla="*/ 3508 w 3508"/>
              <a:gd name="T15" fmla="*/ 2027 h 2027"/>
              <a:gd name="T16" fmla="*/ 3508 w 3508"/>
              <a:gd name="T17" fmla="*/ 2027 h 2027"/>
              <a:gd name="T18" fmla="*/ 0 w 3508"/>
              <a:gd name="T19" fmla="*/ 0 h 20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508" h="2027">
                <a:moveTo>
                  <a:pt x="0" y="0"/>
                </a:move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0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" name="Freeform 14">
            <a:extLst>
              <a:ext uri="{FF2B5EF4-FFF2-40B4-BE49-F238E27FC236}">
                <a16:creationId xmlns:a16="http://schemas.microsoft.com/office/drawing/2014/main" id="{22D4561F-EFDE-4FEB-80DD-E01607FF6C86}"/>
              </a:ext>
            </a:extLst>
          </p:cNvPr>
          <p:cNvSpPr>
            <a:spLocks/>
          </p:cNvSpPr>
          <p:nvPr userDrawn="1"/>
        </p:nvSpPr>
        <p:spPr bwMode="auto">
          <a:xfrm>
            <a:off x="1963738" y="2016125"/>
            <a:ext cx="5568950" cy="3217863"/>
          </a:xfrm>
          <a:custGeom>
            <a:avLst/>
            <a:gdLst>
              <a:gd name="T0" fmla="*/ 0 w 3508"/>
              <a:gd name="T1" fmla="*/ 0 h 2027"/>
              <a:gd name="T2" fmla="*/ 3508 w 3508"/>
              <a:gd name="T3" fmla="*/ 2027 h 2027"/>
              <a:gd name="T4" fmla="*/ 3508 w 3508"/>
              <a:gd name="T5" fmla="*/ 2027 h 2027"/>
              <a:gd name="T6" fmla="*/ 3508 w 3508"/>
              <a:gd name="T7" fmla="*/ 2027 h 2027"/>
              <a:gd name="T8" fmla="*/ 3508 w 3508"/>
              <a:gd name="T9" fmla="*/ 2027 h 2027"/>
              <a:gd name="T10" fmla="*/ 3508 w 3508"/>
              <a:gd name="T11" fmla="*/ 2027 h 2027"/>
              <a:gd name="T12" fmla="*/ 3508 w 3508"/>
              <a:gd name="T13" fmla="*/ 2027 h 2027"/>
              <a:gd name="T14" fmla="*/ 3508 w 3508"/>
              <a:gd name="T15" fmla="*/ 2027 h 2027"/>
              <a:gd name="T16" fmla="*/ 3508 w 3508"/>
              <a:gd name="T17" fmla="*/ 2027 h 2027"/>
              <a:gd name="T18" fmla="*/ 0 w 3508"/>
              <a:gd name="T19" fmla="*/ 0 h 20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508" h="2027">
                <a:moveTo>
                  <a:pt x="0" y="0"/>
                </a:move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" name="Freeform 15">
            <a:extLst>
              <a:ext uri="{FF2B5EF4-FFF2-40B4-BE49-F238E27FC236}">
                <a16:creationId xmlns:a16="http://schemas.microsoft.com/office/drawing/2014/main" id="{6208C78A-0A60-4E16-8004-30C5FACA304D}"/>
              </a:ext>
            </a:extLst>
          </p:cNvPr>
          <p:cNvSpPr>
            <a:spLocks/>
          </p:cNvSpPr>
          <p:nvPr userDrawn="1"/>
        </p:nvSpPr>
        <p:spPr bwMode="auto">
          <a:xfrm>
            <a:off x="9601200" y="-6350"/>
            <a:ext cx="2590800" cy="1497013"/>
          </a:xfrm>
          <a:custGeom>
            <a:avLst/>
            <a:gdLst>
              <a:gd name="T0" fmla="*/ 0 w 1632"/>
              <a:gd name="T1" fmla="*/ 0 h 943"/>
              <a:gd name="T2" fmla="*/ 0 w 1632"/>
              <a:gd name="T3" fmla="*/ 0 h 943"/>
              <a:gd name="T4" fmla="*/ 1632 w 1632"/>
              <a:gd name="T5" fmla="*/ 943 h 943"/>
              <a:gd name="T6" fmla="*/ 0 w 1632"/>
              <a:gd name="T7" fmla="*/ 0 h 9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32" h="943">
                <a:moveTo>
                  <a:pt x="0" y="0"/>
                </a:moveTo>
                <a:lnTo>
                  <a:pt x="0" y="0"/>
                </a:lnTo>
                <a:lnTo>
                  <a:pt x="1632" y="943"/>
                </a:lnTo>
                <a:lnTo>
                  <a:pt x="0" y="0"/>
                </a:lnTo>
                <a:close/>
              </a:path>
            </a:pathLst>
          </a:custGeom>
          <a:solidFill>
            <a:srgbClr val="E4E4E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" name="Freeform 16">
            <a:extLst>
              <a:ext uri="{FF2B5EF4-FFF2-40B4-BE49-F238E27FC236}">
                <a16:creationId xmlns:a16="http://schemas.microsoft.com/office/drawing/2014/main" id="{A9812D5D-0F61-4020-B467-A07A5AB71F43}"/>
              </a:ext>
            </a:extLst>
          </p:cNvPr>
          <p:cNvSpPr>
            <a:spLocks/>
          </p:cNvSpPr>
          <p:nvPr userDrawn="1"/>
        </p:nvSpPr>
        <p:spPr bwMode="auto">
          <a:xfrm>
            <a:off x="9601200" y="-6350"/>
            <a:ext cx="2590800" cy="1497013"/>
          </a:xfrm>
          <a:custGeom>
            <a:avLst/>
            <a:gdLst>
              <a:gd name="T0" fmla="*/ 0 w 1632"/>
              <a:gd name="T1" fmla="*/ 0 h 943"/>
              <a:gd name="T2" fmla="*/ 0 w 1632"/>
              <a:gd name="T3" fmla="*/ 0 h 943"/>
              <a:gd name="T4" fmla="*/ 1632 w 1632"/>
              <a:gd name="T5" fmla="*/ 943 h 943"/>
              <a:gd name="T6" fmla="*/ 0 w 1632"/>
              <a:gd name="T7" fmla="*/ 0 h 9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32" h="943">
                <a:moveTo>
                  <a:pt x="0" y="0"/>
                </a:moveTo>
                <a:lnTo>
                  <a:pt x="0" y="0"/>
                </a:lnTo>
                <a:lnTo>
                  <a:pt x="1632" y="943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" name="Freeform 17">
            <a:extLst>
              <a:ext uri="{FF2B5EF4-FFF2-40B4-BE49-F238E27FC236}">
                <a16:creationId xmlns:a16="http://schemas.microsoft.com/office/drawing/2014/main" id="{9B743E3B-CFE7-4EE2-AD87-5A0428BF71F1}"/>
              </a:ext>
            </a:extLst>
          </p:cNvPr>
          <p:cNvSpPr>
            <a:spLocks/>
          </p:cNvSpPr>
          <p:nvPr userDrawn="1"/>
        </p:nvSpPr>
        <p:spPr bwMode="auto">
          <a:xfrm>
            <a:off x="9601200" y="-6350"/>
            <a:ext cx="2590800" cy="1497013"/>
          </a:xfrm>
          <a:custGeom>
            <a:avLst/>
            <a:gdLst>
              <a:gd name="T0" fmla="*/ 0 w 1632"/>
              <a:gd name="T1" fmla="*/ 0 h 943"/>
              <a:gd name="T2" fmla="*/ 0 w 1632"/>
              <a:gd name="T3" fmla="*/ 0 h 943"/>
              <a:gd name="T4" fmla="*/ 1632 w 1632"/>
              <a:gd name="T5" fmla="*/ 943 h 943"/>
              <a:gd name="T6" fmla="*/ 0 w 1632"/>
              <a:gd name="T7" fmla="*/ 0 h 9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32" h="943">
                <a:moveTo>
                  <a:pt x="0" y="0"/>
                </a:moveTo>
                <a:lnTo>
                  <a:pt x="0" y="0"/>
                </a:lnTo>
                <a:lnTo>
                  <a:pt x="1632" y="943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" name="Freeform 18">
            <a:extLst>
              <a:ext uri="{FF2B5EF4-FFF2-40B4-BE49-F238E27FC236}">
                <a16:creationId xmlns:a16="http://schemas.microsoft.com/office/drawing/2014/main" id="{71919039-660A-4B9D-9B0F-47A476ECC109}"/>
              </a:ext>
            </a:extLst>
          </p:cNvPr>
          <p:cNvSpPr>
            <a:spLocks/>
          </p:cNvSpPr>
          <p:nvPr userDrawn="1"/>
        </p:nvSpPr>
        <p:spPr bwMode="auto">
          <a:xfrm>
            <a:off x="9601200" y="-6350"/>
            <a:ext cx="2590800" cy="1497013"/>
          </a:xfrm>
          <a:custGeom>
            <a:avLst/>
            <a:gdLst>
              <a:gd name="T0" fmla="*/ 0 w 1632"/>
              <a:gd name="T1" fmla="*/ 0 h 943"/>
              <a:gd name="T2" fmla="*/ 0 w 1632"/>
              <a:gd name="T3" fmla="*/ 0 h 943"/>
              <a:gd name="T4" fmla="*/ 1632 w 1632"/>
              <a:gd name="T5" fmla="*/ 943 h 943"/>
              <a:gd name="T6" fmla="*/ 0 w 1632"/>
              <a:gd name="T7" fmla="*/ 0 h 9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32" h="943">
                <a:moveTo>
                  <a:pt x="0" y="0"/>
                </a:moveTo>
                <a:lnTo>
                  <a:pt x="0" y="0"/>
                </a:lnTo>
                <a:lnTo>
                  <a:pt x="1632" y="943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" name="Freeform 21">
            <a:extLst>
              <a:ext uri="{FF2B5EF4-FFF2-40B4-BE49-F238E27FC236}">
                <a16:creationId xmlns:a16="http://schemas.microsoft.com/office/drawing/2014/main" id="{50BE09BF-0C71-41C5-9989-74D87D2DBE85}"/>
              </a:ext>
            </a:extLst>
          </p:cNvPr>
          <p:cNvSpPr>
            <a:spLocks/>
          </p:cNvSpPr>
          <p:nvPr userDrawn="1"/>
        </p:nvSpPr>
        <p:spPr bwMode="auto">
          <a:xfrm>
            <a:off x="4721225" y="5233987"/>
            <a:ext cx="5621338" cy="1624013"/>
          </a:xfrm>
          <a:custGeom>
            <a:avLst/>
            <a:gdLst>
              <a:gd name="T0" fmla="*/ 1771 w 3541"/>
              <a:gd name="T1" fmla="*/ 0 h 1023"/>
              <a:gd name="T2" fmla="*/ 0 w 3541"/>
              <a:gd name="T3" fmla="*/ 1023 h 1023"/>
              <a:gd name="T4" fmla="*/ 3541 w 3541"/>
              <a:gd name="T5" fmla="*/ 1023 h 1023"/>
              <a:gd name="T6" fmla="*/ 1771 w 3541"/>
              <a:gd name="T7" fmla="*/ 0 h 10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541" h="1023">
                <a:moveTo>
                  <a:pt x="1771" y="0"/>
                </a:moveTo>
                <a:lnTo>
                  <a:pt x="0" y="1023"/>
                </a:lnTo>
                <a:lnTo>
                  <a:pt x="3541" y="1023"/>
                </a:lnTo>
                <a:lnTo>
                  <a:pt x="1771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" name="Freeform 22">
            <a:extLst>
              <a:ext uri="{FF2B5EF4-FFF2-40B4-BE49-F238E27FC236}">
                <a16:creationId xmlns:a16="http://schemas.microsoft.com/office/drawing/2014/main" id="{2C1E1CE7-3982-4AB6-9082-82835851AFA6}"/>
              </a:ext>
            </a:extLst>
          </p:cNvPr>
          <p:cNvSpPr>
            <a:spLocks/>
          </p:cNvSpPr>
          <p:nvPr userDrawn="1"/>
        </p:nvSpPr>
        <p:spPr bwMode="auto">
          <a:xfrm>
            <a:off x="4721225" y="5233987"/>
            <a:ext cx="2811463" cy="1624013"/>
          </a:xfrm>
          <a:custGeom>
            <a:avLst/>
            <a:gdLst>
              <a:gd name="T0" fmla="*/ 1771 w 1771"/>
              <a:gd name="T1" fmla="*/ 0 h 1023"/>
              <a:gd name="T2" fmla="*/ 0 w 1771"/>
              <a:gd name="T3" fmla="*/ 1023 h 1023"/>
              <a:gd name="T4" fmla="*/ 0 w 1771"/>
              <a:gd name="T5" fmla="*/ 1023 h 1023"/>
              <a:gd name="T6" fmla="*/ 1771 w 1771"/>
              <a:gd name="T7" fmla="*/ 0 h 10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771" h="1023">
                <a:moveTo>
                  <a:pt x="1771" y="0"/>
                </a:moveTo>
                <a:lnTo>
                  <a:pt x="0" y="1023"/>
                </a:lnTo>
                <a:lnTo>
                  <a:pt x="0" y="1023"/>
                </a:lnTo>
                <a:lnTo>
                  <a:pt x="1771" y="0"/>
                </a:lnTo>
                <a:close/>
              </a:path>
            </a:pathLst>
          </a:custGeom>
          <a:solidFill>
            <a:srgbClr val="D2D2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0" name="Freeform 23">
            <a:extLst>
              <a:ext uri="{FF2B5EF4-FFF2-40B4-BE49-F238E27FC236}">
                <a16:creationId xmlns:a16="http://schemas.microsoft.com/office/drawing/2014/main" id="{277D336D-2AB1-48CA-86AA-0552F6A6E763}"/>
              </a:ext>
            </a:extLst>
          </p:cNvPr>
          <p:cNvSpPr>
            <a:spLocks/>
          </p:cNvSpPr>
          <p:nvPr userDrawn="1"/>
        </p:nvSpPr>
        <p:spPr bwMode="auto">
          <a:xfrm>
            <a:off x="4721225" y="5233987"/>
            <a:ext cx="2811463" cy="1624013"/>
          </a:xfrm>
          <a:custGeom>
            <a:avLst/>
            <a:gdLst>
              <a:gd name="T0" fmla="*/ 1771 w 1771"/>
              <a:gd name="T1" fmla="*/ 0 h 1023"/>
              <a:gd name="T2" fmla="*/ 0 w 1771"/>
              <a:gd name="T3" fmla="*/ 1023 h 1023"/>
              <a:gd name="T4" fmla="*/ 0 w 1771"/>
              <a:gd name="T5" fmla="*/ 1023 h 1023"/>
              <a:gd name="T6" fmla="*/ 1771 w 1771"/>
              <a:gd name="T7" fmla="*/ 0 h 10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771" h="1023">
                <a:moveTo>
                  <a:pt x="1771" y="0"/>
                </a:moveTo>
                <a:lnTo>
                  <a:pt x="0" y="1023"/>
                </a:lnTo>
                <a:lnTo>
                  <a:pt x="0" y="1023"/>
                </a:lnTo>
                <a:lnTo>
                  <a:pt x="1771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" name="Freeform 24">
            <a:extLst>
              <a:ext uri="{FF2B5EF4-FFF2-40B4-BE49-F238E27FC236}">
                <a16:creationId xmlns:a16="http://schemas.microsoft.com/office/drawing/2014/main" id="{EDAD5260-CE3B-4B3A-93DC-55B702B00643}"/>
              </a:ext>
            </a:extLst>
          </p:cNvPr>
          <p:cNvSpPr>
            <a:spLocks/>
          </p:cNvSpPr>
          <p:nvPr userDrawn="1"/>
        </p:nvSpPr>
        <p:spPr bwMode="auto">
          <a:xfrm>
            <a:off x="7532688" y="5233987"/>
            <a:ext cx="2809875" cy="1624013"/>
          </a:xfrm>
          <a:custGeom>
            <a:avLst/>
            <a:gdLst>
              <a:gd name="T0" fmla="*/ 0 w 1770"/>
              <a:gd name="T1" fmla="*/ 0 h 1023"/>
              <a:gd name="T2" fmla="*/ 0 w 1770"/>
              <a:gd name="T3" fmla="*/ 0 h 1023"/>
              <a:gd name="T4" fmla="*/ 1770 w 1770"/>
              <a:gd name="T5" fmla="*/ 1023 h 1023"/>
              <a:gd name="T6" fmla="*/ 1770 w 1770"/>
              <a:gd name="T7" fmla="*/ 1023 h 1023"/>
              <a:gd name="T8" fmla="*/ 0 w 1770"/>
              <a:gd name="T9" fmla="*/ 0 h 10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70" h="1023">
                <a:moveTo>
                  <a:pt x="0" y="0"/>
                </a:moveTo>
                <a:lnTo>
                  <a:pt x="0" y="0"/>
                </a:lnTo>
                <a:lnTo>
                  <a:pt x="1770" y="1023"/>
                </a:lnTo>
                <a:lnTo>
                  <a:pt x="1770" y="1023"/>
                </a:lnTo>
                <a:lnTo>
                  <a:pt x="0" y="0"/>
                </a:lnTo>
                <a:close/>
              </a:path>
            </a:pathLst>
          </a:custGeom>
          <a:solidFill>
            <a:srgbClr val="DCDCD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" name="Freeform 25">
            <a:extLst>
              <a:ext uri="{FF2B5EF4-FFF2-40B4-BE49-F238E27FC236}">
                <a16:creationId xmlns:a16="http://schemas.microsoft.com/office/drawing/2014/main" id="{B211343B-293B-4285-80C9-6DE1679890F8}"/>
              </a:ext>
            </a:extLst>
          </p:cNvPr>
          <p:cNvSpPr>
            <a:spLocks/>
          </p:cNvSpPr>
          <p:nvPr userDrawn="1"/>
        </p:nvSpPr>
        <p:spPr bwMode="auto">
          <a:xfrm>
            <a:off x="7532688" y="5233987"/>
            <a:ext cx="2809875" cy="1624013"/>
          </a:xfrm>
          <a:custGeom>
            <a:avLst/>
            <a:gdLst>
              <a:gd name="T0" fmla="*/ 0 w 1770"/>
              <a:gd name="T1" fmla="*/ 0 h 1023"/>
              <a:gd name="T2" fmla="*/ 0 w 1770"/>
              <a:gd name="T3" fmla="*/ 0 h 1023"/>
              <a:gd name="T4" fmla="*/ 1770 w 1770"/>
              <a:gd name="T5" fmla="*/ 1023 h 1023"/>
              <a:gd name="T6" fmla="*/ 1770 w 1770"/>
              <a:gd name="T7" fmla="*/ 1023 h 1023"/>
              <a:gd name="T8" fmla="*/ 0 w 1770"/>
              <a:gd name="T9" fmla="*/ 0 h 10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70" h="1023">
                <a:moveTo>
                  <a:pt x="0" y="0"/>
                </a:moveTo>
                <a:lnTo>
                  <a:pt x="0" y="0"/>
                </a:lnTo>
                <a:lnTo>
                  <a:pt x="1770" y="1023"/>
                </a:lnTo>
                <a:lnTo>
                  <a:pt x="1770" y="1023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" name="Freeform 26">
            <a:extLst>
              <a:ext uri="{FF2B5EF4-FFF2-40B4-BE49-F238E27FC236}">
                <a16:creationId xmlns:a16="http://schemas.microsoft.com/office/drawing/2014/main" id="{BC5C5C0C-0FC6-43DF-A5C8-17EE4E05FDD6}"/>
              </a:ext>
            </a:extLst>
          </p:cNvPr>
          <p:cNvSpPr>
            <a:spLocks/>
          </p:cNvSpPr>
          <p:nvPr userDrawn="1"/>
        </p:nvSpPr>
        <p:spPr bwMode="auto">
          <a:xfrm>
            <a:off x="7532688" y="5233987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B5B5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" name="Freeform 27">
            <a:extLst>
              <a:ext uri="{FF2B5EF4-FFF2-40B4-BE49-F238E27FC236}">
                <a16:creationId xmlns:a16="http://schemas.microsoft.com/office/drawing/2014/main" id="{B5C362F9-2D85-47D8-A0BD-3A889F6E0914}"/>
              </a:ext>
            </a:extLst>
          </p:cNvPr>
          <p:cNvSpPr>
            <a:spLocks/>
          </p:cNvSpPr>
          <p:nvPr userDrawn="1"/>
        </p:nvSpPr>
        <p:spPr bwMode="auto">
          <a:xfrm>
            <a:off x="7532688" y="5233987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Line 28">
            <a:extLst>
              <a:ext uri="{FF2B5EF4-FFF2-40B4-BE49-F238E27FC236}">
                <a16:creationId xmlns:a16="http://schemas.microsoft.com/office/drawing/2014/main" id="{631EC517-5415-4B7D-A2EB-4A9F146E918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532688" y="5233987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" name="Line 29">
            <a:extLst>
              <a:ext uri="{FF2B5EF4-FFF2-40B4-BE49-F238E27FC236}">
                <a16:creationId xmlns:a16="http://schemas.microsoft.com/office/drawing/2014/main" id="{936D8EFB-5B56-45FE-B374-FC32CCFE4AB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532688" y="5233987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" name="Freeform 30">
            <a:extLst>
              <a:ext uri="{FF2B5EF4-FFF2-40B4-BE49-F238E27FC236}">
                <a16:creationId xmlns:a16="http://schemas.microsoft.com/office/drawing/2014/main" id="{51D3BABA-2154-446C-B57E-AA2B4D7C7ADB}"/>
              </a:ext>
            </a:extLst>
          </p:cNvPr>
          <p:cNvSpPr>
            <a:spLocks/>
          </p:cNvSpPr>
          <p:nvPr userDrawn="1"/>
        </p:nvSpPr>
        <p:spPr bwMode="auto">
          <a:xfrm>
            <a:off x="7532688" y="5233987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BEBEB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" name="Freeform 31">
            <a:extLst>
              <a:ext uri="{FF2B5EF4-FFF2-40B4-BE49-F238E27FC236}">
                <a16:creationId xmlns:a16="http://schemas.microsoft.com/office/drawing/2014/main" id="{21F91B4E-F1CE-4F42-A5C6-4664DDC3114B}"/>
              </a:ext>
            </a:extLst>
          </p:cNvPr>
          <p:cNvSpPr>
            <a:spLocks/>
          </p:cNvSpPr>
          <p:nvPr userDrawn="1"/>
        </p:nvSpPr>
        <p:spPr bwMode="auto">
          <a:xfrm>
            <a:off x="7532688" y="5233987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" name="Line 32">
            <a:extLst>
              <a:ext uri="{FF2B5EF4-FFF2-40B4-BE49-F238E27FC236}">
                <a16:creationId xmlns:a16="http://schemas.microsoft.com/office/drawing/2014/main" id="{72808925-0863-43CB-9D48-6443F968C436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532688" y="5233987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0" name="Line 33">
            <a:extLst>
              <a:ext uri="{FF2B5EF4-FFF2-40B4-BE49-F238E27FC236}">
                <a16:creationId xmlns:a16="http://schemas.microsoft.com/office/drawing/2014/main" id="{8D783D5C-0818-4003-A378-B44EA7327EE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532688" y="5233987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1" name="Freeform 34">
            <a:extLst>
              <a:ext uri="{FF2B5EF4-FFF2-40B4-BE49-F238E27FC236}">
                <a16:creationId xmlns:a16="http://schemas.microsoft.com/office/drawing/2014/main" id="{CB5EA980-AAC8-4678-B806-4B35AD6A9BC8}"/>
              </a:ext>
            </a:extLst>
          </p:cNvPr>
          <p:cNvSpPr>
            <a:spLocks/>
          </p:cNvSpPr>
          <p:nvPr userDrawn="1"/>
        </p:nvSpPr>
        <p:spPr bwMode="auto">
          <a:xfrm>
            <a:off x="7532688" y="5233987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C1C1C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Freeform 35">
            <a:extLst>
              <a:ext uri="{FF2B5EF4-FFF2-40B4-BE49-F238E27FC236}">
                <a16:creationId xmlns:a16="http://schemas.microsoft.com/office/drawing/2014/main" id="{61DE02E4-CE75-4107-B78F-DC52DB499B96}"/>
              </a:ext>
            </a:extLst>
          </p:cNvPr>
          <p:cNvSpPr>
            <a:spLocks/>
          </p:cNvSpPr>
          <p:nvPr userDrawn="1"/>
        </p:nvSpPr>
        <p:spPr bwMode="auto">
          <a:xfrm>
            <a:off x="7532688" y="5233987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Line 36">
            <a:extLst>
              <a:ext uri="{FF2B5EF4-FFF2-40B4-BE49-F238E27FC236}">
                <a16:creationId xmlns:a16="http://schemas.microsoft.com/office/drawing/2014/main" id="{62A7C76B-C053-4849-9F66-9F6E847E77F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532688" y="5233987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4" name="Line 37">
            <a:extLst>
              <a:ext uri="{FF2B5EF4-FFF2-40B4-BE49-F238E27FC236}">
                <a16:creationId xmlns:a16="http://schemas.microsoft.com/office/drawing/2014/main" id="{5E4A7D05-1D09-4623-A661-1F8A39ABCED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532688" y="5233987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396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8_Breaker slide - light gra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54">
            <a:extLst>
              <a:ext uri="{FF2B5EF4-FFF2-40B4-BE49-F238E27FC236}">
                <a16:creationId xmlns:a16="http://schemas.microsoft.com/office/drawing/2014/main" id="{71F047AA-2753-4C31-937B-F7C2A6F5BB41}"/>
              </a:ext>
            </a:extLst>
          </p:cNvPr>
          <p:cNvGrpSpPr/>
          <p:nvPr userDrawn="1"/>
        </p:nvGrpSpPr>
        <p:grpSpPr>
          <a:xfrm>
            <a:off x="-9183" y="3278"/>
            <a:ext cx="12192001" cy="6864350"/>
            <a:chOff x="0" y="-6350"/>
            <a:chExt cx="12192001" cy="6864350"/>
          </a:xfrm>
        </p:grpSpPr>
        <p:sp>
          <p:nvSpPr>
            <p:cNvPr id="56" name="Freeform 5">
              <a:extLst>
                <a:ext uri="{FF2B5EF4-FFF2-40B4-BE49-F238E27FC236}">
                  <a16:creationId xmlns:a16="http://schemas.microsoft.com/office/drawing/2014/main" id="{2668ACD1-E923-41A7-8C8B-CFDB0E5C5C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3738" y="2016125"/>
              <a:ext cx="5568950" cy="4841875"/>
            </a:xfrm>
            <a:custGeom>
              <a:avLst/>
              <a:gdLst>
                <a:gd name="T0" fmla="*/ 0 w 3508"/>
                <a:gd name="T1" fmla="*/ 0 h 3050"/>
                <a:gd name="T2" fmla="*/ 0 w 3508"/>
                <a:gd name="T3" fmla="*/ 3050 h 3050"/>
                <a:gd name="T4" fmla="*/ 1737 w 3508"/>
                <a:gd name="T5" fmla="*/ 3050 h 3050"/>
                <a:gd name="T6" fmla="*/ 3508 w 3508"/>
                <a:gd name="T7" fmla="*/ 2027 h 3050"/>
                <a:gd name="T8" fmla="*/ 0 w 3508"/>
                <a:gd name="T9" fmla="*/ 0 h 30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08" h="3050">
                  <a:moveTo>
                    <a:pt x="0" y="0"/>
                  </a:moveTo>
                  <a:lnTo>
                    <a:pt x="0" y="3050"/>
                  </a:lnTo>
                  <a:lnTo>
                    <a:pt x="1737" y="3050"/>
                  </a:lnTo>
                  <a:lnTo>
                    <a:pt x="3508" y="20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7">
              <a:extLst>
                <a:ext uri="{FF2B5EF4-FFF2-40B4-BE49-F238E27FC236}">
                  <a16:creationId xmlns:a16="http://schemas.microsoft.com/office/drawing/2014/main" id="{E350CCF4-74B9-4CBF-8D46-5E5574C3CB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-6350"/>
              <a:ext cx="5462588" cy="2022475"/>
            </a:xfrm>
            <a:custGeom>
              <a:avLst/>
              <a:gdLst>
                <a:gd name="T0" fmla="*/ 3441 w 3441"/>
                <a:gd name="T1" fmla="*/ 0 h 1274"/>
                <a:gd name="T2" fmla="*/ 0 w 3441"/>
                <a:gd name="T3" fmla="*/ 0 h 1274"/>
                <a:gd name="T4" fmla="*/ 0 w 3441"/>
                <a:gd name="T5" fmla="*/ 559 h 1274"/>
                <a:gd name="T6" fmla="*/ 1237 w 3441"/>
                <a:gd name="T7" fmla="*/ 1274 h 1274"/>
                <a:gd name="T8" fmla="*/ 3441 w 3441"/>
                <a:gd name="T9" fmla="*/ 0 h 1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41" h="1274">
                  <a:moveTo>
                    <a:pt x="3441" y="0"/>
                  </a:moveTo>
                  <a:lnTo>
                    <a:pt x="0" y="0"/>
                  </a:lnTo>
                  <a:lnTo>
                    <a:pt x="0" y="559"/>
                  </a:lnTo>
                  <a:lnTo>
                    <a:pt x="1237" y="1274"/>
                  </a:lnTo>
                  <a:lnTo>
                    <a:pt x="3441" y="0"/>
                  </a:lnTo>
                  <a:close/>
                </a:path>
              </a:pathLst>
            </a:custGeom>
            <a:solidFill>
              <a:srgbClr val="000000">
                <a:alpha val="7843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9">
              <a:extLst>
                <a:ext uri="{FF2B5EF4-FFF2-40B4-BE49-F238E27FC236}">
                  <a16:creationId xmlns:a16="http://schemas.microsoft.com/office/drawing/2014/main" id="{D13B5093-B5A9-48FA-9028-4E92FCB3E5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1200" y="-6350"/>
              <a:ext cx="2590800" cy="1497013"/>
            </a:xfrm>
            <a:custGeom>
              <a:avLst/>
              <a:gdLst>
                <a:gd name="T0" fmla="*/ 1632 w 1632"/>
                <a:gd name="T1" fmla="*/ 0 h 943"/>
                <a:gd name="T2" fmla="*/ 0 w 1632"/>
                <a:gd name="T3" fmla="*/ 0 h 943"/>
                <a:gd name="T4" fmla="*/ 1632 w 1632"/>
                <a:gd name="T5" fmla="*/ 943 h 943"/>
                <a:gd name="T6" fmla="*/ 1632 w 1632"/>
                <a:gd name="T7" fmla="*/ 0 h 9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32" h="943">
                  <a:moveTo>
                    <a:pt x="1632" y="0"/>
                  </a:moveTo>
                  <a:lnTo>
                    <a:pt x="0" y="0"/>
                  </a:lnTo>
                  <a:lnTo>
                    <a:pt x="1632" y="943"/>
                  </a:lnTo>
                  <a:lnTo>
                    <a:pt x="1632" y="0"/>
                  </a:lnTo>
                  <a:close/>
                </a:path>
              </a:pathLst>
            </a:custGeom>
            <a:solidFill>
              <a:srgbClr val="000000">
                <a:alpha val="7843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11">
              <a:extLst>
                <a:ext uri="{FF2B5EF4-FFF2-40B4-BE49-F238E27FC236}">
                  <a16:creationId xmlns:a16="http://schemas.microsoft.com/office/drawing/2014/main" id="{C758AF99-AC06-4C66-8C13-45D5863BFC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3738" y="-6350"/>
              <a:ext cx="10228263" cy="6864350"/>
            </a:xfrm>
            <a:custGeom>
              <a:avLst/>
              <a:gdLst>
                <a:gd name="T0" fmla="*/ 0 w 6443"/>
                <a:gd name="T1" fmla="*/ 1274 h 4324"/>
                <a:gd name="T2" fmla="*/ 3508 w 6443"/>
                <a:gd name="T3" fmla="*/ 3301 h 4324"/>
                <a:gd name="T4" fmla="*/ 5278 w 6443"/>
                <a:gd name="T5" fmla="*/ 4324 h 4324"/>
                <a:gd name="T6" fmla="*/ 6443 w 6443"/>
                <a:gd name="T7" fmla="*/ 4324 h 4324"/>
                <a:gd name="T8" fmla="*/ 6443 w 6443"/>
                <a:gd name="T9" fmla="*/ 943 h 4324"/>
                <a:gd name="T10" fmla="*/ 4811 w 6443"/>
                <a:gd name="T11" fmla="*/ 0 h 4324"/>
                <a:gd name="T12" fmla="*/ 2204 w 6443"/>
                <a:gd name="T13" fmla="*/ 0 h 4324"/>
                <a:gd name="T14" fmla="*/ 0 w 6443"/>
                <a:gd name="T15" fmla="*/ 1274 h 4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443" h="4324">
                  <a:moveTo>
                    <a:pt x="0" y="1274"/>
                  </a:moveTo>
                  <a:lnTo>
                    <a:pt x="3508" y="3301"/>
                  </a:lnTo>
                  <a:lnTo>
                    <a:pt x="5278" y="4324"/>
                  </a:lnTo>
                  <a:lnTo>
                    <a:pt x="6443" y="4324"/>
                  </a:lnTo>
                  <a:lnTo>
                    <a:pt x="6443" y="943"/>
                  </a:lnTo>
                  <a:lnTo>
                    <a:pt x="4811" y="0"/>
                  </a:lnTo>
                  <a:lnTo>
                    <a:pt x="2204" y="0"/>
                  </a:lnTo>
                  <a:lnTo>
                    <a:pt x="0" y="1274"/>
                  </a:lnTo>
                  <a:close/>
                </a:path>
              </a:pathLst>
            </a:custGeom>
            <a:solidFill>
              <a:srgbClr val="000000">
                <a:alpha val="16078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19">
              <a:extLst>
                <a:ext uri="{FF2B5EF4-FFF2-40B4-BE49-F238E27FC236}">
                  <a16:creationId xmlns:a16="http://schemas.microsoft.com/office/drawing/2014/main" id="{E64CFA6F-205E-40A3-B173-4C4787D966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881062"/>
              <a:ext cx="1963738" cy="5976938"/>
            </a:xfrm>
            <a:custGeom>
              <a:avLst/>
              <a:gdLst>
                <a:gd name="T0" fmla="*/ 0 w 1237"/>
                <a:gd name="T1" fmla="*/ 0 h 3765"/>
                <a:gd name="T2" fmla="*/ 0 w 1237"/>
                <a:gd name="T3" fmla="*/ 3765 h 3765"/>
                <a:gd name="T4" fmla="*/ 1237 w 1237"/>
                <a:gd name="T5" fmla="*/ 3765 h 3765"/>
                <a:gd name="T6" fmla="*/ 1237 w 1237"/>
                <a:gd name="T7" fmla="*/ 715 h 3765"/>
                <a:gd name="T8" fmla="*/ 0 w 1237"/>
                <a:gd name="T9" fmla="*/ 0 h 37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7" h="3765">
                  <a:moveTo>
                    <a:pt x="0" y="0"/>
                  </a:moveTo>
                  <a:lnTo>
                    <a:pt x="0" y="3765"/>
                  </a:lnTo>
                  <a:lnTo>
                    <a:pt x="1237" y="3765"/>
                  </a:lnTo>
                  <a:lnTo>
                    <a:pt x="1237" y="7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2157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0">
              <a:extLst>
                <a:ext uri="{FF2B5EF4-FFF2-40B4-BE49-F238E27FC236}">
                  <a16:creationId xmlns:a16="http://schemas.microsoft.com/office/drawing/2014/main" id="{ADF27179-F614-4A89-BA2E-398375AA66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21225" y="5233987"/>
              <a:ext cx="5621338" cy="1624013"/>
            </a:xfrm>
            <a:custGeom>
              <a:avLst/>
              <a:gdLst>
                <a:gd name="T0" fmla="*/ 1771 w 3541"/>
                <a:gd name="T1" fmla="*/ 0 h 1023"/>
                <a:gd name="T2" fmla="*/ 0 w 3541"/>
                <a:gd name="T3" fmla="*/ 1023 h 1023"/>
                <a:gd name="T4" fmla="*/ 3541 w 3541"/>
                <a:gd name="T5" fmla="*/ 1023 h 1023"/>
                <a:gd name="T6" fmla="*/ 1771 w 3541"/>
                <a:gd name="T7" fmla="*/ 0 h 1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41" h="1023">
                  <a:moveTo>
                    <a:pt x="1771" y="0"/>
                  </a:moveTo>
                  <a:lnTo>
                    <a:pt x="0" y="1023"/>
                  </a:lnTo>
                  <a:lnTo>
                    <a:pt x="3541" y="1023"/>
                  </a:lnTo>
                  <a:lnTo>
                    <a:pt x="1771" y="0"/>
                  </a:lnTo>
                  <a:close/>
                </a:path>
              </a:pathLst>
            </a:custGeom>
            <a:solidFill>
              <a:srgbClr val="000000">
                <a:alpha val="10196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1" name="Text Placeholder 19"/>
          <p:cNvSpPr>
            <a:spLocks noGrp="1"/>
          </p:cNvSpPr>
          <p:nvPr>
            <p:ph type="body" sz="quarter" idx="11" hasCustomPrompt="1"/>
          </p:nvPr>
        </p:nvSpPr>
        <p:spPr>
          <a:xfrm>
            <a:off x="672000" y="2385395"/>
            <a:ext cx="10848487" cy="3012105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4800"/>
              </a:lnSpc>
              <a:buNone/>
              <a:defRPr sz="4800" b="0" cap="all" spc="107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da-DK"/>
              <a:t>INSERT BREAKER TITLE HERE</a:t>
            </a:r>
            <a:endParaRPr lang="en-US"/>
          </a:p>
        </p:txBody>
      </p:sp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6BA917-7F09-4B8D-AF07-F52890C14046}" type="slidenum">
              <a:rPr lang="da-DK" smtClean="0"/>
              <a:pPr/>
              <a:t>‹#›</a:t>
            </a:fld>
            <a:endParaRPr lang="da-DK"/>
          </a:p>
        </p:txBody>
      </p:sp>
      <p:grpSp>
        <p:nvGrpSpPr>
          <p:cNvPr id="18" name="Gruppe 17"/>
          <p:cNvGrpSpPr>
            <a:grpSpLocks noChangeAspect="1"/>
          </p:cNvGrpSpPr>
          <p:nvPr/>
        </p:nvGrpSpPr>
        <p:grpSpPr>
          <a:xfrm>
            <a:off x="10343104" y="6422579"/>
            <a:ext cx="1176854" cy="202504"/>
            <a:chOff x="10056795" y="6368350"/>
            <a:chExt cx="1454739" cy="250316"/>
          </a:xfrm>
          <a:solidFill>
            <a:schemeClr val="tx1"/>
          </a:solidFill>
        </p:grpSpPr>
        <p:sp>
          <p:nvSpPr>
            <p:cNvPr id="19" name="Freeform 7"/>
            <p:cNvSpPr>
              <a:spLocks noEditPoints="1"/>
            </p:cNvSpPr>
            <p:nvPr userDrawn="1"/>
          </p:nvSpPr>
          <p:spPr bwMode="auto">
            <a:xfrm>
              <a:off x="10368784" y="6371977"/>
              <a:ext cx="1142750" cy="246689"/>
            </a:xfrm>
            <a:custGeom>
              <a:avLst/>
              <a:gdLst>
                <a:gd name="T0" fmla="*/ 116 w 431"/>
                <a:gd name="T1" fmla="*/ 33 h 93"/>
                <a:gd name="T2" fmla="*/ 103 w 431"/>
                <a:gd name="T3" fmla="*/ 24 h 93"/>
                <a:gd name="T4" fmla="*/ 116 w 431"/>
                <a:gd name="T5" fmla="*/ 75 h 93"/>
                <a:gd name="T6" fmla="*/ 128 w 431"/>
                <a:gd name="T7" fmla="*/ 32 h 93"/>
                <a:gd name="T8" fmla="*/ 139 w 431"/>
                <a:gd name="T9" fmla="*/ 75 h 93"/>
                <a:gd name="T10" fmla="*/ 152 w 431"/>
                <a:gd name="T11" fmla="*/ 48 h 93"/>
                <a:gd name="T12" fmla="*/ 174 w 431"/>
                <a:gd name="T13" fmla="*/ 45 h 93"/>
                <a:gd name="T14" fmla="*/ 188 w 431"/>
                <a:gd name="T15" fmla="*/ 75 h 93"/>
                <a:gd name="T16" fmla="*/ 169 w 431"/>
                <a:gd name="T17" fmla="*/ 23 h 93"/>
                <a:gd name="T18" fmla="*/ 133 w 431"/>
                <a:gd name="T19" fmla="*/ 23 h 93"/>
                <a:gd name="T20" fmla="*/ 238 w 431"/>
                <a:gd name="T21" fmla="*/ 0 h 93"/>
                <a:gd name="T22" fmla="*/ 238 w 431"/>
                <a:gd name="T23" fmla="*/ 76 h 93"/>
                <a:gd name="T24" fmla="*/ 260 w 431"/>
                <a:gd name="T25" fmla="*/ 61 h 93"/>
                <a:gd name="T26" fmla="*/ 213 w 431"/>
                <a:gd name="T27" fmla="*/ 37 h 93"/>
                <a:gd name="T28" fmla="*/ 259 w 431"/>
                <a:gd name="T29" fmla="*/ 14 h 93"/>
                <a:gd name="T30" fmla="*/ 54 w 431"/>
                <a:gd name="T31" fmla="*/ 3 h 93"/>
                <a:gd name="T32" fmla="*/ 0 w 431"/>
                <a:gd name="T33" fmla="*/ 21 h 93"/>
                <a:gd name="T34" fmla="*/ 36 w 431"/>
                <a:gd name="T35" fmla="*/ 45 h 93"/>
                <a:gd name="T36" fmla="*/ 27 w 431"/>
                <a:gd name="T37" fmla="*/ 66 h 93"/>
                <a:gd name="T38" fmla="*/ 1 w 431"/>
                <a:gd name="T39" fmla="*/ 72 h 93"/>
                <a:gd name="T40" fmla="*/ 60 w 431"/>
                <a:gd name="T41" fmla="*/ 54 h 93"/>
                <a:gd name="T42" fmla="*/ 26 w 431"/>
                <a:gd name="T43" fmla="*/ 30 h 93"/>
                <a:gd name="T44" fmla="*/ 33 w 431"/>
                <a:gd name="T45" fmla="*/ 9 h 93"/>
                <a:gd name="T46" fmla="*/ 54 w 431"/>
                <a:gd name="T47" fmla="*/ 3 h 93"/>
                <a:gd name="T48" fmla="*/ 390 w 431"/>
                <a:gd name="T49" fmla="*/ 49 h 93"/>
                <a:gd name="T50" fmla="*/ 417 w 431"/>
                <a:gd name="T51" fmla="*/ 49 h 93"/>
                <a:gd name="T52" fmla="*/ 376 w 431"/>
                <a:gd name="T53" fmla="*/ 93 h 93"/>
                <a:gd name="T54" fmla="*/ 389 w 431"/>
                <a:gd name="T55" fmla="*/ 67 h 93"/>
                <a:gd name="T56" fmla="*/ 431 w 431"/>
                <a:gd name="T57" fmla="*/ 49 h 93"/>
                <a:gd name="T58" fmla="*/ 389 w 431"/>
                <a:gd name="T59" fmla="*/ 33 h 93"/>
                <a:gd name="T60" fmla="*/ 376 w 431"/>
                <a:gd name="T61" fmla="*/ 24 h 93"/>
                <a:gd name="T62" fmla="*/ 334 w 431"/>
                <a:gd name="T63" fmla="*/ 75 h 93"/>
                <a:gd name="T64" fmla="*/ 347 w 431"/>
                <a:gd name="T65" fmla="*/ 47 h 93"/>
                <a:gd name="T66" fmla="*/ 368 w 431"/>
                <a:gd name="T67" fmla="*/ 24 h 93"/>
                <a:gd name="T68" fmla="*/ 347 w 431"/>
                <a:gd name="T69" fmla="*/ 24 h 93"/>
                <a:gd name="T70" fmla="*/ 334 w 431"/>
                <a:gd name="T71" fmla="*/ 75 h 93"/>
                <a:gd name="T72" fmla="*/ 282 w 431"/>
                <a:gd name="T73" fmla="*/ 49 h 93"/>
                <a:gd name="T74" fmla="*/ 309 w 431"/>
                <a:gd name="T75" fmla="*/ 49 h 93"/>
                <a:gd name="T76" fmla="*/ 268 w 431"/>
                <a:gd name="T77" fmla="*/ 50 h 93"/>
                <a:gd name="T78" fmla="*/ 323 w 431"/>
                <a:gd name="T79" fmla="*/ 49 h 93"/>
                <a:gd name="T80" fmla="*/ 268 w 431"/>
                <a:gd name="T81" fmla="*/ 50 h 93"/>
                <a:gd name="T82" fmla="*/ 86 w 431"/>
                <a:gd name="T83" fmla="*/ 75 h 93"/>
                <a:gd name="T84" fmla="*/ 73 w 431"/>
                <a:gd name="T85" fmla="*/ 24 h 93"/>
                <a:gd name="T86" fmla="*/ 73 w 431"/>
                <a:gd name="T87" fmla="*/ 14 h 93"/>
                <a:gd name="T88" fmla="*/ 86 w 431"/>
                <a:gd name="T89" fmla="*/ 1 h 93"/>
                <a:gd name="T90" fmla="*/ 73 w 431"/>
                <a:gd name="T91" fmla="*/ 1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31" h="93">
                  <a:moveTo>
                    <a:pt x="133" y="23"/>
                  </a:moveTo>
                  <a:cubicBezTo>
                    <a:pt x="117" y="23"/>
                    <a:pt x="116" y="33"/>
                    <a:pt x="116" y="33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75"/>
                    <a:pt x="103" y="75"/>
                    <a:pt x="103" y="75"/>
                  </a:cubicBezTo>
                  <a:cubicBezTo>
                    <a:pt x="116" y="75"/>
                    <a:pt x="116" y="75"/>
                    <a:pt x="116" y="75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35"/>
                    <a:pt x="121" y="32"/>
                    <a:pt x="128" y="32"/>
                  </a:cubicBezTo>
                  <a:cubicBezTo>
                    <a:pt x="136" y="32"/>
                    <a:pt x="139" y="34"/>
                    <a:pt x="139" y="45"/>
                  </a:cubicBezTo>
                  <a:cubicBezTo>
                    <a:pt x="139" y="75"/>
                    <a:pt x="139" y="75"/>
                    <a:pt x="139" y="75"/>
                  </a:cubicBezTo>
                  <a:cubicBezTo>
                    <a:pt x="152" y="75"/>
                    <a:pt x="152" y="75"/>
                    <a:pt x="152" y="75"/>
                  </a:cubicBezTo>
                  <a:cubicBezTo>
                    <a:pt x="152" y="48"/>
                    <a:pt x="152" y="48"/>
                    <a:pt x="152" y="48"/>
                  </a:cubicBezTo>
                  <a:cubicBezTo>
                    <a:pt x="152" y="35"/>
                    <a:pt x="156" y="32"/>
                    <a:pt x="164" y="32"/>
                  </a:cubicBezTo>
                  <a:cubicBezTo>
                    <a:pt x="172" y="32"/>
                    <a:pt x="174" y="34"/>
                    <a:pt x="174" y="45"/>
                  </a:cubicBezTo>
                  <a:cubicBezTo>
                    <a:pt x="174" y="75"/>
                    <a:pt x="174" y="75"/>
                    <a:pt x="174" y="75"/>
                  </a:cubicBezTo>
                  <a:cubicBezTo>
                    <a:pt x="188" y="75"/>
                    <a:pt x="188" y="75"/>
                    <a:pt x="188" y="75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8" y="28"/>
                    <a:pt x="182" y="23"/>
                    <a:pt x="169" y="23"/>
                  </a:cubicBezTo>
                  <a:cubicBezTo>
                    <a:pt x="153" y="23"/>
                    <a:pt x="151" y="33"/>
                    <a:pt x="151" y="33"/>
                  </a:cubicBezTo>
                  <a:cubicBezTo>
                    <a:pt x="148" y="26"/>
                    <a:pt x="143" y="23"/>
                    <a:pt x="133" y="23"/>
                  </a:cubicBezTo>
                  <a:moveTo>
                    <a:pt x="259" y="4"/>
                  </a:moveTo>
                  <a:cubicBezTo>
                    <a:pt x="259" y="4"/>
                    <a:pt x="251" y="0"/>
                    <a:pt x="238" y="0"/>
                  </a:cubicBezTo>
                  <a:cubicBezTo>
                    <a:pt x="214" y="0"/>
                    <a:pt x="199" y="11"/>
                    <a:pt x="199" y="38"/>
                  </a:cubicBezTo>
                  <a:cubicBezTo>
                    <a:pt x="199" y="65"/>
                    <a:pt x="211" y="76"/>
                    <a:pt x="238" y="76"/>
                  </a:cubicBezTo>
                  <a:cubicBezTo>
                    <a:pt x="253" y="76"/>
                    <a:pt x="260" y="72"/>
                    <a:pt x="260" y="72"/>
                  </a:cubicBezTo>
                  <a:cubicBezTo>
                    <a:pt x="260" y="61"/>
                    <a:pt x="260" y="61"/>
                    <a:pt x="260" y="61"/>
                  </a:cubicBezTo>
                  <a:cubicBezTo>
                    <a:pt x="260" y="61"/>
                    <a:pt x="253" y="66"/>
                    <a:pt x="240" y="66"/>
                  </a:cubicBezTo>
                  <a:cubicBezTo>
                    <a:pt x="223" y="66"/>
                    <a:pt x="213" y="60"/>
                    <a:pt x="213" y="37"/>
                  </a:cubicBezTo>
                  <a:cubicBezTo>
                    <a:pt x="213" y="17"/>
                    <a:pt x="220" y="10"/>
                    <a:pt x="239" y="10"/>
                  </a:cubicBezTo>
                  <a:cubicBezTo>
                    <a:pt x="250" y="10"/>
                    <a:pt x="259" y="14"/>
                    <a:pt x="259" y="14"/>
                  </a:cubicBezTo>
                  <a:lnTo>
                    <a:pt x="259" y="4"/>
                  </a:lnTo>
                  <a:close/>
                  <a:moveTo>
                    <a:pt x="54" y="3"/>
                  </a:moveTo>
                  <a:cubicBezTo>
                    <a:pt x="54" y="3"/>
                    <a:pt x="45" y="0"/>
                    <a:pt x="34" y="0"/>
                  </a:cubicBezTo>
                  <a:cubicBezTo>
                    <a:pt x="15" y="0"/>
                    <a:pt x="0" y="5"/>
                    <a:pt x="0" y="21"/>
                  </a:cubicBezTo>
                  <a:cubicBezTo>
                    <a:pt x="0" y="34"/>
                    <a:pt x="8" y="38"/>
                    <a:pt x="21" y="41"/>
                  </a:cubicBezTo>
                  <a:cubicBezTo>
                    <a:pt x="36" y="45"/>
                    <a:pt x="36" y="45"/>
                    <a:pt x="36" y="45"/>
                  </a:cubicBezTo>
                  <a:cubicBezTo>
                    <a:pt x="43" y="46"/>
                    <a:pt x="46" y="48"/>
                    <a:pt x="46" y="55"/>
                  </a:cubicBezTo>
                  <a:cubicBezTo>
                    <a:pt x="46" y="66"/>
                    <a:pt x="38" y="66"/>
                    <a:pt x="27" y="66"/>
                  </a:cubicBezTo>
                  <a:cubicBezTo>
                    <a:pt x="13" y="66"/>
                    <a:pt x="1" y="62"/>
                    <a:pt x="1" y="62"/>
                  </a:cubicBezTo>
                  <a:cubicBezTo>
                    <a:pt x="1" y="72"/>
                    <a:pt x="1" y="72"/>
                    <a:pt x="1" y="72"/>
                  </a:cubicBezTo>
                  <a:cubicBezTo>
                    <a:pt x="1" y="72"/>
                    <a:pt x="12" y="76"/>
                    <a:pt x="25" y="76"/>
                  </a:cubicBezTo>
                  <a:cubicBezTo>
                    <a:pt x="44" y="76"/>
                    <a:pt x="60" y="72"/>
                    <a:pt x="60" y="54"/>
                  </a:cubicBezTo>
                  <a:cubicBezTo>
                    <a:pt x="60" y="41"/>
                    <a:pt x="53" y="36"/>
                    <a:pt x="40" y="33"/>
                  </a:cubicBezTo>
                  <a:cubicBezTo>
                    <a:pt x="26" y="30"/>
                    <a:pt x="26" y="30"/>
                    <a:pt x="26" y="30"/>
                  </a:cubicBezTo>
                  <a:cubicBezTo>
                    <a:pt x="18" y="28"/>
                    <a:pt x="14" y="26"/>
                    <a:pt x="14" y="19"/>
                  </a:cubicBezTo>
                  <a:cubicBezTo>
                    <a:pt x="14" y="10"/>
                    <a:pt x="23" y="9"/>
                    <a:pt x="33" y="9"/>
                  </a:cubicBezTo>
                  <a:cubicBezTo>
                    <a:pt x="46" y="9"/>
                    <a:pt x="54" y="13"/>
                    <a:pt x="54" y="13"/>
                  </a:cubicBezTo>
                  <a:lnTo>
                    <a:pt x="54" y="3"/>
                  </a:lnTo>
                  <a:close/>
                  <a:moveTo>
                    <a:pt x="403" y="68"/>
                  </a:moveTo>
                  <a:cubicBezTo>
                    <a:pt x="392" y="68"/>
                    <a:pt x="390" y="61"/>
                    <a:pt x="390" y="49"/>
                  </a:cubicBezTo>
                  <a:cubicBezTo>
                    <a:pt x="390" y="38"/>
                    <a:pt x="392" y="31"/>
                    <a:pt x="403" y="31"/>
                  </a:cubicBezTo>
                  <a:cubicBezTo>
                    <a:pt x="414" y="31"/>
                    <a:pt x="417" y="38"/>
                    <a:pt x="417" y="49"/>
                  </a:cubicBezTo>
                  <a:cubicBezTo>
                    <a:pt x="417" y="62"/>
                    <a:pt x="414" y="68"/>
                    <a:pt x="403" y="68"/>
                  </a:cubicBezTo>
                  <a:moveTo>
                    <a:pt x="376" y="93"/>
                  </a:moveTo>
                  <a:cubicBezTo>
                    <a:pt x="389" y="93"/>
                    <a:pt x="389" y="93"/>
                    <a:pt x="389" y="93"/>
                  </a:cubicBezTo>
                  <a:cubicBezTo>
                    <a:pt x="389" y="67"/>
                    <a:pt x="389" y="67"/>
                    <a:pt x="389" y="67"/>
                  </a:cubicBezTo>
                  <a:cubicBezTo>
                    <a:pt x="389" y="67"/>
                    <a:pt x="391" y="76"/>
                    <a:pt x="406" y="76"/>
                  </a:cubicBezTo>
                  <a:cubicBezTo>
                    <a:pt x="423" y="76"/>
                    <a:pt x="431" y="68"/>
                    <a:pt x="431" y="49"/>
                  </a:cubicBezTo>
                  <a:cubicBezTo>
                    <a:pt x="431" y="31"/>
                    <a:pt x="424" y="23"/>
                    <a:pt x="408" y="23"/>
                  </a:cubicBezTo>
                  <a:cubicBezTo>
                    <a:pt x="391" y="23"/>
                    <a:pt x="389" y="33"/>
                    <a:pt x="389" y="33"/>
                  </a:cubicBezTo>
                  <a:cubicBezTo>
                    <a:pt x="389" y="24"/>
                    <a:pt x="389" y="24"/>
                    <a:pt x="389" y="24"/>
                  </a:cubicBezTo>
                  <a:cubicBezTo>
                    <a:pt x="376" y="24"/>
                    <a:pt x="376" y="24"/>
                    <a:pt x="376" y="24"/>
                  </a:cubicBezTo>
                  <a:lnTo>
                    <a:pt x="376" y="93"/>
                  </a:lnTo>
                  <a:close/>
                  <a:moveTo>
                    <a:pt x="334" y="75"/>
                  </a:moveTo>
                  <a:cubicBezTo>
                    <a:pt x="347" y="75"/>
                    <a:pt x="347" y="75"/>
                    <a:pt x="347" y="75"/>
                  </a:cubicBezTo>
                  <a:cubicBezTo>
                    <a:pt x="347" y="47"/>
                    <a:pt x="347" y="47"/>
                    <a:pt x="347" y="47"/>
                  </a:cubicBezTo>
                  <a:cubicBezTo>
                    <a:pt x="347" y="37"/>
                    <a:pt x="351" y="36"/>
                    <a:pt x="368" y="36"/>
                  </a:cubicBezTo>
                  <a:cubicBezTo>
                    <a:pt x="368" y="24"/>
                    <a:pt x="368" y="24"/>
                    <a:pt x="368" y="24"/>
                  </a:cubicBezTo>
                  <a:cubicBezTo>
                    <a:pt x="355" y="24"/>
                    <a:pt x="349" y="28"/>
                    <a:pt x="347" y="37"/>
                  </a:cubicBezTo>
                  <a:cubicBezTo>
                    <a:pt x="347" y="24"/>
                    <a:pt x="347" y="24"/>
                    <a:pt x="347" y="24"/>
                  </a:cubicBezTo>
                  <a:cubicBezTo>
                    <a:pt x="334" y="24"/>
                    <a:pt x="334" y="24"/>
                    <a:pt x="334" y="24"/>
                  </a:cubicBezTo>
                  <a:lnTo>
                    <a:pt x="334" y="75"/>
                  </a:lnTo>
                  <a:close/>
                  <a:moveTo>
                    <a:pt x="296" y="68"/>
                  </a:moveTo>
                  <a:cubicBezTo>
                    <a:pt x="284" y="68"/>
                    <a:pt x="282" y="63"/>
                    <a:pt x="282" y="49"/>
                  </a:cubicBezTo>
                  <a:cubicBezTo>
                    <a:pt x="282" y="36"/>
                    <a:pt x="284" y="30"/>
                    <a:pt x="295" y="30"/>
                  </a:cubicBezTo>
                  <a:cubicBezTo>
                    <a:pt x="307" y="30"/>
                    <a:pt x="309" y="36"/>
                    <a:pt x="309" y="49"/>
                  </a:cubicBezTo>
                  <a:cubicBezTo>
                    <a:pt x="309" y="62"/>
                    <a:pt x="307" y="68"/>
                    <a:pt x="296" y="68"/>
                  </a:cubicBezTo>
                  <a:moveTo>
                    <a:pt x="268" y="50"/>
                  </a:moveTo>
                  <a:cubicBezTo>
                    <a:pt x="268" y="70"/>
                    <a:pt x="278" y="76"/>
                    <a:pt x="295" y="76"/>
                  </a:cubicBezTo>
                  <a:cubicBezTo>
                    <a:pt x="312" y="76"/>
                    <a:pt x="323" y="70"/>
                    <a:pt x="323" y="49"/>
                  </a:cubicBezTo>
                  <a:cubicBezTo>
                    <a:pt x="323" y="29"/>
                    <a:pt x="312" y="23"/>
                    <a:pt x="295" y="23"/>
                  </a:cubicBezTo>
                  <a:cubicBezTo>
                    <a:pt x="278" y="23"/>
                    <a:pt x="268" y="29"/>
                    <a:pt x="268" y="50"/>
                  </a:cubicBezTo>
                  <a:moveTo>
                    <a:pt x="73" y="75"/>
                  </a:moveTo>
                  <a:cubicBezTo>
                    <a:pt x="86" y="75"/>
                    <a:pt x="86" y="75"/>
                    <a:pt x="86" y="75"/>
                  </a:cubicBezTo>
                  <a:cubicBezTo>
                    <a:pt x="86" y="24"/>
                    <a:pt x="86" y="24"/>
                    <a:pt x="86" y="24"/>
                  </a:cubicBezTo>
                  <a:cubicBezTo>
                    <a:pt x="73" y="24"/>
                    <a:pt x="73" y="24"/>
                    <a:pt x="73" y="24"/>
                  </a:cubicBezTo>
                  <a:lnTo>
                    <a:pt x="73" y="75"/>
                  </a:lnTo>
                  <a:close/>
                  <a:moveTo>
                    <a:pt x="73" y="14"/>
                  </a:moveTo>
                  <a:cubicBezTo>
                    <a:pt x="86" y="14"/>
                    <a:pt x="86" y="14"/>
                    <a:pt x="86" y="14"/>
                  </a:cubicBezTo>
                  <a:cubicBezTo>
                    <a:pt x="86" y="1"/>
                    <a:pt x="86" y="1"/>
                    <a:pt x="86" y="1"/>
                  </a:cubicBezTo>
                  <a:cubicBezTo>
                    <a:pt x="73" y="1"/>
                    <a:pt x="73" y="1"/>
                    <a:pt x="73" y="1"/>
                  </a:cubicBezTo>
                  <a:lnTo>
                    <a:pt x="73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8"/>
            <p:cNvSpPr>
              <a:spLocks noEditPoints="1"/>
            </p:cNvSpPr>
            <p:nvPr userDrawn="1"/>
          </p:nvSpPr>
          <p:spPr bwMode="auto">
            <a:xfrm>
              <a:off x="10142048" y="6453602"/>
              <a:ext cx="59859" cy="61672"/>
            </a:xfrm>
            <a:custGeom>
              <a:avLst/>
              <a:gdLst>
                <a:gd name="T0" fmla="*/ 26 w 33"/>
                <a:gd name="T1" fmla="*/ 26 h 34"/>
                <a:gd name="T2" fmla="*/ 13 w 33"/>
                <a:gd name="T3" fmla="*/ 26 h 34"/>
                <a:gd name="T4" fmla="*/ 13 w 33"/>
                <a:gd name="T5" fmla="*/ 13 h 34"/>
                <a:gd name="T6" fmla="*/ 26 w 33"/>
                <a:gd name="T7" fmla="*/ 13 h 34"/>
                <a:gd name="T8" fmla="*/ 26 w 33"/>
                <a:gd name="T9" fmla="*/ 26 h 34"/>
                <a:gd name="T10" fmla="*/ 33 w 33"/>
                <a:gd name="T11" fmla="*/ 0 h 34"/>
                <a:gd name="T12" fmla="*/ 0 w 33"/>
                <a:gd name="T13" fmla="*/ 0 h 34"/>
                <a:gd name="T14" fmla="*/ 0 w 33"/>
                <a:gd name="T15" fmla="*/ 34 h 34"/>
                <a:gd name="T16" fmla="*/ 33 w 33"/>
                <a:gd name="T17" fmla="*/ 34 h 34"/>
                <a:gd name="T18" fmla="*/ 33 w 33"/>
                <a:gd name="T19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3" h="34">
                  <a:moveTo>
                    <a:pt x="26" y="26"/>
                  </a:moveTo>
                  <a:lnTo>
                    <a:pt x="13" y="26"/>
                  </a:lnTo>
                  <a:lnTo>
                    <a:pt x="13" y="13"/>
                  </a:lnTo>
                  <a:lnTo>
                    <a:pt x="26" y="13"/>
                  </a:lnTo>
                  <a:lnTo>
                    <a:pt x="26" y="26"/>
                  </a:lnTo>
                  <a:close/>
                  <a:moveTo>
                    <a:pt x="33" y="0"/>
                  </a:moveTo>
                  <a:lnTo>
                    <a:pt x="0" y="0"/>
                  </a:lnTo>
                  <a:lnTo>
                    <a:pt x="0" y="34"/>
                  </a:lnTo>
                  <a:lnTo>
                    <a:pt x="33" y="34"/>
                  </a:lnTo>
                  <a:lnTo>
                    <a:pt x="3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9"/>
            <p:cNvSpPr>
              <a:spLocks noEditPoints="1"/>
            </p:cNvSpPr>
            <p:nvPr userDrawn="1"/>
          </p:nvSpPr>
          <p:spPr bwMode="auto">
            <a:xfrm>
              <a:off x="10078561" y="6390116"/>
              <a:ext cx="163250" cy="165063"/>
            </a:xfrm>
            <a:custGeom>
              <a:avLst/>
              <a:gdLst>
                <a:gd name="T0" fmla="*/ 83 w 90"/>
                <a:gd name="T1" fmla="*/ 83 h 91"/>
                <a:gd name="T2" fmla="*/ 13 w 90"/>
                <a:gd name="T3" fmla="*/ 83 h 91"/>
                <a:gd name="T4" fmla="*/ 13 w 90"/>
                <a:gd name="T5" fmla="*/ 13 h 91"/>
                <a:gd name="T6" fmla="*/ 83 w 90"/>
                <a:gd name="T7" fmla="*/ 13 h 91"/>
                <a:gd name="T8" fmla="*/ 83 w 90"/>
                <a:gd name="T9" fmla="*/ 83 h 91"/>
                <a:gd name="T10" fmla="*/ 90 w 90"/>
                <a:gd name="T11" fmla="*/ 0 h 91"/>
                <a:gd name="T12" fmla="*/ 0 w 90"/>
                <a:gd name="T13" fmla="*/ 0 h 91"/>
                <a:gd name="T14" fmla="*/ 0 w 90"/>
                <a:gd name="T15" fmla="*/ 91 h 91"/>
                <a:gd name="T16" fmla="*/ 90 w 90"/>
                <a:gd name="T17" fmla="*/ 91 h 91"/>
                <a:gd name="T18" fmla="*/ 90 w 90"/>
                <a:gd name="T1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0" h="91">
                  <a:moveTo>
                    <a:pt x="83" y="83"/>
                  </a:moveTo>
                  <a:lnTo>
                    <a:pt x="13" y="83"/>
                  </a:lnTo>
                  <a:lnTo>
                    <a:pt x="13" y="13"/>
                  </a:lnTo>
                  <a:lnTo>
                    <a:pt x="83" y="13"/>
                  </a:lnTo>
                  <a:lnTo>
                    <a:pt x="83" y="83"/>
                  </a:lnTo>
                  <a:close/>
                  <a:moveTo>
                    <a:pt x="90" y="0"/>
                  </a:moveTo>
                  <a:lnTo>
                    <a:pt x="0" y="0"/>
                  </a:lnTo>
                  <a:lnTo>
                    <a:pt x="0" y="91"/>
                  </a:lnTo>
                  <a:lnTo>
                    <a:pt x="90" y="91"/>
                  </a:lnTo>
                  <a:lnTo>
                    <a:pt x="9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0"/>
            <p:cNvSpPr>
              <a:spLocks noEditPoints="1"/>
            </p:cNvSpPr>
            <p:nvPr userDrawn="1"/>
          </p:nvSpPr>
          <p:spPr bwMode="auto">
            <a:xfrm>
              <a:off x="10056795" y="6368350"/>
              <a:ext cx="206783" cy="204969"/>
            </a:xfrm>
            <a:custGeom>
              <a:avLst/>
              <a:gdLst>
                <a:gd name="T0" fmla="*/ 107 w 114"/>
                <a:gd name="T1" fmla="*/ 107 h 113"/>
                <a:gd name="T2" fmla="*/ 7 w 114"/>
                <a:gd name="T3" fmla="*/ 107 h 113"/>
                <a:gd name="T4" fmla="*/ 7 w 114"/>
                <a:gd name="T5" fmla="*/ 8 h 113"/>
                <a:gd name="T6" fmla="*/ 107 w 114"/>
                <a:gd name="T7" fmla="*/ 8 h 113"/>
                <a:gd name="T8" fmla="*/ 107 w 114"/>
                <a:gd name="T9" fmla="*/ 107 h 113"/>
                <a:gd name="T10" fmla="*/ 0 w 114"/>
                <a:gd name="T11" fmla="*/ 113 h 113"/>
                <a:gd name="T12" fmla="*/ 114 w 114"/>
                <a:gd name="T13" fmla="*/ 113 h 113"/>
                <a:gd name="T14" fmla="*/ 114 w 114"/>
                <a:gd name="T15" fmla="*/ 0 h 113"/>
                <a:gd name="T16" fmla="*/ 0 w 114"/>
                <a:gd name="T17" fmla="*/ 0 h 113"/>
                <a:gd name="T18" fmla="*/ 0 w 114"/>
                <a:gd name="T19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4" h="113">
                  <a:moveTo>
                    <a:pt x="107" y="107"/>
                  </a:moveTo>
                  <a:lnTo>
                    <a:pt x="7" y="107"/>
                  </a:lnTo>
                  <a:lnTo>
                    <a:pt x="7" y="8"/>
                  </a:lnTo>
                  <a:lnTo>
                    <a:pt x="107" y="8"/>
                  </a:lnTo>
                  <a:lnTo>
                    <a:pt x="107" y="107"/>
                  </a:lnTo>
                  <a:close/>
                  <a:moveTo>
                    <a:pt x="0" y="113"/>
                  </a:moveTo>
                  <a:lnTo>
                    <a:pt x="114" y="113"/>
                  </a:lnTo>
                  <a:lnTo>
                    <a:pt x="114" y="0"/>
                  </a:lnTo>
                  <a:lnTo>
                    <a:pt x="0" y="0"/>
                  </a:lnTo>
                  <a:lnTo>
                    <a:pt x="0" y="1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1"/>
            <p:cNvSpPr>
              <a:spLocks noEditPoints="1"/>
            </p:cNvSpPr>
            <p:nvPr userDrawn="1"/>
          </p:nvSpPr>
          <p:spPr bwMode="auto">
            <a:xfrm>
              <a:off x="10109398" y="6422766"/>
              <a:ext cx="112461" cy="110647"/>
            </a:xfrm>
            <a:custGeom>
              <a:avLst/>
              <a:gdLst>
                <a:gd name="T0" fmla="*/ 56 w 62"/>
                <a:gd name="T1" fmla="*/ 55 h 61"/>
                <a:gd name="T2" fmla="*/ 14 w 62"/>
                <a:gd name="T3" fmla="*/ 55 h 61"/>
                <a:gd name="T4" fmla="*/ 14 w 62"/>
                <a:gd name="T5" fmla="*/ 13 h 61"/>
                <a:gd name="T6" fmla="*/ 56 w 62"/>
                <a:gd name="T7" fmla="*/ 13 h 61"/>
                <a:gd name="T8" fmla="*/ 56 w 62"/>
                <a:gd name="T9" fmla="*/ 55 h 61"/>
                <a:gd name="T10" fmla="*/ 62 w 62"/>
                <a:gd name="T11" fmla="*/ 0 h 61"/>
                <a:gd name="T12" fmla="*/ 0 w 62"/>
                <a:gd name="T13" fmla="*/ 0 h 61"/>
                <a:gd name="T14" fmla="*/ 0 w 62"/>
                <a:gd name="T15" fmla="*/ 61 h 61"/>
                <a:gd name="T16" fmla="*/ 62 w 62"/>
                <a:gd name="T17" fmla="*/ 61 h 61"/>
                <a:gd name="T18" fmla="*/ 62 w 62"/>
                <a:gd name="T19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" h="61">
                  <a:moveTo>
                    <a:pt x="56" y="55"/>
                  </a:moveTo>
                  <a:lnTo>
                    <a:pt x="14" y="55"/>
                  </a:lnTo>
                  <a:lnTo>
                    <a:pt x="14" y="13"/>
                  </a:lnTo>
                  <a:lnTo>
                    <a:pt x="56" y="13"/>
                  </a:lnTo>
                  <a:lnTo>
                    <a:pt x="56" y="55"/>
                  </a:lnTo>
                  <a:close/>
                  <a:moveTo>
                    <a:pt x="62" y="0"/>
                  </a:moveTo>
                  <a:lnTo>
                    <a:pt x="0" y="0"/>
                  </a:lnTo>
                  <a:lnTo>
                    <a:pt x="0" y="61"/>
                  </a:lnTo>
                  <a:lnTo>
                    <a:pt x="62" y="61"/>
                  </a:lnTo>
                  <a:lnTo>
                    <a:pt x="6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2" name="Pladsholder til sidefod 2"/>
          <p:cNvSpPr txBox="1">
            <a:spLocks/>
          </p:cNvSpPr>
          <p:nvPr/>
        </p:nvSpPr>
        <p:spPr>
          <a:xfrm>
            <a:off x="1351722" y="6356378"/>
            <a:ext cx="989842" cy="36618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marL="0" marR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1200">
                <a:solidFill>
                  <a:schemeClr val="bg1"/>
                </a:solidFill>
                <a:latin typeface="+mj-lt"/>
                <a:ea typeface="ＭＳ Ｐゴシック" charset="0"/>
                <a:cs typeface="ＭＳ Ｐゴシック" charset="0"/>
              </a:rPr>
              <a:t>© 2020</a:t>
            </a:r>
          </a:p>
        </p:txBody>
      </p:sp>
      <p:grpSp>
        <p:nvGrpSpPr>
          <p:cNvPr id="14" name="Gruppe 17">
            <a:extLst>
              <a:ext uri="{FF2B5EF4-FFF2-40B4-BE49-F238E27FC236}">
                <a16:creationId xmlns:a16="http://schemas.microsoft.com/office/drawing/2014/main" id="{5B65C2FB-C64A-416E-A544-E1D1CA062E3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43104" y="6422579"/>
            <a:ext cx="1176854" cy="202504"/>
            <a:chOff x="10056795" y="6368350"/>
            <a:chExt cx="1454739" cy="250316"/>
          </a:xfrm>
          <a:solidFill>
            <a:schemeClr val="bg1"/>
          </a:solidFill>
        </p:grpSpPr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9350DE3D-3FFD-4C44-B180-7CCDBECBA7A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368784" y="6371977"/>
              <a:ext cx="1142750" cy="246689"/>
            </a:xfrm>
            <a:custGeom>
              <a:avLst/>
              <a:gdLst>
                <a:gd name="T0" fmla="*/ 116 w 431"/>
                <a:gd name="T1" fmla="*/ 33 h 93"/>
                <a:gd name="T2" fmla="*/ 103 w 431"/>
                <a:gd name="T3" fmla="*/ 24 h 93"/>
                <a:gd name="T4" fmla="*/ 116 w 431"/>
                <a:gd name="T5" fmla="*/ 75 h 93"/>
                <a:gd name="T6" fmla="*/ 128 w 431"/>
                <a:gd name="T7" fmla="*/ 32 h 93"/>
                <a:gd name="T8" fmla="*/ 139 w 431"/>
                <a:gd name="T9" fmla="*/ 75 h 93"/>
                <a:gd name="T10" fmla="*/ 152 w 431"/>
                <a:gd name="T11" fmla="*/ 48 h 93"/>
                <a:gd name="T12" fmla="*/ 174 w 431"/>
                <a:gd name="T13" fmla="*/ 45 h 93"/>
                <a:gd name="T14" fmla="*/ 188 w 431"/>
                <a:gd name="T15" fmla="*/ 75 h 93"/>
                <a:gd name="T16" fmla="*/ 169 w 431"/>
                <a:gd name="T17" fmla="*/ 23 h 93"/>
                <a:gd name="T18" fmla="*/ 133 w 431"/>
                <a:gd name="T19" fmla="*/ 23 h 93"/>
                <a:gd name="T20" fmla="*/ 238 w 431"/>
                <a:gd name="T21" fmla="*/ 0 h 93"/>
                <a:gd name="T22" fmla="*/ 238 w 431"/>
                <a:gd name="T23" fmla="*/ 76 h 93"/>
                <a:gd name="T24" fmla="*/ 260 w 431"/>
                <a:gd name="T25" fmla="*/ 61 h 93"/>
                <a:gd name="T26" fmla="*/ 213 w 431"/>
                <a:gd name="T27" fmla="*/ 37 h 93"/>
                <a:gd name="T28" fmla="*/ 259 w 431"/>
                <a:gd name="T29" fmla="*/ 14 h 93"/>
                <a:gd name="T30" fmla="*/ 54 w 431"/>
                <a:gd name="T31" fmla="*/ 3 h 93"/>
                <a:gd name="T32" fmla="*/ 0 w 431"/>
                <a:gd name="T33" fmla="*/ 21 h 93"/>
                <a:gd name="T34" fmla="*/ 36 w 431"/>
                <a:gd name="T35" fmla="*/ 45 h 93"/>
                <a:gd name="T36" fmla="*/ 27 w 431"/>
                <a:gd name="T37" fmla="*/ 66 h 93"/>
                <a:gd name="T38" fmla="*/ 1 w 431"/>
                <a:gd name="T39" fmla="*/ 72 h 93"/>
                <a:gd name="T40" fmla="*/ 60 w 431"/>
                <a:gd name="T41" fmla="*/ 54 h 93"/>
                <a:gd name="T42" fmla="*/ 26 w 431"/>
                <a:gd name="T43" fmla="*/ 30 h 93"/>
                <a:gd name="T44" fmla="*/ 33 w 431"/>
                <a:gd name="T45" fmla="*/ 9 h 93"/>
                <a:gd name="T46" fmla="*/ 54 w 431"/>
                <a:gd name="T47" fmla="*/ 3 h 93"/>
                <a:gd name="T48" fmla="*/ 390 w 431"/>
                <a:gd name="T49" fmla="*/ 49 h 93"/>
                <a:gd name="T50" fmla="*/ 417 w 431"/>
                <a:gd name="T51" fmla="*/ 49 h 93"/>
                <a:gd name="T52" fmla="*/ 376 w 431"/>
                <a:gd name="T53" fmla="*/ 93 h 93"/>
                <a:gd name="T54" fmla="*/ 389 w 431"/>
                <a:gd name="T55" fmla="*/ 67 h 93"/>
                <a:gd name="T56" fmla="*/ 431 w 431"/>
                <a:gd name="T57" fmla="*/ 49 h 93"/>
                <a:gd name="T58" fmla="*/ 389 w 431"/>
                <a:gd name="T59" fmla="*/ 33 h 93"/>
                <a:gd name="T60" fmla="*/ 376 w 431"/>
                <a:gd name="T61" fmla="*/ 24 h 93"/>
                <a:gd name="T62" fmla="*/ 334 w 431"/>
                <a:gd name="T63" fmla="*/ 75 h 93"/>
                <a:gd name="T64" fmla="*/ 347 w 431"/>
                <a:gd name="T65" fmla="*/ 47 h 93"/>
                <a:gd name="T66" fmla="*/ 368 w 431"/>
                <a:gd name="T67" fmla="*/ 24 h 93"/>
                <a:gd name="T68" fmla="*/ 347 w 431"/>
                <a:gd name="T69" fmla="*/ 24 h 93"/>
                <a:gd name="T70" fmla="*/ 334 w 431"/>
                <a:gd name="T71" fmla="*/ 75 h 93"/>
                <a:gd name="T72" fmla="*/ 282 w 431"/>
                <a:gd name="T73" fmla="*/ 49 h 93"/>
                <a:gd name="T74" fmla="*/ 309 w 431"/>
                <a:gd name="T75" fmla="*/ 49 h 93"/>
                <a:gd name="T76" fmla="*/ 268 w 431"/>
                <a:gd name="T77" fmla="*/ 50 h 93"/>
                <a:gd name="T78" fmla="*/ 323 w 431"/>
                <a:gd name="T79" fmla="*/ 49 h 93"/>
                <a:gd name="T80" fmla="*/ 268 w 431"/>
                <a:gd name="T81" fmla="*/ 50 h 93"/>
                <a:gd name="T82" fmla="*/ 86 w 431"/>
                <a:gd name="T83" fmla="*/ 75 h 93"/>
                <a:gd name="T84" fmla="*/ 73 w 431"/>
                <a:gd name="T85" fmla="*/ 24 h 93"/>
                <a:gd name="T86" fmla="*/ 73 w 431"/>
                <a:gd name="T87" fmla="*/ 14 h 93"/>
                <a:gd name="T88" fmla="*/ 86 w 431"/>
                <a:gd name="T89" fmla="*/ 1 h 93"/>
                <a:gd name="T90" fmla="*/ 73 w 431"/>
                <a:gd name="T91" fmla="*/ 1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31" h="93">
                  <a:moveTo>
                    <a:pt x="133" y="23"/>
                  </a:moveTo>
                  <a:cubicBezTo>
                    <a:pt x="117" y="23"/>
                    <a:pt x="116" y="33"/>
                    <a:pt x="116" y="33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75"/>
                    <a:pt x="103" y="75"/>
                    <a:pt x="103" y="75"/>
                  </a:cubicBezTo>
                  <a:cubicBezTo>
                    <a:pt x="116" y="75"/>
                    <a:pt x="116" y="75"/>
                    <a:pt x="116" y="75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35"/>
                    <a:pt x="121" y="32"/>
                    <a:pt x="128" y="32"/>
                  </a:cubicBezTo>
                  <a:cubicBezTo>
                    <a:pt x="136" y="32"/>
                    <a:pt x="139" y="34"/>
                    <a:pt x="139" y="45"/>
                  </a:cubicBezTo>
                  <a:cubicBezTo>
                    <a:pt x="139" y="75"/>
                    <a:pt x="139" y="75"/>
                    <a:pt x="139" y="75"/>
                  </a:cubicBezTo>
                  <a:cubicBezTo>
                    <a:pt x="152" y="75"/>
                    <a:pt x="152" y="75"/>
                    <a:pt x="152" y="75"/>
                  </a:cubicBezTo>
                  <a:cubicBezTo>
                    <a:pt x="152" y="48"/>
                    <a:pt x="152" y="48"/>
                    <a:pt x="152" y="48"/>
                  </a:cubicBezTo>
                  <a:cubicBezTo>
                    <a:pt x="152" y="35"/>
                    <a:pt x="156" y="32"/>
                    <a:pt x="164" y="32"/>
                  </a:cubicBezTo>
                  <a:cubicBezTo>
                    <a:pt x="172" y="32"/>
                    <a:pt x="174" y="34"/>
                    <a:pt x="174" y="45"/>
                  </a:cubicBezTo>
                  <a:cubicBezTo>
                    <a:pt x="174" y="75"/>
                    <a:pt x="174" y="75"/>
                    <a:pt x="174" y="75"/>
                  </a:cubicBezTo>
                  <a:cubicBezTo>
                    <a:pt x="188" y="75"/>
                    <a:pt x="188" y="75"/>
                    <a:pt x="188" y="75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8" y="28"/>
                    <a:pt x="182" y="23"/>
                    <a:pt x="169" y="23"/>
                  </a:cubicBezTo>
                  <a:cubicBezTo>
                    <a:pt x="153" y="23"/>
                    <a:pt x="151" y="33"/>
                    <a:pt x="151" y="33"/>
                  </a:cubicBezTo>
                  <a:cubicBezTo>
                    <a:pt x="148" y="26"/>
                    <a:pt x="143" y="23"/>
                    <a:pt x="133" y="23"/>
                  </a:cubicBezTo>
                  <a:moveTo>
                    <a:pt x="259" y="4"/>
                  </a:moveTo>
                  <a:cubicBezTo>
                    <a:pt x="259" y="4"/>
                    <a:pt x="251" y="0"/>
                    <a:pt x="238" y="0"/>
                  </a:cubicBezTo>
                  <a:cubicBezTo>
                    <a:pt x="214" y="0"/>
                    <a:pt x="199" y="11"/>
                    <a:pt x="199" y="38"/>
                  </a:cubicBezTo>
                  <a:cubicBezTo>
                    <a:pt x="199" y="65"/>
                    <a:pt x="211" y="76"/>
                    <a:pt x="238" y="76"/>
                  </a:cubicBezTo>
                  <a:cubicBezTo>
                    <a:pt x="253" y="76"/>
                    <a:pt x="260" y="72"/>
                    <a:pt x="260" y="72"/>
                  </a:cubicBezTo>
                  <a:cubicBezTo>
                    <a:pt x="260" y="61"/>
                    <a:pt x="260" y="61"/>
                    <a:pt x="260" y="61"/>
                  </a:cubicBezTo>
                  <a:cubicBezTo>
                    <a:pt x="260" y="61"/>
                    <a:pt x="253" y="66"/>
                    <a:pt x="240" y="66"/>
                  </a:cubicBezTo>
                  <a:cubicBezTo>
                    <a:pt x="223" y="66"/>
                    <a:pt x="213" y="60"/>
                    <a:pt x="213" y="37"/>
                  </a:cubicBezTo>
                  <a:cubicBezTo>
                    <a:pt x="213" y="17"/>
                    <a:pt x="220" y="10"/>
                    <a:pt x="239" y="10"/>
                  </a:cubicBezTo>
                  <a:cubicBezTo>
                    <a:pt x="250" y="10"/>
                    <a:pt x="259" y="14"/>
                    <a:pt x="259" y="14"/>
                  </a:cubicBezTo>
                  <a:lnTo>
                    <a:pt x="259" y="4"/>
                  </a:lnTo>
                  <a:close/>
                  <a:moveTo>
                    <a:pt x="54" y="3"/>
                  </a:moveTo>
                  <a:cubicBezTo>
                    <a:pt x="54" y="3"/>
                    <a:pt x="45" y="0"/>
                    <a:pt x="34" y="0"/>
                  </a:cubicBezTo>
                  <a:cubicBezTo>
                    <a:pt x="15" y="0"/>
                    <a:pt x="0" y="5"/>
                    <a:pt x="0" y="21"/>
                  </a:cubicBezTo>
                  <a:cubicBezTo>
                    <a:pt x="0" y="34"/>
                    <a:pt x="8" y="38"/>
                    <a:pt x="21" y="41"/>
                  </a:cubicBezTo>
                  <a:cubicBezTo>
                    <a:pt x="36" y="45"/>
                    <a:pt x="36" y="45"/>
                    <a:pt x="36" y="45"/>
                  </a:cubicBezTo>
                  <a:cubicBezTo>
                    <a:pt x="43" y="46"/>
                    <a:pt x="46" y="48"/>
                    <a:pt x="46" y="55"/>
                  </a:cubicBezTo>
                  <a:cubicBezTo>
                    <a:pt x="46" y="66"/>
                    <a:pt x="38" y="66"/>
                    <a:pt x="27" y="66"/>
                  </a:cubicBezTo>
                  <a:cubicBezTo>
                    <a:pt x="13" y="66"/>
                    <a:pt x="1" y="62"/>
                    <a:pt x="1" y="62"/>
                  </a:cubicBezTo>
                  <a:cubicBezTo>
                    <a:pt x="1" y="72"/>
                    <a:pt x="1" y="72"/>
                    <a:pt x="1" y="72"/>
                  </a:cubicBezTo>
                  <a:cubicBezTo>
                    <a:pt x="1" y="72"/>
                    <a:pt x="12" y="76"/>
                    <a:pt x="25" y="76"/>
                  </a:cubicBezTo>
                  <a:cubicBezTo>
                    <a:pt x="44" y="76"/>
                    <a:pt x="60" y="72"/>
                    <a:pt x="60" y="54"/>
                  </a:cubicBezTo>
                  <a:cubicBezTo>
                    <a:pt x="60" y="41"/>
                    <a:pt x="53" y="36"/>
                    <a:pt x="40" y="33"/>
                  </a:cubicBezTo>
                  <a:cubicBezTo>
                    <a:pt x="26" y="30"/>
                    <a:pt x="26" y="30"/>
                    <a:pt x="26" y="30"/>
                  </a:cubicBezTo>
                  <a:cubicBezTo>
                    <a:pt x="18" y="28"/>
                    <a:pt x="14" y="26"/>
                    <a:pt x="14" y="19"/>
                  </a:cubicBezTo>
                  <a:cubicBezTo>
                    <a:pt x="14" y="10"/>
                    <a:pt x="23" y="9"/>
                    <a:pt x="33" y="9"/>
                  </a:cubicBezTo>
                  <a:cubicBezTo>
                    <a:pt x="46" y="9"/>
                    <a:pt x="54" y="13"/>
                    <a:pt x="54" y="13"/>
                  </a:cubicBezTo>
                  <a:lnTo>
                    <a:pt x="54" y="3"/>
                  </a:lnTo>
                  <a:close/>
                  <a:moveTo>
                    <a:pt x="403" y="68"/>
                  </a:moveTo>
                  <a:cubicBezTo>
                    <a:pt x="392" y="68"/>
                    <a:pt x="390" y="61"/>
                    <a:pt x="390" y="49"/>
                  </a:cubicBezTo>
                  <a:cubicBezTo>
                    <a:pt x="390" y="38"/>
                    <a:pt x="392" y="31"/>
                    <a:pt x="403" y="31"/>
                  </a:cubicBezTo>
                  <a:cubicBezTo>
                    <a:pt x="414" y="31"/>
                    <a:pt x="417" y="38"/>
                    <a:pt x="417" y="49"/>
                  </a:cubicBezTo>
                  <a:cubicBezTo>
                    <a:pt x="417" y="62"/>
                    <a:pt x="414" y="68"/>
                    <a:pt x="403" y="68"/>
                  </a:cubicBezTo>
                  <a:moveTo>
                    <a:pt x="376" y="93"/>
                  </a:moveTo>
                  <a:cubicBezTo>
                    <a:pt x="389" y="93"/>
                    <a:pt x="389" y="93"/>
                    <a:pt x="389" y="93"/>
                  </a:cubicBezTo>
                  <a:cubicBezTo>
                    <a:pt x="389" y="67"/>
                    <a:pt x="389" y="67"/>
                    <a:pt x="389" y="67"/>
                  </a:cubicBezTo>
                  <a:cubicBezTo>
                    <a:pt x="389" y="67"/>
                    <a:pt x="391" y="76"/>
                    <a:pt x="406" y="76"/>
                  </a:cubicBezTo>
                  <a:cubicBezTo>
                    <a:pt x="423" y="76"/>
                    <a:pt x="431" y="68"/>
                    <a:pt x="431" y="49"/>
                  </a:cubicBezTo>
                  <a:cubicBezTo>
                    <a:pt x="431" y="31"/>
                    <a:pt x="424" y="23"/>
                    <a:pt x="408" y="23"/>
                  </a:cubicBezTo>
                  <a:cubicBezTo>
                    <a:pt x="391" y="23"/>
                    <a:pt x="389" y="33"/>
                    <a:pt x="389" y="33"/>
                  </a:cubicBezTo>
                  <a:cubicBezTo>
                    <a:pt x="389" y="24"/>
                    <a:pt x="389" y="24"/>
                    <a:pt x="389" y="24"/>
                  </a:cubicBezTo>
                  <a:cubicBezTo>
                    <a:pt x="376" y="24"/>
                    <a:pt x="376" y="24"/>
                    <a:pt x="376" y="24"/>
                  </a:cubicBezTo>
                  <a:lnTo>
                    <a:pt x="376" y="93"/>
                  </a:lnTo>
                  <a:close/>
                  <a:moveTo>
                    <a:pt x="334" y="75"/>
                  </a:moveTo>
                  <a:cubicBezTo>
                    <a:pt x="347" y="75"/>
                    <a:pt x="347" y="75"/>
                    <a:pt x="347" y="75"/>
                  </a:cubicBezTo>
                  <a:cubicBezTo>
                    <a:pt x="347" y="47"/>
                    <a:pt x="347" y="47"/>
                    <a:pt x="347" y="47"/>
                  </a:cubicBezTo>
                  <a:cubicBezTo>
                    <a:pt x="347" y="37"/>
                    <a:pt x="351" y="36"/>
                    <a:pt x="368" y="36"/>
                  </a:cubicBezTo>
                  <a:cubicBezTo>
                    <a:pt x="368" y="24"/>
                    <a:pt x="368" y="24"/>
                    <a:pt x="368" y="24"/>
                  </a:cubicBezTo>
                  <a:cubicBezTo>
                    <a:pt x="355" y="24"/>
                    <a:pt x="349" y="28"/>
                    <a:pt x="347" y="37"/>
                  </a:cubicBezTo>
                  <a:cubicBezTo>
                    <a:pt x="347" y="24"/>
                    <a:pt x="347" y="24"/>
                    <a:pt x="347" y="24"/>
                  </a:cubicBezTo>
                  <a:cubicBezTo>
                    <a:pt x="334" y="24"/>
                    <a:pt x="334" y="24"/>
                    <a:pt x="334" y="24"/>
                  </a:cubicBezTo>
                  <a:lnTo>
                    <a:pt x="334" y="75"/>
                  </a:lnTo>
                  <a:close/>
                  <a:moveTo>
                    <a:pt x="296" y="68"/>
                  </a:moveTo>
                  <a:cubicBezTo>
                    <a:pt x="284" y="68"/>
                    <a:pt x="282" y="63"/>
                    <a:pt x="282" y="49"/>
                  </a:cubicBezTo>
                  <a:cubicBezTo>
                    <a:pt x="282" y="36"/>
                    <a:pt x="284" y="30"/>
                    <a:pt x="295" y="30"/>
                  </a:cubicBezTo>
                  <a:cubicBezTo>
                    <a:pt x="307" y="30"/>
                    <a:pt x="309" y="36"/>
                    <a:pt x="309" y="49"/>
                  </a:cubicBezTo>
                  <a:cubicBezTo>
                    <a:pt x="309" y="62"/>
                    <a:pt x="307" y="68"/>
                    <a:pt x="296" y="68"/>
                  </a:cubicBezTo>
                  <a:moveTo>
                    <a:pt x="268" y="50"/>
                  </a:moveTo>
                  <a:cubicBezTo>
                    <a:pt x="268" y="70"/>
                    <a:pt x="278" y="76"/>
                    <a:pt x="295" y="76"/>
                  </a:cubicBezTo>
                  <a:cubicBezTo>
                    <a:pt x="312" y="76"/>
                    <a:pt x="323" y="70"/>
                    <a:pt x="323" y="49"/>
                  </a:cubicBezTo>
                  <a:cubicBezTo>
                    <a:pt x="323" y="29"/>
                    <a:pt x="312" y="23"/>
                    <a:pt x="295" y="23"/>
                  </a:cubicBezTo>
                  <a:cubicBezTo>
                    <a:pt x="278" y="23"/>
                    <a:pt x="268" y="29"/>
                    <a:pt x="268" y="50"/>
                  </a:cubicBezTo>
                  <a:moveTo>
                    <a:pt x="73" y="75"/>
                  </a:moveTo>
                  <a:cubicBezTo>
                    <a:pt x="86" y="75"/>
                    <a:pt x="86" y="75"/>
                    <a:pt x="86" y="75"/>
                  </a:cubicBezTo>
                  <a:cubicBezTo>
                    <a:pt x="86" y="24"/>
                    <a:pt x="86" y="24"/>
                    <a:pt x="86" y="24"/>
                  </a:cubicBezTo>
                  <a:cubicBezTo>
                    <a:pt x="73" y="24"/>
                    <a:pt x="73" y="24"/>
                    <a:pt x="73" y="24"/>
                  </a:cubicBezTo>
                  <a:lnTo>
                    <a:pt x="73" y="75"/>
                  </a:lnTo>
                  <a:close/>
                  <a:moveTo>
                    <a:pt x="73" y="14"/>
                  </a:moveTo>
                  <a:cubicBezTo>
                    <a:pt x="86" y="14"/>
                    <a:pt x="86" y="14"/>
                    <a:pt x="86" y="14"/>
                  </a:cubicBezTo>
                  <a:cubicBezTo>
                    <a:pt x="86" y="1"/>
                    <a:pt x="86" y="1"/>
                    <a:pt x="86" y="1"/>
                  </a:cubicBezTo>
                  <a:cubicBezTo>
                    <a:pt x="73" y="1"/>
                    <a:pt x="73" y="1"/>
                    <a:pt x="73" y="1"/>
                  </a:cubicBezTo>
                  <a:lnTo>
                    <a:pt x="73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9485DF1B-405D-44C5-81BE-132713E2308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42048" y="6453602"/>
              <a:ext cx="59859" cy="61672"/>
            </a:xfrm>
            <a:custGeom>
              <a:avLst/>
              <a:gdLst>
                <a:gd name="T0" fmla="*/ 26 w 33"/>
                <a:gd name="T1" fmla="*/ 26 h 34"/>
                <a:gd name="T2" fmla="*/ 13 w 33"/>
                <a:gd name="T3" fmla="*/ 26 h 34"/>
                <a:gd name="T4" fmla="*/ 13 w 33"/>
                <a:gd name="T5" fmla="*/ 13 h 34"/>
                <a:gd name="T6" fmla="*/ 26 w 33"/>
                <a:gd name="T7" fmla="*/ 13 h 34"/>
                <a:gd name="T8" fmla="*/ 26 w 33"/>
                <a:gd name="T9" fmla="*/ 26 h 34"/>
                <a:gd name="T10" fmla="*/ 33 w 33"/>
                <a:gd name="T11" fmla="*/ 0 h 34"/>
                <a:gd name="T12" fmla="*/ 0 w 33"/>
                <a:gd name="T13" fmla="*/ 0 h 34"/>
                <a:gd name="T14" fmla="*/ 0 w 33"/>
                <a:gd name="T15" fmla="*/ 34 h 34"/>
                <a:gd name="T16" fmla="*/ 33 w 33"/>
                <a:gd name="T17" fmla="*/ 34 h 34"/>
                <a:gd name="T18" fmla="*/ 33 w 33"/>
                <a:gd name="T19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3" h="34">
                  <a:moveTo>
                    <a:pt x="26" y="26"/>
                  </a:moveTo>
                  <a:lnTo>
                    <a:pt x="13" y="26"/>
                  </a:lnTo>
                  <a:lnTo>
                    <a:pt x="13" y="13"/>
                  </a:lnTo>
                  <a:lnTo>
                    <a:pt x="26" y="13"/>
                  </a:lnTo>
                  <a:lnTo>
                    <a:pt x="26" y="26"/>
                  </a:lnTo>
                  <a:close/>
                  <a:moveTo>
                    <a:pt x="33" y="0"/>
                  </a:moveTo>
                  <a:lnTo>
                    <a:pt x="0" y="0"/>
                  </a:lnTo>
                  <a:lnTo>
                    <a:pt x="0" y="34"/>
                  </a:lnTo>
                  <a:lnTo>
                    <a:pt x="33" y="34"/>
                  </a:lnTo>
                  <a:lnTo>
                    <a:pt x="3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8FDB1239-FD97-4AC2-9955-6FEF5FDD2FB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078561" y="6390116"/>
              <a:ext cx="163250" cy="165063"/>
            </a:xfrm>
            <a:custGeom>
              <a:avLst/>
              <a:gdLst>
                <a:gd name="T0" fmla="*/ 83 w 90"/>
                <a:gd name="T1" fmla="*/ 83 h 91"/>
                <a:gd name="T2" fmla="*/ 13 w 90"/>
                <a:gd name="T3" fmla="*/ 83 h 91"/>
                <a:gd name="T4" fmla="*/ 13 w 90"/>
                <a:gd name="T5" fmla="*/ 13 h 91"/>
                <a:gd name="T6" fmla="*/ 83 w 90"/>
                <a:gd name="T7" fmla="*/ 13 h 91"/>
                <a:gd name="T8" fmla="*/ 83 w 90"/>
                <a:gd name="T9" fmla="*/ 83 h 91"/>
                <a:gd name="T10" fmla="*/ 90 w 90"/>
                <a:gd name="T11" fmla="*/ 0 h 91"/>
                <a:gd name="T12" fmla="*/ 0 w 90"/>
                <a:gd name="T13" fmla="*/ 0 h 91"/>
                <a:gd name="T14" fmla="*/ 0 w 90"/>
                <a:gd name="T15" fmla="*/ 91 h 91"/>
                <a:gd name="T16" fmla="*/ 90 w 90"/>
                <a:gd name="T17" fmla="*/ 91 h 91"/>
                <a:gd name="T18" fmla="*/ 90 w 90"/>
                <a:gd name="T1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0" h="91">
                  <a:moveTo>
                    <a:pt x="83" y="83"/>
                  </a:moveTo>
                  <a:lnTo>
                    <a:pt x="13" y="83"/>
                  </a:lnTo>
                  <a:lnTo>
                    <a:pt x="13" y="13"/>
                  </a:lnTo>
                  <a:lnTo>
                    <a:pt x="83" y="13"/>
                  </a:lnTo>
                  <a:lnTo>
                    <a:pt x="83" y="83"/>
                  </a:lnTo>
                  <a:close/>
                  <a:moveTo>
                    <a:pt x="90" y="0"/>
                  </a:moveTo>
                  <a:lnTo>
                    <a:pt x="0" y="0"/>
                  </a:lnTo>
                  <a:lnTo>
                    <a:pt x="0" y="91"/>
                  </a:lnTo>
                  <a:lnTo>
                    <a:pt x="90" y="91"/>
                  </a:lnTo>
                  <a:lnTo>
                    <a:pt x="9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7304657C-BF6E-4DCB-9E4C-FE42063D56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056795" y="6368350"/>
              <a:ext cx="206783" cy="204969"/>
            </a:xfrm>
            <a:custGeom>
              <a:avLst/>
              <a:gdLst>
                <a:gd name="T0" fmla="*/ 107 w 114"/>
                <a:gd name="T1" fmla="*/ 107 h 113"/>
                <a:gd name="T2" fmla="*/ 7 w 114"/>
                <a:gd name="T3" fmla="*/ 107 h 113"/>
                <a:gd name="T4" fmla="*/ 7 w 114"/>
                <a:gd name="T5" fmla="*/ 8 h 113"/>
                <a:gd name="T6" fmla="*/ 107 w 114"/>
                <a:gd name="T7" fmla="*/ 8 h 113"/>
                <a:gd name="T8" fmla="*/ 107 w 114"/>
                <a:gd name="T9" fmla="*/ 107 h 113"/>
                <a:gd name="T10" fmla="*/ 0 w 114"/>
                <a:gd name="T11" fmla="*/ 113 h 113"/>
                <a:gd name="T12" fmla="*/ 114 w 114"/>
                <a:gd name="T13" fmla="*/ 113 h 113"/>
                <a:gd name="T14" fmla="*/ 114 w 114"/>
                <a:gd name="T15" fmla="*/ 0 h 113"/>
                <a:gd name="T16" fmla="*/ 0 w 114"/>
                <a:gd name="T17" fmla="*/ 0 h 113"/>
                <a:gd name="T18" fmla="*/ 0 w 114"/>
                <a:gd name="T19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4" h="113">
                  <a:moveTo>
                    <a:pt x="107" y="107"/>
                  </a:moveTo>
                  <a:lnTo>
                    <a:pt x="7" y="107"/>
                  </a:lnTo>
                  <a:lnTo>
                    <a:pt x="7" y="8"/>
                  </a:lnTo>
                  <a:lnTo>
                    <a:pt x="107" y="8"/>
                  </a:lnTo>
                  <a:lnTo>
                    <a:pt x="107" y="107"/>
                  </a:lnTo>
                  <a:close/>
                  <a:moveTo>
                    <a:pt x="0" y="113"/>
                  </a:moveTo>
                  <a:lnTo>
                    <a:pt x="114" y="113"/>
                  </a:lnTo>
                  <a:lnTo>
                    <a:pt x="114" y="0"/>
                  </a:lnTo>
                  <a:lnTo>
                    <a:pt x="0" y="0"/>
                  </a:lnTo>
                  <a:lnTo>
                    <a:pt x="0" y="1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DBFAD521-90C6-407D-80CC-C74A656504C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09398" y="6422766"/>
              <a:ext cx="112461" cy="110647"/>
            </a:xfrm>
            <a:custGeom>
              <a:avLst/>
              <a:gdLst>
                <a:gd name="T0" fmla="*/ 56 w 62"/>
                <a:gd name="T1" fmla="*/ 55 h 61"/>
                <a:gd name="T2" fmla="*/ 14 w 62"/>
                <a:gd name="T3" fmla="*/ 55 h 61"/>
                <a:gd name="T4" fmla="*/ 14 w 62"/>
                <a:gd name="T5" fmla="*/ 13 h 61"/>
                <a:gd name="T6" fmla="*/ 56 w 62"/>
                <a:gd name="T7" fmla="*/ 13 h 61"/>
                <a:gd name="T8" fmla="*/ 56 w 62"/>
                <a:gd name="T9" fmla="*/ 55 h 61"/>
                <a:gd name="T10" fmla="*/ 62 w 62"/>
                <a:gd name="T11" fmla="*/ 0 h 61"/>
                <a:gd name="T12" fmla="*/ 0 w 62"/>
                <a:gd name="T13" fmla="*/ 0 h 61"/>
                <a:gd name="T14" fmla="*/ 0 w 62"/>
                <a:gd name="T15" fmla="*/ 61 h 61"/>
                <a:gd name="T16" fmla="*/ 62 w 62"/>
                <a:gd name="T17" fmla="*/ 61 h 61"/>
                <a:gd name="T18" fmla="*/ 62 w 62"/>
                <a:gd name="T19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" h="61">
                  <a:moveTo>
                    <a:pt x="56" y="55"/>
                  </a:moveTo>
                  <a:lnTo>
                    <a:pt x="14" y="55"/>
                  </a:lnTo>
                  <a:lnTo>
                    <a:pt x="14" y="13"/>
                  </a:lnTo>
                  <a:lnTo>
                    <a:pt x="56" y="13"/>
                  </a:lnTo>
                  <a:lnTo>
                    <a:pt x="56" y="55"/>
                  </a:lnTo>
                  <a:close/>
                  <a:moveTo>
                    <a:pt x="62" y="0"/>
                  </a:moveTo>
                  <a:lnTo>
                    <a:pt x="0" y="0"/>
                  </a:lnTo>
                  <a:lnTo>
                    <a:pt x="0" y="61"/>
                  </a:lnTo>
                  <a:lnTo>
                    <a:pt x="62" y="61"/>
                  </a:lnTo>
                  <a:lnTo>
                    <a:pt x="6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" name="AutoShape 3">
            <a:extLst>
              <a:ext uri="{FF2B5EF4-FFF2-40B4-BE49-F238E27FC236}">
                <a16:creationId xmlns:a16="http://schemas.microsoft.com/office/drawing/2014/main" id="{65966524-C3F9-4AD3-B55F-77BA40EB62CC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0" y="-7938"/>
            <a:ext cx="12192000" cy="686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851CB496-BD21-4DBA-B3AC-775C28CBBD25}"/>
              </a:ext>
            </a:extLst>
          </p:cNvPr>
          <p:cNvSpPr>
            <a:spLocks/>
          </p:cNvSpPr>
          <p:nvPr userDrawn="1"/>
        </p:nvSpPr>
        <p:spPr bwMode="auto">
          <a:xfrm>
            <a:off x="1963738" y="2016125"/>
            <a:ext cx="5568950" cy="4841875"/>
          </a:xfrm>
          <a:custGeom>
            <a:avLst/>
            <a:gdLst>
              <a:gd name="T0" fmla="*/ 0 w 3508"/>
              <a:gd name="T1" fmla="*/ 0 h 3050"/>
              <a:gd name="T2" fmla="*/ 0 w 3508"/>
              <a:gd name="T3" fmla="*/ 3050 h 3050"/>
              <a:gd name="T4" fmla="*/ 1737 w 3508"/>
              <a:gd name="T5" fmla="*/ 3050 h 3050"/>
              <a:gd name="T6" fmla="*/ 3508 w 3508"/>
              <a:gd name="T7" fmla="*/ 2027 h 3050"/>
              <a:gd name="T8" fmla="*/ 0 w 3508"/>
              <a:gd name="T9" fmla="*/ 0 h 3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508" h="3050">
                <a:moveTo>
                  <a:pt x="0" y="0"/>
                </a:moveTo>
                <a:lnTo>
                  <a:pt x="0" y="3050"/>
                </a:lnTo>
                <a:lnTo>
                  <a:pt x="1737" y="3050"/>
                </a:lnTo>
                <a:lnTo>
                  <a:pt x="3508" y="2027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14E05328-3C2D-4C56-85FA-674612E8C327}"/>
              </a:ext>
            </a:extLst>
          </p:cNvPr>
          <p:cNvSpPr>
            <a:spLocks/>
          </p:cNvSpPr>
          <p:nvPr userDrawn="1"/>
        </p:nvSpPr>
        <p:spPr bwMode="auto">
          <a:xfrm>
            <a:off x="0" y="-6350"/>
            <a:ext cx="5462588" cy="2022475"/>
          </a:xfrm>
          <a:custGeom>
            <a:avLst/>
            <a:gdLst>
              <a:gd name="T0" fmla="*/ 3441 w 3441"/>
              <a:gd name="T1" fmla="*/ 0 h 1274"/>
              <a:gd name="T2" fmla="*/ 0 w 3441"/>
              <a:gd name="T3" fmla="*/ 0 h 1274"/>
              <a:gd name="T4" fmla="*/ 0 w 3441"/>
              <a:gd name="T5" fmla="*/ 559 h 1274"/>
              <a:gd name="T6" fmla="*/ 1237 w 3441"/>
              <a:gd name="T7" fmla="*/ 1274 h 1274"/>
              <a:gd name="T8" fmla="*/ 3441 w 3441"/>
              <a:gd name="T9" fmla="*/ 0 h 12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41" h="1274">
                <a:moveTo>
                  <a:pt x="3441" y="0"/>
                </a:moveTo>
                <a:lnTo>
                  <a:pt x="0" y="0"/>
                </a:lnTo>
                <a:lnTo>
                  <a:pt x="0" y="559"/>
                </a:lnTo>
                <a:lnTo>
                  <a:pt x="1237" y="1274"/>
                </a:lnTo>
                <a:lnTo>
                  <a:pt x="3441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0">
            <a:extLst>
              <a:ext uri="{FF2B5EF4-FFF2-40B4-BE49-F238E27FC236}">
                <a16:creationId xmlns:a16="http://schemas.microsoft.com/office/drawing/2014/main" id="{97BEF2CF-4C6E-40BF-84FE-4C13D0C8EC9C}"/>
              </a:ext>
            </a:extLst>
          </p:cNvPr>
          <p:cNvSpPr>
            <a:spLocks/>
          </p:cNvSpPr>
          <p:nvPr userDrawn="1"/>
        </p:nvSpPr>
        <p:spPr bwMode="auto">
          <a:xfrm>
            <a:off x="9601200" y="-6350"/>
            <a:ext cx="2590800" cy="1497013"/>
          </a:xfrm>
          <a:custGeom>
            <a:avLst/>
            <a:gdLst>
              <a:gd name="T0" fmla="*/ 1632 w 1632"/>
              <a:gd name="T1" fmla="*/ 0 h 943"/>
              <a:gd name="T2" fmla="*/ 0 w 1632"/>
              <a:gd name="T3" fmla="*/ 0 h 943"/>
              <a:gd name="T4" fmla="*/ 1632 w 1632"/>
              <a:gd name="T5" fmla="*/ 943 h 943"/>
              <a:gd name="T6" fmla="*/ 1632 w 1632"/>
              <a:gd name="T7" fmla="*/ 0 h 9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32" h="943">
                <a:moveTo>
                  <a:pt x="1632" y="0"/>
                </a:moveTo>
                <a:lnTo>
                  <a:pt x="0" y="0"/>
                </a:lnTo>
                <a:lnTo>
                  <a:pt x="1632" y="943"/>
                </a:lnTo>
                <a:lnTo>
                  <a:pt x="163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Freeform 12">
            <a:extLst>
              <a:ext uri="{FF2B5EF4-FFF2-40B4-BE49-F238E27FC236}">
                <a16:creationId xmlns:a16="http://schemas.microsoft.com/office/drawing/2014/main" id="{DBA3D357-F5F3-4D43-8D52-26B75E2384D6}"/>
              </a:ext>
            </a:extLst>
          </p:cNvPr>
          <p:cNvSpPr>
            <a:spLocks/>
          </p:cNvSpPr>
          <p:nvPr userDrawn="1"/>
        </p:nvSpPr>
        <p:spPr bwMode="auto">
          <a:xfrm>
            <a:off x="1963738" y="-6350"/>
            <a:ext cx="10228263" cy="6864350"/>
          </a:xfrm>
          <a:custGeom>
            <a:avLst/>
            <a:gdLst>
              <a:gd name="T0" fmla="*/ 0 w 6443"/>
              <a:gd name="T1" fmla="*/ 1274 h 4324"/>
              <a:gd name="T2" fmla="*/ 3508 w 6443"/>
              <a:gd name="T3" fmla="*/ 3301 h 4324"/>
              <a:gd name="T4" fmla="*/ 5278 w 6443"/>
              <a:gd name="T5" fmla="*/ 4324 h 4324"/>
              <a:gd name="T6" fmla="*/ 6443 w 6443"/>
              <a:gd name="T7" fmla="*/ 4324 h 4324"/>
              <a:gd name="T8" fmla="*/ 6443 w 6443"/>
              <a:gd name="T9" fmla="*/ 943 h 4324"/>
              <a:gd name="T10" fmla="*/ 4811 w 6443"/>
              <a:gd name="T11" fmla="*/ 0 h 4324"/>
              <a:gd name="T12" fmla="*/ 2204 w 6443"/>
              <a:gd name="T13" fmla="*/ 0 h 4324"/>
              <a:gd name="T14" fmla="*/ 0 w 6443"/>
              <a:gd name="T15" fmla="*/ 1274 h 43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443" h="4324">
                <a:moveTo>
                  <a:pt x="0" y="1274"/>
                </a:moveTo>
                <a:lnTo>
                  <a:pt x="3508" y="3301"/>
                </a:lnTo>
                <a:lnTo>
                  <a:pt x="5278" y="4324"/>
                </a:lnTo>
                <a:lnTo>
                  <a:pt x="6443" y="4324"/>
                </a:lnTo>
                <a:lnTo>
                  <a:pt x="6443" y="943"/>
                </a:lnTo>
                <a:lnTo>
                  <a:pt x="4811" y="0"/>
                </a:lnTo>
                <a:lnTo>
                  <a:pt x="2204" y="0"/>
                </a:lnTo>
                <a:lnTo>
                  <a:pt x="0" y="1274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" name="Freeform 13">
            <a:extLst>
              <a:ext uri="{FF2B5EF4-FFF2-40B4-BE49-F238E27FC236}">
                <a16:creationId xmlns:a16="http://schemas.microsoft.com/office/drawing/2014/main" id="{3B2C9699-472D-40B9-B0BC-7257ADD495D6}"/>
              </a:ext>
            </a:extLst>
          </p:cNvPr>
          <p:cNvSpPr>
            <a:spLocks/>
          </p:cNvSpPr>
          <p:nvPr userDrawn="1"/>
        </p:nvSpPr>
        <p:spPr bwMode="auto">
          <a:xfrm>
            <a:off x="1963738" y="2016125"/>
            <a:ext cx="5568950" cy="3217863"/>
          </a:xfrm>
          <a:custGeom>
            <a:avLst/>
            <a:gdLst>
              <a:gd name="T0" fmla="*/ 0 w 3508"/>
              <a:gd name="T1" fmla="*/ 0 h 2027"/>
              <a:gd name="T2" fmla="*/ 3508 w 3508"/>
              <a:gd name="T3" fmla="*/ 2027 h 2027"/>
              <a:gd name="T4" fmla="*/ 3508 w 3508"/>
              <a:gd name="T5" fmla="*/ 2027 h 2027"/>
              <a:gd name="T6" fmla="*/ 3508 w 3508"/>
              <a:gd name="T7" fmla="*/ 2027 h 2027"/>
              <a:gd name="T8" fmla="*/ 3508 w 3508"/>
              <a:gd name="T9" fmla="*/ 2027 h 2027"/>
              <a:gd name="T10" fmla="*/ 3508 w 3508"/>
              <a:gd name="T11" fmla="*/ 2027 h 2027"/>
              <a:gd name="T12" fmla="*/ 3508 w 3508"/>
              <a:gd name="T13" fmla="*/ 2027 h 2027"/>
              <a:gd name="T14" fmla="*/ 3508 w 3508"/>
              <a:gd name="T15" fmla="*/ 2027 h 2027"/>
              <a:gd name="T16" fmla="*/ 3508 w 3508"/>
              <a:gd name="T17" fmla="*/ 2027 h 2027"/>
              <a:gd name="T18" fmla="*/ 0 w 3508"/>
              <a:gd name="T19" fmla="*/ 0 h 20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508" h="2027">
                <a:moveTo>
                  <a:pt x="0" y="0"/>
                </a:move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0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" name="Freeform 14">
            <a:extLst>
              <a:ext uri="{FF2B5EF4-FFF2-40B4-BE49-F238E27FC236}">
                <a16:creationId xmlns:a16="http://schemas.microsoft.com/office/drawing/2014/main" id="{22D4561F-EFDE-4FEB-80DD-E01607FF6C86}"/>
              </a:ext>
            </a:extLst>
          </p:cNvPr>
          <p:cNvSpPr>
            <a:spLocks/>
          </p:cNvSpPr>
          <p:nvPr userDrawn="1"/>
        </p:nvSpPr>
        <p:spPr bwMode="auto">
          <a:xfrm>
            <a:off x="1963738" y="2016125"/>
            <a:ext cx="5568950" cy="3217863"/>
          </a:xfrm>
          <a:custGeom>
            <a:avLst/>
            <a:gdLst>
              <a:gd name="T0" fmla="*/ 0 w 3508"/>
              <a:gd name="T1" fmla="*/ 0 h 2027"/>
              <a:gd name="T2" fmla="*/ 3508 w 3508"/>
              <a:gd name="T3" fmla="*/ 2027 h 2027"/>
              <a:gd name="T4" fmla="*/ 3508 w 3508"/>
              <a:gd name="T5" fmla="*/ 2027 h 2027"/>
              <a:gd name="T6" fmla="*/ 3508 w 3508"/>
              <a:gd name="T7" fmla="*/ 2027 h 2027"/>
              <a:gd name="T8" fmla="*/ 3508 w 3508"/>
              <a:gd name="T9" fmla="*/ 2027 h 2027"/>
              <a:gd name="T10" fmla="*/ 3508 w 3508"/>
              <a:gd name="T11" fmla="*/ 2027 h 2027"/>
              <a:gd name="T12" fmla="*/ 3508 w 3508"/>
              <a:gd name="T13" fmla="*/ 2027 h 2027"/>
              <a:gd name="T14" fmla="*/ 3508 w 3508"/>
              <a:gd name="T15" fmla="*/ 2027 h 2027"/>
              <a:gd name="T16" fmla="*/ 3508 w 3508"/>
              <a:gd name="T17" fmla="*/ 2027 h 2027"/>
              <a:gd name="T18" fmla="*/ 0 w 3508"/>
              <a:gd name="T19" fmla="*/ 0 h 20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508" h="2027">
                <a:moveTo>
                  <a:pt x="0" y="0"/>
                </a:move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" name="Freeform 15">
            <a:extLst>
              <a:ext uri="{FF2B5EF4-FFF2-40B4-BE49-F238E27FC236}">
                <a16:creationId xmlns:a16="http://schemas.microsoft.com/office/drawing/2014/main" id="{6208C78A-0A60-4E16-8004-30C5FACA304D}"/>
              </a:ext>
            </a:extLst>
          </p:cNvPr>
          <p:cNvSpPr>
            <a:spLocks/>
          </p:cNvSpPr>
          <p:nvPr userDrawn="1"/>
        </p:nvSpPr>
        <p:spPr bwMode="auto">
          <a:xfrm>
            <a:off x="9601200" y="-6350"/>
            <a:ext cx="2590800" cy="1497013"/>
          </a:xfrm>
          <a:custGeom>
            <a:avLst/>
            <a:gdLst>
              <a:gd name="T0" fmla="*/ 0 w 1632"/>
              <a:gd name="T1" fmla="*/ 0 h 943"/>
              <a:gd name="T2" fmla="*/ 0 w 1632"/>
              <a:gd name="T3" fmla="*/ 0 h 943"/>
              <a:gd name="T4" fmla="*/ 1632 w 1632"/>
              <a:gd name="T5" fmla="*/ 943 h 943"/>
              <a:gd name="T6" fmla="*/ 0 w 1632"/>
              <a:gd name="T7" fmla="*/ 0 h 9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32" h="943">
                <a:moveTo>
                  <a:pt x="0" y="0"/>
                </a:moveTo>
                <a:lnTo>
                  <a:pt x="0" y="0"/>
                </a:lnTo>
                <a:lnTo>
                  <a:pt x="1632" y="943"/>
                </a:lnTo>
                <a:lnTo>
                  <a:pt x="0" y="0"/>
                </a:lnTo>
                <a:close/>
              </a:path>
            </a:pathLst>
          </a:custGeom>
          <a:solidFill>
            <a:srgbClr val="E4E4E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" name="Freeform 16">
            <a:extLst>
              <a:ext uri="{FF2B5EF4-FFF2-40B4-BE49-F238E27FC236}">
                <a16:creationId xmlns:a16="http://schemas.microsoft.com/office/drawing/2014/main" id="{A9812D5D-0F61-4020-B467-A07A5AB71F43}"/>
              </a:ext>
            </a:extLst>
          </p:cNvPr>
          <p:cNvSpPr>
            <a:spLocks/>
          </p:cNvSpPr>
          <p:nvPr userDrawn="1"/>
        </p:nvSpPr>
        <p:spPr bwMode="auto">
          <a:xfrm>
            <a:off x="9601200" y="-6350"/>
            <a:ext cx="2590800" cy="1497013"/>
          </a:xfrm>
          <a:custGeom>
            <a:avLst/>
            <a:gdLst>
              <a:gd name="T0" fmla="*/ 0 w 1632"/>
              <a:gd name="T1" fmla="*/ 0 h 943"/>
              <a:gd name="T2" fmla="*/ 0 w 1632"/>
              <a:gd name="T3" fmla="*/ 0 h 943"/>
              <a:gd name="T4" fmla="*/ 1632 w 1632"/>
              <a:gd name="T5" fmla="*/ 943 h 943"/>
              <a:gd name="T6" fmla="*/ 0 w 1632"/>
              <a:gd name="T7" fmla="*/ 0 h 9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32" h="943">
                <a:moveTo>
                  <a:pt x="0" y="0"/>
                </a:moveTo>
                <a:lnTo>
                  <a:pt x="0" y="0"/>
                </a:lnTo>
                <a:lnTo>
                  <a:pt x="1632" y="943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" name="Freeform 17">
            <a:extLst>
              <a:ext uri="{FF2B5EF4-FFF2-40B4-BE49-F238E27FC236}">
                <a16:creationId xmlns:a16="http://schemas.microsoft.com/office/drawing/2014/main" id="{9B743E3B-CFE7-4EE2-AD87-5A0428BF71F1}"/>
              </a:ext>
            </a:extLst>
          </p:cNvPr>
          <p:cNvSpPr>
            <a:spLocks/>
          </p:cNvSpPr>
          <p:nvPr userDrawn="1"/>
        </p:nvSpPr>
        <p:spPr bwMode="auto">
          <a:xfrm>
            <a:off x="9601200" y="-6350"/>
            <a:ext cx="2590800" cy="1497013"/>
          </a:xfrm>
          <a:custGeom>
            <a:avLst/>
            <a:gdLst>
              <a:gd name="T0" fmla="*/ 0 w 1632"/>
              <a:gd name="T1" fmla="*/ 0 h 943"/>
              <a:gd name="T2" fmla="*/ 0 w 1632"/>
              <a:gd name="T3" fmla="*/ 0 h 943"/>
              <a:gd name="T4" fmla="*/ 1632 w 1632"/>
              <a:gd name="T5" fmla="*/ 943 h 943"/>
              <a:gd name="T6" fmla="*/ 0 w 1632"/>
              <a:gd name="T7" fmla="*/ 0 h 9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32" h="943">
                <a:moveTo>
                  <a:pt x="0" y="0"/>
                </a:moveTo>
                <a:lnTo>
                  <a:pt x="0" y="0"/>
                </a:lnTo>
                <a:lnTo>
                  <a:pt x="1632" y="943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" name="Freeform 18">
            <a:extLst>
              <a:ext uri="{FF2B5EF4-FFF2-40B4-BE49-F238E27FC236}">
                <a16:creationId xmlns:a16="http://schemas.microsoft.com/office/drawing/2014/main" id="{71919039-660A-4B9D-9B0F-47A476ECC109}"/>
              </a:ext>
            </a:extLst>
          </p:cNvPr>
          <p:cNvSpPr>
            <a:spLocks/>
          </p:cNvSpPr>
          <p:nvPr userDrawn="1"/>
        </p:nvSpPr>
        <p:spPr bwMode="auto">
          <a:xfrm>
            <a:off x="9601200" y="-6350"/>
            <a:ext cx="2590800" cy="1497013"/>
          </a:xfrm>
          <a:custGeom>
            <a:avLst/>
            <a:gdLst>
              <a:gd name="T0" fmla="*/ 0 w 1632"/>
              <a:gd name="T1" fmla="*/ 0 h 943"/>
              <a:gd name="T2" fmla="*/ 0 w 1632"/>
              <a:gd name="T3" fmla="*/ 0 h 943"/>
              <a:gd name="T4" fmla="*/ 1632 w 1632"/>
              <a:gd name="T5" fmla="*/ 943 h 943"/>
              <a:gd name="T6" fmla="*/ 0 w 1632"/>
              <a:gd name="T7" fmla="*/ 0 h 9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32" h="943">
                <a:moveTo>
                  <a:pt x="0" y="0"/>
                </a:moveTo>
                <a:lnTo>
                  <a:pt x="0" y="0"/>
                </a:lnTo>
                <a:lnTo>
                  <a:pt x="1632" y="943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" name="Freeform 21">
            <a:extLst>
              <a:ext uri="{FF2B5EF4-FFF2-40B4-BE49-F238E27FC236}">
                <a16:creationId xmlns:a16="http://schemas.microsoft.com/office/drawing/2014/main" id="{50BE09BF-0C71-41C5-9989-74D87D2DBE85}"/>
              </a:ext>
            </a:extLst>
          </p:cNvPr>
          <p:cNvSpPr>
            <a:spLocks/>
          </p:cNvSpPr>
          <p:nvPr userDrawn="1"/>
        </p:nvSpPr>
        <p:spPr bwMode="auto">
          <a:xfrm>
            <a:off x="4721225" y="5233987"/>
            <a:ext cx="5621338" cy="1624013"/>
          </a:xfrm>
          <a:custGeom>
            <a:avLst/>
            <a:gdLst>
              <a:gd name="T0" fmla="*/ 1771 w 3541"/>
              <a:gd name="T1" fmla="*/ 0 h 1023"/>
              <a:gd name="T2" fmla="*/ 0 w 3541"/>
              <a:gd name="T3" fmla="*/ 1023 h 1023"/>
              <a:gd name="T4" fmla="*/ 3541 w 3541"/>
              <a:gd name="T5" fmla="*/ 1023 h 1023"/>
              <a:gd name="T6" fmla="*/ 1771 w 3541"/>
              <a:gd name="T7" fmla="*/ 0 h 10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541" h="1023">
                <a:moveTo>
                  <a:pt x="1771" y="0"/>
                </a:moveTo>
                <a:lnTo>
                  <a:pt x="0" y="1023"/>
                </a:lnTo>
                <a:lnTo>
                  <a:pt x="3541" y="1023"/>
                </a:lnTo>
                <a:lnTo>
                  <a:pt x="1771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" name="Freeform 22">
            <a:extLst>
              <a:ext uri="{FF2B5EF4-FFF2-40B4-BE49-F238E27FC236}">
                <a16:creationId xmlns:a16="http://schemas.microsoft.com/office/drawing/2014/main" id="{2C1E1CE7-3982-4AB6-9082-82835851AFA6}"/>
              </a:ext>
            </a:extLst>
          </p:cNvPr>
          <p:cNvSpPr>
            <a:spLocks/>
          </p:cNvSpPr>
          <p:nvPr userDrawn="1"/>
        </p:nvSpPr>
        <p:spPr bwMode="auto">
          <a:xfrm>
            <a:off x="4721225" y="5233987"/>
            <a:ext cx="2811463" cy="1624013"/>
          </a:xfrm>
          <a:custGeom>
            <a:avLst/>
            <a:gdLst>
              <a:gd name="T0" fmla="*/ 1771 w 1771"/>
              <a:gd name="T1" fmla="*/ 0 h 1023"/>
              <a:gd name="T2" fmla="*/ 0 w 1771"/>
              <a:gd name="T3" fmla="*/ 1023 h 1023"/>
              <a:gd name="T4" fmla="*/ 0 w 1771"/>
              <a:gd name="T5" fmla="*/ 1023 h 1023"/>
              <a:gd name="T6" fmla="*/ 1771 w 1771"/>
              <a:gd name="T7" fmla="*/ 0 h 10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771" h="1023">
                <a:moveTo>
                  <a:pt x="1771" y="0"/>
                </a:moveTo>
                <a:lnTo>
                  <a:pt x="0" y="1023"/>
                </a:lnTo>
                <a:lnTo>
                  <a:pt x="0" y="1023"/>
                </a:lnTo>
                <a:lnTo>
                  <a:pt x="1771" y="0"/>
                </a:lnTo>
                <a:close/>
              </a:path>
            </a:pathLst>
          </a:custGeom>
          <a:solidFill>
            <a:srgbClr val="D2D2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0" name="Freeform 23">
            <a:extLst>
              <a:ext uri="{FF2B5EF4-FFF2-40B4-BE49-F238E27FC236}">
                <a16:creationId xmlns:a16="http://schemas.microsoft.com/office/drawing/2014/main" id="{277D336D-2AB1-48CA-86AA-0552F6A6E763}"/>
              </a:ext>
            </a:extLst>
          </p:cNvPr>
          <p:cNvSpPr>
            <a:spLocks/>
          </p:cNvSpPr>
          <p:nvPr userDrawn="1"/>
        </p:nvSpPr>
        <p:spPr bwMode="auto">
          <a:xfrm>
            <a:off x="4721225" y="5233987"/>
            <a:ext cx="2811463" cy="1624013"/>
          </a:xfrm>
          <a:custGeom>
            <a:avLst/>
            <a:gdLst>
              <a:gd name="T0" fmla="*/ 1771 w 1771"/>
              <a:gd name="T1" fmla="*/ 0 h 1023"/>
              <a:gd name="T2" fmla="*/ 0 w 1771"/>
              <a:gd name="T3" fmla="*/ 1023 h 1023"/>
              <a:gd name="T4" fmla="*/ 0 w 1771"/>
              <a:gd name="T5" fmla="*/ 1023 h 1023"/>
              <a:gd name="T6" fmla="*/ 1771 w 1771"/>
              <a:gd name="T7" fmla="*/ 0 h 10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771" h="1023">
                <a:moveTo>
                  <a:pt x="1771" y="0"/>
                </a:moveTo>
                <a:lnTo>
                  <a:pt x="0" y="1023"/>
                </a:lnTo>
                <a:lnTo>
                  <a:pt x="0" y="1023"/>
                </a:lnTo>
                <a:lnTo>
                  <a:pt x="1771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" name="Freeform 24">
            <a:extLst>
              <a:ext uri="{FF2B5EF4-FFF2-40B4-BE49-F238E27FC236}">
                <a16:creationId xmlns:a16="http://schemas.microsoft.com/office/drawing/2014/main" id="{EDAD5260-CE3B-4B3A-93DC-55B702B00643}"/>
              </a:ext>
            </a:extLst>
          </p:cNvPr>
          <p:cNvSpPr>
            <a:spLocks/>
          </p:cNvSpPr>
          <p:nvPr userDrawn="1"/>
        </p:nvSpPr>
        <p:spPr bwMode="auto">
          <a:xfrm>
            <a:off x="7532688" y="5233987"/>
            <a:ext cx="2809875" cy="1624013"/>
          </a:xfrm>
          <a:custGeom>
            <a:avLst/>
            <a:gdLst>
              <a:gd name="T0" fmla="*/ 0 w 1770"/>
              <a:gd name="T1" fmla="*/ 0 h 1023"/>
              <a:gd name="T2" fmla="*/ 0 w 1770"/>
              <a:gd name="T3" fmla="*/ 0 h 1023"/>
              <a:gd name="T4" fmla="*/ 1770 w 1770"/>
              <a:gd name="T5" fmla="*/ 1023 h 1023"/>
              <a:gd name="T6" fmla="*/ 1770 w 1770"/>
              <a:gd name="T7" fmla="*/ 1023 h 1023"/>
              <a:gd name="T8" fmla="*/ 0 w 1770"/>
              <a:gd name="T9" fmla="*/ 0 h 10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70" h="1023">
                <a:moveTo>
                  <a:pt x="0" y="0"/>
                </a:moveTo>
                <a:lnTo>
                  <a:pt x="0" y="0"/>
                </a:lnTo>
                <a:lnTo>
                  <a:pt x="1770" y="1023"/>
                </a:lnTo>
                <a:lnTo>
                  <a:pt x="1770" y="1023"/>
                </a:lnTo>
                <a:lnTo>
                  <a:pt x="0" y="0"/>
                </a:lnTo>
                <a:close/>
              </a:path>
            </a:pathLst>
          </a:custGeom>
          <a:solidFill>
            <a:srgbClr val="DCDCD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" name="Freeform 25">
            <a:extLst>
              <a:ext uri="{FF2B5EF4-FFF2-40B4-BE49-F238E27FC236}">
                <a16:creationId xmlns:a16="http://schemas.microsoft.com/office/drawing/2014/main" id="{B211343B-293B-4285-80C9-6DE1679890F8}"/>
              </a:ext>
            </a:extLst>
          </p:cNvPr>
          <p:cNvSpPr>
            <a:spLocks/>
          </p:cNvSpPr>
          <p:nvPr userDrawn="1"/>
        </p:nvSpPr>
        <p:spPr bwMode="auto">
          <a:xfrm>
            <a:off x="7532688" y="5233987"/>
            <a:ext cx="2809875" cy="1624013"/>
          </a:xfrm>
          <a:custGeom>
            <a:avLst/>
            <a:gdLst>
              <a:gd name="T0" fmla="*/ 0 w 1770"/>
              <a:gd name="T1" fmla="*/ 0 h 1023"/>
              <a:gd name="T2" fmla="*/ 0 w 1770"/>
              <a:gd name="T3" fmla="*/ 0 h 1023"/>
              <a:gd name="T4" fmla="*/ 1770 w 1770"/>
              <a:gd name="T5" fmla="*/ 1023 h 1023"/>
              <a:gd name="T6" fmla="*/ 1770 w 1770"/>
              <a:gd name="T7" fmla="*/ 1023 h 1023"/>
              <a:gd name="T8" fmla="*/ 0 w 1770"/>
              <a:gd name="T9" fmla="*/ 0 h 10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70" h="1023">
                <a:moveTo>
                  <a:pt x="0" y="0"/>
                </a:moveTo>
                <a:lnTo>
                  <a:pt x="0" y="0"/>
                </a:lnTo>
                <a:lnTo>
                  <a:pt x="1770" y="1023"/>
                </a:lnTo>
                <a:lnTo>
                  <a:pt x="1770" y="1023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" name="Freeform 26">
            <a:extLst>
              <a:ext uri="{FF2B5EF4-FFF2-40B4-BE49-F238E27FC236}">
                <a16:creationId xmlns:a16="http://schemas.microsoft.com/office/drawing/2014/main" id="{BC5C5C0C-0FC6-43DF-A5C8-17EE4E05FDD6}"/>
              </a:ext>
            </a:extLst>
          </p:cNvPr>
          <p:cNvSpPr>
            <a:spLocks/>
          </p:cNvSpPr>
          <p:nvPr userDrawn="1"/>
        </p:nvSpPr>
        <p:spPr bwMode="auto">
          <a:xfrm>
            <a:off x="7532688" y="5233987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B5B5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" name="Freeform 27">
            <a:extLst>
              <a:ext uri="{FF2B5EF4-FFF2-40B4-BE49-F238E27FC236}">
                <a16:creationId xmlns:a16="http://schemas.microsoft.com/office/drawing/2014/main" id="{B5C362F9-2D85-47D8-A0BD-3A889F6E0914}"/>
              </a:ext>
            </a:extLst>
          </p:cNvPr>
          <p:cNvSpPr>
            <a:spLocks/>
          </p:cNvSpPr>
          <p:nvPr userDrawn="1"/>
        </p:nvSpPr>
        <p:spPr bwMode="auto">
          <a:xfrm>
            <a:off x="7532688" y="5233987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Line 28">
            <a:extLst>
              <a:ext uri="{FF2B5EF4-FFF2-40B4-BE49-F238E27FC236}">
                <a16:creationId xmlns:a16="http://schemas.microsoft.com/office/drawing/2014/main" id="{631EC517-5415-4B7D-A2EB-4A9F146E918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532688" y="5233987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" name="Line 29">
            <a:extLst>
              <a:ext uri="{FF2B5EF4-FFF2-40B4-BE49-F238E27FC236}">
                <a16:creationId xmlns:a16="http://schemas.microsoft.com/office/drawing/2014/main" id="{936D8EFB-5B56-45FE-B374-FC32CCFE4AB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532688" y="5233987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" name="Freeform 30">
            <a:extLst>
              <a:ext uri="{FF2B5EF4-FFF2-40B4-BE49-F238E27FC236}">
                <a16:creationId xmlns:a16="http://schemas.microsoft.com/office/drawing/2014/main" id="{51D3BABA-2154-446C-B57E-AA2B4D7C7ADB}"/>
              </a:ext>
            </a:extLst>
          </p:cNvPr>
          <p:cNvSpPr>
            <a:spLocks/>
          </p:cNvSpPr>
          <p:nvPr userDrawn="1"/>
        </p:nvSpPr>
        <p:spPr bwMode="auto">
          <a:xfrm>
            <a:off x="7532688" y="5233987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BEBEB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" name="Freeform 31">
            <a:extLst>
              <a:ext uri="{FF2B5EF4-FFF2-40B4-BE49-F238E27FC236}">
                <a16:creationId xmlns:a16="http://schemas.microsoft.com/office/drawing/2014/main" id="{21F91B4E-F1CE-4F42-A5C6-4664DDC3114B}"/>
              </a:ext>
            </a:extLst>
          </p:cNvPr>
          <p:cNvSpPr>
            <a:spLocks/>
          </p:cNvSpPr>
          <p:nvPr userDrawn="1"/>
        </p:nvSpPr>
        <p:spPr bwMode="auto">
          <a:xfrm>
            <a:off x="7532688" y="5233987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" name="Line 32">
            <a:extLst>
              <a:ext uri="{FF2B5EF4-FFF2-40B4-BE49-F238E27FC236}">
                <a16:creationId xmlns:a16="http://schemas.microsoft.com/office/drawing/2014/main" id="{72808925-0863-43CB-9D48-6443F968C436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532688" y="5233987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0" name="Line 33">
            <a:extLst>
              <a:ext uri="{FF2B5EF4-FFF2-40B4-BE49-F238E27FC236}">
                <a16:creationId xmlns:a16="http://schemas.microsoft.com/office/drawing/2014/main" id="{8D783D5C-0818-4003-A378-B44EA7327EE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532688" y="5233987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1" name="Freeform 34">
            <a:extLst>
              <a:ext uri="{FF2B5EF4-FFF2-40B4-BE49-F238E27FC236}">
                <a16:creationId xmlns:a16="http://schemas.microsoft.com/office/drawing/2014/main" id="{CB5EA980-AAC8-4678-B806-4B35AD6A9BC8}"/>
              </a:ext>
            </a:extLst>
          </p:cNvPr>
          <p:cNvSpPr>
            <a:spLocks/>
          </p:cNvSpPr>
          <p:nvPr userDrawn="1"/>
        </p:nvSpPr>
        <p:spPr bwMode="auto">
          <a:xfrm>
            <a:off x="7532688" y="5233987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C1C1C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Freeform 35">
            <a:extLst>
              <a:ext uri="{FF2B5EF4-FFF2-40B4-BE49-F238E27FC236}">
                <a16:creationId xmlns:a16="http://schemas.microsoft.com/office/drawing/2014/main" id="{61DE02E4-CE75-4107-B78F-DC52DB499B96}"/>
              </a:ext>
            </a:extLst>
          </p:cNvPr>
          <p:cNvSpPr>
            <a:spLocks/>
          </p:cNvSpPr>
          <p:nvPr userDrawn="1"/>
        </p:nvSpPr>
        <p:spPr bwMode="auto">
          <a:xfrm>
            <a:off x="7532688" y="5233987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Line 36">
            <a:extLst>
              <a:ext uri="{FF2B5EF4-FFF2-40B4-BE49-F238E27FC236}">
                <a16:creationId xmlns:a16="http://schemas.microsoft.com/office/drawing/2014/main" id="{62A7C76B-C053-4849-9F66-9F6E847E77F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532688" y="5233987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4" name="Line 37">
            <a:extLst>
              <a:ext uri="{FF2B5EF4-FFF2-40B4-BE49-F238E27FC236}">
                <a16:creationId xmlns:a16="http://schemas.microsoft.com/office/drawing/2014/main" id="{5E4A7D05-1D09-4623-A661-1F8A39ABCED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532688" y="5233987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781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9_Breaker slide - light gra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54">
            <a:extLst>
              <a:ext uri="{FF2B5EF4-FFF2-40B4-BE49-F238E27FC236}">
                <a16:creationId xmlns:a16="http://schemas.microsoft.com/office/drawing/2014/main" id="{71F047AA-2753-4C31-937B-F7C2A6F5BB41}"/>
              </a:ext>
            </a:extLst>
          </p:cNvPr>
          <p:cNvGrpSpPr/>
          <p:nvPr userDrawn="1"/>
        </p:nvGrpSpPr>
        <p:grpSpPr>
          <a:xfrm>
            <a:off x="-9183" y="3278"/>
            <a:ext cx="12192001" cy="6864350"/>
            <a:chOff x="0" y="-6350"/>
            <a:chExt cx="12192001" cy="6864350"/>
          </a:xfrm>
        </p:grpSpPr>
        <p:sp>
          <p:nvSpPr>
            <p:cNvPr id="56" name="Freeform 5">
              <a:extLst>
                <a:ext uri="{FF2B5EF4-FFF2-40B4-BE49-F238E27FC236}">
                  <a16:creationId xmlns:a16="http://schemas.microsoft.com/office/drawing/2014/main" id="{2668ACD1-E923-41A7-8C8B-CFDB0E5C5C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3738" y="2016125"/>
              <a:ext cx="5568950" cy="4841875"/>
            </a:xfrm>
            <a:custGeom>
              <a:avLst/>
              <a:gdLst>
                <a:gd name="T0" fmla="*/ 0 w 3508"/>
                <a:gd name="T1" fmla="*/ 0 h 3050"/>
                <a:gd name="T2" fmla="*/ 0 w 3508"/>
                <a:gd name="T3" fmla="*/ 3050 h 3050"/>
                <a:gd name="T4" fmla="*/ 1737 w 3508"/>
                <a:gd name="T5" fmla="*/ 3050 h 3050"/>
                <a:gd name="T6" fmla="*/ 3508 w 3508"/>
                <a:gd name="T7" fmla="*/ 2027 h 3050"/>
                <a:gd name="T8" fmla="*/ 0 w 3508"/>
                <a:gd name="T9" fmla="*/ 0 h 30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08" h="3050">
                  <a:moveTo>
                    <a:pt x="0" y="0"/>
                  </a:moveTo>
                  <a:lnTo>
                    <a:pt x="0" y="3050"/>
                  </a:lnTo>
                  <a:lnTo>
                    <a:pt x="1737" y="3050"/>
                  </a:lnTo>
                  <a:lnTo>
                    <a:pt x="3508" y="20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7">
              <a:extLst>
                <a:ext uri="{FF2B5EF4-FFF2-40B4-BE49-F238E27FC236}">
                  <a16:creationId xmlns:a16="http://schemas.microsoft.com/office/drawing/2014/main" id="{E350CCF4-74B9-4CBF-8D46-5E5574C3CB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-6350"/>
              <a:ext cx="5462588" cy="2022475"/>
            </a:xfrm>
            <a:custGeom>
              <a:avLst/>
              <a:gdLst>
                <a:gd name="T0" fmla="*/ 3441 w 3441"/>
                <a:gd name="T1" fmla="*/ 0 h 1274"/>
                <a:gd name="T2" fmla="*/ 0 w 3441"/>
                <a:gd name="T3" fmla="*/ 0 h 1274"/>
                <a:gd name="T4" fmla="*/ 0 w 3441"/>
                <a:gd name="T5" fmla="*/ 559 h 1274"/>
                <a:gd name="T6" fmla="*/ 1237 w 3441"/>
                <a:gd name="T7" fmla="*/ 1274 h 1274"/>
                <a:gd name="T8" fmla="*/ 3441 w 3441"/>
                <a:gd name="T9" fmla="*/ 0 h 1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41" h="1274">
                  <a:moveTo>
                    <a:pt x="3441" y="0"/>
                  </a:moveTo>
                  <a:lnTo>
                    <a:pt x="0" y="0"/>
                  </a:lnTo>
                  <a:lnTo>
                    <a:pt x="0" y="559"/>
                  </a:lnTo>
                  <a:lnTo>
                    <a:pt x="1237" y="1274"/>
                  </a:lnTo>
                  <a:lnTo>
                    <a:pt x="3441" y="0"/>
                  </a:lnTo>
                  <a:close/>
                </a:path>
              </a:pathLst>
            </a:custGeom>
            <a:solidFill>
              <a:srgbClr val="000000">
                <a:alpha val="7843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9">
              <a:extLst>
                <a:ext uri="{FF2B5EF4-FFF2-40B4-BE49-F238E27FC236}">
                  <a16:creationId xmlns:a16="http://schemas.microsoft.com/office/drawing/2014/main" id="{D13B5093-B5A9-48FA-9028-4E92FCB3E5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1200" y="-6350"/>
              <a:ext cx="2590800" cy="1497013"/>
            </a:xfrm>
            <a:custGeom>
              <a:avLst/>
              <a:gdLst>
                <a:gd name="T0" fmla="*/ 1632 w 1632"/>
                <a:gd name="T1" fmla="*/ 0 h 943"/>
                <a:gd name="T2" fmla="*/ 0 w 1632"/>
                <a:gd name="T3" fmla="*/ 0 h 943"/>
                <a:gd name="T4" fmla="*/ 1632 w 1632"/>
                <a:gd name="T5" fmla="*/ 943 h 943"/>
                <a:gd name="T6" fmla="*/ 1632 w 1632"/>
                <a:gd name="T7" fmla="*/ 0 h 9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32" h="943">
                  <a:moveTo>
                    <a:pt x="1632" y="0"/>
                  </a:moveTo>
                  <a:lnTo>
                    <a:pt x="0" y="0"/>
                  </a:lnTo>
                  <a:lnTo>
                    <a:pt x="1632" y="943"/>
                  </a:lnTo>
                  <a:lnTo>
                    <a:pt x="1632" y="0"/>
                  </a:lnTo>
                  <a:close/>
                </a:path>
              </a:pathLst>
            </a:custGeom>
            <a:solidFill>
              <a:srgbClr val="000000">
                <a:alpha val="7843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11">
              <a:extLst>
                <a:ext uri="{FF2B5EF4-FFF2-40B4-BE49-F238E27FC236}">
                  <a16:creationId xmlns:a16="http://schemas.microsoft.com/office/drawing/2014/main" id="{C758AF99-AC06-4C66-8C13-45D5863BFC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3738" y="-6350"/>
              <a:ext cx="10228263" cy="6864350"/>
            </a:xfrm>
            <a:custGeom>
              <a:avLst/>
              <a:gdLst>
                <a:gd name="T0" fmla="*/ 0 w 6443"/>
                <a:gd name="T1" fmla="*/ 1274 h 4324"/>
                <a:gd name="T2" fmla="*/ 3508 w 6443"/>
                <a:gd name="T3" fmla="*/ 3301 h 4324"/>
                <a:gd name="T4" fmla="*/ 5278 w 6443"/>
                <a:gd name="T5" fmla="*/ 4324 h 4324"/>
                <a:gd name="T6" fmla="*/ 6443 w 6443"/>
                <a:gd name="T7" fmla="*/ 4324 h 4324"/>
                <a:gd name="T8" fmla="*/ 6443 w 6443"/>
                <a:gd name="T9" fmla="*/ 943 h 4324"/>
                <a:gd name="T10" fmla="*/ 4811 w 6443"/>
                <a:gd name="T11" fmla="*/ 0 h 4324"/>
                <a:gd name="T12" fmla="*/ 2204 w 6443"/>
                <a:gd name="T13" fmla="*/ 0 h 4324"/>
                <a:gd name="T14" fmla="*/ 0 w 6443"/>
                <a:gd name="T15" fmla="*/ 1274 h 4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443" h="4324">
                  <a:moveTo>
                    <a:pt x="0" y="1274"/>
                  </a:moveTo>
                  <a:lnTo>
                    <a:pt x="3508" y="3301"/>
                  </a:lnTo>
                  <a:lnTo>
                    <a:pt x="5278" y="4324"/>
                  </a:lnTo>
                  <a:lnTo>
                    <a:pt x="6443" y="4324"/>
                  </a:lnTo>
                  <a:lnTo>
                    <a:pt x="6443" y="943"/>
                  </a:lnTo>
                  <a:lnTo>
                    <a:pt x="4811" y="0"/>
                  </a:lnTo>
                  <a:lnTo>
                    <a:pt x="2204" y="0"/>
                  </a:lnTo>
                  <a:lnTo>
                    <a:pt x="0" y="1274"/>
                  </a:lnTo>
                  <a:close/>
                </a:path>
              </a:pathLst>
            </a:custGeom>
            <a:solidFill>
              <a:srgbClr val="000000">
                <a:alpha val="16078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19">
              <a:extLst>
                <a:ext uri="{FF2B5EF4-FFF2-40B4-BE49-F238E27FC236}">
                  <a16:creationId xmlns:a16="http://schemas.microsoft.com/office/drawing/2014/main" id="{E64CFA6F-205E-40A3-B173-4C4787D966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881062"/>
              <a:ext cx="1963738" cy="5976938"/>
            </a:xfrm>
            <a:custGeom>
              <a:avLst/>
              <a:gdLst>
                <a:gd name="T0" fmla="*/ 0 w 1237"/>
                <a:gd name="T1" fmla="*/ 0 h 3765"/>
                <a:gd name="T2" fmla="*/ 0 w 1237"/>
                <a:gd name="T3" fmla="*/ 3765 h 3765"/>
                <a:gd name="T4" fmla="*/ 1237 w 1237"/>
                <a:gd name="T5" fmla="*/ 3765 h 3765"/>
                <a:gd name="T6" fmla="*/ 1237 w 1237"/>
                <a:gd name="T7" fmla="*/ 715 h 3765"/>
                <a:gd name="T8" fmla="*/ 0 w 1237"/>
                <a:gd name="T9" fmla="*/ 0 h 37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7" h="3765">
                  <a:moveTo>
                    <a:pt x="0" y="0"/>
                  </a:moveTo>
                  <a:lnTo>
                    <a:pt x="0" y="3765"/>
                  </a:lnTo>
                  <a:lnTo>
                    <a:pt x="1237" y="3765"/>
                  </a:lnTo>
                  <a:lnTo>
                    <a:pt x="1237" y="7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2157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0">
              <a:extLst>
                <a:ext uri="{FF2B5EF4-FFF2-40B4-BE49-F238E27FC236}">
                  <a16:creationId xmlns:a16="http://schemas.microsoft.com/office/drawing/2014/main" id="{ADF27179-F614-4A89-BA2E-398375AA66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21225" y="5233987"/>
              <a:ext cx="5621338" cy="1624013"/>
            </a:xfrm>
            <a:custGeom>
              <a:avLst/>
              <a:gdLst>
                <a:gd name="T0" fmla="*/ 1771 w 3541"/>
                <a:gd name="T1" fmla="*/ 0 h 1023"/>
                <a:gd name="T2" fmla="*/ 0 w 3541"/>
                <a:gd name="T3" fmla="*/ 1023 h 1023"/>
                <a:gd name="T4" fmla="*/ 3541 w 3541"/>
                <a:gd name="T5" fmla="*/ 1023 h 1023"/>
                <a:gd name="T6" fmla="*/ 1771 w 3541"/>
                <a:gd name="T7" fmla="*/ 0 h 1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41" h="1023">
                  <a:moveTo>
                    <a:pt x="1771" y="0"/>
                  </a:moveTo>
                  <a:lnTo>
                    <a:pt x="0" y="1023"/>
                  </a:lnTo>
                  <a:lnTo>
                    <a:pt x="3541" y="1023"/>
                  </a:lnTo>
                  <a:lnTo>
                    <a:pt x="1771" y="0"/>
                  </a:lnTo>
                  <a:close/>
                </a:path>
              </a:pathLst>
            </a:custGeom>
            <a:solidFill>
              <a:srgbClr val="000000">
                <a:alpha val="10196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1" name="Text Placeholder 19"/>
          <p:cNvSpPr>
            <a:spLocks noGrp="1"/>
          </p:cNvSpPr>
          <p:nvPr>
            <p:ph type="body" sz="quarter" idx="11" hasCustomPrompt="1"/>
          </p:nvPr>
        </p:nvSpPr>
        <p:spPr>
          <a:xfrm>
            <a:off x="672000" y="2385395"/>
            <a:ext cx="10848487" cy="3012105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4800"/>
              </a:lnSpc>
              <a:buNone/>
              <a:defRPr sz="4800" b="0" cap="all" spc="107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da-DK"/>
              <a:t>INSERT BREAKER TITLE HERE</a:t>
            </a:r>
            <a:endParaRPr lang="en-US"/>
          </a:p>
        </p:txBody>
      </p:sp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6BA917-7F09-4B8D-AF07-F52890C14046}" type="slidenum">
              <a:rPr lang="da-DK" smtClean="0"/>
              <a:pPr/>
              <a:t>‹#›</a:t>
            </a:fld>
            <a:endParaRPr lang="da-DK"/>
          </a:p>
        </p:txBody>
      </p:sp>
      <p:grpSp>
        <p:nvGrpSpPr>
          <p:cNvPr id="18" name="Gruppe 17"/>
          <p:cNvGrpSpPr>
            <a:grpSpLocks noChangeAspect="1"/>
          </p:cNvGrpSpPr>
          <p:nvPr/>
        </p:nvGrpSpPr>
        <p:grpSpPr>
          <a:xfrm>
            <a:off x="10343104" y="6422579"/>
            <a:ext cx="1176854" cy="202504"/>
            <a:chOff x="10056795" y="6368350"/>
            <a:chExt cx="1454739" cy="250316"/>
          </a:xfrm>
          <a:solidFill>
            <a:schemeClr val="tx1"/>
          </a:solidFill>
        </p:grpSpPr>
        <p:sp>
          <p:nvSpPr>
            <p:cNvPr id="19" name="Freeform 7"/>
            <p:cNvSpPr>
              <a:spLocks noEditPoints="1"/>
            </p:cNvSpPr>
            <p:nvPr userDrawn="1"/>
          </p:nvSpPr>
          <p:spPr bwMode="auto">
            <a:xfrm>
              <a:off x="10368784" y="6371977"/>
              <a:ext cx="1142750" cy="246689"/>
            </a:xfrm>
            <a:custGeom>
              <a:avLst/>
              <a:gdLst>
                <a:gd name="T0" fmla="*/ 116 w 431"/>
                <a:gd name="T1" fmla="*/ 33 h 93"/>
                <a:gd name="T2" fmla="*/ 103 w 431"/>
                <a:gd name="T3" fmla="*/ 24 h 93"/>
                <a:gd name="T4" fmla="*/ 116 w 431"/>
                <a:gd name="T5" fmla="*/ 75 h 93"/>
                <a:gd name="T6" fmla="*/ 128 w 431"/>
                <a:gd name="T7" fmla="*/ 32 h 93"/>
                <a:gd name="T8" fmla="*/ 139 w 431"/>
                <a:gd name="T9" fmla="*/ 75 h 93"/>
                <a:gd name="T10" fmla="*/ 152 w 431"/>
                <a:gd name="T11" fmla="*/ 48 h 93"/>
                <a:gd name="T12" fmla="*/ 174 w 431"/>
                <a:gd name="T13" fmla="*/ 45 h 93"/>
                <a:gd name="T14" fmla="*/ 188 w 431"/>
                <a:gd name="T15" fmla="*/ 75 h 93"/>
                <a:gd name="T16" fmla="*/ 169 w 431"/>
                <a:gd name="T17" fmla="*/ 23 h 93"/>
                <a:gd name="T18" fmla="*/ 133 w 431"/>
                <a:gd name="T19" fmla="*/ 23 h 93"/>
                <a:gd name="T20" fmla="*/ 238 w 431"/>
                <a:gd name="T21" fmla="*/ 0 h 93"/>
                <a:gd name="T22" fmla="*/ 238 w 431"/>
                <a:gd name="T23" fmla="*/ 76 h 93"/>
                <a:gd name="T24" fmla="*/ 260 w 431"/>
                <a:gd name="T25" fmla="*/ 61 h 93"/>
                <a:gd name="T26" fmla="*/ 213 w 431"/>
                <a:gd name="T27" fmla="*/ 37 h 93"/>
                <a:gd name="T28" fmla="*/ 259 w 431"/>
                <a:gd name="T29" fmla="*/ 14 h 93"/>
                <a:gd name="T30" fmla="*/ 54 w 431"/>
                <a:gd name="T31" fmla="*/ 3 h 93"/>
                <a:gd name="T32" fmla="*/ 0 w 431"/>
                <a:gd name="T33" fmla="*/ 21 h 93"/>
                <a:gd name="T34" fmla="*/ 36 w 431"/>
                <a:gd name="T35" fmla="*/ 45 h 93"/>
                <a:gd name="T36" fmla="*/ 27 w 431"/>
                <a:gd name="T37" fmla="*/ 66 h 93"/>
                <a:gd name="T38" fmla="*/ 1 w 431"/>
                <a:gd name="T39" fmla="*/ 72 h 93"/>
                <a:gd name="T40" fmla="*/ 60 w 431"/>
                <a:gd name="T41" fmla="*/ 54 h 93"/>
                <a:gd name="T42" fmla="*/ 26 w 431"/>
                <a:gd name="T43" fmla="*/ 30 h 93"/>
                <a:gd name="T44" fmla="*/ 33 w 431"/>
                <a:gd name="T45" fmla="*/ 9 h 93"/>
                <a:gd name="T46" fmla="*/ 54 w 431"/>
                <a:gd name="T47" fmla="*/ 3 h 93"/>
                <a:gd name="T48" fmla="*/ 390 w 431"/>
                <a:gd name="T49" fmla="*/ 49 h 93"/>
                <a:gd name="T50" fmla="*/ 417 w 431"/>
                <a:gd name="T51" fmla="*/ 49 h 93"/>
                <a:gd name="T52" fmla="*/ 376 w 431"/>
                <a:gd name="T53" fmla="*/ 93 h 93"/>
                <a:gd name="T54" fmla="*/ 389 w 431"/>
                <a:gd name="T55" fmla="*/ 67 h 93"/>
                <a:gd name="T56" fmla="*/ 431 w 431"/>
                <a:gd name="T57" fmla="*/ 49 h 93"/>
                <a:gd name="T58" fmla="*/ 389 w 431"/>
                <a:gd name="T59" fmla="*/ 33 h 93"/>
                <a:gd name="T60" fmla="*/ 376 w 431"/>
                <a:gd name="T61" fmla="*/ 24 h 93"/>
                <a:gd name="T62" fmla="*/ 334 w 431"/>
                <a:gd name="T63" fmla="*/ 75 h 93"/>
                <a:gd name="T64" fmla="*/ 347 w 431"/>
                <a:gd name="T65" fmla="*/ 47 h 93"/>
                <a:gd name="T66" fmla="*/ 368 w 431"/>
                <a:gd name="T67" fmla="*/ 24 h 93"/>
                <a:gd name="T68" fmla="*/ 347 w 431"/>
                <a:gd name="T69" fmla="*/ 24 h 93"/>
                <a:gd name="T70" fmla="*/ 334 w 431"/>
                <a:gd name="T71" fmla="*/ 75 h 93"/>
                <a:gd name="T72" fmla="*/ 282 w 431"/>
                <a:gd name="T73" fmla="*/ 49 h 93"/>
                <a:gd name="T74" fmla="*/ 309 w 431"/>
                <a:gd name="T75" fmla="*/ 49 h 93"/>
                <a:gd name="T76" fmla="*/ 268 w 431"/>
                <a:gd name="T77" fmla="*/ 50 h 93"/>
                <a:gd name="T78" fmla="*/ 323 w 431"/>
                <a:gd name="T79" fmla="*/ 49 h 93"/>
                <a:gd name="T80" fmla="*/ 268 w 431"/>
                <a:gd name="T81" fmla="*/ 50 h 93"/>
                <a:gd name="T82" fmla="*/ 86 w 431"/>
                <a:gd name="T83" fmla="*/ 75 h 93"/>
                <a:gd name="T84" fmla="*/ 73 w 431"/>
                <a:gd name="T85" fmla="*/ 24 h 93"/>
                <a:gd name="T86" fmla="*/ 73 w 431"/>
                <a:gd name="T87" fmla="*/ 14 h 93"/>
                <a:gd name="T88" fmla="*/ 86 w 431"/>
                <a:gd name="T89" fmla="*/ 1 h 93"/>
                <a:gd name="T90" fmla="*/ 73 w 431"/>
                <a:gd name="T91" fmla="*/ 1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31" h="93">
                  <a:moveTo>
                    <a:pt x="133" y="23"/>
                  </a:moveTo>
                  <a:cubicBezTo>
                    <a:pt x="117" y="23"/>
                    <a:pt x="116" y="33"/>
                    <a:pt x="116" y="33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75"/>
                    <a:pt x="103" y="75"/>
                    <a:pt x="103" y="75"/>
                  </a:cubicBezTo>
                  <a:cubicBezTo>
                    <a:pt x="116" y="75"/>
                    <a:pt x="116" y="75"/>
                    <a:pt x="116" y="75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35"/>
                    <a:pt x="121" y="32"/>
                    <a:pt x="128" y="32"/>
                  </a:cubicBezTo>
                  <a:cubicBezTo>
                    <a:pt x="136" y="32"/>
                    <a:pt x="139" y="34"/>
                    <a:pt x="139" y="45"/>
                  </a:cubicBezTo>
                  <a:cubicBezTo>
                    <a:pt x="139" y="75"/>
                    <a:pt x="139" y="75"/>
                    <a:pt x="139" y="75"/>
                  </a:cubicBezTo>
                  <a:cubicBezTo>
                    <a:pt x="152" y="75"/>
                    <a:pt x="152" y="75"/>
                    <a:pt x="152" y="75"/>
                  </a:cubicBezTo>
                  <a:cubicBezTo>
                    <a:pt x="152" y="48"/>
                    <a:pt x="152" y="48"/>
                    <a:pt x="152" y="48"/>
                  </a:cubicBezTo>
                  <a:cubicBezTo>
                    <a:pt x="152" y="35"/>
                    <a:pt x="156" y="32"/>
                    <a:pt x="164" y="32"/>
                  </a:cubicBezTo>
                  <a:cubicBezTo>
                    <a:pt x="172" y="32"/>
                    <a:pt x="174" y="34"/>
                    <a:pt x="174" y="45"/>
                  </a:cubicBezTo>
                  <a:cubicBezTo>
                    <a:pt x="174" y="75"/>
                    <a:pt x="174" y="75"/>
                    <a:pt x="174" y="75"/>
                  </a:cubicBezTo>
                  <a:cubicBezTo>
                    <a:pt x="188" y="75"/>
                    <a:pt x="188" y="75"/>
                    <a:pt x="188" y="75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8" y="28"/>
                    <a:pt x="182" y="23"/>
                    <a:pt x="169" y="23"/>
                  </a:cubicBezTo>
                  <a:cubicBezTo>
                    <a:pt x="153" y="23"/>
                    <a:pt x="151" y="33"/>
                    <a:pt x="151" y="33"/>
                  </a:cubicBezTo>
                  <a:cubicBezTo>
                    <a:pt x="148" y="26"/>
                    <a:pt x="143" y="23"/>
                    <a:pt x="133" y="23"/>
                  </a:cubicBezTo>
                  <a:moveTo>
                    <a:pt x="259" y="4"/>
                  </a:moveTo>
                  <a:cubicBezTo>
                    <a:pt x="259" y="4"/>
                    <a:pt x="251" y="0"/>
                    <a:pt x="238" y="0"/>
                  </a:cubicBezTo>
                  <a:cubicBezTo>
                    <a:pt x="214" y="0"/>
                    <a:pt x="199" y="11"/>
                    <a:pt x="199" y="38"/>
                  </a:cubicBezTo>
                  <a:cubicBezTo>
                    <a:pt x="199" y="65"/>
                    <a:pt x="211" y="76"/>
                    <a:pt x="238" y="76"/>
                  </a:cubicBezTo>
                  <a:cubicBezTo>
                    <a:pt x="253" y="76"/>
                    <a:pt x="260" y="72"/>
                    <a:pt x="260" y="72"/>
                  </a:cubicBezTo>
                  <a:cubicBezTo>
                    <a:pt x="260" y="61"/>
                    <a:pt x="260" y="61"/>
                    <a:pt x="260" y="61"/>
                  </a:cubicBezTo>
                  <a:cubicBezTo>
                    <a:pt x="260" y="61"/>
                    <a:pt x="253" y="66"/>
                    <a:pt x="240" y="66"/>
                  </a:cubicBezTo>
                  <a:cubicBezTo>
                    <a:pt x="223" y="66"/>
                    <a:pt x="213" y="60"/>
                    <a:pt x="213" y="37"/>
                  </a:cubicBezTo>
                  <a:cubicBezTo>
                    <a:pt x="213" y="17"/>
                    <a:pt x="220" y="10"/>
                    <a:pt x="239" y="10"/>
                  </a:cubicBezTo>
                  <a:cubicBezTo>
                    <a:pt x="250" y="10"/>
                    <a:pt x="259" y="14"/>
                    <a:pt x="259" y="14"/>
                  </a:cubicBezTo>
                  <a:lnTo>
                    <a:pt x="259" y="4"/>
                  </a:lnTo>
                  <a:close/>
                  <a:moveTo>
                    <a:pt x="54" y="3"/>
                  </a:moveTo>
                  <a:cubicBezTo>
                    <a:pt x="54" y="3"/>
                    <a:pt x="45" y="0"/>
                    <a:pt x="34" y="0"/>
                  </a:cubicBezTo>
                  <a:cubicBezTo>
                    <a:pt x="15" y="0"/>
                    <a:pt x="0" y="5"/>
                    <a:pt x="0" y="21"/>
                  </a:cubicBezTo>
                  <a:cubicBezTo>
                    <a:pt x="0" y="34"/>
                    <a:pt x="8" y="38"/>
                    <a:pt x="21" y="41"/>
                  </a:cubicBezTo>
                  <a:cubicBezTo>
                    <a:pt x="36" y="45"/>
                    <a:pt x="36" y="45"/>
                    <a:pt x="36" y="45"/>
                  </a:cubicBezTo>
                  <a:cubicBezTo>
                    <a:pt x="43" y="46"/>
                    <a:pt x="46" y="48"/>
                    <a:pt x="46" y="55"/>
                  </a:cubicBezTo>
                  <a:cubicBezTo>
                    <a:pt x="46" y="66"/>
                    <a:pt x="38" y="66"/>
                    <a:pt x="27" y="66"/>
                  </a:cubicBezTo>
                  <a:cubicBezTo>
                    <a:pt x="13" y="66"/>
                    <a:pt x="1" y="62"/>
                    <a:pt x="1" y="62"/>
                  </a:cubicBezTo>
                  <a:cubicBezTo>
                    <a:pt x="1" y="72"/>
                    <a:pt x="1" y="72"/>
                    <a:pt x="1" y="72"/>
                  </a:cubicBezTo>
                  <a:cubicBezTo>
                    <a:pt x="1" y="72"/>
                    <a:pt x="12" y="76"/>
                    <a:pt x="25" y="76"/>
                  </a:cubicBezTo>
                  <a:cubicBezTo>
                    <a:pt x="44" y="76"/>
                    <a:pt x="60" y="72"/>
                    <a:pt x="60" y="54"/>
                  </a:cubicBezTo>
                  <a:cubicBezTo>
                    <a:pt x="60" y="41"/>
                    <a:pt x="53" y="36"/>
                    <a:pt x="40" y="33"/>
                  </a:cubicBezTo>
                  <a:cubicBezTo>
                    <a:pt x="26" y="30"/>
                    <a:pt x="26" y="30"/>
                    <a:pt x="26" y="30"/>
                  </a:cubicBezTo>
                  <a:cubicBezTo>
                    <a:pt x="18" y="28"/>
                    <a:pt x="14" y="26"/>
                    <a:pt x="14" y="19"/>
                  </a:cubicBezTo>
                  <a:cubicBezTo>
                    <a:pt x="14" y="10"/>
                    <a:pt x="23" y="9"/>
                    <a:pt x="33" y="9"/>
                  </a:cubicBezTo>
                  <a:cubicBezTo>
                    <a:pt x="46" y="9"/>
                    <a:pt x="54" y="13"/>
                    <a:pt x="54" y="13"/>
                  </a:cubicBezTo>
                  <a:lnTo>
                    <a:pt x="54" y="3"/>
                  </a:lnTo>
                  <a:close/>
                  <a:moveTo>
                    <a:pt x="403" y="68"/>
                  </a:moveTo>
                  <a:cubicBezTo>
                    <a:pt x="392" y="68"/>
                    <a:pt x="390" y="61"/>
                    <a:pt x="390" y="49"/>
                  </a:cubicBezTo>
                  <a:cubicBezTo>
                    <a:pt x="390" y="38"/>
                    <a:pt x="392" y="31"/>
                    <a:pt x="403" y="31"/>
                  </a:cubicBezTo>
                  <a:cubicBezTo>
                    <a:pt x="414" y="31"/>
                    <a:pt x="417" y="38"/>
                    <a:pt x="417" y="49"/>
                  </a:cubicBezTo>
                  <a:cubicBezTo>
                    <a:pt x="417" y="62"/>
                    <a:pt x="414" y="68"/>
                    <a:pt x="403" y="68"/>
                  </a:cubicBezTo>
                  <a:moveTo>
                    <a:pt x="376" y="93"/>
                  </a:moveTo>
                  <a:cubicBezTo>
                    <a:pt x="389" y="93"/>
                    <a:pt x="389" y="93"/>
                    <a:pt x="389" y="93"/>
                  </a:cubicBezTo>
                  <a:cubicBezTo>
                    <a:pt x="389" y="67"/>
                    <a:pt x="389" y="67"/>
                    <a:pt x="389" y="67"/>
                  </a:cubicBezTo>
                  <a:cubicBezTo>
                    <a:pt x="389" y="67"/>
                    <a:pt x="391" y="76"/>
                    <a:pt x="406" y="76"/>
                  </a:cubicBezTo>
                  <a:cubicBezTo>
                    <a:pt x="423" y="76"/>
                    <a:pt x="431" y="68"/>
                    <a:pt x="431" y="49"/>
                  </a:cubicBezTo>
                  <a:cubicBezTo>
                    <a:pt x="431" y="31"/>
                    <a:pt x="424" y="23"/>
                    <a:pt x="408" y="23"/>
                  </a:cubicBezTo>
                  <a:cubicBezTo>
                    <a:pt x="391" y="23"/>
                    <a:pt x="389" y="33"/>
                    <a:pt x="389" y="33"/>
                  </a:cubicBezTo>
                  <a:cubicBezTo>
                    <a:pt x="389" y="24"/>
                    <a:pt x="389" y="24"/>
                    <a:pt x="389" y="24"/>
                  </a:cubicBezTo>
                  <a:cubicBezTo>
                    <a:pt x="376" y="24"/>
                    <a:pt x="376" y="24"/>
                    <a:pt x="376" y="24"/>
                  </a:cubicBezTo>
                  <a:lnTo>
                    <a:pt x="376" y="93"/>
                  </a:lnTo>
                  <a:close/>
                  <a:moveTo>
                    <a:pt x="334" y="75"/>
                  </a:moveTo>
                  <a:cubicBezTo>
                    <a:pt x="347" y="75"/>
                    <a:pt x="347" y="75"/>
                    <a:pt x="347" y="75"/>
                  </a:cubicBezTo>
                  <a:cubicBezTo>
                    <a:pt x="347" y="47"/>
                    <a:pt x="347" y="47"/>
                    <a:pt x="347" y="47"/>
                  </a:cubicBezTo>
                  <a:cubicBezTo>
                    <a:pt x="347" y="37"/>
                    <a:pt x="351" y="36"/>
                    <a:pt x="368" y="36"/>
                  </a:cubicBezTo>
                  <a:cubicBezTo>
                    <a:pt x="368" y="24"/>
                    <a:pt x="368" y="24"/>
                    <a:pt x="368" y="24"/>
                  </a:cubicBezTo>
                  <a:cubicBezTo>
                    <a:pt x="355" y="24"/>
                    <a:pt x="349" y="28"/>
                    <a:pt x="347" y="37"/>
                  </a:cubicBezTo>
                  <a:cubicBezTo>
                    <a:pt x="347" y="24"/>
                    <a:pt x="347" y="24"/>
                    <a:pt x="347" y="24"/>
                  </a:cubicBezTo>
                  <a:cubicBezTo>
                    <a:pt x="334" y="24"/>
                    <a:pt x="334" y="24"/>
                    <a:pt x="334" y="24"/>
                  </a:cubicBezTo>
                  <a:lnTo>
                    <a:pt x="334" y="75"/>
                  </a:lnTo>
                  <a:close/>
                  <a:moveTo>
                    <a:pt x="296" y="68"/>
                  </a:moveTo>
                  <a:cubicBezTo>
                    <a:pt x="284" y="68"/>
                    <a:pt x="282" y="63"/>
                    <a:pt x="282" y="49"/>
                  </a:cubicBezTo>
                  <a:cubicBezTo>
                    <a:pt x="282" y="36"/>
                    <a:pt x="284" y="30"/>
                    <a:pt x="295" y="30"/>
                  </a:cubicBezTo>
                  <a:cubicBezTo>
                    <a:pt x="307" y="30"/>
                    <a:pt x="309" y="36"/>
                    <a:pt x="309" y="49"/>
                  </a:cubicBezTo>
                  <a:cubicBezTo>
                    <a:pt x="309" y="62"/>
                    <a:pt x="307" y="68"/>
                    <a:pt x="296" y="68"/>
                  </a:cubicBezTo>
                  <a:moveTo>
                    <a:pt x="268" y="50"/>
                  </a:moveTo>
                  <a:cubicBezTo>
                    <a:pt x="268" y="70"/>
                    <a:pt x="278" y="76"/>
                    <a:pt x="295" y="76"/>
                  </a:cubicBezTo>
                  <a:cubicBezTo>
                    <a:pt x="312" y="76"/>
                    <a:pt x="323" y="70"/>
                    <a:pt x="323" y="49"/>
                  </a:cubicBezTo>
                  <a:cubicBezTo>
                    <a:pt x="323" y="29"/>
                    <a:pt x="312" y="23"/>
                    <a:pt x="295" y="23"/>
                  </a:cubicBezTo>
                  <a:cubicBezTo>
                    <a:pt x="278" y="23"/>
                    <a:pt x="268" y="29"/>
                    <a:pt x="268" y="50"/>
                  </a:cubicBezTo>
                  <a:moveTo>
                    <a:pt x="73" y="75"/>
                  </a:moveTo>
                  <a:cubicBezTo>
                    <a:pt x="86" y="75"/>
                    <a:pt x="86" y="75"/>
                    <a:pt x="86" y="75"/>
                  </a:cubicBezTo>
                  <a:cubicBezTo>
                    <a:pt x="86" y="24"/>
                    <a:pt x="86" y="24"/>
                    <a:pt x="86" y="24"/>
                  </a:cubicBezTo>
                  <a:cubicBezTo>
                    <a:pt x="73" y="24"/>
                    <a:pt x="73" y="24"/>
                    <a:pt x="73" y="24"/>
                  </a:cubicBezTo>
                  <a:lnTo>
                    <a:pt x="73" y="75"/>
                  </a:lnTo>
                  <a:close/>
                  <a:moveTo>
                    <a:pt x="73" y="14"/>
                  </a:moveTo>
                  <a:cubicBezTo>
                    <a:pt x="86" y="14"/>
                    <a:pt x="86" y="14"/>
                    <a:pt x="86" y="14"/>
                  </a:cubicBezTo>
                  <a:cubicBezTo>
                    <a:pt x="86" y="1"/>
                    <a:pt x="86" y="1"/>
                    <a:pt x="86" y="1"/>
                  </a:cubicBezTo>
                  <a:cubicBezTo>
                    <a:pt x="73" y="1"/>
                    <a:pt x="73" y="1"/>
                    <a:pt x="73" y="1"/>
                  </a:cubicBezTo>
                  <a:lnTo>
                    <a:pt x="73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8"/>
            <p:cNvSpPr>
              <a:spLocks noEditPoints="1"/>
            </p:cNvSpPr>
            <p:nvPr userDrawn="1"/>
          </p:nvSpPr>
          <p:spPr bwMode="auto">
            <a:xfrm>
              <a:off x="10142048" y="6453602"/>
              <a:ext cx="59859" cy="61672"/>
            </a:xfrm>
            <a:custGeom>
              <a:avLst/>
              <a:gdLst>
                <a:gd name="T0" fmla="*/ 26 w 33"/>
                <a:gd name="T1" fmla="*/ 26 h 34"/>
                <a:gd name="T2" fmla="*/ 13 w 33"/>
                <a:gd name="T3" fmla="*/ 26 h 34"/>
                <a:gd name="T4" fmla="*/ 13 w 33"/>
                <a:gd name="T5" fmla="*/ 13 h 34"/>
                <a:gd name="T6" fmla="*/ 26 w 33"/>
                <a:gd name="T7" fmla="*/ 13 h 34"/>
                <a:gd name="T8" fmla="*/ 26 w 33"/>
                <a:gd name="T9" fmla="*/ 26 h 34"/>
                <a:gd name="T10" fmla="*/ 33 w 33"/>
                <a:gd name="T11" fmla="*/ 0 h 34"/>
                <a:gd name="T12" fmla="*/ 0 w 33"/>
                <a:gd name="T13" fmla="*/ 0 h 34"/>
                <a:gd name="T14" fmla="*/ 0 w 33"/>
                <a:gd name="T15" fmla="*/ 34 h 34"/>
                <a:gd name="T16" fmla="*/ 33 w 33"/>
                <a:gd name="T17" fmla="*/ 34 h 34"/>
                <a:gd name="T18" fmla="*/ 33 w 33"/>
                <a:gd name="T19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3" h="34">
                  <a:moveTo>
                    <a:pt x="26" y="26"/>
                  </a:moveTo>
                  <a:lnTo>
                    <a:pt x="13" y="26"/>
                  </a:lnTo>
                  <a:lnTo>
                    <a:pt x="13" y="13"/>
                  </a:lnTo>
                  <a:lnTo>
                    <a:pt x="26" y="13"/>
                  </a:lnTo>
                  <a:lnTo>
                    <a:pt x="26" y="26"/>
                  </a:lnTo>
                  <a:close/>
                  <a:moveTo>
                    <a:pt x="33" y="0"/>
                  </a:moveTo>
                  <a:lnTo>
                    <a:pt x="0" y="0"/>
                  </a:lnTo>
                  <a:lnTo>
                    <a:pt x="0" y="34"/>
                  </a:lnTo>
                  <a:lnTo>
                    <a:pt x="33" y="34"/>
                  </a:lnTo>
                  <a:lnTo>
                    <a:pt x="3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9"/>
            <p:cNvSpPr>
              <a:spLocks noEditPoints="1"/>
            </p:cNvSpPr>
            <p:nvPr userDrawn="1"/>
          </p:nvSpPr>
          <p:spPr bwMode="auto">
            <a:xfrm>
              <a:off x="10078561" y="6390116"/>
              <a:ext cx="163250" cy="165063"/>
            </a:xfrm>
            <a:custGeom>
              <a:avLst/>
              <a:gdLst>
                <a:gd name="T0" fmla="*/ 83 w 90"/>
                <a:gd name="T1" fmla="*/ 83 h 91"/>
                <a:gd name="T2" fmla="*/ 13 w 90"/>
                <a:gd name="T3" fmla="*/ 83 h 91"/>
                <a:gd name="T4" fmla="*/ 13 w 90"/>
                <a:gd name="T5" fmla="*/ 13 h 91"/>
                <a:gd name="T6" fmla="*/ 83 w 90"/>
                <a:gd name="T7" fmla="*/ 13 h 91"/>
                <a:gd name="T8" fmla="*/ 83 w 90"/>
                <a:gd name="T9" fmla="*/ 83 h 91"/>
                <a:gd name="T10" fmla="*/ 90 w 90"/>
                <a:gd name="T11" fmla="*/ 0 h 91"/>
                <a:gd name="T12" fmla="*/ 0 w 90"/>
                <a:gd name="T13" fmla="*/ 0 h 91"/>
                <a:gd name="T14" fmla="*/ 0 w 90"/>
                <a:gd name="T15" fmla="*/ 91 h 91"/>
                <a:gd name="T16" fmla="*/ 90 w 90"/>
                <a:gd name="T17" fmla="*/ 91 h 91"/>
                <a:gd name="T18" fmla="*/ 90 w 90"/>
                <a:gd name="T1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0" h="91">
                  <a:moveTo>
                    <a:pt x="83" y="83"/>
                  </a:moveTo>
                  <a:lnTo>
                    <a:pt x="13" y="83"/>
                  </a:lnTo>
                  <a:lnTo>
                    <a:pt x="13" y="13"/>
                  </a:lnTo>
                  <a:lnTo>
                    <a:pt x="83" y="13"/>
                  </a:lnTo>
                  <a:lnTo>
                    <a:pt x="83" y="83"/>
                  </a:lnTo>
                  <a:close/>
                  <a:moveTo>
                    <a:pt x="90" y="0"/>
                  </a:moveTo>
                  <a:lnTo>
                    <a:pt x="0" y="0"/>
                  </a:lnTo>
                  <a:lnTo>
                    <a:pt x="0" y="91"/>
                  </a:lnTo>
                  <a:lnTo>
                    <a:pt x="90" y="91"/>
                  </a:lnTo>
                  <a:lnTo>
                    <a:pt x="9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0"/>
            <p:cNvSpPr>
              <a:spLocks noEditPoints="1"/>
            </p:cNvSpPr>
            <p:nvPr userDrawn="1"/>
          </p:nvSpPr>
          <p:spPr bwMode="auto">
            <a:xfrm>
              <a:off x="10056795" y="6368350"/>
              <a:ext cx="206783" cy="204969"/>
            </a:xfrm>
            <a:custGeom>
              <a:avLst/>
              <a:gdLst>
                <a:gd name="T0" fmla="*/ 107 w 114"/>
                <a:gd name="T1" fmla="*/ 107 h 113"/>
                <a:gd name="T2" fmla="*/ 7 w 114"/>
                <a:gd name="T3" fmla="*/ 107 h 113"/>
                <a:gd name="T4" fmla="*/ 7 w 114"/>
                <a:gd name="T5" fmla="*/ 8 h 113"/>
                <a:gd name="T6" fmla="*/ 107 w 114"/>
                <a:gd name="T7" fmla="*/ 8 h 113"/>
                <a:gd name="T8" fmla="*/ 107 w 114"/>
                <a:gd name="T9" fmla="*/ 107 h 113"/>
                <a:gd name="T10" fmla="*/ 0 w 114"/>
                <a:gd name="T11" fmla="*/ 113 h 113"/>
                <a:gd name="T12" fmla="*/ 114 w 114"/>
                <a:gd name="T13" fmla="*/ 113 h 113"/>
                <a:gd name="T14" fmla="*/ 114 w 114"/>
                <a:gd name="T15" fmla="*/ 0 h 113"/>
                <a:gd name="T16" fmla="*/ 0 w 114"/>
                <a:gd name="T17" fmla="*/ 0 h 113"/>
                <a:gd name="T18" fmla="*/ 0 w 114"/>
                <a:gd name="T19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4" h="113">
                  <a:moveTo>
                    <a:pt x="107" y="107"/>
                  </a:moveTo>
                  <a:lnTo>
                    <a:pt x="7" y="107"/>
                  </a:lnTo>
                  <a:lnTo>
                    <a:pt x="7" y="8"/>
                  </a:lnTo>
                  <a:lnTo>
                    <a:pt x="107" y="8"/>
                  </a:lnTo>
                  <a:lnTo>
                    <a:pt x="107" y="107"/>
                  </a:lnTo>
                  <a:close/>
                  <a:moveTo>
                    <a:pt x="0" y="113"/>
                  </a:moveTo>
                  <a:lnTo>
                    <a:pt x="114" y="113"/>
                  </a:lnTo>
                  <a:lnTo>
                    <a:pt x="114" y="0"/>
                  </a:lnTo>
                  <a:lnTo>
                    <a:pt x="0" y="0"/>
                  </a:lnTo>
                  <a:lnTo>
                    <a:pt x="0" y="1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1"/>
            <p:cNvSpPr>
              <a:spLocks noEditPoints="1"/>
            </p:cNvSpPr>
            <p:nvPr userDrawn="1"/>
          </p:nvSpPr>
          <p:spPr bwMode="auto">
            <a:xfrm>
              <a:off x="10109398" y="6422766"/>
              <a:ext cx="112461" cy="110647"/>
            </a:xfrm>
            <a:custGeom>
              <a:avLst/>
              <a:gdLst>
                <a:gd name="T0" fmla="*/ 56 w 62"/>
                <a:gd name="T1" fmla="*/ 55 h 61"/>
                <a:gd name="T2" fmla="*/ 14 w 62"/>
                <a:gd name="T3" fmla="*/ 55 h 61"/>
                <a:gd name="T4" fmla="*/ 14 w 62"/>
                <a:gd name="T5" fmla="*/ 13 h 61"/>
                <a:gd name="T6" fmla="*/ 56 w 62"/>
                <a:gd name="T7" fmla="*/ 13 h 61"/>
                <a:gd name="T8" fmla="*/ 56 w 62"/>
                <a:gd name="T9" fmla="*/ 55 h 61"/>
                <a:gd name="T10" fmla="*/ 62 w 62"/>
                <a:gd name="T11" fmla="*/ 0 h 61"/>
                <a:gd name="T12" fmla="*/ 0 w 62"/>
                <a:gd name="T13" fmla="*/ 0 h 61"/>
                <a:gd name="T14" fmla="*/ 0 w 62"/>
                <a:gd name="T15" fmla="*/ 61 h 61"/>
                <a:gd name="T16" fmla="*/ 62 w 62"/>
                <a:gd name="T17" fmla="*/ 61 h 61"/>
                <a:gd name="T18" fmla="*/ 62 w 62"/>
                <a:gd name="T19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" h="61">
                  <a:moveTo>
                    <a:pt x="56" y="55"/>
                  </a:moveTo>
                  <a:lnTo>
                    <a:pt x="14" y="55"/>
                  </a:lnTo>
                  <a:lnTo>
                    <a:pt x="14" y="13"/>
                  </a:lnTo>
                  <a:lnTo>
                    <a:pt x="56" y="13"/>
                  </a:lnTo>
                  <a:lnTo>
                    <a:pt x="56" y="55"/>
                  </a:lnTo>
                  <a:close/>
                  <a:moveTo>
                    <a:pt x="62" y="0"/>
                  </a:moveTo>
                  <a:lnTo>
                    <a:pt x="0" y="0"/>
                  </a:lnTo>
                  <a:lnTo>
                    <a:pt x="0" y="61"/>
                  </a:lnTo>
                  <a:lnTo>
                    <a:pt x="62" y="61"/>
                  </a:lnTo>
                  <a:lnTo>
                    <a:pt x="6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2" name="Pladsholder til sidefod 2"/>
          <p:cNvSpPr txBox="1">
            <a:spLocks/>
          </p:cNvSpPr>
          <p:nvPr/>
        </p:nvSpPr>
        <p:spPr>
          <a:xfrm>
            <a:off x="1351722" y="6356378"/>
            <a:ext cx="989842" cy="36618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marL="0" marR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1200">
                <a:solidFill>
                  <a:schemeClr val="bg1"/>
                </a:solidFill>
                <a:latin typeface="+mj-lt"/>
                <a:ea typeface="ＭＳ Ｐゴシック" charset="0"/>
                <a:cs typeface="ＭＳ Ｐゴシック" charset="0"/>
              </a:rPr>
              <a:t>© 2020</a:t>
            </a:r>
          </a:p>
        </p:txBody>
      </p:sp>
      <p:grpSp>
        <p:nvGrpSpPr>
          <p:cNvPr id="14" name="Gruppe 17">
            <a:extLst>
              <a:ext uri="{FF2B5EF4-FFF2-40B4-BE49-F238E27FC236}">
                <a16:creationId xmlns:a16="http://schemas.microsoft.com/office/drawing/2014/main" id="{5B65C2FB-C64A-416E-A544-E1D1CA062E3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43104" y="6422579"/>
            <a:ext cx="1176854" cy="202504"/>
            <a:chOff x="10056795" y="6368350"/>
            <a:chExt cx="1454739" cy="250316"/>
          </a:xfrm>
          <a:solidFill>
            <a:schemeClr val="bg1"/>
          </a:solidFill>
        </p:grpSpPr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9350DE3D-3FFD-4C44-B180-7CCDBECBA7A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368784" y="6371977"/>
              <a:ext cx="1142750" cy="246689"/>
            </a:xfrm>
            <a:custGeom>
              <a:avLst/>
              <a:gdLst>
                <a:gd name="T0" fmla="*/ 116 w 431"/>
                <a:gd name="T1" fmla="*/ 33 h 93"/>
                <a:gd name="T2" fmla="*/ 103 w 431"/>
                <a:gd name="T3" fmla="*/ 24 h 93"/>
                <a:gd name="T4" fmla="*/ 116 w 431"/>
                <a:gd name="T5" fmla="*/ 75 h 93"/>
                <a:gd name="T6" fmla="*/ 128 w 431"/>
                <a:gd name="T7" fmla="*/ 32 h 93"/>
                <a:gd name="T8" fmla="*/ 139 w 431"/>
                <a:gd name="T9" fmla="*/ 75 h 93"/>
                <a:gd name="T10" fmla="*/ 152 w 431"/>
                <a:gd name="T11" fmla="*/ 48 h 93"/>
                <a:gd name="T12" fmla="*/ 174 w 431"/>
                <a:gd name="T13" fmla="*/ 45 h 93"/>
                <a:gd name="T14" fmla="*/ 188 w 431"/>
                <a:gd name="T15" fmla="*/ 75 h 93"/>
                <a:gd name="T16" fmla="*/ 169 w 431"/>
                <a:gd name="T17" fmla="*/ 23 h 93"/>
                <a:gd name="T18" fmla="*/ 133 w 431"/>
                <a:gd name="T19" fmla="*/ 23 h 93"/>
                <a:gd name="T20" fmla="*/ 238 w 431"/>
                <a:gd name="T21" fmla="*/ 0 h 93"/>
                <a:gd name="T22" fmla="*/ 238 w 431"/>
                <a:gd name="T23" fmla="*/ 76 h 93"/>
                <a:gd name="T24" fmla="*/ 260 w 431"/>
                <a:gd name="T25" fmla="*/ 61 h 93"/>
                <a:gd name="T26" fmla="*/ 213 w 431"/>
                <a:gd name="T27" fmla="*/ 37 h 93"/>
                <a:gd name="T28" fmla="*/ 259 w 431"/>
                <a:gd name="T29" fmla="*/ 14 h 93"/>
                <a:gd name="T30" fmla="*/ 54 w 431"/>
                <a:gd name="T31" fmla="*/ 3 h 93"/>
                <a:gd name="T32" fmla="*/ 0 w 431"/>
                <a:gd name="T33" fmla="*/ 21 h 93"/>
                <a:gd name="T34" fmla="*/ 36 w 431"/>
                <a:gd name="T35" fmla="*/ 45 h 93"/>
                <a:gd name="T36" fmla="*/ 27 w 431"/>
                <a:gd name="T37" fmla="*/ 66 h 93"/>
                <a:gd name="T38" fmla="*/ 1 w 431"/>
                <a:gd name="T39" fmla="*/ 72 h 93"/>
                <a:gd name="T40" fmla="*/ 60 w 431"/>
                <a:gd name="T41" fmla="*/ 54 h 93"/>
                <a:gd name="T42" fmla="*/ 26 w 431"/>
                <a:gd name="T43" fmla="*/ 30 h 93"/>
                <a:gd name="T44" fmla="*/ 33 w 431"/>
                <a:gd name="T45" fmla="*/ 9 h 93"/>
                <a:gd name="T46" fmla="*/ 54 w 431"/>
                <a:gd name="T47" fmla="*/ 3 h 93"/>
                <a:gd name="T48" fmla="*/ 390 w 431"/>
                <a:gd name="T49" fmla="*/ 49 h 93"/>
                <a:gd name="T50" fmla="*/ 417 w 431"/>
                <a:gd name="T51" fmla="*/ 49 h 93"/>
                <a:gd name="T52" fmla="*/ 376 w 431"/>
                <a:gd name="T53" fmla="*/ 93 h 93"/>
                <a:gd name="T54" fmla="*/ 389 w 431"/>
                <a:gd name="T55" fmla="*/ 67 h 93"/>
                <a:gd name="T56" fmla="*/ 431 w 431"/>
                <a:gd name="T57" fmla="*/ 49 h 93"/>
                <a:gd name="T58" fmla="*/ 389 w 431"/>
                <a:gd name="T59" fmla="*/ 33 h 93"/>
                <a:gd name="T60" fmla="*/ 376 w 431"/>
                <a:gd name="T61" fmla="*/ 24 h 93"/>
                <a:gd name="T62" fmla="*/ 334 w 431"/>
                <a:gd name="T63" fmla="*/ 75 h 93"/>
                <a:gd name="T64" fmla="*/ 347 w 431"/>
                <a:gd name="T65" fmla="*/ 47 h 93"/>
                <a:gd name="T66" fmla="*/ 368 w 431"/>
                <a:gd name="T67" fmla="*/ 24 h 93"/>
                <a:gd name="T68" fmla="*/ 347 w 431"/>
                <a:gd name="T69" fmla="*/ 24 h 93"/>
                <a:gd name="T70" fmla="*/ 334 w 431"/>
                <a:gd name="T71" fmla="*/ 75 h 93"/>
                <a:gd name="T72" fmla="*/ 282 w 431"/>
                <a:gd name="T73" fmla="*/ 49 h 93"/>
                <a:gd name="T74" fmla="*/ 309 w 431"/>
                <a:gd name="T75" fmla="*/ 49 h 93"/>
                <a:gd name="T76" fmla="*/ 268 w 431"/>
                <a:gd name="T77" fmla="*/ 50 h 93"/>
                <a:gd name="T78" fmla="*/ 323 w 431"/>
                <a:gd name="T79" fmla="*/ 49 h 93"/>
                <a:gd name="T80" fmla="*/ 268 w 431"/>
                <a:gd name="T81" fmla="*/ 50 h 93"/>
                <a:gd name="T82" fmla="*/ 86 w 431"/>
                <a:gd name="T83" fmla="*/ 75 h 93"/>
                <a:gd name="T84" fmla="*/ 73 w 431"/>
                <a:gd name="T85" fmla="*/ 24 h 93"/>
                <a:gd name="T86" fmla="*/ 73 w 431"/>
                <a:gd name="T87" fmla="*/ 14 h 93"/>
                <a:gd name="T88" fmla="*/ 86 w 431"/>
                <a:gd name="T89" fmla="*/ 1 h 93"/>
                <a:gd name="T90" fmla="*/ 73 w 431"/>
                <a:gd name="T91" fmla="*/ 1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31" h="93">
                  <a:moveTo>
                    <a:pt x="133" y="23"/>
                  </a:moveTo>
                  <a:cubicBezTo>
                    <a:pt x="117" y="23"/>
                    <a:pt x="116" y="33"/>
                    <a:pt x="116" y="33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75"/>
                    <a:pt x="103" y="75"/>
                    <a:pt x="103" y="75"/>
                  </a:cubicBezTo>
                  <a:cubicBezTo>
                    <a:pt x="116" y="75"/>
                    <a:pt x="116" y="75"/>
                    <a:pt x="116" y="75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35"/>
                    <a:pt x="121" y="32"/>
                    <a:pt x="128" y="32"/>
                  </a:cubicBezTo>
                  <a:cubicBezTo>
                    <a:pt x="136" y="32"/>
                    <a:pt x="139" y="34"/>
                    <a:pt x="139" y="45"/>
                  </a:cubicBezTo>
                  <a:cubicBezTo>
                    <a:pt x="139" y="75"/>
                    <a:pt x="139" y="75"/>
                    <a:pt x="139" y="75"/>
                  </a:cubicBezTo>
                  <a:cubicBezTo>
                    <a:pt x="152" y="75"/>
                    <a:pt x="152" y="75"/>
                    <a:pt x="152" y="75"/>
                  </a:cubicBezTo>
                  <a:cubicBezTo>
                    <a:pt x="152" y="48"/>
                    <a:pt x="152" y="48"/>
                    <a:pt x="152" y="48"/>
                  </a:cubicBezTo>
                  <a:cubicBezTo>
                    <a:pt x="152" y="35"/>
                    <a:pt x="156" y="32"/>
                    <a:pt x="164" y="32"/>
                  </a:cubicBezTo>
                  <a:cubicBezTo>
                    <a:pt x="172" y="32"/>
                    <a:pt x="174" y="34"/>
                    <a:pt x="174" y="45"/>
                  </a:cubicBezTo>
                  <a:cubicBezTo>
                    <a:pt x="174" y="75"/>
                    <a:pt x="174" y="75"/>
                    <a:pt x="174" y="75"/>
                  </a:cubicBezTo>
                  <a:cubicBezTo>
                    <a:pt x="188" y="75"/>
                    <a:pt x="188" y="75"/>
                    <a:pt x="188" y="75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8" y="28"/>
                    <a:pt x="182" y="23"/>
                    <a:pt x="169" y="23"/>
                  </a:cubicBezTo>
                  <a:cubicBezTo>
                    <a:pt x="153" y="23"/>
                    <a:pt x="151" y="33"/>
                    <a:pt x="151" y="33"/>
                  </a:cubicBezTo>
                  <a:cubicBezTo>
                    <a:pt x="148" y="26"/>
                    <a:pt x="143" y="23"/>
                    <a:pt x="133" y="23"/>
                  </a:cubicBezTo>
                  <a:moveTo>
                    <a:pt x="259" y="4"/>
                  </a:moveTo>
                  <a:cubicBezTo>
                    <a:pt x="259" y="4"/>
                    <a:pt x="251" y="0"/>
                    <a:pt x="238" y="0"/>
                  </a:cubicBezTo>
                  <a:cubicBezTo>
                    <a:pt x="214" y="0"/>
                    <a:pt x="199" y="11"/>
                    <a:pt x="199" y="38"/>
                  </a:cubicBezTo>
                  <a:cubicBezTo>
                    <a:pt x="199" y="65"/>
                    <a:pt x="211" y="76"/>
                    <a:pt x="238" y="76"/>
                  </a:cubicBezTo>
                  <a:cubicBezTo>
                    <a:pt x="253" y="76"/>
                    <a:pt x="260" y="72"/>
                    <a:pt x="260" y="72"/>
                  </a:cubicBezTo>
                  <a:cubicBezTo>
                    <a:pt x="260" y="61"/>
                    <a:pt x="260" y="61"/>
                    <a:pt x="260" y="61"/>
                  </a:cubicBezTo>
                  <a:cubicBezTo>
                    <a:pt x="260" y="61"/>
                    <a:pt x="253" y="66"/>
                    <a:pt x="240" y="66"/>
                  </a:cubicBezTo>
                  <a:cubicBezTo>
                    <a:pt x="223" y="66"/>
                    <a:pt x="213" y="60"/>
                    <a:pt x="213" y="37"/>
                  </a:cubicBezTo>
                  <a:cubicBezTo>
                    <a:pt x="213" y="17"/>
                    <a:pt x="220" y="10"/>
                    <a:pt x="239" y="10"/>
                  </a:cubicBezTo>
                  <a:cubicBezTo>
                    <a:pt x="250" y="10"/>
                    <a:pt x="259" y="14"/>
                    <a:pt x="259" y="14"/>
                  </a:cubicBezTo>
                  <a:lnTo>
                    <a:pt x="259" y="4"/>
                  </a:lnTo>
                  <a:close/>
                  <a:moveTo>
                    <a:pt x="54" y="3"/>
                  </a:moveTo>
                  <a:cubicBezTo>
                    <a:pt x="54" y="3"/>
                    <a:pt x="45" y="0"/>
                    <a:pt x="34" y="0"/>
                  </a:cubicBezTo>
                  <a:cubicBezTo>
                    <a:pt x="15" y="0"/>
                    <a:pt x="0" y="5"/>
                    <a:pt x="0" y="21"/>
                  </a:cubicBezTo>
                  <a:cubicBezTo>
                    <a:pt x="0" y="34"/>
                    <a:pt x="8" y="38"/>
                    <a:pt x="21" y="41"/>
                  </a:cubicBezTo>
                  <a:cubicBezTo>
                    <a:pt x="36" y="45"/>
                    <a:pt x="36" y="45"/>
                    <a:pt x="36" y="45"/>
                  </a:cubicBezTo>
                  <a:cubicBezTo>
                    <a:pt x="43" y="46"/>
                    <a:pt x="46" y="48"/>
                    <a:pt x="46" y="55"/>
                  </a:cubicBezTo>
                  <a:cubicBezTo>
                    <a:pt x="46" y="66"/>
                    <a:pt x="38" y="66"/>
                    <a:pt x="27" y="66"/>
                  </a:cubicBezTo>
                  <a:cubicBezTo>
                    <a:pt x="13" y="66"/>
                    <a:pt x="1" y="62"/>
                    <a:pt x="1" y="62"/>
                  </a:cubicBezTo>
                  <a:cubicBezTo>
                    <a:pt x="1" y="72"/>
                    <a:pt x="1" y="72"/>
                    <a:pt x="1" y="72"/>
                  </a:cubicBezTo>
                  <a:cubicBezTo>
                    <a:pt x="1" y="72"/>
                    <a:pt x="12" y="76"/>
                    <a:pt x="25" y="76"/>
                  </a:cubicBezTo>
                  <a:cubicBezTo>
                    <a:pt x="44" y="76"/>
                    <a:pt x="60" y="72"/>
                    <a:pt x="60" y="54"/>
                  </a:cubicBezTo>
                  <a:cubicBezTo>
                    <a:pt x="60" y="41"/>
                    <a:pt x="53" y="36"/>
                    <a:pt x="40" y="33"/>
                  </a:cubicBezTo>
                  <a:cubicBezTo>
                    <a:pt x="26" y="30"/>
                    <a:pt x="26" y="30"/>
                    <a:pt x="26" y="30"/>
                  </a:cubicBezTo>
                  <a:cubicBezTo>
                    <a:pt x="18" y="28"/>
                    <a:pt x="14" y="26"/>
                    <a:pt x="14" y="19"/>
                  </a:cubicBezTo>
                  <a:cubicBezTo>
                    <a:pt x="14" y="10"/>
                    <a:pt x="23" y="9"/>
                    <a:pt x="33" y="9"/>
                  </a:cubicBezTo>
                  <a:cubicBezTo>
                    <a:pt x="46" y="9"/>
                    <a:pt x="54" y="13"/>
                    <a:pt x="54" y="13"/>
                  </a:cubicBezTo>
                  <a:lnTo>
                    <a:pt x="54" y="3"/>
                  </a:lnTo>
                  <a:close/>
                  <a:moveTo>
                    <a:pt x="403" y="68"/>
                  </a:moveTo>
                  <a:cubicBezTo>
                    <a:pt x="392" y="68"/>
                    <a:pt x="390" y="61"/>
                    <a:pt x="390" y="49"/>
                  </a:cubicBezTo>
                  <a:cubicBezTo>
                    <a:pt x="390" y="38"/>
                    <a:pt x="392" y="31"/>
                    <a:pt x="403" y="31"/>
                  </a:cubicBezTo>
                  <a:cubicBezTo>
                    <a:pt x="414" y="31"/>
                    <a:pt x="417" y="38"/>
                    <a:pt x="417" y="49"/>
                  </a:cubicBezTo>
                  <a:cubicBezTo>
                    <a:pt x="417" y="62"/>
                    <a:pt x="414" y="68"/>
                    <a:pt x="403" y="68"/>
                  </a:cubicBezTo>
                  <a:moveTo>
                    <a:pt x="376" y="93"/>
                  </a:moveTo>
                  <a:cubicBezTo>
                    <a:pt x="389" y="93"/>
                    <a:pt x="389" y="93"/>
                    <a:pt x="389" y="93"/>
                  </a:cubicBezTo>
                  <a:cubicBezTo>
                    <a:pt x="389" y="67"/>
                    <a:pt x="389" y="67"/>
                    <a:pt x="389" y="67"/>
                  </a:cubicBezTo>
                  <a:cubicBezTo>
                    <a:pt x="389" y="67"/>
                    <a:pt x="391" y="76"/>
                    <a:pt x="406" y="76"/>
                  </a:cubicBezTo>
                  <a:cubicBezTo>
                    <a:pt x="423" y="76"/>
                    <a:pt x="431" y="68"/>
                    <a:pt x="431" y="49"/>
                  </a:cubicBezTo>
                  <a:cubicBezTo>
                    <a:pt x="431" y="31"/>
                    <a:pt x="424" y="23"/>
                    <a:pt x="408" y="23"/>
                  </a:cubicBezTo>
                  <a:cubicBezTo>
                    <a:pt x="391" y="23"/>
                    <a:pt x="389" y="33"/>
                    <a:pt x="389" y="33"/>
                  </a:cubicBezTo>
                  <a:cubicBezTo>
                    <a:pt x="389" y="24"/>
                    <a:pt x="389" y="24"/>
                    <a:pt x="389" y="24"/>
                  </a:cubicBezTo>
                  <a:cubicBezTo>
                    <a:pt x="376" y="24"/>
                    <a:pt x="376" y="24"/>
                    <a:pt x="376" y="24"/>
                  </a:cubicBezTo>
                  <a:lnTo>
                    <a:pt x="376" y="93"/>
                  </a:lnTo>
                  <a:close/>
                  <a:moveTo>
                    <a:pt x="334" y="75"/>
                  </a:moveTo>
                  <a:cubicBezTo>
                    <a:pt x="347" y="75"/>
                    <a:pt x="347" y="75"/>
                    <a:pt x="347" y="75"/>
                  </a:cubicBezTo>
                  <a:cubicBezTo>
                    <a:pt x="347" y="47"/>
                    <a:pt x="347" y="47"/>
                    <a:pt x="347" y="47"/>
                  </a:cubicBezTo>
                  <a:cubicBezTo>
                    <a:pt x="347" y="37"/>
                    <a:pt x="351" y="36"/>
                    <a:pt x="368" y="36"/>
                  </a:cubicBezTo>
                  <a:cubicBezTo>
                    <a:pt x="368" y="24"/>
                    <a:pt x="368" y="24"/>
                    <a:pt x="368" y="24"/>
                  </a:cubicBezTo>
                  <a:cubicBezTo>
                    <a:pt x="355" y="24"/>
                    <a:pt x="349" y="28"/>
                    <a:pt x="347" y="37"/>
                  </a:cubicBezTo>
                  <a:cubicBezTo>
                    <a:pt x="347" y="24"/>
                    <a:pt x="347" y="24"/>
                    <a:pt x="347" y="24"/>
                  </a:cubicBezTo>
                  <a:cubicBezTo>
                    <a:pt x="334" y="24"/>
                    <a:pt x="334" y="24"/>
                    <a:pt x="334" y="24"/>
                  </a:cubicBezTo>
                  <a:lnTo>
                    <a:pt x="334" y="75"/>
                  </a:lnTo>
                  <a:close/>
                  <a:moveTo>
                    <a:pt x="296" y="68"/>
                  </a:moveTo>
                  <a:cubicBezTo>
                    <a:pt x="284" y="68"/>
                    <a:pt x="282" y="63"/>
                    <a:pt x="282" y="49"/>
                  </a:cubicBezTo>
                  <a:cubicBezTo>
                    <a:pt x="282" y="36"/>
                    <a:pt x="284" y="30"/>
                    <a:pt x="295" y="30"/>
                  </a:cubicBezTo>
                  <a:cubicBezTo>
                    <a:pt x="307" y="30"/>
                    <a:pt x="309" y="36"/>
                    <a:pt x="309" y="49"/>
                  </a:cubicBezTo>
                  <a:cubicBezTo>
                    <a:pt x="309" y="62"/>
                    <a:pt x="307" y="68"/>
                    <a:pt x="296" y="68"/>
                  </a:cubicBezTo>
                  <a:moveTo>
                    <a:pt x="268" y="50"/>
                  </a:moveTo>
                  <a:cubicBezTo>
                    <a:pt x="268" y="70"/>
                    <a:pt x="278" y="76"/>
                    <a:pt x="295" y="76"/>
                  </a:cubicBezTo>
                  <a:cubicBezTo>
                    <a:pt x="312" y="76"/>
                    <a:pt x="323" y="70"/>
                    <a:pt x="323" y="49"/>
                  </a:cubicBezTo>
                  <a:cubicBezTo>
                    <a:pt x="323" y="29"/>
                    <a:pt x="312" y="23"/>
                    <a:pt x="295" y="23"/>
                  </a:cubicBezTo>
                  <a:cubicBezTo>
                    <a:pt x="278" y="23"/>
                    <a:pt x="268" y="29"/>
                    <a:pt x="268" y="50"/>
                  </a:cubicBezTo>
                  <a:moveTo>
                    <a:pt x="73" y="75"/>
                  </a:moveTo>
                  <a:cubicBezTo>
                    <a:pt x="86" y="75"/>
                    <a:pt x="86" y="75"/>
                    <a:pt x="86" y="75"/>
                  </a:cubicBezTo>
                  <a:cubicBezTo>
                    <a:pt x="86" y="24"/>
                    <a:pt x="86" y="24"/>
                    <a:pt x="86" y="24"/>
                  </a:cubicBezTo>
                  <a:cubicBezTo>
                    <a:pt x="73" y="24"/>
                    <a:pt x="73" y="24"/>
                    <a:pt x="73" y="24"/>
                  </a:cubicBezTo>
                  <a:lnTo>
                    <a:pt x="73" y="75"/>
                  </a:lnTo>
                  <a:close/>
                  <a:moveTo>
                    <a:pt x="73" y="14"/>
                  </a:moveTo>
                  <a:cubicBezTo>
                    <a:pt x="86" y="14"/>
                    <a:pt x="86" y="14"/>
                    <a:pt x="86" y="14"/>
                  </a:cubicBezTo>
                  <a:cubicBezTo>
                    <a:pt x="86" y="1"/>
                    <a:pt x="86" y="1"/>
                    <a:pt x="86" y="1"/>
                  </a:cubicBezTo>
                  <a:cubicBezTo>
                    <a:pt x="73" y="1"/>
                    <a:pt x="73" y="1"/>
                    <a:pt x="73" y="1"/>
                  </a:cubicBezTo>
                  <a:lnTo>
                    <a:pt x="73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9485DF1B-405D-44C5-81BE-132713E2308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42048" y="6453602"/>
              <a:ext cx="59859" cy="61672"/>
            </a:xfrm>
            <a:custGeom>
              <a:avLst/>
              <a:gdLst>
                <a:gd name="T0" fmla="*/ 26 w 33"/>
                <a:gd name="T1" fmla="*/ 26 h 34"/>
                <a:gd name="T2" fmla="*/ 13 w 33"/>
                <a:gd name="T3" fmla="*/ 26 h 34"/>
                <a:gd name="T4" fmla="*/ 13 w 33"/>
                <a:gd name="T5" fmla="*/ 13 h 34"/>
                <a:gd name="T6" fmla="*/ 26 w 33"/>
                <a:gd name="T7" fmla="*/ 13 h 34"/>
                <a:gd name="T8" fmla="*/ 26 w 33"/>
                <a:gd name="T9" fmla="*/ 26 h 34"/>
                <a:gd name="T10" fmla="*/ 33 w 33"/>
                <a:gd name="T11" fmla="*/ 0 h 34"/>
                <a:gd name="T12" fmla="*/ 0 w 33"/>
                <a:gd name="T13" fmla="*/ 0 h 34"/>
                <a:gd name="T14" fmla="*/ 0 w 33"/>
                <a:gd name="T15" fmla="*/ 34 h 34"/>
                <a:gd name="T16" fmla="*/ 33 w 33"/>
                <a:gd name="T17" fmla="*/ 34 h 34"/>
                <a:gd name="T18" fmla="*/ 33 w 33"/>
                <a:gd name="T19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3" h="34">
                  <a:moveTo>
                    <a:pt x="26" y="26"/>
                  </a:moveTo>
                  <a:lnTo>
                    <a:pt x="13" y="26"/>
                  </a:lnTo>
                  <a:lnTo>
                    <a:pt x="13" y="13"/>
                  </a:lnTo>
                  <a:lnTo>
                    <a:pt x="26" y="13"/>
                  </a:lnTo>
                  <a:lnTo>
                    <a:pt x="26" y="26"/>
                  </a:lnTo>
                  <a:close/>
                  <a:moveTo>
                    <a:pt x="33" y="0"/>
                  </a:moveTo>
                  <a:lnTo>
                    <a:pt x="0" y="0"/>
                  </a:lnTo>
                  <a:lnTo>
                    <a:pt x="0" y="34"/>
                  </a:lnTo>
                  <a:lnTo>
                    <a:pt x="33" y="34"/>
                  </a:lnTo>
                  <a:lnTo>
                    <a:pt x="3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8FDB1239-FD97-4AC2-9955-6FEF5FDD2FB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078561" y="6390116"/>
              <a:ext cx="163250" cy="165063"/>
            </a:xfrm>
            <a:custGeom>
              <a:avLst/>
              <a:gdLst>
                <a:gd name="T0" fmla="*/ 83 w 90"/>
                <a:gd name="T1" fmla="*/ 83 h 91"/>
                <a:gd name="T2" fmla="*/ 13 w 90"/>
                <a:gd name="T3" fmla="*/ 83 h 91"/>
                <a:gd name="T4" fmla="*/ 13 w 90"/>
                <a:gd name="T5" fmla="*/ 13 h 91"/>
                <a:gd name="T6" fmla="*/ 83 w 90"/>
                <a:gd name="T7" fmla="*/ 13 h 91"/>
                <a:gd name="T8" fmla="*/ 83 w 90"/>
                <a:gd name="T9" fmla="*/ 83 h 91"/>
                <a:gd name="T10" fmla="*/ 90 w 90"/>
                <a:gd name="T11" fmla="*/ 0 h 91"/>
                <a:gd name="T12" fmla="*/ 0 w 90"/>
                <a:gd name="T13" fmla="*/ 0 h 91"/>
                <a:gd name="T14" fmla="*/ 0 w 90"/>
                <a:gd name="T15" fmla="*/ 91 h 91"/>
                <a:gd name="T16" fmla="*/ 90 w 90"/>
                <a:gd name="T17" fmla="*/ 91 h 91"/>
                <a:gd name="T18" fmla="*/ 90 w 90"/>
                <a:gd name="T1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0" h="91">
                  <a:moveTo>
                    <a:pt x="83" y="83"/>
                  </a:moveTo>
                  <a:lnTo>
                    <a:pt x="13" y="83"/>
                  </a:lnTo>
                  <a:lnTo>
                    <a:pt x="13" y="13"/>
                  </a:lnTo>
                  <a:lnTo>
                    <a:pt x="83" y="13"/>
                  </a:lnTo>
                  <a:lnTo>
                    <a:pt x="83" y="83"/>
                  </a:lnTo>
                  <a:close/>
                  <a:moveTo>
                    <a:pt x="90" y="0"/>
                  </a:moveTo>
                  <a:lnTo>
                    <a:pt x="0" y="0"/>
                  </a:lnTo>
                  <a:lnTo>
                    <a:pt x="0" y="91"/>
                  </a:lnTo>
                  <a:lnTo>
                    <a:pt x="90" y="91"/>
                  </a:lnTo>
                  <a:lnTo>
                    <a:pt x="9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7304657C-BF6E-4DCB-9E4C-FE42063D56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056795" y="6368350"/>
              <a:ext cx="206783" cy="204969"/>
            </a:xfrm>
            <a:custGeom>
              <a:avLst/>
              <a:gdLst>
                <a:gd name="T0" fmla="*/ 107 w 114"/>
                <a:gd name="T1" fmla="*/ 107 h 113"/>
                <a:gd name="T2" fmla="*/ 7 w 114"/>
                <a:gd name="T3" fmla="*/ 107 h 113"/>
                <a:gd name="T4" fmla="*/ 7 w 114"/>
                <a:gd name="T5" fmla="*/ 8 h 113"/>
                <a:gd name="T6" fmla="*/ 107 w 114"/>
                <a:gd name="T7" fmla="*/ 8 h 113"/>
                <a:gd name="T8" fmla="*/ 107 w 114"/>
                <a:gd name="T9" fmla="*/ 107 h 113"/>
                <a:gd name="T10" fmla="*/ 0 w 114"/>
                <a:gd name="T11" fmla="*/ 113 h 113"/>
                <a:gd name="T12" fmla="*/ 114 w 114"/>
                <a:gd name="T13" fmla="*/ 113 h 113"/>
                <a:gd name="T14" fmla="*/ 114 w 114"/>
                <a:gd name="T15" fmla="*/ 0 h 113"/>
                <a:gd name="T16" fmla="*/ 0 w 114"/>
                <a:gd name="T17" fmla="*/ 0 h 113"/>
                <a:gd name="T18" fmla="*/ 0 w 114"/>
                <a:gd name="T19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4" h="113">
                  <a:moveTo>
                    <a:pt x="107" y="107"/>
                  </a:moveTo>
                  <a:lnTo>
                    <a:pt x="7" y="107"/>
                  </a:lnTo>
                  <a:lnTo>
                    <a:pt x="7" y="8"/>
                  </a:lnTo>
                  <a:lnTo>
                    <a:pt x="107" y="8"/>
                  </a:lnTo>
                  <a:lnTo>
                    <a:pt x="107" y="107"/>
                  </a:lnTo>
                  <a:close/>
                  <a:moveTo>
                    <a:pt x="0" y="113"/>
                  </a:moveTo>
                  <a:lnTo>
                    <a:pt x="114" y="113"/>
                  </a:lnTo>
                  <a:lnTo>
                    <a:pt x="114" y="0"/>
                  </a:lnTo>
                  <a:lnTo>
                    <a:pt x="0" y="0"/>
                  </a:lnTo>
                  <a:lnTo>
                    <a:pt x="0" y="1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DBFAD521-90C6-407D-80CC-C74A656504C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09398" y="6422766"/>
              <a:ext cx="112461" cy="110647"/>
            </a:xfrm>
            <a:custGeom>
              <a:avLst/>
              <a:gdLst>
                <a:gd name="T0" fmla="*/ 56 w 62"/>
                <a:gd name="T1" fmla="*/ 55 h 61"/>
                <a:gd name="T2" fmla="*/ 14 w 62"/>
                <a:gd name="T3" fmla="*/ 55 h 61"/>
                <a:gd name="T4" fmla="*/ 14 w 62"/>
                <a:gd name="T5" fmla="*/ 13 h 61"/>
                <a:gd name="T6" fmla="*/ 56 w 62"/>
                <a:gd name="T7" fmla="*/ 13 h 61"/>
                <a:gd name="T8" fmla="*/ 56 w 62"/>
                <a:gd name="T9" fmla="*/ 55 h 61"/>
                <a:gd name="T10" fmla="*/ 62 w 62"/>
                <a:gd name="T11" fmla="*/ 0 h 61"/>
                <a:gd name="T12" fmla="*/ 0 w 62"/>
                <a:gd name="T13" fmla="*/ 0 h 61"/>
                <a:gd name="T14" fmla="*/ 0 w 62"/>
                <a:gd name="T15" fmla="*/ 61 h 61"/>
                <a:gd name="T16" fmla="*/ 62 w 62"/>
                <a:gd name="T17" fmla="*/ 61 h 61"/>
                <a:gd name="T18" fmla="*/ 62 w 62"/>
                <a:gd name="T19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" h="61">
                  <a:moveTo>
                    <a:pt x="56" y="55"/>
                  </a:moveTo>
                  <a:lnTo>
                    <a:pt x="14" y="55"/>
                  </a:lnTo>
                  <a:lnTo>
                    <a:pt x="14" y="13"/>
                  </a:lnTo>
                  <a:lnTo>
                    <a:pt x="56" y="13"/>
                  </a:lnTo>
                  <a:lnTo>
                    <a:pt x="56" y="55"/>
                  </a:lnTo>
                  <a:close/>
                  <a:moveTo>
                    <a:pt x="62" y="0"/>
                  </a:moveTo>
                  <a:lnTo>
                    <a:pt x="0" y="0"/>
                  </a:lnTo>
                  <a:lnTo>
                    <a:pt x="0" y="61"/>
                  </a:lnTo>
                  <a:lnTo>
                    <a:pt x="62" y="61"/>
                  </a:lnTo>
                  <a:lnTo>
                    <a:pt x="6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" name="AutoShape 3">
            <a:extLst>
              <a:ext uri="{FF2B5EF4-FFF2-40B4-BE49-F238E27FC236}">
                <a16:creationId xmlns:a16="http://schemas.microsoft.com/office/drawing/2014/main" id="{65966524-C3F9-4AD3-B55F-77BA40EB62CC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0" y="-7938"/>
            <a:ext cx="12192000" cy="686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851CB496-BD21-4DBA-B3AC-775C28CBBD25}"/>
              </a:ext>
            </a:extLst>
          </p:cNvPr>
          <p:cNvSpPr>
            <a:spLocks/>
          </p:cNvSpPr>
          <p:nvPr userDrawn="1"/>
        </p:nvSpPr>
        <p:spPr bwMode="auto">
          <a:xfrm>
            <a:off x="1963738" y="2016125"/>
            <a:ext cx="5568950" cy="4841875"/>
          </a:xfrm>
          <a:custGeom>
            <a:avLst/>
            <a:gdLst>
              <a:gd name="T0" fmla="*/ 0 w 3508"/>
              <a:gd name="T1" fmla="*/ 0 h 3050"/>
              <a:gd name="T2" fmla="*/ 0 w 3508"/>
              <a:gd name="T3" fmla="*/ 3050 h 3050"/>
              <a:gd name="T4" fmla="*/ 1737 w 3508"/>
              <a:gd name="T5" fmla="*/ 3050 h 3050"/>
              <a:gd name="T6" fmla="*/ 3508 w 3508"/>
              <a:gd name="T7" fmla="*/ 2027 h 3050"/>
              <a:gd name="T8" fmla="*/ 0 w 3508"/>
              <a:gd name="T9" fmla="*/ 0 h 3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508" h="3050">
                <a:moveTo>
                  <a:pt x="0" y="0"/>
                </a:moveTo>
                <a:lnTo>
                  <a:pt x="0" y="3050"/>
                </a:lnTo>
                <a:lnTo>
                  <a:pt x="1737" y="3050"/>
                </a:lnTo>
                <a:lnTo>
                  <a:pt x="3508" y="2027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14E05328-3C2D-4C56-85FA-674612E8C327}"/>
              </a:ext>
            </a:extLst>
          </p:cNvPr>
          <p:cNvSpPr>
            <a:spLocks/>
          </p:cNvSpPr>
          <p:nvPr userDrawn="1"/>
        </p:nvSpPr>
        <p:spPr bwMode="auto">
          <a:xfrm>
            <a:off x="0" y="-6350"/>
            <a:ext cx="5462588" cy="2022475"/>
          </a:xfrm>
          <a:custGeom>
            <a:avLst/>
            <a:gdLst>
              <a:gd name="T0" fmla="*/ 3441 w 3441"/>
              <a:gd name="T1" fmla="*/ 0 h 1274"/>
              <a:gd name="T2" fmla="*/ 0 w 3441"/>
              <a:gd name="T3" fmla="*/ 0 h 1274"/>
              <a:gd name="T4" fmla="*/ 0 w 3441"/>
              <a:gd name="T5" fmla="*/ 559 h 1274"/>
              <a:gd name="T6" fmla="*/ 1237 w 3441"/>
              <a:gd name="T7" fmla="*/ 1274 h 1274"/>
              <a:gd name="T8" fmla="*/ 3441 w 3441"/>
              <a:gd name="T9" fmla="*/ 0 h 12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41" h="1274">
                <a:moveTo>
                  <a:pt x="3441" y="0"/>
                </a:moveTo>
                <a:lnTo>
                  <a:pt x="0" y="0"/>
                </a:lnTo>
                <a:lnTo>
                  <a:pt x="0" y="559"/>
                </a:lnTo>
                <a:lnTo>
                  <a:pt x="1237" y="1274"/>
                </a:lnTo>
                <a:lnTo>
                  <a:pt x="3441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0">
            <a:extLst>
              <a:ext uri="{FF2B5EF4-FFF2-40B4-BE49-F238E27FC236}">
                <a16:creationId xmlns:a16="http://schemas.microsoft.com/office/drawing/2014/main" id="{97BEF2CF-4C6E-40BF-84FE-4C13D0C8EC9C}"/>
              </a:ext>
            </a:extLst>
          </p:cNvPr>
          <p:cNvSpPr>
            <a:spLocks/>
          </p:cNvSpPr>
          <p:nvPr userDrawn="1"/>
        </p:nvSpPr>
        <p:spPr bwMode="auto">
          <a:xfrm>
            <a:off x="9601200" y="-6350"/>
            <a:ext cx="2590800" cy="1497013"/>
          </a:xfrm>
          <a:custGeom>
            <a:avLst/>
            <a:gdLst>
              <a:gd name="T0" fmla="*/ 1632 w 1632"/>
              <a:gd name="T1" fmla="*/ 0 h 943"/>
              <a:gd name="T2" fmla="*/ 0 w 1632"/>
              <a:gd name="T3" fmla="*/ 0 h 943"/>
              <a:gd name="T4" fmla="*/ 1632 w 1632"/>
              <a:gd name="T5" fmla="*/ 943 h 943"/>
              <a:gd name="T6" fmla="*/ 1632 w 1632"/>
              <a:gd name="T7" fmla="*/ 0 h 9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32" h="943">
                <a:moveTo>
                  <a:pt x="1632" y="0"/>
                </a:moveTo>
                <a:lnTo>
                  <a:pt x="0" y="0"/>
                </a:lnTo>
                <a:lnTo>
                  <a:pt x="1632" y="943"/>
                </a:lnTo>
                <a:lnTo>
                  <a:pt x="163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Freeform 12">
            <a:extLst>
              <a:ext uri="{FF2B5EF4-FFF2-40B4-BE49-F238E27FC236}">
                <a16:creationId xmlns:a16="http://schemas.microsoft.com/office/drawing/2014/main" id="{DBA3D357-F5F3-4D43-8D52-26B75E2384D6}"/>
              </a:ext>
            </a:extLst>
          </p:cNvPr>
          <p:cNvSpPr>
            <a:spLocks/>
          </p:cNvSpPr>
          <p:nvPr userDrawn="1"/>
        </p:nvSpPr>
        <p:spPr bwMode="auto">
          <a:xfrm>
            <a:off x="1963738" y="-6350"/>
            <a:ext cx="10228263" cy="6864350"/>
          </a:xfrm>
          <a:custGeom>
            <a:avLst/>
            <a:gdLst>
              <a:gd name="T0" fmla="*/ 0 w 6443"/>
              <a:gd name="T1" fmla="*/ 1274 h 4324"/>
              <a:gd name="T2" fmla="*/ 3508 w 6443"/>
              <a:gd name="T3" fmla="*/ 3301 h 4324"/>
              <a:gd name="T4" fmla="*/ 5278 w 6443"/>
              <a:gd name="T5" fmla="*/ 4324 h 4324"/>
              <a:gd name="T6" fmla="*/ 6443 w 6443"/>
              <a:gd name="T7" fmla="*/ 4324 h 4324"/>
              <a:gd name="T8" fmla="*/ 6443 w 6443"/>
              <a:gd name="T9" fmla="*/ 943 h 4324"/>
              <a:gd name="T10" fmla="*/ 4811 w 6443"/>
              <a:gd name="T11" fmla="*/ 0 h 4324"/>
              <a:gd name="T12" fmla="*/ 2204 w 6443"/>
              <a:gd name="T13" fmla="*/ 0 h 4324"/>
              <a:gd name="T14" fmla="*/ 0 w 6443"/>
              <a:gd name="T15" fmla="*/ 1274 h 43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443" h="4324">
                <a:moveTo>
                  <a:pt x="0" y="1274"/>
                </a:moveTo>
                <a:lnTo>
                  <a:pt x="3508" y="3301"/>
                </a:lnTo>
                <a:lnTo>
                  <a:pt x="5278" y="4324"/>
                </a:lnTo>
                <a:lnTo>
                  <a:pt x="6443" y="4324"/>
                </a:lnTo>
                <a:lnTo>
                  <a:pt x="6443" y="943"/>
                </a:lnTo>
                <a:lnTo>
                  <a:pt x="4811" y="0"/>
                </a:lnTo>
                <a:lnTo>
                  <a:pt x="2204" y="0"/>
                </a:lnTo>
                <a:lnTo>
                  <a:pt x="0" y="1274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" name="Freeform 13">
            <a:extLst>
              <a:ext uri="{FF2B5EF4-FFF2-40B4-BE49-F238E27FC236}">
                <a16:creationId xmlns:a16="http://schemas.microsoft.com/office/drawing/2014/main" id="{3B2C9699-472D-40B9-B0BC-7257ADD495D6}"/>
              </a:ext>
            </a:extLst>
          </p:cNvPr>
          <p:cNvSpPr>
            <a:spLocks/>
          </p:cNvSpPr>
          <p:nvPr userDrawn="1"/>
        </p:nvSpPr>
        <p:spPr bwMode="auto">
          <a:xfrm>
            <a:off x="1963738" y="2016125"/>
            <a:ext cx="5568950" cy="3217863"/>
          </a:xfrm>
          <a:custGeom>
            <a:avLst/>
            <a:gdLst>
              <a:gd name="T0" fmla="*/ 0 w 3508"/>
              <a:gd name="T1" fmla="*/ 0 h 2027"/>
              <a:gd name="T2" fmla="*/ 3508 w 3508"/>
              <a:gd name="T3" fmla="*/ 2027 h 2027"/>
              <a:gd name="T4" fmla="*/ 3508 w 3508"/>
              <a:gd name="T5" fmla="*/ 2027 h 2027"/>
              <a:gd name="T6" fmla="*/ 3508 w 3508"/>
              <a:gd name="T7" fmla="*/ 2027 h 2027"/>
              <a:gd name="T8" fmla="*/ 3508 w 3508"/>
              <a:gd name="T9" fmla="*/ 2027 h 2027"/>
              <a:gd name="T10" fmla="*/ 3508 w 3508"/>
              <a:gd name="T11" fmla="*/ 2027 h 2027"/>
              <a:gd name="T12" fmla="*/ 3508 w 3508"/>
              <a:gd name="T13" fmla="*/ 2027 h 2027"/>
              <a:gd name="T14" fmla="*/ 3508 w 3508"/>
              <a:gd name="T15" fmla="*/ 2027 h 2027"/>
              <a:gd name="T16" fmla="*/ 3508 w 3508"/>
              <a:gd name="T17" fmla="*/ 2027 h 2027"/>
              <a:gd name="T18" fmla="*/ 0 w 3508"/>
              <a:gd name="T19" fmla="*/ 0 h 20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508" h="2027">
                <a:moveTo>
                  <a:pt x="0" y="0"/>
                </a:move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0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" name="Freeform 14">
            <a:extLst>
              <a:ext uri="{FF2B5EF4-FFF2-40B4-BE49-F238E27FC236}">
                <a16:creationId xmlns:a16="http://schemas.microsoft.com/office/drawing/2014/main" id="{22D4561F-EFDE-4FEB-80DD-E01607FF6C86}"/>
              </a:ext>
            </a:extLst>
          </p:cNvPr>
          <p:cNvSpPr>
            <a:spLocks/>
          </p:cNvSpPr>
          <p:nvPr userDrawn="1"/>
        </p:nvSpPr>
        <p:spPr bwMode="auto">
          <a:xfrm>
            <a:off x="1963738" y="2016125"/>
            <a:ext cx="5568950" cy="3217863"/>
          </a:xfrm>
          <a:custGeom>
            <a:avLst/>
            <a:gdLst>
              <a:gd name="T0" fmla="*/ 0 w 3508"/>
              <a:gd name="T1" fmla="*/ 0 h 2027"/>
              <a:gd name="T2" fmla="*/ 3508 w 3508"/>
              <a:gd name="T3" fmla="*/ 2027 h 2027"/>
              <a:gd name="T4" fmla="*/ 3508 w 3508"/>
              <a:gd name="T5" fmla="*/ 2027 h 2027"/>
              <a:gd name="T6" fmla="*/ 3508 w 3508"/>
              <a:gd name="T7" fmla="*/ 2027 h 2027"/>
              <a:gd name="T8" fmla="*/ 3508 w 3508"/>
              <a:gd name="T9" fmla="*/ 2027 h 2027"/>
              <a:gd name="T10" fmla="*/ 3508 w 3508"/>
              <a:gd name="T11" fmla="*/ 2027 h 2027"/>
              <a:gd name="T12" fmla="*/ 3508 w 3508"/>
              <a:gd name="T13" fmla="*/ 2027 h 2027"/>
              <a:gd name="T14" fmla="*/ 3508 w 3508"/>
              <a:gd name="T15" fmla="*/ 2027 h 2027"/>
              <a:gd name="T16" fmla="*/ 3508 w 3508"/>
              <a:gd name="T17" fmla="*/ 2027 h 2027"/>
              <a:gd name="T18" fmla="*/ 0 w 3508"/>
              <a:gd name="T19" fmla="*/ 0 h 20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508" h="2027">
                <a:moveTo>
                  <a:pt x="0" y="0"/>
                </a:move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" name="Freeform 15">
            <a:extLst>
              <a:ext uri="{FF2B5EF4-FFF2-40B4-BE49-F238E27FC236}">
                <a16:creationId xmlns:a16="http://schemas.microsoft.com/office/drawing/2014/main" id="{6208C78A-0A60-4E16-8004-30C5FACA304D}"/>
              </a:ext>
            </a:extLst>
          </p:cNvPr>
          <p:cNvSpPr>
            <a:spLocks/>
          </p:cNvSpPr>
          <p:nvPr userDrawn="1"/>
        </p:nvSpPr>
        <p:spPr bwMode="auto">
          <a:xfrm>
            <a:off x="9601200" y="-6350"/>
            <a:ext cx="2590800" cy="1497013"/>
          </a:xfrm>
          <a:custGeom>
            <a:avLst/>
            <a:gdLst>
              <a:gd name="T0" fmla="*/ 0 w 1632"/>
              <a:gd name="T1" fmla="*/ 0 h 943"/>
              <a:gd name="T2" fmla="*/ 0 w 1632"/>
              <a:gd name="T3" fmla="*/ 0 h 943"/>
              <a:gd name="T4" fmla="*/ 1632 w 1632"/>
              <a:gd name="T5" fmla="*/ 943 h 943"/>
              <a:gd name="T6" fmla="*/ 0 w 1632"/>
              <a:gd name="T7" fmla="*/ 0 h 9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32" h="943">
                <a:moveTo>
                  <a:pt x="0" y="0"/>
                </a:moveTo>
                <a:lnTo>
                  <a:pt x="0" y="0"/>
                </a:lnTo>
                <a:lnTo>
                  <a:pt x="1632" y="943"/>
                </a:lnTo>
                <a:lnTo>
                  <a:pt x="0" y="0"/>
                </a:lnTo>
                <a:close/>
              </a:path>
            </a:pathLst>
          </a:custGeom>
          <a:solidFill>
            <a:srgbClr val="E4E4E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" name="Freeform 16">
            <a:extLst>
              <a:ext uri="{FF2B5EF4-FFF2-40B4-BE49-F238E27FC236}">
                <a16:creationId xmlns:a16="http://schemas.microsoft.com/office/drawing/2014/main" id="{A9812D5D-0F61-4020-B467-A07A5AB71F43}"/>
              </a:ext>
            </a:extLst>
          </p:cNvPr>
          <p:cNvSpPr>
            <a:spLocks/>
          </p:cNvSpPr>
          <p:nvPr userDrawn="1"/>
        </p:nvSpPr>
        <p:spPr bwMode="auto">
          <a:xfrm>
            <a:off x="9601200" y="-6350"/>
            <a:ext cx="2590800" cy="1497013"/>
          </a:xfrm>
          <a:custGeom>
            <a:avLst/>
            <a:gdLst>
              <a:gd name="T0" fmla="*/ 0 w 1632"/>
              <a:gd name="T1" fmla="*/ 0 h 943"/>
              <a:gd name="T2" fmla="*/ 0 w 1632"/>
              <a:gd name="T3" fmla="*/ 0 h 943"/>
              <a:gd name="T4" fmla="*/ 1632 w 1632"/>
              <a:gd name="T5" fmla="*/ 943 h 943"/>
              <a:gd name="T6" fmla="*/ 0 w 1632"/>
              <a:gd name="T7" fmla="*/ 0 h 9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32" h="943">
                <a:moveTo>
                  <a:pt x="0" y="0"/>
                </a:moveTo>
                <a:lnTo>
                  <a:pt x="0" y="0"/>
                </a:lnTo>
                <a:lnTo>
                  <a:pt x="1632" y="943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" name="Freeform 17">
            <a:extLst>
              <a:ext uri="{FF2B5EF4-FFF2-40B4-BE49-F238E27FC236}">
                <a16:creationId xmlns:a16="http://schemas.microsoft.com/office/drawing/2014/main" id="{9B743E3B-CFE7-4EE2-AD87-5A0428BF71F1}"/>
              </a:ext>
            </a:extLst>
          </p:cNvPr>
          <p:cNvSpPr>
            <a:spLocks/>
          </p:cNvSpPr>
          <p:nvPr userDrawn="1"/>
        </p:nvSpPr>
        <p:spPr bwMode="auto">
          <a:xfrm>
            <a:off x="9601200" y="-6350"/>
            <a:ext cx="2590800" cy="1497013"/>
          </a:xfrm>
          <a:custGeom>
            <a:avLst/>
            <a:gdLst>
              <a:gd name="T0" fmla="*/ 0 w 1632"/>
              <a:gd name="T1" fmla="*/ 0 h 943"/>
              <a:gd name="T2" fmla="*/ 0 w 1632"/>
              <a:gd name="T3" fmla="*/ 0 h 943"/>
              <a:gd name="T4" fmla="*/ 1632 w 1632"/>
              <a:gd name="T5" fmla="*/ 943 h 943"/>
              <a:gd name="T6" fmla="*/ 0 w 1632"/>
              <a:gd name="T7" fmla="*/ 0 h 9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32" h="943">
                <a:moveTo>
                  <a:pt x="0" y="0"/>
                </a:moveTo>
                <a:lnTo>
                  <a:pt x="0" y="0"/>
                </a:lnTo>
                <a:lnTo>
                  <a:pt x="1632" y="943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" name="Freeform 18">
            <a:extLst>
              <a:ext uri="{FF2B5EF4-FFF2-40B4-BE49-F238E27FC236}">
                <a16:creationId xmlns:a16="http://schemas.microsoft.com/office/drawing/2014/main" id="{71919039-660A-4B9D-9B0F-47A476ECC109}"/>
              </a:ext>
            </a:extLst>
          </p:cNvPr>
          <p:cNvSpPr>
            <a:spLocks/>
          </p:cNvSpPr>
          <p:nvPr userDrawn="1"/>
        </p:nvSpPr>
        <p:spPr bwMode="auto">
          <a:xfrm>
            <a:off x="9601200" y="-6350"/>
            <a:ext cx="2590800" cy="1497013"/>
          </a:xfrm>
          <a:custGeom>
            <a:avLst/>
            <a:gdLst>
              <a:gd name="T0" fmla="*/ 0 w 1632"/>
              <a:gd name="T1" fmla="*/ 0 h 943"/>
              <a:gd name="T2" fmla="*/ 0 w 1632"/>
              <a:gd name="T3" fmla="*/ 0 h 943"/>
              <a:gd name="T4" fmla="*/ 1632 w 1632"/>
              <a:gd name="T5" fmla="*/ 943 h 943"/>
              <a:gd name="T6" fmla="*/ 0 w 1632"/>
              <a:gd name="T7" fmla="*/ 0 h 9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32" h="943">
                <a:moveTo>
                  <a:pt x="0" y="0"/>
                </a:moveTo>
                <a:lnTo>
                  <a:pt x="0" y="0"/>
                </a:lnTo>
                <a:lnTo>
                  <a:pt x="1632" y="943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" name="Freeform 21">
            <a:extLst>
              <a:ext uri="{FF2B5EF4-FFF2-40B4-BE49-F238E27FC236}">
                <a16:creationId xmlns:a16="http://schemas.microsoft.com/office/drawing/2014/main" id="{50BE09BF-0C71-41C5-9989-74D87D2DBE85}"/>
              </a:ext>
            </a:extLst>
          </p:cNvPr>
          <p:cNvSpPr>
            <a:spLocks/>
          </p:cNvSpPr>
          <p:nvPr userDrawn="1"/>
        </p:nvSpPr>
        <p:spPr bwMode="auto">
          <a:xfrm>
            <a:off x="4721225" y="5233987"/>
            <a:ext cx="5621338" cy="1624013"/>
          </a:xfrm>
          <a:custGeom>
            <a:avLst/>
            <a:gdLst>
              <a:gd name="T0" fmla="*/ 1771 w 3541"/>
              <a:gd name="T1" fmla="*/ 0 h 1023"/>
              <a:gd name="T2" fmla="*/ 0 w 3541"/>
              <a:gd name="T3" fmla="*/ 1023 h 1023"/>
              <a:gd name="T4" fmla="*/ 3541 w 3541"/>
              <a:gd name="T5" fmla="*/ 1023 h 1023"/>
              <a:gd name="T6" fmla="*/ 1771 w 3541"/>
              <a:gd name="T7" fmla="*/ 0 h 10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541" h="1023">
                <a:moveTo>
                  <a:pt x="1771" y="0"/>
                </a:moveTo>
                <a:lnTo>
                  <a:pt x="0" y="1023"/>
                </a:lnTo>
                <a:lnTo>
                  <a:pt x="3541" y="1023"/>
                </a:lnTo>
                <a:lnTo>
                  <a:pt x="1771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" name="Freeform 22">
            <a:extLst>
              <a:ext uri="{FF2B5EF4-FFF2-40B4-BE49-F238E27FC236}">
                <a16:creationId xmlns:a16="http://schemas.microsoft.com/office/drawing/2014/main" id="{2C1E1CE7-3982-4AB6-9082-82835851AFA6}"/>
              </a:ext>
            </a:extLst>
          </p:cNvPr>
          <p:cNvSpPr>
            <a:spLocks/>
          </p:cNvSpPr>
          <p:nvPr userDrawn="1"/>
        </p:nvSpPr>
        <p:spPr bwMode="auto">
          <a:xfrm>
            <a:off x="4721225" y="5233987"/>
            <a:ext cx="2811463" cy="1624013"/>
          </a:xfrm>
          <a:custGeom>
            <a:avLst/>
            <a:gdLst>
              <a:gd name="T0" fmla="*/ 1771 w 1771"/>
              <a:gd name="T1" fmla="*/ 0 h 1023"/>
              <a:gd name="T2" fmla="*/ 0 w 1771"/>
              <a:gd name="T3" fmla="*/ 1023 h 1023"/>
              <a:gd name="T4" fmla="*/ 0 w 1771"/>
              <a:gd name="T5" fmla="*/ 1023 h 1023"/>
              <a:gd name="T6" fmla="*/ 1771 w 1771"/>
              <a:gd name="T7" fmla="*/ 0 h 10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771" h="1023">
                <a:moveTo>
                  <a:pt x="1771" y="0"/>
                </a:moveTo>
                <a:lnTo>
                  <a:pt x="0" y="1023"/>
                </a:lnTo>
                <a:lnTo>
                  <a:pt x="0" y="1023"/>
                </a:lnTo>
                <a:lnTo>
                  <a:pt x="1771" y="0"/>
                </a:lnTo>
                <a:close/>
              </a:path>
            </a:pathLst>
          </a:custGeom>
          <a:solidFill>
            <a:srgbClr val="D2D2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0" name="Freeform 23">
            <a:extLst>
              <a:ext uri="{FF2B5EF4-FFF2-40B4-BE49-F238E27FC236}">
                <a16:creationId xmlns:a16="http://schemas.microsoft.com/office/drawing/2014/main" id="{277D336D-2AB1-48CA-86AA-0552F6A6E763}"/>
              </a:ext>
            </a:extLst>
          </p:cNvPr>
          <p:cNvSpPr>
            <a:spLocks/>
          </p:cNvSpPr>
          <p:nvPr userDrawn="1"/>
        </p:nvSpPr>
        <p:spPr bwMode="auto">
          <a:xfrm>
            <a:off x="4721225" y="5233987"/>
            <a:ext cx="2811463" cy="1624013"/>
          </a:xfrm>
          <a:custGeom>
            <a:avLst/>
            <a:gdLst>
              <a:gd name="T0" fmla="*/ 1771 w 1771"/>
              <a:gd name="T1" fmla="*/ 0 h 1023"/>
              <a:gd name="T2" fmla="*/ 0 w 1771"/>
              <a:gd name="T3" fmla="*/ 1023 h 1023"/>
              <a:gd name="T4" fmla="*/ 0 w 1771"/>
              <a:gd name="T5" fmla="*/ 1023 h 1023"/>
              <a:gd name="T6" fmla="*/ 1771 w 1771"/>
              <a:gd name="T7" fmla="*/ 0 h 10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771" h="1023">
                <a:moveTo>
                  <a:pt x="1771" y="0"/>
                </a:moveTo>
                <a:lnTo>
                  <a:pt x="0" y="1023"/>
                </a:lnTo>
                <a:lnTo>
                  <a:pt x="0" y="1023"/>
                </a:lnTo>
                <a:lnTo>
                  <a:pt x="1771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" name="Freeform 24">
            <a:extLst>
              <a:ext uri="{FF2B5EF4-FFF2-40B4-BE49-F238E27FC236}">
                <a16:creationId xmlns:a16="http://schemas.microsoft.com/office/drawing/2014/main" id="{EDAD5260-CE3B-4B3A-93DC-55B702B00643}"/>
              </a:ext>
            </a:extLst>
          </p:cNvPr>
          <p:cNvSpPr>
            <a:spLocks/>
          </p:cNvSpPr>
          <p:nvPr userDrawn="1"/>
        </p:nvSpPr>
        <p:spPr bwMode="auto">
          <a:xfrm>
            <a:off x="7532688" y="5233987"/>
            <a:ext cx="2809875" cy="1624013"/>
          </a:xfrm>
          <a:custGeom>
            <a:avLst/>
            <a:gdLst>
              <a:gd name="T0" fmla="*/ 0 w 1770"/>
              <a:gd name="T1" fmla="*/ 0 h 1023"/>
              <a:gd name="T2" fmla="*/ 0 w 1770"/>
              <a:gd name="T3" fmla="*/ 0 h 1023"/>
              <a:gd name="T4" fmla="*/ 1770 w 1770"/>
              <a:gd name="T5" fmla="*/ 1023 h 1023"/>
              <a:gd name="T6" fmla="*/ 1770 w 1770"/>
              <a:gd name="T7" fmla="*/ 1023 h 1023"/>
              <a:gd name="T8" fmla="*/ 0 w 1770"/>
              <a:gd name="T9" fmla="*/ 0 h 10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70" h="1023">
                <a:moveTo>
                  <a:pt x="0" y="0"/>
                </a:moveTo>
                <a:lnTo>
                  <a:pt x="0" y="0"/>
                </a:lnTo>
                <a:lnTo>
                  <a:pt x="1770" y="1023"/>
                </a:lnTo>
                <a:lnTo>
                  <a:pt x="1770" y="1023"/>
                </a:lnTo>
                <a:lnTo>
                  <a:pt x="0" y="0"/>
                </a:lnTo>
                <a:close/>
              </a:path>
            </a:pathLst>
          </a:custGeom>
          <a:solidFill>
            <a:srgbClr val="DCDCD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" name="Freeform 25">
            <a:extLst>
              <a:ext uri="{FF2B5EF4-FFF2-40B4-BE49-F238E27FC236}">
                <a16:creationId xmlns:a16="http://schemas.microsoft.com/office/drawing/2014/main" id="{B211343B-293B-4285-80C9-6DE1679890F8}"/>
              </a:ext>
            </a:extLst>
          </p:cNvPr>
          <p:cNvSpPr>
            <a:spLocks/>
          </p:cNvSpPr>
          <p:nvPr userDrawn="1"/>
        </p:nvSpPr>
        <p:spPr bwMode="auto">
          <a:xfrm>
            <a:off x="7532688" y="5233987"/>
            <a:ext cx="2809875" cy="1624013"/>
          </a:xfrm>
          <a:custGeom>
            <a:avLst/>
            <a:gdLst>
              <a:gd name="T0" fmla="*/ 0 w 1770"/>
              <a:gd name="T1" fmla="*/ 0 h 1023"/>
              <a:gd name="T2" fmla="*/ 0 w 1770"/>
              <a:gd name="T3" fmla="*/ 0 h 1023"/>
              <a:gd name="T4" fmla="*/ 1770 w 1770"/>
              <a:gd name="T5" fmla="*/ 1023 h 1023"/>
              <a:gd name="T6" fmla="*/ 1770 w 1770"/>
              <a:gd name="T7" fmla="*/ 1023 h 1023"/>
              <a:gd name="T8" fmla="*/ 0 w 1770"/>
              <a:gd name="T9" fmla="*/ 0 h 10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70" h="1023">
                <a:moveTo>
                  <a:pt x="0" y="0"/>
                </a:moveTo>
                <a:lnTo>
                  <a:pt x="0" y="0"/>
                </a:lnTo>
                <a:lnTo>
                  <a:pt x="1770" y="1023"/>
                </a:lnTo>
                <a:lnTo>
                  <a:pt x="1770" y="1023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" name="Freeform 26">
            <a:extLst>
              <a:ext uri="{FF2B5EF4-FFF2-40B4-BE49-F238E27FC236}">
                <a16:creationId xmlns:a16="http://schemas.microsoft.com/office/drawing/2014/main" id="{BC5C5C0C-0FC6-43DF-A5C8-17EE4E05FDD6}"/>
              </a:ext>
            </a:extLst>
          </p:cNvPr>
          <p:cNvSpPr>
            <a:spLocks/>
          </p:cNvSpPr>
          <p:nvPr userDrawn="1"/>
        </p:nvSpPr>
        <p:spPr bwMode="auto">
          <a:xfrm>
            <a:off x="7532688" y="5233987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B5B5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" name="Freeform 27">
            <a:extLst>
              <a:ext uri="{FF2B5EF4-FFF2-40B4-BE49-F238E27FC236}">
                <a16:creationId xmlns:a16="http://schemas.microsoft.com/office/drawing/2014/main" id="{B5C362F9-2D85-47D8-A0BD-3A889F6E0914}"/>
              </a:ext>
            </a:extLst>
          </p:cNvPr>
          <p:cNvSpPr>
            <a:spLocks/>
          </p:cNvSpPr>
          <p:nvPr userDrawn="1"/>
        </p:nvSpPr>
        <p:spPr bwMode="auto">
          <a:xfrm>
            <a:off x="7532688" y="5233987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Line 28">
            <a:extLst>
              <a:ext uri="{FF2B5EF4-FFF2-40B4-BE49-F238E27FC236}">
                <a16:creationId xmlns:a16="http://schemas.microsoft.com/office/drawing/2014/main" id="{631EC517-5415-4B7D-A2EB-4A9F146E918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532688" y="5233987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" name="Line 29">
            <a:extLst>
              <a:ext uri="{FF2B5EF4-FFF2-40B4-BE49-F238E27FC236}">
                <a16:creationId xmlns:a16="http://schemas.microsoft.com/office/drawing/2014/main" id="{936D8EFB-5B56-45FE-B374-FC32CCFE4AB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532688" y="5233987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" name="Freeform 30">
            <a:extLst>
              <a:ext uri="{FF2B5EF4-FFF2-40B4-BE49-F238E27FC236}">
                <a16:creationId xmlns:a16="http://schemas.microsoft.com/office/drawing/2014/main" id="{51D3BABA-2154-446C-B57E-AA2B4D7C7ADB}"/>
              </a:ext>
            </a:extLst>
          </p:cNvPr>
          <p:cNvSpPr>
            <a:spLocks/>
          </p:cNvSpPr>
          <p:nvPr userDrawn="1"/>
        </p:nvSpPr>
        <p:spPr bwMode="auto">
          <a:xfrm>
            <a:off x="7532688" y="5233987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BEBEB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" name="Freeform 31">
            <a:extLst>
              <a:ext uri="{FF2B5EF4-FFF2-40B4-BE49-F238E27FC236}">
                <a16:creationId xmlns:a16="http://schemas.microsoft.com/office/drawing/2014/main" id="{21F91B4E-F1CE-4F42-A5C6-4664DDC3114B}"/>
              </a:ext>
            </a:extLst>
          </p:cNvPr>
          <p:cNvSpPr>
            <a:spLocks/>
          </p:cNvSpPr>
          <p:nvPr userDrawn="1"/>
        </p:nvSpPr>
        <p:spPr bwMode="auto">
          <a:xfrm>
            <a:off x="7532688" y="5233987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" name="Line 32">
            <a:extLst>
              <a:ext uri="{FF2B5EF4-FFF2-40B4-BE49-F238E27FC236}">
                <a16:creationId xmlns:a16="http://schemas.microsoft.com/office/drawing/2014/main" id="{72808925-0863-43CB-9D48-6443F968C436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532688" y="5233987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0" name="Line 33">
            <a:extLst>
              <a:ext uri="{FF2B5EF4-FFF2-40B4-BE49-F238E27FC236}">
                <a16:creationId xmlns:a16="http://schemas.microsoft.com/office/drawing/2014/main" id="{8D783D5C-0818-4003-A378-B44EA7327EE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532688" y="5233987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1" name="Freeform 34">
            <a:extLst>
              <a:ext uri="{FF2B5EF4-FFF2-40B4-BE49-F238E27FC236}">
                <a16:creationId xmlns:a16="http://schemas.microsoft.com/office/drawing/2014/main" id="{CB5EA980-AAC8-4678-B806-4B35AD6A9BC8}"/>
              </a:ext>
            </a:extLst>
          </p:cNvPr>
          <p:cNvSpPr>
            <a:spLocks/>
          </p:cNvSpPr>
          <p:nvPr userDrawn="1"/>
        </p:nvSpPr>
        <p:spPr bwMode="auto">
          <a:xfrm>
            <a:off x="7532688" y="5233987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C1C1C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Freeform 35">
            <a:extLst>
              <a:ext uri="{FF2B5EF4-FFF2-40B4-BE49-F238E27FC236}">
                <a16:creationId xmlns:a16="http://schemas.microsoft.com/office/drawing/2014/main" id="{61DE02E4-CE75-4107-B78F-DC52DB499B96}"/>
              </a:ext>
            </a:extLst>
          </p:cNvPr>
          <p:cNvSpPr>
            <a:spLocks/>
          </p:cNvSpPr>
          <p:nvPr userDrawn="1"/>
        </p:nvSpPr>
        <p:spPr bwMode="auto">
          <a:xfrm>
            <a:off x="7532688" y="5233987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Line 36">
            <a:extLst>
              <a:ext uri="{FF2B5EF4-FFF2-40B4-BE49-F238E27FC236}">
                <a16:creationId xmlns:a16="http://schemas.microsoft.com/office/drawing/2014/main" id="{62A7C76B-C053-4849-9F66-9F6E847E77F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532688" y="5233987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4" name="Line 37">
            <a:extLst>
              <a:ext uri="{FF2B5EF4-FFF2-40B4-BE49-F238E27FC236}">
                <a16:creationId xmlns:a16="http://schemas.microsoft.com/office/drawing/2014/main" id="{5E4A7D05-1D09-4623-A661-1F8A39ABCED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532688" y="5233987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341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0_Breaker slide - light gra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54">
            <a:extLst>
              <a:ext uri="{FF2B5EF4-FFF2-40B4-BE49-F238E27FC236}">
                <a16:creationId xmlns:a16="http://schemas.microsoft.com/office/drawing/2014/main" id="{71F047AA-2753-4C31-937B-F7C2A6F5BB41}"/>
              </a:ext>
            </a:extLst>
          </p:cNvPr>
          <p:cNvGrpSpPr/>
          <p:nvPr userDrawn="1"/>
        </p:nvGrpSpPr>
        <p:grpSpPr>
          <a:xfrm>
            <a:off x="-9183" y="3278"/>
            <a:ext cx="12192001" cy="6864350"/>
            <a:chOff x="0" y="-6350"/>
            <a:chExt cx="12192001" cy="6864350"/>
          </a:xfrm>
        </p:grpSpPr>
        <p:sp>
          <p:nvSpPr>
            <p:cNvPr id="56" name="Freeform 5">
              <a:extLst>
                <a:ext uri="{FF2B5EF4-FFF2-40B4-BE49-F238E27FC236}">
                  <a16:creationId xmlns:a16="http://schemas.microsoft.com/office/drawing/2014/main" id="{2668ACD1-E923-41A7-8C8B-CFDB0E5C5C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3738" y="2016125"/>
              <a:ext cx="5568950" cy="4841875"/>
            </a:xfrm>
            <a:custGeom>
              <a:avLst/>
              <a:gdLst>
                <a:gd name="T0" fmla="*/ 0 w 3508"/>
                <a:gd name="T1" fmla="*/ 0 h 3050"/>
                <a:gd name="T2" fmla="*/ 0 w 3508"/>
                <a:gd name="T3" fmla="*/ 3050 h 3050"/>
                <a:gd name="T4" fmla="*/ 1737 w 3508"/>
                <a:gd name="T5" fmla="*/ 3050 h 3050"/>
                <a:gd name="T6" fmla="*/ 3508 w 3508"/>
                <a:gd name="T7" fmla="*/ 2027 h 3050"/>
                <a:gd name="T8" fmla="*/ 0 w 3508"/>
                <a:gd name="T9" fmla="*/ 0 h 30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08" h="3050">
                  <a:moveTo>
                    <a:pt x="0" y="0"/>
                  </a:moveTo>
                  <a:lnTo>
                    <a:pt x="0" y="3050"/>
                  </a:lnTo>
                  <a:lnTo>
                    <a:pt x="1737" y="3050"/>
                  </a:lnTo>
                  <a:lnTo>
                    <a:pt x="3508" y="20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7">
              <a:extLst>
                <a:ext uri="{FF2B5EF4-FFF2-40B4-BE49-F238E27FC236}">
                  <a16:creationId xmlns:a16="http://schemas.microsoft.com/office/drawing/2014/main" id="{E350CCF4-74B9-4CBF-8D46-5E5574C3CB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-6350"/>
              <a:ext cx="5462588" cy="2022475"/>
            </a:xfrm>
            <a:custGeom>
              <a:avLst/>
              <a:gdLst>
                <a:gd name="T0" fmla="*/ 3441 w 3441"/>
                <a:gd name="T1" fmla="*/ 0 h 1274"/>
                <a:gd name="T2" fmla="*/ 0 w 3441"/>
                <a:gd name="T3" fmla="*/ 0 h 1274"/>
                <a:gd name="T4" fmla="*/ 0 w 3441"/>
                <a:gd name="T5" fmla="*/ 559 h 1274"/>
                <a:gd name="T6" fmla="*/ 1237 w 3441"/>
                <a:gd name="T7" fmla="*/ 1274 h 1274"/>
                <a:gd name="T8" fmla="*/ 3441 w 3441"/>
                <a:gd name="T9" fmla="*/ 0 h 1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41" h="1274">
                  <a:moveTo>
                    <a:pt x="3441" y="0"/>
                  </a:moveTo>
                  <a:lnTo>
                    <a:pt x="0" y="0"/>
                  </a:lnTo>
                  <a:lnTo>
                    <a:pt x="0" y="559"/>
                  </a:lnTo>
                  <a:lnTo>
                    <a:pt x="1237" y="1274"/>
                  </a:lnTo>
                  <a:lnTo>
                    <a:pt x="3441" y="0"/>
                  </a:lnTo>
                  <a:close/>
                </a:path>
              </a:pathLst>
            </a:custGeom>
            <a:solidFill>
              <a:srgbClr val="000000">
                <a:alpha val="7843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9">
              <a:extLst>
                <a:ext uri="{FF2B5EF4-FFF2-40B4-BE49-F238E27FC236}">
                  <a16:creationId xmlns:a16="http://schemas.microsoft.com/office/drawing/2014/main" id="{D13B5093-B5A9-48FA-9028-4E92FCB3E5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1200" y="-6350"/>
              <a:ext cx="2590800" cy="1497013"/>
            </a:xfrm>
            <a:custGeom>
              <a:avLst/>
              <a:gdLst>
                <a:gd name="T0" fmla="*/ 1632 w 1632"/>
                <a:gd name="T1" fmla="*/ 0 h 943"/>
                <a:gd name="T2" fmla="*/ 0 w 1632"/>
                <a:gd name="T3" fmla="*/ 0 h 943"/>
                <a:gd name="T4" fmla="*/ 1632 w 1632"/>
                <a:gd name="T5" fmla="*/ 943 h 943"/>
                <a:gd name="T6" fmla="*/ 1632 w 1632"/>
                <a:gd name="T7" fmla="*/ 0 h 9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32" h="943">
                  <a:moveTo>
                    <a:pt x="1632" y="0"/>
                  </a:moveTo>
                  <a:lnTo>
                    <a:pt x="0" y="0"/>
                  </a:lnTo>
                  <a:lnTo>
                    <a:pt x="1632" y="943"/>
                  </a:lnTo>
                  <a:lnTo>
                    <a:pt x="1632" y="0"/>
                  </a:lnTo>
                  <a:close/>
                </a:path>
              </a:pathLst>
            </a:custGeom>
            <a:solidFill>
              <a:srgbClr val="000000">
                <a:alpha val="7843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11">
              <a:extLst>
                <a:ext uri="{FF2B5EF4-FFF2-40B4-BE49-F238E27FC236}">
                  <a16:creationId xmlns:a16="http://schemas.microsoft.com/office/drawing/2014/main" id="{C758AF99-AC06-4C66-8C13-45D5863BFC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3738" y="-6350"/>
              <a:ext cx="10228263" cy="6864350"/>
            </a:xfrm>
            <a:custGeom>
              <a:avLst/>
              <a:gdLst>
                <a:gd name="T0" fmla="*/ 0 w 6443"/>
                <a:gd name="T1" fmla="*/ 1274 h 4324"/>
                <a:gd name="T2" fmla="*/ 3508 w 6443"/>
                <a:gd name="T3" fmla="*/ 3301 h 4324"/>
                <a:gd name="T4" fmla="*/ 5278 w 6443"/>
                <a:gd name="T5" fmla="*/ 4324 h 4324"/>
                <a:gd name="T6" fmla="*/ 6443 w 6443"/>
                <a:gd name="T7" fmla="*/ 4324 h 4324"/>
                <a:gd name="T8" fmla="*/ 6443 w 6443"/>
                <a:gd name="T9" fmla="*/ 943 h 4324"/>
                <a:gd name="T10" fmla="*/ 4811 w 6443"/>
                <a:gd name="T11" fmla="*/ 0 h 4324"/>
                <a:gd name="T12" fmla="*/ 2204 w 6443"/>
                <a:gd name="T13" fmla="*/ 0 h 4324"/>
                <a:gd name="T14" fmla="*/ 0 w 6443"/>
                <a:gd name="T15" fmla="*/ 1274 h 4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443" h="4324">
                  <a:moveTo>
                    <a:pt x="0" y="1274"/>
                  </a:moveTo>
                  <a:lnTo>
                    <a:pt x="3508" y="3301"/>
                  </a:lnTo>
                  <a:lnTo>
                    <a:pt x="5278" y="4324"/>
                  </a:lnTo>
                  <a:lnTo>
                    <a:pt x="6443" y="4324"/>
                  </a:lnTo>
                  <a:lnTo>
                    <a:pt x="6443" y="943"/>
                  </a:lnTo>
                  <a:lnTo>
                    <a:pt x="4811" y="0"/>
                  </a:lnTo>
                  <a:lnTo>
                    <a:pt x="2204" y="0"/>
                  </a:lnTo>
                  <a:lnTo>
                    <a:pt x="0" y="1274"/>
                  </a:lnTo>
                  <a:close/>
                </a:path>
              </a:pathLst>
            </a:custGeom>
            <a:solidFill>
              <a:srgbClr val="000000">
                <a:alpha val="16078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19">
              <a:extLst>
                <a:ext uri="{FF2B5EF4-FFF2-40B4-BE49-F238E27FC236}">
                  <a16:creationId xmlns:a16="http://schemas.microsoft.com/office/drawing/2014/main" id="{E64CFA6F-205E-40A3-B173-4C4787D966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881062"/>
              <a:ext cx="1963738" cy="5976938"/>
            </a:xfrm>
            <a:custGeom>
              <a:avLst/>
              <a:gdLst>
                <a:gd name="T0" fmla="*/ 0 w 1237"/>
                <a:gd name="T1" fmla="*/ 0 h 3765"/>
                <a:gd name="T2" fmla="*/ 0 w 1237"/>
                <a:gd name="T3" fmla="*/ 3765 h 3765"/>
                <a:gd name="T4" fmla="*/ 1237 w 1237"/>
                <a:gd name="T5" fmla="*/ 3765 h 3765"/>
                <a:gd name="T6" fmla="*/ 1237 w 1237"/>
                <a:gd name="T7" fmla="*/ 715 h 3765"/>
                <a:gd name="T8" fmla="*/ 0 w 1237"/>
                <a:gd name="T9" fmla="*/ 0 h 37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7" h="3765">
                  <a:moveTo>
                    <a:pt x="0" y="0"/>
                  </a:moveTo>
                  <a:lnTo>
                    <a:pt x="0" y="3765"/>
                  </a:lnTo>
                  <a:lnTo>
                    <a:pt x="1237" y="3765"/>
                  </a:lnTo>
                  <a:lnTo>
                    <a:pt x="1237" y="7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2157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0">
              <a:extLst>
                <a:ext uri="{FF2B5EF4-FFF2-40B4-BE49-F238E27FC236}">
                  <a16:creationId xmlns:a16="http://schemas.microsoft.com/office/drawing/2014/main" id="{ADF27179-F614-4A89-BA2E-398375AA66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21225" y="5233987"/>
              <a:ext cx="5621338" cy="1624013"/>
            </a:xfrm>
            <a:custGeom>
              <a:avLst/>
              <a:gdLst>
                <a:gd name="T0" fmla="*/ 1771 w 3541"/>
                <a:gd name="T1" fmla="*/ 0 h 1023"/>
                <a:gd name="T2" fmla="*/ 0 w 3541"/>
                <a:gd name="T3" fmla="*/ 1023 h 1023"/>
                <a:gd name="T4" fmla="*/ 3541 w 3541"/>
                <a:gd name="T5" fmla="*/ 1023 h 1023"/>
                <a:gd name="T6" fmla="*/ 1771 w 3541"/>
                <a:gd name="T7" fmla="*/ 0 h 1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41" h="1023">
                  <a:moveTo>
                    <a:pt x="1771" y="0"/>
                  </a:moveTo>
                  <a:lnTo>
                    <a:pt x="0" y="1023"/>
                  </a:lnTo>
                  <a:lnTo>
                    <a:pt x="3541" y="1023"/>
                  </a:lnTo>
                  <a:lnTo>
                    <a:pt x="1771" y="0"/>
                  </a:lnTo>
                  <a:close/>
                </a:path>
              </a:pathLst>
            </a:custGeom>
            <a:solidFill>
              <a:srgbClr val="000000">
                <a:alpha val="10196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1" name="Text Placeholder 19"/>
          <p:cNvSpPr>
            <a:spLocks noGrp="1"/>
          </p:cNvSpPr>
          <p:nvPr>
            <p:ph type="body" sz="quarter" idx="11" hasCustomPrompt="1"/>
          </p:nvPr>
        </p:nvSpPr>
        <p:spPr>
          <a:xfrm>
            <a:off x="672000" y="2385395"/>
            <a:ext cx="10848487" cy="3012105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4800"/>
              </a:lnSpc>
              <a:buNone/>
              <a:defRPr sz="4800" b="0" cap="all" spc="107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da-DK"/>
              <a:t>INSERT BREAKER TITLE HERE</a:t>
            </a:r>
            <a:endParaRPr lang="en-US"/>
          </a:p>
        </p:txBody>
      </p:sp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6BA917-7F09-4B8D-AF07-F52890C14046}" type="slidenum">
              <a:rPr lang="da-DK" smtClean="0"/>
              <a:pPr/>
              <a:t>‹#›</a:t>
            </a:fld>
            <a:endParaRPr lang="da-DK"/>
          </a:p>
        </p:txBody>
      </p:sp>
      <p:grpSp>
        <p:nvGrpSpPr>
          <p:cNvPr id="18" name="Gruppe 17"/>
          <p:cNvGrpSpPr>
            <a:grpSpLocks noChangeAspect="1"/>
          </p:cNvGrpSpPr>
          <p:nvPr/>
        </p:nvGrpSpPr>
        <p:grpSpPr>
          <a:xfrm>
            <a:off x="10343104" y="6422579"/>
            <a:ext cx="1176854" cy="202504"/>
            <a:chOff x="10056795" y="6368350"/>
            <a:chExt cx="1454739" cy="250316"/>
          </a:xfrm>
          <a:solidFill>
            <a:schemeClr val="tx1"/>
          </a:solidFill>
        </p:grpSpPr>
        <p:sp>
          <p:nvSpPr>
            <p:cNvPr id="19" name="Freeform 7"/>
            <p:cNvSpPr>
              <a:spLocks noEditPoints="1"/>
            </p:cNvSpPr>
            <p:nvPr userDrawn="1"/>
          </p:nvSpPr>
          <p:spPr bwMode="auto">
            <a:xfrm>
              <a:off x="10368784" y="6371977"/>
              <a:ext cx="1142750" cy="246689"/>
            </a:xfrm>
            <a:custGeom>
              <a:avLst/>
              <a:gdLst>
                <a:gd name="T0" fmla="*/ 116 w 431"/>
                <a:gd name="T1" fmla="*/ 33 h 93"/>
                <a:gd name="T2" fmla="*/ 103 w 431"/>
                <a:gd name="T3" fmla="*/ 24 h 93"/>
                <a:gd name="T4" fmla="*/ 116 w 431"/>
                <a:gd name="T5" fmla="*/ 75 h 93"/>
                <a:gd name="T6" fmla="*/ 128 w 431"/>
                <a:gd name="T7" fmla="*/ 32 h 93"/>
                <a:gd name="T8" fmla="*/ 139 w 431"/>
                <a:gd name="T9" fmla="*/ 75 h 93"/>
                <a:gd name="T10" fmla="*/ 152 w 431"/>
                <a:gd name="T11" fmla="*/ 48 h 93"/>
                <a:gd name="T12" fmla="*/ 174 w 431"/>
                <a:gd name="T13" fmla="*/ 45 h 93"/>
                <a:gd name="T14" fmla="*/ 188 w 431"/>
                <a:gd name="T15" fmla="*/ 75 h 93"/>
                <a:gd name="T16" fmla="*/ 169 w 431"/>
                <a:gd name="T17" fmla="*/ 23 h 93"/>
                <a:gd name="T18" fmla="*/ 133 w 431"/>
                <a:gd name="T19" fmla="*/ 23 h 93"/>
                <a:gd name="T20" fmla="*/ 238 w 431"/>
                <a:gd name="T21" fmla="*/ 0 h 93"/>
                <a:gd name="T22" fmla="*/ 238 w 431"/>
                <a:gd name="T23" fmla="*/ 76 h 93"/>
                <a:gd name="T24" fmla="*/ 260 w 431"/>
                <a:gd name="T25" fmla="*/ 61 h 93"/>
                <a:gd name="T26" fmla="*/ 213 w 431"/>
                <a:gd name="T27" fmla="*/ 37 h 93"/>
                <a:gd name="T28" fmla="*/ 259 w 431"/>
                <a:gd name="T29" fmla="*/ 14 h 93"/>
                <a:gd name="T30" fmla="*/ 54 w 431"/>
                <a:gd name="T31" fmla="*/ 3 h 93"/>
                <a:gd name="T32" fmla="*/ 0 w 431"/>
                <a:gd name="T33" fmla="*/ 21 h 93"/>
                <a:gd name="T34" fmla="*/ 36 w 431"/>
                <a:gd name="T35" fmla="*/ 45 h 93"/>
                <a:gd name="T36" fmla="*/ 27 w 431"/>
                <a:gd name="T37" fmla="*/ 66 h 93"/>
                <a:gd name="T38" fmla="*/ 1 w 431"/>
                <a:gd name="T39" fmla="*/ 72 h 93"/>
                <a:gd name="T40" fmla="*/ 60 w 431"/>
                <a:gd name="T41" fmla="*/ 54 h 93"/>
                <a:gd name="T42" fmla="*/ 26 w 431"/>
                <a:gd name="T43" fmla="*/ 30 h 93"/>
                <a:gd name="T44" fmla="*/ 33 w 431"/>
                <a:gd name="T45" fmla="*/ 9 h 93"/>
                <a:gd name="T46" fmla="*/ 54 w 431"/>
                <a:gd name="T47" fmla="*/ 3 h 93"/>
                <a:gd name="T48" fmla="*/ 390 w 431"/>
                <a:gd name="T49" fmla="*/ 49 h 93"/>
                <a:gd name="T50" fmla="*/ 417 w 431"/>
                <a:gd name="T51" fmla="*/ 49 h 93"/>
                <a:gd name="T52" fmla="*/ 376 w 431"/>
                <a:gd name="T53" fmla="*/ 93 h 93"/>
                <a:gd name="T54" fmla="*/ 389 w 431"/>
                <a:gd name="T55" fmla="*/ 67 h 93"/>
                <a:gd name="T56" fmla="*/ 431 w 431"/>
                <a:gd name="T57" fmla="*/ 49 h 93"/>
                <a:gd name="T58" fmla="*/ 389 w 431"/>
                <a:gd name="T59" fmla="*/ 33 h 93"/>
                <a:gd name="T60" fmla="*/ 376 w 431"/>
                <a:gd name="T61" fmla="*/ 24 h 93"/>
                <a:gd name="T62" fmla="*/ 334 w 431"/>
                <a:gd name="T63" fmla="*/ 75 h 93"/>
                <a:gd name="T64" fmla="*/ 347 w 431"/>
                <a:gd name="T65" fmla="*/ 47 h 93"/>
                <a:gd name="T66" fmla="*/ 368 w 431"/>
                <a:gd name="T67" fmla="*/ 24 h 93"/>
                <a:gd name="T68" fmla="*/ 347 w 431"/>
                <a:gd name="T69" fmla="*/ 24 h 93"/>
                <a:gd name="T70" fmla="*/ 334 w 431"/>
                <a:gd name="T71" fmla="*/ 75 h 93"/>
                <a:gd name="T72" fmla="*/ 282 w 431"/>
                <a:gd name="T73" fmla="*/ 49 h 93"/>
                <a:gd name="T74" fmla="*/ 309 w 431"/>
                <a:gd name="T75" fmla="*/ 49 h 93"/>
                <a:gd name="T76" fmla="*/ 268 w 431"/>
                <a:gd name="T77" fmla="*/ 50 h 93"/>
                <a:gd name="T78" fmla="*/ 323 w 431"/>
                <a:gd name="T79" fmla="*/ 49 h 93"/>
                <a:gd name="T80" fmla="*/ 268 w 431"/>
                <a:gd name="T81" fmla="*/ 50 h 93"/>
                <a:gd name="T82" fmla="*/ 86 w 431"/>
                <a:gd name="T83" fmla="*/ 75 h 93"/>
                <a:gd name="T84" fmla="*/ 73 w 431"/>
                <a:gd name="T85" fmla="*/ 24 h 93"/>
                <a:gd name="T86" fmla="*/ 73 w 431"/>
                <a:gd name="T87" fmla="*/ 14 h 93"/>
                <a:gd name="T88" fmla="*/ 86 w 431"/>
                <a:gd name="T89" fmla="*/ 1 h 93"/>
                <a:gd name="T90" fmla="*/ 73 w 431"/>
                <a:gd name="T91" fmla="*/ 1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31" h="93">
                  <a:moveTo>
                    <a:pt x="133" y="23"/>
                  </a:moveTo>
                  <a:cubicBezTo>
                    <a:pt x="117" y="23"/>
                    <a:pt x="116" y="33"/>
                    <a:pt x="116" y="33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75"/>
                    <a:pt x="103" y="75"/>
                    <a:pt x="103" y="75"/>
                  </a:cubicBezTo>
                  <a:cubicBezTo>
                    <a:pt x="116" y="75"/>
                    <a:pt x="116" y="75"/>
                    <a:pt x="116" y="75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35"/>
                    <a:pt x="121" y="32"/>
                    <a:pt x="128" y="32"/>
                  </a:cubicBezTo>
                  <a:cubicBezTo>
                    <a:pt x="136" y="32"/>
                    <a:pt x="139" y="34"/>
                    <a:pt x="139" y="45"/>
                  </a:cubicBezTo>
                  <a:cubicBezTo>
                    <a:pt x="139" y="75"/>
                    <a:pt x="139" y="75"/>
                    <a:pt x="139" y="75"/>
                  </a:cubicBezTo>
                  <a:cubicBezTo>
                    <a:pt x="152" y="75"/>
                    <a:pt x="152" y="75"/>
                    <a:pt x="152" y="75"/>
                  </a:cubicBezTo>
                  <a:cubicBezTo>
                    <a:pt x="152" y="48"/>
                    <a:pt x="152" y="48"/>
                    <a:pt x="152" y="48"/>
                  </a:cubicBezTo>
                  <a:cubicBezTo>
                    <a:pt x="152" y="35"/>
                    <a:pt x="156" y="32"/>
                    <a:pt x="164" y="32"/>
                  </a:cubicBezTo>
                  <a:cubicBezTo>
                    <a:pt x="172" y="32"/>
                    <a:pt x="174" y="34"/>
                    <a:pt x="174" y="45"/>
                  </a:cubicBezTo>
                  <a:cubicBezTo>
                    <a:pt x="174" y="75"/>
                    <a:pt x="174" y="75"/>
                    <a:pt x="174" y="75"/>
                  </a:cubicBezTo>
                  <a:cubicBezTo>
                    <a:pt x="188" y="75"/>
                    <a:pt x="188" y="75"/>
                    <a:pt x="188" y="75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8" y="28"/>
                    <a:pt x="182" y="23"/>
                    <a:pt x="169" y="23"/>
                  </a:cubicBezTo>
                  <a:cubicBezTo>
                    <a:pt x="153" y="23"/>
                    <a:pt x="151" y="33"/>
                    <a:pt x="151" y="33"/>
                  </a:cubicBezTo>
                  <a:cubicBezTo>
                    <a:pt x="148" y="26"/>
                    <a:pt x="143" y="23"/>
                    <a:pt x="133" y="23"/>
                  </a:cubicBezTo>
                  <a:moveTo>
                    <a:pt x="259" y="4"/>
                  </a:moveTo>
                  <a:cubicBezTo>
                    <a:pt x="259" y="4"/>
                    <a:pt x="251" y="0"/>
                    <a:pt x="238" y="0"/>
                  </a:cubicBezTo>
                  <a:cubicBezTo>
                    <a:pt x="214" y="0"/>
                    <a:pt x="199" y="11"/>
                    <a:pt x="199" y="38"/>
                  </a:cubicBezTo>
                  <a:cubicBezTo>
                    <a:pt x="199" y="65"/>
                    <a:pt x="211" y="76"/>
                    <a:pt x="238" y="76"/>
                  </a:cubicBezTo>
                  <a:cubicBezTo>
                    <a:pt x="253" y="76"/>
                    <a:pt x="260" y="72"/>
                    <a:pt x="260" y="72"/>
                  </a:cubicBezTo>
                  <a:cubicBezTo>
                    <a:pt x="260" y="61"/>
                    <a:pt x="260" y="61"/>
                    <a:pt x="260" y="61"/>
                  </a:cubicBezTo>
                  <a:cubicBezTo>
                    <a:pt x="260" y="61"/>
                    <a:pt x="253" y="66"/>
                    <a:pt x="240" y="66"/>
                  </a:cubicBezTo>
                  <a:cubicBezTo>
                    <a:pt x="223" y="66"/>
                    <a:pt x="213" y="60"/>
                    <a:pt x="213" y="37"/>
                  </a:cubicBezTo>
                  <a:cubicBezTo>
                    <a:pt x="213" y="17"/>
                    <a:pt x="220" y="10"/>
                    <a:pt x="239" y="10"/>
                  </a:cubicBezTo>
                  <a:cubicBezTo>
                    <a:pt x="250" y="10"/>
                    <a:pt x="259" y="14"/>
                    <a:pt x="259" y="14"/>
                  </a:cubicBezTo>
                  <a:lnTo>
                    <a:pt x="259" y="4"/>
                  </a:lnTo>
                  <a:close/>
                  <a:moveTo>
                    <a:pt x="54" y="3"/>
                  </a:moveTo>
                  <a:cubicBezTo>
                    <a:pt x="54" y="3"/>
                    <a:pt x="45" y="0"/>
                    <a:pt x="34" y="0"/>
                  </a:cubicBezTo>
                  <a:cubicBezTo>
                    <a:pt x="15" y="0"/>
                    <a:pt x="0" y="5"/>
                    <a:pt x="0" y="21"/>
                  </a:cubicBezTo>
                  <a:cubicBezTo>
                    <a:pt x="0" y="34"/>
                    <a:pt x="8" y="38"/>
                    <a:pt x="21" y="41"/>
                  </a:cubicBezTo>
                  <a:cubicBezTo>
                    <a:pt x="36" y="45"/>
                    <a:pt x="36" y="45"/>
                    <a:pt x="36" y="45"/>
                  </a:cubicBezTo>
                  <a:cubicBezTo>
                    <a:pt x="43" y="46"/>
                    <a:pt x="46" y="48"/>
                    <a:pt x="46" y="55"/>
                  </a:cubicBezTo>
                  <a:cubicBezTo>
                    <a:pt x="46" y="66"/>
                    <a:pt x="38" y="66"/>
                    <a:pt x="27" y="66"/>
                  </a:cubicBezTo>
                  <a:cubicBezTo>
                    <a:pt x="13" y="66"/>
                    <a:pt x="1" y="62"/>
                    <a:pt x="1" y="62"/>
                  </a:cubicBezTo>
                  <a:cubicBezTo>
                    <a:pt x="1" y="72"/>
                    <a:pt x="1" y="72"/>
                    <a:pt x="1" y="72"/>
                  </a:cubicBezTo>
                  <a:cubicBezTo>
                    <a:pt x="1" y="72"/>
                    <a:pt x="12" y="76"/>
                    <a:pt x="25" y="76"/>
                  </a:cubicBezTo>
                  <a:cubicBezTo>
                    <a:pt x="44" y="76"/>
                    <a:pt x="60" y="72"/>
                    <a:pt x="60" y="54"/>
                  </a:cubicBezTo>
                  <a:cubicBezTo>
                    <a:pt x="60" y="41"/>
                    <a:pt x="53" y="36"/>
                    <a:pt x="40" y="33"/>
                  </a:cubicBezTo>
                  <a:cubicBezTo>
                    <a:pt x="26" y="30"/>
                    <a:pt x="26" y="30"/>
                    <a:pt x="26" y="30"/>
                  </a:cubicBezTo>
                  <a:cubicBezTo>
                    <a:pt x="18" y="28"/>
                    <a:pt x="14" y="26"/>
                    <a:pt x="14" y="19"/>
                  </a:cubicBezTo>
                  <a:cubicBezTo>
                    <a:pt x="14" y="10"/>
                    <a:pt x="23" y="9"/>
                    <a:pt x="33" y="9"/>
                  </a:cubicBezTo>
                  <a:cubicBezTo>
                    <a:pt x="46" y="9"/>
                    <a:pt x="54" y="13"/>
                    <a:pt x="54" y="13"/>
                  </a:cubicBezTo>
                  <a:lnTo>
                    <a:pt x="54" y="3"/>
                  </a:lnTo>
                  <a:close/>
                  <a:moveTo>
                    <a:pt x="403" y="68"/>
                  </a:moveTo>
                  <a:cubicBezTo>
                    <a:pt x="392" y="68"/>
                    <a:pt x="390" y="61"/>
                    <a:pt x="390" y="49"/>
                  </a:cubicBezTo>
                  <a:cubicBezTo>
                    <a:pt x="390" y="38"/>
                    <a:pt x="392" y="31"/>
                    <a:pt x="403" y="31"/>
                  </a:cubicBezTo>
                  <a:cubicBezTo>
                    <a:pt x="414" y="31"/>
                    <a:pt x="417" y="38"/>
                    <a:pt x="417" y="49"/>
                  </a:cubicBezTo>
                  <a:cubicBezTo>
                    <a:pt x="417" y="62"/>
                    <a:pt x="414" y="68"/>
                    <a:pt x="403" y="68"/>
                  </a:cubicBezTo>
                  <a:moveTo>
                    <a:pt x="376" y="93"/>
                  </a:moveTo>
                  <a:cubicBezTo>
                    <a:pt x="389" y="93"/>
                    <a:pt x="389" y="93"/>
                    <a:pt x="389" y="93"/>
                  </a:cubicBezTo>
                  <a:cubicBezTo>
                    <a:pt x="389" y="67"/>
                    <a:pt x="389" y="67"/>
                    <a:pt x="389" y="67"/>
                  </a:cubicBezTo>
                  <a:cubicBezTo>
                    <a:pt x="389" y="67"/>
                    <a:pt x="391" y="76"/>
                    <a:pt x="406" y="76"/>
                  </a:cubicBezTo>
                  <a:cubicBezTo>
                    <a:pt x="423" y="76"/>
                    <a:pt x="431" y="68"/>
                    <a:pt x="431" y="49"/>
                  </a:cubicBezTo>
                  <a:cubicBezTo>
                    <a:pt x="431" y="31"/>
                    <a:pt x="424" y="23"/>
                    <a:pt x="408" y="23"/>
                  </a:cubicBezTo>
                  <a:cubicBezTo>
                    <a:pt x="391" y="23"/>
                    <a:pt x="389" y="33"/>
                    <a:pt x="389" y="33"/>
                  </a:cubicBezTo>
                  <a:cubicBezTo>
                    <a:pt x="389" y="24"/>
                    <a:pt x="389" y="24"/>
                    <a:pt x="389" y="24"/>
                  </a:cubicBezTo>
                  <a:cubicBezTo>
                    <a:pt x="376" y="24"/>
                    <a:pt x="376" y="24"/>
                    <a:pt x="376" y="24"/>
                  </a:cubicBezTo>
                  <a:lnTo>
                    <a:pt x="376" y="93"/>
                  </a:lnTo>
                  <a:close/>
                  <a:moveTo>
                    <a:pt x="334" y="75"/>
                  </a:moveTo>
                  <a:cubicBezTo>
                    <a:pt x="347" y="75"/>
                    <a:pt x="347" y="75"/>
                    <a:pt x="347" y="75"/>
                  </a:cubicBezTo>
                  <a:cubicBezTo>
                    <a:pt x="347" y="47"/>
                    <a:pt x="347" y="47"/>
                    <a:pt x="347" y="47"/>
                  </a:cubicBezTo>
                  <a:cubicBezTo>
                    <a:pt x="347" y="37"/>
                    <a:pt x="351" y="36"/>
                    <a:pt x="368" y="36"/>
                  </a:cubicBezTo>
                  <a:cubicBezTo>
                    <a:pt x="368" y="24"/>
                    <a:pt x="368" y="24"/>
                    <a:pt x="368" y="24"/>
                  </a:cubicBezTo>
                  <a:cubicBezTo>
                    <a:pt x="355" y="24"/>
                    <a:pt x="349" y="28"/>
                    <a:pt x="347" y="37"/>
                  </a:cubicBezTo>
                  <a:cubicBezTo>
                    <a:pt x="347" y="24"/>
                    <a:pt x="347" y="24"/>
                    <a:pt x="347" y="24"/>
                  </a:cubicBezTo>
                  <a:cubicBezTo>
                    <a:pt x="334" y="24"/>
                    <a:pt x="334" y="24"/>
                    <a:pt x="334" y="24"/>
                  </a:cubicBezTo>
                  <a:lnTo>
                    <a:pt x="334" y="75"/>
                  </a:lnTo>
                  <a:close/>
                  <a:moveTo>
                    <a:pt x="296" y="68"/>
                  </a:moveTo>
                  <a:cubicBezTo>
                    <a:pt x="284" y="68"/>
                    <a:pt x="282" y="63"/>
                    <a:pt x="282" y="49"/>
                  </a:cubicBezTo>
                  <a:cubicBezTo>
                    <a:pt x="282" y="36"/>
                    <a:pt x="284" y="30"/>
                    <a:pt x="295" y="30"/>
                  </a:cubicBezTo>
                  <a:cubicBezTo>
                    <a:pt x="307" y="30"/>
                    <a:pt x="309" y="36"/>
                    <a:pt x="309" y="49"/>
                  </a:cubicBezTo>
                  <a:cubicBezTo>
                    <a:pt x="309" y="62"/>
                    <a:pt x="307" y="68"/>
                    <a:pt x="296" y="68"/>
                  </a:cubicBezTo>
                  <a:moveTo>
                    <a:pt x="268" y="50"/>
                  </a:moveTo>
                  <a:cubicBezTo>
                    <a:pt x="268" y="70"/>
                    <a:pt x="278" y="76"/>
                    <a:pt x="295" y="76"/>
                  </a:cubicBezTo>
                  <a:cubicBezTo>
                    <a:pt x="312" y="76"/>
                    <a:pt x="323" y="70"/>
                    <a:pt x="323" y="49"/>
                  </a:cubicBezTo>
                  <a:cubicBezTo>
                    <a:pt x="323" y="29"/>
                    <a:pt x="312" y="23"/>
                    <a:pt x="295" y="23"/>
                  </a:cubicBezTo>
                  <a:cubicBezTo>
                    <a:pt x="278" y="23"/>
                    <a:pt x="268" y="29"/>
                    <a:pt x="268" y="50"/>
                  </a:cubicBezTo>
                  <a:moveTo>
                    <a:pt x="73" y="75"/>
                  </a:moveTo>
                  <a:cubicBezTo>
                    <a:pt x="86" y="75"/>
                    <a:pt x="86" y="75"/>
                    <a:pt x="86" y="75"/>
                  </a:cubicBezTo>
                  <a:cubicBezTo>
                    <a:pt x="86" y="24"/>
                    <a:pt x="86" y="24"/>
                    <a:pt x="86" y="24"/>
                  </a:cubicBezTo>
                  <a:cubicBezTo>
                    <a:pt x="73" y="24"/>
                    <a:pt x="73" y="24"/>
                    <a:pt x="73" y="24"/>
                  </a:cubicBezTo>
                  <a:lnTo>
                    <a:pt x="73" y="75"/>
                  </a:lnTo>
                  <a:close/>
                  <a:moveTo>
                    <a:pt x="73" y="14"/>
                  </a:moveTo>
                  <a:cubicBezTo>
                    <a:pt x="86" y="14"/>
                    <a:pt x="86" y="14"/>
                    <a:pt x="86" y="14"/>
                  </a:cubicBezTo>
                  <a:cubicBezTo>
                    <a:pt x="86" y="1"/>
                    <a:pt x="86" y="1"/>
                    <a:pt x="86" y="1"/>
                  </a:cubicBezTo>
                  <a:cubicBezTo>
                    <a:pt x="73" y="1"/>
                    <a:pt x="73" y="1"/>
                    <a:pt x="73" y="1"/>
                  </a:cubicBezTo>
                  <a:lnTo>
                    <a:pt x="73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8"/>
            <p:cNvSpPr>
              <a:spLocks noEditPoints="1"/>
            </p:cNvSpPr>
            <p:nvPr userDrawn="1"/>
          </p:nvSpPr>
          <p:spPr bwMode="auto">
            <a:xfrm>
              <a:off x="10142048" y="6453602"/>
              <a:ext cx="59859" cy="61672"/>
            </a:xfrm>
            <a:custGeom>
              <a:avLst/>
              <a:gdLst>
                <a:gd name="T0" fmla="*/ 26 w 33"/>
                <a:gd name="T1" fmla="*/ 26 h 34"/>
                <a:gd name="T2" fmla="*/ 13 w 33"/>
                <a:gd name="T3" fmla="*/ 26 h 34"/>
                <a:gd name="T4" fmla="*/ 13 w 33"/>
                <a:gd name="T5" fmla="*/ 13 h 34"/>
                <a:gd name="T6" fmla="*/ 26 w 33"/>
                <a:gd name="T7" fmla="*/ 13 h 34"/>
                <a:gd name="T8" fmla="*/ 26 w 33"/>
                <a:gd name="T9" fmla="*/ 26 h 34"/>
                <a:gd name="T10" fmla="*/ 33 w 33"/>
                <a:gd name="T11" fmla="*/ 0 h 34"/>
                <a:gd name="T12" fmla="*/ 0 w 33"/>
                <a:gd name="T13" fmla="*/ 0 h 34"/>
                <a:gd name="T14" fmla="*/ 0 w 33"/>
                <a:gd name="T15" fmla="*/ 34 h 34"/>
                <a:gd name="T16" fmla="*/ 33 w 33"/>
                <a:gd name="T17" fmla="*/ 34 h 34"/>
                <a:gd name="T18" fmla="*/ 33 w 33"/>
                <a:gd name="T19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3" h="34">
                  <a:moveTo>
                    <a:pt x="26" y="26"/>
                  </a:moveTo>
                  <a:lnTo>
                    <a:pt x="13" y="26"/>
                  </a:lnTo>
                  <a:lnTo>
                    <a:pt x="13" y="13"/>
                  </a:lnTo>
                  <a:lnTo>
                    <a:pt x="26" y="13"/>
                  </a:lnTo>
                  <a:lnTo>
                    <a:pt x="26" y="26"/>
                  </a:lnTo>
                  <a:close/>
                  <a:moveTo>
                    <a:pt x="33" y="0"/>
                  </a:moveTo>
                  <a:lnTo>
                    <a:pt x="0" y="0"/>
                  </a:lnTo>
                  <a:lnTo>
                    <a:pt x="0" y="34"/>
                  </a:lnTo>
                  <a:lnTo>
                    <a:pt x="33" y="34"/>
                  </a:lnTo>
                  <a:lnTo>
                    <a:pt x="3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9"/>
            <p:cNvSpPr>
              <a:spLocks noEditPoints="1"/>
            </p:cNvSpPr>
            <p:nvPr userDrawn="1"/>
          </p:nvSpPr>
          <p:spPr bwMode="auto">
            <a:xfrm>
              <a:off x="10078561" y="6390116"/>
              <a:ext cx="163250" cy="165063"/>
            </a:xfrm>
            <a:custGeom>
              <a:avLst/>
              <a:gdLst>
                <a:gd name="T0" fmla="*/ 83 w 90"/>
                <a:gd name="T1" fmla="*/ 83 h 91"/>
                <a:gd name="T2" fmla="*/ 13 w 90"/>
                <a:gd name="T3" fmla="*/ 83 h 91"/>
                <a:gd name="T4" fmla="*/ 13 w 90"/>
                <a:gd name="T5" fmla="*/ 13 h 91"/>
                <a:gd name="T6" fmla="*/ 83 w 90"/>
                <a:gd name="T7" fmla="*/ 13 h 91"/>
                <a:gd name="T8" fmla="*/ 83 w 90"/>
                <a:gd name="T9" fmla="*/ 83 h 91"/>
                <a:gd name="T10" fmla="*/ 90 w 90"/>
                <a:gd name="T11" fmla="*/ 0 h 91"/>
                <a:gd name="T12" fmla="*/ 0 w 90"/>
                <a:gd name="T13" fmla="*/ 0 h 91"/>
                <a:gd name="T14" fmla="*/ 0 w 90"/>
                <a:gd name="T15" fmla="*/ 91 h 91"/>
                <a:gd name="T16" fmla="*/ 90 w 90"/>
                <a:gd name="T17" fmla="*/ 91 h 91"/>
                <a:gd name="T18" fmla="*/ 90 w 90"/>
                <a:gd name="T1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0" h="91">
                  <a:moveTo>
                    <a:pt x="83" y="83"/>
                  </a:moveTo>
                  <a:lnTo>
                    <a:pt x="13" y="83"/>
                  </a:lnTo>
                  <a:lnTo>
                    <a:pt x="13" y="13"/>
                  </a:lnTo>
                  <a:lnTo>
                    <a:pt x="83" y="13"/>
                  </a:lnTo>
                  <a:lnTo>
                    <a:pt x="83" y="83"/>
                  </a:lnTo>
                  <a:close/>
                  <a:moveTo>
                    <a:pt x="90" y="0"/>
                  </a:moveTo>
                  <a:lnTo>
                    <a:pt x="0" y="0"/>
                  </a:lnTo>
                  <a:lnTo>
                    <a:pt x="0" y="91"/>
                  </a:lnTo>
                  <a:lnTo>
                    <a:pt x="90" y="91"/>
                  </a:lnTo>
                  <a:lnTo>
                    <a:pt x="9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0"/>
            <p:cNvSpPr>
              <a:spLocks noEditPoints="1"/>
            </p:cNvSpPr>
            <p:nvPr userDrawn="1"/>
          </p:nvSpPr>
          <p:spPr bwMode="auto">
            <a:xfrm>
              <a:off x="10056795" y="6368350"/>
              <a:ext cx="206783" cy="204969"/>
            </a:xfrm>
            <a:custGeom>
              <a:avLst/>
              <a:gdLst>
                <a:gd name="T0" fmla="*/ 107 w 114"/>
                <a:gd name="T1" fmla="*/ 107 h 113"/>
                <a:gd name="T2" fmla="*/ 7 w 114"/>
                <a:gd name="T3" fmla="*/ 107 h 113"/>
                <a:gd name="T4" fmla="*/ 7 w 114"/>
                <a:gd name="T5" fmla="*/ 8 h 113"/>
                <a:gd name="T6" fmla="*/ 107 w 114"/>
                <a:gd name="T7" fmla="*/ 8 h 113"/>
                <a:gd name="T8" fmla="*/ 107 w 114"/>
                <a:gd name="T9" fmla="*/ 107 h 113"/>
                <a:gd name="T10" fmla="*/ 0 w 114"/>
                <a:gd name="T11" fmla="*/ 113 h 113"/>
                <a:gd name="T12" fmla="*/ 114 w 114"/>
                <a:gd name="T13" fmla="*/ 113 h 113"/>
                <a:gd name="T14" fmla="*/ 114 w 114"/>
                <a:gd name="T15" fmla="*/ 0 h 113"/>
                <a:gd name="T16" fmla="*/ 0 w 114"/>
                <a:gd name="T17" fmla="*/ 0 h 113"/>
                <a:gd name="T18" fmla="*/ 0 w 114"/>
                <a:gd name="T19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4" h="113">
                  <a:moveTo>
                    <a:pt x="107" y="107"/>
                  </a:moveTo>
                  <a:lnTo>
                    <a:pt x="7" y="107"/>
                  </a:lnTo>
                  <a:lnTo>
                    <a:pt x="7" y="8"/>
                  </a:lnTo>
                  <a:lnTo>
                    <a:pt x="107" y="8"/>
                  </a:lnTo>
                  <a:lnTo>
                    <a:pt x="107" y="107"/>
                  </a:lnTo>
                  <a:close/>
                  <a:moveTo>
                    <a:pt x="0" y="113"/>
                  </a:moveTo>
                  <a:lnTo>
                    <a:pt x="114" y="113"/>
                  </a:lnTo>
                  <a:lnTo>
                    <a:pt x="114" y="0"/>
                  </a:lnTo>
                  <a:lnTo>
                    <a:pt x="0" y="0"/>
                  </a:lnTo>
                  <a:lnTo>
                    <a:pt x="0" y="1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1"/>
            <p:cNvSpPr>
              <a:spLocks noEditPoints="1"/>
            </p:cNvSpPr>
            <p:nvPr userDrawn="1"/>
          </p:nvSpPr>
          <p:spPr bwMode="auto">
            <a:xfrm>
              <a:off x="10109398" y="6422766"/>
              <a:ext cx="112461" cy="110647"/>
            </a:xfrm>
            <a:custGeom>
              <a:avLst/>
              <a:gdLst>
                <a:gd name="T0" fmla="*/ 56 w 62"/>
                <a:gd name="T1" fmla="*/ 55 h 61"/>
                <a:gd name="T2" fmla="*/ 14 w 62"/>
                <a:gd name="T3" fmla="*/ 55 h 61"/>
                <a:gd name="T4" fmla="*/ 14 w 62"/>
                <a:gd name="T5" fmla="*/ 13 h 61"/>
                <a:gd name="T6" fmla="*/ 56 w 62"/>
                <a:gd name="T7" fmla="*/ 13 h 61"/>
                <a:gd name="T8" fmla="*/ 56 w 62"/>
                <a:gd name="T9" fmla="*/ 55 h 61"/>
                <a:gd name="T10" fmla="*/ 62 w 62"/>
                <a:gd name="T11" fmla="*/ 0 h 61"/>
                <a:gd name="T12" fmla="*/ 0 w 62"/>
                <a:gd name="T13" fmla="*/ 0 h 61"/>
                <a:gd name="T14" fmla="*/ 0 w 62"/>
                <a:gd name="T15" fmla="*/ 61 h 61"/>
                <a:gd name="T16" fmla="*/ 62 w 62"/>
                <a:gd name="T17" fmla="*/ 61 h 61"/>
                <a:gd name="T18" fmla="*/ 62 w 62"/>
                <a:gd name="T19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" h="61">
                  <a:moveTo>
                    <a:pt x="56" y="55"/>
                  </a:moveTo>
                  <a:lnTo>
                    <a:pt x="14" y="55"/>
                  </a:lnTo>
                  <a:lnTo>
                    <a:pt x="14" y="13"/>
                  </a:lnTo>
                  <a:lnTo>
                    <a:pt x="56" y="13"/>
                  </a:lnTo>
                  <a:lnTo>
                    <a:pt x="56" y="55"/>
                  </a:lnTo>
                  <a:close/>
                  <a:moveTo>
                    <a:pt x="62" y="0"/>
                  </a:moveTo>
                  <a:lnTo>
                    <a:pt x="0" y="0"/>
                  </a:lnTo>
                  <a:lnTo>
                    <a:pt x="0" y="61"/>
                  </a:lnTo>
                  <a:lnTo>
                    <a:pt x="62" y="61"/>
                  </a:lnTo>
                  <a:lnTo>
                    <a:pt x="6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2" name="Pladsholder til sidefod 2"/>
          <p:cNvSpPr txBox="1">
            <a:spLocks/>
          </p:cNvSpPr>
          <p:nvPr/>
        </p:nvSpPr>
        <p:spPr>
          <a:xfrm>
            <a:off x="1351722" y="6356378"/>
            <a:ext cx="989842" cy="36618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marL="0" marR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1200">
                <a:solidFill>
                  <a:schemeClr val="bg1"/>
                </a:solidFill>
                <a:latin typeface="+mj-lt"/>
                <a:ea typeface="ＭＳ Ｐゴシック" charset="0"/>
                <a:cs typeface="ＭＳ Ｐゴシック" charset="0"/>
              </a:rPr>
              <a:t>© 2020</a:t>
            </a:r>
          </a:p>
        </p:txBody>
      </p:sp>
      <p:grpSp>
        <p:nvGrpSpPr>
          <p:cNvPr id="14" name="Gruppe 17">
            <a:extLst>
              <a:ext uri="{FF2B5EF4-FFF2-40B4-BE49-F238E27FC236}">
                <a16:creationId xmlns:a16="http://schemas.microsoft.com/office/drawing/2014/main" id="{5B65C2FB-C64A-416E-A544-E1D1CA062E3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43104" y="6422579"/>
            <a:ext cx="1176854" cy="202504"/>
            <a:chOff x="10056795" y="6368350"/>
            <a:chExt cx="1454739" cy="250316"/>
          </a:xfrm>
          <a:solidFill>
            <a:schemeClr val="bg1"/>
          </a:solidFill>
        </p:grpSpPr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9350DE3D-3FFD-4C44-B180-7CCDBECBA7A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368784" y="6371977"/>
              <a:ext cx="1142750" cy="246689"/>
            </a:xfrm>
            <a:custGeom>
              <a:avLst/>
              <a:gdLst>
                <a:gd name="T0" fmla="*/ 116 w 431"/>
                <a:gd name="T1" fmla="*/ 33 h 93"/>
                <a:gd name="T2" fmla="*/ 103 w 431"/>
                <a:gd name="T3" fmla="*/ 24 h 93"/>
                <a:gd name="T4" fmla="*/ 116 w 431"/>
                <a:gd name="T5" fmla="*/ 75 h 93"/>
                <a:gd name="T6" fmla="*/ 128 w 431"/>
                <a:gd name="T7" fmla="*/ 32 h 93"/>
                <a:gd name="T8" fmla="*/ 139 w 431"/>
                <a:gd name="T9" fmla="*/ 75 h 93"/>
                <a:gd name="T10" fmla="*/ 152 w 431"/>
                <a:gd name="T11" fmla="*/ 48 h 93"/>
                <a:gd name="T12" fmla="*/ 174 w 431"/>
                <a:gd name="T13" fmla="*/ 45 h 93"/>
                <a:gd name="T14" fmla="*/ 188 w 431"/>
                <a:gd name="T15" fmla="*/ 75 h 93"/>
                <a:gd name="T16" fmla="*/ 169 w 431"/>
                <a:gd name="T17" fmla="*/ 23 h 93"/>
                <a:gd name="T18" fmla="*/ 133 w 431"/>
                <a:gd name="T19" fmla="*/ 23 h 93"/>
                <a:gd name="T20" fmla="*/ 238 w 431"/>
                <a:gd name="T21" fmla="*/ 0 h 93"/>
                <a:gd name="T22" fmla="*/ 238 w 431"/>
                <a:gd name="T23" fmla="*/ 76 h 93"/>
                <a:gd name="T24" fmla="*/ 260 w 431"/>
                <a:gd name="T25" fmla="*/ 61 h 93"/>
                <a:gd name="T26" fmla="*/ 213 w 431"/>
                <a:gd name="T27" fmla="*/ 37 h 93"/>
                <a:gd name="T28" fmla="*/ 259 w 431"/>
                <a:gd name="T29" fmla="*/ 14 h 93"/>
                <a:gd name="T30" fmla="*/ 54 w 431"/>
                <a:gd name="T31" fmla="*/ 3 h 93"/>
                <a:gd name="T32" fmla="*/ 0 w 431"/>
                <a:gd name="T33" fmla="*/ 21 h 93"/>
                <a:gd name="T34" fmla="*/ 36 w 431"/>
                <a:gd name="T35" fmla="*/ 45 h 93"/>
                <a:gd name="T36" fmla="*/ 27 w 431"/>
                <a:gd name="T37" fmla="*/ 66 h 93"/>
                <a:gd name="T38" fmla="*/ 1 w 431"/>
                <a:gd name="T39" fmla="*/ 72 h 93"/>
                <a:gd name="T40" fmla="*/ 60 w 431"/>
                <a:gd name="T41" fmla="*/ 54 h 93"/>
                <a:gd name="T42" fmla="*/ 26 w 431"/>
                <a:gd name="T43" fmla="*/ 30 h 93"/>
                <a:gd name="T44" fmla="*/ 33 w 431"/>
                <a:gd name="T45" fmla="*/ 9 h 93"/>
                <a:gd name="T46" fmla="*/ 54 w 431"/>
                <a:gd name="T47" fmla="*/ 3 h 93"/>
                <a:gd name="T48" fmla="*/ 390 w 431"/>
                <a:gd name="T49" fmla="*/ 49 h 93"/>
                <a:gd name="T50" fmla="*/ 417 w 431"/>
                <a:gd name="T51" fmla="*/ 49 h 93"/>
                <a:gd name="T52" fmla="*/ 376 w 431"/>
                <a:gd name="T53" fmla="*/ 93 h 93"/>
                <a:gd name="T54" fmla="*/ 389 w 431"/>
                <a:gd name="T55" fmla="*/ 67 h 93"/>
                <a:gd name="T56" fmla="*/ 431 w 431"/>
                <a:gd name="T57" fmla="*/ 49 h 93"/>
                <a:gd name="T58" fmla="*/ 389 w 431"/>
                <a:gd name="T59" fmla="*/ 33 h 93"/>
                <a:gd name="T60" fmla="*/ 376 w 431"/>
                <a:gd name="T61" fmla="*/ 24 h 93"/>
                <a:gd name="T62" fmla="*/ 334 w 431"/>
                <a:gd name="T63" fmla="*/ 75 h 93"/>
                <a:gd name="T64" fmla="*/ 347 w 431"/>
                <a:gd name="T65" fmla="*/ 47 h 93"/>
                <a:gd name="T66" fmla="*/ 368 w 431"/>
                <a:gd name="T67" fmla="*/ 24 h 93"/>
                <a:gd name="T68" fmla="*/ 347 w 431"/>
                <a:gd name="T69" fmla="*/ 24 h 93"/>
                <a:gd name="T70" fmla="*/ 334 w 431"/>
                <a:gd name="T71" fmla="*/ 75 h 93"/>
                <a:gd name="T72" fmla="*/ 282 w 431"/>
                <a:gd name="T73" fmla="*/ 49 h 93"/>
                <a:gd name="T74" fmla="*/ 309 w 431"/>
                <a:gd name="T75" fmla="*/ 49 h 93"/>
                <a:gd name="T76" fmla="*/ 268 w 431"/>
                <a:gd name="T77" fmla="*/ 50 h 93"/>
                <a:gd name="T78" fmla="*/ 323 w 431"/>
                <a:gd name="T79" fmla="*/ 49 h 93"/>
                <a:gd name="T80" fmla="*/ 268 w 431"/>
                <a:gd name="T81" fmla="*/ 50 h 93"/>
                <a:gd name="T82" fmla="*/ 86 w 431"/>
                <a:gd name="T83" fmla="*/ 75 h 93"/>
                <a:gd name="T84" fmla="*/ 73 w 431"/>
                <a:gd name="T85" fmla="*/ 24 h 93"/>
                <a:gd name="T86" fmla="*/ 73 w 431"/>
                <a:gd name="T87" fmla="*/ 14 h 93"/>
                <a:gd name="T88" fmla="*/ 86 w 431"/>
                <a:gd name="T89" fmla="*/ 1 h 93"/>
                <a:gd name="T90" fmla="*/ 73 w 431"/>
                <a:gd name="T91" fmla="*/ 1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31" h="93">
                  <a:moveTo>
                    <a:pt x="133" y="23"/>
                  </a:moveTo>
                  <a:cubicBezTo>
                    <a:pt x="117" y="23"/>
                    <a:pt x="116" y="33"/>
                    <a:pt x="116" y="33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75"/>
                    <a:pt x="103" y="75"/>
                    <a:pt x="103" y="75"/>
                  </a:cubicBezTo>
                  <a:cubicBezTo>
                    <a:pt x="116" y="75"/>
                    <a:pt x="116" y="75"/>
                    <a:pt x="116" y="75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35"/>
                    <a:pt x="121" y="32"/>
                    <a:pt x="128" y="32"/>
                  </a:cubicBezTo>
                  <a:cubicBezTo>
                    <a:pt x="136" y="32"/>
                    <a:pt x="139" y="34"/>
                    <a:pt x="139" y="45"/>
                  </a:cubicBezTo>
                  <a:cubicBezTo>
                    <a:pt x="139" y="75"/>
                    <a:pt x="139" y="75"/>
                    <a:pt x="139" y="75"/>
                  </a:cubicBezTo>
                  <a:cubicBezTo>
                    <a:pt x="152" y="75"/>
                    <a:pt x="152" y="75"/>
                    <a:pt x="152" y="75"/>
                  </a:cubicBezTo>
                  <a:cubicBezTo>
                    <a:pt x="152" y="48"/>
                    <a:pt x="152" y="48"/>
                    <a:pt x="152" y="48"/>
                  </a:cubicBezTo>
                  <a:cubicBezTo>
                    <a:pt x="152" y="35"/>
                    <a:pt x="156" y="32"/>
                    <a:pt x="164" y="32"/>
                  </a:cubicBezTo>
                  <a:cubicBezTo>
                    <a:pt x="172" y="32"/>
                    <a:pt x="174" y="34"/>
                    <a:pt x="174" y="45"/>
                  </a:cubicBezTo>
                  <a:cubicBezTo>
                    <a:pt x="174" y="75"/>
                    <a:pt x="174" y="75"/>
                    <a:pt x="174" y="75"/>
                  </a:cubicBezTo>
                  <a:cubicBezTo>
                    <a:pt x="188" y="75"/>
                    <a:pt x="188" y="75"/>
                    <a:pt x="188" y="75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8" y="28"/>
                    <a:pt x="182" y="23"/>
                    <a:pt x="169" y="23"/>
                  </a:cubicBezTo>
                  <a:cubicBezTo>
                    <a:pt x="153" y="23"/>
                    <a:pt x="151" y="33"/>
                    <a:pt x="151" y="33"/>
                  </a:cubicBezTo>
                  <a:cubicBezTo>
                    <a:pt x="148" y="26"/>
                    <a:pt x="143" y="23"/>
                    <a:pt x="133" y="23"/>
                  </a:cubicBezTo>
                  <a:moveTo>
                    <a:pt x="259" y="4"/>
                  </a:moveTo>
                  <a:cubicBezTo>
                    <a:pt x="259" y="4"/>
                    <a:pt x="251" y="0"/>
                    <a:pt x="238" y="0"/>
                  </a:cubicBezTo>
                  <a:cubicBezTo>
                    <a:pt x="214" y="0"/>
                    <a:pt x="199" y="11"/>
                    <a:pt x="199" y="38"/>
                  </a:cubicBezTo>
                  <a:cubicBezTo>
                    <a:pt x="199" y="65"/>
                    <a:pt x="211" y="76"/>
                    <a:pt x="238" y="76"/>
                  </a:cubicBezTo>
                  <a:cubicBezTo>
                    <a:pt x="253" y="76"/>
                    <a:pt x="260" y="72"/>
                    <a:pt x="260" y="72"/>
                  </a:cubicBezTo>
                  <a:cubicBezTo>
                    <a:pt x="260" y="61"/>
                    <a:pt x="260" y="61"/>
                    <a:pt x="260" y="61"/>
                  </a:cubicBezTo>
                  <a:cubicBezTo>
                    <a:pt x="260" y="61"/>
                    <a:pt x="253" y="66"/>
                    <a:pt x="240" y="66"/>
                  </a:cubicBezTo>
                  <a:cubicBezTo>
                    <a:pt x="223" y="66"/>
                    <a:pt x="213" y="60"/>
                    <a:pt x="213" y="37"/>
                  </a:cubicBezTo>
                  <a:cubicBezTo>
                    <a:pt x="213" y="17"/>
                    <a:pt x="220" y="10"/>
                    <a:pt x="239" y="10"/>
                  </a:cubicBezTo>
                  <a:cubicBezTo>
                    <a:pt x="250" y="10"/>
                    <a:pt x="259" y="14"/>
                    <a:pt x="259" y="14"/>
                  </a:cubicBezTo>
                  <a:lnTo>
                    <a:pt x="259" y="4"/>
                  </a:lnTo>
                  <a:close/>
                  <a:moveTo>
                    <a:pt x="54" y="3"/>
                  </a:moveTo>
                  <a:cubicBezTo>
                    <a:pt x="54" y="3"/>
                    <a:pt x="45" y="0"/>
                    <a:pt x="34" y="0"/>
                  </a:cubicBezTo>
                  <a:cubicBezTo>
                    <a:pt x="15" y="0"/>
                    <a:pt x="0" y="5"/>
                    <a:pt x="0" y="21"/>
                  </a:cubicBezTo>
                  <a:cubicBezTo>
                    <a:pt x="0" y="34"/>
                    <a:pt x="8" y="38"/>
                    <a:pt x="21" y="41"/>
                  </a:cubicBezTo>
                  <a:cubicBezTo>
                    <a:pt x="36" y="45"/>
                    <a:pt x="36" y="45"/>
                    <a:pt x="36" y="45"/>
                  </a:cubicBezTo>
                  <a:cubicBezTo>
                    <a:pt x="43" y="46"/>
                    <a:pt x="46" y="48"/>
                    <a:pt x="46" y="55"/>
                  </a:cubicBezTo>
                  <a:cubicBezTo>
                    <a:pt x="46" y="66"/>
                    <a:pt x="38" y="66"/>
                    <a:pt x="27" y="66"/>
                  </a:cubicBezTo>
                  <a:cubicBezTo>
                    <a:pt x="13" y="66"/>
                    <a:pt x="1" y="62"/>
                    <a:pt x="1" y="62"/>
                  </a:cubicBezTo>
                  <a:cubicBezTo>
                    <a:pt x="1" y="72"/>
                    <a:pt x="1" y="72"/>
                    <a:pt x="1" y="72"/>
                  </a:cubicBezTo>
                  <a:cubicBezTo>
                    <a:pt x="1" y="72"/>
                    <a:pt x="12" y="76"/>
                    <a:pt x="25" y="76"/>
                  </a:cubicBezTo>
                  <a:cubicBezTo>
                    <a:pt x="44" y="76"/>
                    <a:pt x="60" y="72"/>
                    <a:pt x="60" y="54"/>
                  </a:cubicBezTo>
                  <a:cubicBezTo>
                    <a:pt x="60" y="41"/>
                    <a:pt x="53" y="36"/>
                    <a:pt x="40" y="33"/>
                  </a:cubicBezTo>
                  <a:cubicBezTo>
                    <a:pt x="26" y="30"/>
                    <a:pt x="26" y="30"/>
                    <a:pt x="26" y="30"/>
                  </a:cubicBezTo>
                  <a:cubicBezTo>
                    <a:pt x="18" y="28"/>
                    <a:pt x="14" y="26"/>
                    <a:pt x="14" y="19"/>
                  </a:cubicBezTo>
                  <a:cubicBezTo>
                    <a:pt x="14" y="10"/>
                    <a:pt x="23" y="9"/>
                    <a:pt x="33" y="9"/>
                  </a:cubicBezTo>
                  <a:cubicBezTo>
                    <a:pt x="46" y="9"/>
                    <a:pt x="54" y="13"/>
                    <a:pt x="54" y="13"/>
                  </a:cubicBezTo>
                  <a:lnTo>
                    <a:pt x="54" y="3"/>
                  </a:lnTo>
                  <a:close/>
                  <a:moveTo>
                    <a:pt x="403" y="68"/>
                  </a:moveTo>
                  <a:cubicBezTo>
                    <a:pt x="392" y="68"/>
                    <a:pt x="390" y="61"/>
                    <a:pt x="390" y="49"/>
                  </a:cubicBezTo>
                  <a:cubicBezTo>
                    <a:pt x="390" y="38"/>
                    <a:pt x="392" y="31"/>
                    <a:pt x="403" y="31"/>
                  </a:cubicBezTo>
                  <a:cubicBezTo>
                    <a:pt x="414" y="31"/>
                    <a:pt x="417" y="38"/>
                    <a:pt x="417" y="49"/>
                  </a:cubicBezTo>
                  <a:cubicBezTo>
                    <a:pt x="417" y="62"/>
                    <a:pt x="414" y="68"/>
                    <a:pt x="403" y="68"/>
                  </a:cubicBezTo>
                  <a:moveTo>
                    <a:pt x="376" y="93"/>
                  </a:moveTo>
                  <a:cubicBezTo>
                    <a:pt x="389" y="93"/>
                    <a:pt x="389" y="93"/>
                    <a:pt x="389" y="93"/>
                  </a:cubicBezTo>
                  <a:cubicBezTo>
                    <a:pt x="389" y="67"/>
                    <a:pt x="389" y="67"/>
                    <a:pt x="389" y="67"/>
                  </a:cubicBezTo>
                  <a:cubicBezTo>
                    <a:pt x="389" y="67"/>
                    <a:pt x="391" y="76"/>
                    <a:pt x="406" y="76"/>
                  </a:cubicBezTo>
                  <a:cubicBezTo>
                    <a:pt x="423" y="76"/>
                    <a:pt x="431" y="68"/>
                    <a:pt x="431" y="49"/>
                  </a:cubicBezTo>
                  <a:cubicBezTo>
                    <a:pt x="431" y="31"/>
                    <a:pt x="424" y="23"/>
                    <a:pt x="408" y="23"/>
                  </a:cubicBezTo>
                  <a:cubicBezTo>
                    <a:pt x="391" y="23"/>
                    <a:pt x="389" y="33"/>
                    <a:pt x="389" y="33"/>
                  </a:cubicBezTo>
                  <a:cubicBezTo>
                    <a:pt x="389" y="24"/>
                    <a:pt x="389" y="24"/>
                    <a:pt x="389" y="24"/>
                  </a:cubicBezTo>
                  <a:cubicBezTo>
                    <a:pt x="376" y="24"/>
                    <a:pt x="376" y="24"/>
                    <a:pt x="376" y="24"/>
                  </a:cubicBezTo>
                  <a:lnTo>
                    <a:pt x="376" y="93"/>
                  </a:lnTo>
                  <a:close/>
                  <a:moveTo>
                    <a:pt x="334" y="75"/>
                  </a:moveTo>
                  <a:cubicBezTo>
                    <a:pt x="347" y="75"/>
                    <a:pt x="347" y="75"/>
                    <a:pt x="347" y="75"/>
                  </a:cubicBezTo>
                  <a:cubicBezTo>
                    <a:pt x="347" y="47"/>
                    <a:pt x="347" y="47"/>
                    <a:pt x="347" y="47"/>
                  </a:cubicBezTo>
                  <a:cubicBezTo>
                    <a:pt x="347" y="37"/>
                    <a:pt x="351" y="36"/>
                    <a:pt x="368" y="36"/>
                  </a:cubicBezTo>
                  <a:cubicBezTo>
                    <a:pt x="368" y="24"/>
                    <a:pt x="368" y="24"/>
                    <a:pt x="368" y="24"/>
                  </a:cubicBezTo>
                  <a:cubicBezTo>
                    <a:pt x="355" y="24"/>
                    <a:pt x="349" y="28"/>
                    <a:pt x="347" y="37"/>
                  </a:cubicBezTo>
                  <a:cubicBezTo>
                    <a:pt x="347" y="24"/>
                    <a:pt x="347" y="24"/>
                    <a:pt x="347" y="24"/>
                  </a:cubicBezTo>
                  <a:cubicBezTo>
                    <a:pt x="334" y="24"/>
                    <a:pt x="334" y="24"/>
                    <a:pt x="334" y="24"/>
                  </a:cubicBezTo>
                  <a:lnTo>
                    <a:pt x="334" y="75"/>
                  </a:lnTo>
                  <a:close/>
                  <a:moveTo>
                    <a:pt x="296" y="68"/>
                  </a:moveTo>
                  <a:cubicBezTo>
                    <a:pt x="284" y="68"/>
                    <a:pt x="282" y="63"/>
                    <a:pt x="282" y="49"/>
                  </a:cubicBezTo>
                  <a:cubicBezTo>
                    <a:pt x="282" y="36"/>
                    <a:pt x="284" y="30"/>
                    <a:pt x="295" y="30"/>
                  </a:cubicBezTo>
                  <a:cubicBezTo>
                    <a:pt x="307" y="30"/>
                    <a:pt x="309" y="36"/>
                    <a:pt x="309" y="49"/>
                  </a:cubicBezTo>
                  <a:cubicBezTo>
                    <a:pt x="309" y="62"/>
                    <a:pt x="307" y="68"/>
                    <a:pt x="296" y="68"/>
                  </a:cubicBezTo>
                  <a:moveTo>
                    <a:pt x="268" y="50"/>
                  </a:moveTo>
                  <a:cubicBezTo>
                    <a:pt x="268" y="70"/>
                    <a:pt x="278" y="76"/>
                    <a:pt x="295" y="76"/>
                  </a:cubicBezTo>
                  <a:cubicBezTo>
                    <a:pt x="312" y="76"/>
                    <a:pt x="323" y="70"/>
                    <a:pt x="323" y="49"/>
                  </a:cubicBezTo>
                  <a:cubicBezTo>
                    <a:pt x="323" y="29"/>
                    <a:pt x="312" y="23"/>
                    <a:pt x="295" y="23"/>
                  </a:cubicBezTo>
                  <a:cubicBezTo>
                    <a:pt x="278" y="23"/>
                    <a:pt x="268" y="29"/>
                    <a:pt x="268" y="50"/>
                  </a:cubicBezTo>
                  <a:moveTo>
                    <a:pt x="73" y="75"/>
                  </a:moveTo>
                  <a:cubicBezTo>
                    <a:pt x="86" y="75"/>
                    <a:pt x="86" y="75"/>
                    <a:pt x="86" y="75"/>
                  </a:cubicBezTo>
                  <a:cubicBezTo>
                    <a:pt x="86" y="24"/>
                    <a:pt x="86" y="24"/>
                    <a:pt x="86" y="24"/>
                  </a:cubicBezTo>
                  <a:cubicBezTo>
                    <a:pt x="73" y="24"/>
                    <a:pt x="73" y="24"/>
                    <a:pt x="73" y="24"/>
                  </a:cubicBezTo>
                  <a:lnTo>
                    <a:pt x="73" y="75"/>
                  </a:lnTo>
                  <a:close/>
                  <a:moveTo>
                    <a:pt x="73" y="14"/>
                  </a:moveTo>
                  <a:cubicBezTo>
                    <a:pt x="86" y="14"/>
                    <a:pt x="86" y="14"/>
                    <a:pt x="86" y="14"/>
                  </a:cubicBezTo>
                  <a:cubicBezTo>
                    <a:pt x="86" y="1"/>
                    <a:pt x="86" y="1"/>
                    <a:pt x="86" y="1"/>
                  </a:cubicBezTo>
                  <a:cubicBezTo>
                    <a:pt x="73" y="1"/>
                    <a:pt x="73" y="1"/>
                    <a:pt x="73" y="1"/>
                  </a:cubicBezTo>
                  <a:lnTo>
                    <a:pt x="73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9485DF1B-405D-44C5-81BE-132713E2308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42048" y="6453602"/>
              <a:ext cx="59859" cy="61672"/>
            </a:xfrm>
            <a:custGeom>
              <a:avLst/>
              <a:gdLst>
                <a:gd name="T0" fmla="*/ 26 w 33"/>
                <a:gd name="T1" fmla="*/ 26 h 34"/>
                <a:gd name="T2" fmla="*/ 13 w 33"/>
                <a:gd name="T3" fmla="*/ 26 h 34"/>
                <a:gd name="T4" fmla="*/ 13 w 33"/>
                <a:gd name="T5" fmla="*/ 13 h 34"/>
                <a:gd name="T6" fmla="*/ 26 w 33"/>
                <a:gd name="T7" fmla="*/ 13 h 34"/>
                <a:gd name="T8" fmla="*/ 26 w 33"/>
                <a:gd name="T9" fmla="*/ 26 h 34"/>
                <a:gd name="T10" fmla="*/ 33 w 33"/>
                <a:gd name="T11" fmla="*/ 0 h 34"/>
                <a:gd name="T12" fmla="*/ 0 w 33"/>
                <a:gd name="T13" fmla="*/ 0 h 34"/>
                <a:gd name="T14" fmla="*/ 0 w 33"/>
                <a:gd name="T15" fmla="*/ 34 h 34"/>
                <a:gd name="T16" fmla="*/ 33 w 33"/>
                <a:gd name="T17" fmla="*/ 34 h 34"/>
                <a:gd name="T18" fmla="*/ 33 w 33"/>
                <a:gd name="T19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3" h="34">
                  <a:moveTo>
                    <a:pt x="26" y="26"/>
                  </a:moveTo>
                  <a:lnTo>
                    <a:pt x="13" y="26"/>
                  </a:lnTo>
                  <a:lnTo>
                    <a:pt x="13" y="13"/>
                  </a:lnTo>
                  <a:lnTo>
                    <a:pt x="26" y="13"/>
                  </a:lnTo>
                  <a:lnTo>
                    <a:pt x="26" y="26"/>
                  </a:lnTo>
                  <a:close/>
                  <a:moveTo>
                    <a:pt x="33" y="0"/>
                  </a:moveTo>
                  <a:lnTo>
                    <a:pt x="0" y="0"/>
                  </a:lnTo>
                  <a:lnTo>
                    <a:pt x="0" y="34"/>
                  </a:lnTo>
                  <a:lnTo>
                    <a:pt x="33" y="34"/>
                  </a:lnTo>
                  <a:lnTo>
                    <a:pt x="3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8FDB1239-FD97-4AC2-9955-6FEF5FDD2FB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078561" y="6390116"/>
              <a:ext cx="163250" cy="165063"/>
            </a:xfrm>
            <a:custGeom>
              <a:avLst/>
              <a:gdLst>
                <a:gd name="T0" fmla="*/ 83 w 90"/>
                <a:gd name="T1" fmla="*/ 83 h 91"/>
                <a:gd name="T2" fmla="*/ 13 w 90"/>
                <a:gd name="T3" fmla="*/ 83 h 91"/>
                <a:gd name="T4" fmla="*/ 13 w 90"/>
                <a:gd name="T5" fmla="*/ 13 h 91"/>
                <a:gd name="T6" fmla="*/ 83 w 90"/>
                <a:gd name="T7" fmla="*/ 13 h 91"/>
                <a:gd name="T8" fmla="*/ 83 w 90"/>
                <a:gd name="T9" fmla="*/ 83 h 91"/>
                <a:gd name="T10" fmla="*/ 90 w 90"/>
                <a:gd name="T11" fmla="*/ 0 h 91"/>
                <a:gd name="T12" fmla="*/ 0 w 90"/>
                <a:gd name="T13" fmla="*/ 0 h 91"/>
                <a:gd name="T14" fmla="*/ 0 w 90"/>
                <a:gd name="T15" fmla="*/ 91 h 91"/>
                <a:gd name="T16" fmla="*/ 90 w 90"/>
                <a:gd name="T17" fmla="*/ 91 h 91"/>
                <a:gd name="T18" fmla="*/ 90 w 90"/>
                <a:gd name="T1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0" h="91">
                  <a:moveTo>
                    <a:pt x="83" y="83"/>
                  </a:moveTo>
                  <a:lnTo>
                    <a:pt x="13" y="83"/>
                  </a:lnTo>
                  <a:lnTo>
                    <a:pt x="13" y="13"/>
                  </a:lnTo>
                  <a:lnTo>
                    <a:pt x="83" y="13"/>
                  </a:lnTo>
                  <a:lnTo>
                    <a:pt x="83" y="83"/>
                  </a:lnTo>
                  <a:close/>
                  <a:moveTo>
                    <a:pt x="90" y="0"/>
                  </a:moveTo>
                  <a:lnTo>
                    <a:pt x="0" y="0"/>
                  </a:lnTo>
                  <a:lnTo>
                    <a:pt x="0" y="91"/>
                  </a:lnTo>
                  <a:lnTo>
                    <a:pt x="90" y="91"/>
                  </a:lnTo>
                  <a:lnTo>
                    <a:pt x="9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7304657C-BF6E-4DCB-9E4C-FE42063D56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056795" y="6368350"/>
              <a:ext cx="206783" cy="204969"/>
            </a:xfrm>
            <a:custGeom>
              <a:avLst/>
              <a:gdLst>
                <a:gd name="T0" fmla="*/ 107 w 114"/>
                <a:gd name="T1" fmla="*/ 107 h 113"/>
                <a:gd name="T2" fmla="*/ 7 w 114"/>
                <a:gd name="T3" fmla="*/ 107 h 113"/>
                <a:gd name="T4" fmla="*/ 7 w 114"/>
                <a:gd name="T5" fmla="*/ 8 h 113"/>
                <a:gd name="T6" fmla="*/ 107 w 114"/>
                <a:gd name="T7" fmla="*/ 8 h 113"/>
                <a:gd name="T8" fmla="*/ 107 w 114"/>
                <a:gd name="T9" fmla="*/ 107 h 113"/>
                <a:gd name="T10" fmla="*/ 0 w 114"/>
                <a:gd name="T11" fmla="*/ 113 h 113"/>
                <a:gd name="T12" fmla="*/ 114 w 114"/>
                <a:gd name="T13" fmla="*/ 113 h 113"/>
                <a:gd name="T14" fmla="*/ 114 w 114"/>
                <a:gd name="T15" fmla="*/ 0 h 113"/>
                <a:gd name="T16" fmla="*/ 0 w 114"/>
                <a:gd name="T17" fmla="*/ 0 h 113"/>
                <a:gd name="T18" fmla="*/ 0 w 114"/>
                <a:gd name="T19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4" h="113">
                  <a:moveTo>
                    <a:pt x="107" y="107"/>
                  </a:moveTo>
                  <a:lnTo>
                    <a:pt x="7" y="107"/>
                  </a:lnTo>
                  <a:lnTo>
                    <a:pt x="7" y="8"/>
                  </a:lnTo>
                  <a:lnTo>
                    <a:pt x="107" y="8"/>
                  </a:lnTo>
                  <a:lnTo>
                    <a:pt x="107" y="107"/>
                  </a:lnTo>
                  <a:close/>
                  <a:moveTo>
                    <a:pt x="0" y="113"/>
                  </a:moveTo>
                  <a:lnTo>
                    <a:pt x="114" y="113"/>
                  </a:lnTo>
                  <a:lnTo>
                    <a:pt x="114" y="0"/>
                  </a:lnTo>
                  <a:lnTo>
                    <a:pt x="0" y="0"/>
                  </a:lnTo>
                  <a:lnTo>
                    <a:pt x="0" y="1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DBFAD521-90C6-407D-80CC-C74A656504C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09398" y="6422766"/>
              <a:ext cx="112461" cy="110647"/>
            </a:xfrm>
            <a:custGeom>
              <a:avLst/>
              <a:gdLst>
                <a:gd name="T0" fmla="*/ 56 w 62"/>
                <a:gd name="T1" fmla="*/ 55 h 61"/>
                <a:gd name="T2" fmla="*/ 14 w 62"/>
                <a:gd name="T3" fmla="*/ 55 h 61"/>
                <a:gd name="T4" fmla="*/ 14 w 62"/>
                <a:gd name="T5" fmla="*/ 13 h 61"/>
                <a:gd name="T6" fmla="*/ 56 w 62"/>
                <a:gd name="T7" fmla="*/ 13 h 61"/>
                <a:gd name="T8" fmla="*/ 56 w 62"/>
                <a:gd name="T9" fmla="*/ 55 h 61"/>
                <a:gd name="T10" fmla="*/ 62 w 62"/>
                <a:gd name="T11" fmla="*/ 0 h 61"/>
                <a:gd name="T12" fmla="*/ 0 w 62"/>
                <a:gd name="T13" fmla="*/ 0 h 61"/>
                <a:gd name="T14" fmla="*/ 0 w 62"/>
                <a:gd name="T15" fmla="*/ 61 h 61"/>
                <a:gd name="T16" fmla="*/ 62 w 62"/>
                <a:gd name="T17" fmla="*/ 61 h 61"/>
                <a:gd name="T18" fmla="*/ 62 w 62"/>
                <a:gd name="T19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" h="61">
                  <a:moveTo>
                    <a:pt x="56" y="55"/>
                  </a:moveTo>
                  <a:lnTo>
                    <a:pt x="14" y="55"/>
                  </a:lnTo>
                  <a:lnTo>
                    <a:pt x="14" y="13"/>
                  </a:lnTo>
                  <a:lnTo>
                    <a:pt x="56" y="13"/>
                  </a:lnTo>
                  <a:lnTo>
                    <a:pt x="56" y="55"/>
                  </a:lnTo>
                  <a:close/>
                  <a:moveTo>
                    <a:pt x="62" y="0"/>
                  </a:moveTo>
                  <a:lnTo>
                    <a:pt x="0" y="0"/>
                  </a:lnTo>
                  <a:lnTo>
                    <a:pt x="0" y="61"/>
                  </a:lnTo>
                  <a:lnTo>
                    <a:pt x="62" y="61"/>
                  </a:lnTo>
                  <a:lnTo>
                    <a:pt x="6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" name="AutoShape 3">
            <a:extLst>
              <a:ext uri="{FF2B5EF4-FFF2-40B4-BE49-F238E27FC236}">
                <a16:creationId xmlns:a16="http://schemas.microsoft.com/office/drawing/2014/main" id="{65966524-C3F9-4AD3-B55F-77BA40EB62CC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0" y="-7938"/>
            <a:ext cx="12192000" cy="686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851CB496-BD21-4DBA-B3AC-775C28CBBD25}"/>
              </a:ext>
            </a:extLst>
          </p:cNvPr>
          <p:cNvSpPr>
            <a:spLocks/>
          </p:cNvSpPr>
          <p:nvPr userDrawn="1"/>
        </p:nvSpPr>
        <p:spPr bwMode="auto">
          <a:xfrm>
            <a:off x="1963738" y="2016125"/>
            <a:ext cx="5568950" cy="4841875"/>
          </a:xfrm>
          <a:custGeom>
            <a:avLst/>
            <a:gdLst>
              <a:gd name="T0" fmla="*/ 0 w 3508"/>
              <a:gd name="T1" fmla="*/ 0 h 3050"/>
              <a:gd name="T2" fmla="*/ 0 w 3508"/>
              <a:gd name="T3" fmla="*/ 3050 h 3050"/>
              <a:gd name="T4" fmla="*/ 1737 w 3508"/>
              <a:gd name="T5" fmla="*/ 3050 h 3050"/>
              <a:gd name="T6" fmla="*/ 3508 w 3508"/>
              <a:gd name="T7" fmla="*/ 2027 h 3050"/>
              <a:gd name="T8" fmla="*/ 0 w 3508"/>
              <a:gd name="T9" fmla="*/ 0 h 3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508" h="3050">
                <a:moveTo>
                  <a:pt x="0" y="0"/>
                </a:moveTo>
                <a:lnTo>
                  <a:pt x="0" y="3050"/>
                </a:lnTo>
                <a:lnTo>
                  <a:pt x="1737" y="3050"/>
                </a:lnTo>
                <a:lnTo>
                  <a:pt x="3508" y="2027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14E05328-3C2D-4C56-85FA-674612E8C327}"/>
              </a:ext>
            </a:extLst>
          </p:cNvPr>
          <p:cNvSpPr>
            <a:spLocks/>
          </p:cNvSpPr>
          <p:nvPr userDrawn="1"/>
        </p:nvSpPr>
        <p:spPr bwMode="auto">
          <a:xfrm>
            <a:off x="0" y="-6350"/>
            <a:ext cx="5462588" cy="2022475"/>
          </a:xfrm>
          <a:custGeom>
            <a:avLst/>
            <a:gdLst>
              <a:gd name="T0" fmla="*/ 3441 w 3441"/>
              <a:gd name="T1" fmla="*/ 0 h 1274"/>
              <a:gd name="T2" fmla="*/ 0 w 3441"/>
              <a:gd name="T3" fmla="*/ 0 h 1274"/>
              <a:gd name="T4" fmla="*/ 0 w 3441"/>
              <a:gd name="T5" fmla="*/ 559 h 1274"/>
              <a:gd name="T6" fmla="*/ 1237 w 3441"/>
              <a:gd name="T7" fmla="*/ 1274 h 1274"/>
              <a:gd name="T8" fmla="*/ 3441 w 3441"/>
              <a:gd name="T9" fmla="*/ 0 h 12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41" h="1274">
                <a:moveTo>
                  <a:pt x="3441" y="0"/>
                </a:moveTo>
                <a:lnTo>
                  <a:pt x="0" y="0"/>
                </a:lnTo>
                <a:lnTo>
                  <a:pt x="0" y="559"/>
                </a:lnTo>
                <a:lnTo>
                  <a:pt x="1237" y="1274"/>
                </a:lnTo>
                <a:lnTo>
                  <a:pt x="3441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0">
            <a:extLst>
              <a:ext uri="{FF2B5EF4-FFF2-40B4-BE49-F238E27FC236}">
                <a16:creationId xmlns:a16="http://schemas.microsoft.com/office/drawing/2014/main" id="{97BEF2CF-4C6E-40BF-84FE-4C13D0C8EC9C}"/>
              </a:ext>
            </a:extLst>
          </p:cNvPr>
          <p:cNvSpPr>
            <a:spLocks/>
          </p:cNvSpPr>
          <p:nvPr userDrawn="1"/>
        </p:nvSpPr>
        <p:spPr bwMode="auto">
          <a:xfrm>
            <a:off x="9601200" y="-6350"/>
            <a:ext cx="2590800" cy="1497013"/>
          </a:xfrm>
          <a:custGeom>
            <a:avLst/>
            <a:gdLst>
              <a:gd name="T0" fmla="*/ 1632 w 1632"/>
              <a:gd name="T1" fmla="*/ 0 h 943"/>
              <a:gd name="T2" fmla="*/ 0 w 1632"/>
              <a:gd name="T3" fmla="*/ 0 h 943"/>
              <a:gd name="T4" fmla="*/ 1632 w 1632"/>
              <a:gd name="T5" fmla="*/ 943 h 943"/>
              <a:gd name="T6" fmla="*/ 1632 w 1632"/>
              <a:gd name="T7" fmla="*/ 0 h 9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32" h="943">
                <a:moveTo>
                  <a:pt x="1632" y="0"/>
                </a:moveTo>
                <a:lnTo>
                  <a:pt x="0" y="0"/>
                </a:lnTo>
                <a:lnTo>
                  <a:pt x="1632" y="943"/>
                </a:lnTo>
                <a:lnTo>
                  <a:pt x="163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Freeform 12">
            <a:extLst>
              <a:ext uri="{FF2B5EF4-FFF2-40B4-BE49-F238E27FC236}">
                <a16:creationId xmlns:a16="http://schemas.microsoft.com/office/drawing/2014/main" id="{DBA3D357-F5F3-4D43-8D52-26B75E2384D6}"/>
              </a:ext>
            </a:extLst>
          </p:cNvPr>
          <p:cNvSpPr>
            <a:spLocks/>
          </p:cNvSpPr>
          <p:nvPr userDrawn="1"/>
        </p:nvSpPr>
        <p:spPr bwMode="auto">
          <a:xfrm>
            <a:off x="1963738" y="-6350"/>
            <a:ext cx="10228263" cy="6864350"/>
          </a:xfrm>
          <a:custGeom>
            <a:avLst/>
            <a:gdLst>
              <a:gd name="T0" fmla="*/ 0 w 6443"/>
              <a:gd name="T1" fmla="*/ 1274 h 4324"/>
              <a:gd name="T2" fmla="*/ 3508 w 6443"/>
              <a:gd name="T3" fmla="*/ 3301 h 4324"/>
              <a:gd name="T4" fmla="*/ 5278 w 6443"/>
              <a:gd name="T5" fmla="*/ 4324 h 4324"/>
              <a:gd name="T6" fmla="*/ 6443 w 6443"/>
              <a:gd name="T7" fmla="*/ 4324 h 4324"/>
              <a:gd name="T8" fmla="*/ 6443 w 6443"/>
              <a:gd name="T9" fmla="*/ 943 h 4324"/>
              <a:gd name="T10" fmla="*/ 4811 w 6443"/>
              <a:gd name="T11" fmla="*/ 0 h 4324"/>
              <a:gd name="T12" fmla="*/ 2204 w 6443"/>
              <a:gd name="T13" fmla="*/ 0 h 4324"/>
              <a:gd name="T14" fmla="*/ 0 w 6443"/>
              <a:gd name="T15" fmla="*/ 1274 h 43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443" h="4324">
                <a:moveTo>
                  <a:pt x="0" y="1274"/>
                </a:moveTo>
                <a:lnTo>
                  <a:pt x="3508" y="3301"/>
                </a:lnTo>
                <a:lnTo>
                  <a:pt x="5278" y="4324"/>
                </a:lnTo>
                <a:lnTo>
                  <a:pt x="6443" y="4324"/>
                </a:lnTo>
                <a:lnTo>
                  <a:pt x="6443" y="943"/>
                </a:lnTo>
                <a:lnTo>
                  <a:pt x="4811" y="0"/>
                </a:lnTo>
                <a:lnTo>
                  <a:pt x="2204" y="0"/>
                </a:lnTo>
                <a:lnTo>
                  <a:pt x="0" y="1274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" name="Freeform 13">
            <a:extLst>
              <a:ext uri="{FF2B5EF4-FFF2-40B4-BE49-F238E27FC236}">
                <a16:creationId xmlns:a16="http://schemas.microsoft.com/office/drawing/2014/main" id="{3B2C9699-472D-40B9-B0BC-7257ADD495D6}"/>
              </a:ext>
            </a:extLst>
          </p:cNvPr>
          <p:cNvSpPr>
            <a:spLocks/>
          </p:cNvSpPr>
          <p:nvPr userDrawn="1"/>
        </p:nvSpPr>
        <p:spPr bwMode="auto">
          <a:xfrm>
            <a:off x="1963738" y="2016125"/>
            <a:ext cx="5568950" cy="3217863"/>
          </a:xfrm>
          <a:custGeom>
            <a:avLst/>
            <a:gdLst>
              <a:gd name="T0" fmla="*/ 0 w 3508"/>
              <a:gd name="T1" fmla="*/ 0 h 2027"/>
              <a:gd name="T2" fmla="*/ 3508 w 3508"/>
              <a:gd name="T3" fmla="*/ 2027 h 2027"/>
              <a:gd name="T4" fmla="*/ 3508 w 3508"/>
              <a:gd name="T5" fmla="*/ 2027 h 2027"/>
              <a:gd name="T6" fmla="*/ 3508 w 3508"/>
              <a:gd name="T7" fmla="*/ 2027 h 2027"/>
              <a:gd name="T8" fmla="*/ 3508 w 3508"/>
              <a:gd name="T9" fmla="*/ 2027 h 2027"/>
              <a:gd name="T10" fmla="*/ 3508 w 3508"/>
              <a:gd name="T11" fmla="*/ 2027 h 2027"/>
              <a:gd name="T12" fmla="*/ 3508 w 3508"/>
              <a:gd name="T13" fmla="*/ 2027 h 2027"/>
              <a:gd name="T14" fmla="*/ 3508 w 3508"/>
              <a:gd name="T15" fmla="*/ 2027 h 2027"/>
              <a:gd name="T16" fmla="*/ 3508 w 3508"/>
              <a:gd name="T17" fmla="*/ 2027 h 2027"/>
              <a:gd name="T18" fmla="*/ 0 w 3508"/>
              <a:gd name="T19" fmla="*/ 0 h 20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508" h="2027">
                <a:moveTo>
                  <a:pt x="0" y="0"/>
                </a:move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0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" name="Freeform 14">
            <a:extLst>
              <a:ext uri="{FF2B5EF4-FFF2-40B4-BE49-F238E27FC236}">
                <a16:creationId xmlns:a16="http://schemas.microsoft.com/office/drawing/2014/main" id="{22D4561F-EFDE-4FEB-80DD-E01607FF6C86}"/>
              </a:ext>
            </a:extLst>
          </p:cNvPr>
          <p:cNvSpPr>
            <a:spLocks/>
          </p:cNvSpPr>
          <p:nvPr userDrawn="1"/>
        </p:nvSpPr>
        <p:spPr bwMode="auto">
          <a:xfrm>
            <a:off x="1963738" y="2016125"/>
            <a:ext cx="5568950" cy="3217863"/>
          </a:xfrm>
          <a:custGeom>
            <a:avLst/>
            <a:gdLst>
              <a:gd name="T0" fmla="*/ 0 w 3508"/>
              <a:gd name="T1" fmla="*/ 0 h 2027"/>
              <a:gd name="T2" fmla="*/ 3508 w 3508"/>
              <a:gd name="T3" fmla="*/ 2027 h 2027"/>
              <a:gd name="T4" fmla="*/ 3508 w 3508"/>
              <a:gd name="T5" fmla="*/ 2027 h 2027"/>
              <a:gd name="T6" fmla="*/ 3508 w 3508"/>
              <a:gd name="T7" fmla="*/ 2027 h 2027"/>
              <a:gd name="T8" fmla="*/ 3508 w 3508"/>
              <a:gd name="T9" fmla="*/ 2027 h 2027"/>
              <a:gd name="T10" fmla="*/ 3508 w 3508"/>
              <a:gd name="T11" fmla="*/ 2027 h 2027"/>
              <a:gd name="T12" fmla="*/ 3508 w 3508"/>
              <a:gd name="T13" fmla="*/ 2027 h 2027"/>
              <a:gd name="T14" fmla="*/ 3508 w 3508"/>
              <a:gd name="T15" fmla="*/ 2027 h 2027"/>
              <a:gd name="T16" fmla="*/ 3508 w 3508"/>
              <a:gd name="T17" fmla="*/ 2027 h 2027"/>
              <a:gd name="T18" fmla="*/ 0 w 3508"/>
              <a:gd name="T19" fmla="*/ 0 h 20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508" h="2027">
                <a:moveTo>
                  <a:pt x="0" y="0"/>
                </a:move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" name="Freeform 15">
            <a:extLst>
              <a:ext uri="{FF2B5EF4-FFF2-40B4-BE49-F238E27FC236}">
                <a16:creationId xmlns:a16="http://schemas.microsoft.com/office/drawing/2014/main" id="{6208C78A-0A60-4E16-8004-30C5FACA304D}"/>
              </a:ext>
            </a:extLst>
          </p:cNvPr>
          <p:cNvSpPr>
            <a:spLocks/>
          </p:cNvSpPr>
          <p:nvPr userDrawn="1"/>
        </p:nvSpPr>
        <p:spPr bwMode="auto">
          <a:xfrm>
            <a:off x="9601200" y="-6350"/>
            <a:ext cx="2590800" cy="1497013"/>
          </a:xfrm>
          <a:custGeom>
            <a:avLst/>
            <a:gdLst>
              <a:gd name="T0" fmla="*/ 0 w 1632"/>
              <a:gd name="T1" fmla="*/ 0 h 943"/>
              <a:gd name="T2" fmla="*/ 0 w 1632"/>
              <a:gd name="T3" fmla="*/ 0 h 943"/>
              <a:gd name="T4" fmla="*/ 1632 w 1632"/>
              <a:gd name="T5" fmla="*/ 943 h 943"/>
              <a:gd name="T6" fmla="*/ 0 w 1632"/>
              <a:gd name="T7" fmla="*/ 0 h 9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32" h="943">
                <a:moveTo>
                  <a:pt x="0" y="0"/>
                </a:moveTo>
                <a:lnTo>
                  <a:pt x="0" y="0"/>
                </a:lnTo>
                <a:lnTo>
                  <a:pt x="1632" y="943"/>
                </a:lnTo>
                <a:lnTo>
                  <a:pt x="0" y="0"/>
                </a:lnTo>
                <a:close/>
              </a:path>
            </a:pathLst>
          </a:custGeom>
          <a:solidFill>
            <a:srgbClr val="E4E4E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" name="Freeform 16">
            <a:extLst>
              <a:ext uri="{FF2B5EF4-FFF2-40B4-BE49-F238E27FC236}">
                <a16:creationId xmlns:a16="http://schemas.microsoft.com/office/drawing/2014/main" id="{A9812D5D-0F61-4020-B467-A07A5AB71F43}"/>
              </a:ext>
            </a:extLst>
          </p:cNvPr>
          <p:cNvSpPr>
            <a:spLocks/>
          </p:cNvSpPr>
          <p:nvPr userDrawn="1"/>
        </p:nvSpPr>
        <p:spPr bwMode="auto">
          <a:xfrm>
            <a:off x="9601200" y="-6350"/>
            <a:ext cx="2590800" cy="1497013"/>
          </a:xfrm>
          <a:custGeom>
            <a:avLst/>
            <a:gdLst>
              <a:gd name="T0" fmla="*/ 0 w 1632"/>
              <a:gd name="T1" fmla="*/ 0 h 943"/>
              <a:gd name="T2" fmla="*/ 0 w 1632"/>
              <a:gd name="T3" fmla="*/ 0 h 943"/>
              <a:gd name="T4" fmla="*/ 1632 w 1632"/>
              <a:gd name="T5" fmla="*/ 943 h 943"/>
              <a:gd name="T6" fmla="*/ 0 w 1632"/>
              <a:gd name="T7" fmla="*/ 0 h 9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32" h="943">
                <a:moveTo>
                  <a:pt x="0" y="0"/>
                </a:moveTo>
                <a:lnTo>
                  <a:pt x="0" y="0"/>
                </a:lnTo>
                <a:lnTo>
                  <a:pt x="1632" y="943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" name="Freeform 17">
            <a:extLst>
              <a:ext uri="{FF2B5EF4-FFF2-40B4-BE49-F238E27FC236}">
                <a16:creationId xmlns:a16="http://schemas.microsoft.com/office/drawing/2014/main" id="{9B743E3B-CFE7-4EE2-AD87-5A0428BF71F1}"/>
              </a:ext>
            </a:extLst>
          </p:cNvPr>
          <p:cNvSpPr>
            <a:spLocks/>
          </p:cNvSpPr>
          <p:nvPr userDrawn="1"/>
        </p:nvSpPr>
        <p:spPr bwMode="auto">
          <a:xfrm>
            <a:off x="9601200" y="-6350"/>
            <a:ext cx="2590800" cy="1497013"/>
          </a:xfrm>
          <a:custGeom>
            <a:avLst/>
            <a:gdLst>
              <a:gd name="T0" fmla="*/ 0 w 1632"/>
              <a:gd name="T1" fmla="*/ 0 h 943"/>
              <a:gd name="T2" fmla="*/ 0 w 1632"/>
              <a:gd name="T3" fmla="*/ 0 h 943"/>
              <a:gd name="T4" fmla="*/ 1632 w 1632"/>
              <a:gd name="T5" fmla="*/ 943 h 943"/>
              <a:gd name="T6" fmla="*/ 0 w 1632"/>
              <a:gd name="T7" fmla="*/ 0 h 9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32" h="943">
                <a:moveTo>
                  <a:pt x="0" y="0"/>
                </a:moveTo>
                <a:lnTo>
                  <a:pt x="0" y="0"/>
                </a:lnTo>
                <a:lnTo>
                  <a:pt x="1632" y="943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" name="Freeform 18">
            <a:extLst>
              <a:ext uri="{FF2B5EF4-FFF2-40B4-BE49-F238E27FC236}">
                <a16:creationId xmlns:a16="http://schemas.microsoft.com/office/drawing/2014/main" id="{71919039-660A-4B9D-9B0F-47A476ECC109}"/>
              </a:ext>
            </a:extLst>
          </p:cNvPr>
          <p:cNvSpPr>
            <a:spLocks/>
          </p:cNvSpPr>
          <p:nvPr userDrawn="1"/>
        </p:nvSpPr>
        <p:spPr bwMode="auto">
          <a:xfrm>
            <a:off x="9601200" y="-6350"/>
            <a:ext cx="2590800" cy="1497013"/>
          </a:xfrm>
          <a:custGeom>
            <a:avLst/>
            <a:gdLst>
              <a:gd name="T0" fmla="*/ 0 w 1632"/>
              <a:gd name="T1" fmla="*/ 0 h 943"/>
              <a:gd name="T2" fmla="*/ 0 w 1632"/>
              <a:gd name="T3" fmla="*/ 0 h 943"/>
              <a:gd name="T4" fmla="*/ 1632 w 1632"/>
              <a:gd name="T5" fmla="*/ 943 h 943"/>
              <a:gd name="T6" fmla="*/ 0 w 1632"/>
              <a:gd name="T7" fmla="*/ 0 h 9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32" h="943">
                <a:moveTo>
                  <a:pt x="0" y="0"/>
                </a:moveTo>
                <a:lnTo>
                  <a:pt x="0" y="0"/>
                </a:lnTo>
                <a:lnTo>
                  <a:pt x="1632" y="943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" name="Freeform 21">
            <a:extLst>
              <a:ext uri="{FF2B5EF4-FFF2-40B4-BE49-F238E27FC236}">
                <a16:creationId xmlns:a16="http://schemas.microsoft.com/office/drawing/2014/main" id="{50BE09BF-0C71-41C5-9989-74D87D2DBE85}"/>
              </a:ext>
            </a:extLst>
          </p:cNvPr>
          <p:cNvSpPr>
            <a:spLocks/>
          </p:cNvSpPr>
          <p:nvPr userDrawn="1"/>
        </p:nvSpPr>
        <p:spPr bwMode="auto">
          <a:xfrm>
            <a:off x="4721225" y="5233987"/>
            <a:ext cx="5621338" cy="1624013"/>
          </a:xfrm>
          <a:custGeom>
            <a:avLst/>
            <a:gdLst>
              <a:gd name="T0" fmla="*/ 1771 w 3541"/>
              <a:gd name="T1" fmla="*/ 0 h 1023"/>
              <a:gd name="T2" fmla="*/ 0 w 3541"/>
              <a:gd name="T3" fmla="*/ 1023 h 1023"/>
              <a:gd name="T4" fmla="*/ 3541 w 3541"/>
              <a:gd name="T5" fmla="*/ 1023 h 1023"/>
              <a:gd name="T6" fmla="*/ 1771 w 3541"/>
              <a:gd name="T7" fmla="*/ 0 h 10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541" h="1023">
                <a:moveTo>
                  <a:pt x="1771" y="0"/>
                </a:moveTo>
                <a:lnTo>
                  <a:pt x="0" y="1023"/>
                </a:lnTo>
                <a:lnTo>
                  <a:pt x="3541" y="1023"/>
                </a:lnTo>
                <a:lnTo>
                  <a:pt x="1771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" name="Freeform 22">
            <a:extLst>
              <a:ext uri="{FF2B5EF4-FFF2-40B4-BE49-F238E27FC236}">
                <a16:creationId xmlns:a16="http://schemas.microsoft.com/office/drawing/2014/main" id="{2C1E1CE7-3982-4AB6-9082-82835851AFA6}"/>
              </a:ext>
            </a:extLst>
          </p:cNvPr>
          <p:cNvSpPr>
            <a:spLocks/>
          </p:cNvSpPr>
          <p:nvPr userDrawn="1"/>
        </p:nvSpPr>
        <p:spPr bwMode="auto">
          <a:xfrm>
            <a:off x="4721225" y="5233987"/>
            <a:ext cx="2811463" cy="1624013"/>
          </a:xfrm>
          <a:custGeom>
            <a:avLst/>
            <a:gdLst>
              <a:gd name="T0" fmla="*/ 1771 w 1771"/>
              <a:gd name="T1" fmla="*/ 0 h 1023"/>
              <a:gd name="T2" fmla="*/ 0 w 1771"/>
              <a:gd name="T3" fmla="*/ 1023 h 1023"/>
              <a:gd name="T4" fmla="*/ 0 w 1771"/>
              <a:gd name="T5" fmla="*/ 1023 h 1023"/>
              <a:gd name="T6" fmla="*/ 1771 w 1771"/>
              <a:gd name="T7" fmla="*/ 0 h 10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771" h="1023">
                <a:moveTo>
                  <a:pt x="1771" y="0"/>
                </a:moveTo>
                <a:lnTo>
                  <a:pt x="0" y="1023"/>
                </a:lnTo>
                <a:lnTo>
                  <a:pt x="0" y="1023"/>
                </a:lnTo>
                <a:lnTo>
                  <a:pt x="1771" y="0"/>
                </a:lnTo>
                <a:close/>
              </a:path>
            </a:pathLst>
          </a:custGeom>
          <a:solidFill>
            <a:srgbClr val="D2D2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0" name="Freeform 23">
            <a:extLst>
              <a:ext uri="{FF2B5EF4-FFF2-40B4-BE49-F238E27FC236}">
                <a16:creationId xmlns:a16="http://schemas.microsoft.com/office/drawing/2014/main" id="{277D336D-2AB1-48CA-86AA-0552F6A6E763}"/>
              </a:ext>
            </a:extLst>
          </p:cNvPr>
          <p:cNvSpPr>
            <a:spLocks/>
          </p:cNvSpPr>
          <p:nvPr userDrawn="1"/>
        </p:nvSpPr>
        <p:spPr bwMode="auto">
          <a:xfrm>
            <a:off x="4721225" y="5233987"/>
            <a:ext cx="2811463" cy="1624013"/>
          </a:xfrm>
          <a:custGeom>
            <a:avLst/>
            <a:gdLst>
              <a:gd name="T0" fmla="*/ 1771 w 1771"/>
              <a:gd name="T1" fmla="*/ 0 h 1023"/>
              <a:gd name="T2" fmla="*/ 0 w 1771"/>
              <a:gd name="T3" fmla="*/ 1023 h 1023"/>
              <a:gd name="T4" fmla="*/ 0 w 1771"/>
              <a:gd name="T5" fmla="*/ 1023 h 1023"/>
              <a:gd name="T6" fmla="*/ 1771 w 1771"/>
              <a:gd name="T7" fmla="*/ 0 h 10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771" h="1023">
                <a:moveTo>
                  <a:pt x="1771" y="0"/>
                </a:moveTo>
                <a:lnTo>
                  <a:pt x="0" y="1023"/>
                </a:lnTo>
                <a:lnTo>
                  <a:pt x="0" y="1023"/>
                </a:lnTo>
                <a:lnTo>
                  <a:pt x="1771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" name="Freeform 24">
            <a:extLst>
              <a:ext uri="{FF2B5EF4-FFF2-40B4-BE49-F238E27FC236}">
                <a16:creationId xmlns:a16="http://schemas.microsoft.com/office/drawing/2014/main" id="{EDAD5260-CE3B-4B3A-93DC-55B702B00643}"/>
              </a:ext>
            </a:extLst>
          </p:cNvPr>
          <p:cNvSpPr>
            <a:spLocks/>
          </p:cNvSpPr>
          <p:nvPr userDrawn="1"/>
        </p:nvSpPr>
        <p:spPr bwMode="auto">
          <a:xfrm>
            <a:off x="7532688" y="5233987"/>
            <a:ext cx="2809875" cy="1624013"/>
          </a:xfrm>
          <a:custGeom>
            <a:avLst/>
            <a:gdLst>
              <a:gd name="T0" fmla="*/ 0 w 1770"/>
              <a:gd name="T1" fmla="*/ 0 h 1023"/>
              <a:gd name="T2" fmla="*/ 0 w 1770"/>
              <a:gd name="T3" fmla="*/ 0 h 1023"/>
              <a:gd name="T4" fmla="*/ 1770 w 1770"/>
              <a:gd name="T5" fmla="*/ 1023 h 1023"/>
              <a:gd name="T6" fmla="*/ 1770 w 1770"/>
              <a:gd name="T7" fmla="*/ 1023 h 1023"/>
              <a:gd name="T8" fmla="*/ 0 w 1770"/>
              <a:gd name="T9" fmla="*/ 0 h 10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70" h="1023">
                <a:moveTo>
                  <a:pt x="0" y="0"/>
                </a:moveTo>
                <a:lnTo>
                  <a:pt x="0" y="0"/>
                </a:lnTo>
                <a:lnTo>
                  <a:pt x="1770" y="1023"/>
                </a:lnTo>
                <a:lnTo>
                  <a:pt x="1770" y="1023"/>
                </a:lnTo>
                <a:lnTo>
                  <a:pt x="0" y="0"/>
                </a:lnTo>
                <a:close/>
              </a:path>
            </a:pathLst>
          </a:custGeom>
          <a:solidFill>
            <a:srgbClr val="DCDCD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" name="Freeform 25">
            <a:extLst>
              <a:ext uri="{FF2B5EF4-FFF2-40B4-BE49-F238E27FC236}">
                <a16:creationId xmlns:a16="http://schemas.microsoft.com/office/drawing/2014/main" id="{B211343B-293B-4285-80C9-6DE1679890F8}"/>
              </a:ext>
            </a:extLst>
          </p:cNvPr>
          <p:cNvSpPr>
            <a:spLocks/>
          </p:cNvSpPr>
          <p:nvPr userDrawn="1"/>
        </p:nvSpPr>
        <p:spPr bwMode="auto">
          <a:xfrm>
            <a:off x="7532688" y="5233987"/>
            <a:ext cx="2809875" cy="1624013"/>
          </a:xfrm>
          <a:custGeom>
            <a:avLst/>
            <a:gdLst>
              <a:gd name="T0" fmla="*/ 0 w 1770"/>
              <a:gd name="T1" fmla="*/ 0 h 1023"/>
              <a:gd name="T2" fmla="*/ 0 w 1770"/>
              <a:gd name="T3" fmla="*/ 0 h 1023"/>
              <a:gd name="T4" fmla="*/ 1770 w 1770"/>
              <a:gd name="T5" fmla="*/ 1023 h 1023"/>
              <a:gd name="T6" fmla="*/ 1770 w 1770"/>
              <a:gd name="T7" fmla="*/ 1023 h 1023"/>
              <a:gd name="T8" fmla="*/ 0 w 1770"/>
              <a:gd name="T9" fmla="*/ 0 h 10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70" h="1023">
                <a:moveTo>
                  <a:pt x="0" y="0"/>
                </a:moveTo>
                <a:lnTo>
                  <a:pt x="0" y="0"/>
                </a:lnTo>
                <a:lnTo>
                  <a:pt x="1770" y="1023"/>
                </a:lnTo>
                <a:lnTo>
                  <a:pt x="1770" y="1023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" name="Freeform 26">
            <a:extLst>
              <a:ext uri="{FF2B5EF4-FFF2-40B4-BE49-F238E27FC236}">
                <a16:creationId xmlns:a16="http://schemas.microsoft.com/office/drawing/2014/main" id="{BC5C5C0C-0FC6-43DF-A5C8-17EE4E05FDD6}"/>
              </a:ext>
            </a:extLst>
          </p:cNvPr>
          <p:cNvSpPr>
            <a:spLocks/>
          </p:cNvSpPr>
          <p:nvPr userDrawn="1"/>
        </p:nvSpPr>
        <p:spPr bwMode="auto">
          <a:xfrm>
            <a:off x="7532688" y="5233987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B5B5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" name="Freeform 27">
            <a:extLst>
              <a:ext uri="{FF2B5EF4-FFF2-40B4-BE49-F238E27FC236}">
                <a16:creationId xmlns:a16="http://schemas.microsoft.com/office/drawing/2014/main" id="{B5C362F9-2D85-47D8-A0BD-3A889F6E0914}"/>
              </a:ext>
            </a:extLst>
          </p:cNvPr>
          <p:cNvSpPr>
            <a:spLocks/>
          </p:cNvSpPr>
          <p:nvPr userDrawn="1"/>
        </p:nvSpPr>
        <p:spPr bwMode="auto">
          <a:xfrm>
            <a:off x="7532688" y="5233987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Line 28">
            <a:extLst>
              <a:ext uri="{FF2B5EF4-FFF2-40B4-BE49-F238E27FC236}">
                <a16:creationId xmlns:a16="http://schemas.microsoft.com/office/drawing/2014/main" id="{631EC517-5415-4B7D-A2EB-4A9F146E918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532688" y="5233987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" name="Line 29">
            <a:extLst>
              <a:ext uri="{FF2B5EF4-FFF2-40B4-BE49-F238E27FC236}">
                <a16:creationId xmlns:a16="http://schemas.microsoft.com/office/drawing/2014/main" id="{936D8EFB-5B56-45FE-B374-FC32CCFE4AB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532688" y="5233987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" name="Freeform 30">
            <a:extLst>
              <a:ext uri="{FF2B5EF4-FFF2-40B4-BE49-F238E27FC236}">
                <a16:creationId xmlns:a16="http://schemas.microsoft.com/office/drawing/2014/main" id="{51D3BABA-2154-446C-B57E-AA2B4D7C7ADB}"/>
              </a:ext>
            </a:extLst>
          </p:cNvPr>
          <p:cNvSpPr>
            <a:spLocks/>
          </p:cNvSpPr>
          <p:nvPr userDrawn="1"/>
        </p:nvSpPr>
        <p:spPr bwMode="auto">
          <a:xfrm>
            <a:off x="7532688" y="5233987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BEBEB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" name="Freeform 31">
            <a:extLst>
              <a:ext uri="{FF2B5EF4-FFF2-40B4-BE49-F238E27FC236}">
                <a16:creationId xmlns:a16="http://schemas.microsoft.com/office/drawing/2014/main" id="{21F91B4E-F1CE-4F42-A5C6-4664DDC3114B}"/>
              </a:ext>
            </a:extLst>
          </p:cNvPr>
          <p:cNvSpPr>
            <a:spLocks/>
          </p:cNvSpPr>
          <p:nvPr userDrawn="1"/>
        </p:nvSpPr>
        <p:spPr bwMode="auto">
          <a:xfrm>
            <a:off x="7532688" y="5233987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" name="Line 32">
            <a:extLst>
              <a:ext uri="{FF2B5EF4-FFF2-40B4-BE49-F238E27FC236}">
                <a16:creationId xmlns:a16="http://schemas.microsoft.com/office/drawing/2014/main" id="{72808925-0863-43CB-9D48-6443F968C436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532688" y="5233987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0" name="Line 33">
            <a:extLst>
              <a:ext uri="{FF2B5EF4-FFF2-40B4-BE49-F238E27FC236}">
                <a16:creationId xmlns:a16="http://schemas.microsoft.com/office/drawing/2014/main" id="{8D783D5C-0818-4003-A378-B44EA7327EE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532688" y="5233987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1" name="Freeform 34">
            <a:extLst>
              <a:ext uri="{FF2B5EF4-FFF2-40B4-BE49-F238E27FC236}">
                <a16:creationId xmlns:a16="http://schemas.microsoft.com/office/drawing/2014/main" id="{CB5EA980-AAC8-4678-B806-4B35AD6A9BC8}"/>
              </a:ext>
            </a:extLst>
          </p:cNvPr>
          <p:cNvSpPr>
            <a:spLocks/>
          </p:cNvSpPr>
          <p:nvPr userDrawn="1"/>
        </p:nvSpPr>
        <p:spPr bwMode="auto">
          <a:xfrm>
            <a:off x="7532688" y="5233987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C1C1C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Freeform 35">
            <a:extLst>
              <a:ext uri="{FF2B5EF4-FFF2-40B4-BE49-F238E27FC236}">
                <a16:creationId xmlns:a16="http://schemas.microsoft.com/office/drawing/2014/main" id="{61DE02E4-CE75-4107-B78F-DC52DB499B96}"/>
              </a:ext>
            </a:extLst>
          </p:cNvPr>
          <p:cNvSpPr>
            <a:spLocks/>
          </p:cNvSpPr>
          <p:nvPr userDrawn="1"/>
        </p:nvSpPr>
        <p:spPr bwMode="auto">
          <a:xfrm>
            <a:off x="7532688" y="5233987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Line 36">
            <a:extLst>
              <a:ext uri="{FF2B5EF4-FFF2-40B4-BE49-F238E27FC236}">
                <a16:creationId xmlns:a16="http://schemas.microsoft.com/office/drawing/2014/main" id="{62A7C76B-C053-4849-9F66-9F6E847E77F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532688" y="5233987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4" name="Line 37">
            <a:extLst>
              <a:ext uri="{FF2B5EF4-FFF2-40B4-BE49-F238E27FC236}">
                <a16:creationId xmlns:a16="http://schemas.microsoft.com/office/drawing/2014/main" id="{5E4A7D05-1D09-4623-A661-1F8A39ABCED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532688" y="5233987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2872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1_Breaker slide - light gra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54">
            <a:extLst>
              <a:ext uri="{FF2B5EF4-FFF2-40B4-BE49-F238E27FC236}">
                <a16:creationId xmlns:a16="http://schemas.microsoft.com/office/drawing/2014/main" id="{71F047AA-2753-4C31-937B-F7C2A6F5BB41}"/>
              </a:ext>
            </a:extLst>
          </p:cNvPr>
          <p:cNvGrpSpPr/>
          <p:nvPr userDrawn="1"/>
        </p:nvGrpSpPr>
        <p:grpSpPr>
          <a:xfrm>
            <a:off x="-9183" y="3278"/>
            <a:ext cx="12192001" cy="6864350"/>
            <a:chOff x="0" y="-6350"/>
            <a:chExt cx="12192001" cy="6864350"/>
          </a:xfrm>
        </p:grpSpPr>
        <p:sp>
          <p:nvSpPr>
            <p:cNvPr id="56" name="Freeform 5">
              <a:extLst>
                <a:ext uri="{FF2B5EF4-FFF2-40B4-BE49-F238E27FC236}">
                  <a16:creationId xmlns:a16="http://schemas.microsoft.com/office/drawing/2014/main" id="{2668ACD1-E923-41A7-8C8B-CFDB0E5C5C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3738" y="2016125"/>
              <a:ext cx="5568950" cy="4841875"/>
            </a:xfrm>
            <a:custGeom>
              <a:avLst/>
              <a:gdLst>
                <a:gd name="T0" fmla="*/ 0 w 3508"/>
                <a:gd name="T1" fmla="*/ 0 h 3050"/>
                <a:gd name="T2" fmla="*/ 0 w 3508"/>
                <a:gd name="T3" fmla="*/ 3050 h 3050"/>
                <a:gd name="T4" fmla="*/ 1737 w 3508"/>
                <a:gd name="T5" fmla="*/ 3050 h 3050"/>
                <a:gd name="T6" fmla="*/ 3508 w 3508"/>
                <a:gd name="T7" fmla="*/ 2027 h 3050"/>
                <a:gd name="T8" fmla="*/ 0 w 3508"/>
                <a:gd name="T9" fmla="*/ 0 h 30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08" h="3050">
                  <a:moveTo>
                    <a:pt x="0" y="0"/>
                  </a:moveTo>
                  <a:lnTo>
                    <a:pt x="0" y="3050"/>
                  </a:lnTo>
                  <a:lnTo>
                    <a:pt x="1737" y="3050"/>
                  </a:lnTo>
                  <a:lnTo>
                    <a:pt x="3508" y="20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7">
              <a:extLst>
                <a:ext uri="{FF2B5EF4-FFF2-40B4-BE49-F238E27FC236}">
                  <a16:creationId xmlns:a16="http://schemas.microsoft.com/office/drawing/2014/main" id="{E350CCF4-74B9-4CBF-8D46-5E5574C3CB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-6350"/>
              <a:ext cx="5462588" cy="2022475"/>
            </a:xfrm>
            <a:custGeom>
              <a:avLst/>
              <a:gdLst>
                <a:gd name="T0" fmla="*/ 3441 w 3441"/>
                <a:gd name="T1" fmla="*/ 0 h 1274"/>
                <a:gd name="T2" fmla="*/ 0 w 3441"/>
                <a:gd name="T3" fmla="*/ 0 h 1274"/>
                <a:gd name="T4" fmla="*/ 0 w 3441"/>
                <a:gd name="T5" fmla="*/ 559 h 1274"/>
                <a:gd name="T6" fmla="*/ 1237 w 3441"/>
                <a:gd name="T7" fmla="*/ 1274 h 1274"/>
                <a:gd name="T8" fmla="*/ 3441 w 3441"/>
                <a:gd name="T9" fmla="*/ 0 h 1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41" h="1274">
                  <a:moveTo>
                    <a:pt x="3441" y="0"/>
                  </a:moveTo>
                  <a:lnTo>
                    <a:pt x="0" y="0"/>
                  </a:lnTo>
                  <a:lnTo>
                    <a:pt x="0" y="559"/>
                  </a:lnTo>
                  <a:lnTo>
                    <a:pt x="1237" y="1274"/>
                  </a:lnTo>
                  <a:lnTo>
                    <a:pt x="3441" y="0"/>
                  </a:lnTo>
                  <a:close/>
                </a:path>
              </a:pathLst>
            </a:custGeom>
            <a:solidFill>
              <a:srgbClr val="000000">
                <a:alpha val="7843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9">
              <a:extLst>
                <a:ext uri="{FF2B5EF4-FFF2-40B4-BE49-F238E27FC236}">
                  <a16:creationId xmlns:a16="http://schemas.microsoft.com/office/drawing/2014/main" id="{D13B5093-B5A9-48FA-9028-4E92FCB3E5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1200" y="-6350"/>
              <a:ext cx="2590800" cy="1497013"/>
            </a:xfrm>
            <a:custGeom>
              <a:avLst/>
              <a:gdLst>
                <a:gd name="T0" fmla="*/ 1632 w 1632"/>
                <a:gd name="T1" fmla="*/ 0 h 943"/>
                <a:gd name="T2" fmla="*/ 0 w 1632"/>
                <a:gd name="T3" fmla="*/ 0 h 943"/>
                <a:gd name="T4" fmla="*/ 1632 w 1632"/>
                <a:gd name="T5" fmla="*/ 943 h 943"/>
                <a:gd name="T6" fmla="*/ 1632 w 1632"/>
                <a:gd name="T7" fmla="*/ 0 h 9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32" h="943">
                  <a:moveTo>
                    <a:pt x="1632" y="0"/>
                  </a:moveTo>
                  <a:lnTo>
                    <a:pt x="0" y="0"/>
                  </a:lnTo>
                  <a:lnTo>
                    <a:pt x="1632" y="943"/>
                  </a:lnTo>
                  <a:lnTo>
                    <a:pt x="1632" y="0"/>
                  </a:lnTo>
                  <a:close/>
                </a:path>
              </a:pathLst>
            </a:custGeom>
            <a:solidFill>
              <a:srgbClr val="000000">
                <a:alpha val="7843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11">
              <a:extLst>
                <a:ext uri="{FF2B5EF4-FFF2-40B4-BE49-F238E27FC236}">
                  <a16:creationId xmlns:a16="http://schemas.microsoft.com/office/drawing/2014/main" id="{C758AF99-AC06-4C66-8C13-45D5863BFC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3738" y="-6350"/>
              <a:ext cx="10228263" cy="6864350"/>
            </a:xfrm>
            <a:custGeom>
              <a:avLst/>
              <a:gdLst>
                <a:gd name="T0" fmla="*/ 0 w 6443"/>
                <a:gd name="T1" fmla="*/ 1274 h 4324"/>
                <a:gd name="T2" fmla="*/ 3508 w 6443"/>
                <a:gd name="T3" fmla="*/ 3301 h 4324"/>
                <a:gd name="T4" fmla="*/ 5278 w 6443"/>
                <a:gd name="T5" fmla="*/ 4324 h 4324"/>
                <a:gd name="T6" fmla="*/ 6443 w 6443"/>
                <a:gd name="T7" fmla="*/ 4324 h 4324"/>
                <a:gd name="T8" fmla="*/ 6443 w 6443"/>
                <a:gd name="T9" fmla="*/ 943 h 4324"/>
                <a:gd name="T10" fmla="*/ 4811 w 6443"/>
                <a:gd name="T11" fmla="*/ 0 h 4324"/>
                <a:gd name="T12" fmla="*/ 2204 w 6443"/>
                <a:gd name="T13" fmla="*/ 0 h 4324"/>
                <a:gd name="T14" fmla="*/ 0 w 6443"/>
                <a:gd name="T15" fmla="*/ 1274 h 4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443" h="4324">
                  <a:moveTo>
                    <a:pt x="0" y="1274"/>
                  </a:moveTo>
                  <a:lnTo>
                    <a:pt x="3508" y="3301"/>
                  </a:lnTo>
                  <a:lnTo>
                    <a:pt x="5278" y="4324"/>
                  </a:lnTo>
                  <a:lnTo>
                    <a:pt x="6443" y="4324"/>
                  </a:lnTo>
                  <a:lnTo>
                    <a:pt x="6443" y="943"/>
                  </a:lnTo>
                  <a:lnTo>
                    <a:pt x="4811" y="0"/>
                  </a:lnTo>
                  <a:lnTo>
                    <a:pt x="2204" y="0"/>
                  </a:lnTo>
                  <a:lnTo>
                    <a:pt x="0" y="1274"/>
                  </a:lnTo>
                  <a:close/>
                </a:path>
              </a:pathLst>
            </a:custGeom>
            <a:solidFill>
              <a:srgbClr val="000000">
                <a:alpha val="16078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19">
              <a:extLst>
                <a:ext uri="{FF2B5EF4-FFF2-40B4-BE49-F238E27FC236}">
                  <a16:creationId xmlns:a16="http://schemas.microsoft.com/office/drawing/2014/main" id="{E64CFA6F-205E-40A3-B173-4C4787D966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881062"/>
              <a:ext cx="1963738" cy="5976938"/>
            </a:xfrm>
            <a:custGeom>
              <a:avLst/>
              <a:gdLst>
                <a:gd name="T0" fmla="*/ 0 w 1237"/>
                <a:gd name="T1" fmla="*/ 0 h 3765"/>
                <a:gd name="T2" fmla="*/ 0 w 1237"/>
                <a:gd name="T3" fmla="*/ 3765 h 3765"/>
                <a:gd name="T4" fmla="*/ 1237 w 1237"/>
                <a:gd name="T5" fmla="*/ 3765 h 3765"/>
                <a:gd name="T6" fmla="*/ 1237 w 1237"/>
                <a:gd name="T7" fmla="*/ 715 h 3765"/>
                <a:gd name="T8" fmla="*/ 0 w 1237"/>
                <a:gd name="T9" fmla="*/ 0 h 37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7" h="3765">
                  <a:moveTo>
                    <a:pt x="0" y="0"/>
                  </a:moveTo>
                  <a:lnTo>
                    <a:pt x="0" y="3765"/>
                  </a:lnTo>
                  <a:lnTo>
                    <a:pt x="1237" y="3765"/>
                  </a:lnTo>
                  <a:lnTo>
                    <a:pt x="1237" y="7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2157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0">
              <a:extLst>
                <a:ext uri="{FF2B5EF4-FFF2-40B4-BE49-F238E27FC236}">
                  <a16:creationId xmlns:a16="http://schemas.microsoft.com/office/drawing/2014/main" id="{ADF27179-F614-4A89-BA2E-398375AA66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21225" y="5233987"/>
              <a:ext cx="5621338" cy="1624013"/>
            </a:xfrm>
            <a:custGeom>
              <a:avLst/>
              <a:gdLst>
                <a:gd name="T0" fmla="*/ 1771 w 3541"/>
                <a:gd name="T1" fmla="*/ 0 h 1023"/>
                <a:gd name="T2" fmla="*/ 0 w 3541"/>
                <a:gd name="T3" fmla="*/ 1023 h 1023"/>
                <a:gd name="T4" fmla="*/ 3541 w 3541"/>
                <a:gd name="T5" fmla="*/ 1023 h 1023"/>
                <a:gd name="T6" fmla="*/ 1771 w 3541"/>
                <a:gd name="T7" fmla="*/ 0 h 1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41" h="1023">
                  <a:moveTo>
                    <a:pt x="1771" y="0"/>
                  </a:moveTo>
                  <a:lnTo>
                    <a:pt x="0" y="1023"/>
                  </a:lnTo>
                  <a:lnTo>
                    <a:pt x="3541" y="1023"/>
                  </a:lnTo>
                  <a:lnTo>
                    <a:pt x="1771" y="0"/>
                  </a:lnTo>
                  <a:close/>
                </a:path>
              </a:pathLst>
            </a:custGeom>
            <a:solidFill>
              <a:srgbClr val="000000">
                <a:alpha val="10196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1" name="Text Placeholder 19"/>
          <p:cNvSpPr>
            <a:spLocks noGrp="1"/>
          </p:cNvSpPr>
          <p:nvPr>
            <p:ph type="body" sz="quarter" idx="11" hasCustomPrompt="1"/>
          </p:nvPr>
        </p:nvSpPr>
        <p:spPr>
          <a:xfrm>
            <a:off x="672000" y="2385395"/>
            <a:ext cx="10848487" cy="3012105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4800"/>
              </a:lnSpc>
              <a:buNone/>
              <a:defRPr sz="4800" b="0" cap="all" spc="107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da-DK"/>
              <a:t>INSERT BREAKER TITLE HERE</a:t>
            </a:r>
            <a:endParaRPr lang="en-US"/>
          </a:p>
        </p:txBody>
      </p:sp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6BA917-7F09-4B8D-AF07-F52890C14046}" type="slidenum">
              <a:rPr lang="da-DK" smtClean="0"/>
              <a:pPr/>
              <a:t>‹#›</a:t>
            </a:fld>
            <a:endParaRPr lang="da-DK"/>
          </a:p>
        </p:txBody>
      </p:sp>
      <p:grpSp>
        <p:nvGrpSpPr>
          <p:cNvPr id="18" name="Gruppe 17"/>
          <p:cNvGrpSpPr>
            <a:grpSpLocks noChangeAspect="1"/>
          </p:cNvGrpSpPr>
          <p:nvPr/>
        </p:nvGrpSpPr>
        <p:grpSpPr>
          <a:xfrm>
            <a:off x="10343104" y="6422579"/>
            <a:ext cx="1176854" cy="202504"/>
            <a:chOff x="10056795" y="6368350"/>
            <a:chExt cx="1454739" cy="250316"/>
          </a:xfrm>
          <a:solidFill>
            <a:schemeClr val="tx1"/>
          </a:solidFill>
        </p:grpSpPr>
        <p:sp>
          <p:nvSpPr>
            <p:cNvPr id="19" name="Freeform 7"/>
            <p:cNvSpPr>
              <a:spLocks noEditPoints="1"/>
            </p:cNvSpPr>
            <p:nvPr userDrawn="1"/>
          </p:nvSpPr>
          <p:spPr bwMode="auto">
            <a:xfrm>
              <a:off x="10368784" y="6371977"/>
              <a:ext cx="1142750" cy="246689"/>
            </a:xfrm>
            <a:custGeom>
              <a:avLst/>
              <a:gdLst>
                <a:gd name="T0" fmla="*/ 116 w 431"/>
                <a:gd name="T1" fmla="*/ 33 h 93"/>
                <a:gd name="T2" fmla="*/ 103 w 431"/>
                <a:gd name="T3" fmla="*/ 24 h 93"/>
                <a:gd name="T4" fmla="*/ 116 w 431"/>
                <a:gd name="T5" fmla="*/ 75 h 93"/>
                <a:gd name="T6" fmla="*/ 128 w 431"/>
                <a:gd name="T7" fmla="*/ 32 h 93"/>
                <a:gd name="T8" fmla="*/ 139 w 431"/>
                <a:gd name="T9" fmla="*/ 75 h 93"/>
                <a:gd name="T10" fmla="*/ 152 w 431"/>
                <a:gd name="T11" fmla="*/ 48 h 93"/>
                <a:gd name="T12" fmla="*/ 174 w 431"/>
                <a:gd name="T13" fmla="*/ 45 h 93"/>
                <a:gd name="T14" fmla="*/ 188 w 431"/>
                <a:gd name="T15" fmla="*/ 75 h 93"/>
                <a:gd name="T16" fmla="*/ 169 w 431"/>
                <a:gd name="T17" fmla="*/ 23 h 93"/>
                <a:gd name="T18" fmla="*/ 133 w 431"/>
                <a:gd name="T19" fmla="*/ 23 h 93"/>
                <a:gd name="T20" fmla="*/ 238 w 431"/>
                <a:gd name="T21" fmla="*/ 0 h 93"/>
                <a:gd name="T22" fmla="*/ 238 w 431"/>
                <a:gd name="T23" fmla="*/ 76 h 93"/>
                <a:gd name="T24" fmla="*/ 260 w 431"/>
                <a:gd name="T25" fmla="*/ 61 h 93"/>
                <a:gd name="T26" fmla="*/ 213 w 431"/>
                <a:gd name="T27" fmla="*/ 37 h 93"/>
                <a:gd name="T28" fmla="*/ 259 w 431"/>
                <a:gd name="T29" fmla="*/ 14 h 93"/>
                <a:gd name="T30" fmla="*/ 54 w 431"/>
                <a:gd name="T31" fmla="*/ 3 h 93"/>
                <a:gd name="T32" fmla="*/ 0 w 431"/>
                <a:gd name="T33" fmla="*/ 21 h 93"/>
                <a:gd name="T34" fmla="*/ 36 w 431"/>
                <a:gd name="T35" fmla="*/ 45 h 93"/>
                <a:gd name="T36" fmla="*/ 27 w 431"/>
                <a:gd name="T37" fmla="*/ 66 h 93"/>
                <a:gd name="T38" fmla="*/ 1 w 431"/>
                <a:gd name="T39" fmla="*/ 72 h 93"/>
                <a:gd name="T40" fmla="*/ 60 w 431"/>
                <a:gd name="T41" fmla="*/ 54 h 93"/>
                <a:gd name="T42" fmla="*/ 26 w 431"/>
                <a:gd name="T43" fmla="*/ 30 h 93"/>
                <a:gd name="T44" fmla="*/ 33 w 431"/>
                <a:gd name="T45" fmla="*/ 9 h 93"/>
                <a:gd name="T46" fmla="*/ 54 w 431"/>
                <a:gd name="T47" fmla="*/ 3 h 93"/>
                <a:gd name="T48" fmla="*/ 390 w 431"/>
                <a:gd name="T49" fmla="*/ 49 h 93"/>
                <a:gd name="T50" fmla="*/ 417 w 431"/>
                <a:gd name="T51" fmla="*/ 49 h 93"/>
                <a:gd name="T52" fmla="*/ 376 w 431"/>
                <a:gd name="T53" fmla="*/ 93 h 93"/>
                <a:gd name="T54" fmla="*/ 389 w 431"/>
                <a:gd name="T55" fmla="*/ 67 h 93"/>
                <a:gd name="T56" fmla="*/ 431 w 431"/>
                <a:gd name="T57" fmla="*/ 49 h 93"/>
                <a:gd name="T58" fmla="*/ 389 w 431"/>
                <a:gd name="T59" fmla="*/ 33 h 93"/>
                <a:gd name="T60" fmla="*/ 376 w 431"/>
                <a:gd name="T61" fmla="*/ 24 h 93"/>
                <a:gd name="T62" fmla="*/ 334 w 431"/>
                <a:gd name="T63" fmla="*/ 75 h 93"/>
                <a:gd name="T64" fmla="*/ 347 w 431"/>
                <a:gd name="T65" fmla="*/ 47 h 93"/>
                <a:gd name="T66" fmla="*/ 368 w 431"/>
                <a:gd name="T67" fmla="*/ 24 h 93"/>
                <a:gd name="T68" fmla="*/ 347 w 431"/>
                <a:gd name="T69" fmla="*/ 24 h 93"/>
                <a:gd name="T70" fmla="*/ 334 w 431"/>
                <a:gd name="T71" fmla="*/ 75 h 93"/>
                <a:gd name="T72" fmla="*/ 282 w 431"/>
                <a:gd name="T73" fmla="*/ 49 h 93"/>
                <a:gd name="T74" fmla="*/ 309 w 431"/>
                <a:gd name="T75" fmla="*/ 49 h 93"/>
                <a:gd name="T76" fmla="*/ 268 w 431"/>
                <a:gd name="T77" fmla="*/ 50 h 93"/>
                <a:gd name="T78" fmla="*/ 323 w 431"/>
                <a:gd name="T79" fmla="*/ 49 h 93"/>
                <a:gd name="T80" fmla="*/ 268 w 431"/>
                <a:gd name="T81" fmla="*/ 50 h 93"/>
                <a:gd name="T82" fmla="*/ 86 w 431"/>
                <a:gd name="T83" fmla="*/ 75 h 93"/>
                <a:gd name="T84" fmla="*/ 73 w 431"/>
                <a:gd name="T85" fmla="*/ 24 h 93"/>
                <a:gd name="T86" fmla="*/ 73 w 431"/>
                <a:gd name="T87" fmla="*/ 14 h 93"/>
                <a:gd name="T88" fmla="*/ 86 w 431"/>
                <a:gd name="T89" fmla="*/ 1 h 93"/>
                <a:gd name="T90" fmla="*/ 73 w 431"/>
                <a:gd name="T91" fmla="*/ 1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31" h="93">
                  <a:moveTo>
                    <a:pt x="133" y="23"/>
                  </a:moveTo>
                  <a:cubicBezTo>
                    <a:pt x="117" y="23"/>
                    <a:pt x="116" y="33"/>
                    <a:pt x="116" y="33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75"/>
                    <a:pt x="103" y="75"/>
                    <a:pt x="103" y="75"/>
                  </a:cubicBezTo>
                  <a:cubicBezTo>
                    <a:pt x="116" y="75"/>
                    <a:pt x="116" y="75"/>
                    <a:pt x="116" y="75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35"/>
                    <a:pt x="121" y="32"/>
                    <a:pt x="128" y="32"/>
                  </a:cubicBezTo>
                  <a:cubicBezTo>
                    <a:pt x="136" y="32"/>
                    <a:pt x="139" y="34"/>
                    <a:pt x="139" y="45"/>
                  </a:cubicBezTo>
                  <a:cubicBezTo>
                    <a:pt x="139" y="75"/>
                    <a:pt x="139" y="75"/>
                    <a:pt x="139" y="75"/>
                  </a:cubicBezTo>
                  <a:cubicBezTo>
                    <a:pt x="152" y="75"/>
                    <a:pt x="152" y="75"/>
                    <a:pt x="152" y="75"/>
                  </a:cubicBezTo>
                  <a:cubicBezTo>
                    <a:pt x="152" y="48"/>
                    <a:pt x="152" y="48"/>
                    <a:pt x="152" y="48"/>
                  </a:cubicBezTo>
                  <a:cubicBezTo>
                    <a:pt x="152" y="35"/>
                    <a:pt x="156" y="32"/>
                    <a:pt x="164" y="32"/>
                  </a:cubicBezTo>
                  <a:cubicBezTo>
                    <a:pt x="172" y="32"/>
                    <a:pt x="174" y="34"/>
                    <a:pt x="174" y="45"/>
                  </a:cubicBezTo>
                  <a:cubicBezTo>
                    <a:pt x="174" y="75"/>
                    <a:pt x="174" y="75"/>
                    <a:pt x="174" y="75"/>
                  </a:cubicBezTo>
                  <a:cubicBezTo>
                    <a:pt x="188" y="75"/>
                    <a:pt x="188" y="75"/>
                    <a:pt x="188" y="75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8" y="28"/>
                    <a:pt x="182" y="23"/>
                    <a:pt x="169" y="23"/>
                  </a:cubicBezTo>
                  <a:cubicBezTo>
                    <a:pt x="153" y="23"/>
                    <a:pt x="151" y="33"/>
                    <a:pt x="151" y="33"/>
                  </a:cubicBezTo>
                  <a:cubicBezTo>
                    <a:pt x="148" y="26"/>
                    <a:pt x="143" y="23"/>
                    <a:pt x="133" y="23"/>
                  </a:cubicBezTo>
                  <a:moveTo>
                    <a:pt x="259" y="4"/>
                  </a:moveTo>
                  <a:cubicBezTo>
                    <a:pt x="259" y="4"/>
                    <a:pt x="251" y="0"/>
                    <a:pt x="238" y="0"/>
                  </a:cubicBezTo>
                  <a:cubicBezTo>
                    <a:pt x="214" y="0"/>
                    <a:pt x="199" y="11"/>
                    <a:pt x="199" y="38"/>
                  </a:cubicBezTo>
                  <a:cubicBezTo>
                    <a:pt x="199" y="65"/>
                    <a:pt x="211" y="76"/>
                    <a:pt x="238" y="76"/>
                  </a:cubicBezTo>
                  <a:cubicBezTo>
                    <a:pt x="253" y="76"/>
                    <a:pt x="260" y="72"/>
                    <a:pt x="260" y="72"/>
                  </a:cubicBezTo>
                  <a:cubicBezTo>
                    <a:pt x="260" y="61"/>
                    <a:pt x="260" y="61"/>
                    <a:pt x="260" y="61"/>
                  </a:cubicBezTo>
                  <a:cubicBezTo>
                    <a:pt x="260" y="61"/>
                    <a:pt x="253" y="66"/>
                    <a:pt x="240" y="66"/>
                  </a:cubicBezTo>
                  <a:cubicBezTo>
                    <a:pt x="223" y="66"/>
                    <a:pt x="213" y="60"/>
                    <a:pt x="213" y="37"/>
                  </a:cubicBezTo>
                  <a:cubicBezTo>
                    <a:pt x="213" y="17"/>
                    <a:pt x="220" y="10"/>
                    <a:pt x="239" y="10"/>
                  </a:cubicBezTo>
                  <a:cubicBezTo>
                    <a:pt x="250" y="10"/>
                    <a:pt x="259" y="14"/>
                    <a:pt x="259" y="14"/>
                  </a:cubicBezTo>
                  <a:lnTo>
                    <a:pt x="259" y="4"/>
                  </a:lnTo>
                  <a:close/>
                  <a:moveTo>
                    <a:pt x="54" y="3"/>
                  </a:moveTo>
                  <a:cubicBezTo>
                    <a:pt x="54" y="3"/>
                    <a:pt x="45" y="0"/>
                    <a:pt x="34" y="0"/>
                  </a:cubicBezTo>
                  <a:cubicBezTo>
                    <a:pt x="15" y="0"/>
                    <a:pt x="0" y="5"/>
                    <a:pt x="0" y="21"/>
                  </a:cubicBezTo>
                  <a:cubicBezTo>
                    <a:pt x="0" y="34"/>
                    <a:pt x="8" y="38"/>
                    <a:pt x="21" y="41"/>
                  </a:cubicBezTo>
                  <a:cubicBezTo>
                    <a:pt x="36" y="45"/>
                    <a:pt x="36" y="45"/>
                    <a:pt x="36" y="45"/>
                  </a:cubicBezTo>
                  <a:cubicBezTo>
                    <a:pt x="43" y="46"/>
                    <a:pt x="46" y="48"/>
                    <a:pt x="46" y="55"/>
                  </a:cubicBezTo>
                  <a:cubicBezTo>
                    <a:pt x="46" y="66"/>
                    <a:pt x="38" y="66"/>
                    <a:pt x="27" y="66"/>
                  </a:cubicBezTo>
                  <a:cubicBezTo>
                    <a:pt x="13" y="66"/>
                    <a:pt x="1" y="62"/>
                    <a:pt x="1" y="62"/>
                  </a:cubicBezTo>
                  <a:cubicBezTo>
                    <a:pt x="1" y="72"/>
                    <a:pt x="1" y="72"/>
                    <a:pt x="1" y="72"/>
                  </a:cubicBezTo>
                  <a:cubicBezTo>
                    <a:pt x="1" y="72"/>
                    <a:pt x="12" y="76"/>
                    <a:pt x="25" y="76"/>
                  </a:cubicBezTo>
                  <a:cubicBezTo>
                    <a:pt x="44" y="76"/>
                    <a:pt x="60" y="72"/>
                    <a:pt x="60" y="54"/>
                  </a:cubicBezTo>
                  <a:cubicBezTo>
                    <a:pt x="60" y="41"/>
                    <a:pt x="53" y="36"/>
                    <a:pt x="40" y="33"/>
                  </a:cubicBezTo>
                  <a:cubicBezTo>
                    <a:pt x="26" y="30"/>
                    <a:pt x="26" y="30"/>
                    <a:pt x="26" y="30"/>
                  </a:cubicBezTo>
                  <a:cubicBezTo>
                    <a:pt x="18" y="28"/>
                    <a:pt x="14" y="26"/>
                    <a:pt x="14" y="19"/>
                  </a:cubicBezTo>
                  <a:cubicBezTo>
                    <a:pt x="14" y="10"/>
                    <a:pt x="23" y="9"/>
                    <a:pt x="33" y="9"/>
                  </a:cubicBezTo>
                  <a:cubicBezTo>
                    <a:pt x="46" y="9"/>
                    <a:pt x="54" y="13"/>
                    <a:pt x="54" y="13"/>
                  </a:cubicBezTo>
                  <a:lnTo>
                    <a:pt x="54" y="3"/>
                  </a:lnTo>
                  <a:close/>
                  <a:moveTo>
                    <a:pt x="403" y="68"/>
                  </a:moveTo>
                  <a:cubicBezTo>
                    <a:pt x="392" y="68"/>
                    <a:pt x="390" y="61"/>
                    <a:pt x="390" y="49"/>
                  </a:cubicBezTo>
                  <a:cubicBezTo>
                    <a:pt x="390" y="38"/>
                    <a:pt x="392" y="31"/>
                    <a:pt x="403" y="31"/>
                  </a:cubicBezTo>
                  <a:cubicBezTo>
                    <a:pt x="414" y="31"/>
                    <a:pt x="417" y="38"/>
                    <a:pt x="417" y="49"/>
                  </a:cubicBezTo>
                  <a:cubicBezTo>
                    <a:pt x="417" y="62"/>
                    <a:pt x="414" y="68"/>
                    <a:pt x="403" y="68"/>
                  </a:cubicBezTo>
                  <a:moveTo>
                    <a:pt x="376" y="93"/>
                  </a:moveTo>
                  <a:cubicBezTo>
                    <a:pt x="389" y="93"/>
                    <a:pt x="389" y="93"/>
                    <a:pt x="389" y="93"/>
                  </a:cubicBezTo>
                  <a:cubicBezTo>
                    <a:pt x="389" y="67"/>
                    <a:pt x="389" y="67"/>
                    <a:pt x="389" y="67"/>
                  </a:cubicBezTo>
                  <a:cubicBezTo>
                    <a:pt x="389" y="67"/>
                    <a:pt x="391" y="76"/>
                    <a:pt x="406" y="76"/>
                  </a:cubicBezTo>
                  <a:cubicBezTo>
                    <a:pt x="423" y="76"/>
                    <a:pt x="431" y="68"/>
                    <a:pt x="431" y="49"/>
                  </a:cubicBezTo>
                  <a:cubicBezTo>
                    <a:pt x="431" y="31"/>
                    <a:pt x="424" y="23"/>
                    <a:pt x="408" y="23"/>
                  </a:cubicBezTo>
                  <a:cubicBezTo>
                    <a:pt x="391" y="23"/>
                    <a:pt x="389" y="33"/>
                    <a:pt x="389" y="33"/>
                  </a:cubicBezTo>
                  <a:cubicBezTo>
                    <a:pt x="389" y="24"/>
                    <a:pt x="389" y="24"/>
                    <a:pt x="389" y="24"/>
                  </a:cubicBezTo>
                  <a:cubicBezTo>
                    <a:pt x="376" y="24"/>
                    <a:pt x="376" y="24"/>
                    <a:pt x="376" y="24"/>
                  </a:cubicBezTo>
                  <a:lnTo>
                    <a:pt x="376" y="93"/>
                  </a:lnTo>
                  <a:close/>
                  <a:moveTo>
                    <a:pt x="334" y="75"/>
                  </a:moveTo>
                  <a:cubicBezTo>
                    <a:pt x="347" y="75"/>
                    <a:pt x="347" y="75"/>
                    <a:pt x="347" y="75"/>
                  </a:cubicBezTo>
                  <a:cubicBezTo>
                    <a:pt x="347" y="47"/>
                    <a:pt x="347" y="47"/>
                    <a:pt x="347" y="47"/>
                  </a:cubicBezTo>
                  <a:cubicBezTo>
                    <a:pt x="347" y="37"/>
                    <a:pt x="351" y="36"/>
                    <a:pt x="368" y="36"/>
                  </a:cubicBezTo>
                  <a:cubicBezTo>
                    <a:pt x="368" y="24"/>
                    <a:pt x="368" y="24"/>
                    <a:pt x="368" y="24"/>
                  </a:cubicBezTo>
                  <a:cubicBezTo>
                    <a:pt x="355" y="24"/>
                    <a:pt x="349" y="28"/>
                    <a:pt x="347" y="37"/>
                  </a:cubicBezTo>
                  <a:cubicBezTo>
                    <a:pt x="347" y="24"/>
                    <a:pt x="347" y="24"/>
                    <a:pt x="347" y="24"/>
                  </a:cubicBezTo>
                  <a:cubicBezTo>
                    <a:pt x="334" y="24"/>
                    <a:pt x="334" y="24"/>
                    <a:pt x="334" y="24"/>
                  </a:cubicBezTo>
                  <a:lnTo>
                    <a:pt x="334" y="75"/>
                  </a:lnTo>
                  <a:close/>
                  <a:moveTo>
                    <a:pt x="296" y="68"/>
                  </a:moveTo>
                  <a:cubicBezTo>
                    <a:pt x="284" y="68"/>
                    <a:pt x="282" y="63"/>
                    <a:pt x="282" y="49"/>
                  </a:cubicBezTo>
                  <a:cubicBezTo>
                    <a:pt x="282" y="36"/>
                    <a:pt x="284" y="30"/>
                    <a:pt x="295" y="30"/>
                  </a:cubicBezTo>
                  <a:cubicBezTo>
                    <a:pt x="307" y="30"/>
                    <a:pt x="309" y="36"/>
                    <a:pt x="309" y="49"/>
                  </a:cubicBezTo>
                  <a:cubicBezTo>
                    <a:pt x="309" y="62"/>
                    <a:pt x="307" y="68"/>
                    <a:pt x="296" y="68"/>
                  </a:cubicBezTo>
                  <a:moveTo>
                    <a:pt x="268" y="50"/>
                  </a:moveTo>
                  <a:cubicBezTo>
                    <a:pt x="268" y="70"/>
                    <a:pt x="278" y="76"/>
                    <a:pt x="295" y="76"/>
                  </a:cubicBezTo>
                  <a:cubicBezTo>
                    <a:pt x="312" y="76"/>
                    <a:pt x="323" y="70"/>
                    <a:pt x="323" y="49"/>
                  </a:cubicBezTo>
                  <a:cubicBezTo>
                    <a:pt x="323" y="29"/>
                    <a:pt x="312" y="23"/>
                    <a:pt x="295" y="23"/>
                  </a:cubicBezTo>
                  <a:cubicBezTo>
                    <a:pt x="278" y="23"/>
                    <a:pt x="268" y="29"/>
                    <a:pt x="268" y="50"/>
                  </a:cubicBezTo>
                  <a:moveTo>
                    <a:pt x="73" y="75"/>
                  </a:moveTo>
                  <a:cubicBezTo>
                    <a:pt x="86" y="75"/>
                    <a:pt x="86" y="75"/>
                    <a:pt x="86" y="75"/>
                  </a:cubicBezTo>
                  <a:cubicBezTo>
                    <a:pt x="86" y="24"/>
                    <a:pt x="86" y="24"/>
                    <a:pt x="86" y="24"/>
                  </a:cubicBezTo>
                  <a:cubicBezTo>
                    <a:pt x="73" y="24"/>
                    <a:pt x="73" y="24"/>
                    <a:pt x="73" y="24"/>
                  </a:cubicBezTo>
                  <a:lnTo>
                    <a:pt x="73" y="75"/>
                  </a:lnTo>
                  <a:close/>
                  <a:moveTo>
                    <a:pt x="73" y="14"/>
                  </a:moveTo>
                  <a:cubicBezTo>
                    <a:pt x="86" y="14"/>
                    <a:pt x="86" y="14"/>
                    <a:pt x="86" y="14"/>
                  </a:cubicBezTo>
                  <a:cubicBezTo>
                    <a:pt x="86" y="1"/>
                    <a:pt x="86" y="1"/>
                    <a:pt x="86" y="1"/>
                  </a:cubicBezTo>
                  <a:cubicBezTo>
                    <a:pt x="73" y="1"/>
                    <a:pt x="73" y="1"/>
                    <a:pt x="73" y="1"/>
                  </a:cubicBezTo>
                  <a:lnTo>
                    <a:pt x="73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8"/>
            <p:cNvSpPr>
              <a:spLocks noEditPoints="1"/>
            </p:cNvSpPr>
            <p:nvPr userDrawn="1"/>
          </p:nvSpPr>
          <p:spPr bwMode="auto">
            <a:xfrm>
              <a:off x="10142048" y="6453602"/>
              <a:ext cx="59859" cy="61672"/>
            </a:xfrm>
            <a:custGeom>
              <a:avLst/>
              <a:gdLst>
                <a:gd name="T0" fmla="*/ 26 w 33"/>
                <a:gd name="T1" fmla="*/ 26 h 34"/>
                <a:gd name="T2" fmla="*/ 13 w 33"/>
                <a:gd name="T3" fmla="*/ 26 h 34"/>
                <a:gd name="T4" fmla="*/ 13 w 33"/>
                <a:gd name="T5" fmla="*/ 13 h 34"/>
                <a:gd name="T6" fmla="*/ 26 w 33"/>
                <a:gd name="T7" fmla="*/ 13 h 34"/>
                <a:gd name="T8" fmla="*/ 26 w 33"/>
                <a:gd name="T9" fmla="*/ 26 h 34"/>
                <a:gd name="T10" fmla="*/ 33 w 33"/>
                <a:gd name="T11" fmla="*/ 0 h 34"/>
                <a:gd name="T12" fmla="*/ 0 w 33"/>
                <a:gd name="T13" fmla="*/ 0 h 34"/>
                <a:gd name="T14" fmla="*/ 0 w 33"/>
                <a:gd name="T15" fmla="*/ 34 h 34"/>
                <a:gd name="T16" fmla="*/ 33 w 33"/>
                <a:gd name="T17" fmla="*/ 34 h 34"/>
                <a:gd name="T18" fmla="*/ 33 w 33"/>
                <a:gd name="T19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3" h="34">
                  <a:moveTo>
                    <a:pt x="26" y="26"/>
                  </a:moveTo>
                  <a:lnTo>
                    <a:pt x="13" y="26"/>
                  </a:lnTo>
                  <a:lnTo>
                    <a:pt x="13" y="13"/>
                  </a:lnTo>
                  <a:lnTo>
                    <a:pt x="26" y="13"/>
                  </a:lnTo>
                  <a:lnTo>
                    <a:pt x="26" y="26"/>
                  </a:lnTo>
                  <a:close/>
                  <a:moveTo>
                    <a:pt x="33" y="0"/>
                  </a:moveTo>
                  <a:lnTo>
                    <a:pt x="0" y="0"/>
                  </a:lnTo>
                  <a:lnTo>
                    <a:pt x="0" y="34"/>
                  </a:lnTo>
                  <a:lnTo>
                    <a:pt x="33" y="34"/>
                  </a:lnTo>
                  <a:lnTo>
                    <a:pt x="3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9"/>
            <p:cNvSpPr>
              <a:spLocks noEditPoints="1"/>
            </p:cNvSpPr>
            <p:nvPr userDrawn="1"/>
          </p:nvSpPr>
          <p:spPr bwMode="auto">
            <a:xfrm>
              <a:off x="10078561" y="6390116"/>
              <a:ext cx="163250" cy="165063"/>
            </a:xfrm>
            <a:custGeom>
              <a:avLst/>
              <a:gdLst>
                <a:gd name="T0" fmla="*/ 83 w 90"/>
                <a:gd name="T1" fmla="*/ 83 h 91"/>
                <a:gd name="T2" fmla="*/ 13 w 90"/>
                <a:gd name="T3" fmla="*/ 83 h 91"/>
                <a:gd name="T4" fmla="*/ 13 w 90"/>
                <a:gd name="T5" fmla="*/ 13 h 91"/>
                <a:gd name="T6" fmla="*/ 83 w 90"/>
                <a:gd name="T7" fmla="*/ 13 h 91"/>
                <a:gd name="T8" fmla="*/ 83 w 90"/>
                <a:gd name="T9" fmla="*/ 83 h 91"/>
                <a:gd name="T10" fmla="*/ 90 w 90"/>
                <a:gd name="T11" fmla="*/ 0 h 91"/>
                <a:gd name="T12" fmla="*/ 0 w 90"/>
                <a:gd name="T13" fmla="*/ 0 h 91"/>
                <a:gd name="T14" fmla="*/ 0 w 90"/>
                <a:gd name="T15" fmla="*/ 91 h 91"/>
                <a:gd name="T16" fmla="*/ 90 w 90"/>
                <a:gd name="T17" fmla="*/ 91 h 91"/>
                <a:gd name="T18" fmla="*/ 90 w 90"/>
                <a:gd name="T1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0" h="91">
                  <a:moveTo>
                    <a:pt x="83" y="83"/>
                  </a:moveTo>
                  <a:lnTo>
                    <a:pt x="13" y="83"/>
                  </a:lnTo>
                  <a:lnTo>
                    <a:pt x="13" y="13"/>
                  </a:lnTo>
                  <a:lnTo>
                    <a:pt x="83" y="13"/>
                  </a:lnTo>
                  <a:lnTo>
                    <a:pt x="83" y="83"/>
                  </a:lnTo>
                  <a:close/>
                  <a:moveTo>
                    <a:pt x="90" y="0"/>
                  </a:moveTo>
                  <a:lnTo>
                    <a:pt x="0" y="0"/>
                  </a:lnTo>
                  <a:lnTo>
                    <a:pt x="0" y="91"/>
                  </a:lnTo>
                  <a:lnTo>
                    <a:pt x="90" y="91"/>
                  </a:lnTo>
                  <a:lnTo>
                    <a:pt x="9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0"/>
            <p:cNvSpPr>
              <a:spLocks noEditPoints="1"/>
            </p:cNvSpPr>
            <p:nvPr userDrawn="1"/>
          </p:nvSpPr>
          <p:spPr bwMode="auto">
            <a:xfrm>
              <a:off x="10056795" y="6368350"/>
              <a:ext cx="206783" cy="204969"/>
            </a:xfrm>
            <a:custGeom>
              <a:avLst/>
              <a:gdLst>
                <a:gd name="T0" fmla="*/ 107 w 114"/>
                <a:gd name="T1" fmla="*/ 107 h 113"/>
                <a:gd name="T2" fmla="*/ 7 w 114"/>
                <a:gd name="T3" fmla="*/ 107 h 113"/>
                <a:gd name="T4" fmla="*/ 7 w 114"/>
                <a:gd name="T5" fmla="*/ 8 h 113"/>
                <a:gd name="T6" fmla="*/ 107 w 114"/>
                <a:gd name="T7" fmla="*/ 8 h 113"/>
                <a:gd name="T8" fmla="*/ 107 w 114"/>
                <a:gd name="T9" fmla="*/ 107 h 113"/>
                <a:gd name="T10" fmla="*/ 0 w 114"/>
                <a:gd name="T11" fmla="*/ 113 h 113"/>
                <a:gd name="T12" fmla="*/ 114 w 114"/>
                <a:gd name="T13" fmla="*/ 113 h 113"/>
                <a:gd name="T14" fmla="*/ 114 w 114"/>
                <a:gd name="T15" fmla="*/ 0 h 113"/>
                <a:gd name="T16" fmla="*/ 0 w 114"/>
                <a:gd name="T17" fmla="*/ 0 h 113"/>
                <a:gd name="T18" fmla="*/ 0 w 114"/>
                <a:gd name="T19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4" h="113">
                  <a:moveTo>
                    <a:pt x="107" y="107"/>
                  </a:moveTo>
                  <a:lnTo>
                    <a:pt x="7" y="107"/>
                  </a:lnTo>
                  <a:lnTo>
                    <a:pt x="7" y="8"/>
                  </a:lnTo>
                  <a:lnTo>
                    <a:pt x="107" y="8"/>
                  </a:lnTo>
                  <a:lnTo>
                    <a:pt x="107" y="107"/>
                  </a:lnTo>
                  <a:close/>
                  <a:moveTo>
                    <a:pt x="0" y="113"/>
                  </a:moveTo>
                  <a:lnTo>
                    <a:pt x="114" y="113"/>
                  </a:lnTo>
                  <a:lnTo>
                    <a:pt x="114" y="0"/>
                  </a:lnTo>
                  <a:lnTo>
                    <a:pt x="0" y="0"/>
                  </a:lnTo>
                  <a:lnTo>
                    <a:pt x="0" y="1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1"/>
            <p:cNvSpPr>
              <a:spLocks noEditPoints="1"/>
            </p:cNvSpPr>
            <p:nvPr userDrawn="1"/>
          </p:nvSpPr>
          <p:spPr bwMode="auto">
            <a:xfrm>
              <a:off x="10109398" y="6422766"/>
              <a:ext cx="112461" cy="110647"/>
            </a:xfrm>
            <a:custGeom>
              <a:avLst/>
              <a:gdLst>
                <a:gd name="T0" fmla="*/ 56 w 62"/>
                <a:gd name="T1" fmla="*/ 55 h 61"/>
                <a:gd name="T2" fmla="*/ 14 w 62"/>
                <a:gd name="T3" fmla="*/ 55 h 61"/>
                <a:gd name="T4" fmla="*/ 14 w 62"/>
                <a:gd name="T5" fmla="*/ 13 h 61"/>
                <a:gd name="T6" fmla="*/ 56 w 62"/>
                <a:gd name="T7" fmla="*/ 13 h 61"/>
                <a:gd name="T8" fmla="*/ 56 w 62"/>
                <a:gd name="T9" fmla="*/ 55 h 61"/>
                <a:gd name="T10" fmla="*/ 62 w 62"/>
                <a:gd name="T11" fmla="*/ 0 h 61"/>
                <a:gd name="T12" fmla="*/ 0 w 62"/>
                <a:gd name="T13" fmla="*/ 0 h 61"/>
                <a:gd name="T14" fmla="*/ 0 w 62"/>
                <a:gd name="T15" fmla="*/ 61 h 61"/>
                <a:gd name="T16" fmla="*/ 62 w 62"/>
                <a:gd name="T17" fmla="*/ 61 h 61"/>
                <a:gd name="T18" fmla="*/ 62 w 62"/>
                <a:gd name="T19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" h="61">
                  <a:moveTo>
                    <a:pt x="56" y="55"/>
                  </a:moveTo>
                  <a:lnTo>
                    <a:pt x="14" y="55"/>
                  </a:lnTo>
                  <a:lnTo>
                    <a:pt x="14" y="13"/>
                  </a:lnTo>
                  <a:lnTo>
                    <a:pt x="56" y="13"/>
                  </a:lnTo>
                  <a:lnTo>
                    <a:pt x="56" y="55"/>
                  </a:lnTo>
                  <a:close/>
                  <a:moveTo>
                    <a:pt x="62" y="0"/>
                  </a:moveTo>
                  <a:lnTo>
                    <a:pt x="0" y="0"/>
                  </a:lnTo>
                  <a:lnTo>
                    <a:pt x="0" y="61"/>
                  </a:lnTo>
                  <a:lnTo>
                    <a:pt x="62" y="61"/>
                  </a:lnTo>
                  <a:lnTo>
                    <a:pt x="6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2" name="Pladsholder til sidefod 2"/>
          <p:cNvSpPr txBox="1">
            <a:spLocks/>
          </p:cNvSpPr>
          <p:nvPr/>
        </p:nvSpPr>
        <p:spPr>
          <a:xfrm>
            <a:off x="1351722" y="6356378"/>
            <a:ext cx="989842" cy="36618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marL="0" marR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1200">
                <a:solidFill>
                  <a:schemeClr val="bg1"/>
                </a:solidFill>
                <a:latin typeface="+mj-lt"/>
                <a:ea typeface="ＭＳ Ｐゴシック" charset="0"/>
                <a:cs typeface="ＭＳ Ｐゴシック" charset="0"/>
              </a:rPr>
              <a:t>© 2020</a:t>
            </a:r>
          </a:p>
        </p:txBody>
      </p:sp>
      <p:grpSp>
        <p:nvGrpSpPr>
          <p:cNvPr id="14" name="Gruppe 17">
            <a:extLst>
              <a:ext uri="{FF2B5EF4-FFF2-40B4-BE49-F238E27FC236}">
                <a16:creationId xmlns:a16="http://schemas.microsoft.com/office/drawing/2014/main" id="{5B65C2FB-C64A-416E-A544-E1D1CA062E3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43104" y="6422579"/>
            <a:ext cx="1176854" cy="202504"/>
            <a:chOff x="10056795" y="6368350"/>
            <a:chExt cx="1454739" cy="250316"/>
          </a:xfrm>
          <a:solidFill>
            <a:schemeClr val="bg1"/>
          </a:solidFill>
        </p:grpSpPr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9350DE3D-3FFD-4C44-B180-7CCDBECBA7A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368784" y="6371977"/>
              <a:ext cx="1142750" cy="246689"/>
            </a:xfrm>
            <a:custGeom>
              <a:avLst/>
              <a:gdLst>
                <a:gd name="T0" fmla="*/ 116 w 431"/>
                <a:gd name="T1" fmla="*/ 33 h 93"/>
                <a:gd name="T2" fmla="*/ 103 w 431"/>
                <a:gd name="T3" fmla="*/ 24 h 93"/>
                <a:gd name="T4" fmla="*/ 116 w 431"/>
                <a:gd name="T5" fmla="*/ 75 h 93"/>
                <a:gd name="T6" fmla="*/ 128 w 431"/>
                <a:gd name="T7" fmla="*/ 32 h 93"/>
                <a:gd name="T8" fmla="*/ 139 w 431"/>
                <a:gd name="T9" fmla="*/ 75 h 93"/>
                <a:gd name="T10" fmla="*/ 152 w 431"/>
                <a:gd name="T11" fmla="*/ 48 h 93"/>
                <a:gd name="T12" fmla="*/ 174 w 431"/>
                <a:gd name="T13" fmla="*/ 45 h 93"/>
                <a:gd name="T14" fmla="*/ 188 w 431"/>
                <a:gd name="T15" fmla="*/ 75 h 93"/>
                <a:gd name="T16" fmla="*/ 169 w 431"/>
                <a:gd name="T17" fmla="*/ 23 h 93"/>
                <a:gd name="T18" fmla="*/ 133 w 431"/>
                <a:gd name="T19" fmla="*/ 23 h 93"/>
                <a:gd name="T20" fmla="*/ 238 w 431"/>
                <a:gd name="T21" fmla="*/ 0 h 93"/>
                <a:gd name="T22" fmla="*/ 238 w 431"/>
                <a:gd name="T23" fmla="*/ 76 h 93"/>
                <a:gd name="T24" fmla="*/ 260 w 431"/>
                <a:gd name="T25" fmla="*/ 61 h 93"/>
                <a:gd name="T26" fmla="*/ 213 w 431"/>
                <a:gd name="T27" fmla="*/ 37 h 93"/>
                <a:gd name="T28" fmla="*/ 259 w 431"/>
                <a:gd name="T29" fmla="*/ 14 h 93"/>
                <a:gd name="T30" fmla="*/ 54 w 431"/>
                <a:gd name="T31" fmla="*/ 3 h 93"/>
                <a:gd name="T32" fmla="*/ 0 w 431"/>
                <a:gd name="T33" fmla="*/ 21 h 93"/>
                <a:gd name="T34" fmla="*/ 36 w 431"/>
                <a:gd name="T35" fmla="*/ 45 h 93"/>
                <a:gd name="T36" fmla="*/ 27 w 431"/>
                <a:gd name="T37" fmla="*/ 66 h 93"/>
                <a:gd name="T38" fmla="*/ 1 w 431"/>
                <a:gd name="T39" fmla="*/ 72 h 93"/>
                <a:gd name="T40" fmla="*/ 60 w 431"/>
                <a:gd name="T41" fmla="*/ 54 h 93"/>
                <a:gd name="T42" fmla="*/ 26 w 431"/>
                <a:gd name="T43" fmla="*/ 30 h 93"/>
                <a:gd name="T44" fmla="*/ 33 w 431"/>
                <a:gd name="T45" fmla="*/ 9 h 93"/>
                <a:gd name="T46" fmla="*/ 54 w 431"/>
                <a:gd name="T47" fmla="*/ 3 h 93"/>
                <a:gd name="T48" fmla="*/ 390 w 431"/>
                <a:gd name="T49" fmla="*/ 49 h 93"/>
                <a:gd name="T50" fmla="*/ 417 w 431"/>
                <a:gd name="T51" fmla="*/ 49 h 93"/>
                <a:gd name="T52" fmla="*/ 376 w 431"/>
                <a:gd name="T53" fmla="*/ 93 h 93"/>
                <a:gd name="T54" fmla="*/ 389 w 431"/>
                <a:gd name="T55" fmla="*/ 67 h 93"/>
                <a:gd name="T56" fmla="*/ 431 w 431"/>
                <a:gd name="T57" fmla="*/ 49 h 93"/>
                <a:gd name="T58" fmla="*/ 389 w 431"/>
                <a:gd name="T59" fmla="*/ 33 h 93"/>
                <a:gd name="T60" fmla="*/ 376 w 431"/>
                <a:gd name="T61" fmla="*/ 24 h 93"/>
                <a:gd name="T62" fmla="*/ 334 w 431"/>
                <a:gd name="T63" fmla="*/ 75 h 93"/>
                <a:gd name="T64" fmla="*/ 347 w 431"/>
                <a:gd name="T65" fmla="*/ 47 h 93"/>
                <a:gd name="T66" fmla="*/ 368 w 431"/>
                <a:gd name="T67" fmla="*/ 24 h 93"/>
                <a:gd name="T68" fmla="*/ 347 w 431"/>
                <a:gd name="T69" fmla="*/ 24 h 93"/>
                <a:gd name="T70" fmla="*/ 334 w 431"/>
                <a:gd name="T71" fmla="*/ 75 h 93"/>
                <a:gd name="T72" fmla="*/ 282 w 431"/>
                <a:gd name="T73" fmla="*/ 49 h 93"/>
                <a:gd name="T74" fmla="*/ 309 w 431"/>
                <a:gd name="T75" fmla="*/ 49 h 93"/>
                <a:gd name="T76" fmla="*/ 268 w 431"/>
                <a:gd name="T77" fmla="*/ 50 h 93"/>
                <a:gd name="T78" fmla="*/ 323 w 431"/>
                <a:gd name="T79" fmla="*/ 49 h 93"/>
                <a:gd name="T80" fmla="*/ 268 w 431"/>
                <a:gd name="T81" fmla="*/ 50 h 93"/>
                <a:gd name="T82" fmla="*/ 86 w 431"/>
                <a:gd name="T83" fmla="*/ 75 h 93"/>
                <a:gd name="T84" fmla="*/ 73 w 431"/>
                <a:gd name="T85" fmla="*/ 24 h 93"/>
                <a:gd name="T86" fmla="*/ 73 w 431"/>
                <a:gd name="T87" fmla="*/ 14 h 93"/>
                <a:gd name="T88" fmla="*/ 86 w 431"/>
                <a:gd name="T89" fmla="*/ 1 h 93"/>
                <a:gd name="T90" fmla="*/ 73 w 431"/>
                <a:gd name="T91" fmla="*/ 1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31" h="93">
                  <a:moveTo>
                    <a:pt x="133" y="23"/>
                  </a:moveTo>
                  <a:cubicBezTo>
                    <a:pt x="117" y="23"/>
                    <a:pt x="116" y="33"/>
                    <a:pt x="116" y="33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75"/>
                    <a:pt x="103" y="75"/>
                    <a:pt x="103" y="75"/>
                  </a:cubicBezTo>
                  <a:cubicBezTo>
                    <a:pt x="116" y="75"/>
                    <a:pt x="116" y="75"/>
                    <a:pt x="116" y="75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35"/>
                    <a:pt x="121" y="32"/>
                    <a:pt x="128" y="32"/>
                  </a:cubicBezTo>
                  <a:cubicBezTo>
                    <a:pt x="136" y="32"/>
                    <a:pt x="139" y="34"/>
                    <a:pt x="139" y="45"/>
                  </a:cubicBezTo>
                  <a:cubicBezTo>
                    <a:pt x="139" y="75"/>
                    <a:pt x="139" y="75"/>
                    <a:pt x="139" y="75"/>
                  </a:cubicBezTo>
                  <a:cubicBezTo>
                    <a:pt x="152" y="75"/>
                    <a:pt x="152" y="75"/>
                    <a:pt x="152" y="75"/>
                  </a:cubicBezTo>
                  <a:cubicBezTo>
                    <a:pt x="152" y="48"/>
                    <a:pt x="152" y="48"/>
                    <a:pt x="152" y="48"/>
                  </a:cubicBezTo>
                  <a:cubicBezTo>
                    <a:pt x="152" y="35"/>
                    <a:pt x="156" y="32"/>
                    <a:pt x="164" y="32"/>
                  </a:cubicBezTo>
                  <a:cubicBezTo>
                    <a:pt x="172" y="32"/>
                    <a:pt x="174" y="34"/>
                    <a:pt x="174" y="45"/>
                  </a:cubicBezTo>
                  <a:cubicBezTo>
                    <a:pt x="174" y="75"/>
                    <a:pt x="174" y="75"/>
                    <a:pt x="174" y="75"/>
                  </a:cubicBezTo>
                  <a:cubicBezTo>
                    <a:pt x="188" y="75"/>
                    <a:pt x="188" y="75"/>
                    <a:pt x="188" y="75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8" y="28"/>
                    <a:pt x="182" y="23"/>
                    <a:pt x="169" y="23"/>
                  </a:cubicBezTo>
                  <a:cubicBezTo>
                    <a:pt x="153" y="23"/>
                    <a:pt x="151" y="33"/>
                    <a:pt x="151" y="33"/>
                  </a:cubicBezTo>
                  <a:cubicBezTo>
                    <a:pt x="148" y="26"/>
                    <a:pt x="143" y="23"/>
                    <a:pt x="133" y="23"/>
                  </a:cubicBezTo>
                  <a:moveTo>
                    <a:pt x="259" y="4"/>
                  </a:moveTo>
                  <a:cubicBezTo>
                    <a:pt x="259" y="4"/>
                    <a:pt x="251" y="0"/>
                    <a:pt x="238" y="0"/>
                  </a:cubicBezTo>
                  <a:cubicBezTo>
                    <a:pt x="214" y="0"/>
                    <a:pt x="199" y="11"/>
                    <a:pt x="199" y="38"/>
                  </a:cubicBezTo>
                  <a:cubicBezTo>
                    <a:pt x="199" y="65"/>
                    <a:pt x="211" y="76"/>
                    <a:pt x="238" y="76"/>
                  </a:cubicBezTo>
                  <a:cubicBezTo>
                    <a:pt x="253" y="76"/>
                    <a:pt x="260" y="72"/>
                    <a:pt x="260" y="72"/>
                  </a:cubicBezTo>
                  <a:cubicBezTo>
                    <a:pt x="260" y="61"/>
                    <a:pt x="260" y="61"/>
                    <a:pt x="260" y="61"/>
                  </a:cubicBezTo>
                  <a:cubicBezTo>
                    <a:pt x="260" y="61"/>
                    <a:pt x="253" y="66"/>
                    <a:pt x="240" y="66"/>
                  </a:cubicBezTo>
                  <a:cubicBezTo>
                    <a:pt x="223" y="66"/>
                    <a:pt x="213" y="60"/>
                    <a:pt x="213" y="37"/>
                  </a:cubicBezTo>
                  <a:cubicBezTo>
                    <a:pt x="213" y="17"/>
                    <a:pt x="220" y="10"/>
                    <a:pt x="239" y="10"/>
                  </a:cubicBezTo>
                  <a:cubicBezTo>
                    <a:pt x="250" y="10"/>
                    <a:pt x="259" y="14"/>
                    <a:pt x="259" y="14"/>
                  </a:cubicBezTo>
                  <a:lnTo>
                    <a:pt x="259" y="4"/>
                  </a:lnTo>
                  <a:close/>
                  <a:moveTo>
                    <a:pt x="54" y="3"/>
                  </a:moveTo>
                  <a:cubicBezTo>
                    <a:pt x="54" y="3"/>
                    <a:pt x="45" y="0"/>
                    <a:pt x="34" y="0"/>
                  </a:cubicBezTo>
                  <a:cubicBezTo>
                    <a:pt x="15" y="0"/>
                    <a:pt x="0" y="5"/>
                    <a:pt x="0" y="21"/>
                  </a:cubicBezTo>
                  <a:cubicBezTo>
                    <a:pt x="0" y="34"/>
                    <a:pt x="8" y="38"/>
                    <a:pt x="21" y="41"/>
                  </a:cubicBezTo>
                  <a:cubicBezTo>
                    <a:pt x="36" y="45"/>
                    <a:pt x="36" y="45"/>
                    <a:pt x="36" y="45"/>
                  </a:cubicBezTo>
                  <a:cubicBezTo>
                    <a:pt x="43" y="46"/>
                    <a:pt x="46" y="48"/>
                    <a:pt x="46" y="55"/>
                  </a:cubicBezTo>
                  <a:cubicBezTo>
                    <a:pt x="46" y="66"/>
                    <a:pt x="38" y="66"/>
                    <a:pt x="27" y="66"/>
                  </a:cubicBezTo>
                  <a:cubicBezTo>
                    <a:pt x="13" y="66"/>
                    <a:pt x="1" y="62"/>
                    <a:pt x="1" y="62"/>
                  </a:cubicBezTo>
                  <a:cubicBezTo>
                    <a:pt x="1" y="72"/>
                    <a:pt x="1" y="72"/>
                    <a:pt x="1" y="72"/>
                  </a:cubicBezTo>
                  <a:cubicBezTo>
                    <a:pt x="1" y="72"/>
                    <a:pt x="12" y="76"/>
                    <a:pt x="25" y="76"/>
                  </a:cubicBezTo>
                  <a:cubicBezTo>
                    <a:pt x="44" y="76"/>
                    <a:pt x="60" y="72"/>
                    <a:pt x="60" y="54"/>
                  </a:cubicBezTo>
                  <a:cubicBezTo>
                    <a:pt x="60" y="41"/>
                    <a:pt x="53" y="36"/>
                    <a:pt x="40" y="33"/>
                  </a:cubicBezTo>
                  <a:cubicBezTo>
                    <a:pt x="26" y="30"/>
                    <a:pt x="26" y="30"/>
                    <a:pt x="26" y="30"/>
                  </a:cubicBezTo>
                  <a:cubicBezTo>
                    <a:pt x="18" y="28"/>
                    <a:pt x="14" y="26"/>
                    <a:pt x="14" y="19"/>
                  </a:cubicBezTo>
                  <a:cubicBezTo>
                    <a:pt x="14" y="10"/>
                    <a:pt x="23" y="9"/>
                    <a:pt x="33" y="9"/>
                  </a:cubicBezTo>
                  <a:cubicBezTo>
                    <a:pt x="46" y="9"/>
                    <a:pt x="54" y="13"/>
                    <a:pt x="54" y="13"/>
                  </a:cubicBezTo>
                  <a:lnTo>
                    <a:pt x="54" y="3"/>
                  </a:lnTo>
                  <a:close/>
                  <a:moveTo>
                    <a:pt x="403" y="68"/>
                  </a:moveTo>
                  <a:cubicBezTo>
                    <a:pt x="392" y="68"/>
                    <a:pt x="390" y="61"/>
                    <a:pt x="390" y="49"/>
                  </a:cubicBezTo>
                  <a:cubicBezTo>
                    <a:pt x="390" y="38"/>
                    <a:pt x="392" y="31"/>
                    <a:pt x="403" y="31"/>
                  </a:cubicBezTo>
                  <a:cubicBezTo>
                    <a:pt x="414" y="31"/>
                    <a:pt x="417" y="38"/>
                    <a:pt x="417" y="49"/>
                  </a:cubicBezTo>
                  <a:cubicBezTo>
                    <a:pt x="417" y="62"/>
                    <a:pt x="414" y="68"/>
                    <a:pt x="403" y="68"/>
                  </a:cubicBezTo>
                  <a:moveTo>
                    <a:pt x="376" y="93"/>
                  </a:moveTo>
                  <a:cubicBezTo>
                    <a:pt x="389" y="93"/>
                    <a:pt x="389" y="93"/>
                    <a:pt x="389" y="93"/>
                  </a:cubicBezTo>
                  <a:cubicBezTo>
                    <a:pt x="389" y="67"/>
                    <a:pt x="389" y="67"/>
                    <a:pt x="389" y="67"/>
                  </a:cubicBezTo>
                  <a:cubicBezTo>
                    <a:pt x="389" y="67"/>
                    <a:pt x="391" y="76"/>
                    <a:pt x="406" y="76"/>
                  </a:cubicBezTo>
                  <a:cubicBezTo>
                    <a:pt x="423" y="76"/>
                    <a:pt x="431" y="68"/>
                    <a:pt x="431" y="49"/>
                  </a:cubicBezTo>
                  <a:cubicBezTo>
                    <a:pt x="431" y="31"/>
                    <a:pt x="424" y="23"/>
                    <a:pt x="408" y="23"/>
                  </a:cubicBezTo>
                  <a:cubicBezTo>
                    <a:pt x="391" y="23"/>
                    <a:pt x="389" y="33"/>
                    <a:pt x="389" y="33"/>
                  </a:cubicBezTo>
                  <a:cubicBezTo>
                    <a:pt x="389" y="24"/>
                    <a:pt x="389" y="24"/>
                    <a:pt x="389" y="24"/>
                  </a:cubicBezTo>
                  <a:cubicBezTo>
                    <a:pt x="376" y="24"/>
                    <a:pt x="376" y="24"/>
                    <a:pt x="376" y="24"/>
                  </a:cubicBezTo>
                  <a:lnTo>
                    <a:pt x="376" y="93"/>
                  </a:lnTo>
                  <a:close/>
                  <a:moveTo>
                    <a:pt x="334" y="75"/>
                  </a:moveTo>
                  <a:cubicBezTo>
                    <a:pt x="347" y="75"/>
                    <a:pt x="347" y="75"/>
                    <a:pt x="347" y="75"/>
                  </a:cubicBezTo>
                  <a:cubicBezTo>
                    <a:pt x="347" y="47"/>
                    <a:pt x="347" y="47"/>
                    <a:pt x="347" y="47"/>
                  </a:cubicBezTo>
                  <a:cubicBezTo>
                    <a:pt x="347" y="37"/>
                    <a:pt x="351" y="36"/>
                    <a:pt x="368" y="36"/>
                  </a:cubicBezTo>
                  <a:cubicBezTo>
                    <a:pt x="368" y="24"/>
                    <a:pt x="368" y="24"/>
                    <a:pt x="368" y="24"/>
                  </a:cubicBezTo>
                  <a:cubicBezTo>
                    <a:pt x="355" y="24"/>
                    <a:pt x="349" y="28"/>
                    <a:pt x="347" y="37"/>
                  </a:cubicBezTo>
                  <a:cubicBezTo>
                    <a:pt x="347" y="24"/>
                    <a:pt x="347" y="24"/>
                    <a:pt x="347" y="24"/>
                  </a:cubicBezTo>
                  <a:cubicBezTo>
                    <a:pt x="334" y="24"/>
                    <a:pt x="334" y="24"/>
                    <a:pt x="334" y="24"/>
                  </a:cubicBezTo>
                  <a:lnTo>
                    <a:pt x="334" y="75"/>
                  </a:lnTo>
                  <a:close/>
                  <a:moveTo>
                    <a:pt x="296" y="68"/>
                  </a:moveTo>
                  <a:cubicBezTo>
                    <a:pt x="284" y="68"/>
                    <a:pt x="282" y="63"/>
                    <a:pt x="282" y="49"/>
                  </a:cubicBezTo>
                  <a:cubicBezTo>
                    <a:pt x="282" y="36"/>
                    <a:pt x="284" y="30"/>
                    <a:pt x="295" y="30"/>
                  </a:cubicBezTo>
                  <a:cubicBezTo>
                    <a:pt x="307" y="30"/>
                    <a:pt x="309" y="36"/>
                    <a:pt x="309" y="49"/>
                  </a:cubicBezTo>
                  <a:cubicBezTo>
                    <a:pt x="309" y="62"/>
                    <a:pt x="307" y="68"/>
                    <a:pt x="296" y="68"/>
                  </a:cubicBezTo>
                  <a:moveTo>
                    <a:pt x="268" y="50"/>
                  </a:moveTo>
                  <a:cubicBezTo>
                    <a:pt x="268" y="70"/>
                    <a:pt x="278" y="76"/>
                    <a:pt x="295" y="76"/>
                  </a:cubicBezTo>
                  <a:cubicBezTo>
                    <a:pt x="312" y="76"/>
                    <a:pt x="323" y="70"/>
                    <a:pt x="323" y="49"/>
                  </a:cubicBezTo>
                  <a:cubicBezTo>
                    <a:pt x="323" y="29"/>
                    <a:pt x="312" y="23"/>
                    <a:pt x="295" y="23"/>
                  </a:cubicBezTo>
                  <a:cubicBezTo>
                    <a:pt x="278" y="23"/>
                    <a:pt x="268" y="29"/>
                    <a:pt x="268" y="50"/>
                  </a:cubicBezTo>
                  <a:moveTo>
                    <a:pt x="73" y="75"/>
                  </a:moveTo>
                  <a:cubicBezTo>
                    <a:pt x="86" y="75"/>
                    <a:pt x="86" y="75"/>
                    <a:pt x="86" y="75"/>
                  </a:cubicBezTo>
                  <a:cubicBezTo>
                    <a:pt x="86" y="24"/>
                    <a:pt x="86" y="24"/>
                    <a:pt x="86" y="24"/>
                  </a:cubicBezTo>
                  <a:cubicBezTo>
                    <a:pt x="73" y="24"/>
                    <a:pt x="73" y="24"/>
                    <a:pt x="73" y="24"/>
                  </a:cubicBezTo>
                  <a:lnTo>
                    <a:pt x="73" y="75"/>
                  </a:lnTo>
                  <a:close/>
                  <a:moveTo>
                    <a:pt x="73" y="14"/>
                  </a:moveTo>
                  <a:cubicBezTo>
                    <a:pt x="86" y="14"/>
                    <a:pt x="86" y="14"/>
                    <a:pt x="86" y="14"/>
                  </a:cubicBezTo>
                  <a:cubicBezTo>
                    <a:pt x="86" y="1"/>
                    <a:pt x="86" y="1"/>
                    <a:pt x="86" y="1"/>
                  </a:cubicBezTo>
                  <a:cubicBezTo>
                    <a:pt x="73" y="1"/>
                    <a:pt x="73" y="1"/>
                    <a:pt x="73" y="1"/>
                  </a:cubicBezTo>
                  <a:lnTo>
                    <a:pt x="73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9485DF1B-405D-44C5-81BE-132713E2308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42048" y="6453602"/>
              <a:ext cx="59859" cy="61672"/>
            </a:xfrm>
            <a:custGeom>
              <a:avLst/>
              <a:gdLst>
                <a:gd name="T0" fmla="*/ 26 w 33"/>
                <a:gd name="T1" fmla="*/ 26 h 34"/>
                <a:gd name="T2" fmla="*/ 13 w 33"/>
                <a:gd name="T3" fmla="*/ 26 h 34"/>
                <a:gd name="T4" fmla="*/ 13 w 33"/>
                <a:gd name="T5" fmla="*/ 13 h 34"/>
                <a:gd name="T6" fmla="*/ 26 w 33"/>
                <a:gd name="T7" fmla="*/ 13 h 34"/>
                <a:gd name="T8" fmla="*/ 26 w 33"/>
                <a:gd name="T9" fmla="*/ 26 h 34"/>
                <a:gd name="T10" fmla="*/ 33 w 33"/>
                <a:gd name="T11" fmla="*/ 0 h 34"/>
                <a:gd name="T12" fmla="*/ 0 w 33"/>
                <a:gd name="T13" fmla="*/ 0 h 34"/>
                <a:gd name="T14" fmla="*/ 0 w 33"/>
                <a:gd name="T15" fmla="*/ 34 h 34"/>
                <a:gd name="T16" fmla="*/ 33 w 33"/>
                <a:gd name="T17" fmla="*/ 34 h 34"/>
                <a:gd name="T18" fmla="*/ 33 w 33"/>
                <a:gd name="T19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3" h="34">
                  <a:moveTo>
                    <a:pt x="26" y="26"/>
                  </a:moveTo>
                  <a:lnTo>
                    <a:pt x="13" y="26"/>
                  </a:lnTo>
                  <a:lnTo>
                    <a:pt x="13" y="13"/>
                  </a:lnTo>
                  <a:lnTo>
                    <a:pt x="26" y="13"/>
                  </a:lnTo>
                  <a:lnTo>
                    <a:pt x="26" y="26"/>
                  </a:lnTo>
                  <a:close/>
                  <a:moveTo>
                    <a:pt x="33" y="0"/>
                  </a:moveTo>
                  <a:lnTo>
                    <a:pt x="0" y="0"/>
                  </a:lnTo>
                  <a:lnTo>
                    <a:pt x="0" y="34"/>
                  </a:lnTo>
                  <a:lnTo>
                    <a:pt x="33" y="34"/>
                  </a:lnTo>
                  <a:lnTo>
                    <a:pt x="3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8FDB1239-FD97-4AC2-9955-6FEF5FDD2FB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078561" y="6390116"/>
              <a:ext cx="163250" cy="165063"/>
            </a:xfrm>
            <a:custGeom>
              <a:avLst/>
              <a:gdLst>
                <a:gd name="T0" fmla="*/ 83 w 90"/>
                <a:gd name="T1" fmla="*/ 83 h 91"/>
                <a:gd name="T2" fmla="*/ 13 w 90"/>
                <a:gd name="T3" fmla="*/ 83 h 91"/>
                <a:gd name="T4" fmla="*/ 13 w 90"/>
                <a:gd name="T5" fmla="*/ 13 h 91"/>
                <a:gd name="T6" fmla="*/ 83 w 90"/>
                <a:gd name="T7" fmla="*/ 13 h 91"/>
                <a:gd name="T8" fmla="*/ 83 w 90"/>
                <a:gd name="T9" fmla="*/ 83 h 91"/>
                <a:gd name="T10" fmla="*/ 90 w 90"/>
                <a:gd name="T11" fmla="*/ 0 h 91"/>
                <a:gd name="T12" fmla="*/ 0 w 90"/>
                <a:gd name="T13" fmla="*/ 0 h 91"/>
                <a:gd name="T14" fmla="*/ 0 w 90"/>
                <a:gd name="T15" fmla="*/ 91 h 91"/>
                <a:gd name="T16" fmla="*/ 90 w 90"/>
                <a:gd name="T17" fmla="*/ 91 h 91"/>
                <a:gd name="T18" fmla="*/ 90 w 90"/>
                <a:gd name="T1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0" h="91">
                  <a:moveTo>
                    <a:pt x="83" y="83"/>
                  </a:moveTo>
                  <a:lnTo>
                    <a:pt x="13" y="83"/>
                  </a:lnTo>
                  <a:lnTo>
                    <a:pt x="13" y="13"/>
                  </a:lnTo>
                  <a:lnTo>
                    <a:pt x="83" y="13"/>
                  </a:lnTo>
                  <a:lnTo>
                    <a:pt x="83" y="83"/>
                  </a:lnTo>
                  <a:close/>
                  <a:moveTo>
                    <a:pt x="90" y="0"/>
                  </a:moveTo>
                  <a:lnTo>
                    <a:pt x="0" y="0"/>
                  </a:lnTo>
                  <a:lnTo>
                    <a:pt x="0" y="91"/>
                  </a:lnTo>
                  <a:lnTo>
                    <a:pt x="90" y="91"/>
                  </a:lnTo>
                  <a:lnTo>
                    <a:pt x="9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7304657C-BF6E-4DCB-9E4C-FE42063D56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056795" y="6368350"/>
              <a:ext cx="206783" cy="204969"/>
            </a:xfrm>
            <a:custGeom>
              <a:avLst/>
              <a:gdLst>
                <a:gd name="T0" fmla="*/ 107 w 114"/>
                <a:gd name="T1" fmla="*/ 107 h 113"/>
                <a:gd name="T2" fmla="*/ 7 w 114"/>
                <a:gd name="T3" fmla="*/ 107 h 113"/>
                <a:gd name="T4" fmla="*/ 7 w 114"/>
                <a:gd name="T5" fmla="*/ 8 h 113"/>
                <a:gd name="T6" fmla="*/ 107 w 114"/>
                <a:gd name="T7" fmla="*/ 8 h 113"/>
                <a:gd name="T8" fmla="*/ 107 w 114"/>
                <a:gd name="T9" fmla="*/ 107 h 113"/>
                <a:gd name="T10" fmla="*/ 0 w 114"/>
                <a:gd name="T11" fmla="*/ 113 h 113"/>
                <a:gd name="T12" fmla="*/ 114 w 114"/>
                <a:gd name="T13" fmla="*/ 113 h 113"/>
                <a:gd name="T14" fmla="*/ 114 w 114"/>
                <a:gd name="T15" fmla="*/ 0 h 113"/>
                <a:gd name="T16" fmla="*/ 0 w 114"/>
                <a:gd name="T17" fmla="*/ 0 h 113"/>
                <a:gd name="T18" fmla="*/ 0 w 114"/>
                <a:gd name="T19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4" h="113">
                  <a:moveTo>
                    <a:pt x="107" y="107"/>
                  </a:moveTo>
                  <a:lnTo>
                    <a:pt x="7" y="107"/>
                  </a:lnTo>
                  <a:lnTo>
                    <a:pt x="7" y="8"/>
                  </a:lnTo>
                  <a:lnTo>
                    <a:pt x="107" y="8"/>
                  </a:lnTo>
                  <a:lnTo>
                    <a:pt x="107" y="107"/>
                  </a:lnTo>
                  <a:close/>
                  <a:moveTo>
                    <a:pt x="0" y="113"/>
                  </a:moveTo>
                  <a:lnTo>
                    <a:pt x="114" y="113"/>
                  </a:lnTo>
                  <a:lnTo>
                    <a:pt x="114" y="0"/>
                  </a:lnTo>
                  <a:lnTo>
                    <a:pt x="0" y="0"/>
                  </a:lnTo>
                  <a:lnTo>
                    <a:pt x="0" y="1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DBFAD521-90C6-407D-80CC-C74A656504C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09398" y="6422766"/>
              <a:ext cx="112461" cy="110647"/>
            </a:xfrm>
            <a:custGeom>
              <a:avLst/>
              <a:gdLst>
                <a:gd name="T0" fmla="*/ 56 w 62"/>
                <a:gd name="T1" fmla="*/ 55 h 61"/>
                <a:gd name="T2" fmla="*/ 14 w 62"/>
                <a:gd name="T3" fmla="*/ 55 h 61"/>
                <a:gd name="T4" fmla="*/ 14 w 62"/>
                <a:gd name="T5" fmla="*/ 13 h 61"/>
                <a:gd name="T6" fmla="*/ 56 w 62"/>
                <a:gd name="T7" fmla="*/ 13 h 61"/>
                <a:gd name="T8" fmla="*/ 56 w 62"/>
                <a:gd name="T9" fmla="*/ 55 h 61"/>
                <a:gd name="T10" fmla="*/ 62 w 62"/>
                <a:gd name="T11" fmla="*/ 0 h 61"/>
                <a:gd name="T12" fmla="*/ 0 w 62"/>
                <a:gd name="T13" fmla="*/ 0 h 61"/>
                <a:gd name="T14" fmla="*/ 0 w 62"/>
                <a:gd name="T15" fmla="*/ 61 h 61"/>
                <a:gd name="T16" fmla="*/ 62 w 62"/>
                <a:gd name="T17" fmla="*/ 61 h 61"/>
                <a:gd name="T18" fmla="*/ 62 w 62"/>
                <a:gd name="T19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" h="61">
                  <a:moveTo>
                    <a:pt x="56" y="55"/>
                  </a:moveTo>
                  <a:lnTo>
                    <a:pt x="14" y="55"/>
                  </a:lnTo>
                  <a:lnTo>
                    <a:pt x="14" y="13"/>
                  </a:lnTo>
                  <a:lnTo>
                    <a:pt x="56" y="13"/>
                  </a:lnTo>
                  <a:lnTo>
                    <a:pt x="56" y="55"/>
                  </a:lnTo>
                  <a:close/>
                  <a:moveTo>
                    <a:pt x="62" y="0"/>
                  </a:moveTo>
                  <a:lnTo>
                    <a:pt x="0" y="0"/>
                  </a:lnTo>
                  <a:lnTo>
                    <a:pt x="0" y="61"/>
                  </a:lnTo>
                  <a:lnTo>
                    <a:pt x="62" y="61"/>
                  </a:lnTo>
                  <a:lnTo>
                    <a:pt x="6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" name="AutoShape 3">
            <a:extLst>
              <a:ext uri="{FF2B5EF4-FFF2-40B4-BE49-F238E27FC236}">
                <a16:creationId xmlns:a16="http://schemas.microsoft.com/office/drawing/2014/main" id="{65966524-C3F9-4AD3-B55F-77BA40EB62CC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0" y="-7938"/>
            <a:ext cx="12192000" cy="686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851CB496-BD21-4DBA-B3AC-775C28CBBD25}"/>
              </a:ext>
            </a:extLst>
          </p:cNvPr>
          <p:cNvSpPr>
            <a:spLocks/>
          </p:cNvSpPr>
          <p:nvPr userDrawn="1"/>
        </p:nvSpPr>
        <p:spPr bwMode="auto">
          <a:xfrm>
            <a:off x="1963738" y="2016125"/>
            <a:ext cx="5568950" cy="4841875"/>
          </a:xfrm>
          <a:custGeom>
            <a:avLst/>
            <a:gdLst>
              <a:gd name="T0" fmla="*/ 0 w 3508"/>
              <a:gd name="T1" fmla="*/ 0 h 3050"/>
              <a:gd name="T2" fmla="*/ 0 w 3508"/>
              <a:gd name="T3" fmla="*/ 3050 h 3050"/>
              <a:gd name="T4" fmla="*/ 1737 w 3508"/>
              <a:gd name="T5" fmla="*/ 3050 h 3050"/>
              <a:gd name="T6" fmla="*/ 3508 w 3508"/>
              <a:gd name="T7" fmla="*/ 2027 h 3050"/>
              <a:gd name="T8" fmla="*/ 0 w 3508"/>
              <a:gd name="T9" fmla="*/ 0 h 3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508" h="3050">
                <a:moveTo>
                  <a:pt x="0" y="0"/>
                </a:moveTo>
                <a:lnTo>
                  <a:pt x="0" y="3050"/>
                </a:lnTo>
                <a:lnTo>
                  <a:pt x="1737" y="3050"/>
                </a:lnTo>
                <a:lnTo>
                  <a:pt x="3508" y="2027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14E05328-3C2D-4C56-85FA-674612E8C327}"/>
              </a:ext>
            </a:extLst>
          </p:cNvPr>
          <p:cNvSpPr>
            <a:spLocks/>
          </p:cNvSpPr>
          <p:nvPr userDrawn="1"/>
        </p:nvSpPr>
        <p:spPr bwMode="auto">
          <a:xfrm>
            <a:off x="0" y="-6350"/>
            <a:ext cx="5462588" cy="2022475"/>
          </a:xfrm>
          <a:custGeom>
            <a:avLst/>
            <a:gdLst>
              <a:gd name="T0" fmla="*/ 3441 w 3441"/>
              <a:gd name="T1" fmla="*/ 0 h 1274"/>
              <a:gd name="T2" fmla="*/ 0 w 3441"/>
              <a:gd name="T3" fmla="*/ 0 h 1274"/>
              <a:gd name="T4" fmla="*/ 0 w 3441"/>
              <a:gd name="T5" fmla="*/ 559 h 1274"/>
              <a:gd name="T6" fmla="*/ 1237 w 3441"/>
              <a:gd name="T7" fmla="*/ 1274 h 1274"/>
              <a:gd name="T8" fmla="*/ 3441 w 3441"/>
              <a:gd name="T9" fmla="*/ 0 h 12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41" h="1274">
                <a:moveTo>
                  <a:pt x="3441" y="0"/>
                </a:moveTo>
                <a:lnTo>
                  <a:pt x="0" y="0"/>
                </a:lnTo>
                <a:lnTo>
                  <a:pt x="0" y="559"/>
                </a:lnTo>
                <a:lnTo>
                  <a:pt x="1237" y="1274"/>
                </a:lnTo>
                <a:lnTo>
                  <a:pt x="3441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0">
            <a:extLst>
              <a:ext uri="{FF2B5EF4-FFF2-40B4-BE49-F238E27FC236}">
                <a16:creationId xmlns:a16="http://schemas.microsoft.com/office/drawing/2014/main" id="{97BEF2CF-4C6E-40BF-84FE-4C13D0C8EC9C}"/>
              </a:ext>
            </a:extLst>
          </p:cNvPr>
          <p:cNvSpPr>
            <a:spLocks/>
          </p:cNvSpPr>
          <p:nvPr userDrawn="1"/>
        </p:nvSpPr>
        <p:spPr bwMode="auto">
          <a:xfrm>
            <a:off x="9601200" y="-6350"/>
            <a:ext cx="2590800" cy="1497013"/>
          </a:xfrm>
          <a:custGeom>
            <a:avLst/>
            <a:gdLst>
              <a:gd name="T0" fmla="*/ 1632 w 1632"/>
              <a:gd name="T1" fmla="*/ 0 h 943"/>
              <a:gd name="T2" fmla="*/ 0 w 1632"/>
              <a:gd name="T3" fmla="*/ 0 h 943"/>
              <a:gd name="T4" fmla="*/ 1632 w 1632"/>
              <a:gd name="T5" fmla="*/ 943 h 943"/>
              <a:gd name="T6" fmla="*/ 1632 w 1632"/>
              <a:gd name="T7" fmla="*/ 0 h 9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32" h="943">
                <a:moveTo>
                  <a:pt x="1632" y="0"/>
                </a:moveTo>
                <a:lnTo>
                  <a:pt x="0" y="0"/>
                </a:lnTo>
                <a:lnTo>
                  <a:pt x="1632" y="943"/>
                </a:lnTo>
                <a:lnTo>
                  <a:pt x="163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Freeform 12">
            <a:extLst>
              <a:ext uri="{FF2B5EF4-FFF2-40B4-BE49-F238E27FC236}">
                <a16:creationId xmlns:a16="http://schemas.microsoft.com/office/drawing/2014/main" id="{DBA3D357-F5F3-4D43-8D52-26B75E2384D6}"/>
              </a:ext>
            </a:extLst>
          </p:cNvPr>
          <p:cNvSpPr>
            <a:spLocks/>
          </p:cNvSpPr>
          <p:nvPr userDrawn="1"/>
        </p:nvSpPr>
        <p:spPr bwMode="auto">
          <a:xfrm>
            <a:off x="1963738" y="-6350"/>
            <a:ext cx="10228263" cy="6864350"/>
          </a:xfrm>
          <a:custGeom>
            <a:avLst/>
            <a:gdLst>
              <a:gd name="T0" fmla="*/ 0 w 6443"/>
              <a:gd name="T1" fmla="*/ 1274 h 4324"/>
              <a:gd name="T2" fmla="*/ 3508 w 6443"/>
              <a:gd name="T3" fmla="*/ 3301 h 4324"/>
              <a:gd name="T4" fmla="*/ 5278 w 6443"/>
              <a:gd name="T5" fmla="*/ 4324 h 4324"/>
              <a:gd name="T6" fmla="*/ 6443 w 6443"/>
              <a:gd name="T7" fmla="*/ 4324 h 4324"/>
              <a:gd name="T8" fmla="*/ 6443 w 6443"/>
              <a:gd name="T9" fmla="*/ 943 h 4324"/>
              <a:gd name="T10" fmla="*/ 4811 w 6443"/>
              <a:gd name="T11" fmla="*/ 0 h 4324"/>
              <a:gd name="T12" fmla="*/ 2204 w 6443"/>
              <a:gd name="T13" fmla="*/ 0 h 4324"/>
              <a:gd name="T14" fmla="*/ 0 w 6443"/>
              <a:gd name="T15" fmla="*/ 1274 h 43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443" h="4324">
                <a:moveTo>
                  <a:pt x="0" y="1274"/>
                </a:moveTo>
                <a:lnTo>
                  <a:pt x="3508" y="3301"/>
                </a:lnTo>
                <a:lnTo>
                  <a:pt x="5278" y="4324"/>
                </a:lnTo>
                <a:lnTo>
                  <a:pt x="6443" y="4324"/>
                </a:lnTo>
                <a:lnTo>
                  <a:pt x="6443" y="943"/>
                </a:lnTo>
                <a:lnTo>
                  <a:pt x="4811" y="0"/>
                </a:lnTo>
                <a:lnTo>
                  <a:pt x="2204" y="0"/>
                </a:lnTo>
                <a:lnTo>
                  <a:pt x="0" y="1274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" name="Freeform 13">
            <a:extLst>
              <a:ext uri="{FF2B5EF4-FFF2-40B4-BE49-F238E27FC236}">
                <a16:creationId xmlns:a16="http://schemas.microsoft.com/office/drawing/2014/main" id="{3B2C9699-472D-40B9-B0BC-7257ADD495D6}"/>
              </a:ext>
            </a:extLst>
          </p:cNvPr>
          <p:cNvSpPr>
            <a:spLocks/>
          </p:cNvSpPr>
          <p:nvPr userDrawn="1"/>
        </p:nvSpPr>
        <p:spPr bwMode="auto">
          <a:xfrm>
            <a:off x="1963738" y="2016125"/>
            <a:ext cx="5568950" cy="3217863"/>
          </a:xfrm>
          <a:custGeom>
            <a:avLst/>
            <a:gdLst>
              <a:gd name="T0" fmla="*/ 0 w 3508"/>
              <a:gd name="T1" fmla="*/ 0 h 2027"/>
              <a:gd name="T2" fmla="*/ 3508 w 3508"/>
              <a:gd name="T3" fmla="*/ 2027 h 2027"/>
              <a:gd name="T4" fmla="*/ 3508 w 3508"/>
              <a:gd name="T5" fmla="*/ 2027 h 2027"/>
              <a:gd name="T6" fmla="*/ 3508 w 3508"/>
              <a:gd name="T7" fmla="*/ 2027 h 2027"/>
              <a:gd name="T8" fmla="*/ 3508 w 3508"/>
              <a:gd name="T9" fmla="*/ 2027 h 2027"/>
              <a:gd name="T10" fmla="*/ 3508 w 3508"/>
              <a:gd name="T11" fmla="*/ 2027 h 2027"/>
              <a:gd name="T12" fmla="*/ 3508 w 3508"/>
              <a:gd name="T13" fmla="*/ 2027 h 2027"/>
              <a:gd name="T14" fmla="*/ 3508 w 3508"/>
              <a:gd name="T15" fmla="*/ 2027 h 2027"/>
              <a:gd name="T16" fmla="*/ 3508 w 3508"/>
              <a:gd name="T17" fmla="*/ 2027 h 2027"/>
              <a:gd name="T18" fmla="*/ 0 w 3508"/>
              <a:gd name="T19" fmla="*/ 0 h 20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508" h="2027">
                <a:moveTo>
                  <a:pt x="0" y="0"/>
                </a:move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0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" name="Freeform 14">
            <a:extLst>
              <a:ext uri="{FF2B5EF4-FFF2-40B4-BE49-F238E27FC236}">
                <a16:creationId xmlns:a16="http://schemas.microsoft.com/office/drawing/2014/main" id="{22D4561F-EFDE-4FEB-80DD-E01607FF6C86}"/>
              </a:ext>
            </a:extLst>
          </p:cNvPr>
          <p:cNvSpPr>
            <a:spLocks/>
          </p:cNvSpPr>
          <p:nvPr userDrawn="1"/>
        </p:nvSpPr>
        <p:spPr bwMode="auto">
          <a:xfrm>
            <a:off x="1963738" y="2016125"/>
            <a:ext cx="5568950" cy="3217863"/>
          </a:xfrm>
          <a:custGeom>
            <a:avLst/>
            <a:gdLst>
              <a:gd name="T0" fmla="*/ 0 w 3508"/>
              <a:gd name="T1" fmla="*/ 0 h 2027"/>
              <a:gd name="T2" fmla="*/ 3508 w 3508"/>
              <a:gd name="T3" fmla="*/ 2027 h 2027"/>
              <a:gd name="T4" fmla="*/ 3508 w 3508"/>
              <a:gd name="T5" fmla="*/ 2027 h 2027"/>
              <a:gd name="T6" fmla="*/ 3508 w 3508"/>
              <a:gd name="T7" fmla="*/ 2027 h 2027"/>
              <a:gd name="T8" fmla="*/ 3508 w 3508"/>
              <a:gd name="T9" fmla="*/ 2027 h 2027"/>
              <a:gd name="T10" fmla="*/ 3508 w 3508"/>
              <a:gd name="T11" fmla="*/ 2027 h 2027"/>
              <a:gd name="T12" fmla="*/ 3508 w 3508"/>
              <a:gd name="T13" fmla="*/ 2027 h 2027"/>
              <a:gd name="T14" fmla="*/ 3508 w 3508"/>
              <a:gd name="T15" fmla="*/ 2027 h 2027"/>
              <a:gd name="T16" fmla="*/ 3508 w 3508"/>
              <a:gd name="T17" fmla="*/ 2027 h 2027"/>
              <a:gd name="T18" fmla="*/ 0 w 3508"/>
              <a:gd name="T19" fmla="*/ 0 h 20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508" h="2027">
                <a:moveTo>
                  <a:pt x="0" y="0"/>
                </a:move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" name="Freeform 15">
            <a:extLst>
              <a:ext uri="{FF2B5EF4-FFF2-40B4-BE49-F238E27FC236}">
                <a16:creationId xmlns:a16="http://schemas.microsoft.com/office/drawing/2014/main" id="{6208C78A-0A60-4E16-8004-30C5FACA304D}"/>
              </a:ext>
            </a:extLst>
          </p:cNvPr>
          <p:cNvSpPr>
            <a:spLocks/>
          </p:cNvSpPr>
          <p:nvPr userDrawn="1"/>
        </p:nvSpPr>
        <p:spPr bwMode="auto">
          <a:xfrm>
            <a:off x="9601200" y="-6350"/>
            <a:ext cx="2590800" cy="1497013"/>
          </a:xfrm>
          <a:custGeom>
            <a:avLst/>
            <a:gdLst>
              <a:gd name="T0" fmla="*/ 0 w 1632"/>
              <a:gd name="T1" fmla="*/ 0 h 943"/>
              <a:gd name="T2" fmla="*/ 0 w 1632"/>
              <a:gd name="T3" fmla="*/ 0 h 943"/>
              <a:gd name="T4" fmla="*/ 1632 w 1632"/>
              <a:gd name="T5" fmla="*/ 943 h 943"/>
              <a:gd name="T6" fmla="*/ 0 w 1632"/>
              <a:gd name="T7" fmla="*/ 0 h 9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32" h="943">
                <a:moveTo>
                  <a:pt x="0" y="0"/>
                </a:moveTo>
                <a:lnTo>
                  <a:pt x="0" y="0"/>
                </a:lnTo>
                <a:lnTo>
                  <a:pt x="1632" y="943"/>
                </a:lnTo>
                <a:lnTo>
                  <a:pt x="0" y="0"/>
                </a:lnTo>
                <a:close/>
              </a:path>
            </a:pathLst>
          </a:custGeom>
          <a:solidFill>
            <a:srgbClr val="E4E4E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" name="Freeform 16">
            <a:extLst>
              <a:ext uri="{FF2B5EF4-FFF2-40B4-BE49-F238E27FC236}">
                <a16:creationId xmlns:a16="http://schemas.microsoft.com/office/drawing/2014/main" id="{A9812D5D-0F61-4020-B467-A07A5AB71F43}"/>
              </a:ext>
            </a:extLst>
          </p:cNvPr>
          <p:cNvSpPr>
            <a:spLocks/>
          </p:cNvSpPr>
          <p:nvPr userDrawn="1"/>
        </p:nvSpPr>
        <p:spPr bwMode="auto">
          <a:xfrm>
            <a:off x="9601200" y="-6350"/>
            <a:ext cx="2590800" cy="1497013"/>
          </a:xfrm>
          <a:custGeom>
            <a:avLst/>
            <a:gdLst>
              <a:gd name="T0" fmla="*/ 0 w 1632"/>
              <a:gd name="T1" fmla="*/ 0 h 943"/>
              <a:gd name="T2" fmla="*/ 0 w 1632"/>
              <a:gd name="T3" fmla="*/ 0 h 943"/>
              <a:gd name="T4" fmla="*/ 1632 w 1632"/>
              <a:gd name="T5" fmla="*/ 943 h 943"/>
              <a:gd name="T6" fmla="*/ 0 w 1632"/>
              <a:gd name="T7" fmla="*/ 0 h 9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32" h="943">
                <a:moveTo>
                  <a:pt x="0" y="0"/>
                </a:moveTo>
                <a:lnTo>
                  <a:pt x="0" y="0"/>
                </a:lnTo>
                <a:lnTo>
                  <a:pt x="1632" y="943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" name="Freeform 17">
            <a:extLst>
              <a:ext uri="{FF2B5EF4-FFF2-40B4-BE49-F238E27FC236}">
                <a16:creationId xmlns:a16="http://schemas.microsoft.com/office/drawing/2014/main" id="{9B743E3B-CFE7-4EE2-AD87-5A0428BF71F1}"/>
              </a:ext>
            </a:extLst>
          </p:cNvPr>
          <p:cNvSpPr>
            <a:spLocks/>
          </p:cNvSpPr>
          <p:nvPr userDrawn="1"/>
        </p:nvSpPr>
        <p:spPr bwMode="auto">
          <a:xfrm>
            <a:off x="9601200" y="-6350"/>
            <a:ext cx="2590800" cy="1497013"/>
          </a:xfrm>
          <a:custGeom>
            <a:avLst/>
            <a:gdLst>
              <a:gd name="T0" fmla="*/ 0 w 1632"/>
              <a:gd name="T1" fmla="*/ 0 h 943"/>
              <a:gd name="T2" fmla="*/ 0 w 1632"/>
              <a:gd name="T3" fmla="*/ 0 h 943"/>
              <a:gd name="T4" fmla="*/ 1632 w 1632"/>
              <a:gd name="T5" fmla="*/ 943 h 943"/>
              <a:gd name="T6" fmla="*/ 0 w 1632"/>
              <a:gd name="T7" fmla="*/ 0 h 9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32" h="943">
                <a:moveTo>
                  <a:pt x="0" y="0"/>
                </a:moveTo>
                <a:lnTo>
                  <a:pt x="0" y="0"/>
                </a:lnTo>
                <a:lnTo>
                  <a:pt x="1632" y="943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" name="Freeform 18">
            <a:extLst>
              <a:ext uri="{FF2B5EF4-FFF2-40B4-BE49-F238E27FC236}">
                <a16:creationId xmlns:a16="http://schemas.microsoft.com/office/drawing/2014/main" id="{71919039-660A-4B9D-9B0F-47A476ECC109}"/>
              </a:ext>
            </a:extLst>
          </p:cNvPr>
          <p:cNvSpPr>
            <a:spLocks/>
          </p:cNvSpPr>
          <p:nvPr userDrawn="1"/>
        </p:nvSpPr>
        <p:spPr bwMode="auto">
          <a:xfrm>
            <a:off x="9601200" y="-6350"/>
            <a:ext cx="2590800" cy="1497013"/>
          </a:xfrm>
          <a:custGeom>
            <a:avLst/>
            <a:gdLst>
              <a:gd name="T0" fmla="*/ 0 w 1632"/>
              <a:gd name="T1" fmla="*/ 0 h 943"/>
              <a:gd name="T2" fmla="*/ 0 w 1632"/>
              <a:gd name="T3" fmla="*/ 0 h 943"/>
              <a:gd name="T4" fmla="*/ 1632 w 1632"/>
              <a:gd name="T5" fmla="*/ 943 h 943"/>
              <a:gd name="T6" fmla="*/ 0 w 1632"/>
              <a:gd name="T7" fmla="*/ 0 h 9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32" h="943">
                <a:moveTo>
                  <a:pt x="0" y="0"/>
                </a:moveTo>
                <a:lnTo>
                  <a:pt x="0" y="0"/>
                </a:lnTo>
                <a:lnTo>
                  <a:pt x="1632" y="943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" name="Freeform 21">
            <a:extLst>
              <a:ext uri="{FF2B5EF4-FFF2-40B4-BE49-F238E27FC236}">
                <a16:creationId xmlns:a16="http://schemas.microsoft.com/office/drawing/2014/main" id="{50BE09BF-0C71-41C5-9989-74D87D2DBE85}"/>
              </a:ext>
            </a:extLst>
          </p:cNvPr>
          <p:cNvSpPr>
            <a:spLocks/>
          </p:cNvSpPr>
          <p:nvPr userDrawn="1"/>
        </p:nvSpPr>
        <p:spPr bwMode="auto">
          <a:xfrm>
            <a:off x="4721225" y="5233987"/>
            <a:ext cx="5621338" cy="1624013"/>
          </a:xfrm>
          <a:custGeom>
            <a:avLst/>
            <a:gdLst>
              <a:gd name="T0" fmla="*/ 1771 w 3541"/>
              <a:gd name="T1" fmla="*/ 0 h 1023"/>
              <a:gd name="T2" fmla="*/ 0 w 3541"/>
              <a:gd name="T3" fmla="*/ 1023 h 1023"/>
              <a:gd name="T4" fmla="*/ 3541 w 3541"/>
              <a:gd name="T5" fmla="*/ 1023 h 1023"/>
              <a:gd name="T6" fmla="*/ 1771 w 3541"/>
              <a:gd name="T7" fmla="*/ 0 h 10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541" h="1023">
                <a:moveTo>
                  <a:pt x="1771" y="0"/>
                </a:moveTo>
                <a:lnTo>
                  <a:pt x="0" y="1023"/>
                </a:lnTo>
                <a:lnTo>
                  <a:pt x="3541" y="1023"/>
                </a:lnTo>
                <a:lnTo>
                  <a:pt x="1771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" name="Freeform 22">
            <a:extLst>
              <a:ext uri="{FF2B5EF4-FFF2-40B4-BE49-F238E27FC236}">
                <a16:creationId xmlns:a16="http://schemas.microsoft.com/office/drawing/2014/main" id="{2C1E1CE7-3982-4AB6-9082-82835851AFA6}"/>
              </a:ext>
            </a:extLst>
          </p:cNvPr>
          <p:cNvSpPr>
            <a:spLocks/>
          </p:cNvSpPr>
          <p:nvPr userDrawn="1"/>
        </p:nvSpPr>
        <p:spPr bwMode="auto">
          <a:xfrm>
            <a:off x="4721225" y="5233987"/>
            <a:ext cx="2811463" cy="1624013"/>
          </a:xfrm>
          <a:custGeom>
            <a:avLst/>
            <a:gdLst>
              <a:gd name="T0" fmla="*/ 1771 w 1771"/>
              <a:gd name="T1" fmla="*/ 0 h 1023"/>
              <a:gd name="T2" fmla="*/ 0 w 1771"/>
              <a:gd name="T3" fmla="*/ 1023 h 1023"/>
              <a:gd name="T4" fmla="*/ 0 w 1771"/>
              <a:gd name="T5" fmla="*/ 1023 h 1023"/>
              <a:gd name="T6" fmla="*/ 1771 w 1771"/>
              <a:gd name="T7" fmla="*/ 0 h 10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771" h="1023">
                <a:moveTo>
                  <a:pt x="1771" y="0"/>
                </a:moveTo>
                <a:lnTo>
                  <a:pt x="0" y="1023"/>
                </a:lnTo>
                <a:lnTo>
                  <a:pt x="0" y="1023"/>
                </a:lnTo>
                <a:lnTo>
                  <a:pt x="1771" y="0"/>
                </a:lnTo>
                <a:close/>
              </a:path>
            </a:pathLst>
          </a:custGeom>
          <a:solidFill>
            <a:srgbClr val="D2D2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0" name="Freeform 23">
            <a:extLst>
              <a:ext uri="{FF2B5EF4-FFF2-40B4-BE49-F238E27FC236}">
                <a16:creationId xmlns:a16="http://schemas.microsoft.com/office/drawing/2014/main" id="{277D336D-2AB1-48CA-86AA-0552F6A6E763}"/>
              </a:ext>
            </a:extLst>
          </p:cNvPr>
          <p:cNvSpPr>
            <a:spLocks/>
          </p:cNvSpPr>
          <p:nvPr userDrawn="1"/>
        </p:nvSpPr>
        <p:spPr bwMode="auto">
          <a:xfrm>
            <a:off x="4721225" y="5233987"/>
            <a:ext cx="2811463" cy="1624013"/>
          </a:xfrm>
          <a:custGeom>
            <a:avLst/>
            <a:gdLst>
              <a:gd name="T0" fmla="*/ 1771 w 1771"/>
              <a:gd name="T1" fmla="*/ 0 h 1023"/>
              <a:gd name="T2" fmla="*/ 0 w 1771"/>
              <a:gd name="T3" fmla="*/ 1023 h 1023"/>
              <a:gd name="T4" fmla="*/ 0 w 1771"/>
              <a:gd name="T5" fmla="*/ 1023 h 1023"/>
              <a:gd name="T6" fmla="*/ 1771 w 1771"/>
              <a:gd name="T7" fmla="*/ 0 h 10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771" h="1023">
                <a:moveTo>
                  <a:pt x="1771" y="0"/>
                </a:moveTo>
                <a:lnTo>
                  <a:pt x="0" y="1023"/>
                </a:lnTo>
                <a:lnTo>
                  <a:pt x="0" y="1023"/>
                </a:lnTo>
                <a:lnTo>
                  <a:pt x="1771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" name="Freeform 24">
            <a:extLst>
              <a:ext uri="{FF2B5EF4-FFF2-40B4-BE49-F238E27FC236}">
                <a16:creationId xmlns:a16="http://schemas.microsoft.com/office/drawing/2014/main" id="{EDAD5260-CE3B-4B3A-93DC-55B702B00643}"/>
              </a:ext>
            </a:extLst>
          </p:cNvPr>
          <p:cNvSpPr>
            <a:spLocks/>
          </p:cNvSpPr>
          <p:nvPr userDrawn="1"/>
        </p:nvSpPr>
        <p:spPr bwMode="auto">
          <a:xfrm>
            <a:off x="7532688" y="5233987"/>
            <a:ext cx="2809875" cy="1624013"/>
          </a:xfrm>
          <a:custGeom>
            <a:avLst/>
            <a:gdLst>
              <a:gd name="T0" fmla="*/ 0 w 1770"/>
              <a:gd name="T1" fmla="*/ 0 h 1023"/>
              <a:gd name="T2" fmla="*/ 0 w 1770"/>
              <a:gd name="T3" fmla="*/ 0 h 1023"/>
              <a:gd name="T4" fmla="*/ 1770 w 1770"/>
              <a:gd name="T5" fmla="*/ 1023 h 1023"/>
              <a:gd name="T6" fmla="*/ 1770 w 1770"/>
              <a:gd name="T7" fmla="*/ 1023 h 1023"/>
              <a:gd name="T8" fmla="*/ 0 w 1770"/>
              <a:gd name="T9" fmla="*/ 0 h 10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70" h="1023">
                <a:moveTo>
                  <a:pt x="0" y="0"/>
                </a:moveTo>
                <a:lnTo>
                  <a:pt x="0" y="0"/>
                </a:lnTo>
                <a:lnTo>
                  <a:pt x="1770" y="1023"/>
                </a:lnTo>
                <a:lnTo>
                  <a:pt x="1770" y="1023"/>
                </a:lnTo>
                <a:lnTo>
                  <a:pt x="0" y="0"/>
                </a:lnTo>
                <a:close/>
              </a:path>
            </a:pathLst>
          </a:custGeom>
          <a:solidFill>
            <a:srgbClr val="DCDCD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" name="Freeform 25">
            <a:extLst>
              <a:ext uri="{FF2B5EF4-FFF2-40B4-BE49-F238E27FC236}">
                <a16:creationId xmlns:a16="http://schemas.microsoft.com/office/drawing/2014/main" id="{B211343B-293B-4285-80C9-6DE1679890F8}"/>
              </a:ext>
            </a:extLst>
          </p:cNvPr>
          <p:cNvSpPr>
            <a:spLocks/>
          </p:cNvSpPr>
          <p:nvPr userDrawn="1"/>
        </p:nvSpPr>
        <p:spPr bwMode="auto">
          <a:xfrm>
            <a:off x="7532688" y="5233987"/>
            <a:ext cx="2809875" cy="1624013"/>
          </a:xfrm>
          <a:custGeom>
            <a:avLst/>
            <a:gdLst>
              <a:gd name="T0" fmla="*/ 0 w 1770"/>
              <a:gd name="T1" fmla="*/ 0 h 1023"/>
              <a:gd name="T2" fmla="*/ 0 w 1770"/>
              <a:gd name="T3" fmla="*/ 0 h 1023"/>
              <a:gd name="T4" fmla="*/ 1770 w 1770"/>
              <a:gd name="T5" fmla="*/ 1023 h 1023"/>
              <a:gd name="T6" fmla="*/ 1770 w 1770"/>
              <a:gd name="T7" fmla="*/ 1023 h 1023"/>
              <a:gd name="T8" fmla="*/ 0 w 1770"/>
              <a:gd name="T9" fmla="*/ 0 h 10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70" h="1023">
                <a:moveTo>
                  <a:pt x="0" y="0"/>
                </a:moveTo>
                <a:lnTo>
                  <a:pt x="0" y="0"/>
                </a:lnTo>
                <a:lnTo>
                  <a:pt x="1770" y="1023"/>
                </a:lnTo>
                <a:lnTo>
                  <a:pt x="1770" y="1023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" name="Freeform 26">
            <a:extLst>
              <a:ext uri="{FF2B5EF4-FFF2-40B4-BE49-F238E27FC236}">
                <a16:creationId xmlns:a16="http://schemas.microsoft.com/office/drawing/2014/main" id="{BC5C5C0C-0FC6-43DF-A5C8-17EE4E05FDD6}"/>
              </a:ext>
            </a:extLst>
          </p:cNvPr>
          <p:cNvSpPr>
            <a:spLocks/>
          </p:cNvSpPr>
          <p:nvPr userDrawn="1"/>
        </p:nvSpPr>
        <p:spPr bwMode="auto">
          <a:xfrm>
            <a:off x="7532688" y="5233987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B5B5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" name="Freeform 27">
            <a:extLst>
              <a:ext uri="{FF2B5EF4-FFF2-40B4-BE49-F238E27FC236}">
                <a16:creationId xmlns:a16="http://schemas.microsoft.com/office/drawing/2014/main" id="{B5C362F9-2D85-47D8-A0BD-3A889F6E0914}"/>
              </a:ext>
            </a:extLst>
          </p:cNvPr>
          <p:cNvSpPr>
            <a:spLocks/>
          </p:cNvSpPr>
          <p:nvPr userDrawn="1"/>
        </p:nvSpPr>
        <p:spPr bwMode="auto">
          <a:xfrm>
            <a:off x="7532688" y="5233987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Line 28">
            <a:extLst>
              <a:ext uri="{FF2B5EF4-FFF2-40B4-BE49-F238E27FC236}">
                <a16:creationId xmlns:a16="http://schemas.microsoft.com/office/drawing/2014/main" id="{631EC517-5415-4B7D-A2EB-4A9F146E918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532688" y="5233987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" name="Line 29">
            <a:extLst>
              <a:ext uri="{FF2B5EF4-FFF2-40B4-BE49-F238E27FC236}">
                <a16:creationId xmlns:a16="http://schemas.microsoft.com/office/drawing/2014/main" id="{936D8EFB-5B56-45FE-B374-FC32CCFE4AB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532688" y="5233987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" name="Freeform 30">
            <a:extLst>
              <a:ext uri="{FF2B5EF4-FFF2-40B4-BE49-F238E27FC236}">
                <a16:creationId xmlns:a16="http://schemas.microsoft.com/office/drawing/2014/main" id="{51D3BABA-2154-446C-B57E-AA2B4D7C7ADB}"/>
              </a:ext>
            </a:extLst>
          </p:cNvPr>
          <p:cNvSpPr>
            <a:spLocks/>
          </p:cNvSpPr>
          <p:nvPr userDrawn="1"/>
        </p:nvSpPr>
        <p:spPr bwMode="auto">
          <a:xfrm>
            <a:off x="7532688" y="5233987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BEBEB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" name="Freeform 31">
            <a:extLst>
              <a:ext uri="{FF2B5EF4-FFF2-40B4-BE49-F238E27FC236}">
                <a16:creationId xmlns:a16="http://schemas.microsoft.com/office/drawing/2014/main" id="{21F91B4E-F1CE-4F42-A5C6-4664DDC3114B}"/>
              </a:ext>
            </a:extLst>
          </p:cNvPr>
          <p:cNvSpPr>
            <a:spLocks/>
          </p:cNvSpPr>
          <p:nvPr userDrawn="1"/>
        </p:nvSpPr>
        <p:spPr bwMode="auto">
          <a:xfrm>
            <a:off x="7532688" y="5233987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" name="Line 32">
            <a:extLst>
              <a:ext uri="{FF2B5EF4-FFF2-40B4-BE49-F238E27FC236}">
                <a16:creationId xmlns:a16="http://schemas.microsoft.com/office/drawing/2014/main" id="{72808925-0863-43CB-9D48-6443F968C436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532688" y="5233987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0" name="Line 33">
            <a:extLst>
              <a:ext uri="{FF2B5EF4-FFF2-40B4-BE49-F238E27FC236}">
                <a16:creationId xmlns:a16="http://schemas.microsoft.com/office/drawing/2014/main" id="{8D783D5C-0818-4003-A378-B44EA7327EE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532688" y="5233987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1" name="Freeform 34">
            <a:extLst>
              <a:ext uri="{FF2B5EF4-FFF2-40B4-BE49-F238E27FC236}">
                <a16:creationId xmlns:a16="http://schemas.microsoft.com/office/drawing/2014/main" id="{CB5EA980-AAC8-4678-B806-4B35AD6A9BC8}"/>
              </a:ext>
            </a:extLst>
          </p:cNvPr>
          <p:cNvSpPr>
            <a:spLocks/>
          </p:cNvSpPr>
          <p:nvPr userDrawn="1"/>
        </p:nvSpPr>
        <p:spPr bwMode="auto">
          <a:xfrm>
            <a:off x="7532688" y="5233987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C1C1C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Freeform 35">
            <a:extLst>
              <a:ext uri="{FF2B5EF4-FFF2-40B4-BE49-F238E27FC236}">
                <a16:creationId xmlns:a16="http://schemas.microsoft.com/office/drawing/2014/main" id="{61DE02E4-CE75-4107-B78F-DC52DB499B96}"/>
              </a:ext>
            </a:extLst>
          </p:cNvPr>
          <p:cNvSpPr>
            <a:spLocks/>
          </p:cNvSpPr>
          <p:nvPr userDrawn="1"/>
        </p:nvSpPr>
        <p:spPr bwMode="auto">
          <a:xfrm>
            <a:off x="7532688" y="5233987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Line 36">
            <a:extLst>
              <a:ext uri="{FF2B5EF4-FFF2-40B4-BE49-F238E27FC236}">
                <a16:creationId xmlns:a16="http://schemas.microsoft.com/office/drawing/2014/main" id="{62A7C76B-C053-4849-9F66-9F6E847E77F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532688" y="5233987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4" name="Line 37">
            <a:extLst>
              <a:ext uri="{FF2B5EF4-FFF2-40B4-BE49-F238E27FC236}">
                <a16:creationId xmlns:a16="http://schemas.microsoft.com/office/drawing/2014/main" id="{5E4A7D05-1D09-4623-A661-1F8A39ABCED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532688" y="5233987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7729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2_Breaker slide - light gray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54">
            <a:extLst>
              <a:ext uri="{FF2B5EF4-FFF2-40B4-BE49-F238E27FC236}">
                <a16:creationId xmlns:a16="http://schemas.microsoft.com/office/drawing/2014/main" id="{71F047AA-2753-4C31-937B-F7C2A6F5BB41}"/>
              </a:ext>
            </a:extLst>
          </p:cNvPr>
          <p:cNvGrpSpPr/>
          <p:nvPr userDrawn="1"/>
        </p:nvGrpSpPr>
        <p:grpSpPr>
          <a:xfrm>
            <a:off x="-9183" y="3278"/>
            <a:ext cx="12192001" cy="6864350"/>
            <a:chOff x="0" y="-6350"/>
            <a:chExt cx="12192001" cy="6864350"/>
          </a:xfrm>
        </p:grpSpPr>
        <p:sp>
          <p:nvSpPr>
            <p:cNvPr id="56" name="Freeform 5">
              <a:extLst>
                <a:ext uri="{FF2B5EF4-FFF2-40B4-BE49-F238E27FC236}">
                  <a16:creationId xmlns:a16="http://schemas.microsoft.com/office/drawing/2014/main" id="{2668ACD1-E923-41A7-8C8B-CFDB0E5C5C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3738" y="2016125"/>
              <a:ext cx="5568950" cy="4841875"/>
            </a:xfrm>
            <a:custGeom>
              <a:avLst/>
              <a:gdLst>
                <a:gd name="T0" fmla="*/ 0 w 3508"/>
                <a:gd name="T1" fmla="*/ 0 h 3050"/>
                <a:gd name="T2" fmla="*/ 0 w 3508"/>
                <a:gd name="T3" fmla="*/ 3050 h 3050"/>
                <a:gd name="T4" fmla="*/ 1737 w 3508"/>
                <a:gd name="T5" fmla="*/ 3050 h 3050"/>
                <a:gd name="T6" fmla="*/ 3508 w 3508"/>
                <a:gd name="T7" fmla="*/ 2027 h 3050"/>
                <a:gd name="T8" fmla="*/ 0 w 3508"/>
                <a:gd name="T9" fmla="*/ 0 h 30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08" h="3050">
                  <a:moveTo>
                    <a:pt x="0" y="0"/>
                  </a:moveTo>
                  <a:lnTo>
                    <a:pt x="0" y="3050"/>
                  </a:lnTo>
                  <a:lnTo>
                    <a:pt x="1737" y="3050"/>
                  </a:lnTo>
                  <a:lnTo>
                    <a:pt x="3508" y="20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7">
              <a:extLst>
                <a:ext uri="{FF2B5EF4-FFF2-40B4-BE49-F238E27FC236}">
                  <a16:creationId xmlns:a16="http://schemas.microsoft.com/office/drawing/2014/main" id="{E350CCF4-74B9-4CBF-8D46-5E5574C3CB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-6350"/>
              <a:ext cx="5462588" cy="2022475"/>
            </a:xfrm>
            <a:custGeom>
              <a:avLst/>
              <a:gdLst>
                <a:gd name="T0" fmla="*/ 3441 w 3441"/>
                <a:gd name="T1" fmla="*/ 0 h 1274"/>
                <a:gd name="T2" fmla="*/ 0 w 3441"/>
                <a:gd name="T3" fmla="*/ 0 h 1274"/>
                <a:gd name="T4" fmla="*/ 0 w 3441"/>
                <a:gd name="T5" fmla="*/ 559 h 1274"/>
                <a:gd name="T6" fmla="*/ 1237 w 3441"/>
                <a:gd name="T7" fmla="*/ 1274 h 1274"/>
                <a:gd name="T8" fmla="*/ 3441 w 3441"/>
                <a:gd name="T9" fmla="*/ 0 h 1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41" h="1274">
                  <a:moveTo>
                    <a:pt x="3441" y="0"/>
                  </a:moveTo>
                  <a:lnTo>
                    <a:pt x="0" y="0"/>
                  </a:lnTo>
                  <a:lnTo>
                    <a:pt x="0" y="559"/>
                  </a:lnTo>
                  <a:lnTo>
                    <a:pt x="1237" y="1274"/>
                  </a:lnTo>
                  <a:lnTo>
                    <a:pt x="3441" y="0"/>
                  </a:lnTo>
                  <a:close/>
                </a:path>
              </a:pathLst>
            </a:custGeom>
            <a:solidFill>
              <a:srgbClr val="000000">
                <a:alpha val="7843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9">
              <a:extLst>
                <a:ext uri="{FF2B5EF4-FFF2-40B4-BE49-F238E27FC236}">
                  <a16:creationId xmlns:a16="http://schemas.microsoft.com/office/drawing/2014/main" id="{D13B5093-B5A9-48FA-9028-4E92FCB3E5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1200" y="-6350"/>
              <a:ext cx="2590800" cy="1497013"/>
            </a:xfrm>
            <a:custGeom>
              <a:avLst/>
              <a:gdLst>
                <a:gd name="T0" fmla="*/ 1632 w 1632"/>
                <a:gd name="T1" fmla="*/ 0 h 943"/>
                <a:gd name="T2" fmla="*/ 0 w 1632"/>
                <a:gd name="T3" fmla="*/ 0 h 943"/>
                <a:gd name="T4" fmla="*/ 1632 w 1632"/>
                <a:gd name="T5" fmla="*/ 943 h 943"/>
                <a:gd name="T6" fmla="*/ 1632 w 1632"/>
                <a:gd name="T7" fmla="*/ 0 h 9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32" h="943">
                  <a:moveTo>
                    <a:pt x="1632" y="0"/>
                  </a:moveTo>
                  <a:lnTo>
                    <a:pt x="0" y="0"/>
                  </a:lnTo>
                  <a:lnTo>
                    <a:pt x="1632" y="943"/>
                  </a:lnTo>
                  <a:lnTo>
                    <a:pt x="1632" y="0"/>
                  </a:lnTo>
                  <a:close/>
                </a:path>
              </a:pathLst>
            </a:custGeom>
            <a:solidFill>
              <a:srgbClr val="000000">
                <a:alpha val="7843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11">
              <a:extLst>
                <a:ext uri="{FF2B5EF4-FFF2-40B4-BE49-F238E27FC236}">
                  <a16:creationId xmlns:a16="http://schemas.microsoft.com/office/drawing/2014/main" id="{C758AF99-AC06-4C66-8C13-45D5863BFC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3738" y="-6350"/>
              <a:ext cx="10228263" cy="6864350"/>
            </a:xfrm>
            <a:custGeom>
              <a:avLst/>
              <a:gdLst>
                <a:gd name="T0" fmla="*/ 0 w 6443"/>
                <a:gd name="T1" fmla="*/ 1274 h 4324"/>
                <a:gd name="T2" fmla="*/ 3508 w 6443"/>
                <a:gd name="T3" fmla="*/ 3301 h 4324"/>
                <a:gd name="T4" fmla="*/ 5278 w 6443"/>
                <a:gd name="T5" fmla="*/ 4324 h 4324"/>
                <a:gd name="T6" fmla="*/ 6443 w 6443"/>
                <a:gd name="T7" fmla="*/ 4324 h 4324"/>
                <a:gd name="T8" fmla="*/ 6443 w 6443"/>
                <a:gd name="T9" fmla="*/ 943 h 4324"/>
                <a:gd name="T10" fmla="*/ 4811 w 6443"/>
                <a:gd name="T11" fmla="*/ 0 h 4324"/>
                <a:gd name="T12" fmla="*/ 2204 w 6443"/>
                <a:gd name="T13" fmla="*/ 0 h 4324"/>
                <a:gd name="T14" fmla="*/ 0 w 6443"/>
                <a:gd name="T15" fmla="*/ 1274 h 4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443" h="4324">
                  <a:moveTo>
                    <a:pt x="0" y="1274"/>
                  </a:moveTo>
                  <a:lnTo>
                    <a:pt x="3508" y="3301"/>
                  </a:lnTo>
                  <a:lnTo>
                    <a:pt x="5278" y="4324"/>
                  </a:lnTo>
                  <a:lnTo>
                    <a:pt x="6443" y="4324"/>
                  </a:lnTo>
                  <a:lnTo>
                    <a:pt x="6443" y="943"/>
                  </a:lnTo>
                  <a:lnTo>
                    <a:pt x="4811" y="0"/>
                  </a:lnTo>
                  <a:lnTo>
                    <a:pt x="2204" y="0"/>
                  </a:lnTo>
                  <a:lnTo>
                    <a:pt x="0" y="1274"/>
                  </a:lnTo>
                  <a:close/>
                </a:path>
              </a:pathLst>
            </a:custGeom>
            <a:solidFill>
              <a:srgbClr val="000000">
                <a:alpha val="16078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19">
              <a:extLst>
                <a:ext uri="{FF2B5EF4-FFF2-40B4-BE49-F238E27FC236}">
                  <a16:creationId xmlns:a16="http://schemas.microsoft.com/office/drawing/2014/main" id="{E64CFA6F-205E-40A3-B173-4C4787D966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881062"/>
              <a:ext cx="1963738" cy="5976938"/>
            </a:xfrm>
            <a:custGeom>
              <a:avLst/>
              <a:gdLst>
                <a:gd name="T0" fmla="*/ 0 w 1237"/>
                <a:gd name="T1" fmla="*/ 0 h 3765"/>
                <a:gd name="T2" fmla="*/ 0 w 1237"/>
                <a:gd name="T3" fmla="*/ 3765 h 3765"/>
                <a:gd name="T4" fmla="*/ 1237 w 1237"/>
                <a:gd name="T5" fmla="*/ 3765 h 3765"/>
                <a:gd name="T6" fmla="*/ 1237 w 1237"/>
                <a:gd name="T7" fmla="*/ 715 h 3765"/>
                <a:gd name="T8" fmla="*/ 0 w 1237"/>
                <a:gd name="T9" fmla="*/ 0 h 37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7" h="3765">
                  <a:moveTo>
                    <a:pt x="0" y="0"/>
                  </a:moveTo>
                  <a:lnTo>
                    <a:pt x="0" y="3765"/>
                  </a:lnTo>
                  <a:lnTo>
                    <a:pt x="1237" y="3765"/>
                  </a:lnTo>
                  <a:lnTo>
                    <a:pt x="1237" y="7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2157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0">
              <a:extLst>
                <a:ext uri="{FF2B5EF4-FFF2-40B4-BE49-F238E27FC236}">
                  <a16:creationId xmlns:a16="http://schemas.microsoft.com/office/drawing/2014/main" id="{ADF27179-F614-4A89-BA2E-398375AA66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21225" y="5233987"/>
              <a:ext cx="5621338" cy="1624013"/>
            </a:xfrm>
            <a:custGeom>
              <a:avLst/>
              <a:gdLst>
                <a:gd name="T0" fmla="*/ 1771 w 3541"/>
                <a:gd name="T1" fmla="*/ 0 h 1023"/>
                <a:gd name="T2" fmla="*/ 0 w 3541"/>
                <a:gd name="T3" fmla="*/ 1023 h 1023"/>
                <a:gd name="T4" fmla="*/ 3541 w 3541"/>
                <a:gd name="T5" fmla="*/ 1023 h 1023"/>
                <a:gd name="T6" fmla="*/ 1771 w 3541"/>
                <a:gd name="T7" fmla="*/ 0 h 1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41" h="1023">
                  <a:moveTo>
                    <a:pt x="1771" y="0"/>
                  </a:moveTo>
                  <a:lnTo>
                    <a:pt x="0" y="1023"/>
                  </a:lnTo>
                  <a:lnTo>
                    <a:pt x="3541" y="1023"/>
                  </a:lnTo>
                  <a:lnTo>
                    <a:pt x="1771" y="0"/>
                  </a:lnTo>
                  <a:close/>
                </a:path>
              </a:pathLst>
            </a:custGeom>
            <a:solidFill>
              <a:srgbClr val="000000">
                <a:alpha val="10196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1" name="Text Placeholder 19"/>
          <p:cNvSpPr>
            <a:spLocks noGrp="1"/>
          </p:cNvSpPr>
          <p:nvPr>
            <p:ph type="body" sz="quarter" idx="11" hasCustomPrompt="1"/>
          </p:nvPr>
        </p:nvSpPr>
        <p:spPr>
          <a:xfrm>
            <a:off x="672000" y="2385395"/>
            <a:ext cx="10848487" cy="3012105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4800"/>
              </a:lnSpc>
              <a:buNone/>
              <a:defRPr sz="4800" b="0" cap="all" spc="107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da-DK"/>
              <a:t>INSERT BREAKER TITLE HERE</a:t>
            </a:r>
            <a:endParaRPr lang="en-US"/>
          </a:p>
        </p:txBody>
      </p:sp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6BA917-7F09-4B8D-AF07-F52890C14046}" type="slidenum">
              <a:rPr lang="da-DK" smtClean="0"/>
              <a:pPr/>
              <a:t>‹#›</a:t>
            </a:fld>
            <a:endParaRPr lang="da-DK"/>
          </a:p>
        </p:txBody>
      </p:sp>
      <p:grpSp>
        <p:nvGrpSpPr>
          <p:cNvPr id="18" name="Gruppe 17"/>
          <p:cNvGrpSpPr>
            <a:grpSpLocks noChangeAspect="1"/>
          </p:cNvGrpSpPr>
          <p:nvPr/>
        </p:nvGrpSpPr>
        <p:grpSpPr>
          <a:xfrm>
            <a:off x="10343104" y="6422579"/>
            <a:ext cx="1176854" cy="202504"/>
            <a:chOff x="10056795" y="6368350"/>
            <a:chExt cx="1454739" cy="250316"/>
          </a:xfrm>
          <a:solidFill>
            <a:schemeClr val="tx1"/>
          </a:solidFill>
        </p:grpSpPr>
        <p:sp>
          <p:nvSpPr>
            <p:cNvPr id="19" name="Freeform 7"/>
            <p:cNvSpPr>
              <a:spLocks noEditPoints="1"/>
            </p:cNvSpPr>
            <p:nvPr userDrawn="1"/>
          </p:nvSpPr>
          <p:spPr bwMode="auto">
            <a:xfrm>
              <a:off x="10368784" y="6371977"/>
              <a:ext cx="1142750" cy="246689"/>
            </a:xfrm>
            <a:custGeom>
              <a:avLst/>
              <a:gdLst>
                <a:gd name="T0" fmla="*/ 116 w 431"/>
                <a:gd name="T1" fmla="*/ 33 h 93"/>
                <a:gd name="T2" fmla="*/ 103 w 431"/>
                <a:gd name="T3" fmla="*/ 24 h 93"/>
                <a:gd name="T4" fmla="*/ 116 w 431"/>
                <a:gd name="T5" fmla="*/ 75 h 93"/>
                <a:gd name="T6" fmla="*/ 128 w 431"/>
                <a:gd name="T7" fmla="*/ 32 h 93"/>
                <a:gd name="T8" fmla="*/ 139 w 431"/>
                <a:gd name="T9" fmla="*/ 75 h 93"/>
                <a:gd name="T10" fmla="*/ 152 w 431"/>
                <a:gd name="T11" fmla="*/ 48 h 93"/>
                <a:gd name="T12" fmla="*/ 174 w 431"/>
                <a:gd name="T13" fmla="*/ 45 h 93"/>
                <a:gd name="T14" fmla="*/ 188 w 431"/>
                <a:gd name="T15" fmla="*/ 75 h 93"/>
                <a:gd name="T16" fmla="*/ 169 w 431"/>
                <a:gd name="T17" fmla="*/ 23 h 93"/>
                <a:gd name="T18" fmla="*/ 133 w 431"/>
                <a:gd name="T19" fmla="*/ 23 h 93"/>
                <a:gd name="T20" fmla="*/ 238 w 431"/>
                <a:gd name="T21" fmla="*/ 0 h 93"/>
                <a:gd name="T22" fmla="*/ 238 w 431"/>
                <a:gd name="T23" fmla="*/ 76 h 93"/>
                <a:gd name="T24" fmla="*/ 260 w 431"/>
                <a:gd name="T25" fmla="*/ 61 h 93"/>
                <a:gd name="T26" fmla="*/ 213 w 431"/>
                <a:gd name="T27" fmla="*/ 37 h 93"/>
                <a:gd name="T28" fmla="*/ 259 w 431"/>
                <a:gd name="T29" fmla="*/ 14 h 93"/>
                <a:gd name="T30" fmla="*/ 54 w 431"/>
                <a:gd name="T31" fmla="*/ 3 h 93"/>
                <a:gd name="T32" fmla="*/ 0 w 431"/>
                <a:gd name="T33" fmla="*/ 21 h 93"/>
                <a:gd name="T34" fmla="*/ 36 w 431"/>
                <a:gd name="T35" fmla="*/ 45 h 93"/>
                <a:gd name="T36" fmla="*/ 27 w 431"/>
                <a:gd name="T37" fmla="*/ 66 h 93"/>
                <a:gd name="T38" fmla="*/ 1 w 431"/>
                <a:gd name="T39" fmla="*/ 72 h 93"/>
                <a:gd name="T40" fmla="*/ 60 w 431"/>
                <a:gd name="T41" fmla="*/ 54 h 93"/>
                <a:gd name="T42" fmla="*/ 26 w 431"/>
                <a:gd name="T43" fmla="*/ 30 h 93"/>
                <a:gd name="T44" fmla="*/ 33 w 431"/>
                <a:gd name="T45" fmla="*/ 9 h 93"/>
                <a:gd name="T46" fmla="*/ 54 w 431"/>
                <a:gd name="T47" fmla="*/ 3 h 93"/>
                <a:gd name="T48" fmla="*/ 390 w 431"/>
                <a:gd name="T49" fmla="*/ 49 h 93"/>
                <a:gd name="T50" fmla="*/ 417 w 431"/>
                <a:gd name="T51" fmla="*/ 49 h 93"/>
                <a:gd name="T52" fmla="*/ 376 w 431"/>
                <a:gd name="T53" fmla="*/ 93 h 93"/>
                <a:gd name="T54" fmla="*/ 389 w 431"/>
                <a:gd name="T55" fmla="*/ 67 h 93"/>
                <a:gd name="T56" fmla="*/ 431 w 431"/>
                <a:gd name="T57" fmla="*/ 49 h 93"/>
                <a:gd name="T58" fmla="*/ 389 w 431"/>
                <a:gd name="T59" fmla="*/ 33 h 93"/>
                <a:gd name="T60" fmla="*/ 376 w 431"/>
                <a:gd name="T61" fmla="*/ 24 h 93"/>
                <a:gd name="T62" fmla="*/ 334 w 431"/>
                <a:gd name="T63" fmla="*/ 75 h 93"/>
                <a:gd name="T64" fmla="*/ 347 w 431"/>
                <a:gd name="T65" fmla="*/ 47 h 93"/>
                <a:gd name="T66" fmla="*/ 368 w 431"/>
                <a:gd name="T67" fmla="*/ 24 h 93"/>
                <a:gd name="T68" fmla="*/ 347 w 431"/>
                <a:gd name="T69" fmla="*/ 24 h 93"/>
                <a:gd name="T70" fmla="*/ 334 w 431"/>
                <a:gd name="T71" fmla="*/ 75 h 93"/>
                <a:gd name="T72" fmla="*/ 282 w 431"/>
                <a:gd name="T73" fmla="*/ 49 h 93"/>
                <a:gd name="T74" fmla="*/ 309 w 431"/>
                <a:gd name="T75" fmla="*/ 49 h 93"/>
                <a:gd name="T76" fmla="*/ 268 w 431"/>
                <a:gd name="T77" fmla="*/ 50 h 93"/>
                <a:gd name="T78" fmla="*/ 323 w 431"/>
                <a:gd name="T79" fmla="*/ 49 h 93"/>
                <a:gd name="T80" fmla="*/ 268 w 431"/>
                <a:gd name="T81" fmla="*/ 50 h 93"/>
                <a:gd name="T82" fmla="*/ 86 w 431"/>
                <a:gd name="T83" fmla="*/ 75 h 93"/>
                <a:gd name="T84" fmla="*/ 73 w 431"/>
                <a:gd name="T85" fmla="*/ 24 h 93"/>
                <a:gd name="T86" fmla="*/ 73 w 431"/>
                <a:gd name="T87" fmla="*/ 14 h 93"/>
                <a:gd name="T88" fmla="*/ 86 w 431"/>
                <a:gd name="T89" fmla="*/ 1 h 93"/>
                <a:gd name="T90" fmla="*/ 73 w 431"/>
                <a:gd name="T91" fmla="*/ 1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31" h="93">
                  <a:moveTo>
                    <a:pt x="133" y="23"/>
                  </a:moveTo>
                  <a:cubicBezTo>
                    <a:pt x="117" y="23"/>
                    <a:pt x="116" y="33"/>
                    <a:pt x="116" y="33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75"/>
                    <a:pt x="103" y="75"/>
                    <a:pt x="103" y="75"/>
                  </a:cubicBezTo>
                  <a:cubicBezTo>
                    <a:pt x="116" y="75"/>
                    <a:pt x="116" y="75"/>
                    <a:pt x="116" y="75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35"/>
                    <a:pt x="121" y="32"/>
                    <a:pt x="128" y="32"/>
                  </a:cubicBezTo>
                  <a:cubicBezTo>
                    <a:pt x="136" y="32"/>
                    <a:pt x="139" y="34"/>
                    <a:pt x="139" y="45"/>
                  </a:cubicBezTo>
                  <a:cubicBezTo>
                    <a:pt x="139" y="75"/>
                    <a:pt x="139" y="75"/>
                    <a:pt x="139" y="75"/>
                  </a:cubicBezTo>
                  <a:cubicBezTo>
                    <a:pt x="152" y="75"/>
                    <a:pt x="152" y="75"/>
                    <a:pt x="152" y="75"/>
                  </a:cubicBezTo>
                  <a:cubicBezTo>
                    <a:pt x="152" y="48"/>
                    <a:pt x="152" y="48"/>
                    <a:pt x="152" y="48"/>
                  </a:cubicBezTo>
                  <a:cubicBezTo>
                    <a:pt x="152" y="35"/>
                    <a:pt x="156" y="32"/>
                    <a:pt x="164" y="32"/>
                  </a:cubicBezTo>
                  <a:cubicBezTo>
                    <a:pt x="172" y="32"/>
                    <a:pt x="174" y="34"/>
                    <a:pt x="174" y="45"/>
                  </a:cubicBezTo>
                  <a:cubicBezTo>
                    <a:pt x="174" y="75"/>
                    <a:pt x="174" y="75"/>
                    <a:pt x="174" y="75"/>
                  </a:cubicBezTo>
                  <a:cubicBezTo>
                    <a:pt x="188" y="75"/>
                    <a:pt x="188" y="75"/>
                    <a:pt x="188" y="75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8" y="28"/>
                    <a:pt x="182" y="23"/>
                    <a:pt x="169" y="23"/>
                  </a:cubicBezTo>
                  <a:cubicBezTo>
                    <a:pt x="153" y="23"/>
                    <a:pt x="151" y="33"/>
                    <a:pt x="151" y="33"/>
                  </a:cubicBezTo>
                  <a:cubicBezTo>
                    <a:pt x="148" y="26"/>
                    <a:pt x="143" y="23"/>
                    <a:pt x="133" y="23"/>
                  </a:cubicBezTo>
                  <a:moveTo>
                    <a:pt x="259" y="4"/>
                  </a:moveTo>
                  <a:cubicBezTo>
                    <a:pt x="259" y="4"/>
                    <a:pt x="251" y="0"/>
                    <a:pt x="238" y="0"/>
                  </a:cubicBezTo>
                  <a:cubicBezTo>
                    <a:pt x="214" y="0"/>
                    <a:pt x="199" y="11"/>
                    <a:pt x="199" y="38"/>
                  </a:cubicBezTo>
                  <a:cubicBezTo>
                    <a:pt x="199" y="65"/>
                    <a:pt x="211" y="76"/>
                    <a:pt x="238" y="76"/>
                  </a:cubicBezTo>
                  <a:cubicBezTo>
                    <a:pt x="253" y="76"/>
                    <a:pt x="260" y="72"/>
                    <a:pt x="260" y="72"/>
                  </a:cubicBezTo>
                  <a:cubicBezTo>
                    <a:pt x="260" y="61"/>
                    <a:pt x="260" y="61"/>
                    <a:pt x="260" y="61"/>
                  </a:cubicBezTo>
                  <a:cubicBezTo>
                    <a:pt x="260" y="61"/>
                    <a:pt x="253" y="66"/>
                    <a:pt x="240" y="66"/>
                  </a:cubicBezTo>
                  <a:cubicBezTo>
                    <a:pt x="223" y="66"/>
                    <a:pt x="213" y="60"/>
                    <a:pt x="213" y="37"/>
                  </a:cubicBezTo>
                  <a:cubicBezTo>
                    <a:pt x="213" y="17"/>
                    <a:pt x="220" y="10"/>
                    <a:pt x="239" y="10"/>
                  </a:cubicBezTo>
                  <a:cubicBezTo>
                    <a:pt x="250" y="10"/>
                    <a:pt x="259" y="14"/>
                    <a:pt x="259" y="14"/>
                  </a:cubicBezTo>
                  <a:lnTo>
                    <a:pt x="259" y="4"/>
                  </a:lnTo>
                  <a:close/>
                  <a:moveTo>
                    <a:pt x="54" y="3"/>
                  </a:moveTo>
                  <a:cubicBezTo>
                    <a:pt x="54" y="3"/>
                    <a:pt x="45" y="0"/>
                    <a:pt x="34" y="0"/>
                  </a:cubicBezTo>
                  <a:cubicBezTo>
                    <a:pt x="15" y="0"/>
                    <a:pt x="0" y="5"/>
                    <a:pt x="0" y="21"/>
                  </a:cubicBezTo>
                  <a:cubicBezTo>
                    <a:pt x="0" y="34"/>
                    <a:pt x="8" y="38"/>
                    <a:pt x="21" y="41"/>
                  </a:cubicBezTo>
                  <a:cubicBezTo>
                    <a:pt x="36" y="45"/>
                    <a:pt x="36" y="45"/>
                    <a:pt x="36" y="45"/>
                  </a:cubicBezTo>
                  <a:cubicBezTo>
                    <a:pt x="43" y="46"/>
                    <a:pt x="46" y="48"/>
                    <a:pt x="46" y="55"/>
                  </a:cubicBezTo>
                  <a:cubicBezTo>
                    <a:pt x="46" y="66"/>
                    <a:pt x="38" y="66"/>
                    <a:pt x="27" y="66"/>
                  </a:cubicBezTo>
                  <a:cubicBezTo>
                    <a:pt x="13" y="66"/>
                    <a:pt x="1" y="62"/>
                    <a:pt x="1" y="62"/>
                  </a:cubicBezTo>
                  <a:cubicBezTo>
                    <a:pt x="1" y="72"/>
                    <a:pt x="1" y="72"/>
                    <a:pt x="1" y="72"/>
                  </a:cubicBezTo>
                  <a:cubicBezTo>
                    <a:pt x="1" y="72"/>
                    <a:pt x="12" y="76"/>
                    <a:pt x="25" y="76"/>
                  </a:cubicBezTo>
                  <a:cubicBezTo>
                    <a:pt x="44" y="76"/>
                    <a:pt x="60" y="72"/>
                    <a:pt x="60" y="54"/>
                  </a:cubicBezTo>
                  <a:cubicBezTo>
                    <a:pt x="60" y="41"/>
                    <a:pt x="53" y="36"/>
                    <a:pt x="40" y="33"/>
                  </a:cubicBezTo>
                  <a:cubicBezTo>
                    <a:pt x="26" y="30"/>
                    <a:pt x="26" y="30"/>
                    <a:pt x="26" y="30"/>
                  </a:cubicBezTo>
                  <a:cubicBezTo>
                    <a:pt x="18" y="28"/>
                    <a:pt x="14" y="26"/>
                    <a:pt x="14" y="19"/>
                  </a:cubicBezTo>
                  <a:cubicBezTo>
                    <a:pt x="14" y="10"/>
                    <a:pt x="23" y="9"/>
                    <a:pt x="33" y="9"/>
                  </a:cubicBezTo>
                  <a:cubicBezTo>
                    <a:pt x="46" y="9"/>
                    <a:pt x="54" y="13"/>
                    <a:pt x="54" y="13"/>
                  </a:cubicBezTo>
                  <a:lnTo>
                    <a:pt x="54" y="3"/>
                  </a:lnTo>
                  <a:close/>
                  <a:moveTo>
                    <a:pt x="403" y="68"/>
                  </a:moveTo>
                  <a:cubicBezTo>
                    <a:pt x="392" y="68"/>
                    <a:pt x="390" y="61"/>
                    <a:pt x="390" y="49"/>
                  </a:cubicBezTo>
                  <a:cubicBezTo>
                    <a:pt x="390" y="38"/>
                    <a:pt x="392" y="31"/>
                    <a:pt x="403" y="31"/>
                  </a:cubicBezTo>
                  <a:cubicBezTo>
                    <a:pt x="414" y="31"/>
                    <a:pt x="417" y="38"/>
                    <a:pt x="417" y="49"/>
                  </a:cubicBezTo>
                  <a:cubicBezTo>
                    <a:pt x="417" y="62"/>
                    <a:pt x="414" y="68"/>
                    <a:pt x="403" y="68"/>
                  </a:cubicBezTo>
                  <a:moveTo>
                    <a:pt x="376" y="93"/>
                  </a:moveTo>
                  <a:cubicBezTo>
                    <a:pt x="389" y="93"/>
                    <a:pt x="389" y="93"/>
                    <a:pt x="389" y="93"/>
                  </a:cubicBezTo>
                  <a:cubicBezTo>
                    <a:pt x="389" y="67"/>
                    <a:pt x="389" y="67"/>
                    <a:pt x="389" y="67"/>
                  </a:cubicBezTo>
                  <a:cubicBezTo>
                    <a:pt x="389" y="67"/>
                    <a:pt x="391" y="76"/>
                    <a:pt x="406" y="76"/>
                  </a:cubicBezTo>
                  <a:cubicBezTo>
                    <a:pt x="423" y="76"/>
                    <a:pt x="431" y="68"/>
                    <a:pt x="431" y="49"/>
                  </a:cubicBezTo>
                  <a:cubicBezTo>
                    <a:pt x="431" y="31"/>
                    <a:pt x="424" y="23"/>
                    <a:pt x="408" y="23"/>
                  </a:cubicBezTo>
                  <a:cubicBezTo>
                    <a:pt x="391" y="23"/>
                    <a:pt x="389" y="33"/>
                    <a:pt x="389" y="33"/>
                  </a:cubicBezTo>
                  <a:cubicBezTo>
                    <a:pt x="389" y="24"/>
                    <a:pt x="389" y="24"/>
                    <a:pt x="389" y="24"/>
                  </a:cubicBezTo>
                  <a:cubicBezTo>
                    <a:pt x="376" y="24"/>
                    <a:pt x="376" y="24"/>
                    <a:pt x="376" y="24"/>
                  </a:cubicBezTo>
                  <a:lnTo>
                    <a:pt x="376" y="93"/>
                  </a:lnTo>
                  <a:close/>
                  <a:moveTo>
                    <a:pt x="334" y="75"/>
                  </a:moveTo>
                  <a:cubicBezTo>
                    <a:pt x="347" y="75"/>
                    <a:pt x="347" y="75"/>
                    <a:pt x="347" y="75"/>
                  </a:cubicBezTo>
                  <a:cubicBezTo>
                    <a:pt x="347" y="47"/>
                    <a:pt x="347" y="47"/>
                    <a:pt x="347" y="47"/>
                  </a:cubicBezTo>
                  <a:cubicBezTo>
                    <a:pt x="347" y="37"/>
                    <a:pt x="351" y="36"/>
                    <a:pt x="368" y="36"/>
                  </a:cubicBezTo>
                  <a:cubicBezTo>
                    <a:pt x="368" y="24"/>
                    <a:pt x="368" y="24"/>
                    <a:pt x="368" y="24"/>
                  </a:cubicBezTo>
                  <a:cubicBezTo>
                    <a:pt x="355" y="24"/>
                    <a:pt x="349" y="28"/>
                    <a:pt x="347" y="37"/>
                  </a:cubicBezTo>
                  <a:cubicBezTo>
                    <a:pt x="347" y="24"/>
                    <a:pt x="347" y="24"/>
                    <a:pt x="347" y="24"/>
                  </a:cubicBezTo>
                  <a:cubicBezTo>
                    <a:pt x="334" y="24"/>
                    <a:pt x="334" y="24"/>
                    <a:pt x="334" y="24"/>
                  </a:cubicBezTo>
                  <a:lnTo>
                    <a:pt x="334" y="75"/>
                  </a:lnTo>
                  <a:close/>
                  <a:moveTo>
                    <a:pt x="296" y="68"/>
                  </a:moveTo>
                  <a:cubicBezTo>
                    <a:pt x="284" y="68"/>
                    <a:pt x="282" y="63"/>
                    <a:pt x="282" y="49"/>
                  </a:cubicBezTo>
                  <a:cubicBezTo>
                    <a:pt x="282" y="36"/>
                    <a:pt x="284" y="30"/>
                    <a:pt x="295" y="30"/>
                  </a:cubicBezTo>
                  <a:cubicBezTo>
                    <a:pt x="307" y="30"/>
                    <a:pt x="309" y="36"/>
                    <a:pt x="309" y="49"/>
                  </a:cubicBezTo>
                  <a:cubicBezTo>
                    <a:pt x="309" y="62"/>
                    <a:pt x="307" y="68"/>
                    <a:pt x="296" y="68"/>
                  </a:cubicBezTo>
                  <a:moveTo>
                    <a:pt x="268" y="50"/>
                  </a:moveTo>
                  <a:cubicBezTo>
                    <a:pt x="268" y="70"/>
                    <a:pt x="278" y="76"/>
                    <a:pt x="295" y="76"/>
                  </a:cubicBezTo>
                  <a:cubicBezTo>
                    <a:pt x="312" y="76"/>
                    <a:pt x="323" y="70"/>
                    <a:pt x="323" y="49"/>
                  </a:cubicBezTo>
                  <a:cubicBezTo>
                    <a:pt x="323" y="29"/>
                    <a:pt x="312" y="23"/>
                    <a:pt x="295" y="23"/>
                  </a:cubicBezTo>
                  <a:cubicBezTo>
                    <a:pt x="278" y="23"/>
                    <a:pt x="268" y="29"/>
                    <a:pt x="268" y="50"/>
                  </a:cubicBezTo>
                  <a:moveTo>
                    <a:pt x="73" y="75"/>
                  </a:moveTo>
                  <a:cubicBezTo>
                    <a:pt x="86" y="75"/>
                    <a:pt x="86" y="75"/>
                    <a:pt x="86" y="75"/>
                  </a:cubicBezTo>
                  <a:cubicBezTo>
                    <a:pt x="86" y="24"/>
                    <a:pt x="86" y="24"/>
                    <a:pt x="86" y="24"/>
                  </a:cubicBezTo>
                  <a:cubicBezTo>
                    <a:pt x="73" y="24"/>
                    <a:pt x="73" y="24"/>
                    <a:pt x="73" y="24"/>
                  </a:cubicBezTo>
                  <a:lnTo>
                    <a:pt x="73" y="75"/>
                  </a:lnTo>
                  <a:close/>
                  <a:moveTo>
                    <a:pt x="73" y="14"/>
                  </a:moveTo>
                  <a:cubicBezTo>
                    <a:pt x="86" y="14"/>
                    <a:pt x="86" y="14"/>
                    <a:pt x="86" y="14"/>
                  </a:cubicBezTo>
                  <a:cubicBezTo>
                    <a:pt x="86" y="1"/>
                    <a:pt x="86" y="1"/>
                    <a:pt x="86" y="1"/>
                  </a:cubicBezTo>
                  <a:cubicBezTo>
                    <a:pt x="73" y="1"/>
                    <a:pt x="73" y="1"/>
                    <a:pt x="73" y="1"/>
                  </a:cubicBezTo>
                  <a:lnTo>
                    <a:pt x="73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8"/>
            <p:cNvSpPr>
              <a:spLocks noEditPoints="1"/>
            </p:cNvSpPr>
            <p:nvPr userDrawn="1"/>
          </p:nvSpPr>
          <p:spPr bwMode="auto">
            <a:xfrm>
              <a:off x="10142048" y="6453602"/>
              <a:ext cx="59859" cy="61672"/>
            </a:xfrm>
            <a:custGeom>
              <a:avLst/>
              <a:gdLst>
                <a:gd name="T0" fmla="*/ 26 w 33"/>
                <a:gd name="T1" fmla="*/ 26 h 34"/>
                <a:gd name="T2" fmla="*/ 13 w 33"/>
                <a:gd name="T3" fmla="*/ 26 h 34"/>
                <a:gd name="T4" fmla="*/ 13 w 33"/>
                <a:gd name="T5" fmla="*/ 13 h 34"/>
                <a:gd name="T6" fmla="*/ 26 w 33"/>
                <a:gd name="T7" fmla="*/ 13 h 34"/>
                <a:gd name="T8" fmla="*/ 26 w 33"/>
                <a:gd name="T9" fmla="*/ 26 h 34"/>
                <a:gd name="T10" fmla="*/ 33 w 33"/>
                <a:gd name="T11" fmla="*/ 0 h 34"/>
                <a:gd name="T12" fmla="*/ 0 w 33"/>
                <a:gd name="T13" fmla="*/ 0 h 34"/>
                <a:gd name="T14" fmla="*/ 0 w 33"/>
                <a:gd name="T15" fmla="*/ 34 h 34"/>
                <a:gd name="T16" fmla="*/ 33 w 33"/>
                <a:gd name="T17" fmla="*/ 34 h 34"/>
                <a:gd name="T18" fmla="*/ 33 w 33"/>
                <a:gd name="T19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3" h="34">
                  <a:moveTo>
                    <a:pt x="26" y="26"/>
                  </a:moveTo>
                  <a:lnTo>
                    <a:pt x="13" y="26"/>
                  </a:lnTo>
                  <a:lnTo>
                    <a:pt x="13" y="13"/>
                  </a:lnTo>
                  <a:lnTo>
                    <a:pt x="26" y="13"/>
                  </a:lnTo>
                  <a:lnTo>
                    <a:pt x="26" y="26"/>
                  </a:lnTo>
                  <a:close/>
                  <a:moveTo>
                    <a:pt x="33" y="0"/>
                  </a:moveTo>
                  <a:lnTo>
                    <a:pt x="0" y="0"/>
                  </a:lnTo>
                  <a:lnTo>
                    <a:pt x="0" y="34"/>
                  </a:lnTo>
                  <a:lnTo>
                    <a:pt x="33" y="34"/>
                  </a:lnTo>
                  <a:lnTo>
                    <a:pt x="3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9"/>
            <p:cNvSpPr>
              <a:spLocks noEditPoints="1"/>
            </p:cNvSpPr>
            <p:nvPr userDrawn="1"/>
          </p:nvSpPr>
          <p:spPr bwMode="auto">
            <a:xfrm>
              <a:off x="10078561" y="6390116"/>
              <a:ext cx="163250" cy="165063"/>
            </a:xfrm>
            <a:custGeom>
              <a:avLst/>
              <a:gdLst>
                <a:gd name="T0" fmla="*/ 83 w 90"/>
                <a:gd name="T1" fmla="*/ 83 h 91"/>
                <a:gd name="T2" fmla="*/ 13 w 90"/>
                <a:gd name="T3" fmla="*/ 83 h 91"/>
                <a:gd name="T4" fmla="*/ 13 w 90"/>
                <a:gd name="T5" fmla="*/ 13 h 91"/>
                <a:gd name="T6" fmla="*/ 83 w 90"/>
                <a:gd name="T7" fmla="*/ 13 h 91"/>
                <a:gd name="T8" fmla="*/ 83 w 90"/>
                <a:gd name="T9" fmla="*/ 83 h 91"/>
                <a:gd name="T10" fmla="*/ 90 w 90"/>
                <a:gd name="T11" fmla="*/ 0 h 91"/>
                <a:gd name="T12" fmla="*/ 0 w 90"/>
                <a:gd name="T13" fmla="*/ 0 h 91"/>
                <a:gd name="T14" fmla="*/ 0 w 90"/>
                <a:gd name="T15" fmla="*/ 91 h 91"/>
                <a:gd name="T16" fmla="*/ 90 w 90"/>
                <a:gd name="T17" fmla="*/ 91 h 91"/>
                <a:gd name="T18" fmla="*/ 90 w 90"/>
                <a:gd name="T1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0" h="91">
                  <a:moveTo>
                    <a:pt x="83" y="83"/>
                  </a:moveTo>
                  <a:lnTo>
                    <a:pt x="13" y="83"/>
                  </a:lnTo>
                  <a:lnTo>
                    <a:pt x="13" y="13"/>
                  </a:lnTo>
                  <a:lnTo>
                    <a:pt x="83" y="13"/>
                  </a:lnTo>
                  <a:lnTo>
                    <a:pt x="83" y="83"/>
                  </a:lnTo>
                  <a:close/>
                  <a:moveTo>
                    <a:pt x="90" y="0"/>
                  </a:moveTo>
                  <a:lnTo>
                    <a:pt x="0" y="0"/>
                  </a:lnTo>
                  <a:lnTo>
                    <a:pt x="0" y="91"/>
                  </a:lnTo>
                  <a:lnTo>
                    <a:pt x="90" y="91"/>
                  </a:lnTo>
                  <a:lnTo>
                    <a:pt x="9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0"/>
            <p:cNvSpPr>
              <a:spLocks noEditPoints="1"/>
            </p:cNvSpPr>
            <p:nvPr userDrawn="1"/>
          </p:nvSpPr>
          <p:spPr bwMode="auto">
            <a:xfrm>
              <a:off x="10056795" y="6368350"/>
              <a:ext cx="206783" cy="204969"/>
            </a:xfrm>
            <a:custGeom>
              <a:avLst/>
              <a:gdLst>
                <a:gd name="T0" fmla="*/ 107 w 114"/>
                <a:gd name="T1" fmla="*/ 107 h 113"/>
                <a:gd name="T2" fmla="*/ 7 w 114"/>
                <a:gd name="T3" fmla="*/ 107 h 113"/>
                <a:gd name="T4" fmla="*/ 7 w 114"/>
                <a:gd name="T5" fmla="*/ 8 h 113"/>
                <a:gd name="T6" fmla="*/ 107 w 114"/>
                <a:gd name="T7" fmla="*/ 8 h 113"/>
                <a:gd name="T8" fmla="*/ 107 w 114"/>
                <a:gd name="T9" fmla="*/ 107 h 113"/>
                <a:gd name="T10" fmla="*/ 0 w 114"/>
                <a:gd name="T11" fmla="*/ 113 h 113"/>
                <a:gd name="T12" fmla="*/ 114 w 114"/>
                <a:gd name="T13" fmla="*/ 113 h 113"/>
                <a:gd name="T14" fmla="*/ 114 w 114"/>
                <a:gd name="T15" fmla="*/ 0 h 113"/>
                <a:gd name="T16" fmla="*/ 0 w 114"/>
                <a:gd name="T17" fmla="*/ 0 h 113"/>
                <a:gd name="T18" fmla="*/ 0 w 114"/>
                <a:gd name="T19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4" h="113">
                  <a:moveTo>
                    <a:pt x="107" y="107"/>
                  </a:moveTo>
                  <a:lnTo>
                    <a:pt x="7" y="107"/>
                  </a:lnTo>
                  <a:lnTo>
                    <a:pt x="7" y="8"/>
                  </a:lnTo>
                  <a:lnTo>
                    <a:pt x="107" y="8"/>
                  </a:lnTo>
                  <a:lnTo>
                    <a:pt x="107" y="107"/>
                  </a:lnTo>
                  <a:close/>
                  <a:moveTo>
                    <a:pt x="0" y="113"/>
                  </a:moveTo>
                  <a:lnTo>
                    <a:pt x="114" y="113"/>
                  </a:lnTo>
                  <a:lnTo>
                    <a:pt x="114" y="0"/>
                  </a:lnTo>
                  <a:lnTo>
                    <a:pt x="0" y="0"/>
                  </a:lnTo>
                  <a:lnTo>
                    <a:pt x="0" y="1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1"/>
            <p:cNvSpPr>
              <a:spLocks noEditPoints="1"/>
            </p:cNvSpPr>
            <p:nvPr userDrawn="1"/>
          </p:nvSpPr>
          <p:spPr bwMode="auto">
            <a:xfrm>
              <a:off x="10109398" y="6422766"/>
              <a:ext cx="112461" cy="110647"/>
            </a:xfrm>
            <a:custGeom>
              <a:avLst/>
              <a:gdLst>
                <a:gd name="T0" fmla="*/ 56 w 62"/>
                <a:gd name="T1" fmla="*/ 55 h 61"/>
                <a:gd name="T2" fmla="*/ 14 w 62"/>
                <a:gd name="T3" fmla="*/ 55 h 61"/>
                <a:gd name="T4" fmla="*/ 14 w 62"/>
                <a:gd name="T5" fmla="*/ 13 h 61"/>
                <a:gd name="T6" fmla="*/ 56 w 62"/>
                <a:gd name="T7" fmla="*/ 13 h 61"/>
                <a:gd name="T8" fmla="*/ 56 w 62"/>
                <a:gd name="T9" fmla="*/ 55 h 61"/>
                <a:gd name="T10" fmla="*/ 62 w 62"/>
                <a:gd name="T11" fmla="*/ 0 h 61"/>
                <a:gd name="T12" fmla="*/ 0 w 62"/>
                <a:gd name="T13" fmla="*/ 0 h 61"/>
                <a:gd name="T14" fmla="*/ 0 w 62"/>
                <a:gd name="T15" fmla="*/ 61 h 61"/>
                <a:gd name="T16" fmla="*/ 62 w 62"/>
                <a:gd name="T17" fmla="*/ 61 h 61"/>
                <a:gd name="T18" fmla="*/ 62 w 62"/>
                <a:gd name="T19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" h="61">
                  <a:moveTo>
                    <a:pt x="56" y="55"/>
                  </a:moveTo>
                  <a:lnTo>
                    <a:pt x="14" y="55"/>
                  </a:lnTo>
                  <a:lnTo>
                    <a:pt x="14" y="13"/>
                  </a:lnTo>
                  <a:lnTo>
                    <a:pt x="56" y="13"/>
                  </a:lnTo>
                  <a:lnTo>
                    <a:pt x="56" y="55"/>
                  </a:lnTo>
                  <a:close/>
                  <a:moveTo>
                    <a:pt x="62" y="0"/>
                  </a:moveTo>
                  <a:lnTo>
                    <a:pt x="0" y="0"/>
                  </a:lnTo>
                  <a:lnTo>
                    <a:pt x="0" y="61"/>
                  </a:lnTo>
                  <a:lnTo>
                    <a:pt x="62" y="61"/>
                  </a:lnTo>
                  <a:lnTo>
                    <a:pt x="6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2" name="Pladsholder til sidefod 2"/>
          <p:cNvSpPr txBox="1">
            <a:spLocks/>
          </p:cNvSpPr>
          <p:nvPr/>
        </p:nvSpPr>
        <p:spPr>
          <a:xfrm>
            <a:off x="1351722" y="6356378"/>
            <a:ext cx="989842" cy="36618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marL="0" marR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1200">
                <a:solidFill>
                  <a:schemeClr val="bg1"/>
                </a:solidFill>
                <a:latin typeface="+mj-lt"/>
                <a:ea typeface="ＭＳ Ｐゴシック" charset="0"/>
                <a:cs typeface="ＭＳ Ｐゴシック" charset="0"/>
              </a:rPr>
              <a:t>© 2020</a:t>
            </a:r>
          </a:p>
        </p:txBody>
      </p:sp>
      <p:grpSp>
        <p:nvGrpSpPr>
          <p:cNvPr id="14" name="Gruppe 17">
            <a:extLst>
              <a:ext uri="{FF2B5EF4-FFF2-40B4-BE49-F238E27FC236}">
                <a16:creationId xmlns:a16="http://schemas.microsoft.com/office/drawing/2014/main" id="{5B65C2FB-C64A-416E-A544-E1D1CA062E3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43104" y="6422579"/>
            <a:ext cx="1176854" cy="202504"/>
            <a:chOff x="10056795" y="6368350"/>
            <a:chExt cx="1454739" cy="250316"/>
          </a:xfrm>
          <a:solidFill>
            <a:schemeClr val="bg1"/>
          </a:solidFill>
        </p:grpSpPr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9350DE3D-3FFD-4C44-B180-7CCDBECBA7A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368784" y="6371977"/>
              <a:ext cx="1142750" cy="246689"/>
            </a:xfrm>
            <a:custGeom>
              <a:avLst/>
              <a:gdLst>
                <a:gd name="T0" fmla="*/ 116 w 431"/>
                <a:gd name="T1" fmla="*/ 33 h 93"/>
                <a:gd name="T2" fmla="*/ 103 w 431"/>
                <a:gd name="T3" fmla="*/ 24 h 93"/>
                <a:gd name="T4" fmla="*/ 116 w 431"/>
                <a:gd name="T5" fmla="*/ 75 h 93"/>
                <a:gd name="T6" fmla="*/ 128 w 431"/>
                <a:gd name="T7" fmla="*/ 32 h 93"/>
                <a:gd name="T8" fmla="*/ 139 w 431"/>
                <a:gd name="T9" fmla="*/ 75 h 93"/>
                <a:gd name="T10" fmla="*/ 152 w 431"/>
                <a:gd name="T11" fmla="*/ 48 h 93"/>
                <a:gd name="T12" fmla="*/ 174 w 431"/>
                <a:gd name="T13" fmla="*/ 45 h 93"/>
                <a:gd name="T14" fmla="*/ 188 w 431"/>
                <a:gd name="T15" fmla="*/ 75 h 93"/>
                <a:gd name="T16" fmla="*/ 169 w 431"/>
                <a:gd name="T17" fmla="*/ 23 h 93"/>
                <a:gd name="T18" fmla="*/ 133 w 431"/>
                <a:gd name="T19" fmla="*/ 23 h 93"/>
                <a:gd name="T20" fmla="*/ 238 w 431"/>
                <a:gd name="T21" fmla="*/ 0 h 93"/>
                <a:gd name="T22" fmla="*/ 238 w 431"/>
                <a:gd name="T23" fmla="*/ 76 h 93"/>
                <a:gd name="T24" fmla="*/ 260 w 431"/>
                <a:gd name="T25" fmla="*/ 61 h 93"/>
                <a:gd name="T26" fmla="*/ 213 w 431"/>
                <a:gd name="T27" fmla="*/ 37 h 93"/>
                <a:gd name="T28" fmla="*/ 259 w 431"/>
                <a:gd name="T29" fmla="*/ 14 h 93"/>
                <a:gd name="T30" fmla="*/ 54 w 431"/>
                <a:gd name="T31" fmla="*/ 3 h 93"/>
                <a:gd name="T32" fmla="*/ 0 w 431"/>
                <a:gd name="T33" fmla="*/ 21 h 93"/>
                <a:gd name="T34" fmla="*/ 36 w 431"/>
                <a:gd name="T35" fmla="*/ 45 h 93"/>
                <a:gd name="T36" fmla="*/ 27 w 431"/>
                <a:gd name="T37" fmla="*/ 66 h 93"/>
                <a:gd name="T38" fmla="*/ 1 w 431"/>
                <a:gd name="T39" fmla="*/ 72 h 93"/>
                <a:gd name="T40" fmla="*/ 60 w 431"/>
                <a:gd name="T41" fmla="*/ 54 h 93"/>
                <a:gd name="T42" fmla="*/ 26 w 431"/>
                <a:gd name="T43" fmla="*/ 30 h 93"/>
                <a:gd name="T44" fmla="*/ 33 w 431"/>
                <a:gd name="T45" fmla="*/ 9 h 93"/>
                <a:gd name="T46" fmla="*/ 54 w 431"/>
                <a:gd name="T47" fmla="*/ 3 h 93"/>
                <a:gd name="T48" fmla="*/ 390 w 431"/>
                <a:gd name="T49" fmla="*/ 49 h 93"/>
                <a:gd name="T50" fmla="*/ 417 w 431"/>
                <a:gd name="T51" fmla="*/ 49 h 93"/>
                <a:gd name="T52" fmla="*/ 376 w 431"/>
                <a:gd name="T53" fmla="*/ 93 h 93"/>
                <a:gd name="T54" fmla="*/ 389 w 431"/>
                <a:gd name="T55" fmla="*/ 67 h 93"/>
                <a:gd name="T56" fmla="*/ 431 w 431"/>
                <a:gd name="T57" fmla="*/ 49 h 93"/>
                <a:gd name="T58" fmla="*/ 389 w 431"/>
                <a:gd name="T59" fmla="*/ 33 h 93"/>
                <a:gd name="T60" fmla="*/ 376 w 431"/>
                <a:gd name="T61" fmla="*/ 24 h 93"/>
                <a:gd name="T62" fmla="*/ 334 w 431"/>
                <a:gd name="T63" fmla="*/ 75 h 93"/>
                <a:gd name="T64" fmla="*/ 347 w 431"/>
                <a:gd name="T65" fmla="*/ 47 h 93"/>
                <a:gd name="T66" fmla="*/ 368 w 431"/>
                <a:gd name="T67" fmla="*/ 24 h 93"/>
                <a:gd name="T68" fmla="*/ 347 w 431"/>
                <a:gd name="T69" fmla="*/ 24 h 93"/>
                <a:gd name="T70" fmla="*/ 334 w 431"/>
                <a:gd name="T71" fmla="*/ 75 h 93"/>
                <a:gd name="T72" fmla="*/ 282 w 431"/>
                <a:gd name="T73" fmla="*/ 49 h 93"/>
                <a:gd name="T74" fmla="*/ 309 w 431"/>
                <a:gd name="T75" fmla="*/ 49 h 93"/>
                <a:gd name="T76" fmla="*/ 268 w 431"/>
                <a:gd name="T77" fmla="*/ 50 h 93"/>
                <a:gd name="T78" fmla="*/ 323 w 431"/>
                <a:gd name="T79" fmla="*/ 49 h 93"/>
                <a:gd name="T80" fmla="*/ 268 w 431"/>
                <a:gd name="T81" fmla="*/ 50 h 93"/>
                <a:gd name="T82" fmla="*/ 86 w 431"/>
                <a:gd name="T83" fmla="*/ 75 h 93"/>
                <a:gd name="T84" fmla="*/ 73 w 431"/>
                <a:gd name="T85" fmla="*/ 24 h 93"/>
                <a:gd name="T86" fmla="*/ 73 w 431"/>
                <a:gd name="T87" fmla="*/ 14 h 93"/>
                <a:gd name="T88" fmla="*/ 86 w 431"/>
                <a:gd name="T89" fmla="*/ 1 h 93"/>
                <a:gd name="T90" fmla="*/ 73 w 431"/>
                <a:gd name="T91" fmla="*/ 1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31" h="93">
                  <a:moveTo>
                    <a:pt x="133" y="23"/>
                  </a:moveTo>
                  <a:cubicBezTo>
                    <a:pt x="117" y="23"/>
                    <a:pt x="116" y="33"/>
                    <a:pt x="116" y="33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75"/>
                    <a:pt x="103" y="75"/>
                    <a:pt x="103" y="75"/>
                  </a:cubicBezTo>
                  <a:cubicBezTo>
                    <a:pt x="116" y="75"/>
                    <a:pt x="116" y="75"/>
                    <a:pt x="116" y="75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35"/>
                    <a:pt x="121" y="32"/>
                    <a:pt x="128" y="32"/>
                  </a:cubicBezTo>
                  <a:cubicBezTo>
                    <a:pt x="136" y="32"/>
                    <a:pt x="139" y="34"/>
                    <a:pt x="139" y="45"/>
                  </a:cubicBezTo>
                  <a:cubicBezTo>
                    <a:pt x="139" y="75"/>
                    <a:pt x="139" y="75"/>
                    <a:pt x="139" y="75"/>
                  </a:cubicBezTo>
                  <a:cubicBezTo>
                    <a:pt x="152" y="75"/>
                    <a:pt x="152" y="75"/>
                    <a:pt x="152" y="75"/>
                  </a:cubicBezTo>
                  <a:cubicBezTo>
                    <a:pt x="152" y="48"/>
                    <a:pt x="152" y="48"/>
                    <a:pt x="152" y="48"/>
                  </a:cubicBezTo>
                  <a:cubicBezTo>
                    <a:pt x="152" y="35"/>
                    <a:pt x="156" y="32"/>
                    <a:pt x="164" y="32"/>
                  </a:cubicBezTo>
                  <a:cubicBezTo>
                    <a:pt x="172" y="32"/>
                    <a:pt x="174" y="34"/>
                    <a:pt x="174" y="45"/>
                  </a:cubicBezTo>
                  <a:cubicBezTo>
                    <a:pt x="174" y="75"/>
                    <a:pt x="174" y="75"/>
                    <a:pt x="174" y="75"/>
                  </a:cubicBezTo>
                  <a:cubicBezTo>
                    <a:pt x="188" y="75"/>
                    <a:pt x="188" y="75"/>
                    <a:pt x="188" y="75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8" y="28"/>
                    <a:pt x="182" y="23"/>
                    <a:pt x="169" y="23"/>
                  </a:cubicBezTo>
                  <a:cubicBezTo>
                    <a:pt x="153" y="23"/>
                    <a:pt x="151" y="33"/>
                    <a:pt x="151" y="33"/>
                  </a:cubicBezTo>
                  <a:cubicBezTo>
                    <a:pt x="148" y="26"/>
                    <a:pt x="143" y="23"/>
                    <a:pt x="133" y="23"/>
                  </a:cubicBezTo>
                  <a:moveTo>
                    <a:pt x="259" y="4"/>
                  </a:moveTo>
                  <a:cubicBezTo>
                    <a:pt x="259" y="4"/>
                    <a:pt x="251" y="0"/>
                    <a:pt x="238" y="0"/>
                  </a:cubicBezTo>
                  <a:cubicBezTo>
                    <a:pt x="214" y="0"/>
                    <a:pt x="199" y="11"/>
                    <a:pt x="199" y="38"/>
                  </a:cubicBezTo>
                  <a:cubicBezTo>
                    <a:pt x="199" y="65"/>
                    <a:pt x="211" y="76"/>
                    <a:pt x="238" y="76"/>
                  </a:cubicBezTo>
                  <a:cubicBezTo>
                    <a:pt x="253" y="76"/>
                    <a:pt x="260" y="72"/>
                    <a:pt x="260" y="72"/>
                  </a:cubicBezTo>
                  <a:cubicBezTo>
                    <a:pt x="260" y="61"/>
                    <a:pt x="260" y="61"/>
                    <a:pt x="260" y="61"/>
                  </a:cubicBezTo>
                  <a:cubicBezTo>
                    <a:pt x="260" y="61"/>
                    <a:pt x="253" y="66"/>
                    <a:pt x="240" y="66"/>
                  </a:cubicBezTo>
                  <a:cubicBezTo>
                    <a:pt x="223" y="66"/>
                    <a:pt x="213" y="60"/>
                    <a:pt x="213" y="37"/>
                  </a:cubicBezTo>
                  <a:cubicBezTo>
                    <a:pt x="213" y="17"/>
                    <a:pt x="220" y="10"/>
                    <a:pt x="239" y="10"/>
                  </a:cubicBezTo>
                  <a:cubicBezTo>
                    <a:pt x="250" y="10"/>
                    <a:pt x="259" y="14"/>
                    <a:pt x="259" y="14"/>
                  </a:cubicBezTo>
                  <a:lnTo>
                    <a:pt x="259" y="4"/>
                  </a:lnTo>
                  <a:close/>
                  <a:moveTo>
                    <a:pt x="54" y="3"/>
                  </a:moveTo>
                  <a:cubicBezTo>
                    <a:pt x="54" y="3"/>
                    <a:pt x="45" y="0"/>
                    <a:pt x="34" y="0"/>
                  </a:cubicBezTo>
                  <a:cubicBezTo>
                    <a:pt x="15" y="0"/>
                    <a:pt x="0" y="5"/>
                    <a:pt x="0" y="21"/>
                  </a:cubicBezTo>
                  <a:cubicBezTo>
                    <a:pt x="0" y="34"/>
                    <a:pt x="8" y="38"/>
                    <a:pt x="21" y="41"/>
                  </a:cubicBezTo>
                  <a:cubicBezTo>
                    <a:pt x="36" y="45"/>
                    <a:pt x="36" y="45"/>
                    <a:pt x="36" y="45"/>
                  </a:cubicBezTo>
                  <a:cubicBezTo>
                    <a:pt x="43" y="46"/>
                    <a:pt x="46" y="48"/>
                    <a:pt x="46" y="55"/>
                  </a:cubicBezTo>
                  <a:cubicBezTo>
                    <a:pt x="46" y="66"/>
                    <a:pt x="38" y="66"/>
                    <a:pt x="27" y="66"/>
                  </a:cubicBezTo>
                  <a:cubicBezTo>
                    <a:pt x="13" y="66"/>
                    <a:pt x="1" y="62"/>
                    <a:pt x="1" y="62"/>
                  </a:cubicBezTo>
                  <a:cubicBezTo>
                    <a:pt x="1" y="72"/>
                    <a:pt x="1" y="72"/>
                    <a:pt x="1" y="72"/>
                  </a:cubicBezTo>
                  <a:cubicBezTo>
                    <a:pt x="1" y="72"/>
                    <a:pt x="12" y="76"/>
                    <a:pt x="25" y="76"/>
                  </a:cubicBezTo>
                  <a:cubicBezTo>
                    <a:pt x="44" y="76"/>
                    <a:pt x="60" y="72"/>
                    <a:pt x="60" y="54"/>
                  </a:cubicBezTo>
                  <a:cubicBezTo>
                    <a:pt x="60" y="41"/>
                    <a:pt x="53" y="36"/>
                    <a:pt x="40" y="33"/>
                  </a:cubicBezTo>
                  <a:cubicBezTo>
                    <a:pt x="26" y="30"/>
                    <a:pt x="26" y="30"/>
                    <a:pt x="26" y="30"/>
                  </a:cubicBezTo>
                  <a:cubicBezTo>
                    <a:pt x="18" y="28"/>
                    <a:pt x="14" y="26"/>
                    <a:pt x="14" y="19"/>
                  </a:cubicBezTo>
                  <a:cubicBezTo>
                    <a:pt x="14" y="10"/>
                    <a:pt x="23" y="9"/>
                    <a:pt x="33" y="9"/>
                  </a:cubicBezTo>
                  <a:cubicBezTo>
                    <a:pt x="46" y="9"/>
                    <a:pt x="54" y="13"/>
                    <a:pt x="54" y="13"/>
                  </a:cubicBezTo>
                  <a:lnTo>
                    <a:pt x="54" y="3"/>
                  </a:lnTo>
                  <a:close/>
                  <a:moveTo>
                    <a:pt x="403" y="68"/>
                  </a:moveTo>
                  <a:cubicBezTo>
                    <a:pt x="392" y="68"/>
                    <a:pt x="390" y="61"/>
                    <a:pt x="390" y="49"/>
                  </a:cubicBezTo>
                  <a:cubicBezTo>
                    <a:pt x="390" y="38"/>
                    <a:pt x="392" y="31"/>
                    <a:pt x="403" y="31"/>
                  </a:cubicBezTo>
                  <a:cubicBezTo>
                    <a:pt x="414" y="31"/>
                    <a:pt x="417" y="38"/>
                    <a:pt x="417" y="49"/>
                  </a:cubicBezTo>
                  <a:cubicBezTo>
                    <a:pt x="417" y="62"/>
                    <a:pt x="414" y="68"/>
                    <a:pt x="403" y="68"/>
                  </a:cubicBezTo>
                  <a:moveTo>
                    <a:pt x="376" y="93"/>
                  </a:moveTo>
                  <a:cubicBezTo>
                    <a:pt x="389" y="93"/>
                    <a:pt x="389" y="93"/>
                    <a:pt x="389" y="93"/>
                  </a:cubicBezTo>
                  <a:cubicBezTo>
                    <a:pt x="389" y="67"/>
                    <a:pt x="389" y="67"/>
                    <a:pt x="389" y="67"/>
                  </a:cubicBezTo>
                  <a:cubicBezTo>
                    <a:pt x="389" y="67"/>
                    <a:pt x="391" y="76"/>
                    <a:pt x="406" y="76"/>
                  </a:cubicBezTo>
                  <a:cubicBezTo>
                    <a:pt x="423" y="76"/>
                    <a:pt x="431" y="68"/>
                    <a:pt x="431" y="49"/>
                  </a:cubicBezTo>
                  <a:cubicBezTo>
                    <a:pt x="431" y="31"/>
                    <a:pt x="424" y="23"/>
                    <a:pt x="408" y="23"/>
                  </a:cubicBezTo>
                  <a:cubicBezTo>
                    <a:pt x="391" y="23"/>
                    <a:pt x="389" y="33"/>
                    <a:pt x="389" y="33"/>
                  </a:cubicBezTo>
                  <a:cubicBezTo>
                    <a:pt x="389" y="24"/>
                    <a:pt x="389" y="24"/>
                    <a:pt x="389" y="24"/>
                  </a:cubicBezTo>
                  <a:cubicBezTo>
                    <a:pt x="376" y="24"/>
                    <a:pt x="376" y="24"/>
                    <a:pt x="376" y="24"/>
                  </a:cubicBezTo>
                  <a:lnTo>
                    <a:pt x="376" y="93"/>
                  </a:lnTo>
                  <a:close/>
                  <a:moveTo>
                    <a:pt x="334" y="75"/>
                  </a:moveTo>
                  <a:cubicBezTo>
                    <a:pt x="347" y="75"/>
                    <a:pt x="347" y="75"/>
                    <a:pt x="347" y="75"/>
                  </a:cubicBezTo>
                  <a:cubicBezTo>
                    <a:pt x="347" y="47"/>
                    <a:pt x="347" y="47"/>
                    <a:pt x="347" y="47"/>
                  </a:cubicBezTo>
                  <a:cubicBezTo>
                    <a:pt x="347" y="37"/>
                    <a:pt x="351" y="36"/>
                    <a:pt x="368" y="36"/>
                  </a:cubicBezTo>
                  <a:cubicBezTo>
                    <a:pt x="368" y="24"/>
                    <a:pt x="368" y="24"/>
                    <a:pt x="368" y="24"/>
                  </a:cubicBezTo>
                  <a:cubicBezTo>
                    <a:pt x="355" y="24"/>
                    <a:pt x="349" y="28"/>
                    <a:pt x="347" y="37"/>
                  </a:cubicBezTo>
                  <a:cubicBezTo>
                    <a:pt x="347" y="24"/>
                    <a:pt x="347" y="24"/>
                    <a:pt x="347" y="24"/>
                  </a:cubicBezTo>
                  <a:cubicBezTo>
                    <a:pt x="334" y="24"/>
                    <a:pt x="334" y="24"/>
                    <a:pt x="334" y="24"/>
                  </a:cubicBezTo>
                  <a:lnTo>
                    <a:pt x="334" y="75"/>
                  </a:lnTo>
                  <a:close/>
                  <a:moveTo>
                    <a:pt x="296" y="68"/>
                  </a:moveTo>
                  <a:cubicBezTo>
                    <a:pt x="284" y="68"/>
                    <a:pt x="282" y="63"/>
                    <a:pt x="282" y="49"/>
                  </a:cubicBezTo>
                  <a:cubicBezTo>
                    <a:pt x="282" y="36"/>
                    <a:pt x="284" y="30"/>
                    <a:pt x="295" y="30"/>
                  </a:cubicBezTo>
                  <a:cubicBezTo>
                    <a:pt x="307" y="30"/>
                    <a:pt x="309" y="36"/>
                    <a:pt x="309" y="49"/>
                  </a:cubicBezTo>
                  <a:cubicBezTo>
                    <a:pt x="309" y="62"/>
                    <a:pt x="307" y="68"/>
                    <a:pt x="296" y="68"/>
                  </a:cubicBezTo>
                  <a:moveTo>
                    <a:pt x="268" y="50"/>
                  </a:moveTo>
                  <a:cubicBezTo>
                    <a:pt x="268" y="70"/>
                    <a:pt x="278" y="76"/>
                    <a:pt x="295" y="76"/>
                  </a:cubicBezTo>
                  <a:cubicBezTo>
                    <a:pt x="312" y="76"/>
                    <a:pt x="323" y="70"/>
                    <a:pt x="323" y="49"/>
                  </a:cubicBezTo>
                  <a:cubicBezTo>
                    <a:pt x="323" y="29"/>
                    <a:pt x="312" y="23"/>
                    <a:pt x="295" y="23"/>
                  </a:cubicBezTo>
                  <a:cubicBezTo>
                    <a:pt x="278" y="23"/>
                    <a:pt x="268" y="29"/>
                    <a:pt x="268" y="50"/>
                  </a:cubicBezTo>
                  <a:moveTo>
                    <a:pt x="73" y="75"/>
                  </a:moveTo>
                  <a:cubicBezTo>
                    <a:pt x="86" y="75"/>
                    <a:pt x="86" y="75"/>
                    <a:pt x="86" y="75"/>
                  </a:cubicBezTo>
                  <a:cubicBezTo>
                    <a:pt x="86" y="24"/>
                    <a:pt x="86" y="24"/>
                    <a:pt x="86" y="24"/>
                  </a:cubicBezTo>
                  <a:cubicBezTo>
                    <a:pt x="73" y="24"/>
                    <a:pt x="73" y="24"/>
                    <a:pt x="73" y="24"/>
                  </a:cubicBezTo>
                  <a:lnTo>
                    <a:pt x="73" y="75"/>
                  </a:lnTo>
                  <a:close/>
                  <a:moveTo>
                    <a:pt x="73" y="14"/>
                  </a:moveTo>
                  <a:cubicBezTo>
                    <a:pt x="86" y="14"/>
                    <a:pt x="86" y="14"/>
                    <a:pt x="86" y="14"/>
                  </a:cubicBezTo>
                  <a:cubicBezTo>
                    <a:pt x="86" y="1"/>
                    <a:pt x="86" y="1"/>
                    <a:pt x="86" y="1"/>
                  </a:cubicBezTo>
                  <a:cubicBezTo>
                    <a:pt x="73" y="1"/>
                    <a:pt x="73" y="1"/>
                    <a:pt x="73" y="1"/>
                  </a:cubicBezTo>
                  <a:lnTo>
                    <a:pt x="73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9485DF1B-405D-44C5-81BE-132713E2308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42048" y="6453602"/>
              <a:ext cx="59859" cy="61672"/>
            </a:xfrm>
            <a:custGeom>
              <a:avLst/>
              <a:gdLst>
                <a:gd name="T0" fmla="*/ 26 w 33"/>
                <a:gd name="T1" fmla="*/ 26 h 34"/>
                <a:gd name="T2" fmla="*/ 13 w 33"/>
                <a:gd name="T3" fmla="*/ 26 h 34"/>
                <a:gd name="T4" fmla="*/ 13 w 33"/>
                <a:gd name="T5" fmla="*/ 13 h 34"/>
                <a:gd name="T6" fmla="*/ 26 w 33"/>
                <a:gd name="T7" fmla="*/ 13 h 34"/>
                <a:gd name="T8" fmla="*/ 26 w 33"/>
                <a:gd name="T9" fmla="*/ 26 h 34"/>
                <a:gd name="T10" fmla="*/ 33 w 33"/>
                <a:gd name="T11" fmla="*/ 0 h 34"/>
                <a:gd name="T12" fmla="*/ 0 w 33"/>
                <a:gd name="T13" fmla="*/ 0 h 34"/>
                <a:gd name="T14" fmla="*/ 0 w 33"/>
                <a:gd name="T15" fmla="*/ 34 h 34"/>
                <a:gd name="T16" fmla="*/ 33 w 33"/>
                <a:gd name="T17" fmla="*/ 34 h 34"/>
                <a:gd name="T18" fmla="*/ 33 w 33"/>
                <a:gd name="T19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3" h="34">
                  <a:moveTo>
                    <a:pt x="26" y="26"/>
                  </a:moveTo>
                  <a:lnTo>
                    <a:pt x="13" y="26"/>
                  </a:lnTo>
                  <a:lnTo>
                    <a:pt x="13" y="13"/>
                  </a:lnTo>
                  <a:lnTo>
                    <a:pt x="26" y="13"/>
                  </a:lnTo>
                  <a:lnTo>
                    <a:pt x="26" y="26"/>
                  </a:lnTo>
                  <a:close/>
                  <a:moveTo>
                    <a:pt x="33" y="0"/>
                  </a:moveTo>
                  <a:lnTo>
                    <a:pt x="0" y="0"/>
                  </a:lnTo>
                  <a:lnTo>
                    <a:pt x="0" y="34"/>
                  </a:lnTo>
                  <a:lnTo>
                    <a:pt x="33" y="34"/>
                  </a:lnTo>
                  <a:lnTo>
                    <a:pt x="3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8FDB1239-FD97-4AC2-9955-6FEF5FDD2FB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078561" y="6390116"/>
              <a:ext cx="163250" cy="165063"/>
            </a:xfrm>
            <a:custGeom>
              <a:avLst/>
              <a:gdLst>
                <a:gd name="T0" fmla="*/ 83 w 90"/>
                <a:gd name="T1" fmla="*/ 83 h 91"/>
                <a:gd name="T2" fmla="*/ 13 w 90"/>
                <a:gd name="T3" fmla="*/ 83 h 91"/>
                <a:gd name="T4" fmla="*/ 13 w 90"/>
                <a:gd name="T5" fmla="*/ 13 h 91"/>
                <a:gd name="T6" fmla="*/ 83 w 90"/>
                <a:gd name="T7" fmla="*/ 13 h 91"/>
                <a:gd name="T8" fmla="*/ 83 w 90"/>
                <a:gd name="T9" fmla="*/ 83 h 91"/>
                <a:gd name="T10" fmla="*/ 90 w 90"/>
                <a:gd name="T11" fmla="*/ 0 h 91"/>
                <a:gd name="T12" fmla="*/ 0 w 90"/>
                <a:gd name="T13" fmla="*/ 0 h 91"/>
                <a:gd name="T14" fmla="*/ 0 w 90"/>
                <a:gd name="T15" fmla="*/ 91 h 91"/>
                <a:gd name="T16" fmla="*/ 90 w 90"/>
                <a:gd name="T17" fmla="*/ 91 h 91"/>
                <a:gd name="T18" fmla="*/ 90 w 90"/>
                <a:gd name="T1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0" h="91">
                  <a:moveTo>
                    <a:pt x="83" y="83"/>
                  </a:moveTo>
                  <a:lnTo>
                    <a:pt x="13" y="83"/>
                  </a:lnTo>
                  <a:lnTo>
                    <a:pt x="13" y="13"/>
                  </a:lnTo>
                  <a:lnTo>
                    <a:pt x="83" y="13"/>
                  </a:lnTo>
                  <a:lnTo>
                    <a:pt x="83" y="83"/>
                  </a:lnTo>
                  <a:close/>
                  <a:moveTo>
                    <a:pt x="90" y="0"/>
                  </a:moveTo>
                  <a:lnTo>
                    <a:pt x="0" y="0"/>
                  </a:lnTo>
                  <a:lnTo>
                    <a:pt x="0" y="91"/>
                  </a:lnTo>
                  <a:lnTo>
                    <a:pt x="90" y="91"/>
                  </a:lnTo>
                  <a:lnTo>
                    <a:pt x="9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7304657C-BF6E-4DCB-9E4C-FE42063D56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056795" y="6368350"/>
              <a:ext cx="206783" cy="204969"/>
            </a:xfrm>
            <a:custGeom>
              <a:avLst/>
              <a:gdLst>
                <a:gd name="T0" fmla="*/ 107 w 114"/>
                <a:gd name="T1" fmla="*/ 107 h 113"/>
                <a:gd name="T2" fmla="*/ 7 w 114"/>
                <a:gd name="T3" fmla="*/ 107 h 113"/>
                <a:gd name="T4" fmla="*/ 7 w 114"/>
                <a:gd name="T5" fmla="*/ 8 h 113"/>
                <a:gd name="T6" fmla="*/ 107 w 114"/>
                <a:gd name="T7" fmla="*/ 8 h 113"/>
                <a:gd name="T8" fmla="*/ 107 w 114"/>
                <a:gd name="T9" fmla="*/ 107 h 113"/>
                <a:gd name="T10" fmla="*/ 0 w 114"/>
                <a:gd name="T11" fmla="*/ 113 h 113"/>
                <a:gd name="T12" fmla="*/ 114 w 114"/>
                <a:gd name="T13" fmla="*/ 113 h 113"/>
                <a:gd name="T14" fmla="*/ 114 w 114"/>
                <a:gd name="T15" fmla="*/ 0 h 113"/>
                <a:gd name="T16" fmla="*/ 0 w 114"/>
                <a:gd name="T17" fmla="*/ 0 h 113"/>
                <a:gd name="T18" fmla="*/ 0 w 114"/>
                <a:gd name="T19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4" h="113">
                  <a:moveTo>
                    <a:pt x="107" y="107"/>
                  </a:moveTo>
                  <a:lnTo>
                    <a:pt x="7" y="107"/>
                  </a:lnTo>
                  <a:lnTo>
                    <a:pt x="7" y="8"/>
                  </a:lnTo>
                  <a:lnTo>
                    <a:pt x="107" y="8"/>
                  </a:lnTo>
                  <a:lnTo>
                    <a:pt x="107" y="107"/>
                  </a:lnTo>
                  <a:close/>
                  <a:moveTo>
                    <a:pt x="0" y="113"/>
                  </a:moveTo>
                  <a:lnTo>
                    <a:pt x="114" y="113"/>
                  </a:lnTo>
                  <a:lnTo>
                    <a:pt x="114" y="0"/>
                  </a:lnTo>
                  <a:lnTo>
                    <a:pt x="0" y="0"/>
                  </a:lnTo>
                  <a:lnTo>
                    <a:pt x="0" y="1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DBFAD521-90C6-407D-80CC-C74A656504C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09398" y="6422766"/>
              <a:ext cx="112461" cy="110647"/>
            </a:xfrm>
            <a:custGeom>
              <a:avLst/>
              <a:gdLst>
                <a:gd name="T0" fmla="*/ 56 w 62"/>
                <a:gd name="T1" fmla="*/ 55 h 61"/>
                <a:gd name="T2" fmla="*/ 14 w 62"/>
                <a:gd name="T3" fmla="*/ 55 h 61"/>
                <a:gd name="T4" fmla="*/ 14 w 62"/>
                <a:gd name="T5" fmla="*/ 13 h 61"/>
                <a:gd name="T6" fmla="*/ 56 w 62"/>
                <a:gd name="T7" fmla="*/ 13 h 61"/>
                <a:gd name="T8" fmla="*/ 56 w 62"/>
                <a:gd name="T9" fmla="*/ 55 h 61"/>
                <a:gd name="T10" fmla="*/ 62 w 62"/>
                <a:gd name="T11" fmla="*/ 0 h 61"/>
                <a:gd name="T12" fmla="*/ 0 w 62"/>
                <a:gd name="T13" fmla="*/ 0 h 61"/>
                <a:gd name="T14" fmla="*/ 0 w 62"/>
                <a:gd name="T15" fmla="*/ 61 h 61"/>
                <a:gd name="T16" fmla="*/ 62 w 62"/>
                <a:gd name="T17" fmla="*/ 61 h 61"/>
                <a:gd name="T18" fmla="*/ 62 w 62"/>
                <a:gd name="T19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" h="61">
                  <a:moveTo>
                    <a:pt x="56" y="55"/>
                  </a:moveTo>
                  <a:lnTo>
                    <a:pt x="14" y="55"/>
                  </a:lnTo>
                  <a:lnTo>
                    <a:pt x="14" y="13"/>
                  </a:lnTo>
                  <a:lnTo>
                    <a:pt x="56" y="13"/>
                  </a:lnTo>
                  <a:lnTo>
                    <a:pt x="56" y="55"/>
                  </a:lnTo>
                  <a:close/>
                  <a:moveTo>
                    <a:pt x="62" y="0"/>
                  </a:moveTo>
                  <a:lnTo>
                    <a:pt x="0" y="0"/>
                  </a:lnTo>
                  <a:lnTo>
                    <a:pt x="0" y="61"/>
                  </a:lnTo>
                  <a:lnTo>
                    <a:pt x="62" y="61"/>
                  </a:lnTo>
                  <a:lnTo>
                    <a:pt x="6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" name="AutoShape 3">
            <a:extLst>
              <a:ext uri="{FF2B5EF4-FFF2-40B4-BE49-F238E27FC236}">
                <a16:creationId xmlns:a16="http://schemas.microsoft.com/office/drawing/2014/main" id="{65966524-C3F9-4AD3-B55F-77BA40EB62CC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0" y="-7938"/>
            <a:ext cx="12192000" cy="686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851CB496-BD21-4DBA-B3AC-775C28CBBD25}"/>
              </a:ext>
            </a:extLst>
          </p:cNvPr>
          <p:cNvSpPr>
            <a:spLocks/>
          </p:cNvSpPr>
          <p:nvPr userDrawn="1"/>
        </p:nvSpPr>
        <p:spPr bwMode="auto">
          <a:xfrm>
            <a:off x="1963738" y="2016125"/>
            <a:ext cx="5568950" cy="4841875"/>
          </a:xfrm>
          <a:custGeom>
            <a:avLst/>
            <a:gdLst>
              <a:gd name="T0" fmla="*/ 0 w 3508"/>
              <a:gd name="T1" fmla="*/ 0 h 3050"/>
              <a:gd name="T2" fmla="*/ 0 w 3508"/>
              <a:gd name="T3" fmla="*/ 3050 h 3050"/>
              <a:gd name="T4" fmla="*/ 1737 w 3508"/>
              <a:gd name="T5" fmla="*/ 3050 h 3050"/>
              <a:gd name="T6" fmla="*/ 3508 w 3508"/>
              <a:gd name="T7" fmla="*/ 2027 h 3050"/>
              <a:gd name="T8" fmla="*/ 0 w 3508"/>
              <a:gd name="T9" fmla="*/ 0 h 3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508" h="3050">
                <a:moveTo>
                  <a:pt x="0" y="0"/>
                </a:moveTo>
                <a:lnTo>
                  <a:pt x="0" y="3050"/>
                </a:lnTo>
                <a:lnTo>
                  <a:pt x="1737" y="3050"/>
                </a:lnTo>
                <a:lnTo>
                  <a:pt x="3508" y="2027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14E05328-3C2D-4C56-85FA-674612E8C327}"/>
              </a:ext>
            </a:extLst>
          </p:cNvPr>
          <p:cNvSpPr>
            <a:spLocks/>
          </p:cNvSpPr>
          <p:nvPr userDrawn="1"/>
        </p:nvSpPr>
        <p:spPr bwMode="auto">
          <a:xfrm>
            <a:off x="0" y="-6350"/>
            <a:ext cx="5462588" cy="2022475"/>
          </a:xfrm>
          <a:custGeom>
            <a:avLst/>
            <a:gdLst>
              <a:gd name="T0" fmla="*/ 3441 w 3441"/>
              <a:gd name="T1" fmla="*/ 0 h 1274"/>
              <a:gd name="T2" fmla="*/ 0 w 3441"/>
              <a:gd name="T3" fmla="*/ 0 h 1274"/>
              <a:gd name="T4" fmla="*/ 0 w 3441"/>
              <a:gd name="T5" fmla="*/ 559 h 1274"/>
              <a:gd name="T6" fmla="*/ 1237 w 3441"/>
              <a:gd name="T7" fmla="*/ 1274 h 1274"/>
              <a:gd name="T8" fmla="*/ 3441 w 3441"/>
              <a:gd name="T9" fmla="*/ 0 h 12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41" h="1274">
                <a:moveTo>
                  <a:pt x="3441" y="0"/>
                </a:moveTo>
                <a:lnTo>
                  <a:pt x="0" y="0"/>
                </a:lnTo>
                <a:lnTo>
                  <a:pt x="0" y="559"/>
                </a:lnTo>
                <a:lnTo>
                  <a:pt x="1237" y="1274"/>
                </a:lnTo>
                <a:lnTo>
                  <a:pt x="3441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0">
            <a:extLst>
              <a:ext uri="{FF2B5EF4-FFF2-40B4-BE49-F238E27FC236}">
                <a16:creationId xmlns:a16="http://schemas.microsoft.com/office/drawing/2014/main" id="{97BEF2CF-4C6E-40BF-84FE-4C13D0C8EC9C}"/>
              </a:ext>
            </a:extLst>
          </p:cNvPr>
          <p:cNvSpPr>
            <a:spLocks/>
          </p:cNvSpPr>
          <p:nvPr userDrawn="1"/>
        </p:nvSpPr>
        <p:spPr bwMode="auto">
          <a:xfrm>
            <a:off x="9601200" y="-6350"/>
            <a:ext cx="2590800" cy="1497013"/>
          </a:xfrm>
          <a:custGeom>
            <a:avLst/>
            <a:gdLst>
              <a:gd name="T0" fmla="*/ 1632 w 1632"/>
              <a:gd name="T1" fmla="*/ 0 h 943"/>
              <a:gd name="T2" fmla="*/ 0 w 1632"/>
              <a:gd name="T3" fmla="*/ 0 h 943"/>
              <a:gd name="T4" fmla="*/ 1632 w 1632"/>
              <a:gd name="T5" fmla="*/ 943 h 943"/>
              <a:gd name="T6" fmla="*/ 1632 w 1632"/>
              <a:gd name="T7" fmla="*/ 0 h 9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32" h="943">
                <a:moveTo>
                  <a:pt x="1632" y="0"/>
                </a:moveTo>
                <a:lnTo>
                  <a:pt x="0" y="0"/>
                </a:lnTo>
                <a:lnTo>
                  <a:pt x="1632" y="943"/>
                </a:lnTo>
                <a:lnTo>
                  <a:pt x="163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Freeform 12">
            <a:extLst>
              <a:ext uri="{FF2B5EF4-FFF2-40B4-BE49-F238E27FC236}">
                <a16:creationId xmlns:a16="http://schemas.microsoft.com/office/drawing/2014/main" id="{DBA3D357-F5F3-4D43-8D52-26B75E2384D6}"/>
              </a:ext>
            </a:extLst>
          </p:cNvPr>
          <p:cNvSpPr>
            <a:spLocks/>
          </p:cNvSpPr>
          <p:nvPr userDrawn="1"/>
        </p:nvSpPr>
        <p:spPr bwMode="auto">
          <a:xfrm>
            <a:off x="1963738" y="-6350"/>
            <a:ext cx="10228263" cy="6864350"/>
          </a:xfrm>
          <a:custGeom>
            <a:avLst/>
            <a:gdLst>
              <a:gd name="T0" fmla="*/ 0 w 6443"/>
              <a:gd name="T1" fmla="*/ 1274 h 4324"/>
              <a:gd name="T2" fmla="*/ 3508 w 6443"/>
              <a:gd name="T3" fmla="*/ 3301 h 4324"/>
              <a:gd name="T4" fmla="*/ 5278 w 6443"/>
              <a:gd name="T5" fmla="*/ 4324 h 4324"/>
              <a:gd name="T6" fmla="*/ 6443 w 6443"/>
              <a:gd name="T7" fmla="*/ 4324 h 4324"/>
              <a:gd name="T8" fmla="*/ 6443 w 6443"/>
              <a:gd name="T9" fmla="*/ 943 h 4324"/>
              <a:gd name="T10" fmla="*/ 4811 w 6443"/>
              <a:gd name="T11" fmla="*/ 0 h 4324"/>
              <a:gd name="T12" fmla="*/ 2204 w 6443"/>
              <a:gd name="T13" fmla="*/ 0 h 4324"/>
              <a:gd name="T14" fmla="*/ 0 w 6443"/>
              <a:gd name="T15" fmla="*/ 1274 h 43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443" h="4324">
                <a:moveTo>
                  <a:pt x="0" y="1274"/>
                </a:moveTo>
                <a:lnTo>
                  <a:pt x="3508" y="3301"/>
                </a:lnTo>
                <a:lnTo>
                  <a:pt x="5278" y="4324"/>
                </a:lnTo>
                <a:lnTo>
                  <a:pt x="6443" y="4324"/>
                </a:lnTo>
                <a:lnTo>
                  <a:pt x="6443" y="943"/>
                </a:lnTo>
                <a:lnTo>
                  <a:pt x="4811" y="0"/>
                </a:lnTo>
                <a:lnTo>
                  <a:pt x="2204" y="0"/>
                </a:lnTo>
                <a:lnTo>
                  <a:pt x="0" y="1274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" name="Freeform 13">
            <a:extLst>
              <a:ext uri="{FF2B5EF4-FFF2-40B4-BE49-F238E27FC236}">
                <a16:creationId xmlns:a16="http://schemas.microsoft.com/office/drawing/2014/main" id="{3B2C9699-472D-40B9-B0BC-7257ADD495D6}"/>
              </a:ext>
            </a:extLst>
          </p:cNvPr>
          <p:cNvSpPr>
            <a:spLocks/>
          </p:cNvSpPr>
          <p:nvPr userDrawn="1"/>
        </p:nvSpPr>
        <p:spPr bwMode="auto">
          <a:xfrm>
            <a:off x="1963738" y="2016125"/>
            <a:ext cx="5568950" cy="3217863"/>
          </a:xfrm>
          <a:custGeom>
            <a:avLst/>
            <a:gdLst>
              <a:gd name="T0" fmla="*/ 0 w 3508"/>
              <a:gd name="T1" fmla="*/ 0 h 2027"/>
              <a:gd name="T2" fmla="*/ 3508 w 3508"/>
              <a:gd name="T3" fmla="*/ 2027 h 2027"/>
              <a:gd name="T4" fmla="*/ 3508 w 3508"/>
              <a:gd name="T5" fmla="*/ 2027 h 2027"/>
              <a:gd name="T6" fmla="*/ 3508 w 3508"/>
              <a:gd name="T7" fmla="*/ 2027 h 2027"/>
              <a:gd name="T8" fmla="*/ 3508 w 3508"/>
              <a:gd name="T9" fmla="*/ 2027 h 2027"/>
              <a:gd name="T10" fmla="*/ 3508 w 3508"/>
              <a:gd name="T11" fmla="*/ 2027 h 2027"/>
              <a:gd name="T12" fmla="*/ 3508 w 3508"/>
              <a:gd name="T13" fmla="*/ 2027 h 2027"/>
              <a:gd name="T14" fmla="*/ 3508 w 3508"/>
              <a:gd name="T15" fmla="*/ 2027 h 2027"/>
              <a:gd name="T16" fmla="*/ 3508 w 3508"/>
              <a:gd name="T17" fmla="*/ 2027 h 2027"/>
              <a:gd name="T18" fmla="*/ 0 w 3508"/>
              <a:gd name="T19" fmla="*/ 0 h 20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508" h="2027">
                <a:moveTo>
                  <a:pt x="0" y="0"/>
                </a:move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0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" name="Freeform 14">
            <a:extLst>
              <a:ext uri="{FF2B5EF4-FFF2-40B4-BE49-F238E27FC236}">
                <a16:creationId xmlns:a16="http://schemas.microsoft.com/office/drawing/2014/main" id="{22D4561F-EFDE-4FEB-80DD-E01607FF6C86}"/>
              </a:ext>
            </a:extLst>
          </p:cNvPr>
          <p:cNvSpPr>
            <a:spLocks/>
          </p:cNvSpPr>
          <p:nvPr userDrawn="1"/>
        </p:nvSpPr>
        <p:spPr bwMode="auto">
          <a:xfrm>
            <a:off x="1963738" y="2016125"/>
            <a:ext cx="5568950" cy="3217863"/>
          </a:xfrm>
          <a:custGeom>
            <a:avLst/>
            <a:gdLst>
              <a:gd name="T0" fmla="*/ 0 w 3508"/>
              <a:gd name="T1" fmla="*/ 0 h 2027"/>
              <a:gd name="T2" fmla="*/ 3508 w 3508"/>
              <a:gd name="T3" fmla="*/ 2027 h 2027"/>
              <a:gd name="T4" fmla="*/ 3508 w 3508"/>
              <a:gd name="T5" fmla="*/ 2027 h 2027"/>
              <a:gd name="T6" fmla="*/ 3508 w 3508"/>
              <a:gd name="T7" fmla="*/ 2027 h 2027"/>
              <a:gd name="T8" fmla="*/ 3508 w 3508"/>
              <a:gd name="T9" fmla="*/ 2027 h 2027"/>
              <a:gd name="T10" fmla="*/ 3508 w 3508"/>
              <a:gd name="T11" fmla="*/ 2027 h 2027"/>
              <a:gd name="T12" fmla="*/ 3508 w 3508"/>
              <a:gd name="T13" fmla="*/ 2027 h 2027"/>
              <a:gd name="T14" fmla="*/ 3508 w 3508"/>
              <a:gd name="T15" fmla="*/ 2027 h 2027"/>
              <a:gd name="T16" fmla="*/ 3508 w 3508"/>
              <a:gd name="T17" fmla="*/ 2027 h 2027"/>
              <a:gd name="T18" fmla="*/ 0 w 3508"/>
              <a:gd name="T19" fmla="*/ 0 h 20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508" h="2027">
                <a:moveTo>
                  <a:pt x="0" y="0"/>
                </a:move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3508" y="2027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" name="Freeform 15">
            <a:extLst>
              <a:ext uri="{FF2B5EF4-FFF2-40B4-BE49-F238E27FC236}">
                <a16:creationId xmlns:a16="http://schemas.microsoft.com/office/drawing/2014/main" id="{6208C78A-0A60-4E16-8004-30C5FACA304D}"/>
              </a:ext>
            </a:extLst>
          </p:cNvPr>
          <p:cNvSpPr>
            <a:spLocks/>
          </p:cNvSpPr>
          <p:nvPr userDrawn="1"/>
        </p:nvSpPr>
        <p:spPr bwMode="auto">
          <a:xfrm>
            <a:off x="9601200" y="-6350"/>
            <a:ext cx="2590800" cy="1497013"/>
          </a:xfrm>
          <a:custGeom>
            <a:avLst/>
            <a:gdLst>
              <a:gd name="T0" fmla="*/ 0 w 1632"/>
              <a:gd name="T1" fmla="*/ 0 h 943"/>
              <a:gd name="T2" fmla="*/ 0 w 1632"/>
              <a:gd name="T3" fmla="*/ 0 h 943"/>
              <a:gd name="T4" fmla="*/ 1632 w 1632"/>
              <a:gd name="T5" fmla="*/ 943 h 943"/>
              <a:gd name="T6" fmla="*/ 0 w 1632"/>
              <a:gd name="T7" fmla="*/ 0 h 9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32" h="943">
                <a:moveTo>
                  <a:pt x="0" y="0"/>
                </a:moveTo>
                <a:lnTo>
                  <a:pt x="0" y="0"/>
                </a:lnTo>
                <a:lnTo>
                  <a:pt x="1632" y="943"/>
                </a:lnTo>
                <a:lnTo>
                  <a:pt x="0" y="0"/>
                </a:lnTo>
                <a:close/>
              </a:path>
            </a:pathLst>
          </a:custGeom>
          <a:solidFill>
            <a:srgbClr val="E4E4E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" name="Freeform 16">
            <a:extLst>
              <a:ext uri="{FF2B5EF4-FFF2-40B4-BE49-F238E27FC236}">
                <a16:creationId xmlns:a16="http://schemas.microsoft.com/office/drawing/2014/main" id="{A9812D5D-0F61-4020-B467-A07A5AB71F43}"/>
              </a:ext>
            </a:extLst>
          </p:cNvPr>
          <p:cNvSpPr>
            <a:spLocks/>
          </p:cNvSpPr>
          <p:nvPr userDrawn="1"/>
        </p:nvSpPr>
        <p:spPr bwMode="auto">
          <a:xfrm>
            <a:off x="9601200" y="-6350"/>
            <a:ext cx="2590800" cy="1497013"/>
          </a:xfrm>
          <a:custGeom>
            <a:avLst/>
            <a:gdLst>
              <a:gd name="T0" fmla="*/ 0 w 1632"/>
              <a:gd name="T1" fmla="*/ 0 h 943"/>
              <a:gd name="T2" fmla="*/ 0 w 1632"/>
              <a:gd name="T3" fmla="*/ 0 h 943"/>
              <a:gd name="T4" fmla="*/ 1632 w 1632"/>
              <a:gd name="T5" fmla="*/ 943 h 943"/>
              <a:gd name="T6" fmla="*/ 0 w 1632"/>
              <a:gd name="T7" fmla="*/ 0 h 9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32" h="943">
                <a:moveTo>
                  <a:pt x="0" y="0"/>
                </a:moveTo>
                <a:lnTo>
                  <a:pt x="0" y="0"/>
                </a:lnTo>
                <a:lnTo>
                  <a:pt x="1632" y="943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" name="Freeform 17">
            <a:extLst>
              <a:ext uri="{FF2B5EF4-FFF2-40B4-BE49-F238E27FC236}">
                <a16:creationId xmlns:a16="http://schemas.microsoft.com/office/drawing/2014/main" id="{9B743E3B-CFE7-4EE2-AD87-5A0428BF71F1}"/>
              </a:ext>
            </a:extLst>
          </p:cNvPr>
          <p:cNvSpPr>
            <a:spLocks/>
          </p:cNvSpPr>
          <p:nvPr userDrawn="1"/>
        </p:nvSpPr>
        <p:spPr bwMode="auto">
          <a:xfrm>
            <a:off x="9601200" y="-6350"/>
            <a:ext cx="2590800" cy="1497013"/>
          </a:xfrm>
          <a:custGeom>
            <a:avLst/>
            <a:gdLst>
              <a:gd name="T0" fmla="*/ 0 w 1632"/>
              <a:gd name="T1" fmla="*/ 0 h 943"/>
              <a:gd name="T2" fmla="*/ 0 w 1632"/>
              <a:gd name="T3" fmla="*/ 0 h 943"/>
              <a:gd name="T4" fmla="*/ 1632 w 1632"/>
              <a:gd name="T5" fmla="*/ 943 h 943"/>
              <a:gd name="T6" fmla="*/ 0 w 1632"/>
              <a:gd name="T7" fmla="*/ 0 h 9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32" h="943">
                <a:moveTo>
                  <a:pt x="0" y="0"/>
                </a:moveTo>
                <a:lnTo>
                  <a:pt x="0" y="0"/>
                </a:lnTo>
                <a:lnTo>
                  <a:pt x="1632" y="943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" name="Freeform 18">
            <a:extLst>
              <a:ext uri="{FF2B5EF4-FFF2-40B4-BE49-F238E27FC236}">
                <a16:creationId xmlns:a16="http://schemas.microsoft.com/office/drawing/2014/main" id="{71919039-660A-4B9D-9B0F-47A476ECC109}"/>
              </a:ext>
            </a:extLst>
          </p:cNvPr>
          <p:cNvSpPr>
            <a:spLocks/>
          </p:cNvSpPr>
          <p:nvPr userDrawn="1"/>
        </p:nvSpPr>
        <p:spPr bwMode="auto">
          <a:xfrm>
            <a:off x="9601200" y="-6350"/>
            <a:ext cx="2590800" cy="1497013"/>
          </a:xfrm>
          <a:custGeom>
            <a:avLst/>
            <a:gdLst>
              <a:gd name="T0" fmla="*/ 0 w 1632"/>
              <a:gd name="T1" fmla="*/ 0 h 943"/>
              <a:gd name="T2" fmla="*/ 0 w 1632"/>
              <a:gd name="T3" fmla="*/ 0 h 943"/>
              <a:gd name="T4" fmla="*/ 1632 w 1632"/>
              <a:gd name="T5" fmla="*/ 943 h 943"/>
              <a:gd name="T6" fmla="*/ 0 w 1632"/>
              <a:gd name="T7" fmla="*/ 0 h 9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32" h="943">
                <a:moveTo>
                  <a:pt x="0" y="0"/>
                </a:moveTo>
                <a:lnTo>
                  <a:pt x="0" y="0"/>
                </a:lnTo>
                <a:lnTo>
                  <a:pt x="1632" y="943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" name="Freeform 21">
            <a:extLst>
              <a:ext uri="{FF2B5EF4-FFF2-40B4-BE49-F238E27FC236}">
                <a16:creationId xmlns:a16="http://schemas.microsoft.com/office/drawing/2014/main" id="{50BE09BF-0C71-41C5-9989-74D87D2DBE85}"/>
              </a:ext>
            </a:extLst>
          </p:cNvPr>
          <p:cNvSpPr>
            <a:spLocks/>
          </p:cNvSpPr>
          <p:nvPr userDrawn="1"/>
        </p:nvSpPr>
        <p:spPr bwMode="auto">
          <a:xfrm>
            <a:off x="4721225" y="5233987"/>
            <a:ext cx="5621338" cy="1624013"/>
          </a:xfrm>
          <a:custGeom>
            <a:avLst/>
            <a:gdLst>
              <a:gd name="T0" fmla="*/ 1771 w 3541"/>
              <a:gd name="T1" fmla="*/ 0 h 1023"/>
              <a:gd name="T2" fmla="*/ 0 w 3541"/>
              <a:gd name="T3" fmla="*/ 1023 h 1023"/>
              <a:gd name="T4" fmla="*/ 3541 w 3541"/>
              <a:gd name="T5" fmla="*/ 1023 h 1023"/>
              <a:gd name="T6" fmla="*/ 1771 w 3541"/>
              <a:gd name="T7" fmla="*/ 0 h 10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541" h="1023">
                <a:moveTo>
                  <a:pt x="1771" y="0"/>
                </a:moveTo>
                <a:lnTo>
                  <a:pt x="0" y="1023"/>
                </a:lnTo>
                <a:lnTo>
                  <a:pt x="3541" y="1023"/>
                </a:lnTo>
                <a:lnTo>
                  <a:pt x="1771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" name="Freeform 22">
            <a:extLst>
              <a:ext uri="{FF2B5EF4-FFF2-40B4-BE49-F238E27FC236}">
                <a16:creationId xmlns:a16="http://schemas.microsoft.com/office/drawing/2014/main" id="{2C1E1CE7-3982-4AB6-9082-82835851AFA6}"/>
              </a:ext>
            </a:extLst>
          </p:cNvPr>
          <p:cNvSpPr>
            <a:spLocks/>
          </p:cNvSpPr>
          <p:nvPr userDrawn="1"/>
        </p:nvSpPr>
        <p:spPr bwMode="auto">
          <a:xfrm>
            <a:off x="4721225" y="5233987"/>
            <a:ext cx="2811463" cy="1624013"/>
          </a:xfrm>
          <a:custGeom>
            <a:avLst/>
            <a:gdLst>
              <a:gd name="T0" fmla="*/ 1771 w 1771"/>
              <a:gd name="T1" fmla="*/ 0 h 1023"/>
              <a:gd name="T2" fmla="*/ 0 w 1771"/>
              <a:gd name="T3" fmla="*/ 1023 h 1023"/>
              <a:gd name="T4" fmla="*/ 0 w 1771"/>
              <a:gd name="T5" fmla="*/ 1023 h 1023"/>
              <a:gd name="T6" fmla="*/ 1771 w 1771"/>
              <a:gd name="T7" fmla="*/ 0 h 10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771" h="1023">
                <a:moveTo>
                  <a:pt x="1771" y="0"/>
                </a:moveTo>
                <a:lnTo>
                  <a:pt x="0" y="1023"/>
                </a:lnTo>
                <a:lnTo>
                  <a:pt x="0" y="1023"/>
                </a:lnTo>
                <a:lnTo>
                  <a:pt x="1771" y="0"/>
                </a:lnTo>
                <a:close/>
              </a:path>
            </a:pathLst>
          </a:custGeom>
          <a:solidFill>
            <a:srgbClr val="D2D2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0" name="Freeform 23">
            <a:extLst>
              <a:ext uri="{FF2B5EF4-FFF2-40B4-BE49-F238E27FC236}">
                <a16:creationId xmlns:a16="http://schemas.microsoft.com/office/drawing/2014/main" id="{277D336D-2AB1-48CA-86AA-0552F6A6E763}"/>
              </a:ext>
            </a:extLst>
          </p:cNvPr>
          <p:cNvSpPr>
            <a:spLocks/>
          </p:cNvSpPr>
          <p:nvPr userDrawn="1"/>
        </p:nvSpPr>
        <p:spPr bwMode="auto">
          <a:xfrm>
            <a:off x="4721225" y="5233987"/>
            <a:ext cx="2811463" cy="1624013"/>
          </a:xfrm>
          <a:custGeom>
            <a:avLst/>
            <a:gdLst>
              <a:gd name="T0" fmla="*/ 1771 w 1771"/>
              <a:gd name="T1" fmla="*/ 0 h 1023"/>
              <a:gd name="T2" fmla="*/ 0 w 1771"/>
              <a:gd name="T3" fmla="*/ 1023 h 1023"/>
              <a:gd name="T4" fmla="*/ 0 w 1771"/>
              <a:gd name="T5" fmla="*/ 1023 h 1023"/>
              <a:gd name="T6" fmla="*/ 1771 w 1771"/>
              <a:gd name="T7" fmla="*/ 0 h 10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771" h="1023">
                <a:moveTo>
                  <a:pt x="1771" y="0"/>
                </a:moveTo>
                <a:lnTo>
                  <a:pt x="0" y="1023"/>
                </a:lnTo>
                <a:lnTo>
                  <a:pt x="0" y="1023"/>
                </a:lnTo>
                <a:lnTo>
                  <a:pt x="1771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" name="Freeform 24">
            <a:extLst>
              <a:ext uri="{FF2B5EF4-FFF2-40B4-BE49-F238E27FC236}">
                <a16:creationId xmlns:a16="http://schemas.microsoft.com/office/drawing/2014/main" id="{EDAD5260-CE3B-4B3A-93DC-55B702B00643}"/>
              </a:ext>
            </a:extLst>
          </p:cNvPr>
          <p:cNvSpPr>
            <a:spLocks/>
          </p:cNvSpPr>
          <p:nvPr userDrawn="1"/>
        </p:nvSpPr>
        <p:spPr bwMode="auto">
          <a:xfrm>
            <a:off x="7532688" y="5233987"/>
            <a:ext cx="2809875" cy="1624013"/>
          </a:xfrm>
          <a:custGeom>
            <a:avLst/>
            <a:gdLst>
              <a:gd name="T0" fmla="*/ 0 w 1770"/>
              <a:gd name="T1" fmla="*/ 0 h 1023"/>
              <a:gd name="T2" fmla="*/ 0 w 1770"/>
              <a:gd name="T3" fmla="*/ 0 h 1023"/>
              <a:gd name="T4" fmla="*/ 1770 w 1770"/>
              <a:gd name="T5" fmla="*/ 1023 h 1023"/>
              <a:gd name="T6" fmla="*/ 1770 w 1770"/>
              <a:gd name="T7" fmla="*/ 1023 h 1023"/>
              <a:gd name="T8" fmla="*/ 0 w 1770"/>
              <a:gd name="T9" fmla="*/ 0 h 10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70" h="1023">
                <a:moveTo>
                  <a:pt x="0" y="0"/>
                </a:moveTo>
                <a:lnTo>
                  <a:pt x="0" y="0"/>
                </a:lnTo>
                <a:lnTo>
                  <a:pt x="1770" y="1023"/>
                </a:lnTo>
                <a:lnTo>
                  <a:pt x="1770" y="1023"/>
                </a:lnTo>
                <a:lnTo>
                  <a:pt x="0" y="0"/>
                </a:lnTo>
                <a:close/>
              </a:path>
            </a:pathLst>
          </a:custGeom>
          <a:solidFill>
            <a:srgbClr val="DCDCD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" name="Freeform 25">
            <a:extLst>
              <a:ext uri="{FF2B5EF4-FFF2-40B4-BE49-F238E27FC236}">
                <a16:creationId xmlns:a16="http://schemas.microsoft.com/office/drawing/2014/main" id="{B211343B-293B-4285-80C9-6DE1679890F8}"/>
              </a:ext>
            </a:extLst>
          </p:cNvPr>
          <p:cNvSpPr>
            <a:spLocks/>
          </p:cNvSpPr>
          <p:nvPr userDrawn="1"/>
        </p:nvSpPr>
        <p:spPr bwMode="auto">
          <a:xfrm>
            <a:off x="7532688" y="5233987"/>
            <a:ext cx="2809875" cy="1624013"/>
          </a:xfrm>
          <a:custGeom>
            <a:avLst/>
            <a:gdLst>
              <a:gd name="T0" fmla="*/ 0 w 1770"/>
              <a:gd name="T1" fmla="*/ 0 h 1023"/>
              <a:gd name="T2" fmla="*/ 0 w 1770"/>
              <a:gd name="T3" fmla="*/ 0 h 1023"/>
              <a:gd name="T4" fmla="*/ 1770 w 1770"/>
              <a:gd name="T5" fmla="*/ 1023 h 1023"/>
              <a:gd name="T6" fmla="*/ 1770 w 1770"/>
              <a:gd name="T7" fmla="*/ 1023 h 1023"/>
              <a:gd name="T8" fmla="*/ 0 w 1770"/>
              <a:gd name="T9" fmla="*/ 0 h 10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70" h="1023">
                <a:moveTo>
                  <a:pt x="0" y="0"/>
                </a:moveTo>
                <a:lnTo>
                  <a:pt x="0" y="0"/>
                </a:lnTo>
                <a:lnTo>
                  <a:pt x="1770" y="1023"/>
                </a:lnTo>
                <a:lnTo>
                  <a:pt x="1770" y="1023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" name="Freeform 26">
            <a:extLst>
              <a:ext uri="{FF2B5EF4-FFF2-40B4-BE49-F238E27FC236}">
                <a16:creationId xmlns:a16="http://schemas.microsoft.com/office/drawing/2014/main" id="{BC5C5C0C-0FC6-43DF-A5C8-17EE4E05FDD6}"/>
              </a:ext>
            </a:extLst>
          </p:cNvPr>
          <p:cNvSpPr>
            <a:spLocks/>
          </p:cNvSpPr>
          <p:nvPr userDrawn="1"/>
        </p:nvSpPr>
        <p:spPr bwMode="auto">
          <a:xfrm>
            <a:off x="7532688" y="5233987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B5B5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" name="Freeform 27">
            <a:extLst>
              <a:ext uri="{FF2B5EF4-FFF2-40B4-BE49-F238E27FC236}">
                <a16:creationId xmlns:a16="http://schemas.microsoft.com/office/drawing/2014/main" id="{B5C362F9-2D85-47D8-A0BD-3A889F6E0914}"/>
              </a:ext>
            </a:extLst>
          </p:cNvPr>
          <p:cNvSpPr>
            <a:spLocks/>
          </p:cNvSpPr>
          <p:nvPr userDrawn="1"/>
        </p:nvSpPr>
        <p:spPr bwMode="auto">
          <a:xfrm>
            <a:off x="7532688" y="5233987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Line 28">
            <a:extLst>
              <a:ext uri="{FF2B5EF4-FFF2-40B4-BE49-F238E27FC236}">
                <a16:creationId xmlns:a16="http://schemas.microsoft.com/office/drawing/2014/main" id="{631EC517-5415-4B7D-A2EB-4A9F146E918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532688" y="5233987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" name="Line 29">
            <a:extLst>
              <a:ext uri="{FF2B5EF4-FFF2-40B4-BE49-F238E27FC236}">
                <a16:creationId xmlns:a16="http://schemas.microsoft.com/office/drawing/2014/main" id="{936D8EFB-5B56-45FE-B374-FC32CCFE4AB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532688" y="5233987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" name="Freeform 30">
            <a:extLst>
              <a:ext uri="{FF2B5EF4-FFF2-40B4-BE49-F238E27FC236}">
                <a16:creationId xmlns:a16="http://schemas.microsoft.com/office/drawing/2014/main" id="{51D3BABA-2154-446C-B57E-AA2B4D7C7ADB}"/>
              </a:ext>
            </a:extLst>
          </p:cNvPr>
          <p:cNvSpPr>
            <a:spLocks/>
          </p:cNvSpPr>
          <p:nvPr userDrawn="1"/>
        </p:nvSpPr>
        <p:spPr bwMode="auto">
          <a:xfrm>
            <a:off x="7532688" y="5233987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BEBEB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" name="Freeform 31">
            <a:extLst>
              <a:ext uri="{FF2B5EF4-FFF2-40B4-BE49-F238E27FC236}">
                <a16:creationId xmlns:a16="http://schemas.microsoft.com/office/drawing/2014/main" id="{21F91B4E-F1CE-4F42-A5C6-4664DDC3114B}"/>
              </a:ext>
            </a:extLst>
          </p:cNvPr>
          <p:cNvSpPr>
            <a:spLocks/>
          </p:cNvSpPr>
          <p:nvPr userDrawn="1"/>
        </p:nvSpPr>
        <p:spPr bwMode="auto">
          <a:xfrm>
            <a:off x="7532688" y="5233987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" name="Line 32">
            <a:extLst>
              <a:ext uri="{FF2B5EF4-FFF2-40B4-BE49-F238E27FC236}">
                <a16:creationId xmlns:a16="http://schemas.microsoft.com/office/drawing/2014/main" id="{72808925-0863-43CB-9D48-6443F968C436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532688" y="5233987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0" name="Line 33">
            <a:extLst>
              <a:ext uri="{FF2B5EF4-FFF2-40B4-BE49-F238E27FC236}">
                <a16:creationId xmlns:a16="http://schemas.microsoft.com/office/drawing/2014/main" id="{8D783D5C-0818-4003-A378-B44EA7327EE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532688" y="5233987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1" name="Freeform 34">
            <a:extLst>
              <a:ext uri="{FF2B5EF4-FFF2-40B4-BE49-F238E27FC236}">
                <a16:creationId xmlns:a16="http://schemas.microsoft.com/office/drawing/2014/main" id="{CB5EA980-AAC8-4678-B806-4B35AD6A9BC8}"/>
              </a:ext>
            </a:extLst>
          </p:cNvPr>
          <p:cNvSpPr>
            <a:spLocks/>
          </p:cNvSpPr>
          <p:nvPr userDrawn="1"/>
        </p:nvSpPr>
        <p:spPr bwMode="auto">
          <a:xfrm>
            <a:off x="7532688" y="5233987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C1C1C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Freeform 35">
            <a:extLst>
              <a:ext uri="{FF2B5EF4-FFF2-40B4-BE49-F238E27FC236}">
                <a16:creationId xmlns:a16="http://schemas.microsoft.com/office/drawing/2014/main" id="{61DE02E4-CE75-4107-B78F-DC52DB499B96}"/>
              </a:ext>
            </a:extLst>
          </p:cNvPr>
          <p:cNvSpPr>
            <a:spLocks/>
          </p:cNvSpPr>
          <p:nvPr userDrawn="1"/>
        </p:nvSpPr>
        <p:spPr bwMode="auto">
          <a:xfrm>
            <a:off x="7532688" y="5233987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Line 36">
            <a:extLst>
              <a:ext uri="{FF2B5EF4-FFF2-40B4-BE49-F238E27FC236}">
                <a16:creationId xmlns:a16="http://schemas.microsoft.com/office/drawing/2014/main" id="{62A7C76B-C053-4849-9F66-9F6E847E77F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532688" y="5233987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4" name="Line 37">
            <a:extLst>
              <a:ext uri="{FF2B5EF4-FFF2-40B4-BE49-F238E27FC236}">
                <a16:creationId xmlns:a16="http://schemas.microsoft.com/office/drawing/2014/main" id="{5E4A7D05-1D09-4623-A661-1F8A39ABCED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532688" y="5233987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0276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6A9B4F5C-10E8-4823-9BB1-C9C9C2CAAC70}"/>
              </a:ext>
            </a:extLst>
          </p:cNvPr>
          <p:cNvSpPr/>
          <p:nvPr userDrawn="1"/>
        </p:nvSpPr>
        <p:spPr>
          <a:xfrm>
            <a:off x="10290175" y="6252706"/>
            <a:ext cx="1457994" cy="42779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err="1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6860772-438C-494B-83A8-63B969D12C78}"/>
              </a:ext>
            </a:extLst>
          </p:cNvPr>
          <p:cNvSpPr/>
          <p:nvPr userDrawn="1"/>
        </p:nvSpPr>
        <p:spPr>
          <a:xfrm>
            <a:off x="1258470" y="6252706"/>
            <a:ext cx="679721" cy="42779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err="1">
              <a:solidFill>
                <a:schemeClr val="tx1"/>
              </a:solidFill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A75BCBD-7D17-4BD2-AEA8-D97FB017E08D}"/>
              </a:ext>
            </a:extLst>
          </p:cNvPr>
          <p:cNvGrpSpPr/>
          <p:nvPr userDrawn="1"/>
        </p:nvGrpSpPr>
        <p:grpSpPr>
          <a:xfrm>
            <a:off x="-9183" y="3278"/>
            <a:ext cx="12192001" cy="6864350"/>
            <a:chOff x="0" y="-6350"/>
            <a:chExt cx="12192001" cy="6864350"/>
          </a:xfrm>
        </p:grpSpPr>
        <p:sp>
          <p:nvSpPr>
            <p:cNvPr id="48" name="Freeform 5">
              <a:extLst>
                <a:ext uri="{FF2B5EF4-FFF2-40B4-BE49-F238E27FC236}">
                  <a16:creationId xmlns:a16="http://schemas.microsoft.com/office/drawing/2014/main" id="{3D627E1E-B34A-492B-80ED-77128B92E5C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3738" y="2016125"/>
              <a:ext cx="5568950" cy="4841875"/>
            </a:xfrm>
            <a:custGeom>
              <a:avLst/>
              <a:gdLst>
                <a:gd name="T0" fmla="*/ 0 w 3508"/>
                <a:gd name="T1" fmla="*/ 0 h 3050"/>
                <a:gd name="T2" fmla="*/ 0 w 3508"/>
                <a:gd name="T3" fmla="*/ 3050 h 3050"/>
                <a:gd name="T4" fmla="*/ 1737 w 3508"/>
                <a:gd name="T5" fmla="*/ 3050 h 3050"/>
                <a:gd name="T6" fmla="*/ 3508 w 3508"/>
                <a:gd name="T7" fmla="*/ 2027 h 3050"/>
                <a:gd name="T8" fmla="*/ 0 w 3508"/>
                <a:gd name="T9" fmla="*/ 0 h 30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08" h="3050">
                  <a:moveTo>
                    <a:pt x="0" y="0"/>
                  </a:moveTo>
                  <a:lnTo>
                    <a:pt x="0" y="3050"/>
                  </a:lnTo>
                  <a:lnTo>
                    <a:pt x="1737" y="3050"/>
                  </a:lnTo>
                  <a:lnTo>
                    <a:pt x="3508" y="20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7">
              <a:extLst>
                <a:ext uri="{FF2B5EF4-FFF2-40B4-BE49-F238E27FC236}">
                  <a16:creationId xmlns:a16="http://schemas.microsoft.com/office/drawing/2014/main" id="{5D562DC0-9BDC-48EB-BF8E-826C5C0602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-6350"/>
              <a:ext cx="5462588" cy="2022475"/>
            </a:xfrm>
            <a:custGeom>
              <a:avLst/>
              <a:gdLst>
                <a:gd name="T0" fmla="*/ 3441 w 3441"/>
                <a:gd name="T1" fmla="*/ 0 h 1274"/>
                <a:gd name="T2" fmla="*/ 0 w 3441"/>
                <a:gd name="T3" fmla="*/ 0 h 1274"/>
                <a:gd name="T4" fmla="*/ 0 w 3441"/>
                <a:gd name="T5" fmla="*/ 559 h 1274"/>
                <a:gd name="T6" fmla="*/ 1237 w 3441"/>
                <a:gd name="T7" fmla="*/ 1274 h 1274"/>
                <a:gd name="T8" fmla="*/ 3441 w 3441"/>
                <a:gd name="T9" fmla="*/ 0 h 1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41" h="1274">
                  <a:moveTo>
                    <a:pt x="3441" y="0"/>
                  </a:moveTo>
                  <a:lnTo>
                    <a:pt x="0" y="0"/>
                  </a:lnTo>
                  <a:lnTo>
                    <a:pt x="0" y="559"/>
                  </a:lnTo>
                  <a:lnTo>
                    <a:pt x="1237" y="1274"/>
                  </a:lnTo>
                  <a:lnTo>
                    <a:pt x="3441" y="0"/>
                  </a:lnTo>
                  <a:close/>
                </a:path>
              </a:pathLst>
            </a:custGeom>
            <a:solidFill>
              <a:srgbClr val="000000">
                <a:alpha val="7843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9">
              <a:extLst>
                <a:ext uri="{FF2B5EF4-FFF2-40B4-BE49-F238E27FC236}">
                  <a16:creationId xmlns:a16="http://schemas.microsoft.com/office/drawing/2014/main" id="{A71844E5-536F-41F8-9C28-C501A7E4E7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1200" y="-6350"/>
              <a:ext cx="2590800" cy="1497013"/>
            </a:xfrm>
            <a:custGeom>
              <a:avLst/>
              <a:gdLst>
                <a:gd name="T0" fmla="*/ 1632 w 1632"/>
                <a:gd name="T1" fmla="*/ 0 h 943"/>
                <a:gd name="T2" fmla="*/ 0 w 1632"/>
                <a:gd name="T3" fmla="*/ 0 h 943"/>
                <a:gd name="T4" fmla="*/ 1632 w 1632"/>
                <a:gd name="T5" fmla="*/ 943 h 943"/>
                <a:gd name="T6" fmla="*/ 1632 w 1632"/>
                <a:gd name="T7" fmla="*/ 0 h 9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32" h="943">
                  <a:moveTo>
                    <a:pt x="1632" y="0"/>
                  </a:moveTo>
                  <a:lnTo>
                    <a:pt x="0" y="0"/>
                  </a:lnTo>
                  <a:lnTo>
                    <a:pt x="1632" y="943"/>
                  </a:lnTo>
                  <a:lnTo>
                    <a:pt x="1632" y="0"/>
                  </a:lnTo>
                  <a:close/>
                </a:path>
              </a:pathLst>
            </a:custGeom>
            <a:solidFill>
              <a:srgbClr val="000000">
                <a:alpha val="7843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11">
              <a:extLst>
                <a:ext uri="{FF2B5EF4-FFF2-40B4-BE49-F238E27FC236}">
                  <a16:creationId xmlns:a16="http://schemas.microsoft.com/office/drawing/2014/main" id="{06E6719F-F62C-4A6B-926F-BDCDCD58016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3738" y="-6350"/>
              <a:ext cx="10228263" cy="6864350"/>
            </a:xfrm>
            <a:custGeom>
              <a:avLst/>
              <a:gdLst>
                <a:gd name="T0" fmla="*/ 0 w 6443"/>
                <a:gd name="T1" fmla="*/ 1274 h 4324"/>
                <a:gd name="T2" fmla="*/ 3508 w 6443"/>
                <a:gd name="T3" fmla="*/ 3301 h 4324"/>
                <a:gd name="T4" fmla="*/ 5278 w 6443"/>
                <a:gd name="T5" fmla="*/ 4324 h 4324"/>
                <a:gd name="T6" fmla="*/ 6443 w 6443"/>
                <a:gd name="T7" fmla="*/ 4324 h 4324"/>
                <a:gd name="T8" fmla="*/ 6443 w 6443"/>
                <a:gd name="T9" fmla="*/ 943 h 4324"/>
                <a:gd name="T10" fmla="*/ 4811 w 6443"/>
                <a:gd name="T11" fmla="*/ 0 h 4324"/>
                <a:gd name="T12" fmla="*/ 2204 w 6443"/>
                <a:gd name="T13" fmla="*/ 0 h 4324"/>
                <a:gd name="T14" fmla="*/ 0 w 6443"/>
                <a:gd name="T15" fmla="*/ 1274 h 4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443" h="4324">
                  <a:moveTo>
                    <a:pt x="0" y="1274"/>
                  </a:moveTo>
                  <a:lnTo>
                    <a:pt x="3508" y="3301"/>
                  </a:lnTo>
                  <a:lnTo>
                    <a:pt x="5278" y="4324"/>
                  </a:lnTo>
                  <a:lnTo>
                    <a:pt x="6443" y="4324"/>
                  </a:lnTo>
                  <a:lnTo>
                    <a:pt x="6443" y="943"/>
                  </a:lnTo>
                  <a:lnTo>
                    <a:pt x="4811" y="0"/>
                  </a:lnTo>
                  <a:lnTo>
                    <a:pt x="2204" y="0"/>
                  </a:lnTo>
                  <a:lnTo>
                    <a:pt x="0" y="1274"/>
                  </a:lnTo>
                  <a:close/>
                </a:path>
              </a:pathLst>
            </a:custGeom>
            <a:solidFill>
              <a:srgbClr val="000000">
                <a:alpha val="16078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19">
              <a:extLst>
                <a:ext uri="{FF2B5EF4-FFF2-40B4-BE49-F238E27FC236}">
                  <a16:creationId xmlns:a16="http://schemas.microsoft.com/office/drawing/2014/main" id="{84C281A5-4D91-447A-A2DB-DF7D0496D55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881062"/>
              <a:ext cx="1963738" cy="5976938"/>
            </a:xfrm>
            <a:custGeom>
              <a:avLst/>
              <a:gdLst>
                <a:gd name="T0" fmla="*/ 0 w 1237"/>
                <a:gd name="T1" fmla="*/ 0 h 3765"/>
                <a:gd name="T2" fmla="*/ 0 w 1237"/>
                <a:gd name="T3" fmla="*/ 3765 h 3765"/>
                <a:gd name="T4" fmla="*/ 1237 w 1237"/>
                <a:gd name="T5" fmla="*/ 3765 h 3765"/>
                <a:gd name="T6" fmla="*/ 1237 w 1237"/>
                <a:gd name="T7" fmla="*/ 715 h 3765"/>
                <a:gd name="T8" fmla="*/ 0 w 1237"/>
                <a:gd name="T9" fmla="*/ 0 h 37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7" h="3765">
                  <a:moveTo>
                    <a:pt x="0" y="0"/>
                  </a:moveTo>
                  <a:lnTo>
                    <a:pt x="0" y="3765"/>
                  </a:lnTo>
                  <a:lnTo>
                    <a:pt x="1237" y="3765"/>
                  </a:lnTo>
                  <a:lnTo>
                    <a:pt x="1237" y="7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2157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0">
              <a:extLst>
                <a:ext uri="{FF2B5EF4-FFF2-40B4-BE49-F238E27FC236}">
                  <a16:creationId xmlns:a16="http://schemas.microsoft.com/office/drawing/2014/main" id="{7EF50F1D-D87F-438D-AF95-12F71A08A16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21225" y="5233987"/>
              <a:ext cx="5621338" cy="1624013"/>
            </a:xfrm>
            <a:custGeom>
              <a:avLst/>
              <a:gdLst>
                <a:gd name="T0" fmla="*/ 1771 w 3541"/>
                <a:gd name="T1" fmla="*/ 0 h 1023"/>
                <a:gd name="T2" fmla="*/ 0 w 3541"/>
                <a:gd name="T3" fmla="*/ 1023 h 1023"/>
                <a:gd name="T4" fmla="*/ 3541 w 3541"/>
                <a:gd name="T5" fmla="*/ 1023 h 1023"/>
                <a:gd name="T6" fmla="*/ 1771 w 3541"/>
                <a:gd name="T7" fmla="*/ 0 h 1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41" h="1023">
                  <a:moveTo>
                    <a:pt x="1771" y="0"/>
                  </a:moveTo>
                  <a:lnTo>
                    <a:pt x="0" y="1023"/>
                  </a:lnTo>
                  <a:lnTo>
                    <a:pt x="3541" y="1023"/>
                  </a:lnTo>
                  <a:lnTo>
                    <a:pt x="1771" y="0"/>
                  </a:lnTo>
                  <a:close/>
                </a:path>
              </a:pathLst>
            </a:custGeom>
            <a:solidFill>
              <a:srgbClr val="000000">
                <a:alpha val="10196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4" name="Pladsholder til sidefod 2"/>
          <p:cNvSpPr txBox="1">
            <a:spLocks/>
          </p:cNvSpPr>
          <p:nvPr userDrawn="1"/>
        </p:nvSpPr>
        <p:spPr>
          <a:xfrm>
            <a:off x="1351722" y="6356378"/>
            <a:ext cx="989842" cy="36618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marL="0" marR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1200">
                <a:solidFill>
                  <a:schemeClr val="bg1"/>
                </a:solidFill>
                <a:latin typeface="+mj-lt"/>
                <a:ea typeface="ＭＳ Ｐゴシック" charset="0"/>
                <a:cs typeface="ＭＳ Ｐゴシック" charset="0"/>
              </a:rPr>
              <a:t>© 2020</a:t>
            </a:r>
          </a:p>
        </p:txBody>
      </p:sp>
      <p:grpSp>
        <p:nvGrpSpPr>
          <p:cNvPr id="20" name="Gruppe 19"/>
          <p:cNvGrpSpPr>
            <a:grpSpLocks noChangeAspect="1"/>
          </p:cNvGrpSpPr>
          <p:nvPr userDrawn="1"/>
        </p:nvGrpSpPr>
        <p:grpSpPr>
          <a:xfrm>
            <a:off x="10343104" y="6422579"/>
            <a:ext cx="1176854" cy="202504"/>
            <a:chOff x="10056795" y="6368350"/>
            <a:chExt cx="1454739" cy="250316"/>
          </a:xfrm>
          <a:solidFill>
            <a:schemeClr val="bg1"/>
          </a:solidFill>
        </p:grpSpPr>
        <p:sp>
          <p:nvSpPr>
            <p:cNvPr id="21" name="Freeform 7"/>
            <p:cNvSpPr>
              <a:spLocks noEditPoints="1"/>
            </p:cNvSpPr>
            <p:nvPr userDrawn="1"/>
          </p:nvSpPr>
          <p:spPr bwMode="auto">
            <a:xfrm>
              <a:off x="10368784" y="6371977"/>
              <a:ext cx="1142750" cy="246689"/>
            </a:xfrm>
            <a:custGeom>
              <a:avLst/>
              <a:gdLst>
                <a:gd name="T0" fmla="*/ 116 w 431"/>
                <a:gd name="T1" fmla="*/ 33 h 93"/>
                <a:gd name="T2" fmla="*/ 103 w 431"/>
                <a:gd name="T3" fmla="*/ 24 h 93"/>
                <a:gd name="T4" fmla="*/ 116 w 431"/>
                <a:gd name="T5" fmla="*/ 75 h 93"/>
                <a:gd name="T6" fmla="*/ 128 w 431"/>
                <a:gd name="T7" fmla="*/ 32 h 93"/>
                <a:gd name="T8" fmla="*/ 139 w 431"/>
                <a:gd name="T9" fmla="*/ 75 h 93"/>
                <a:gd name="T10" fmla="*/ 152 w 431"/>
                <a:gd name="T11" fmla="*/ 48 h 93"/>
                <a:gd name="T12" fmla="*/ 174 w 431"/>
                <a:gd name="T13" fmla="*/ 45 h 93"/>
                <a:gd name="T14" fmla="*/ 188 w 431"/>
                <a:gd name="T15" fmla="*/ 75 h 93"/>
                <a:gd name="T16" fmla="*/ 169 w 431"/>
                <a:gd name="T17" fmla="*/ 23 h 93"/>
                <a:gd name="T18" fmla="*/ 133 w 431"/>
                <a:gd name="T19" fmla="*/ 23 h 93"/>
                <a:gd name="T20" fmla="*/ 238 w 431"/>
                <a:gd name="T21" fmla="*/ 0 h 93"/>
                <a:gd name="T22" fmla="*/ 238 w 431"/>
                <a:gd name="T23" fmla="*/ 76 h 93"/>
                <a:gd name="T24" fmla="*/ 260 w 431"/>
                <a:gd name="T25" fmla="*/ 61 h 93"/>
                <a:gd name="T26" fmla="*/ 213 w 431"/>
                <a:gd name="T27" fmla="*/ 37 h 93"/>
                <a:gd name="T28" fmla="*/ 259 w 431"/>
                <a:gd name="T29" fmla="*/ 14 h 93"/>
                <a:gd name="T30" fmla="*/ 54 w 431"/>
                <a:gd name="T31" fmla="*/ 3 h 93"/>
                <a:gd name="T32" fmla="*/ 0 w 431"/>
                <a:gd name="T33" fmla="*/ 21 h 93"/>
                <a:gd name="T34" fmla="*/ 36 w 431"/>
                <a:gd name="T35" fmla="*/ 45 h 93"/>
                <a:gd name="T36" fmla="*/ 27 w 431"/>
                <a:gd name="T37" fmla="*/ 66 h 93"/>
                <a:gd name="T38" fmla="*/ 1 w 431"/>
                <a:gd name="T39" fmla="*/ 72 h 93"/>
                <a:gd name="T40" fmla="*/ 60 w 431"/>
                <a:gd name="T41" fmla="*/ 54 h 93"/>
                <a:gd name="T42" fmla="*/ 26 w 431"/>
                <a:gd name="T43" fmla="*/ 30 h 93"/>
                <a:gd name="T44" fmla="*/ 33 w 431"/>
                <a:gd name="T45" fmla="*/ 9 h 93"/>
                <a:gd name="T46" fmla="*/ 54 w 431"/>
                <a:gd name="T47" fmla="*/ 3 h 93"/>
                <a:gd name="T48" fmla="*/ 390 w 431"/>
                <a:gd name="T49" fmla="*/ 49 h 93"/>
                <a:gd name="T50" fmla="*/ 417 w 431"/>
                <a:gd name="T51" fmla="*/ 49 h 93"/>
                <a:gd name="T52" fmla="*/ 376 w 431"/>
                <a:gd name="T53" fmla="*/ 93 h 93"/>
                <a:gd name="T54" fmla="*/ 389 w 431"/>
                <a:gd name="T55" fmla="*/ 67 h 93"/>
                <a:gd name="T56" fmla="*/ 431 w 431"/>
                <a:gd name="T57" fmla="*/ 49 h 93"/>
                <a:gd name="T58" fmla="*/ 389 w 431"/>
                <a:gd name="T59" fmla="*/ 33 h 93"/>
                <a:gd name="T60" fmla="*/ 376 w 431"/>
                <a:gd name="T61" fmla="*/ 24 h 93"/>
                <a:gd name="T62" fmla="*/ 334 w 431"/>
                <a:gd name="T63" fmla="*/ 75 h 93"/>
                <a:gd name="T64" fmla="*/ 347 w 431"/>
                <a:gd name="T65" fmla="*/ 47 h 93"/>
                <a:gd name="T66" fmla="*/ 368 w 431"/>
                <a:gd name="T67" fmla="*/ 24 h 93"/>
                <a:gd name="T68" fmla="*/ 347 w 431"/>
                <a:gd name="T69" fmla="*/ 24 h 93"/>
                <a:gd name="T70" fmla="*/ 334 w 431"/>
                <a:gd name="T71" fmla="*/ 75 h 93"/>
                <a:gd name="T72" fmla="*/ 282 w 431"/>
                <a:gd name="T73" fmla="*/ 49 h 93"/>
                <a:gd name="T74" fmla="*/ 309 w 431"/>
                <a:gd name="T75" fmla="*/ 49 h 93"/>
                <a:gd name="T76" fmla="*/ 268 w 431"/>
                <a:gd name="T77" fmla="*/ 50 h 93"/>
                <a:gd name="T78" fmla="*/ 323 w 431"/>
                <a:gd name="T79" fmla="*/ 49 h 93"/>
                <a:gd name="T80" fmla="*/ 268 w 431"/>
                <a:gd name="T81" fmla="*/ 50 h 93"/>
                <a:gd name="T82" fmla="*/ 86 w 431"/>
                <a:gd name="T83" fmla="*/ 75 h 93"/>
                <a:gd name="T84" fmla="*/ 73 w 431"/>
                <a:gd name="T85" fmla="*/ 24 h 93"/>
                <a:gd name="T86" fmla="*/ 73 w 431"/>
                <a:gd name="T87" fmla="*/ 14 h 93"/>
                <a:gd name="T88" fmla="*/ 86 w 431"/>
                <a:gd name="T89" fmla="*/ 1 h 93"/>
                <a:gd name="T90" fmla="*/ 73 w 431"/>
                <a:gd name="T91" fmla="*/ 1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31" h="93">
                  <a:moveTo>
                    <a:pt x="133" y="23"/>
                  </a:moveTo>
                  <a:cubicBezTo>
                    <a:pt x="117" y="23"/>
                    <a:pt x="116" y="33"/>
                    <a:pt x="116" y="33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75"/>
                    <a:pt x="103" y="75"/>
                    <a:pt x="103" y="75"/>
                  </a:cubicBezTo>
                  <a:cubicBezTo>
                    <a:pt x="116" y="75"/>
                    <a:pt x="116" y="75"/>
                    <a:pt x="116" y="75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35"/>
                    <a:pt x="121" y="32"/>
                    <a:pt x="128" y="32"/>
                  </a:cubicBezTo>
                  <a:cubicBezTo>
                    <a:pt x="136" y="32"/>
                    <a:pt x="139" y="34"/>
                    <a:pt x="139" y="45"/>
                  </a:cubicBezTo>
                  <a:cubicBezTo>
                    <a:pt x="139" y="75"/>
                    <a:pt x="139" y="75"/>
                    <a:pt x="139" y="75"/>
                  </a:cubicBezTo>
                  <a:cubicBezTo>
                    <a:pt x="152" y="75"/>
                    <a:pt x="152" y="75"/>
                    <a:pt x="152" y="75"/>
                  </a:cubicBezTo>
                  <a:cubicBezTo>
                    <a:pt x="152" y="48"/>
                    <a:pt x="152" y="48"/>
                    <a:pt x="152" y="48"/>
                  </a:cubicBezTo>
                  <a:cubicBezTo>
                    <a:pt x="152" y="35"/>
                    <a:pt x="156" y="32"/>
                    <a:pt x="164" y="32"/>
                  </a:cubicBezTo>
                  <a:cubicBezTo>
                    <a:pt x="172" y="32"/>
                    <a:pt x="174" y="34"/>
                    <a:pt x="174" y="45"/>
                  </a:cubicBezTo>
                  <a:cubicBezTo>
                    <a:pt x="174" y="75"/>
                    <a:pt x="174" y="75"/>
                    <a:pt x="174" y="75"/>
                  </a:cubicBezTo>
                  <a:cubicBezTo>
                    <a:pt x="188" y="75"/>
                    <a:pt x="188" y="75"/>
                    <a:pt x="188" y="75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8" y="28"/>
                    <a:pt x="182" y="23"/>
                    <a:pt x="169" y="23"/>
                  </a:cubicBezTo>
                  <a:cubicBezTo>
                    <a:pt x="153" y="23"/>
                    <a:pt x="151" y="33"/>
                    <a:pt x="151" y="33"/>
                  </a:cubicBezTo>
                  <a:cubicBezTo>
                    <a:pt x="148" y="26"/>
                    <a:pt x="143" y="23"/>
                    <a:pt x="133" y="23"/>
                  </a:cubicBezTo>
                  <a:moveTo>
                    <a:pt x="259" y="4"/>
                  </a:moveTo>
                  <a:cubicBezTo>
                    <a:pt x="259" y="4"/>
                    <a:pt x="251" y="0"/>
                    <a:pt x="238" y="0"/>
                  </a:cubicBezTo>
                  <a:cubicBezTo>
                    <a:pt x="214" y="0"/>
                    <a:pt x="199" y="11"/>
                    <a:pt x="199" y="38"/>
                  </a:cubicBezTo>
                  <a:cubicBezTo>
                    <a:pt x="199" y="65"/>
                    <a:pt x="211" y="76"/>
                    <a:pt x="238" y="76"/>
                  </a:cubicBezTo>
                  <a:cubicBezTo>
                    <a:pt x="253" y="76"/>
                    <a:pt x="260" y="72"/>
                    <a:pt x="260" y="72"/>
                  </a:cubicBezTo>
                  <a:cubicBezTo>
                    <a:pt x="260" y="61"/>
                    <a:pt x="260" y="61"/>
                    <a:pt x="260" y="61"/>
                  </a:cubicBezTo>
                  <a:cubicBezTo>
                    <a:pt x="260" y="61"/>
                    <a:pt x="253" y="66"/>
                    <a:pt x="240" y="66"/>
                  </a:cubicBezTo>
                  <a:cubicBezTo>
                    <a:pt x="223" y="66"/>
                    <a:pt x="213" y="60"/>
                    <a:pt x="213" y="37"/>
                  </a:cubicBezTo>
                  <a:cubicBezTo>
                    <a:pt x="213" y="17"/>
                    <a:pt x="220" y="10"/>
                    <a:pt x="239" y="10"/>
                  </a:cubicBezTo>
                  <a:cubicBezTo>
                    <a:pt x="250" y="10"/>
                    <a:pt x="259" y="14"/>
                    <a:pt x="259" y="14"/>
                  </a:cubicBezTo>
                  <a:lnTo>
                    <a:pt x="259" y="4"/>
                  </a:lnTo>
                  <a:close/>
                  <a:moveTo>
                    <a:pt x="54" y="3"/>
                  </a:moveTo>
                  <a:cubicBezTo>
                    <a:pt x="54" y="3"/>
                    <a:pt x="45" y="0"/>
                    <a:pt x="34" y="0"/>
                  </a:cubicBezTo>
                  <a:cubicBezTo>
                    <a:pt x="15" y="0"/>
                    <a:pt x="0" y="5"/>
                    <a:pt x="0" y="21"/>
                  </a:cubicBezTo>
                  <a:cubicBezTo>
                    <a:pt x="0" y="34"/>
                    <a:pt x="8" y="38"/>
                    <a:pt x="21" y="41"/>
                  </a:cubicBezTo>
                  <a:cubicBezTo>
                    <a:pt x="36" y="45"/>
                    <a:pt x="36" y="45"/>
                    <a:pt x="36" y="45"/>
                  </a:cubicBezTo>
                  <a:cubicBezTo>
                    <a:pt x="43" y="46"/>
                    <a:pt x="46" y="48"/>
                    <a:pt x="46" y="55"/>
                  </a:cubicBezTo>
                  <a:cubicBezTo>
                    <a:pt x="46" y="66"/>
                    <a:pt x="38" y="66"/>
                    <a:pt x="27" y="66"/>
                  </a:cubicBezTo>
                  <a:cubicBezTo>
                    <a:pt x="13" y="66"/>
                    <a:pt x="1" y="62"/>
                    <a:pt x="1" y="62"/>
                  </a:cubicBezTo>
                  <a:cubicBezTo>
                    <a:pt x="1" y="72"/>
                    <a:pt x="1" y="72"/>
                    <a:pt x="1" y="72"/>
                  </a:cubicBezTo>
                  <a:cubicBezTo>
                    <a:pt x="1" y="72"/>
                    <a:pt x="12" y="76"/>
                    <a:pt x="25" y="76"/>
                  </a:cubicBezTo>
                  <a:cubicBezTo>
                    <a:pt x="44" y="76"/>
                    <a:pt x="60" y="72"/>
                    <a:pt x="60" y="54"/>
                  </a:cubicBezTo>
                  <a:cubicBezTo>
                    <a:pt x="60" y="41"/>
                    <a:pt x="53" y="36"/>
                    <a:pt x="40" y="33"/>
                  </a:cubicBezTo>
                  <a:cubicBezTo>
                    <a:pt x="26" y="30"/>
                    <a:pt x="26" y="30"/>
                    <a:pt x="26" y="30"/>
                  </a:cubicBezTo>
                  <a:cubicBezTo>
                    <a:pt x="18" y="28"/>
                    <a:pt x="14" y="26"/>
                    <a:pt x="14" y="19"/>
                  </a:cubicBezTo>
                  <a:cubicBezTo>
                    <a:pt x="14" y="10"/>
                    <a:pt x="23" y="9"/>
                    <a:pt x="33" y="9"/>
                  </a:cubicBezTo>
                  <a:cubicBezTo>
                    <a:pt x="46" y="9"/>
                    <a:pt x="54" y="13"/>
                    <a:pt x="54" y="13"/>
                  </a:cubicBezTo>
                  <a:lnTo>
                    <a:pt x="54" y="3"/>
                  </a:lnTo>
                  <a:close/>
                  <a:moveTo>
                    <a:pt x="403" y="68"/>
                  </a:moveTo>
                  <a:cubicBezTo>
                    <a:pt x="392" y="68"/>
                    <a:pt x="390" y="61"/>
                    <a:pt x="390" y="49"/>
                  </a:cubicBezTo>
                  <a:cubicBezTo>
                    <a:pt x="390" y="38"/>
                    <a:pt x="392" y="31"/>
                    <a:pt x="403" y="31"/>
                  </a:cubicBezTo>
                  <a:cubicBezTo>
                    <a:pt x="414" y="31"/>
                    <a:pt x="417" y="38"/>
                    <a:pt x="417" y="49"/>
                  </a:cubicBezTo>
                  <a:cubicBezTo>
                    <a:pt x="417" y="62"/>
                    <a:pt x="414" y="68"/>
                    <a:pt x="403" y="68"/>
                  </a:cubicBezTo>
                  <a:moveTo>
                    <a:pt x="376" y="93"/>
                  </a:moveTo>
                  <a:cubicBezTo>
                    <a:pt x="389" y="93"/>
                    <a:pt x="389" y="93"/>
                    <a:pt x="389" y="93"/>
                  </a:cubicBezTo>
                  <a:cubicBezTo>
                    <a:pt x="389" y="67"/>
                    <a:pt x="389" y="67"/>
                    <a:pt x="389" y="67"/>
                  </a:cubicBezTo>
                  <a:cubicBezTo>
                    <a:pt x="389" y="67"/>
                    <a:pt x="391" y="76"/>
                    <a:pt x="406" y="76"/>
                  </a:cubicBezTo>
                  <a:cubicBezTo>
                    <a:pt x="423" y="76"/>
                    <a:pt x="431" y="68"/>
                    <a:pt x="431" y="49"/>
                  </a:cubicBezTo>
                  <a:cubicBezTo>
                    <a:pt x="431" y="31"/>
                    <a:pt x="424" y="23"/>
                    <a:pt x="408" y="23"/>
                  </a:cubicBezTo>
                  <a:cubicBezTo>
                    <a:pt x="391" y="23"/>
                    <a:pt x="389" y="33"/>
                    <a:pt x="389" y="33"/>
                  </a:cubicBezTo>
                  <a:cubicBezTo>
                    <a:pt x="389" y="24"/>
                    <a:pt x="389" y="24"/>
                    <a:pt x="389" y="24"/>
                  </a:cubicBezTo>
                  <a:cubicBezTo>
                    <a:pt x="376" y="24"/>
                    <a:pt x="376" y="24"/>
                    <a:pt x="376" y="24"/>
                  </a:cubicBezTo>
                  <a:lnTo>
                    <a:pt x="376" y="93"/>
                  </a:lnTo>
                  <a:close/>
                  <a:moveTo>
                    <a:pt x="334" y="75"/>
                  </a:moveTo>
                  <a:cubicBezTo>
                    <a:pt x="347" y="75"/>
                    <a:pt x="347" y="75"/>
                    <a:pt x="347" y="75"/>
                  </a:cubicBezTo>
                  <a:cubicBezTo>
                    <a:pt x="347" y="47"/>
                    <a:pt x="347" y="47"/>
                    <a:pt x="347" y="47"/>
                  </a:cubicBezTo>
                  <a:cubicBezTo>
                    <a:pt x="347" y="37"/>
                    <a:pt x="351" y="36"/>
                    <a:pt x="368" y="36"/>
                  </a:cubicBezTo>
                  <a:cubicBezTo>
                    <a:pt x="368" y="24"/>
                    <a:pt x="368" y="24"/>
                    <a:pt x="368" y="24"/>
                  </a:cubicBezTo>
                  <a:cubicBezTo>
                    <a:pt x="355" y="24"/>
                    <a:pt x="349" y="28"/>
                    <a:pt x="347" y="37"/>
                  </a:cubicBezTo>
                  <a:cubicBezTo>
                    <a:pt x="347" y="24"/>
                    <a:pt x="347" y="24"/>
                    <a:pt x="347" y="24"/>
                  </a:cubicBezTo>
                  <a:cubicBezTo>
                    <a:pt x="334" y="24"/>
                    <a:pt x="334" y="24"/>
                    <a:pt x="334" y="24"/>
                  </a:cubicBezTo>
                  <a:lnTo>
                    <a:pt x="334" y="75"/>
                  </a:lnTo>
                  <a:close/>
                  <a:moveTo>
                    <a:pt x="296" y="68"/>
                  </a:moveTo>
                  <a:cubicBezTo>
                    <a:pt x="284" y="68"/>
                    <a:pt x="282" y="63"/>
                    <a:pt x="282" y="49"/>
                  </a:cubicBezTo>
                  <a:cubicBezTo>
                    <a:pt x="282" y="36"/>
                    <a:pt x="284" y="30"/>
                    <a:pt x="295" y="30"/>
                  </a:cubicBezTo>
                  <a:cubicBezTo>
                    <a:pt x="307" y="30"/>
                    <a:pt x="309" y="36"/>
                    <a:pt x="309" y="49"/>
                  </a:cubicBezTo>
                  <a:cubicBezTo>
                    <a:pt x="309" y="62"/>
                    <a:pt x="307" y="68"/>
                    <a:pt x="296" y="68"/>
                  </a:cubicBezTo>
                  <a:moveTo>
                    <a:pt x="268" y="50"/>
                  </a:moveTo>
                  <a:cubicBezTo>
                    <a:pt x="268" y="70"/>
                    <a:pt x="278" y="76"/>
                    <a:pt x="295" y="76"/>
                  </a:cubicBezTo>
                  <a:cubicBezTo>
                    <a:pt x="312" y="76"/>
                    <a:pt x="323" y="70"/>
                    <a:pt x="323" y="49"/>
                  </a:cubicBezTo>
                  <a:cubicBezTo>
                    <a:pt x="323" y="29"/>
                    <a:pt x="312" y="23"/>
                    <a:pt x="295" y="23"/>
                  </a:cubicBezTo>
                  <a:cubicBezTo>
                    <a:pt x="278" y="23"/>
                    <a:pt x="268" y="29"/>
                    <a:pt x="268" y="50"/>
                  </a:cubicBezTo>
                  <a:moveTo>
                    <a:pt x="73" y="75"/>
                  </a:moveTo>
                  <a:cubicBezTo>
                    <a:pt x="86" y="75"/>
                    <a:pt x="86" y="75"/>
                    <a:pt x="86" y="75"/>
                  </a:cubicBezTo>
                  <a:cubicBezTo>
                    <a:pt x="86" y="24"/>
                    <a:pt x="86" y="24"/>
                    <a:pt x="86" y="24"/>
                  </a:cubicBezTo>
                  <a:cubicBezTo>
                    <a:pt x="73" y="24"/>
                    <a:pt x="73" y="24"/>
                    <a:pt x="73" y="24"/>
                  </a:cubicBezTo>
                  <a:lnTo>
                    <a:pt x="73" y="75"/>
                  </a:lnTo>
                  <a:close/>
                  <a:moveTo>
                    <a:pt x="73" y="14"/>
                  </a:moveTo>
                  <a:cubicBezTo>
                    <a:pt x="86" y="14"/>
                    <a:pt x="86" y="14"/>
                    <a:pt x="86" y="14"/>
                  </a:cubicBezTo>
                  <a:cubicBezTo>
                    <a:pt x="86" y="1"/>
                    <a:pt x="86" y="1"/>
                    <a:pt x="86" y="1"/>
                  </a:cubicBezTo>
                  <a:cubicBezTo>
                    <a:pt x="73" y="1"/>
                    <a:pt x="73" y="1"/>
                    <a:pt x="73" y="1"/>
                  </a:cubicBezTo>
                  <a:lnTo>
                    <a:pt x="73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8"/>
            <p:cNvSpPr>
              <a:spLocks noEditPoints="1"/>
            </p:cNvSpPr>
            <p:nvPr userDrawn="1"/>
          </p:nvSpPr>
          <p:spPr bwMode="auto">
            <a:xfrm>
              <a:off x="10142048" y="6453602"/>
              <a:ext cx="59859" cy="61672"/>
            </a:xfrm>
            <a:custGeom>
              <a:avLst/>
              <a:gdLst>
                <a:gd name="T0" fmla="*/ 26 w 33"/>
                <a:gd name="T1" fmla="*/ 26 h 34"/>
                <a:gd name="T2" fmla="*/ 13 w 33"/>
                <a:gd name="T3" fmla="*/ 26 h 34"/>
                <a:gd name="T4" fmla="*/ 13 w 33"/>
                <a:gd name="T5" fmla="*/ 13 h 34"/>
                <a:gd name="T6" fmla="*/ 26 w 33"/>
                <a:gd name="T7" fmla="*/ 13 h 34"/>
                <a:gd name="T8" fmla="*/ 26 w 33"/>
                <a:gd name="T9" fmla="*/ 26 h 34"/>
                <a:gd name="T10" fmla="*/ 33 w 33"/>
                <a:gd name="T11" fmla="*/ 0 h 34"/>
                <a:gd name="T12" fmla="*/ 0 w 33"/>
                <a:gd name="T13" fmla="*/ 0 h 34"/>
                <a:gd name="T14" fmla="*/ 0 w 33"/>
                <a:gd name="T15" fmla="*/ 34 h 34"/>
                <a:gd name="T16" fmla="*/ 33 w 33"/>
                <a:gd name="T17" fmla="*/ 34 h 34"/>
                <a:gd name="T18" fmla="*/ 33 w 33"/>
                <a:gd name="T19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3" h="34">
                  <a:moveTo>
                    <a:pt x="26" y="26"/>
                  </a:moveTo>
                  <a:lnTo>
                    <a:pt x="13" y="26"/>
                  </a:lnTo>
                  <a:lnTo>
                    <a:pt x="13" y="13"/>
                  </a:lnTo>
                  <a:lnTo>
                    <a:pt x="26" y="13"/>
                  </a:lnTo>
                  <a:lnTo>
                    <a:pt x="26" y="26"/>
                  </a:lnTo>
                  <a:close/>
                  <a:moveTo>
                    <a:pt x="33" y="0"/>
                  </a:moveTo>
                  <a:lnTo>
                    <a:pt x="0" y="0"/>
                  </a:lnTo>
                  <a:lnTo>
                    <a:pt x="0" y="34"/>
                  </a:lnTo>
                  <a:lnTo>
                    <a:pt x="33" y="34"/>
                  </a:lnTo>
                  <a:lnTo>
                    <a:pt x="3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9"/>
            <p:cNvSpPr>
              <a:spLocks noEditPoints="1"/>
            </p:cNvSpPr>
            <p:nvPr userDrawn="1"/>
          </p:nvSpPr>
          <p:spPr bwMode="auto">
            <a:xfrm>
              <a:off x="10078561" y="6390116"/>
              <a:ext cx="163250" cy="165063"/>
            </a:xfrm>
            <a:custGeom>
              <a:avLst/>
              <a:gdLst>
                <a:gd name="T0" fmla="*/ 83 w 90"/>
                <a:gd name="T1" fmla="*/ 83 h 91"/>
                <a:gd name="T2" fmla="*/ 13 w 90"/>
                <a:gd name="T3" fmla="*/ 83 h 91"/>
                <a:gd name="T4" fmla="*/ 13 w 90"/>
                <a:gd name="T5" fmla="*/ 13 h 91"/>
                <a:gd name="T6" fmla="*/ 83 w 90"/>
                <a:gd name="T7" fmla="*/ 13 h 91"/>
                <a:gd name="T8" fmla="*/ 83 w 90"/>
                <a:gd name="T9" fmla="*/ 83 h 91"/>
                <a:gd name="T10" fmla="*/ 90 w 90"/>
                <a:gd name="T11" fmla="*/ 0 h 91"/>
                <a:gd name="T12" fmla="*/ 0 w 90"/>
                <a:gd name="T13" fmla="*/ 0 h 91"/>
                <a:gd name="T14" fmla="*/ 0 w 90"/>
                <a:gd name="T15" fmla="*/ 91 h 91"/>
                <a:gd name="T16" fmla="*/ 90 w 90"/>
                <a:gd name="T17" fmla="*/ 91 h 91"/>
                <a:gd name="T18" fmla="*/ 90 w 90"/>
                <a:gd name="T1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0" h="91">
                  <a:moveTo>
                    <a:pt x="83" y="83"/>
                  </a:moveTo>
                  <a:lnTo>
                    <a:pt x="13" y="83"/>
                  </a:lnTo>
                  <a:lnTo>
                    <a:pt x="13" y="13"/>
                  </a:lnTo>
                  <a:lnTo>
                    <a:pt x="83" y="13"/>
                  </a:lnTo>
                  <a:lnTo>
                    <a:pt x="83" y="83"/>
                  </a:lnTo>
                  <a:close/>
                  <a:moveTo>
                    <a:pt x="90" y="0"/>
                  </a:moveTo>
                  <a:lnTo>
                    <a:pt x="0" y="0"/>
                  </a:lnTo>
                  <a:lnTo>
                    <a:pt x="0" y="91"/>
                  </a:lnTo>
                  <a:lnTo>
                    <a:pt x="90" y="91"/>
                  </a:lnTo>
                  <a:lnTo>
                    <a:pt x="9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0"/>
            <p:cNvSpPr>
              <a:spLocks noEditPoints="1"/>
            </p:cNvSpPr>
            <p:nvPr userDrawn="1"/>
          </p:nvSpPr>
          <p:spPr bwMode="auto">
            <a:xfrm>
              <a:off x="10056795" y="6368350"/>
              <a:ext cx="206783" cy="204969"/>
            </a:xfrm>
            <a:custGeom>
              <a:avLst/>
              <a:gdLst>
                <a:gd name="T0" fmla="*/ 107 w 114"/>
                <a:gd name="T1" fmla="*/ 107 h 113"/>
                <a:gd name="T2" fmla="*/ 7 w 114"/>
                <a:gd name="T3" fmla="*/ 107 h 113"/>
                <a:gd name="T4" fmla="*/ 7 w 114"/>
                <a:gd name="T5" fmla="*/ 8 h 113"/>
                <a:gd name="T6" fmla="*/ 107 w 114"/>
                <a:gd name="T7" fmla="*/ 8 h 113"/>
                <a:gd name="T8" fmla="*/ 107 w 114"/>
                <a:gd name="T9" fmla="*/ 107 h 113"/>
                <a:gd name="T10" fmla="*/ 0 w 114"/>
                <a:gd name="T11" fmla="*/ 113 h 113"/>
                <a:gd name="T12" fmla="*/ 114 w 114"/>
                <a:gd name="T13" fmla="*/ 113 h 113"/>
                <a:gd name="T14" fmla="*/ 114 w 114"/>
                <a:gd name="T15" fmla="*/ 0 h 113"/>
                <a:gd name="T16" fmla="*/ 0 w 114"/>
                <a:gd name="T17" fmla="*/ 0 h 113"/>
                <a:gd name="T18" fmla="*/ 0 w 114"/>
                <a:gd name="T19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4" h="113">
                  <a:moveTo>
                    <a:pt x="107" y="107"/>
                  </a:moveTo>
                  <a:lnTo>
                    <a:pt x="7" y="107"/>
                  </a:lnTo>
                  <a:lnTo>
                    <a:pt x="7" y="8"/>
                  </a:lnTo>
                  <a:lnTo>
                    <a:pt x="107" y="8"/>
                  </a:lnTo>
                  <a:lnTo>
                    <a:pt x="107" y="107"/>
                  </a:lnTo>
                  <a:close/>
                  <a:moveTo>
                    <a:pt x="0" y="113"/>
                  </a:moveTo>
                  <a:lnTo>
                    <a:pt x="114" y="113"/>
                  </a:lnTo>
                  <a:lnTo>
                    <a:pt x="114" y="0"/>
                  </a:lnTo>
                  <a:lnTo>
                    <a:pt x="0" y="0"/>
                  </a:lnTo>
                  <a:lnTo>
                    <a:pt x="0" y="1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1"/>
            <p:cNvSpPr>
              <a:spLocks noEditPoints="1"/>
            </p:cNvSpPr>
            <p:nvPr userDrawn="1"/>
          </p:nvSpPr>
          <p:spPr bwMode="auto">
            <a:xfrm>
              <a:off x="10109398" y="6422766"/>
              <a:ext cx="112461" cy="110647"/>
            </a:xfrm>
            <a:custGeom>
              <a:avLst/>
              <a:gdLst>
                <a:gd name="T0" fmla="*/ 56 w 62"/>
                <a:gd name="T1" fmla="*/ 55 h 61"/>
                <a:gd name="T2" fmla="*/ 14 w 62"/>
                <a:gd name="T3" fmla="*/ 55 h 61"/>
                <a:gd name="T4" fmla="*/ 14 w 62"/>
                <a:gd name="T5" fmla="*/ 13 h 61"/>
                <a:gd name="T6" fmla="*/ 56 w 62"/>
                <a:gd name="T7" fmla="*/ 13 h 61"/>
                <a:gd name="T8" fmla="*/ 56 w 62"/>
                <a:gd name="T9" fmla="*/ 55 h 61"/>
                <a:gd name="T10" fmla="*/ 62 w 62"/>
                <a:gd name="T11" fmla="*/ 0 h 61"/>
                <a:gd name="T12" fmla="*/ 0 w 62"/>
                <a:gd name="T13" fmla="*/ 0 h 61"/>
                <a:gd name="T14" fmla="*/ 0 w 62"/>
                <a:gd name="T15" fmla="*/ 61 h 61"/>
                <a:gd name="T16" fmla="*/ 62 w 62"/>
                <a:gd name="T17" fmla="*/ 61 h 61"/>
                <a:gd name="T18" fmla="*/ 62 w 62"/>
                <a:gd name="T19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" h="61">
                  <a:moveTo>
                    <a:pt x="56" y="55"/>
                  </a:moveTo>
                  <a:lnTo>
                    <a:pt x="14" y="55"/>
                  </a:lnTo>
                  <a:lnTo>
                    <a:pt x="14" y="13"/>
                  </a:lnTo>
                  <a:lnTo>
                    <a:pt x="56" y="13"/>
                  </a:lnTo>
                  <a:lnTo>
                    <a:pt x="56" y="55"/>
                  </a:lnTo>
                  <a:close/>
                  <a:moveTo>
                    <a:pt x="62" y="0"/>
                  </a:moveTo>
                  <a:lnTo>
                    <a:pt x="0" y="0"/>
                  </a:lnTo>
                  <a:lnTo>
                    <a:pt x="0" y="61"/>
                  </a:lnTo>
                  <a:lnTo>
                    <a:pt x="62" y="61"/>
                  </a:lnTo>
                  <a:lnTo>
                    <a:pt x="6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8" name="Slide Number Placeholder 2">
            <a:extLst>
              <a:ext uri="{FF2B5EF4-FFF2-40B4-BE49-F238E27FC236}">
                <a16:creationId xmlns:a16="http://schemas.microsoft.com/office/drawing/2014/main" id="{450A3B49-CCFF-4E42-9265-AA2EF0310F1C}"/>
              </a:ext>
            </a:extLst>
          </p:cNvPr>
          <p:cNvSpPr txBox="1">
            <a:spLocks/>
          </p:cNvSpPr>
          <p:nvPr userDrawn="1"/>
        </p:nvSpPr>
        <p:spPr>
          <a:xfrm>
            <a:off x="672001" y="6352663"/>
            <a:ext cx="679721" cy="36618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marR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lang="en-US" sz="1000" kern="1200" smtClean="0">
                <a:solidFill>
                  <a:schemeClr val="bg2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marL="609585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1219170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828754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2438339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3047924" algn="l" defTabSz="609585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3657509" algn="l" defTabSz="609585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4267093" algn="l" defTabSz="609585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4876678" algn="l" defTabSz="609585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fld id="{E16BA917-7F09-4B8D-AF07-F52890C14046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  <p:sp>
        <p:nvSpPr>
          <p:cNvPr id="46" name="Freeform 5">
            <a:extLst>
              <a:ext uri="{FF2B5EF4-FFF2-40B4-BE49-F238E27FC236}">
                <a16:creationId xmlns:a16="http://schemas.microsoft.com/office/drawing/2014/main" id="{572D5DB4-596C-4B3C-8639-53D2DFD469DD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351115" y="1150760"/>
            <a:ext cx="627300" cy="470078"/>
          </a:xfrm>
          <a:custGeom>
            <a:avLst/>
            <a:gdLst>
              <a:gd name="T0" fmla="*/ 60 w 121"/>
              <a:gd name="T1" fmla="*/ 11 h 90"/>
              <a:gd name="T2" fmla="*/ 45 w 121"/>
              <a:gd name="T3" fmla="*/ 19 h 90"/>
              <a:gd name="T4" fmla="*/ 34 w 121"/>
              <a:gd name="T5" fmla="*/ 27 h 90"/>
              <a:gd name="T6" fmla="*/ 25 w 121"/>
              <a:gd name="T7" fmla="*/ 37 h 90"/>
              <a:gd name="T8" fmla="*/ 19 w 121"/>
              <a:gd name="T9" fmla="*/ 51 h 90"/>
              <a:gd name="T10" fmla="*/ 26 w 121"/>
              <a:gd name="T11" fmla="*/ 51 h 90"/>
              <a:gd name="T12" fmla="*/ 40 w 121"/>
              <a:gd name="T13" fmla="*/ 56 h 90"/>
              <a:gd name="T14" fmla="*/ 45 w 121"/>
              <a:gd name="T15" fmla="*/ 67 h 90"/>
              <a:gd name="T16" fmla="*/ 39 w 121"/>
              <a:gd name="T17" fmla="*/ 82 h 90"/>
              <a:gd name="T18" fmla="*/ 22 w 121"/>
              <a:gd name="T19" fmla="*/ 90 h 90"/>
              <a:gd name="T20" fmla="*/ 6 w 121"/>
              <a:gd name="T21" fmla="*/ 83 h 90"/>
              <a:gd name="T22" fmla="*/ 0 w 121"/>
              <a:gd name="T23" fmla="*/ 67 h 90"/>
              <a:gd name="T24" fmla="*/ 6 w 121"/>
              <a:gd name="T25" fmla="*/ 43 h 90"/>
              <a:gd name="T26" fmla="*/ 21 w 121"/>
              <a:gd name="T27" fmla="*/ 23 h 90"/>
              <a:gd name="T28" fmla="*/ 39 w 121"/>
              <a:gd name="T29" fmla="*/ 10 h 90"/>
              <a:gd name="T30" fmla="*/ 55 w 121"/>
              <a:gd name="T31" fmla="*/ 0 h 90"/>
              <a:gd name="T32" fmla="*/ 60 w 121"/>
              <a:gd name="T33" fmla="*/ 11 h 90"/>
              <a:gd name="T34" fmla="*/ 121 w 121"/>
              <a:gd name="T35" fmla="*/ 11 h 90"/>
              <a:gd name="T36" fmla="*/ 106 w 121"/>
              <a:gd name="T37" fmla="*/ 19 h 90"/>
              <a:gd name="T38" fmla="*/ 95 w 121"/>
              <a:gd name="T39" fmla="*/ 27 h 90"/>
              <a:gd name="T40" fmla="*/ 86 w 121"/>
              <a:gd name="T41" fmla="*/ 37 h 90"/>
              <a:gd name="T42" fmla="*/ 79 w 121"/>
              <a:gd name="T43" fmla="*/ 51 h 90"/>
              <a:gd name="T44" fmla="*/ 86 w 121"/>
              <a:gd name="T45" fmla="*/ 51 h 90"/>
              <a:gd name="T46" fmla="*/ 101 w 121"/>
              <a:gd name="T47" fmla="*/ 56 h 90"/>
              <a:gd name="T48" fmla="*/ 106 w 121"/>
              <a:gd name="T49" fmla="*/ 67 h 90"/>
              <a:gd name="T50" fmla="*/ 100 w 121"/>
              <a:gd name="T51" fmla="*/ 82 h 90"/>
              <a:gd name="T52" fmla="*/ 83 w 121"/>
              <a:gd name="T53" fmla="*/ 90 h 90"/>
              <a:gd name="T54" fmla="*/ 67 w 121"/>
              <a:gd name="T55" fmla="*/ 83 h 90"/>
              <a:gd name="T56" fmla="*/ 61 w 121"/>
              <a:gd name="T57" fmla="*/ 67 h 90"/>
              <a:gd name="T58" fmla="*/ 67 w 121"/>
              <a:gd name="T59" fmla="*/ 43 h 90"/>
              <a:gd name="T60" fmla="*/ 82 w 121"/>
              <a:gd name="T61" fmla="*/ 23 h 90"/>
              <a:gd name="T62" fmla="*/ 99 w 121"/>
              <a:gd name="T63" fmla="*/ 10 h 90"/>
              <a:gd name="T64" fmla="*/ 116 w 121"/>
              <a:gd name="T65" fmla="*/ 0 h 90"/>
              <a:gd name="T66" fmla="*/ 121 w 121"/>
              <a:gd name="T67" fmla="*/ 11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21" h="90">
                <a:moveTo>
                  <a:pt x="60" y="11"/>
                </a:moveTo>
                <a:cubicBezTo>
                  <a:pt x="55" y="13"/>
                  <a:pt x="50" y="16"/>
                  <a:pt x="45" y="19"/>
                </a:cubicBezTo>
                <a:cubicBezTo>
                  <a:pt x="41" y="21"/>
                  <a:pt x="37" y="24"/>
                  <a:pt x="34" y="27"/>
                </a:cubicBezTo>
                <a:cubicBezTo>
                  <a:pt x="30" y="30"/>
                  <a:pt x="27" y="33"/>
                  <a:pt x="25" y="37"/>
                </a:cubicBezTo>
                <a:cubicBezTo>
                  <a:pt x="22" y="41"/>
                  <a:pt x="20" y="45"/>
                  <a:pt x="19" y="51"/>
                </a:cubicBezTo>
                <a:cubicBezTo>
                  <a:pt x="26" y="51"/>
                  <a:pt x="26" y="51"/>
                  <a:pt x="26" y="51"/>
                </a:cubicBezTo>
                <a:cubicBezTo>
                  <a:pt x="33" y="51"/>
                  <a:pt x="37" y="53"/>
                  <a:pt x="40" y="56"/>
                </a:cubicBezTo>
                <a:cubicBezTo>
                  <a:pt x="44" y="59"/>
                  <a:pt x="45" y="63"/>
                  <a:pt x="45" y="67"/>
                </a:cubicBezTo>
                <a:cubicBezTo>
                  <a:pt x="45" y="73"/>
                  <a:pt x="43" y="78"/>
                  <a:pt x="39" y="82"/>
                </a:cubicBezTo>
                <a:cubicBezTo>
                  <a:pt x="35" y="87"/>
                  <a:pt x="29" y="90"/>
                  <a:pt x="22" y="90"/>
                </a:cubicBezTo>
                <a:cubicBezTo>
                  <a:pt x="15" y="90"/>
                  <a:pt x="9" y="88"/>
                  <a:pt x="6" y="83"/>
                </a:cubicBezTo>
                <a:cubicBezTo>
                  <a:pt x="2" y="79"/>
                  <a:pt x="0" y="74"/>
                  <a:pt x="0" y="67"/>
                </a:cubicBezTo>
                <a:cubicBezTo>
                  <a:pt x="0" y="58"/>
                  <a:pt x="2" y="50"/>
                  <a:pt x="6" y="43"/>
                </a:cubicBezTo>
                <a:cubicBezTo>
                  <a:pt x="10" y="35"/>
                  <a:pt x="15" y="29"/>
                  <a:pt x="21" y="23"/>
                </a:cubicBezTo>
                <a:cubicBezTo>
                  <a:pt x="26" y="18"/>
                  <a:pt x="32" y="13"/>
                  <a:pt x="39" y="10"/>
                </a:cubicBezTo>
                <a:cubicBezTo>
                  <a:pt x="45" y="6"/>
                  <a:pt x="50" y="3"/>
                  <a:pt x="55" y="0"/>
                </a:cubicBezTo>
                <a:lnTo>
                  <a:pt x="60" y="11"/>
                </a:lnTo>
                <a:close/>
                <a:moveTo>
                  <a:pt x="121" y="11"/>
                </a:moveTo>
                <a:cubicBezTo>
                  <a:pt x="116" y="13"/>
                  <a:pt x="111" y="16"/>
                  <a:pt x="106" y="19"/>
                </a:cubicBezTo>
                <a:cubicBezTo>
                  <a:pt x="102" y="21"/>
                  <a:pt x="98" y="24"/>
                  <a:pt x="95" y="27"/>
                </a:cubicBezTo>
                <a:cubicBezTo>
                  <a:pt x="91" y="30"/>
                  <a:pt x="88" y="33"/>
                  <a:pt x="86" y="37"/>
                </a:cubicBezTo>
                <a:cubicBezTo>
                  <a:pt x="83" y="41"/>
                  <a:pt x="81" y="45"/>
                  <a:pt x="79" y="51"/>
                </a:cubicBezTo>
                <a:cubicBezTo>
                  <a:pt x="86" y="51"/>
                  <a:pt x="86" y="51"/>
                  <a:pt x="86" y="51"/>
                </a:cubicBezTo>
                <a:cubicBezTo>
                  <a:pt x="93" y="51"/>
                  <a:pt x="98" y="53"/>
                  <a:pt x="101" y="56"/>
                </a:cubicBezTo>
                <a:cubicBezTo>
                  <a:pt x="104" y="59"/>
                  <a:pt x="106" y="63"/>
                  <a:pt x="106" y="67"/>
                </a:cubicBezTo>
                <a:cubicBezTo>
                  <a:pt x="106" y="73"/>
                  <a:pt x="104" y="78"/>
                  <a:pt x="100" y="82"/>
                </a:cubicBezTo>
                <a:cubicBezTo>
                  <a:pt x="96" y="87"/>
                  <a:pt x="90" y="90"/>
                  <a:pt x="83" y="90"/>
                </a:cubicBezTo>
                <a:cubicBezTo>
                  <a:pt x="76" y="90"/>
                  <a:pt x="70" y="88"/>
                  <a:pt x="67" y="83"/>
                </a:cubicBezTo>
                <a:cubicBezTo>
                  <a:pt x="63" y="79"/>
                  <a:pt x="61" y="74"/>
                  <a:pt x="61" y="67"/>
                </a:cubicBezTo>
                <a:cubicBezTo>
                  <a:pt x="61" y="58"/>
                  <a:pt x="63" y="50"/>
                  <a:pt x="67" y="43"/>
                </a:cubicBezTo>
                <a:cubicBezTo>
                  <a:pt x="71" y="35"/>
                  <a:pt x="76" y="29"/>
                  <a:pt x="82" y="23"/>
                </a:cubicBezTo>
                <a:cubicBezTo>
                  <a:pt x="87" y="18"/>
                  <a:pt x="93" y="13"/>
                  <a:pt x="99" y="10"/>
                </a:cubicBezTo>
                <a:cubicBezTo>
                  <a:pt x="106" y="6"/>
                  <a:pt x="111" y="3"/>
                  <a:pt x="116" y="0"/>
                </a:cubicBezTo>
                <a:lnTo>
                  <a:pt x="121" y="1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a-DK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BB072-6F3C-43AC-9D3D-F256F475E3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22401" y="1943100"/>
            <a:ext cx="8261350" cy="3454400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tabLst/>
              <a:defRPr sz="2600" b="0" i="1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300"/>
              </a:spcBef>
              <a:spcAft>
                <a:spcPts val="0"/>
              </a:spcAft>
              <a:buNone/>
              <a:tabLst/>
              <a:defRPr lang="en-US" sz="1200" b="1" kern="1200" baseline="0" dirty="0" smtClean="0">
                <a:solidFill>
                  <a:schemeClr val="bg1"/>
                </a:solidFill>
                <a:latin typeface="+mn-lt"/>
                <a:ea typeface="+mn-ea"/>
                <a:cs typeface="Arial"/>
              </a:defRPr>
            </a:lvl2pPr>
            <a:lvl3pPr marL="0" indent="0">
              <a:spcBef>
                <a:spcPts val="300"/>
              </a:spcBef>
              <a:buNone/>
              <a:tabLst/>
              <a:defRPr lang="en-US" sz="1200" b="0" kern="1200" baseline="0" dirty="0" smtClean="0">
                <a:solidFill>
                  <a:schemeClr val="bg1"/>
                </a:solidFill>
                <a:latin typeface="+mn-lt"/>
                <a:ea typeface="+mn-ea"/>
                <a:cs typeface="Arial"/>
              </a:defRPr>
            </a:lvl3pPr>
            <a:lvl4pPr marL="0" indent="0">
              <a:spcBef>
                <a:spcPts val="300"/>
              </a:spcBef>
              <a:buNone/>
              <a:tabLst/>
              <a:defRPr sz="2600" b="0" i="1">
                <a:solidFill>
                  <a:schemeClr val="bg1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300"/>
              </a:spcBef>
              <a:buFont typeface="Arial" panose="020B0604020202020204" pitchFamily="34" charset="0"/>
              <a:buNone/>
              <a:tabLst/>
              <a:defRPr sz="2600" b="0" i="1">
                <a:solidFill>
                  <a:schemeClr val="bg1"/>
                </a:solidFill>
                <a:latin typeface="Georgia" panose="02040502050405020303" pitchFamily="18" charset="0"/>
              </a:defRPr>
            </a:lvl5pPr>
          </a:lstStyle>
          <a:p>
            <a:pPr lvl="0"/>
            <a:r>
              <a:rPr lang="en-US"/>
              <a:t>Quote text here</a:t>
            </a:r>
          </a:p>
          <a:p>
            <a:pPr lvl="1"/>
            <a:r>
              <a:rPr lang="en-US"/>
              <a:t>Name</a:t>
            </a:r>
          </a:p>
          <a:p>
            <a:pPr lvl="2"/>
            <a:r>
              <a:rPr lang="en-US"/>
              <a:t>Title/Company/</a:t>
            </a:r>
            <a:r>
              <a:rPr lang="en-US" err="1"/>
              <a:t>Orginisation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214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Title and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6A9B4F5C-10E8-4823-9BB1-C9C9C2CAAC70}"/>
              </a:ext>
            </a:extLst>
          </p:cNvPr>
          <p:cNvSpPr/>
          <p:nvPr userDrawn="1"/>
        </p:nvSpPr>
        <p:spPr>
          <a:xfrm>
            <a:off x="10290175" y="6252706"/>
            <a:ext cx="1457994" cy="42779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err="1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6860772-438C-494B-83A8-63B969D12C78}"/>
              </a:ext>
            </a:extLst>
          </p:cNvPr>
          <p:cNvSpPr/>
          <p:nvPr userDrawn="1"/>
        </p:nvSpPr>
        <p:spPr>
          <a:xfrm>
            <a:off x="1258470" y="6252706"/>
            <a:ext cx="679721" cy="42779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err="1">
              <a:solidFill>
                <a:schemeClr val="tx1"/>
              </a:solidFill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56C776E-D110-4967-AAF2-20158EEF10CF}"/>
              </a:ext>
            </a:extLst>
          </p:cNvPr>
          <p:cNvGrpSpPr/>
          <p:nvPr userDrawn="1"/>
        </p:nvGrpSpPr>
        <p:grpSpPr>
          <a:xfrm>
            <a:off x="0" y="-6350"/>
            <a:ext cx="12192001" cy="6864350"/>
            <a:chOff x="0" y="-6350"/>
            <a:chExt cx="12192001" cy="6864350"/>
          </a:xfrm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997FF143-B9D3-4D61-BDCC-6C0EC77C6A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3738" y="2016125"/>
              <a:ext cx="5568950" cy="4841875"/>
            </a:xfrm>
            <a:custGeom>
              <a:avLst/>
              <a:gdLst>
                <a:gd name="T0" fmla="*/ 0 w 3508"/>
                <a:gd name="T1" fmla="*/ 0 h 3050"/>
                <a:gd name="T2" fmla="*/ 0 w 3508"/>
                <a:gd name="T3" fmla="*/ 3050 h 3050"/>
                <a:gd name="T4" fmla="*/ 1737 w 3508"/>
                <a:gd name="T5" fmla="*/ 3050 h 3050"/>
                <a:gd name="T6" fmla="*/ 3508 w 3508"/>
                <a:gd name="T7" fmla="*/ 2027 h 3050"/>
                <a:gd name="T8" fmla="*/ 0 w 3508"/>
                <a:gd name="T9" fmla="*/ 0 h 30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08" h="3050">
                  <a:moveTo>
                    <a:pt x="0" y="0"/>
                  </a:moveTo>
                  <a:lnTo>
                    <a:pt x="0" y="3050"/>
                  </a:lnTo>
                  <a:lnTo>
                    <a:pt x="1737" y="3050"/>
                  </a:lnTo>
                  <a:lnTo>
                    <a:pt x="3508" y="20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6078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0922147D-73EB-44D8-AF66-6F7E5F1289E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-6350"/>
              <a:ext cx="5462588" cy="2022475"/>
            </a:xfrm>
            <a:custGeom>
              <a:avLst/>
              <a:gdLst>
                <a:gd name="T0" fmla="*/ 3441 w 3441"/>
                <a:gd name="T1" fmla="*/ 0 h 1274"/>
                <a:gd name="T2" fmla="*/ 0 w 3441"/>
                <a:gd name="T3" fmla="*/ 0 h 1274"/>
                <a:gd name="T4" fmla="*/ 0 w 3441"/>
                <a:gd name="T5" fmla="*/ 559 h 1274"/>
                <a:gd name="T6" fmla="*/ 1237 w 3441"/>
                <a:gd name="T7" fmla="*/ 1274 h 1274"/>
                <a:gd name="T8" fmla="*/ 3441 w 3441"/>
                <a:gd name="T9" fmla="*/ 0 h 1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41" h="1274">
                  <a:moveTo>
                    <a:pt x="3441" y="0"/>
                  </a:moveTo>
                  <a:lnTo>
                    <a:pt x="0" y="0"/>
                  </a:lnTo>
                  <a:lnTo>
                    <a:pt x="0" y="559"/>
                  </a:lnTo>
                  <a:lnTo>
                    <a:pt x="1237" y="1274"/>
                  </a:lnTo>
                  <a:lnTo>
                    <a:pt x="3441" y="0"/>
                  </a:lnTo>
                  <a:close/>
                </a:path>
              </a:pathLst>
            </a:custGeom>
            <a:solidFill>
              <a:srgbClr val="000000">
                <a:alpha val="7843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9">
              <a:extLst>
                <a:ext uri="{FF2B5EF4-FFF2-40B4-BE49-F238E27FC236}">
                  <a16:creationId xmlns:a16="http://schemas.microsoft.com/office/drawing/2014/main" id="{01E7A875-F577-47BF-8AF9-B0C9A6536EC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1200" y="-6350"/>
              <a:ext cx="2590800" cy="1497013"/>
            </a:xfrm>
            <a:custGeom>
              <a:avLst/>
              <a:gdLst>
                <a:gd name="T0" fmla="*/ 1632 w 1632"/>
                <a:gd name="T1" fmla="*/ 0 h 943"/>
                <a:gd name="T2" fmla="*/ 0 w 1632"/>
                <a:gd name="T3" fmla="*/ 0 h 943"/>
                <a:gd name="T4" fmla="*/ 1632 w 1632"/>
                <a:gd name="T5" fmla="*/ 943 h 943"/>
                <a:gd name="T6" fmla="*/ 1632 w 1632"/>
                <a:gd name="T7" fmla="*/ 0 h 9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32" h="943">
                  <a:moveTo>
                    <a:pt x="1632" y="0"/>
                  </a:moveTo>
                  <a:lnTo>
                    <a:pt x="0" y="0"/>
                  </a:lnTo>
                  <a:lnTo>
                    <a:pt x="1632" y="943"/>
                  </a:lnTo>
                  <a:lnTo>
                    <a:pt x="1632" y="0"/>
                  </a:lnTo>
                  <a:close/>
                </a:path>
              </a:pathLst>
            </a:custGeom>
            <a:solidFill>
              <a:srgbClr val="000000">
                <a:alpha val="7843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1">
              <a:extLst>
                <a:ext uri="{FF2B5EF4-FFF2-40B4-BE49-F238E27FC236}">
                  <a16:creationId xmlns:a16="http://schemas.microsoft.com/office/drawing/2014/main" id="{FE944BC7-BB59-441D-AB6C-90FFFE28B66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3738" y="-6350"/>
              <a:ext cx="10228263" cy="6864350"/>
            </a:xfrm>
            <a:custGeom>
              <a:avLst/>
              <a:gdLst>
                <a:gd name="T0" fmla="*/ 0 w 6443"/>
                <a:gd name="T1" fmla="*/ 1274 h 4324"/>
                <a:gd name="T2" fmla="*/ 3508 w 6443"/>
                <a:gd name="T3" fmla="*/ 3301 h 4324"/>
                <a:gd name="T4" fmla="*/ 5278 w 6443"/>
                <a:gd name="T5" fmla="*/ 4324 h 4324"/>
                <a:gd name="T6" fmla="*/ 6443 w 6443"/>
                <a:gd name="T7" fmla="*/ 4324 h 4324"/>
                <a:gd name="T8" fmla="*/ 6443 w 6443"/>
                <a:gd name="T9" fmla="*/ 943 h 4324"/>
                <a:gd name="T10" fmla="*/ 4811 w 6443"/>
                <a:gd name="T11" fmla="*/ 0 h 4324"/>
                <a:gd name="T12" fmla="*/ 2204 w 6443"/>
                <a:gd name="T13" fmla="*/ 0 h 4324"/>
                <a:gd name="T14" fmla="*/ 0 w 6443"/>
                <a:gd name="T15" fmla="*/ 1274 h 4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443" h="4324">
                  <a:moveTo>
                    <a:pt x="0" y="1274"/>
                  </a:moveTo>
                  <a:lnTo>
                    <a:pt x="3508" y="3301"/>
                  </a:lnTo>
                  <a:lnTo>
                    <a:pt x="5278" y="4324"/>
                  </a:lnTo>
                  <a:lnTo>
                    <a:pt x="6443" y="4324"/>
                  </a:lnTo>
                  <a:lnTo>
                    <a:pt x="6443" y="943"/>
                  </a:lnTo>
                  <a:lnTo>
                    <a:pt x="4811" y="0"/>
                  </a:lnTo>
                  <a:lnTo>
                    <a:pt x="2204" y="0"/>
                  </a:lnTo>
                  <a:lnTo>
                    <a:pt x="0" y="1274"/>
                  </a:lnTo>
                  <a:close/>
                </a:path>
              </a:pathLst>
            </a:custGeom>
            <a:solidFill>
              <a:srgbClr val="000000">
                <a:alpha val="12157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9">
              <a:extLst>
                <a:ext uri="{FF2B5EF4-FFF2-40B4-BE49-F238E27FC236}">
                  <a16:creationId xmlns:a16="http://schemas.microsoft.com/office/drawing/2014/main" id="{4A6807A1-E863-460E-8DBF-80144CE94F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881062"/>
              <a:ext cx="1963738" cy="5976938"/>
            </a:xfrm>
            <a:custGeom>
              <a:avLst/>
              <a:gdLst>
                <a:gd name="T0" fmla="*/ 0 w 1237"/>
                <a:gd name="T1" fmla="*/ 0 h 3765"/>
                <a:gd name="T2" fmla="*/ 0 w 1237"/>
                <a:gd name="T3" fmla="*/ 3765 h 3765"/>
                <a:gd name="T4" fmla="*/ 1237 w 1237"/>
                <a:gd name="T5" fmla="*/ 3765 h 3765"/>
                <a:gd name="T6" fmla="*/ 1237 w 1237"/>
                <a:gd name="T7" fmla="*/ 715 h 3765"/>
                <a:gd name="T8" fmla="*/ 0 w 1237"/>
                <a:gd name="T9" fmla="*/ 0 h 37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7" h="3765">
                  <a:moveTo>
                    <a:pt x="0" y="0"/>
                  </a:moveTo>
                  <a:lnTo>
                    <a:pt x="0" y="3765"/>
                  </a:lnTo>
                  <a:lnTo>
                    <a:pt x="1237" y="3765"/>
                  </a:lnTo>
                  <a:lnTo>
                    <a:pt x="1237" y="7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2157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0">
              <a:extLst>
                <a:ext uri="{FF2B5EF4-FFF2-40B4-BE49-F238E27FC236}">
                  <a16:creationId xmlns:a16="http://schemas.microsoft.com/office/drawing/2014/main" id="{197B1C32-E30D-4EB5-B03E-52D95C7179C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21225" y="5233987"/>
              <a:ext cx="5621338" cy="1624013"/>
            </a:xfrm>
            <a:custGeom>
              <a:avLst/>
              <a:gdLst>
                <a:gd name="T0" fmla="*/ 1771 w 3541"/>
                <a:gd name="T1" fmla="*/ 0 h 1023"/>
                <a:gd name="T2" fmla="*/ 0 w 3541"/>
                <a:gd name="T3" fmla="*/ 1023 h 1023"/>
                <a:gd name="T4" fmla="*/ 3541 w 3541"/>
                <a:gd name="T5" fmla="*/ 1023 h 1023"/>
                <a:gd name="T6" fmla="*/ 1771 w 3541"/>
                <a:gd name="T7" fmla="*/ 0 h 1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41" h="1023">
                  <a:moveTo>
                    <a:pt x="1771" y="0"/>
                  </a:moveTo>
                  <a:lnTo>
                    <a:pt x="0" y="1023"/>
                  </a:lnTo>
                  <a:lnTo>
                    <a:pt x="3541" y="1023"/>
                  </a:lnTo>
                  <a:lnTo>
                    <a:pt x="1771" y="0"/>
                  </a:lnTo>
                  <a:close/>
                </a:path>
              </a:pathLst>
            </a:custGeom>
            <a:solidFill>
              <a:srgbClr val="000000">
                <a:alpha val="10196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4" name="Pladsholder til sidefod 2"/>
          <p:cNvSpPr txBox="1">
            <a:spLocks/>
          </p:cNvSpPr>
          <p:nvPr userDrawn="1"/>
        </p:nvSpPr>
        <p:spPr>
          <a:xfrm>
            <a:off x="1351722" y="6356378"/>
            <a:ext cx="989842" cy="36618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marL="0" marR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1200">
                <a:solidFill>
                  <a:schemeClr val="bg1"/>
                </a:solidFill>
                <a:latin typeface="+mj-lt"/>
                <a:ea typeface="ＭＳ Ｐゴシック" charset="0"/>
                <a:cs typeface="ＭＳ Ｐゴシック" charset="0"/>
              </a:rPr>
              <a:t>© 2020</a:t>
            </a:r>
          </a:p>
        </p:txBody>
      </p:sp>
      <p:grpSp>
        <p:nvGrpSpPr>
          <p:cNvPr id="20" name="Gruppe 19"/>
          <p:cNvGrpSpPr>
            <a:grpSpLocks noChangeAspect="1"/>
          </p:cNvGrpSpPr>
          <p:nvPr userDrawn="1"/>
        </p:nvGrpSpPr>
        <p:grpSpPr>
          <a:xfrm>
            <a:off x="10343104" y="6422579"/>
            <a:ext cx="1176854" cy="202504"/>
            <a:chOff x="10056795" y="6368350"/>
            <a:chExt cx="1454739" cy="250316"/>
          </a:xfrm>
          <a:solidFill>
            <a:schemeClr val="bg1"/>
          </a:solidFill>
        </p:grpSpPr>
        <p:sp>
          <p:nvSpPr>
            <p:cNvPr id="21" name="Freeform 7"/>
            <p:cNvSpPr>
              <a:spLocks noEditPoints="1"/>
            </p:cNvSpPr>
            <p:nvPr userDrawn="1"/>
          </p:nvSpPr>
          <p:spPr bwMode="auto">
            <a:xfrm>
              <a:off x="10368784" y="6371977"/>
              <a:ext cx="1142750" cy="246689"/>
            </a:xfrm>
            <a:custGeom>
              <a:avLst/>
              <a:gdLst>
                <a:gd name="T0" fmla="*/ 116 w 431"/>
                <a:gd name="T1" fmla="*/ 33 h 93"/>
                <a:gd name="T2" fmla="*/ 103 w 431"/>
                <a:gd name="T3" fmla="*/ 24 h 93"/>
                <a:gd name="T4" fmla="*/ 116 w 431"/>
                <a:gd name="T5" fmla="*/ 75 h 93"/>
                <a:gd name="T6" fmla="*/ 128 w 431"/>
                <a:gd name="T7" fmla="*/ 32 h 93"/>
                <a:gd name="T8" fmla="*/ 139 w 431"/>
                <a:gd name="T9" fmla="*/ 75 h 93"/>
                <a:gd name="T10" fmla="*/ 152 w 431"/>
                <a:gd name="T11" fmla="*/ 48 h 93"/>
                <a:gd name="T12" fmla="*/ 174 w 431"/>
                <a:gd name="T13" fmla="*/ 45 h 93"/>
                <a:gd name="T14" fmla="*/ 188 w 431"/>
                <a:gd name="T15" fmla="*/ 75 h 93"/>
                <a:gd name="T16" fmla="*/ 169 w 431"/>
                <a:gd name="T17" fmla="*/ 23 h 93"/>
                <a:gd name="T18" fmla="*/ 133 w 431"/>
                <a:gd name="T19" fmla="*/ 23 h 93"/>
                <a:gd name="T20" fmla="*/ 238 w 431"/>
                <a:gd name="T21" fmla="*/ 0 h 93"/>
                <a:gd name="T22" fmla="*/ 238 w 431"/>
                <a:gd name="T23" fmla="*/ 76 h 93"/>
                <a:gd name="T24" fmla="*/ 260 w 431"/>
                <a:gd name="T25" fmla="*/ 61 h 93"/>
                <a:gd name="T26" fmla="*/ 213 w 431"/>
                <a:gd name="T27" fmla="*/ 37 h 93"/>
                <a:gd name="T28" fmla="*/ 259 w 431"/>
                <a:gd name="T29" fmla="*/ 14 h 93"/>
                <a:gd name="T30" fmla="*/ 54 w 431"/>
                <a:gd name="T31" fmla="*/ 3 h 93"/>
                <a:gd name="T32" fmla="*/ 0 w 431"/>
                <a:gd name="T33" fmla="*/ 21 h 93"/>
                <a:gd name="T34" fmla="*/ 36 w 431"/>
                <a:gd name="T35" fmla="*/ 45 h 93"/>
                <a:gd name="T36" fmla="*/ 27 w 431"/>
                <a:gd name="T37" fmla="*/ 66 h 93"/>
                <a:gd name="T38" fmla="*/ 1 w 431"/>
                <a:gd name="T39" fmla="*/ 72 h 93"/>
                <a:gd name="T40" fmla="*/ 60 w 431"/>
                <a:gd name="T41" fmla="*/ 54 h 93"/>
                <a:gd name="T42" fmla="*/ 26 w 431"/>
                <a:gd name="T43" fmla="*/ 30 h 93"/>
                <a:gd name="T44" fmla="*/ 33 w 431"/>
                <a:gd name="T45" fmla="*/ 9 h 93"/>
                <a:gd name="T46" fmla="*/ 54 w 431"/>
                <a:gd name="T47" fmla="*/ 3 h 93"/>
                <a:gd name="T48" fmla="*/ 390 w 431"/>
                <a:gd name="T49" fmla="*/ 49 h 93"/>
                <a:gd name="T50" fmla="*/ 417 w 431"/>
                <a:gd name="T51" fmla="*/ 49 h 93"/>
                <a:gd name="T52" fmla="*/ 376 w 431"/>
                <a:gd name="T53" fmla="*/ 93 h 93"/>
                <a:gd name="T54" fmla="*/ 389 w 431"/>
                <a:gd name="T55" fmla="*/ 67 h 93"/>
                <a:gd name="T56" fmla="*/ 431 w 431"/>
                <a:gd name="T57" fmla="*/ 49 h 93"/>
                <a:gd name="T58" fmla="*/ 389 w 431"/>
                <a:gd name="T59" fmla="*/ 33 h 93"/>
                <a:gd name="T60" fmla="*/ 376 w 431"/>
                <a:gd name="T61" fmla="*/ 24 h 93"/>
                <a:gd name="T62" fmla="*/ 334 w 431"/>
                <a:gd name="T63" fmla="*/ 75 h 93"/>
                <a:gd name="T64" fmla="*/ 347 w 431"/>
                <a:gd name="T65" fmla="*/ 47 h 93"/>
                <a:gd name="T66" fmla="*/ 368 w 431"/>
                <a:gd name="T67" fmla="*/ 24 h 93"/>
                <a:gd name="T68" fmla="*/ 347 w 431"/>
                <a:gd name="T69" fmla="*/ 24 h 93"/>
                <a:gd name="T70" fmla="*/ 334 w 431"/>
                <a:gd name="T71" fmla="*/ 75 h 93"/>
                <a:gd name="T72" fmla="*/ 282 w 431"/>
                <a:gd name="T73" fmla="*/ 49 h 93"/>
                <a:gd name="T74" fmla="*/ 309 w 431"/>
                <a:gd name="T75" fmla="*/ 49 h 93"/>
                <a:gd name="T76" fmla="*/ 268 w 431"/>
                <a:gd name="T77" fmla="*/ 50 h 93"/>
                <a:gd name="T78" fmla="*/ 323 w 431"/>
                <a:gd name="T79" fmla="*/ 49 h 93"/>
                <a:gd name="T80" fmla="*/ 268 w 431"/>
                <a:gd name="T81" fmla="*/ 50 h 93"/>
                <a:gd name="T82" fmla="*/ 86 w 431"/>
                <a:gd name="T83" fmla="*/ 75 h 93"/>
                <a:gd name="T84" fmla="*/ 73 w 431"/>
                <a:gd name="T85" fmla="*/ 24 h 93"/>
                <a:gd name="T86" fmla="*/ 73 w 431"/>
                <a:gd name="T87" fmla="*/ 14 h 93"/>
                <a:gd name="T88" fmla="*/ 86 w 431"/>
                <a:gd name="T89" fmla="*/ 1 h 93"/>
                <a:gd name="T90" fmla="*/ 73 w 431"/>
                <a:gd name="T91" fmla="*/ 1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31" h="93">
                  <a:moveTo>
                    <a:pt x="133" y="23"/>
                  </a:moveTo>
                  <a:cubicBezTo>
                    <a:pt x="117" y="23"/>
                    <a:pt x="116" y="33"/>
                    <a:pt x="116" y="33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75"/>
                    <a:pt x="103" y="75"/>
                    <a:pt x="103" y="75"/>
                  </a:cubicBezTo>
                  <a:cubicBezTo>
                    <a:pt x="116" y="75"/>
                    <a:pt x="116" y="75"/>
                    <a:pt x="116" y="75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35"/>
                    <a:pt x="121" y="32"/>
                    <a:pt x="128" y="32"/>
                  </a:cubicBezTo>
                  <a:cubicBezTo>
                    <a:pt x="136" y="32"/>
                    <a:pt x="139" y="34"/>
                    <a:pt x="139" y="45"/>
                  </a:cubicBezTo>
                  <a:cubicBezTo>
                    <a:pt x="139" y="75"/>
                    <a:pt x="139" y="75"/>
                    <a:pt x="139" y="75"/>
                  </a:cubicBezTo>
                  <a:cubicBezTo>
                    <a:pt x="152" y="75"/>
                    <a:pt x="152" y="75"/>
                    <a:pt x="152" y="75"/>
                  </a:cubicBezTo>
                  <a:cubicBezTo>
                    <a:pt x="152" y="48"/>
                    <a:pt x="152" y="48"/>
                    <a:pt x="152" y="48"/>
                  </a:cubicBezTo>
                  <a:cubicBezTo>
                    <a:pt x="152" y="35"/>
                    <a:pt x="156" y="32"/>
                    <a:pt x="164" y="32"/>
                  </a:cubicBezTo>
                  <a:cubicBezTo>
                    <a:pt x="172" y="32"/>
                    <a:pt x="174" y="34"/>
                    <a:pt x="174" y="45"/>
                  </a:cubicBezTo>
                  <a:cubicBezTo>
                    <a:pt x="174" y="75"/>
                    <a:pt x="174" y="75"/>
                    <a:pt x="174" y="75"/>
                  </a:cubicBezTo>
                  <a:cubicBezTo>
                    <a:pt x="188" y="75"/>
                    <a:pt x="188" y="75"/>
                    <a:pt x="188" y="75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8" y="28"/>
                    <a:pt x="182" y="23"/>
                    <a:pt x="169" y="23"/>
                  </a:cubicBezTo>
                  <a:cubicBezTo>
                    <a:pt x="153" y="23"/>
                    <a:pt x="151" y="33"/>
                    <a:pt x="151" y="33"/>
                  </a:cubicBezTo>
                  <a:cubicBezTo>
                    <a:pt x="148" y="26"/>
                    <a:pt x="143" y="23"/>
                    <a:pt x="133" y="23"/>
                  </a:cubicBezTo>
                  <a:moveTo>
                    <a:pt x="259" y="4"/>
                  </a:moveTo>
                  <a:cubicBezTo>
                    <a:pt x="259" y="4"/>
                    <a:pt x="251" y="0"/>
                    <a:pt x="238" y="0"/>
                  </a:cubicBezTo>
                  <a:cubicBezTo>
                    <a:pt x="214" y="0"/>
                    <a:pt x="199" y="11"/>
                    <a:pt x="199" y="38"/>
                  </a:cubicBezTo>
                  <a:cubicBezTo>
                    <a:pt x="199" y="65"/>
                    <a:pt x="211" y="76"/>
                    <a:pt x="238" y="76"/>
                  </a:cubicBezTo>
                  <a:cubicBezTo>
                    <a:pt x="253" y="76"/>
                    <a:pt x="260" y="72"/>
                    <a:pt x="260" y="72"/>
                  </a:cubicBezTo>
                  <a:cubicBezTo>
                    <a:pt x="260" y="61"/>
                    <a:pt x="260" y="61"/>
                    <a:pt x="260" y="61"/>
                  </a:cubicBezTo>
                  <a:cubicBezTo>
                    <a:pt x="260" y="61"/>
                    <a:pt x="253" y="66"/>
                    <a:pt x="240" y="66"/>
                  </a:cubicBezTo>
                  <a:cubicBezTo>
                    <a:pt x="223" y="66"/>
                    <a:pt x="213" y="60"/>
                    <a:pt x="213" y="37"/>
                  </a:cubicBezTo>
                  <a:cubicBezTo>
                    <a:pt x="213" y="17"/>
                    <a:pt x="220" y="10"/>
                    <a:pt x="239" y="10"/>
                  </a:cubicBezTo>
                  <a:cubicBezTo>
                    <a:pt x="250" y="10"/>
                    <a:pt x="259" y="14"/>
                    <a:pt x="259" y="14"/>
                  </a:cubicBezTo>
                  <a:lnTo>
                    <a:pt x="259" y="4"/>
                  </a:lnTo>
                  <a:close/>
                  <a:moveTo>
                    <a:pt x="54" y="3"/>
                  </a:moveTo>
                  <a:cubicBezTo>
                    <a:pt x="54" y="3"/>
                    <a:pt x="45" y="0"/>
                    <a:pt x="34" y="0"/>
                  </a:cubicBezTo>
                  <a:cubicBezTo>
                    <a:pt x="15" y="0"/>
                    <a:pt x="0" y="5"/>
                    <a:pt x="0" y="21"/>
                  </a:cubicBezTo>
                  <a:cubicBezTo>
                    <a:pt x="0" y="34"/>
                    <a:pt x="8" y="38"/>
                    <a:pt x="21" y="41"/>
                  </a:cubicBezTo>
                  <a:cubicBezTo>
                    <a:pt x="36" y="45"/>
                    <a:pt x="36" y="45"/>
                    <a:pt x="36" y="45"/>
                  </a:cubicBezTo>
                  <a:cubicBezTo>
                    <a:pt x="43" y="46"/>
                    <a:pt x="46" y="48"/>
                    <a:pt x="46" y="55"/>
                  </a:cubicBezTo>
                  <a:cubicBezTo>
                    <a:pt x="46" y="66"/>
                    <a:pt x="38" y="66"/>
                    <a:pt x="27" y="66"/>
                  </a:cubicBezTo>
                  <a:cubicBezTo>
                    <a:pt x="13" y="66"/>
                    <a:pt x="1" y="62"/>
                    <a:pt x="1" y="62"/>
                  </a:cubicBezTo>
                  <a:cubicBezTo>
                    <a:pt x="1" y="72"/>
                    <a:pt x="1" y="72"/>
                    <a:pt x="1" y="72"/>
                  </a:cubicBezTo>
                  <a:cubicBezTo>
                    <a:pt x="1" y="72"/>
                    <a:pt x="12" y="76"/>
                    <a:pt x="25" y="76"/>
                  </a:cubicBezTo>
                  <a:cubicBezTo>
                    <a:pt x="44" y="76"/>
                    <a:pt x="60" y="72"/>
                    <a:pt x="60" y="54"/>
                  </a:cubicBezTo>
                  <a:cubicBezTo>
                    <a:pt x="60" y="41"/>
                    <a:pt x="53" y="36"/>
                    <a:pt x="40" y="33"/>
                  </a:cubicBezTo>
                  <a:cubicBezTo>
                    <a:pt x="26" y="30"/>
                    <a:pt x="26" y="30"/>
                    <a:pt x="26" y="30"/>
                  </a:cubicBezTo>
                  <a:cubicBezTo>
                    <a:pt x="18" y="28"/>
                    <a:pt x="14" y="26"/>
                    <a:pt x="14" y="19"/>
                  </a:cubicBezTo>
                  <a:cubicBezTo>
                    <a:pt x="14" y="10"/>
                    <a:pt x="23" y="9"/>
                    <a:pt x="33" y="9"/>
                  </a:cubicBezTo>
                  <a:cubicBezTo>
                    <a:pt x="46" y="9"/>
                    <a:pt x="54" y="13"/>
                    <a:pt x="54" y="13"/>
                  </a:cubicBezTo>
                  <a:lnTo>
                    <a:pt x="54" y="3"/>
                  </a:lnTo>
                  <a:close/>
                  <a:moveTo>
                    <a:pt x="403" y="68"/>
                  </a:moveTo>
                  <a:cubicBezTo>
                    <a:pt x="392" y="68"/>
                    <a:pt x="390" y="61"/>
                    <a:pt x="390" y="49"/>
                  </a:cubicBezTo>
                  <a:cubicBezTo>
                    <a:pt x="390" y="38"/>
                    <a:pt x="392" y="31"/>
                    <a:pt x="403" y="31"/>
                  </a:cubicBezTo>
                  <a:cubicBezTo>
                    <a:pt x="414" y="31"/>
                    <a:pt x="417" y="38"/>
                    <a:pt x="417" y="49"/>
                  </a:cubicBezTo>
                  <a:cubicBezTo>
                    <a:pt x="417" y="62"/>
                    <a:pt x="414" y="68"/>
                    <a:pt x="403" y="68"/>
                  </a:cubicBezTo>
                  <a:moveTo>
                    <a:pt x="376" y="93"/>
                  </a:moveTo>
                  <a:cubicBezTo>
                    <a:pt x="389" y="93"/>
                    <a:pt x="389" y="93"/>
                    <a:pt x="389" y="93"/>
                  </a:cubicBezTo>
                  <a:cubicBezTo>
                    <a:pt x="389" y="67"/>
                    <a:pt x="389" y="67"/>
                    <a:pt x="389" y="67"/>
                  </a:cubicBezTo>
                  <a:cubicBezTo>
                    <a:pt x="389" y="67"/>
                    <a:pt x="391" y="76"/>
                    <a:pt x="406" y="76"/>
                  </a:cubicBezTo>
                  <a:cubicBezTo>
                    <a:pt x="423" y="76"/>
                    <a:pt x="431" y="68"/>
                    <a:pt x="431" y="49"/>
                  </a:cubicBezTo>
                  <a:cubicBezTo>
                    <a:pt x="431" y="31"/>
                    <a:pt x="424" y="23"/>
                    <a:pt x="408" y="23"/>
                  </a:cubicBezTo>
                  <a:cubicBezTo>
                    <a:pt x="391" y="23"/>
                    <a:pt x="389" y="33"/>
                    <a:pt x="389" y="33"/>
                  </a:cubicBezTo>
                  <a:cubicBezTo>
                    <a:pt x="389" y="24"/>
                    <a:pt x="389" y="24"/>
                    <a:pt x="389" y="24"/>
                  </a:cubicBezTo>
                  <a:cubicBezTo>
                    <a:pt x="376" y="24"/>
                    <a:pt x="376" y="24"/>
                    <a:pt x="376" y="24"/>
                  </a:cubicBezTo>
                  <a:lnTo>
                    <a:pt x="376" y="93"/>
                  </a:lnTo>
                  <a:close/>
                  <a:moveTo>
                    <a:pt x="334" y="75"/>
                  </a:moveTo>
                  <a:cubicBezTo>
                    <a:pt x="347" y="75"/>
                    <a:pt x="347" y="75"/>
                    <a:pt x="347" y="75"/>
                  </a:cubicBezTo>
                  <a:cubicBezTo>
                    <a:pt x="347" y="47"/>
                    <a:pt x="347" y="47"/>
                    <a:pt x="347" y="47"/>
                  </a:cubicBezTo>
                  <a:cubicBezTo>
                    <a:pt x="347" y="37"/>
                    <a:pt x="351" y="36"/>
                    <a:pt x="368" y="36"/>
                  </a:cubicBezTo>
                  <a:cubicBezTo>
                    <a:pt x="368" y="24"/>
                    <a:pt x="368" y="24"/>
                    <a:pt x="368" y="24"/>
                  </a:cubicBezTo>
                  <a:cubicBezTo>
                    <a:pt x="355" y="24"/>
                    <a:pt x="349" y="28"/>
                    <a:pt x="347" y="37"/>
                  </a:cubicBezTo>
                  <a:cubicBezTo>
                    <a:pt x="347" y="24"/>
                    <a:pt x="347" y="24"/>
                    <a:pt x="347" y="24"/>
                  </a:cubicBezTo>
                  <a:cubicBezTo>
                    <a:pt x="334" y="24"/>
                    <a:pt x="334" y="24"/>
                    <a:pt x="334" y="24"/>
                  </a:cubicBezTo>
                  <a:lnTo>
                    <a:pt x="334" y="75"/>
                  </a:lnTo>
                  <a:close/>
                  <a:moveTo>
                    <a:pt x="296" y="68"/>
                  </a:moveTo>
                  <a:cubicBezTo>
                    <a:pt x="284" y="68"/>
                    <a:pt x="282" y="63"/>
                    <a:pt x="282" y="49"/>
                  </a:cubicBezTo>
                  <a:cubicBezTo>
                    <a:pt x="282" y="36"/>
                    <a:pt x="284" y="30"/>
                    <a:pt x="295" y="30"/>
                  </a:cubicBezTo>
                  <a:cubicBezTo>
                    <a:pt x="307" y="30"/>
                    <a:pt x="309" y="36"/>
                    <a:pt x="309" y="49"/>
                  </a:cubicBezTo>
                  <a:cubicBezTo>
                    <a:pt x="309" y="62"/>
                    <a:pt x="307" y="68"/>
                    <a:pt x="296" y="68"/>
                  </a:cubicBezTo>
                  <a:moveTo>
                    <a:pt x="268" y="50"/>
                  </a:moveTo>
                  <a:cubicBezTo>
                    <a:pt x="268" y="70"/>
                    <a:pt x="278" y="76"/>
                    <a:pt x="295" y="76"/>
                  </a:cubicBezTo>
                  <a:cubicBezTo>
                    <a:pt x="312" y="76"/>
                    <a:pt x="323" y="70"/>
                    <a:pt x="323" y="49"/>
                  </a:cubicBezTo>
                  <a:cubicBezTo>
                    <a:pt x="323" y="29"/>
                    <a:pt x="312" y="23"/>
                    <a:pt x="295" y="23"/>
                  </a:cubicBezTo>
                  <a:cubicBezTo>
                    <a:pt x="278" y="23"/>
                    <a:pt x="268" y="29"/>
                    <a:pt x="268" y="50"/>
                  </a:cubicBezTo>
                  <a:moveTo>
                    <a:pt x="73" y="75"/>
                  </a:moveTo>
                  <a:cubicBezTo>
                    <a:pt x="86" y="75"/>
                    <a:pt x="86" y="75"/>
                    <a:pt x="86" y="75"/>
                  </a:cubicBezTo>
                  <a:cubicBezTo>
                    <a:pt x="86" y="24"/>
                    <a:pt x="86" y="24"/>
                    <a:pt x="86" y="24"/>
                  </a:cubicBezTo>
                  <a:cubicBezTo>
                    <a:pt x="73" y="24"/>
                    <a:pt x="73" y="24"/>
                    <a:pt x="73" y="24"/>
                  </a:cubicBezTo>
                  <a:lnTo>
                    <a:pt x="73" y="75"/>
                  </a:lnTo>
                  <a:close/>
                  <a:moveTo>
                    <a:pt x="73" y="14"/>
                  </a:moveTo>
                  <a:cubicBezTo>
                    <a:pt x="86" y="14"/>
                    <a:pt x="86" y="14"/>
                    <a:pt x="86" y="14"/>
                  </a:cubicBezTo>
                  <a:cubicBezTo>
                    <a:pt x="86" y="1"/>
                    <a:pt x="86" y="1"/>
                    <a:pt x="86" y="1"/>
                  </a:cubicBezTo>
                  <a:cubicBezTo>
                    <a:pt x="73" y="1"/>
                    <a:pt x="73" y="1"/>
                    <a:pt x="73" y="1"/>
                  </a:cubicBezTo>
                  <a:lnTo>
                    <a:pt x="73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8"/>
            <p:cNvSpPr>
              <a:spLocks noEditPoints="1"/>
            </p:cNvSpPr>
            <p:nvPr userDrawn="1"/>
          </p:nvSpPr>
          <p:spPr bwMode="auto">
            <a:xfrm>
              <a:off x="10142048" y="6453602"/>
              <a:ext cx="59859" cy="61672"/>
            </a:xfrm>
            <a:custGeom>
              <a:avLst/>
              <a:gdLst>
                <a:gd name="T0" fmla="*/ 26 w 33"/>
                <a:gd name="T1" fmla="*/ 26 h 34"/>
                <a:gd name="T2" fmla="*/ 13 w 33"/>
                <a:gd name="T3" fmla="*/ 26 h 34"/>
                <a:gd name="T4" fmla="*/ 13 w 33"/>
                <a:gd name="T5" fmla="*/ 13 h 34"/>
                <a:gd name="T6" fmla="*/ 26 w 33"/>
                <a:gd name="T7" fmla="*/ 13 h 34"/>
                <a:gd name="T8" fmla="*/ 26 w 33"/>
                <a:gd name="T9" fmla="*/ 26 h 34"/>
                <a:gd name="T10" fmla="*/ 33 w 33"/>
                <a:gd name="T11" fmla="*/ 0 h 34"/>
                <a:gd name="T12" fmla="*/ 0 w 33"/>
                <a:gd name="T13" fmla="*/ 0 h 34"/>
                <a:gd name="T14" fmla="*/ 0 w 33"/>
                <a:gd name="T15" fmla="*/ 34 h 34"/>
                <a:gd name="T16" fmla="*/ 33 w 33"/>
                <a:gd name="T17" fmla="*/ 34 h 34"/>
                <a:gd name="T18" fmla="*/ 33 w 33"/>
                <a:gd name="T19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3" h="34">
                  <a:moveTo>
                    <a:pt x="26" y="26"/>
                  </a:moveTo>
                  <a:lnTo>
                    <a:pt x="13" y="26"/>
                  </a:lnTo>
                  <a:lnTo>
                    <a:pt x="13" y="13"/>
                  </a:lnTo>
                  <a:lnTo>
                    <a:pt x="26" y="13"/>
                  </a:lnTo>
                  <a:lnTo>
                    <a:pt x="26" y="26"/>
                  </a:lnTo>
                  <a:close/>
                  <a:moveTo>
                    <a:pt x="33" y="0"/>
                  </a:moveTo>
                  <a:lnTo>
                    <a:pt x="0" y="0"/>
                  </a:lnTo>
                  <a:lnTo>
                    <a:pt x="0" y="34"/>
                  </a:lnTo>
                  <a:lnTo>
                    <a:pt x="33" y="34"/>
                  </a:lnTo>
                  <a:lnTo>
                    <a:pt x="3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9"/>
            <p:cNvSpPr>
              <a:spLocks noEditPoints="1"/>
            </p:cNvSpPr>
            <p:nvPr userDrawn="1"/>
          </p:nvSpPr>
          <p:spPr bwMode="auto">
            <a:xfrm>
              <a:off x="10078561" y="6390116"/>
              <a:ext cx="163250" cy="165063"/>
            </a:xfrm>
            <a:custGeom>
              <a:avLst/>
              <a:gdLst>
                <a:gd name="T0" fmla="*/ 83 w 90"/>
                <a:gd name="T1" fmla="*/ 83 h 91"/>
                <a:gd name="T2" fmla="*/ 13 w 90"/>
                <a:gd name="T3" fmla="*/ 83 h 91"/>
                <a:gd name="T4" fmla="*/ 13 w 90"/>
                <a:gd name="T5" fmla="*/ 13 h 91"/>
                <a:gd name="T6" fmla="*/ 83 w 90"/>
                <a:gd name="T7" fmla="*/ 13 h 91"/>
                <a:gd name="T8" fmla="*/ 83 w 90"/>
                <a:gd name="T9" fmla="*/ 83 h 91"/>
                <a:gd name="T10" fmla="*/ 90 w 90"/>
                <a:gd name="T11" fmla="*/ 0 h 91"/>
                <a:gd name="T12" fmla="*/ 0 w 90"/>
                <a:gd name="T13" fmla="*/ 0 h 91"/>
                <a:gd name="T14" fmla="*/ 0 w 90"/>
                <a:gd name="T15" fmla="*/ 91 h 91"/>
                <a:gd name="T16" fmla="*/ 90 w 90"/>
                <a:gd name="T17" fmla="*/ 91 h 91"/>
                <a:gd name="T18" fmla="*/ 90 w 90"/>
                <a:gd name="T1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0" h="91">
                  <a:moveTo>
                    <a:pt x="83" y="83"/>
                  </a:moveTo>
                  <a:lnTo>
                    <a:pt x="13" y="83"/>
                  </a:lnTo>
                  <a:lnTo>
                    <a:pt x="13" y="13"/>
                  </a:lnTo>
                  <a:lnTo>
                    <a:pt x="83" y="13"/>
                  </a:lnTo>
                  <a:lnTo>
                    <a:pt x="83" y="83"/>
                  </a:lnTo>
                  <a:close/>
                  <a:moveTo>
                    <a:pt x="90" y="0"/>
                  </a:moveTo>
                  <a:lnTo>
                    <a:pt x="0" y="0"/>
                  </a:lnTo>
                  <a:lnTo>
                    <a:pt x="0" y="91"/>
                  </a:lnTo>
                  <a:lnTo>
                    <a:pt x="90" y="91"/>
                  </a:lnTo>
                  <a:lnTo>
                    <a:pt x="9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0"/>
            <p:cNvSpPr>
              <a:spLocks noEditPoints="1"/>
            </p:cNvSpPr>
            <p:nvPr userDrawn="1"/>
          </p:nvSpPr>
          <p:spPr bwMode="auto">
            <a:xfrm>
              <a:off x="10056795" y="6368350"/>
              <a:ext cx="206783" cy="204969"/>
            </a:xfrm>
            <a:custGeom>
              <a:avLst/>
              <a:gdLst>
                <a:gd name="T0" fmla="*/ 107 w 114"/>
                <a:gd name="T1" fmla="*/ 107 h 113"/>
                <a:gd name="T2" fmla="*/ 7 w 114"/>
                <a:gd name="T3" fmla="*/ 107 h 113"/>
                <a:gd name="T4" fmla="*/ 7 w 114"/>
                <a:gd name="T5" fmla="*/ 8 h 113"/>
                <a:gd name="T6" fmla="*/ 107 w 114"/>
                <a:gd name="T7" fmla="*/ 8 h 113"/>
                <a:gd name="T8" fmla="*/ 107 w 114"/>
                <a:gd name="T9" fmla="*/ 107 h 113"/>
                <a:gd name="T10" fmla="*/ 0 w 114"/>
                <a:gd name="T11" fmla="*/ 113 h 113"/>
                <a:gd name="T12" fmla="*/ 114 w 114"/>
                <a:gd name="T13" fmla="*/ 113 h 113"/>
                <a:gd name="T14" fmla="*/ 114 w 114"/>
                <a:gd name="T15" fmla="*/ 0 h 113"/>
                <a:gd name="T16" fmla="*/ 0 w 114"/>
                <a:gd name="T17" fmla="*/ 0 h 113"/>
                <a:gd name="T18" fmla="*/ 0 w 114"/>
                <a:gd name="T19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4" h="113">
                  <a:moveTo>
                    <a:pt x="107" y="107"/>
                  </a:moveTo>
                  <a:lnTo>
                    <a:pt x="7" y="107"/>
                  </a:lnTo>
                  <a:lnTo>
                    <a:pt x="7" y="8"/>
                  </a:lnTo>
                  <a:lnTo>
                    <a:pt x="107" y="8"/>
                  </a:lnTo>
                  <a:lnTo>
                    <a:pt x="107" y="107"/>
                  </a:lnTo>
                  <a:close/>
                  <a:moveTo>
                    <a:pt x="0" y="113"/>
                  </a:moveTo>
                  <a:lnTo>
                    <a:pt x="114" y="113"/>
                  </a:lnTo>
                  <a:lnTo>
                    <a:pt x="114" y="0"/>
                  </a:lnTo>
                  <a:lnTo>
                    <a:pt x="0" y="0"/>
                  </a:lnTo>
                  <a:lnTo>
                    <a:pt x="0" y="1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1"/>
            <p:cNvSpPr>
              <a:spLocks noEditPoints="1"/>
            </p:cNvSpPr>
            <p:nvPr userDrawn="1"/>
          </p:nvSpPr>
          <p:spPr bwMode="auto">
            <a:xfrm>
              <a:off x="10109398" y="6422766"/>
              <a:ext cx="112461" cy="110647"/>
            </a:xfrm>
            <a:custGeom>
              <a:avLst/>
              <a:gdLst>
                <a:gd name="T0" fmla="*/ 56 w 62"/>
                <a:gd name="T1" fmla="*/ 55 h 61"/>
                <a:gd name="T2" fmla="*/ 14 w 62"/>
                <a:gd name="T3" fmla="*/ 55 h 61"/>
                <a:gd name="T4" fmla="*/ 14 w 62"/>
                <a:gd name="T5" fmla="*/ 13 h 61"/>
                <a:gd name="T6" fmla="*/ 56 w 62"/>
                <a:gd name="T7" fmla="*/ 13 h 61"/>
                <a:gd name="T8" fmla="*/ 56 w 62"/>
                <a:gd name="T9" fmla="*/ 55 h 61"/>
                <a:gd name="T10" fmla="*/ 62 w 62"/>
                <a:gd name="T11" fmla="*/ 0 h 61"/>
                <a:gd name="T12" fmla="*/ 0 w 62"/>
                <a:gd name="T13" fmla="*/ 0 h 61"/>
                <a:gd name="T14" fmla="*/ 0 w 62"/>
                <a:gd name="T15" fmla="*/ 61 h 61"/>
                <a:gd name="T16" fmla="*/ 62 w 62"/>
                <a:gd name="T17" fmla="*/ 61 h 61"/>
                <a:gd name="T18" fmla="*/ 62 w 62"/>
                <a:gd name="T19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" h="61">
                  <a:moveTo>
                    <a:pt x="56" y="55"/>
                  </a:moveTo>
                  <a:lnTo>
                    <a:pt x="14" y="55"/>
                  </a:lnTo>
                  <a:lnTo>
                    <a:pt x="14" y="13"/>
                  </a:lnTo>
                  <a:lnTo>
                    <a:pt x="56" y="13"/>
                  </a:lnTo>
                  <a:lnTo>
                    <a:pt x="56" y="55"/>
                  </a:lnTo>
                  <a:close/>
                  <a:moveTo>
                    <a:pt x="62" y="0"/>
                  </a:moveTo>
                  <a:lnTo>
                    <a:pt x="0" y="0"/>
                  </a:lnTo>
                  <a:lnTo>
                    <a:pt x="0" y="61"/>
                  </a:lnTo>
                  <a:lnTo>
                    <a:pt x="62" y="61"/>
                  </a:lnTo>
                  <a:lnTo>
                    <a:pt x="6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8" name="Slide Number Placeholder 2">
            <a:extLst>
              <a:ext uri="{FF2B5EF4-FFF2-40B4-BE49-F238E27FC236}">
                <a16:creationId xmlns:a16="http://schemas.microsoft.com/office/drawing/2014/main" id="{450A3B49-CCFF-4E42-9265-AA2EF0310F1C}"/>
              </a:ext>
            </a:extLst>
          </p:cNvPr>
          <p:cNvSpPr txBox="1">
            <a:spLocks/>
          </p:cNvSpPr>
          <p:nvPr userDrawn="1"/>
        </p:nvSpPr>
        <p:spPr>
          <a:xfrm>
            <a:off x="672001" y="6352663"/>
            <a:ext cx="679721" cy="36618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marR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lang="en-US" sz="1000" kern="1200" smtClean="0">
                <a:solidFill>
                  <a:schemeClr val="bg2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marL="609585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1219170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828754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2438339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3047924" algn="l" defTabSz="609585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3657509" algn="l" defTabSz="609585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4267093" algn="l" defTabSz="609585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4876678" algn="l" defTabSz="609585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fld id="{E16BA917-7F09-4B8D-AF07-F52890C14046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  <p:sp>
        <p:nvSpPr>
          <p:cNvPr id="46" name="Freeform 5">
            <a:extLst>
              <a:ext uri="{FF2B5EF4-FFF2-40B4-BE49-F238E27FC236}">
                <a16:creationId xmlns:a16="http://schemas.microsoft.com/office/drawing/2014/main" id="{572D5DB4-596C-4B3C-8639-53D2DFD469DD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351115" y="1150760"/>
            <a:ext cx="627300" cy="470078"/>
          </a:xfrm>
          <a:custGeom>
            <a:avLst/>
            <a:gdLst>
              <a:gd name="T0" fmla="*/ 60 w 121"/>
              <a:gd name="T1" fmla="*/ 11 h 90"/>
              <a:gd name="T2" fmla="*/ 45 w 121"/>
              <a:gd name="T3" fmla="*/ 19 h 90"/>
              <a:gd name="T4" fmla="*/ 34 w 121"/>
              <a:gd name="T5" fmla="*/ 27 h 90"/>
              <a:gd name="T6" fmla="*/ 25 w 121"/>
              <a:gd name="T7" fmla="*/ 37 h 90"/>
              <a:gd name="T8" fmla="*/ 19 w 121"/>
              <a:gd name="T9" fmla="*/ 51 h 90"/>
              <a:gd name="T10" fmla="*/ 26 w 121"/>
              <a:gd name="T11" fmla="*/ 51 h 90"/>
              <a:gd name="T12" fmla="*/ 40 w 121"/>
              <a:gd name="T13" fmla="*/ 56 h 90"/>
              <a:gd name="T14" fmla="*/ 45 w 121"/>
              <a:gd name="T15" fmla="*/ 67 h 90"/>
              <a:gd name="T16" fmla="*/ 39 w 121"/>
              <a:gd name="T17" fmla="*/ 82 h 90"/>
              <a:gd name="T18" fmla="*/ 22 w 121"/>
              <a:gd name="T19" fmla="*/ 90 h 90"/>
              <a:gd name="T20" fmla="*/ 6 w 121"/>
              <a:gd name="T21" fmla="*/ 83 h 90"/>
              <a:gd name="T22" fmla="*/ 0 w 121"/>
              <a:gd name="T23" fmla="*/ 67 h 90"/>
              <a:gd name="T24" fmla="*/ 6 w 121"/>
              <a:gd name="T25" fmla="*/ 43 h 90"/>
              <a:gd name="T26" fmla="*/ 21 w 121"/>
              <a:gd name="T27" fmla="*/ 23 h 90"/>
              <a:gd name="T28" fmla="*/ 39 w 121"/>
              <a:gd name="T29" fmla="*/ 10 h 90"/>
              <a:gd name="T30" fmla="*/ 55 w 121"/>
              <a:gd name="T31" fmla="*/ 0 h 90"/>
              <a:gd name="T32" fmla="*/ 60 w 121"/>
              <a:gd name="T33" fmla="*/ 11 h 90"/>
              <a:gd name="T34" fmla="*/ 121 w 121"/>
              <a:gd name="T35" fmla="*/ 11 h 90"/>
              <a:gd name="T36" fmla="*/ 106 w 121"/>
              <a:gd name="T37" fmla="*/ 19 h 90"/>
              <a:gd name="T38" fmla="*/ 95 w 121"/>
              <a:gd name="T39" fmla="*/ 27 h 90"/>
              <a:gd name="T40" fmla="*/ 86 w 121"/>
              <a:gd name="T41" fmla="*/ 37 h 90"/>
              <a:gd name="T42" fmla="*/ 79 w 121"/>
              <a:gd name="T43" fmla="*/ 51 h 90"/>
              <a:gd name="T44" fmla="*/ 86 w 121"/>
              <a:gd name="T45" fmla="*/ 51 h 90"/>
              <a:gd name="T46" fmla="*/ 101 w 121"/>
              <a:gd name="T47" fmla="*/ 56 h 90"/>
              <a:gd name="T48" fmla="*/ 106 w 121"/>
              <a:gd name="T49" fmla="*/ 67 h 90"/>
              <a:gd name="T50" fmla="*/ 100 w 121"/>
              <a:gd name="T51" fmla="*/ 82 h 90"/>
              <a:gd name="T52" fmla="*/ 83 w 121"/>
              <a:gd name="T53" fmla="*/ 90 h 90"/>
              <a:gd name="T54" fmla="*/ 67 w 121"/>
              <a:gd name="T55" fmla="*/ 83 h 90"/>
              <a:gd name="T56" fmla="*/ 61 w 121"/>
              <a:gd name="T57" fmla="*/ 67 h 90"/>
              <a:gd name="T58" fmla="*/ 67 w 121"/>
              <a:gd name="T59" fmla="*/ 43 h 90"/>
              <a:gd name="T60" fmla="*/ 82 w 121"/>
              <a:gd name="T61" fmla="*/ 23 h 90"/>
              <a:gd name="T62" fmla="*/ 99 w 121"/>
              <a:gd name="T63" fmla="*/ 10 h 90"/>
              <a:gd name="T64" fmla="*/ 116 w 121"/>
              <a:gd name="T65" fmla="*/ 0 h 90"/>
              <a:gd name="T66" fmla="*/ 121 w 121"/>
              <a:gd name="T67" fmla="*/ 11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21" h="90">
                <a:moveTo>
                  <a:pt x="60" y="11"/>
                </a:moveTo>
                <a:cubicBezTo>
                  <a:pt x="55" y="13"/>
                  <a:pt x="50" y="16"/>
                  <a:pt x="45" y="19"/>
                </a:cubicBezTo>
                <a:cubicBezTo>
                  <a:pt x="41" y="21"/>
                  <a:pt x="37" y="24"/>
                  <a:pt x="34" y="27"/>
                </a:cubicBezTo>
                <a:cubicBezTo>
                  <a:pt x="30" y="30"/>
                  <a:pt x="27" y="33"/>
                  <a:pt x="25" y="37"/>
                </a:cubicBezTo>
                <a:cubicBezTo>
                  <a:pt x="22" y="41"/>
                  <a:pt x="20" y="45"/>
                  <a:pt x="19" y="51"/>
                </a:cubicBezTo>
                <a:cubicBezTo>
                  <a:pt x="26" y="51"/>
                  <a:pt x="26" y="51"/>
                  <a:pt x="26" y="51"/>
                </a:cubicBezTo>
                <a:cubicBezTo>
                  <a:pt x="33" y="51"/>
                  <a:pt x="37" y="53"/>
                  <a:pt x="40" y="56"/>
                </a:cubicBezTo>
                <a:cubicBezTo>
                  <a:pt x="44" y="59"/>
                  <a:pt x="45" y="63"/>
                  <a:pt x="45" y="67"/>
                </a:cubicBezTo>
                <a:cubicBezTo>
                  <a:pt x="45" y="73"/>
                  <a:pt x="43" y="78"/>
                  <a:pt x="39" y="82"/>
                </a:cubicBezTo>
                <a:cubicBezTo>
                  <a:pt x="35" y="87"/>
                  <a:pt x="29" y="90"/>
                  <a:pt x="22" y="90"/>
                </a:cubicBezTo>
                <a:cubicBezTo>
                  <a:pt x="15" y="90"/>
                  <a:pt x="9" y="88"/>
                  <a:pt x="6" y="83"/>
                </a:cubicBezTo>
                <a:cubicBezTo>
                  <a:pt x="2" y="79"/>
                  <a:pt x="0" y="74"/>
                  <a:pt x="0" y="67"/>
                </a:cubicBezTo>
                <a:cubicBezTo>
                  <a:pt x="0" y="58"/>
                  <a:pt x="2" y="50"/>
                  <a:pt x="6" y="43"/>
                </a:cubicBezTo>
                <a:cubicBezTo>
                  <a:pt x="10" y="35"/>
                  <a:pt x="15" y="29"/>
                  <a:pt x="21" y="23"/>
                </a:cubicBezTo>
                <a:cubicBezTo>
                  <a:pt x="26" y="18"/>
                  <a:pt x="32" y="13"/>
                  <a:pt x="39" y="10"/>
                </a:cubicBezTo>
                <a:cubicBezTo>
                  <a:pt x="45" y="6"/>
                  <a:pt x="50" y="3"/>
                  <a:pt x="55" y="0"/>
                </a:cubicBezTo>
                <a:lnTo>
                  <a:pt x="60" y="11"/>
                </a:lnTo>
                <a:close/>
                <a:moveTo>
                  <a:pt x="121" y="11"/>
                </a:moveTo>
                <a:cubicBezTo>
                  <a:pt x="116" y="13"/>
                  <a:pt x="111" y="16"/>
                  <a:pt x="106" y="19"/>
                </a:cubicBezTo>
                <a:cubicBezTo>
                  <a:pt x="102" y="21"/>
                  <a:pt x="98" y="24"/>
                  <a:pt x="95" y="27"/>
                </a:cubicBezTo>
                <a:cubicBezTo>
                  <a:pt x="91" y="30"/>
                  <a:pt x="88" y="33"/>
                  <a:pt x="86" y="37"/>
                </a:cubicBezTo>
                <a:cubicBezTo>
                  <a:pt x="83" y="41"/>
                  <a:pt x="81" y="45"/>
                  <a:pt x="79" y="51"/>
                </a:cubicBezTo>
                <a:cubicBezTo>
                  <a:pt x="86" y="51"/>
                  <a:pt x="86" y="51"/>
                  <a:pt x="86" y="51"/>
                </a:cubicBezTo>
                <a:cubicBezTo>
                  <a:pt x="93" y="51"/>
                  <a:pt x="98" y="53"/>
                  <a:pt x="101" y="56"/>
                </a:cubicBezTo>
                <a:cubicBezTo>
                  <a:pt x="104" y="59"/>
                  <a:pt x="106" y="63"/>
                  <a:pt x="106" y="67"/>
                </a:cubicBezTo>
                <a:cubicBezTo>
                  <a:pt x="106" y="73"/>
                  <a:pt x="104" y="78"/>
                  <a:pt x="100" y="82"/>
                </a:cubicBezTo>
                <a:cubicBezTo>
                  <a:pt x="96" y="87"/>
                  <a:pt x="90" y="90"/>
                  <a:pt x="83" y="90"/>
                </a:cubicBezTo>
                <a:cubicBezTo>
                  <a:pt x="76" y="90"/>
                  <a:pt x="70" y="88"/>
                  <a:pt x="67" y="83"/>
                </a:cubicBezTo>
                <a:cubicBezTo>
                  <a:pt x="63" y="79"/>
                  <a:pt x="61" y="74"/>
                  <a:pt x="61" y="67"/>
                </a:cubicBezTo>
                <a:cubicBezTo>
                  <a:pt x="61" y="58"/>
                  <a:pt x="63" y="50"/>
                  <a:pt x="67" y="43"/>
                </a:cubicBezTo>
                <a:cubicBezTo>
                  <a:pt x="71" y="35"/>
                  <a:pt x="76" y="29"/>
                  <a:pt x="82" y="23"/>
                </a:cubicBezTo>
                <a:cubicBezTo>
                  <a:pt x="87" y="18"/>
                  <a:pt x="93" y="13"/>
                  <a:pt x="99" y="10"/>
                </a:cubicBezTo>
                <a:cubicBezTo>
                  <a:pt x="106" y="6"/>
                  <a:pt x="111" y="3"/>
                  <a:pt x="116" y="0"/>
                </a:cubicBezTo>
                <a:lnTo>
                  <a:pt x="121" y="1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a-DK">
              <a:solidFill>
                <a:schemeClr val="bg1"/>
              </a:solidFill>
            </a:endParaRP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6F025B07-7F8A-4F4F-9593-F6E24833263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22401" y="1943100"/>
            <a:ext cx="8261350" cy="3454400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tabLst/>
              <a:defRPr sz="2600" b="0" i="1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300"/>
              </a:spcBef>
              <a:spcAft>
                <a:spcPts val="0"/>
              </a:spcAft>
              <a:buNone/>
              <a:tabLst/>
              <a:defRPr lang="en-US" sz="1200" b="1" kern="1200" baseline="0" dirty="0" smtClean="0">
                <a:solidFill>
                  <a:schemeClr val="bg1"/>
                </a:solidFill>
                <a:latin typeface="+mn-lt"/>
                <a:ea typeface="+mn-ea"/>
                <a:cs typeface="Arial"/>
              </a:defRPr>
            </a:lvl2pPr>
            <a:lvl3pPr marL="0" indent="0">
              <a:spcBef>
                <a:spcPts val="300"/>
              </a:spcBef>
              <a:buNone/>
              <a:tabLst/>
              <a:defRPr lang="en-US" sz="1200" b="0" kern="1200" baseline="0" dirty="0" smtClean="0">
                <a:solidFill>
                  <a:schemeClr val="bg1"/>
                </a:solidFill>
                <a:latin typeface="+mn-lt"/>
                <a:ea typeface="+mn-ea"/>
                <a:cs typeface="Arial"/>
              </a:defRPr>
            </a:lvl3pPr>
            <a:lvl4pPr marL="0" indent="0">
              <a:spcBef>
                <a:spcPts val="300"/>
              </a:spcBef>
              <a:buNone/>
              <a:tabLst/>
              <a:defRPr sz="2600" b="0" i="1">
                <a:solidFill>
                  <a:schemeClr val="bg1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300"/>
              </a:spcBef>
              <a:buFont typeface="Arial" panose="020B0604020202020204" pitchFamily="34" charset="0"/>
              <a:buNone/>
              <a:tabLst/>
              <a:defRPr sz="2600" b="0" i="1">
                <a:solidFill>
                  <a:schemeClr val="bg1"/>
                </a:solidFill>
                <a:latin typeface="Georgia" panose="02040502050405020303" pitchFamily="18" charset="0"/>
              </a:defRPr>
            </a:lvl5pPr>
          </a:lstStyle>
          <a:p>
            <a:pPr lvl="0"/>
            <a:r>
              <a:rPr lang="en-US"/>
              <a:t>Quote text here</a:t>
            </a:r>
          </a:p>
          <a:p>
            <a:pPr lvl="1"/>
            <a:r>
              <a:rPr lang="en-US"/>
              <a:t>Name</a:t>
            </a:r>
          </a:p>
          <a:p>
            <a:pPr lvl="2"/>
            <a:r>
              <a:rPr lang="en-US"/>
              <a:t>Title/Company/</a:t>
            </a:r>
            <a:r>
              <a:rPr lang="en-US" err="1"/>
              <a:t>Orginisation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0782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4_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6A9B4F5C-10E8-4823-9BB1-C9C9C2CAAC70}"/>
              </a:ext>
            </a:extLst>
          </p:cNvPr>
          <p:cNvSpPr/>
          <p:nvPr userDrawn="1"/>
        </p:nvSpPr>
        <p:spPr>
          <a:xfrm>
            <a:off x="10290175" y="6252706"/>
            <a:ext cx="1457994" cy="42779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err="1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6860772-438C-494B-83A8-63B969D12C78}"/>
              </a:ext>
            </a:extLst>
          </p:cNvPr>
          <p:cNvSpPr/>
          <p:nvPr userDrawn="1"/>
        </p:nvSpPr>
        <p:spPr>
          <a:xfrm>
            <a:off x="1258470" y="6252706"/>
            <a:ext cx="679721" cy="42779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err="1">
              <a:solidFill>
                <a:schemeClr val="tx1"/>
              </a:solidFill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56C776E-D110-4967-AAF2-20158EEF10CF}"/>
              </a:ext>
            </a:extLst>
          </p:cNvPr>
          <p:cNvGrpSpPr/>
          <p:nvPr userDrawn="1"/>
        </p:nvGrpSpPr>
        <p:grpSpPr>
          <a:xfrm>
            <a:off x="0" y="-6350"/>
            <a:ext cx="12192001" cy="6864350"/>
            <a:chOff x="0" y="-6350"/>
            <a:chExt cx="12192001" cy="6864350"/>
          </a:xfrm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997FF143-B9D3-4D61-BDCC-6C0EC77C6A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3738" y="2016125"/>
              <a:ext cx="5568950" cy="4841875"/>
            </a:xfrm>
            <a:custGeom>
              <a:avLst/>
              <a:gdLst>
                <a:gd name="T0" fmla="*/ 0 w 3508"/>
                <a:gd name="T1" fmla="*/ 0 h 3050"/>
                <a:gd name="T2" fmla="*/ 0 w 3508"/>
                <a:gd name="T3" fmla="*/ 3050 h 3050"/>
                <a:gd name="T4" fmla="*/ 1737 w 3508"/>
                <a:gd name="T5" fmla="*/ 3050 h 3050"/>
                <a:gd name="T6" fmla="*/ 3508 w 3508"/>
                <a:gd name="T7" fmla="*/ 2027 h 3050"/>
                <a:gd name="T8" fmla="*/ 0 w 3508"/>
                <a:gd name="T9" fmla="*/ 0 h 30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08" h="3050">
                  <a:moveTo>
                    <a:pt x="0" y="0"/>
                  </a:moveTo>
                  <a:lnTo>
                    <a:pt x="0" y="3050"/>
                  </a:lnTo>
                  <a:lnTo>
                    <a:pt x="1737" y="3050"/>
                  </a:lnTo>
                  <a:lnTo>
                    <a:pt x="3508" y="20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6078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0922147D-73EB-44D8-AF66-6F7E5F1289E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-6350"/>
              <a:ext cx="5462588" cy="2022475"/>
            </a:xfrm>
            <a:custGeom>
              <a:avLst/>
              <a:gdLst>
                <a:gd name="T0" fmla="*/ 3441 w 3441"/>
                <a:gd name="T1" fmla="*/ 0 h 1274"/>
                <a:gd name="T2" fmla="*/ 0 w 3441"/>
                <a:gd name="T3" fmla="*/ 0 h 1274"/>
                <a:gd name="T4" fmla="*/ 0 w 3441"/>
                <a:gd name="T5" fmla="*/ 559 h 1274"/>
                <a:gd name="T6" fmla="*/ 1237 w 3441"/>
                <a:gd name="T7" fmla="*/ 1274 h 1274"/>
                <a:gd name="T8" fmla="*/ 3441 w 3441"/>
                <a:gd name="T9" fmla="*/ 0 h 1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41" h="1274">
                  <a:moveTo>
                    <a:pt x="3441" y="0"/>
                  </a:moveTo>
                  <a:lnTo>
                    <a:pt x="0" y="0"/>
                  </a:lnTo>
                  <a:lnTo>
                    <a:pt x="0" y="559"/>
                  </a:lnTo>
                  <a:lnTo>
                    <a:pt x="1237" y="1274"/>
                  </a:lnTo>
                  <a:lnTo>
                    <a:pt x="3441" y="0"/>
                  </a:lnTo>
                  <a:close/>
                </a:path>
              </a:pathLst>
            </a:custGeom>
            <a:solidFill>
              <a:srgbClr val="000000">
                <a:alpha val="7843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9">
              <a:extLst>
                <a:ext uri="{FF2B5EF4-FFF2-40B4-BE49-F238E27FC236}">
                  <a16:creationId xmlns:a16="http://schemas.microsoft.com/office/drawing/2014/main" id="{01E7A875-F577-47BF-8AF9-B0C9A6536EC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1200" y="-6350"/>
              <a:ext cx="2590800" cy="1497013"/>
            </a:xfrm>
            <a:custGeom>
              <a:avLst/>
              <a:gdLst>
                <a:gd name="T0" fmla="*/ 1632 w 1632"/>
                <a:gd name="T1" fmla="*/ 0 h 943"/>
                <a:gd name="T2" fmla="*/ 0 w 1632"/>
                <a:gd name="T3" fmla="*/ 0 h 943"/>
                <a:gd name="T4" fmla="*/ 1632 w 1632"/>
                <a:gd name="T5" fmla="*/ 943 h 943"/>
                <a:gd name="T6" fmla="*/ 1632 w 1632"/>
                <a:gd name="T7" fmla="*/ 0 h 9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32" h="943">
                  <a:moveTo>
                    <a:pt x="1632" y="0"/>
                  </a:moveTo>
                  <a:lnTo>
                    <a:pt x="0" y="0"/>
                  </a:lnTo>
                  <a:lnTo>
                    <a:pt x="1632" y="943"/>
                  </a:lnTo>
                  <a:lnTo>
                    <a:pt x="1632" y="0"/>
                  </a:lnTo>
                  <a:close/>
                </a:path>
              </a:pathLst>
            </a:custGeom>
            <a:solidFill>
              <a:srgbClr val="000000">
                <a:alpha val="7843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1">
              <a:extLst>
                <a:ext uri="{FF2B5EF4-FFF2-40B4-BE49-F238E27FC236}">
                  <a16:creationId xmlns:a16="http://schemas.microsoft.com/office/drawing/2014/main" id="{FE944BC7-BB59-441D-AB6C-90FFFE28B66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3738" y="-6350"/>
              <a:ext cx="10228263" cy="6864350"/>
            </a:xfrm>
            <a:custGeom>
              <a:avLst/>
              <a:gdLst>
                <a:gd name="T0" fmla="*/ 0 w 6443"/>
                <a:gd name="T1" fmla="*/ 1274 h 4324"/>
                <a:gd name="T2" fmla="*/ 3508 w 6443"/>
                <a:gd name="T3" fmla="*/ 3301 h 4324"/>
                <a:gd name="T4" fmla="*/ 5278 w 6443"/>
                <a:gd name="T5" fmla="*/ 4324 h 4324"/>
                <a:gd name="T6" fmla="*/ 6443 w 6443"/>
                <a:gd name="T7" fmla="*/ 4324 h 4324"/>
                <a:gd name="T8" fmla="*/ 6443 w 6443"/>
                <a:gd name="T9" fmla="*/ 943 h 4324"/>
                <a:gd name="T10" fmla="*/ 4811 w 6443"/>
                <a:gd name="T11" fmla="*/ 0 h 4324"/>
                <a:gd name="T12" fmla="*/ 2204 w 6443"/>
                <a:gd name="T13" fmla="*/ 0 h 4324"/>
                <a:gd name="T14" fmla="*/ 0 w 6443"/>
                <a:gd name="T15" fmla="*/ 1274 h 4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443" h="4324">
                  <a:moveTo>
                    <a:pt x="0" y="1274"/>
                  </a:moveTo>
                  <a:lnTo>
                    <a:pt x="3508" y="3301"/>
                  </a:lnTo>
                  <a:lnTo>
                    <a:pt x="5278" y="4324"/>
                  </a:lnTo>
                  <a:lnTo>
                    <a:pt x="6443" y="4324"/>
                  </a:lnTo>
                  <a:lnTo>
                    <a:pt x="6443" y="943"/>
                  </a:lnTo>
                  <a:lnTo>
                    <a:pt x="4811" y="0"/>
                  </a:lnTo>
                  <a:lnTo>
                    <a:pt x="2204" y="0"/>
                  </a:lnTo>
                  <a:lnTo>
                    <a:pt x="0" y="1274"/>
                  </a:lnTo>
                  <a:close/>
                </a:path>
              </a:pathLst>
            </a:custGeom>
            <a:solidFill>
              <a:srgbClr val="000000">
                <a:alpha val="12157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9">
              <a:extLst>
                <a:ext uri="{FF2B5EF4-FFF2-40B4-BE49-F238E27FC236}">
                  <a16:creationId xmlns:a16="http://schemas.microsoft.com/office/drawing/2014/main" id="{4A6807A1-E863-460E-8DBF-80144CE94F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881062"/>
              <a:ext cx="1963738" cy="5976938"/>
            </a:xfrm>
            <a:custGeom>
              <a:avLst/>
              <a:gdLst>
                <a:gd name="T0" fmla="*/ 0 w 1237"/>
                <a:gd name="T1" fmla="*/ 0 h 3765"/>
                <a:gd name="T2" fmla="*/ 0 w 1237"/>
                <a:gd name="T3" fmla="*/ 3765 h 3765"/>
                <a:gd name="T4" fmla="*/ 1237 w 1237"/>
                <a:gd name="T5" fmla="*/ 3765 h 3765"/>
                <a:gd name="T6" fmla="*/ 1237 w 1237"/>
                <a:gd name="T7" fmla="*/ 715 h 3765"/>
                <a:gd name="T8" fmla="*/ 0 w 1237"/>
                <a:gd name="T9" fmla="*/ 0 h 37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7" h="3765">
                  <a:moveTo>
                    <a:pt x="0" y="0"/>
                  </a:moveTo>
                  <a:lnTo>
                    <a:pt x="0" y="3765"/>
                  </a:lnTo>
                  <a:lnTo>
                    <a:pt x="1237" y="3765"/>
                  </a:lnTo>
                  <a:lnTo>
                    <a:pt x="1237" y="7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2157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0">
              <a:extLst>
                <a:ext uri="{FF2B5EF4-FFF2-40B4-BE49-F238E27FC236}">
                  <a16:creationId xmlns:a16="http://schemas.microsoft.com/office/drawing/2014/main" id="{197B1C32-E30D-4EB5-B03E-52D95C7179C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21225" y="5233987"/>
              <a:ext cx="5621338" cy="1624013"/>
            </a:xfrm>
            <a:custGeom>
              <a:avLst/>
              <a:gdLst>
                <a:gd name="T0" fmla="*/ 1771 w 3541"/>
                <a:gd name="T1" fmla="*/ 0 h 1023"/>
                <a:gd name="T2" fmla="*/ 0 w 3541"/>
                <a:gd name="T3" fmla="*/ 1023 h 1023"/>
                <a:gd name="T4" fmla="*/ 3541 w 3541"/>
                <a:gd name="T5" fmla="*/ 1023 h 1023"/>
                <a:gd name="T6" fmla="*/ 1771 w 3541"/>
                <a:gd name="T7" fmla="*/ 0 h 1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41" h="1023">
                  <a:moveTo>
                    <a:pt x="1771" y="0"/>
                  </a:moveTo>
                  <a:lnTo>
                    <a:pt x="0" y="1023"/>
                  </a:lnTo>
                  <a:lnTo>
                    <a:pt x="3541" y="1023"/>
                  </a:lnTo>
                  <a:lnTo>
                    <a:pt x="1771" y="0"/>
                  </a:lnTo>
                  <a:close/>
                </a:path>
              </a:pathLst>
            </a:custGeom>
            <a:solidFill>
              <a:srgbClr val="000000">
                <a:alpha val="10196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4" name="Pladsholder til sidefod 2"/>
          <p:cNvSpPr txBox="1">
            <a:spLocks/>
          </p:cNvSpPr>
          <p:nvPr userDrawn="1"/>
        </p:nvSpPr>
        <p:spPr>
          <a:xfrm>
            <a:off x="1351722" y="6356378"/>
            <a:ext cx="989842" cy="36618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marL="0" marR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1200">
                <a:solidFill>
                  <a:schemeClr val="bg1"/>
                </a:solidFill>
                <a:latin typeface="+mj-lt"/>
                <a:ea typeface="ＭＳ Ｐゴシック" charset="0"/>
                <a:cs typeface="ＭＳ Ｐゴシック" charset="0"/>
              </a:rPr>
              <a:t>© 2020</a:t>
            </a:r>
          </a:p>
        </p:txBody>
      </p:sp>
      <p:grpSp>
        <p:nvGrpSpPr>
          <p:cNvPr id="20" name="Gruppe 19"/>
          <p:cNvGrpSpPr>
            <a:grpSpLocks noChangeAspect="1"/>
          </p:cNvGrpSpPr>
          <p:nvPr userDrawn="1"/>
        </p:nvGrpSpPr>
        <p:grpSpPr>
          <a:xfrm>
            <a:off x="10343104" y="6422579"/>
            <a:ext cx="1176854" cy="202504"/>
            <a:chOff x="10056795" y="6368350"/>
            <a:chExt cx="1454739" cy="250316"/>
          </a:xfrm>
          <a:solidFill>
            <a:schemeClr val="bg1"/>
          </a:solidFill>
        </p:grpSpPr>
        <p:sp>
          <p:nvSpPr>
            <p:cNvPr id="21" name="Freeform 7"/>
            <p:cNvSpPr>
              <a:spLocks noEditPoints="1"/>
            </p:cNvSpPr>
            <p:nvPr userDrawn="1"/>
          </p:nvSpPr>
          <p:spPr bwMode="auto">
            <a:xfrm>
              <a:off x="10368784" y="6371977"/>
              <a:ext cx="1142750" cy="246689"/>
            </a:xfrm>
            <a:custGeom>
              <a:avLst/>
              <a:gdLst>
                <a:gd name="T0" fmla="*/ 116 w 431"/>
                <a:gd name="T1" fmla="*/ 33 h 93"/>
                <a:gd name="T2" fmla="*/ 103 w 431"/>
                <a:gd name="T3" fmla="*/ 24 h 93"/>
                <a:gd name="T4" fmla="*/ 116 w 431"/>
                <a:gd name="T5" fmla="*/ 75 h 93"/>
                <a:gd name="T6" fmla="*/ 128 w 431"/>
                <a:gd name="T7" fmla="*/ 32 h 93"/>
                <a:gd name="T8" fmla="*/ 139 w 431"/>
                <a:gd name="T9" fmla="*/ 75 h 93"/>
                <a:gd name="T10" fmla="*/ 152 w 431"/>
                <a:gd name="T11" fmla="*/ 48 h 93"/>
                <a:gd name="T12" fmla="*/ 174 w 431"/>
                <a:gd name="T13" fmla="*/ 45 h 93"/>
                <a:gd name="T14" fmla="*/ 188 w 431"/>
                <a:gd name="T15" fmla="*/ 75 h 93"/>
                <a:gd name="T16" fmla="*/ 169 w 431"/>
                <a:gd name="T17" fmla="*/ 23 h 93"/>
                <a:gd name="T18" fmla="*/ 133 w 431"/>
                <a:gd name="T19" fmla="*/ 23 h 93"/>
                <a:gd name="T20" fmla="*/ 238 w 431"/>
                <a:gd name="T21" fmla="*/ 0 h 93"/>
                <a:gd name="T22" fmla="*/ 238 w 431"/>
                <a:gd name="T23" fmla="*/ 76 h 93"/>
                <a:gd name="T24" fmla="*/ 260 w 431"/>
                <a:gd name="T25" fmla="*/ 61 h 93"/>
                <a:gd name="T26" fmla="*/ 213 w 431"/>
                <a:gd name="T27" fmla="*/ 37 h 93"/>
                <a:gd name="T28" fmla="*/ 259 w 431"/>
                <a:gd name="T29" fmla="*/ 14 h 93"/>
                <a:gd name="T30" fmla="*/ 54 w 431"/>
                <a:gd name="T31" fmla="*/ 3 h 93"/>
                <a:gd name="T32" fmla="*/ 0 w 431"/>
                <a:gd name="T33" fmla="*/ 21 h 93"/>
                <a:gd name="T34" fmla="*/ 36 w 431"/>
                <a:gd name="T35" fmla="*/ 45 h 93"/>
                <a:gd name="T36" fmla="*/ 27 w 431"/>
                <a:gd name="T37" fmla="*/ 66 h 93"/>
                <a:gd name="T38" fmla="*/ 1 w 431"/>
                <a:gd name="T39" fmla="*/ 72 h 93"/>
                <a:gd name="T40" fmla="*/ 60 w 431"/>
                <a:gd name="T41" fmla="*/ 54 h 93"/>
                <a:gd name="T42" fmla="*/ 26 w 431"/>
                <a:gd name="T43" fmla="*/ 30 h 93"/>
                <a:gd name="T44" fmla="*/ 33 w 431"/>
                <a:gd name="T45" fmla="*/ 9 h 93"/>
                <a:gd name="T46" fmla="*/ 54 w 431"/>
                <a:gd name="T47" fmla="*/ 3 h 93"/>
                <a:gd name="T48" fmla="*/ 390 w 431"/>
                <a:gd name="T49" fmla="*/ 49 h 93"/>
                <a:gd name="T50" fmla="*/ 417 w 431"/>
                <a:gd name="T51" fmla="*/ 49 h 93"/>
                <a:gd name="T52" fmla="*/ 376 w 431"/>
                <a:gd name="T53" fmla="*/ 93 h 93"/>
                <a:gd name="T54" fmla="*/ 389 w 431"/>
                <a:gd name="T55" fmla="*/ 67 h 93"/>
                <a:gd name="T56" fmla="*/ 431 w 431"/>
                <a:gd name="T57" fmla="*/ 49 h 93"/>
                <a:gd name="T58" fmla="*/ 389 w 431"/>
                <a:gd name="T59" fmla="*/ 33 h 93"/>
                <a:gd name="T60" fmla="*/ 376 w 431"/>
                <a:gd name="T61" fmla="*/ 24 h 93"/>
                <a:gd name="T62" fmla="*/ 334 w 431"/>
                <a:gd name="T63" fmla="*/ 75 h 93"/>
                <a:gd name="T64" fmla="*/ 347 w 431"/>
                <a:gd name="T65" fmla="*/ 47 h 93"/>
                <a:gd name="T66" fmla="*/ 368 w 431"/>
                <a:gd name="T67" fmla="*/ 24 h 93"/>
                <a:gd name="T68" fmla="*/ 347 w 431"/>
                <a:gd name="T69" fmla="*/ 24 h 93"/>
                <a:gd name="T70" fmla="*/ 334 w 431"/>
                <a:gd name="T71" fmla="*/ 75 h 93"/>
                <a:gd name="T72" fmla="*/ 282 w 431"/>
                <a:gd name="T73" fmla="*/ 49 h 93"/>
                <a:gd name="T74" fmla="*/ 309 w 431"/>
                <a:gd name="T75" fmla="*/ 49 h 93"/>
                <a:gd name="T76" fmla="*/ 268 w 431"/>
                <a:gd name="T77" fmla="*/ 50 h 93"/>
                <a:gd name="T78" fmla="*/ 323 w 431"/>
                <a:gd name="T79" fmla="*/ 49 h 93"/>
                <a:gd name="T80" fmla="*/ 268 w 431"/>
                <a:gd name="T81" fmla="*/ 50 h 93"/>
                <a:gd name="T82" fmla="*/ 86 w 431"/>
                <a:gd name="T83" fmla="*/ 75 h 93"/>
                <a:gd name="T84" fmla="*/ 73 w 431"/>
                <a:gd name="T85" fmla="*/ 24 h 93"/>
                <a:gd name="T86" fmla="*/ 73 w 431"/>
                <a:gd name="T87" fmla="*/ 14 h 93"/>
                <a:gd name="T88" fmla="*/ 86 w 431"/>
                <a:gd name="T89" fmla="*/ 1 h 93"/>
                <a:gd name="T90" fmla="*/ 73 w 431"/>
                <a:gd name="T91" fmla="*/ 1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31" h="93">
                  <a:moveTo>
                    <a:pt x="133" y="23"/>
                  </a:moveTo>
                  <a:cubicBezTo>
                    <a:pt x="117" y="23"/>
                    <a:pt x="116" y="33"/>
                    <a:pt x="116" y="33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75"/>
                    <a:pt x="103" y="75"/>
                    <a:pt x="103" y="75"/>
                  </a:cubicBezTo>
                  <a:cubicBezTo>
                    <a:pt x="116" y="75"/>
                    <a:pt x="116" y="75"/>
                    <a:pt x="116" y="75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35"/>
                    <a:pt x="121" y="32"/>
                    <a:pt x="128" y="32"/>
                  </a:cubicBezTo>
                  <a:cubicBezTo>
                    <a:pt x="136" y="32"/>
                    <a:pt x="139" y="34"/>
                    <a:pt x="139" y="45"/>
                  </a:cubicBezTo>
                  <a:cubicBezTo>
                    <a:pt x="139" y="75"/>
                    <a:pt x="139" y="75"/>
                    <a:pt x="139" y="75"/>
                  </a:cubicBezTo>
                  <a:cubicBezTo>
                    <a:pt x="152" y="75"/>
                    <a:pt x="152" y="75"/>
                    <a:pt x="152" y="75"/>
                  </a:cubicBezTo>
                  <a:cubicBezTo>
                    <a:pt x="152" y="48"/>
                    <a:pt x="152" y="48"/>
                    <a:pt x="152" y="48"/>
                  </a:cubicBezTo>
                  <a:cubicBezTo>
                    <a:pt x="152" y="35"/>
                    <a:pt x="156" y="32"/>
                    <a:pt x="164" y="32"/>
                  </a:cubicBezTo>
                  <a:cubicBezTo>
                    <a:pt x="172" y="32"/>
                    <a:pt x="174" y="34"/>
                    <a:pt x="174" y="45"/>
                  </a:cubicBezTo>
                  <a:cubicBezTo>
                    <a:pt x="174" y="75"/>
                    <a:pt x="174" y="75"/>
                    <a:pt x="174" y="75"/>
                  </a:cubicBezTo>
                  <a:cubicBezTo>
                    <a:pt x="188" y="75"/>
                    <a:pt x="188" y="75"/>
                    <a:pt x="188" y="75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8" y="28"/>
                    <a:pt x="182" y="23"/>
                    <a:pt x="169" y="23"/>
                  </a:cubicBezTo>
                  <a:cubicBezTo>
                    <a:pt x="153" y="23"/>
                    <a:pt x="151" y="33"/>
                    <a:pt x="151" y="33"/>
                  </a:cubicBezTo>
                  <a:cubicBezTo>
                    <a:pt x="148" y="26"/>
                    <a:pt x="143" y="23"/>
                    <a:pt x="133" y="23"/>
                  </a:cubicBezTo>
                  <a:moveTo>
                    <a:pt x="259" y="4"/>
                  </a:moveTo>
                  <a:cubicBezTo>
                    <a:pt x="259" y="4"/>
                    <a:pt x="251" y="0"/>
                    <a:pt x="238" y="0"/>
                  </a:cubicBezTo>
                  <a:cubicBezTo>
                    <a:pt x="214" y="0"/>
                    <a:pt x="199" y="11"/>
                    <a:pt x="199" y="38"/>
                  </a:cubicBezTo>
                  <a:cubicBezTo>
                    <a:pt x="199" y="65"/>
                    <a:pt x="211" y="76"/>
                    <a:pt x="238" y="76"/>
                  </a:cubicBezTo>
                  <a:cubicBezTo>
                    <a:pt x="253" y="76"/>
                    <a:pt x="260" y="72"/>
                    <a:pt x="260" y="72"/>
                  </a:cubicBezTo>
                  <a:cubicBezTo>
                    <a:pt x="260" y="61"/>
                    <a:pt x="260" y="61"/>
                    <a:pt x="260" y="61"/>
                  </a:cubicBezTo>
                  <a:cubicBezTo>
                    <a:pt x="260" y="61"/>
                    <a:pt x="253" y="66"/>
                    <a:pt x="240" y="66"/>
                  </a:cubicBezTo>
                  <a:cubicBezTo>
                    <a:pt x="223" y="66"/>
                    <a:pt x="213" y="60"/>
                    <a:pt x="213" y="37"/>
                  </a:cubicBezTo>
                  <a:cubicBezTo>
                    <a:pt x="213" y="17"/>
                    <a:pt x="220" y="10"/>
                    <a:pt x="239" y="10"/>
                  </a:cubicBezTo>
                  <a:cubicBezTo>
                    <a:pt x="250" y="10"/>
                    <a:pt x="259" y="14"/>
                    <a:pt x="259" y="14"/>
                  </a:cubicBezTo>
                  <a:lnTo>
                    <a:pt x="259" y="4"/>
                  </a:lnTo>
                  <a:close/>
                  <a:moveTo>
                    <a:pt x="54" y="3"/>
                  </a:moveTo>
                  <a:cubicBezTo>
                    <a:pt x="54" y="3"/>
                    <a:pt x="45" y="0"/>
                    <a:pt x="34" y="0"/>
                  </a:cubicBezTo>
                  <a:cubicBezTo>
                    <a:pt x="15" y="0"/>
                    <a:pt x="0" y="5"/>
                    <a:pt x="0" y="21"/>
                  </a:cubicBezTo>
                  <a:cubicBezTo>
                    <a:pt x="0" y="34"/>
                    <a:pt x="8" y="38"/>
                    <a:pt x="21" y="41"/>
                  </a:cubicBezTo>
                  <a:cubicBezTo>
                    <a:pt x="36" y="45"/>
                    <a:pt x="36" y="45"/>
                    <a:pt x="36" y="45"/>
                  </a:cubicBezTo>
                  <a:cubicBezTo>
                    <a:pt x="43" y="46"/>
                    <a:pt x="46" y="48"/>
                    <a:pt x="46" y="55"/>
                  </a:cubicBezTo>
                  <a:cubicBezTo>
                    <a:pt x="46" y="66"/>
                    <a:pt x="38" y="66"/>
                    <a:pt x="27" y="66"/>
                  </a:cubicBezTo>
                  <a:cubicBezTo>
                    <a:pt x="13" y="66"/>
                    <a:pt x="1" y="62"/>
                    <a:pt x="1" y="62"/>
                  </a:cubicBezTo>
                  <a:cubicBezTo>
                    <a:pt x="1" y="72"/>
                    <a:pt x="1" y="72"/>
                    <a:pt x="1" y="72"/>
                  </a:cubicBezTo>
                  <a:cubicBezTo>
                    <a:pt x="1" y="72"/>
                    <a:pt x="12" y="76"/>
                    <a:pt x="25" y="76"/>
                  </a:cubicBezTo>
                  <a:cubicBezTo>
                    <a:pt x="44" y="76"/>
                    <a:pt x="60" y="72"/>
                    <a:pt x="60" y="54"/>
                  </a:cubicBezTo>
                  <a:cubicBezTo>
                    <a:pt x="60" y="41"/>
                    <a:pt x="53" y="36"/>
                    <a:pt x="40" y="33"/>
                  </a:cubicBezTo>
                  <a:cubicBezTo>
                    <a:pt x="26" y="30"/>
                    <a:pt x="26" y="30"/>
                    <a:pt x="26" y="30"/>
                  </a:cubicBezTo>
                  <a:cubicBezTo>
                    <a:pt x="18" y="28"/>
                    <a:pt x="14" y="26"/>
                    <a:pt x="14" y="19"/>
                  </a:cubicBezTo>
                  <a:cubicBezTo>
                    <a:pt x="14" y="10"/>
                    <a:pt x="23" y="9"/>
                    <a:pt x="33" y="9"/>
                  </a:cubicBezTo>
                  <a:cubicBezTo>
                    <a:pt x="46" y="9"/>
                    <a:pt x="54" y="13"/>
                    <a:pt x="54" y="13"/>
                  </a:cubicBezTo>
                  <a:lnTo>
                    <a:pt x="54" y="3"/>
                  </a:lnTo>
                  <a:close/>
                  <a:moveTo>
                    <a:pt x="403" y="68"/>
                  </a:moveTo>
                  <a:cubicBezTo>
                    <a:pt x="392" y="68"/>
                    <a:pt x="390" y="61"/>
                    <a:pt x="390" y="49"/>
                  </a:cubicBezTo>
                  <a:cubicBezTo>
                    <a:pt x="390" y="38"/>
                    <a:pt x="392" y="31"/>
                    <a:pt x="403" y="31"/>
                  </a:cubicBezTo>
                  <a:cubicBezTo>
                    <a:pt x="414" y="31"/>
                    <a:pt x="417" y="38"/>
                    <a:pt x="417" y="49"/>
                  </a:cubicBezTo>
                  <a:cubicBezTo>
                    <a:pt x="417" y="62"/>
                    <a:pt x="414" y="68"/>
                    <a:pt x="403" y="68"/>
                  </a:cubicBezTo>
                  <a:moveTo>
                    <a:pt x="376" y="93"/>
                  </a:moveTo>
                  <a:cubicBezTo>
                    <a:pt x="389" y="93"/>
                    <a:pt x="389" y="93"/>
                    <a:pt x="389" y="93"/>
                  </a:cubicBezTo>
                  <a:cubicBezTo>
                    <a:pt x="389" y="67"/>
                    <a:pt x="389" y="67"/>
                    <a:pt x="389" y="67"/>
                  </a:cubicBezTo>
                  <a:cubicBezTo>
                    <a:pt x="389" y="67"/>
                    <a:pt x="391" y="76"/>
                    <a:pt x="406" y="76"/>
                  </a:cubicBezTo>
                  <a:cubicBezTo>
                    <a:pt x="423" y="76"/>
                    <a:pt x="431" y="68"/>
                    <a:pt x="431" y="49"/>
                  </a:cubicBezTo>
                  <a:cubicBezTo>
                    <a:pt x="431" y="31"/>
                    <a:pt x="424" y="23"/>
                    <a:pt x="408" y="23"/>
                  </a:cubicBezTo>
                  <a:cubicBezTo>
                    <a:pt x="391" y="23"/>
                    <a:pt x="389" y="33"/>
                    <a:pt x="389" y="33"/>
                  </a:cubicBezTo>
                  <a:cubicBezTo>
                    <a:pt x="389" y="24"/>
                    <a:pt x="389" y="24"/>
                    <a:pt x="389" y="24"/>
                  </a:cubicBezTo>
                  <a:cubicBezTo>
                    <a:pt x="376" y="24"/>
                    <a:pt x="376" y="24"/>
                    <a:pt x="376" y="24"/>
                  </a:cubicBezTo>
                  <a:lnTo>
                    <a:pt x="376" y="93"/>
                  </a:lnTo>
                  <a:close/>
                  <a:moveTo>
                    <a:pt x="334" y="75"/>
                  </a:moveTo>
                  <a:cubicBezTo>
                    <a:pt x="347" y="75"/>
                    <a:pt x="347" y="75"/>
                    <a:pt x="347" y="75"/>
                  </a:cubicBezTo>
                  <a:cubicBezTo>
                    <a:pt x="347" y="47"/>
                    <a:pt x="347" y="47"/>
                    <a:pt x="347" y="47"/>
                  </a:cubicBezTo>
                  <a:cubicBezTo>
                    <a:pt x="347" y="37"/>
                    <a:pt x="351" y="36"/>
                    <a:pt x="368" y="36"/>
                  </a:cubicBezTo>
                  <a:cubicBezTo>
                    <a:pt x="368" y="24"/>
                    <a:pt x="368" y="24"/>
                    <a:pt x="368" y="24"/>
                  </a:cubicBezTo>
                  <a:cubicBezTo>
                    <a:pt x="355" y="24"/>
                    <a:pt x="349" y="28"/>
                    <a:pt x="347" y="37"/>
                  </a:cubicBezTo>
                  <a:cubicBezTo>
                    <a:pt x="347" y="24"/>
                    <a:pt x="347" y="24"/>
                    <a:pt x="347" y="24"/>
                  </a:cubicBezTo>
                  <a:cubicBezTo>
                    <a:pt x="334" y="24"/>
                    <a:pt x="334" y="24"/>
                    <a:pt x="334" y="24"/>
                  </a:cubicBezTo>
                  <a:lnTo>
                    <a:pt x="334" y="75"/>
                  </a:lnTo>
                  <a:close/>
                  <a:moveTo>
                    <a:pt x="296" y="68"/>
                  </a:moveTo>
                  <a:cubicBezTo>
                    <a:pt x="284" y="68"/>
                    <a:pt x="282" y="63"/>
                    <a:pt x="282" y="49"/>
                  </a:cubicBezTo>
                  <a:cubicBezTo>
                    <a:pt x="282" y="36"/>
                    <a:pt x="284" y="30"/>
                    <a:pt x="295" y="30"/>
                  </a:cubicBezTo>
                  <a:cubicBezTo>
                    <a:pt x="307" y="30"/>
                    <a:pt x="309" y="36"/>
                    <a:pt x="309" y="49"/>
                  </a:cubicBezTo>
                  <a:cubicBezTo>
                    <a:pt x="309" y="62"/>
                    <a:pt x="307" y="68"/>
                    <a:pt x="296" y="68"/>
                  </a:cubicBezTo>
                  <a:moveTo>
                    <a:pt x="268" y="50"/>
                  </a:moveTo>
                  <a:cubicBezTo>
                    <a:pt x="268" y="70"/>
                    <a:pt x="278" y="76"/>
                    <a:pt x="295" y="76"/>
                  </a:cubicBezTo>
                  <a:cubicBezTo>
                    <a:pt x="312" y="76"/>
                    <a:pt x="323" y="70"/>
                    <a:pt x="323" y="49"/>
                  </a:cubicBezTo>
                  <a:cubicBezTo>
                    <a:pt x="323" y="29"/>
                    <a:pt x="312" y="23"/>
                    <a:pt x="295" y="23"/>
                  </a:cubicBezTo>
                  <a:cubicBezTo>
                    <a:pt x="278" y="23"/>
                    <a:pt x="268" y="29"/>
                    <a:pt x="268" y="50"/>
                  </a:cubicBezTo>
                  <a:moveTo>
                    <a:pt x="73" y="75"/>
                  </a:moveTo>
                  <a:cubicBezTo>
                    <a:pt x="86" y="75"/>
                    <a:pt x="86" y="75"/>
                    <a:pt x="86" y="75"/>
                  </a:cubicBezTo>
                  <a:cubicBezTo>
                    <a:pt x="86" y="24"/>
                    <a:pt x="86" y="24"/>
                    <a:pt x="86" y="24"/>
                  </a:cubicBezTo>
                  <a:cubicBezTo>
                    <a:pt x="73" y="24"/>
                    <a:pt x="73" y="24"/>
                    <a:pt x="73" y="24"/>
                  </a:cubicBezTo>
                  <a:lnTo>
                    <a:pt x="73" y="75"/>
                  </a:lnTo>
                  <a:close/>
                  <a:moveTo>
                    <a:pt x="73" y="14"/>
                  </a:moveTo>
                  <a:cubicBezTo>
                    <a:pt x="86" y="14"/>
                    <a:pt x="86" y="14"/>
                    <a:pt x="86" y="14"/>
                  </a:cubicBezTo>
                  <a:cubicBezTo>
                    <a:pt x="86" y="1"/>
                    <a:pt x="86" y="1"/>
                    <a:pt x="86" y="1"/>
                  </a:cubicBezTo>
                  <a:cubicBezTo>
                    <a:pt x="73" y="1"/>
                    <a:pt x="73" y="1"/>
                    <a:pt x="73" y="1"/>
                  </a:cubicBezTo>
                  <a:lnTo>
                    <a:pt x="73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8"/>
            <p:cNvSpPr>
              <a:spLocks noEditPoints="1"/>
            </p:cNvSpPr>
            <p:nvPr userDrawn="1"/>
          </p:nvSpPr>
          <p:spPr bwMode="auto">
            <a:xfrm>
              <a:off x="10142048" y="6453602"/>
              <a:ext cx="59859" cy="61672"/>
            </a:xfrm>
            <a:custGeom>
              <a:avLst/>
              <a:gdLst>
                <a:gd name="T0" fmla="*/ 26 w 33"/>
                <a:gd name="T1" fmla="*/ 26 h 34"/>
                <a:gd name="T2" fmla="*/ 13 w 33"/>
                <a:gd name="T3" fmla="*/ 26 h 34"/>
                <a:gd name="T4" fmla="*/ 13 w 33"/>
                <a:gd name="T5" fmla="*/ 13 h 34"/>
                <a:gd name="T6" fmla="*/ 26 w 33"/>
                <a:gd name="T7" fmla="*/ 13 h 34"/>
                <a:gd name="T8" fmla="*/ 26 w 33"/>
                <a:gd name="T9" fmla="*/ 26 h 34"/>
                <a:gd name="T10" fmla="*/ 33 w 33"/>
                <a:gd name="T11" fmla="*/ 0 h 34"/>
                <a:gd name="T12" fmla="*/ 0 w 33"/>
                <a:gd name="T13" fmla="*/ 0 h 34"/>
                <a:gd name="T14" fmla="*/ 0 w 33"/>
                <a:gd name="T15" fmla="*/ 34 h 34"/>
                <a:gd name="T16" fmla="*/ 33 w 33"/>
                <a:gd name="T17" fmla="*/ 34 h 34"/>
                <a:gd name="T18" fmla="*/ 33 w 33"/>
                <a:gd name="T19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3" h="34">
                  <a:moveTo>
                    <a:pt x="26" y="26"/>
                  </a:moveTo>
                  <a:lnTo>
                    <a:pt x="13" y="26"/>
                  </a:lnTo>
                  <a:lnTo>
                    <a:pt x="13" y="13"/>
                  </a:lnTo>
                  <a:lnTo>
                    <a:pt x="26" y="13"/>
                  </a:lnTo>
                  <a:lnTo>
                    <a:pt x="26" y="26"/>
                  </a:lnTo>
                  <a:close/>
                  <a:moveTo>
                    <a:pt x="33" y="0"/>
                  </a:moveTo>
                  <a:lnTo>
                    <a:pt x="0" y="0"/>
                  </a:lnTo>
                  <a:lnTo>
                    <a:pt x="0" y="34"/>
                  </a:lnTo>
                  <a:lnTo>
                    <a:pt x="33" y="34"/>
                  </a:lnTo>
                  <a:lnTo>
                    <a:pt x="3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9"/>
            <p:cNvSpPr>
              <a:spLocks noEditPoints="1"/>
            </p:cNvSpPr>
            <p:nvPr userDrawn="1"/>
          </p:nvSpPr>
          <p:spPr bwMode="auto">
            <a:xfrm>
              <a:off x="10078561" y="6390116"/>
              <a:ext cx="163250" cy="165063"/>
            </a:xfrm>
            <a:custGeom>
              <a:avLst/>
              <a:gdLst>
                <a:gd name="T0" fmla="*/ 83 w 90"/>
                <a:gd name="T1" fmla="*/ 83 h 91"/>
                <a:gd name="T2" fmla="*/ 13 w 90"/>
                <a:gd name="T3" fmla="*/ 83 h 91"/>
                <a:gd name="T4" fmla="*/ 13 w 90"/>
                <a:gd name="T5" fmla="*/ 13 h 91"/>
                <a:gd name="T6" fmla="*/ 83 w 90"/>
                <a:gd name="T7" fmla="*/ 13 h 91"/>
                <a:gd name="T8" fmla="*/ 83 w 90"/>
                <a:gd name="T9" fmla="*/ 83 h 91"/>
                <a:gd name="T10" fmla="*/ 90 w 90"/>
                <a:gd name="T11" fmla="*/ 0 h 91"/>
                <a:gd name="T12" fmla="*/ 0 w 90"/>
                <a:gd name="T13" fmla="*/ 0 h 91"/>
                <a:gd name="T14" fmla="*/ 0 w 90"/>
                <a:gd name="T15" fmla="*/ 91 h 91"/>
                <a:gd name="T16" fmla="*/ 90 w 90"/>
                <a:gd name="T17" fmla="*/ 91 h 91"/>
                <a:gd name="T18" fmla="*/ 90 w 90"/>
                <a:gd name="T1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0" h="91">
                  <a:moveTo>
                    <a:pt x="83" y="83"/>
                  </a:moveTo>
                  <a:lnTo>
                    <a:pt x="13" y="83"/>
                  </a:lnTo>
                  <a:lnTo>
                    <a:pt x="13" y="13"/>
                  </a:lnTo>
                  <a:lnTo>
                    <a:pt x="83" y="13"/>
                  </a:lnTo>
                  <a:lnTo>
                    <a:pt x="83" y="83"/>
                  </a:lnTo>
                  <a:close/>
                  <a:moveTo>
                    <a:pt x="90" y="0"/>
                  </a:moveTo>
                  <a:lnTo>
                    <a:pt x="0" y="0"/>
                  </a:lnTo>
                  <a:lnTo>
                    <a:pt x="0" y="91"/>
                  </a:lnTo>
                  <a:lnTo>
                    <a:pt x="90" y="91"/>
                  </a:lnTo>
                  <a:lnTo>
                    <a:pt x="9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0"/>
            <p:cNvSpPr>
              <a:spLocks noEditPoints="1"/>
            </p:cNvSpPr>
            <p:nvPr userDrawn="1"/>
          </p:nvSpPr>
          <p:spPr bwMode="auto">
            <a:xfrm>
              <a:off x="10056795" y="6368350"/>
              <a:ext cx="206783" cy="204969"/>
            </a:xfrm>
            <a:custGeom>
              <a:avLst/>
              <a:gdLst>
                <a:gd name="T0" fmla="*/ 107 w 114"/>
                <a:gd name="T1" fmla="*/ 107 h 113"/>
                <a:gd name="T2" fmla="*/ 7 w 114"/>
                <a:gd name="T3" fmla="*/ 107 h 113"/>
                <a:gd name="T4" fmla="*/ 7 w 114"/>
                <a:gd name="T5" fmla="*/ 8 h 113"/>
                <a:gd name="T6" fmla="*/ 107 w 114"/>
                <a:gd name="T7" fmla="*/ 8 h 113"/>
                <a:gd name="T8" fmla="*/ 107 w 114"/>
                <a:gd name="T9" fmla="*/ 107 h 113"/>
                <a:gd name="T10" fmla="*/ 0 w 114"/>
                <a:gd name="T11" fmla="*/ 113 h 113"/>
                <a:gd name="T12" fmla="*/ 114 w 114"/>
                <a:gd name="T13" fmla="*/ 113 h 113"/>
                <a:gd name="T14" fmla="*/ 114 w 114"/>
                <a:gd name="T15" fmla="*/ 0 h 113"/>
                <a:gd name="T16" fmla="*/ 0 w 114"/>
                <a:gd name="T17" fmla="*/ 0 h 113"/>
                <a:gd name="T18" fmla="*/ 0 w 114"/>
                <a:gd name="T19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4" h="113">
                  <a:moveTo>
                    <a:pt x="107" y="107"/>
                  </a:moveTo>
                  <a:lnTo>
                    <a:pt x="7" y="107"/>
                  </a:lnTo>
                  <a:lnTo>
                    <a:pt x="7" y="8"/>
                  </a:lnTo>
                  <a:lnTo>
                    <a:pt x="107" y="8"/>
                  </a:lnTo>
                  <a:lnTo>
                    <a:pt x="107" y="107"/>
                  </a:lnTo>
                  <a:close/>
                  <a:moveTo>
                    <a:pt x="0" y="113"/>
                  </a:moveTo>
                  <a:lnTo>
                    <a:pt x="114" y="113"/>
                  </a:lnTo>
                  <a:lnTo>
                    <a:pt x="114" y="0"/>
                  </a:lnTo>
                  <a:lnTo>
                    <a:pt x="0" y="0"/>
                  </a:lnTo>
                  <a:lnTo>
                    <a:pt x="0" y="1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1"/>
            <p:cNvSpPr>
              <a:spLocks noEditPoints="1"/>
            </p:cNvSpPr>
            <p:nvPr userDrawn="1"/>
          </p:nvSpPr>
          <p:spPr bwMode="auto">
            <a:xfrm>
              <a:off x="10109398" y="6422766"/>
              <a:ext cx="112461" cy="110647"/>
            </a:xfrm>
            <a:custGeom>
              <a:avLst/>
              <a:gdLst>
                <a:gd name="T0" fmla="*/ 56 w 62"/>
                <a:gd name="T1" fmla="*/ 55 h 61"/>
                <a:gd name="T2" fmla="*/ 14 w 62"/>
                <a:gd name="T3" fmla="*/ 55 h 61"/>
                <a:gd name="T4" fmla="*/ 14 w 62"/>
                <a:gd name="T5" fmla="*/ 13 h 61"/>
                <a:gd name="T6" fmla="*/ 56 w 62"/>
                <a:gd name="T7" fmla="*/ 13 h 61"/>
                <a:gd name="T8" fmla="*/ 56 w 62"/>
                <a:gd name="T9" fmla="*/ 55 h 61"/>
                <a:gd name="T10" fmla="*/ 62 w 62"/>
                <a:gd name="T11" fmla="*/ 0 h 61"/>
                <a:gd name="T12" fmla="*/ 0 w 62"/>
                <a:gd name="T13" fmla="*/ 0 h 61"/>
                <a:gd name="T14" fmla="*/ 0 w 62"/>
                <a:gd name="T15" fmla="*/ 61 h 61"/>
                <a:gd name="T16" fmla="*/ 62 w 62"/>
                <a:gd name="T17" fmla="*/ 61 h 61"/>
                <a:gd name="T18" fmla="*/ 62 w 62"/>
                <a:gd name="T19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" h="61">
                  <a:moveTo>
                    <a:pt x="56" y="55"/>
                  </a:moveTo>
                  <a:lnTo>
                    <a:pt x="14" y="55"/>
                  </a:lnTo>
                  <a:lnTo>
                    <a:pt x="14" y="13"/>
                  </a:lnTo>
                  <a:lnTo>
                    <a:pt x="56" y="13"/>
                  </a:lnTo>
                  <a:lnTo>
                    <a:pt x="56" y="55"/>
                  </a:lnTo>
                  <a:close/>
                  <a:moveTo>
                    <a:pt x="62" y="0"/>
                  </a:moveTo>
                  <a:lnTo>
                    <a:pt x="0" y="0"/>
                  </a:lnTo>
                  <a:lnTo>
                    <a:pt x="0" y="61"/>
                  </a:lnTo>
                  <a:lnTo>
                    <a:pt x="62" y="61"/>
                  </a:lnTo>
                  <a:lnTo>
                    <a:pt x="6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8" name="Slide Number Placeholder 2">
            <a:extLst>
              <a:ext uri="{FF2B5EF4-FFF2-40B4-BE49-F238E27FC236}">
                <a16:creationId xmlns:a16="http://schemas.microsoft.com/office/drawing/2014/main" id="{450A3B49-CCFF-4E42-9265-AA2EF0310F1C}"/>
              </a:ext>
            </a:extLst>
          </p:cNvPr>
          <p:cNvSpPr txBox="1">
            <a:spLocks/>
          </p:cNvSpPr>
          <p:nvPr userDrawn="1"/>
        </p:nvSpPr>
        <p:spPr>
          <a:xfrm>
            <a:off x="672001" y="6352663"/>
            <a:ext cx="679721" cy="36618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marR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lang="en-US" sz="1000" kern="1200" smtClean="0">
                <a:solidFill>
                  <a:schemeClr val="bg2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marL="609585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1219170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828754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2438339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3047924" algn="l" defTabSz="609585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3657509" algn="l" defTabSz="609585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4267093" algn="l" defTabSz="609585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4876678" algn="l" defTabSz="609585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fld id="{E16BA917-7F09-4B8D-AF07-F52890C14046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  <p:sp>
        <p:nvSpPr>
          <p:cNvPr id="46" name="Freeform 5">
            <a:extLst>
              <a:ext uri="{FF2B5EF4-FFF2-40B4-BE49-F238E27FC236}">
                <a16:creationId xmlns:a16="http://schemas.microsoft.com/office/drawing/2014/main" id="{572D5DB4-596C-4B3C-8639-53D2DFD469DD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351115" y="1150760"/>
            <a:ext cx="627300" cy="470078"/>
          </a:xfrm>
          <a:custGeom>
            <a:avLst/>
            <a:gdLst>
              <a:gd name="T0" fmla="*/ 60 w 121"/>
              <a:gd name="T1" fmla="*/ 11 h 90"/>
              <a:gd name="T2" fmla="*/ 45 w 121"/>
              <a:gd name="T3" fmla="*/ 19 h 90"/>
              <a:gd name="T4" fmla="*/ 34 w 121"/>
              <a:gd name="T5" fmla="*/ 27 h 90"/>
              <a:gd name="T6" fmla="*/ 25 w 121"/>
              <a:gd name="T7" fmla="*/ 37 h 90"/>
              <a:gd name="T8" fmla="*/ 19 w 121"/>
              <a:gd name="T9" fmla="*/ 51 h 90"/>
              <a:gd name="T10" fmla="*/ 26 w 121"/>
              <a:gd name="T11" fmla="*/ 51 h 90"/>
              <a:gd name="T12" fmla="*/ 40 w 121"/>
              <a:gd name="T13" fmla="*/ 56 h 90"/>
              <a:gd name="T14" fmla="*/ 45 w 121"/>
              <a:gd name="T15" fmla="*/ 67 h 90"/>
              <a:gd name="T16" fmla="*/ 39 w 121"/>
              <a:gd name="T17" fmla="*/ 82 h 90"/>
              <a:gd name="T18" fmla="*/ 22 w 121"/>
              <a:gd name="T19" fmla="*/ 90 h 90"/>
              <a:gd name="T20" fmla="*/ 6 w 121"/>
              <a:gd name="T21" fmla="*/ 83 h 90"/>
              <a:gd name="T22" fmla="*/ 0 w 121"/>
              <a:gd name="T23" fmla="*/ 67 h 90"/>
              <a:gd name="T24" fmla="*/ 6 w 121"/>
              <a:gd name="T25" fmla="*/ 43 h 90"/>
              <a:gd name="T26" fmla="*/ 21 w 121"/>
              <a:gd name="T27" fmla="*/ 23 h 90"/>
              <a:gd name="T28" fmla="*/ 39 w 121"/>
              <a:gd name="T29" fmla="*/ 10 h 90"/>
              <a:gd name="T30" fmla="*/ 55 w 121"/>
              <a:gd name="T31" fmla="*/ 0 h 90"/>
              <a:gd name="T32" fmla="*/ 60 w 121"/>
              <a:gd name="T33" fmla="*/ 11 h 90"/>
              <a:gd name="T34" fmla="*/ 121 w 121"/>
              <a:gd name="T35" fmla="*/ 11 h 90"/>
              <a:gd name="T36" fmla="*/ 106 w 121"/>
              <a:gd name="T37" fmla="*/ 19 h 90"/>
              <a:gd name="T38" fmla="*/ 95 w 121"/>
              <a:gd name="T39" fmla="*/ 27 h 90"/>
              <a:gd name="T40" fmla="*/ 86 w 121"/>
              <a:gd name="T41" fmla="*/ 37 h 90"/>
              <a:gd name="T42" fmla="*/ 79 w 121"/>
              <a:gd name="T43" fmla="*/ 51 h 90"/>
              <a:gd name="T44" fmla="*/ 86 w 121"/>
              <a:gd name="T45" fmla="*/ 51 h 90"/>
              <a:gd name="T46" fmla="*/ 101 w 121"/>
              <a:gd name="T47" fmla="*/ 56 h 90"/>
              <a:gd name="T48" fmla="*/ 106 w 121"/>
              <a:gd name="T49" fmla="*/ 67 h 90"/>
              <a:gd name="T50" fmla="*/ 100 w 121"/>
              <a:gd name="T51" fmla="*/ 82 h 90"/>
              <a:gd name="T52" fmla="*/ 83 w 121"/>
              <a:gd name="T53" fmla="*/ 90 h 90"/>
              <a:gd name="T54" fmla="*/ 67 w 121"/>
              <a:gd name="T55" fmla="*/ 83 h 90"/>
              <a:gd name="T56" fmla="*/ 61 w 121"/>
              <a:gd name="T57" fmla="*/ 67 h 90"/>
              <a:gd name="T58" fmla="*/ 67 w 121"/>
              <a:gd name="T59" fmla="*/ 43 h 90"/>
              <a:gd name="T60" fmla="*/ 82 w 121"/>
              <a:gd name="T61" fmla="*/ 23 h 90"/>
              <a:gd name="T62" fmla="*/ 99 w 121"/>
              <a:gd name="T63" fmla="*/ 10 h 90"/>
              <a:gd name="T64" fmla="*/ 116 w 121"/>
              <a:gd name="T65" fmla="*/ 0 h 90"/>
              <a:gd name="T66" fmla="*/ 121 w 121"/>
              <a:gd name="T67" fmla="*/ 11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21" h="90">
                <a:moveTo>
                  <a:pt x="60" y="11"/>
                </a:moveTo>
                <a:cubicBezTo>
                  <a:pt x="55" y="13"/>
                  <a:pt x="50" y="16"/>
                  <a:pt x="45" y="19"/>
                </a:cubicBezTo>
                <a:cubicBezTo>
                  <a:pt x="41" y="21"/>
                  <a:pt x="37" y="24"/>
                  <a:pt x="34" y="27"/>
                </a:cubicBezTo>
                <a:cubicBezTo>
                  <a:pt x="30" y="30"/>
                  <a:pt x="27" y="33"/>
                  <a:pt x="25" y="37"/>
                </a:cubicBezTo>
                <a:cubicBezTo>
                  <a:pt x="22" y="41"/>
                  <a:pt x="20" y="45"/>
                  <a:pt x="19" y="51"/>
                </a:cubicBezTo>
                <a:cubicBezTo>
                  <a:pt x="26" y="51"/>
                  <a:pt x="26" y="51"/>
                  <a:pt x="26" y="51"/>
                </a:cubicBezTo>
                <a:cubicBezTo>
                  <a:pt x="33" y="51"/>
                  <a:pt x="37" y="53"/>
                  <a:pt x="40" y="56"/>
                </a:cubicBezTo>
                <a:cubicBezTo>
                  <a:pt x="44" y="59"/>
                  <a:pt x="45" y="63"/>
                  <a:pt x="45" y="67"/>
                </a:cubicBezTo>
                <a:cubicBezTo>
                  <a:pt x="45" y="73"/>
                  <a:pt x="43" y="78"/>
                  <a:pt x="39" y="82"/>
                </a:cubicBezTo>
                <a:cubicBezTo>
                  <a:pt x="35" y="87"/>
                  <a:pt x="29" y="90"/>
                  <a:pt x="22" y="90"/>
                </a:cubicBezTo>
                <a:cubicBezTo>
                  <a:pt x="15" y="90"/>
                  <a:pt x="9" y="88"/>
                  <a:pt x="6" y="83"/>
                </a:cubicBezTo>
                <a:cubicBezTo>
                  <a:pt x="2" y="79"/>
                  <a:pt x="0" y="74"/>
                  <a:pt x="0" y="67"/>
                </a:cubicBezTo>
                <a:cubicBezTo>
                  <a:pt x="0" y="58"/>
                  <a:pt x="2" y="50"/>
                  <a:pt x="6" y="43"/>
                </a:cubicBezTo>
                <a:cubicBezTo>
                  <a:pt x="10" y="35"/>
                  <a:pt x="15" y="29"/>
                  <a:pt x="21" y="23"/>
                </a:cubicBezTo>
                <a:cubicBezTo>
                  <a:pt x="26" y="18"/>
                  <a:pt x="32" y="13"/>
                  <a:pt x="39" y="10"/>
                </a:cubicBezTo>
                <a:cubicBezTo>
                  <a:pt x="45" y="6"/>
                  <a:pt x="50" y="3"/>
                  <a:pt x="55" y="0"/>
                </a:cubicBezTo>
                <a:lnTo>
                  <a:pt x="60" y="11"/>
                </a:lnTo>
                <a:close/>
                <a:moveTo>
                  <a:pt x="121" y="11"/>
                </a:moveTo>
                <a:cubicBezTo>
                  <a:pt x="116" y="13"/>
                  <a:pt x="111" y="16"/>
                  <a:pt x="106" y="19"/>
                </a:cubicBezTo>
                <a:cubicBezTo>
                  <a:pt x="102" y="21"/>
                  <a:pt x="98" y="24"/>
                  <a:pt x="95" y="27"/>
                </a:cubicBezTo>
                <a:cubicBezTo>
                  <a:pt x="91" y="30"/>
                  <a:pt x="88" y="33"/>
                  <a:pt x="86" y="37"/>
                </a:cubicBezTo>
                <a:cubicBezTo>
                  <a:pt x="83" y="41"/>
                  <a:pt x="81" y="45"/>
                  <a:pt x="79" y="51"/>
                </a:cubicBezTo>
                <a:cubicBezTo>
                  <a:pt x="86" y="51"/>
                  <a:pt x="86" y="51"/>
                  <a:pt x="86" y="51"/>
                </a:cubicBezTo>
                <a:cubicBezTo>
                  <a:pt x="93" y="51"/>
                  <a:pt x="98" y="53"/>
                  <a:pt x="101" y="56"/>
                </a:cubicBezTo>
                <a:cubicBezTo>
                  <a:pt x="104" y="59"/>
                  <a:pt x="106" y="63"/>
                  <a:pt x="106" y="67"/>
                </a:cubicBezTo>
                <a:cubicBezTo>
                  <a:pt x="106" y="73"/>
                  <a:pt x="104" y="78"/>
                  <a:pt x="100" y="82"/>
                </a:cubicBezTo>
                <a:cubicBezTo>
                  <a:pt x="96" y="87"/>
                  <a:pt x="90" y="90"/>
                  <a:pt x="83" y="90"/>
                </a:cubicBezTo>
                <a:cubicBezTo>
                  <a:pt x="76" y="90"/>
                  <a:pt x="70" y="88"/>
                  <a:pt x="67" y="83"/>
                </a:cubicBezTo>
                <a:cubicBezTo>
                  <a:pt x="63" y="79"/>
                  <a:pt x="61" y="74"/>
                  <a:pt x="61" y="67"/>
                </a:cubicBezTo>
                <a:cubicBezTo>
                  <a:pt x="61" y="58"/>
                  <a:pt x="63" y="50"/>
                  <a:pt x="67" y="43"/>
                </a:cubicBezTo>
                <a:cubicBezTo>
                  <a:pt x="71" y="35"/>
                  <a:pt x="76" y="29"/>
                  <a:pt x="82" y="23"/>
                </a:cubicBezTo>
                <a:cubicBezTo>
                  <a:pt x="87" y="18"/>
                  <a:pt x="93" y="13"/>
                  <a:pt x="99" y="10"/>
                </a:cubicBezTo>
                <a:cubicBezTo>
                  <a:pt x="106" y="6"/>
                  <a:pt x="111" y="3"/>
                  <a:pt x="116" y="0"/>
                </a:cubicBezTo>
                <a:lnTo>
                  <a:pt x="121" y="1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a-DK">
              <a:solidFill>
                <a:schemeClr val="bg1"/>
              </a:solidFill>
            </a:endParaRP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0FB763B2-CF4C-4EC9-B293-FAB74D4B56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22401" y="1943100"/>
            <a:ext cx="8261350" cy="3454400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tabLst/>
              <a:defRPr sz="2600" b="0" i="1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300"/>
              </a:spcBef>
              <a:spcAft>
                <a:spcPts val="0"/>
              </a:spcAft>
              <a:buNone/>
              <a:tabLst/>
              <a:defRPr lang="en-US" sz="1200" b="1" kern="1200" baseline="0" dirty="0" smtClean="0">
                <a:solidFill>
                  <a:schemeClr val="bg1"/>
                </a:solidFill>
                <a:latin typeface="+mn-lt"/>
                <a:ea typeface="+mn-ea"/>
                <a:cs typeface="Arial"/>
              </a:defRPr>
            </a:lvl2pPr>
            <a:lvl3pPr marL="0" indent="0">
              <a:spcBef>
                <a:spcPts val="300"/>
              </a:spcBef>
              <a:buNone/>
              <a:tabLst/>
              <a:defRPr lang="en-US" sz="1200" b="0" kern="1200" baseline="0" dirty="0" smtClean="0">
                <a:solidFill>
                  <a:schemeClr val="bg1"/>
                </a:solidFill>
                <a:latin typeface="+mn-lt"/>
                <a:ea typeface="+mn-ea"/>
                <a:cs typeface="Arial"/>
              </a:defRPr>
            </a:lvl3pPr>
            <a:lvl4pPr marL="0" indent="0">
              <a:spcBef>
                <a:spcPts val="300"/>
              </a:spcBef>
              <a:buNone/>
              <a:tabLst/>
              <a:defRPr sz="2600" b="0" i="1">
                <a:solidFill>
                  <a:schemeClr val="bg1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300"/>
              </a:spcBef>
              <a:buFont typeface="Arial" panose="020B0604020202020204" pitchFamily="34" charset="0"/>
              <a:buNone/>
              <a:tabLst/>
              <a:defRPr sz="2600" b="0" i="1">
                <a:solidFill>
                  <a:schemeClr val="bg1"/>
                </a:solidFill>
                <a:latin typeface="Georgia" panose="02040502050405020303" pitchFamily="18" charset="0"/>
              </a:defRPr>
            </a:lvl5pPr>
          </a:lstStyle>
          <a:p>
            <a:pPr lvl="0"/>
            <a:r>
              <a:rPr lang="en-US"/>
              <a:t>Quote text here</a:t>
            </a:r>
          </a:p>
          <a:p>
            <a:pPr lvl="1"/>
            <a:r>
              <a:rPr lang="en-US"/>
              <a:t>Name</a:t>
            </a:r>
          </a:p>
          <a:p>
            <a:pPr lvl="2"/>
            <a:r>
              <a:rPr lang="en-US"/>
              <a:t>Title/Company/</a:t>
            </a:r>
            <a:r>
              <a:rPr lang="en-US" err="1"/>
              <a:t>Orginisation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6996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5_Title and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6A9B4F5C-10E8-4823-9BB1-C9C9C2CAAC70}"/>
              </a:ext>
            </a:extLst>
          </p:cNvPr>
          <p:cNvSpPr/>
          <p:nvPr userDrawn="1"/>
        </p:nvSpPr>
        <p:spPr>
          <a:xfrm>
            <a:off x="10290175" y="6252706"/>
            <a:ext cx="1457994" cy="42779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err="1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6860772-438C-494B-83A8-63B969D12C78}"/>
              </a:ext>
            </a:extLst>
          </p:cNvPr>
          <p:cNvSpPr/>
          <p:nvPr userDrawn="1"/>
        </p:nvSpPr>
        <p:spPr>
          <a:xfrm>
            <a:off x="1258470" y="6252706"/>
            <a:ext cx="679721" cy="42779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err="1">
              <a:solidFill>
                <a:schemeClr val="tx1"/>
              </a:solidFill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56C776E-D110-4967-AAF2-20158EEF10CF}"/>
              </a:ext>
            </a:extLst>
          </p:cNvPr>
          <p:cNvGrpSpPr/>
          <p:nvPr userDrawn="1"/>
        </p:nvGrpSpPr>
        <p:grpSpPr>
          <a:xfrm>
            <a:off x="0" y="-6350"/>
            <a:ext cx="12192001" cy="6864350"/>
            <a:chOff x="0" y="-6350"/>
            <a:chExt cx="12192001" cy="6864350"/>
          </a:xfrm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997FF143-B9D3-4D61-BDCC-6C0EC77C6A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3738" y="2016125"/>
              <a:ext cx="5568950" cy="4841875"/>
            </a:xfrm>
            <a:custGeom>
              <a:avLst/>
              <a:gdLst>
                <a:gd name="T0" fmla="*/ 0 w 3508"/>
                <a:gd name="T1" fmla="*/ 0 h 3050"/>
                <a:gd name="T2" fmla="*/ 0 w 3508"/>
                <a:gd name="T3" fmla="*/ 3050 h 3050"/>
                <a:gd name="T4" fmla="*/ 1737 w 3508"/>
                <a:gd name="T5" fmla="*/ 3050 h 3050"/>
                <a:gd name="T6" fmla="*/ 3508 w 3508"/>
                <a:gd name="T7" fmla="*/ 2027 h 3050"/>
                <a:gd name="T8" fmla="*/ 0 w 3508"/>
                <a:gd name="T9" fmla="*/ 0 h 30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08" h="3050">
                  <a:moveTo>
                    <a:pt x="0" y="0"/>
                  </a:moveTo>
                  <a:lnTo>
                    <a:pt x="0" y="3050"/>
                  </a:lnTo>
                  <a:lnTo>
                    <a:pt x="1737" y="3050"/>
                  </a:lnTo>
                  <a:lnTo>
                    <a:pt x="3508" y="20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6078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0922147D-73EB-44D8-AF66-6F7E5F1289E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-6350"/>
              <a:ext cx="5462588" cy="2022475"/>
            </a:xfrm>
            <a:custGeom>
              <a:avLst/>
              <a:gdLst>
                <a:gd name="T0" fmla="*/ 3441 w 3441"/>
                <a:gd name="T1" fmla="*/ 0 h 1274"/>
                <a:gd name="T2" fmla="*/ 0 w 3441"/>
                <a:gd name="T3" fmla="*/ 0 h 1274"/>
                <a:gd name="T4" fmla="*/ 0 w 3441"/>
                <a:gd name="T5" fmla="*/ 559 h 1274"/>
                <a:gd name="T6" fmla="*/ 1237 w 3441"/>
                <a:gd name="T7" fmla="*/ 1274 h 1274"/>
                <a:gd name="T8" fmla="*/ 3441 w 3441"/>
                <a:gd name="T9" fmla="*/ 0 h 1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41" h="1274">
                  <a:moveTo>
                    <a:pt x="3441" y="0"/>
                  </a:moveTo>
                  <a:lnTo>
                    <a:pt x="0" y="0"/>
                  </a:lnTo>
                  <a:lnTo>
                    <a:pt x="0" y="559"/>
                  </a:lnTo>
                  <a:lnTo>
                    <a:pt x="1237" y="1274"/>
                  </a:lnTo>
                  <a:lnTo>
                    <a:pt x="3441" y="0"/>
                  </a:lnTo>
                  <a:close/>
                </a:path>
              </a:pathLst>
            </a:custGeom>
            <a:solidFill>
              <a:srgbClr val="000000">
                <a:alpha val="7843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9">
              <a:extLst>
                <a:ext uri="{FF2B5EF4-FFF2-40B4-BE49-F238E27FC236}">
                  <a16:creationId xmlns:a16="http://schemas.microsoft.com/office/drawing/2014/main" id="{01E7A875-F577-47BF-8AF9-B0C9A6536EC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1200" y="-6350"/>
              <a:ext cx="2590800" cy="1497013"/>
            </a:xfrm>
            <a:custGeom>
              <a:avLst/>
              <a:gdLst>
                <a:gd name="T0" fmla="*/ 1632 w 1632"/>
                <a:gd name="T1" fmla="*/ 0 h 943"/>
                <a:gd name="T2" fmla="*/ 0 w 1632"/>
                <a:gd name="T3" fmla="*/ 0 h 943"/>
                <a:gd name="T4" fmla="*/ 1632 w 1632"/>
                <a:gd name="T5" fmla="*/ 943 h 943"/>
                <a:gd name="T6" fmla="*/ 1632 w 1632"/>
                <a:gd name="T7" fmla="*/ 0 h 9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32" h="943">
                  <a:moveTo>
                    <a:pt x="1632" y="0"/>
                  </a:moveTo>
                  <a:lnTo>
                    <a:pt x="0" y="0"/>
                  </a:lnTo>
                  <a:lnTo>
                    <a:pt x="1632" y="943"/>
                  </a:lnTo>
                  <a:lnTo>
                    <a:pt x="1632" y="0"/>
                  </a:lnTo>
                  <a:close/>
                </a:path>
              </a:pathLst>
            </a:custGeom>
            <a:solidFill>
              <a:srgbClr val="000000">
                <a:alpha val="7843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1">
              <a:extLst>
                <a:ext uri="{FF2B5EF4-FFF2-40B4-BE49-F238E27FC236}">
                  <a16:creationId xmlns:a16="http://schemas.microsoft.com/office/drawing/2014/main" id="{FE944BC7-BB59-441D-AB6C-90FFFE28B66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3738" y="-6350"/>
              <a:ext cx="10228263" cy="6864350"/>
            </a:xfrm>
            <a:custGeom>
              <a:avLst/>
              <a:gdLst>
                <a:gd name="T0" fmla="*/ 0 w 6443"/>
                <a:gd name="T1" fmla="*/ 1274 h 4324"/>
                <a:gd name="T2" fmla="*/ 3508 w 6443"/>
                <a:gd name="T3" fmla="*/ 3301 h 4324"/>
                <a:gd name="T4" fmla="*/ 5278 w 6443"/>
                <a:gd name="T5" fmla="*/ 4324 h 4324"/>
                <a:gd name="T6" fmla="*/ 6443 w 6443"/>
                <a:gd name="T7" fmla="*/ 4324 h 4324"/>
                <a:gd name="T8" fmla="*/ 6443 w 6443"/>
                <a:gd name="T9" fmla="*/ 943 h 4324"/>
                <a:gd name="T10" fmla="*/ 4811 w 6443"/>
                <a:gd name="T11" fmla="*/ 0 h 4324"/>
                <a:gd name="T12" fmla="*/ 2204 w 6443"/>
                <a:gd name="T13" fmla="*/ 0 h 4324"/>
                <a:gd name="T14" fmla="*/ 0 w 6443"/>
                <a:gd name="T15" fmla="*/ 1274 h 4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443" h="4324">
                  <a:moveTo>
                    <a:pt x="0" y="1274"/>
                  </a:moveTo>
                  <a:lnTo>
                    <a:pt x="3508" y="3301"/>
                  </a:lnTo>
                  <a:lnTo>
                    <a:pt x="5278" y="4324"/>
                  </a:lnTo>
                  <a:lnTo>
                    <a:pt x="6443" y="4324"/>
                  </a:lnTo>
                  <a:lnTo>
                    <a:pt x="6443" y="943"/>
                  </a:lnTo>
                  <a:lnTo>
                    <a:pt x="4811" y="0"/>
                  </a:lnTo>
                  <a:lnTo>
                    <a:pt x="2204" y="0"/>
                  </a:lnTo>
                  <a:lnTo>
                    <a:pt x="0" y="1274"/>
                  </a:lnTo>
                  <a:close/>
                </a:path>
              </a:pathLst>
            </a:custGeom>
            <a:solidFill>
              <a:srgbClr val="000000">
                <a:alpha val="12157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9">
              <a:extLst>
                <a:ext uri="{FF2B5EF4-FFF2-40B4-BE49-F238E27FC236}">
                  <a16:creationId xmlns:a16="http://schemas.microsoft.com/office/drawing/2014/main" id="{4A6807A1-E863-460E-8DBF-80144CE94F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881062"/>
              <a:ext cx="1963738" cy="5976938"/>
            </a:xfrm>
            <a:custGeom>
              <a:avLst/>
              <a:gdLst>
                <a:gd name="T0" fmla="*/ 0 w 1237"/>
                <a:gd name="T1" fmla="*/ 0 h 3765"/>
                <a:gd name="T2" fmla="*/ 0 w 1237"/>
                <a:gd name="T3" fmla="*/ 3765 h 3765"/>
                <a:gd name="T4" fmla="*/ 1237 w 1237"/>
                <a:gd name="T5" fmla="*/ 3765 h 3765"/>
                <a:gd name="T6" fmla="*/ 1237 w 1237"/>
                <a:gd name="T7" fmla="*/ 715 h 3765"/>
                <a:gd name="T8" fmla="*/ 0 w 1237"/>
                <a:gd name="T9" fmla="*/ 0 h 37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7" h="3765">
                  <a:moveTo>
                    <a:pt x="0" y="0"/>
                  </a:moveTo>
                  <a:lnTo>
                    <a:pt x="0" y="3765"/>
                  </a:lnTo>
                  <a:lnTo>
                    <a:pt x="1237" y="3765"/>
                  </a:lnTo>
                  <a:lnTo>
                    <a:pt x="1237" y="7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2157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0">
              <a:extLst>
                <a:ext uri="{FF2B5EF4-FFF2-40B4-BE49-F238E27FC236}">
                  <a16:creationId xmlns:a16="http://schemas.microsoft.com/office/drawing/2014/main" id="{197B1C32-E30D-4EB5-B03E-52D95C7179C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21225" y="5233987"/>
              <a:ext cx="5621338" cy="1624013"/>
            </a:xfrm>
            <a:custGeom>
              <a:avLst/>
              <a:gdLst>
                <a:gd name="T0" fmla="*/ 1771 w 3541"/>
                <a:gd name="T1" fmla="*/ 0 h 1023"/>
                <a:gd name="T2" fmla="*/ 0 w 3541"/>
                <a:gd name="T3" fmla="*/ 1023 h 1023"/>
                <a:gd name="T4" fmla="*/ 3541 w 3541"/>
                <a:gd name="T5" fmla="*/ 1023 h 1023"/>
                <a:gd name="T6" fmla="*/ 1771 w 3541"/>
                <a:gd name="T7" fmla="*/ 0 h 1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41" h="1023">
                  <a:moveTo>
                    <a:pt x="1771" y="0"/>
                  </a:moveTo>
                  <a:lnTo>
                    <a:pt x="0" y="1023"/>
                  </a:lnTo>
                  <a:lnTo>
                    <a:pt x="3541" y="1023"/>
                  </a:lnTo>
                  <a:lnTo>
                    <a:pt x="1771" y="0"/>
                  </a:lnTo>
                  <a:close/>
                </a:path>
              </a:pathLst>
            </a:custGeom>
            <a:solidFill>
              <a:srgbClr val="000000">
                <a:alpha val="10196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4" name="Pladsholder til sidefod 2"/>
          <p:cNvSpPr txBox="1">
            <a:spLocks/>
          </p:cNvSpPr>
          <p:nvPr userDrawn="1"/>
        </p:nvSpPr>
        <p:spPr>
          <a:xfrm>
            <a:off x="1351722" y="6356378"/>
            <a:ext cx="989842" cy="36618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marL="0" marR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1200">
                <a:solidFill>
                  <a:schemeClr val="bg1"/>
                </a:solidFill>
                <a:latin typeface="+mj-lt"/>
                <a:ea typeface="ＭＳ Ｐゴシック" charset="0"/>
                <a:cs typeface="ＭＳ Ｐゴシック" charset="0"/>
              </a:rPr>
              <a:t>© 2020</a:t>
            </a:r>
          </a:p>
        </p:txBody>
      </p:sp>
      <p:grpSp>
        <p:nvGrpSpPr>
          <p:cNvPr id="20" name="Gruppe 19"/>
          <p:cNvGrpSpPr>
            <a:grpSpLocks noChangeAspect="1"/>
          </p:cNvGrpSpPr>
          <p:nvPr userDrawn="1"/>
        </p:nvGrpSpPr>
        <p:grpSpPr>
          <a:xfrm>
            <a:off x="10343104" y="6422579"/>
            <a:ext cx="1176854" cy="202504"/>
            <a:chOff x="10056795" y="6368350"/>
            <a:chExt cx="1454739" cy="250316"/>
          </a:xfrm>
          <a:solidFill>
            <a:schemeClr val="bg1"/>
          </a:solidFill>
        </p:grpSpPr>
        <p:sp>
          <p:nvSpPr>
            <p:cNvPr id="21" name="Freeform 7"/>
            <p:cNvSpPr>
              <a:spLocks noEditPoints="1"/>
            </p:cNvSpPr>
            <p:nvPr userDrawn="1"/>
          </p:nvSpPr>
          <p:spPr bwMode="auto">
            <a:xfrm>
              <a:off x="10368784" y="6371977"/>
              <a:ext cx="1142750" cy="246689"/>
            </a:xfrm>
            <a:custGeom>
              <a:avLst/>
              <a:gdLst>
                <a:gd name="T0" fmla="*/ 116 w 431"/>
                <a:gd name="T1" fmla="*/ 33 h 93"/>
                <a:gd name="T2" fmla="*/ 103 w 431"/>
                <a:gd name="T3" fmla="*/ 24 h 93"/>
                <a:gd name="T4" fmla="*/ 116 w 431"/>
                <a:gd name="T5" fmla="*/ 75 h 93"/>
                <a:gd name="T6" fmla="*/ 128 w 431"/>
                <a:gd name="T7" fmla="*/ 32 h 93"/>
                <a:gd name="T8" fmla="*/ 139 w 431"/>
                <a:gd name="T9" fmla="*/ 75 h 93"/>
                <a:gd name="T10" fmla="*/ 152 w 431"/>
                <a:gd name="T11" fmla="*/ 48 h 93"/>
                <a:gd name="T12" fmla="*/ 174 w 431"/>
                <a:gd name="T13" fmla="*/ 45 h 93"/>
                <a:gd name="T14" fmla="*/ 188 w 431"/>
                <a:gd name="T15" fmla="*/ 75 h 93"/>
                <a:gd name="T16" fmla="*/ 169 w 431"/>
                <a:gd name="T17" fmla="*/ 23 h 93"/>
                <a:gd name="T18" fmla="*/ 133 w 431"/>
                <a:gd name="T19" fmla="*/ 23 h 93"/>
                <a:gd name="T20" fmla="*/ 238 w 431"/>
                <a:gd name="T21" fmla="*/ 0 h 93"/>
                <a:gd name="T22" fmla="*/ 238 w 431"/>
                <a:gd name="T23" fmla="*/ 76 h 93"/>
                <a:gd name="T24" fmla="*/ 260 w 431"/>
                <a:gd name="T25" fmla="*/ 61 h 93"/>
                <a:gd name="T26" fmla="*/ 213 w 431"/>
                <a:gd name="T27" fmla="*/ 37 h 93"/>
                <a:gd name="T28" fmla="*/ 259 w 431"/>
                <a:gd name="T29" fmla="*/ 14 h 93"/>
                <a:gd name="T30" fmla="*/ 54 w 431"/>
                <a:gd name="T31" fmla="*/ 3 h 93"/>
                <a:gd name="T32" fmla="*/ 0 w 431"/>
                <a:gd name="T33" fmla="*/ 21 h 93"/>
                <a:gd name="T34" fmla="*/ 36 w 431"/>
                <a:gd name="T35" fmla="*/ 45 h 93"/>
                <a:gd name="T36" fmla="*/ 27 w 431"/>
                <a:gd name="T37" fmla="*/ 66 h 93"/>
                <a:gd name="T38" fmla="*/ 1 w 431"/>
                <a:gd name="T39" fmla="*/ 72 h 93"/>
                <a:gd name="T40" fmla="*/ 60 w 431"/>
                <a:gd name="T41" fmla="*/ 54 h 93"/>
                <a:gd name="T42" fmla="*/ 26 w 431"/>
                <a:gd name="T43" fmla="*/ 30 h 93"/>
                <a:gd name="T44" fmla="*/ 33 w 431"/>
                <a:gd name="T45" fmla="*/ 9 h 93"/>
                <a:gd name="T46" fmla="*/ 54 w 431"/>
                <a:gd name="T47" fmla="*/ 3 h 93"/>
                <a:gd name="T48" fmla="*/ 390 w 431"/>
                <a:gd name="T49" fmla="*/ 49 h 93"/>
                <a:gd name="T50" fmla="*/ 417 w 431"/>
                <a:gd name="T51" fmla="*/ 49 h 93"/>
                <a:gd name="T52" fmla="*/ 376 w 431"/>
                <a:gd name="T53" fmla="*/ 93 h 93"/>
                <a:gd name="T54" fmla="*/ 389 w 431"/>
                <a:gd name="T55" fmla="*/ 67 h 93"/>
                <a:gd name="T56" fmla="*/ 431 w 431"/>
                <a:gd name="T57" fmla="*/ 49 h 93"/>
                <a:gd name="T58" fmla="*/ 389 w 431"/>
                <a:gd name="T59" fmla="*/ 33 h 93"/>
                <a:gd name="T60" fmla="*/ 376 w 431"/>
                <a:gd name="T61" fmla="*/ 24 h 93"/>
                <a:gd name="T62" fmla="*/ 334 w 431"/>
                <a:gd name="T63" fmla="*/ 75 h 93"/>
                <a:gd name="T64" fmla="*/ 347 w 431"/>
                <a:gd name="T65" fmla="*/ 47 h 93"/>
                <a:gd name="T66" fmla="*/ 368 w 431"/>
                <a:gd name="T67" fmla="*/ 24 h 93"/>
                <a:gd name="T68" fmla="*/ 347 w 431"/>
                <a:gd name="T69" fmla="*/ 24 h 93"/>
                <a:gd name="T70" fmla="*/ 334 w 431"/>
                <a:gd name="T71" fmla="*/ 75 h 93"/>
                <a:gd name="T72" fmla="*/ 282 w 431"/>
                <a:gd name="T73" fmla="*/ 49 h 93"/>
                <a:gd name="T74" fmla="*/ 309 w 431"/>
                <a:gd name="T75" fmla="*/ 49 h 93"/>
                <a:gd name="T76" fmla="*/ 268 w 431"/>
                <a:gd name="T77" fmla="*/ 50 h 93"/>
                <a:gd name="T78" fmla="*/ 323 w 431"/>
                <a:gd name="T79" fmla="*/ 49 h 93"/>
                <a:gd name="T80" fmla="*/ 268 w 431"/>
                <a:gd name="T81" fmla="*/ 50 h 93"/>
                <a:gd name="T82" fmla="*/ 86 w 431"/>
                <a:gd name="T83" fmla="*/ 75 h 93"/>
                <a:gd name="T84" fmla="*/ 73 w 431"/>
                <a:gd name="T85" fmla="*/ 24 h 93"/>
                <a:gd name="T86" fmla="*/ 73 w 431"/>
                <a:gd name="T87" fmla="*/ 14 h 93"/>
                <a:gd name="T88" fmla="*/ 86 w 431"/>
                <a:gd name="T89" fmla="*/ 1 h 93"/>
                <a:gd name="T90" fmla="*/ 73 w 431"/>
                <a:gd name="T91" fmla="*/ 1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31" h="93">
                  <a:moveTo>
                    <a:pt x="133" y="23"/>
                  </a:moveTo>
                  <a:cubicBezTo>
                    <a:pt x="117" y="23"/>
                    <a:pt x="116" y="33"/>
                    <a:pt x="116" y="33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75"/>
                    <a:pt x="103" y="75"/>
                    <a:pt x="103" y="75"/>
                  </a:cubicBezTo>
                  <a:cubicBezTo>
                    <a:pt x="116" y="75"/>
                    <a:pt x="116" y="75"/>
                    <a:pt x="116" y="75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35"/>
                    <a:pt x="121" y="32"/>
                    <a:pt x="128" y="32"/>
                  </a:cubicBezTo>
                  <a:cubicBezTo>
                    <a:pt x="136" y="32"/>
                    <a:pt x="139" y="34"/>
                    <a:pt x="139" y="45"/>
                  </a:cubicBezTo>
                  <a:cubicBezTo>
                    <a:pt x="139" y="75"/>
                    <a:pt x="139" y="75"/>
                    <a:pt x="139" y="75"/>
                  </a:cubicBezTo>
                  <a:cubicBezTo>
                    <a:pt x="152" y="75"/>
                    <a:pt x="152" y="75"/>
                    <a:pt x="152" y="75"/>
                  </a:cubicBezTo>
                  <a:cubicBezTo>
                    <a:pt x="152" y="48"/>
                    <a:pt x="152" y="48"/>
                    <a:pt x="152" y="48"/>
                  </a:cubicBezTo>
                  <a:cubicBezTo>
                    <a:pt x="152" y="35"/>
                    <a:pt x="156" y="32"/>
                    <a:pt x="164" y="32"/>
                  </a:cubicBezTo>
                  <a:cubicBezTo>
                    <a:pt x="172" y="32"/>
                    <a:pt x="174" y="34"/>
                    <a:pt x="174" y="45"/>
                  </a:cubicBezTo>
                  <a:cubicBezTo>
                    <a:pt x="174" y="75"/>
                    <a:pt x="174" y="75"/>
                    <a:pt x="174" y="75"/>
                  </a:cubicBezTo>
                  <a:cubicBezTo>
                    <a:pt x="188" y="75"/>
                    <a:pt x="188" y="75"/>
                    <a:pt x="188" y="75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8" y="28"/>
                    <a:pt x="182" y="23"/>
                    <a:pt x="169" y="23"/>
                  </a:cubicBezTo>
                  <a:cubicBezTo>
                    <a:pt x="153" y="23"/>
                    <a:pt x="151" y="33"/>
                    <a:pt x="151" y="33"/>
                  </a:cubicBezTo>
                  <a:cubicBezTo>
                    <a:pt x="148" y="26"/>
                    <a:pt x="143" y="23"/>
                    <a:pt x="133" y="23"/>
                  </a:cubicBezTo>
                  <a:moveTo>
                    <a:pt x="259" y="4"/>
                  </a:moveTo>
                  <a:cubicBezTo>
                    <a:pt x="259" y="4"/>
                    <a:pt x="251" y="0"/>
                    <a:pt x="238" y="0"/>
                  </a:cubicBezTo>
                  <a:cubicBezTo>
                    <a:pt x="214" y="0"/>
                    <a:pt x="199" y="11"/>
                    <a:pt x="199" y="38"/>
                  </a:cubicBezTo>
                  <a:cubicBezTo>
                    <a:pt x="199" y="65"/>
                    <a:pt x="211" y="76"/>
                    <a:pt x="238" y="76"/>
                  </a:cubicBezTo>
                  <a:cubicBezTo>
                    <a:pt x="253" y="76"/>
                    <a:pt x="260" y="72"/>
                    <a:pt x="260" y="72"/>
                  </a:cubicBezTo>
                  <a:cubicBezTo>
                    <a:pt x="260" y="61"/>
                    <a:pt x="260" y="61"/>
                    <a:pt x="260" y="61"/>
                  </a:cubicBezTo>
                  <a:cubicBezTo>
                    <a:pt x="260" y="61"/>
                    <a:pt x="253" y="66"/>
                    <a:pt x="240" y="66"/>
                  </a:cubicBezTo>
                  <a:cubicBezTo>
                    <a:pt x="223" y="66"/>
                    <a:pt x="213" y="60"/>
                    <a:pt x="213" y="37"/>
                  </a:cubicBezTo>
                  <a:cubicBezTo>
                    <a:pt x="213" y="17"/>
                    <a:pt x="220" y="10"/>
                    <a:pt x="239" y="10"/>
                  </a:cubicBezTo>
                  <a:cubicBezTo>
                    <a:pt x="250" y="10"/>
                    <a:pt x="259" y="14"/>
                    <a:pt x="259" y="14"/>
                  </a:cubicBezTo>
                  <a:lnTo>
                    <a:pt x="259" y="4"/>
                  </a:lnTo>
                  <a:close/>
                  <a:moveTo>
                    <a:pt x="54" y="3"/>
                  </a:moveTo>
                  <a:cubicBezTo>
                    <a:pt x="54" y="3"/>
                    <a:pt x="45" y="0"/>
                    <a:pt x="34" y="0"/>
                  </a:cubicBezTo>
                  <a:cubicBezTo>
                    <a:pt x="15" y="0"/>
                    <a:pt x="0" y="5"/>
                    <a:pt x="0" y="21"/>
                  </a:cubicBezTo>
                  <a:cubicBezTo>
                    <a:pt x="0" y="34"/>
                    <a:pt x="8" y="38"/>
                    <a:pt x="21" y="41"/>
                  </a:cubicBezTo>
                  <a:cubicBezTo>
                    <a:pt x="36" y="45"/>
                    <a:pt x="36" y="45"/>
                    <a:pt x="36" y="45"/>
                  </a:cubicBezTo>
                  <a:cubicBezTo>
                    <a:pt x="43" y="46"/>
                    <a:pt x="46" y="48"/>
                    <a:pt x="46" y="55"/>
                  </a:cubicBezTo>
                  <a:cubicBezTo>
                    <a:pt x="46" y="66"/>
                    <a:pt x="38" y="66"/>
                    <a:pt x="27" y="66"/>
                  </a:cubicBezTo>
                  <a:cubicBezTo>
                    <a:pt x="13" y="66"/>
                    <a:pt x="1" y="62"/>
                    <a:pt x="1" y="62"/>
                  </a:cubicBezTo>
                  <a:cubicBezTo>
                    <a:pt x="1" y="72"/>
                    <a:pt x="1" y="72"/>
                    <a:pt x="1" y="72"/>
                  </a:cubicBezTo>
                  <a:cubicBezTo>
                    <a:pt x="1" y="72"/>
                    <a:pt x="12" y="76"/>
                    <a:pt x="25" y="76"/>
                  </a:cubicBezTo>
                  <a:cubicBezTo>
                    <a:pt x="44" y="76"/>
                    <a:pt x="60" y="72"/>
                    <a:pt x="60" y="54"/>
                  </a:cubicBezTo>
                  <a:cubicBezTo>
                    <a:pt x="60" y="41"/>
                    <a:pt x="53" y="36"/>
                    <a:pt x="40" y="33"/>
                  </a:cubicBezTo>
                  <a:cubicBezTo>
                    <a:pt x="26" y="30"/>
                    <a:pt x="26" y="30"/>
                    <a:pt x="26" y="30"/>
                  </a:cubicBezTo>
                  <a:cubicBezTo>
                    <a:pt x="18" y="28"/>
                    <a:pt x="14" y="26"/>
                    <a:pt x="14" y="19"/>
                  </a:cubicBezTo>
                  <a:cubicBezTo>
                    <a:pt x="14" y="10"/>
                    <a:pt x="23" y="9"/>
                    <a:pt x="33" y="9"/>
                  </a:cubicBezTo>
                  <a:cubicBezTo>
                    <a:pt x="46" y="9"/>
                    <a:pt x="54" y="13"/>
                    <a:pt x="54" y="13"/>
                  </a:cubicBezTo>
                  <a:lnTo>
                    <a:pt x="54" y="3"/>
                  </a:lnTo>
                  <a:close/>
                  <a:moveTo>
                    <a:pt x="403" y="68"/>
                  </a:moveTo>
                  <a:cubicBezTo>
                    <a:pt x="392" y="68"/>
                    <a:pt x="390" y="61"/>
                    <a:pt x="390" y="49"/>
                  </a:cubicBezTo>
                  <a:cubicBezTo>
                    <a:pt x="390" y="38"/>
                    <a:pt x="392" y="31"/>
                    <a:pt x="403" y="31"/>
                  </a:cubicBezTo>
                  <a:cubicBezTo>
                    <a:pt x="414" y="31"/>
                    <a:pt x="417" y="38"/>
                    <a:pt x="417" y="49"/>
                  </a:cubicBezTo>
                  <a:cubicBezTo>
                    <a:pt x="417" y="62"/>
                    <a:pt x="414" y="68"/>
                    <a:pt x="403" y="68"/>
                  </a:cubicBezTo>
                  <a:moveTo>
                    <a:pt x="376" y="93"/>
                  </a:moveTo>
                  <a:cubicBezTo>
                    <a:pt x="389" y="93"/>
                    <a:pt x="389" y="93"/>
                    <a:pt x="389" y="93"/>
                  </a:cubicBezTo>
                  <a:cubicBezTo>
                    <a:pt x="389" y="67"/>
                    <a:pt x="389" y="67"/>
                    <a:pt x="389" y="67"/>
                  </a:cubicBezTo>
                  <a:cubicBezTo>
                    <a:pt x="389" y="67"/>
                    <a:pt x="391" y="76"/>
                    <a:pt x="406" y="76"/>
                  </a:cubicBezTo>
                  <a:cubicBezTo>
                    <a:pt x="423" y="76"/>
                    <a:pt x="431" y="68"/>
                    <a:pt x="431" y="49"/>
                  </a:cubicBezTo>
                  <a:cubicBezTo>
                    <a:pt x="431" y="31"/>
                    <a:pt x="424" y="23"/>
                    <a:pt x="408" y="23"/>
                  </a:cubicBezTo>
                  <a:cubicBezTo>
                    <a:pt x="391" y="23"/>
                    <a:pt x="389" y="33"/>
                    <a:pt x="389" y="33"/>
                  </a:cubicBezTo>
                  <a:cubicBezTo>
                    <a:pt x="389" y="24"/>
                    <a:pt x="389" y="24"/>
                    <a:pt x="389" y="24"/>
                  </a:cubicBezTo>
                  <a:cubicBezTo>
                    <a:pt x="376" y="24"/>
                    <a:pt x="376" y="24"/>
                    <a:pt x="376" y="24"/>
                  </a:cubicBezTo>
                  <a:lnTo>
                    <a:pt x="376" y="93"/>
                  </a:lnTo>
                  <a:close/>
                  <a:moveTo>
                    <a:pt x="334" y="75"/>
                  </a:moveTo>
                  <a:cubicBezTo>
                    <a:pt x="347" y="75"/>
                    <a:pt x="347" y="75"/>
                    <a:pt x="347" y="75"/>
                  </a:cubicBezTo>
                  <a:cubicBezTo>
                    <a:pt x="347" y="47"/>
                    <a:pt x="347" y="47"/>
                    <a:pt x="347" y="47"/>
                  </a:cubicBezTo>
                  <a:cubicBezTo>
                    <a:pt x="347" y="37"/>
                    <a:pt x="351" y="36"/>
                    <a:pt x="368" y="36"/>
                  </a:cubicBezTo>
                  <a:cubicBezTo>
                    <a:pt x="368" y="24"/>
                    <a:pt x="368" y="24"/>
                    <a:pt x="368" y="24"/>
                  </a:cubicBezTo>
                  <a:cubicBezTo>
                    <a:pt x="355" y="24"/>
                    <a:pt x="349" y="28"/>
                    <a:pt x="347" y="37"/>
                  </a:cubicBezTo>
                  <a:cubicBezTo>
                    <a:pt x="347" y="24"/>
                    <a:pt x="347" y="24"/>
                    <a:pt x="347" y="24"/>
                  </a:cubicBezTo>
                  <a:cubicBezTo>
                    <a:pt x="334" y="24"/>
                    <a:pt x="334" y="24"/>
                    <a:pt x="334" y="24"/>
                  </a:cubicBezTo>
                  <a:lnTo>
                    <a:pt x="334" y="75"/>
                  </a:lnTo>
                  <a:close/>
                  <a:moveTo>
                    <a:pt x="296" y="68"/>
                  </a:moveTo>
                  <a:cubicBezTo>
                    <a:pt x="284" y="68"/>
                    <a:pt x="282" y="63"/>
                    <a:pt x="282" y="49"/>
                  </a:cubicBezTo>
                  <a:cubicBezTo>
                    <a:pt x="282" y="36"/>
                    <a:pt x="284" y="30"/>
                    <a:pt x="295" y="30"/>
                  </a:cubicBezTo>
                  <a:cubicBezTo>
                    <a:pt x="307" y="30"/>
                    <a:pt x="309" y="36"/>
                    <a:pt x="309" y="49"/>
                  </a:cubicBezTo>
                  <a:cubicBezTo>
                    <a:pt x="309" y="62"/>
                    <a:pt x="307" y="68"/>
                    <a:pt x="296" y="68"/>
                  </a:cubicBezTo>
                  <a:moveTo>
                    <a:pt x="268" y="50"/>
                  </a:moveTo>
                  <a:cubicBezTo>
                    <a:pt x="268" y="70"/>
                    <a:pt x="278" y="76"/>
                    <a:pt x="295" y="76"/>
                  </a:cubicBezTo>
                  <a:cubicBezTo>
                    <a:pt x="312" y="76"/>
                    <a:pt x="323" y="70"/>
                    <a:pt x="323" y="49"/>
                  </a:cubicBezTo>
                  <a:cubicBezTo>
                    <a:pt x="323" y="29"/>
                    <a:pt x="312" y="23"/>
                    <a:pt x="295" y="23"/>
                  </a:cubicBezTo>
                  <a:cubicBezTo>
                    <a:pt x="278" y="23"/>
                    <a:pt x="268" y="29"/>
                    <a:pt x="268" y="50"/>
                  </a:cubicBezTo>
                  <a:moveTo>
                    <a:pt x="73" y="75"/>
                  </a:moveTo>
                  <a:cubicBezTo>
                    <a:pt x="86" y="75"/>
                    <a:pt x="86" y="75"/>
                    <a:pt x="86" y="75"/>
                  </a:cubicBezTo>
                  <a:cubicBezTo>
                    <a:pt x="86" y="24"/>
                    <a:pt x="86" y="24"/>
                    <a:pt x="86" y="24"/>
                  </a:cubicBezTo>
                  <a:cubicBezTo>
                    <a:pt x="73" y="24"/>
                    <a:pt x="73" y="24"/>
                    <a:pt x="73" y="24"/>
                  </a:cubicBezTo>
                  <a:lnTo>
                    <a:pt x="73" y="75"/>
                  </a:lnTo>
                  <a:close/>
                  <a:moveTo>
                    <a:pt x="73" y="14"/>
                  </a:moveTo>
                  <a:cubicBezTo>
                    <a:pt x="86" y="14"/>
                    <a:pt x="86" y="14"/>
                    <a:pt x="86" y="14"/>
                  </a:cubicBezTo>
                  <a:cubicBezTo>
                    <a:pt x="86" y="1"/>
                    <a:pt x="86" y="1"/>
                    <a:pt x="86" y="1"/>
                  </a:cubicBezTo>
                  <a:cubicBezTo>
                    <a:pt x="73" y="1"/>
                    <a:pt x="73" y="1"/>
                    <a:pt x="73" y="1"/>
                  </a:cubicBezTo>
                  <a:lnTo>
                    <a:pt x="73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8"/>
            <p:cNvSpPr>
              <a:spLocks noEditPoints="1"/>
            </p:cNvSpPr>
            <p:nvPr userDrawn="1"/>
          </p:nvSpPr>
          <p:spPr bwMode="auto">
            <a:xfrm>
              <a:off x="10142048" y="6453602"/>
              <a:ext cx="59859" cy="61672"/>
            </a:xfrm>
            <a:custGeom>
              <a:avLst/>
              <a:gdLst>
                <a:gd name="T0" fmla="*/ 26 w 33"/>
                <a:gd name="T1" fmla="*/ 26 h 34"/>
                <a:gd name="T2" fmla="*/ 13 w 33"/>
                <a:gd name="T3" fmla="*/ 26 h 34"/>
                <a:gd name="T4" fmla="*/ 13 w 33"/>
                <a:gd name="T5" fmla="*/ 13 h 34"/>
                <a:gd name="T6" fmla="*/ 26 w 33"/>
                <a:gd name="T7" fmla="*/ 13 h 34"/>
                <a:gd name="T8" fmla="*/ 26 w 33"/>
                <a:gd name="T9" fmla="*/ 26 h 34"/>
                <a:gd name="T10" fmla="*/ 33 w 33"/>
                <a:gd name="T11" fmla="*/ 0 h 34"/>
                <a:gd name="T12" fmla="*/ 0 w 33"/>
                <a:gd name="T13" fmla="*/ 0 h 34"/>
                <a:gd name="T14" fmla="*/ 0 w 33"/>
                <a:gd name="T15" fmla="*/ 34 h 34"/>
                <a:gd name="T16" fmla="*/ 33 w 33"/>
                <a:gd name="T17" fmla="*/ 34 h 34"/>
                <a:gd name="T18" fmla="*/ 33 w 33"/>
                <a:gd name="T19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3" h="34">
                  <a:moveTo>
                    <a:pt x="26" y="26"/>
                  </a:moveTo>
                  <a:lnTo>
                    <a:pt x="13" y="26"/>
                  </a:lnTo>
                  <a:lnTo>
                    <a:pt x="13" y="13"/>
                  </a:lnTo>
                  <a:lnTo>
                    <a:pt x="26" y="13"/>
                  </a:lnTo>
                  <a:lnTo>
                    <a:pt x="26" y="26"/>
                  </a:lnTo>
                  <a:close/>
                  <a:moveTo>
                    <a:pt x="33" y="0"/>
                  </a:moveTo>
                  <a:lnTo>
                    <a:pt x="0" y="0"/>
                  </a:lnTo>
                  <a:lnTo>
                    <a:pt x="0" y="34"/>
                  </a:lnTo>
                  <a:lnTo>
                    <a:pt x="33" y="34"/>
                  </a:lnTo>
                  <a:lnTo>
                    <a:pt x="3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9"/>
            <p:cNvSpPr>
              <a:spLocks noEditPoints="1"/>
            </p:cNvSpPr>
            <p:nvPr userDrawn="1"/>
          </p:nvSpPr>
          <p:spPr bwMode="auto">
            <a:xfrm>
              <a:off x="10078561" y="6390116"/>
              <a:ext cx="163250" cy="165063"/>
            </a:xfrm>
            <a:custGeom>
              <a:avLst/>
              <a:gdLst>
                <a:gd name="T0" fmla="*/ 83 w 90"/>
                <a:gd name="T1" fmla="*/ 83 h 91"/>
                <a:gd name="T2" fmla="*/ 13 w 90"/>
                <a:gd name="T3" fmla="*/ 83 h 91"/>
                <a:gd name="T4" fmla="*/ 13 w 90"/>
                <a:gd name="T5" fmla="*/ 13 h 91"/>
                <a:gd name="T6" fmla="*/ 83 w 90"/>
                <a:gd name="T7" fmla="*/ 13 h 91"/>
                <a:gd name="T8" fmla="*/ 83 w 90"/>
                <a:gd name="T9" fmla="*/ 83 h 91"/>
                <a:gd name="T10" fmla="*/ 90 w 90"/>
                <a:gd name="T11" fmla="*/ 0 h 91"/>
                <a:gd name="T12" fmla="*/ 0 w 90"/>
                <a:gd name="T13" fmla="*/ 0 h 91"/>
                <a:gd name="T14" fmla="*/ 0 w 90"/>
                <a:gd name="T15" fmla="*/ 91 h 91"/>
                <a:gd name="T16" fmla="*/ 90 w 90"/>
                <a:gd name="T17" fmla="*/ 91 h 91"/>
                <a:gd name="T18" fmla="*/ 90 w 90"/>
                <a:gd name="T1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0" h="91">
                  <a:moveTo>
                    <a:pt x="83" y="83"/>
                  </a:moveTo>
                  <a:lnTo>
                    <a:pt x="13" y="83"/>
                  </a:lnTo>
                  <a:lnTo>
                    <a:pt x="13" y="13"/>
                  </a:lnTo>
                  <a:lnTo>
                    <a:pt x="83" y="13"/>
                  </a:lnTo>
                  <a:lnTo>
                    <a:pt x="83" y="83"/>
                  </a:lnTo>
                  <a:close/>
                  <a:moveTo>
                    <a:pt x="90" y="0"/>
                  </a:moveTo>
                  <a:lnTo>
                    <a:pt x="0" y="0"/>
                  </a:lnTo>
                  <a:lnTo>
                    <a:pt x="0" y="91"/>
                  </a:lnTo>
                  <a:lnTo>
                    <a:pt x="90" y="91"/>
                  </a:lnTo>
                  <a:lnTo>
                    <a:pt x="9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0"/>
            <p:cNvSpPr>
              <a:spLocks noEditPoints="1"/>
            </p:cNvSpPr>
            <p:nvPr userDrawn="1"/>
          </p:nvSpPr>
          <p:spPr bwMode="auto">
            <a:xfrm>
              <a:off x="10056795" y="6368350"/>
              <a:ext cx="206783" cy="204969"/>
            </a:xfrm>
            <a:custGeom>
              <a:avLst/>
              <a:gdLst>
                <a:gd name="T0" fmla="*/ 107 w 114"/>
                <a:gd name="T1" fmla="*/ 107 h 113"/>
                <a:gd name="T2" fmla="*/ 7 w 114"/>
                <a:gd name="T3" fmla="*/ 107 h 113"/>
                <a:gd name="T4" fmla="*/ 7 w 114"/>
                <a:gd name="T5" fmla="*/ 8 h 113"/>
                <a:gd name="T6" fmla="*/ 107 w 114"/>
                <a:gd name="T7" fmla="*/ 8 h 113"/>
                <a:gd name="T8" fmla="*/ 107 w 114"/>
                <a:gd name="T9" fmla="*/ 107 h 113"/>
                <a:gd name="T10" fmla="*/ 0 w 114"/>
                <a:gd name="T11" fmla="*/ 113 h 113"/>
                <a:gd name="T12" fmla="*/ 114 w 114"/>
                <a:gd name="T13" fmla="*/ 113 h 113"/>
                <a:gd name="T14" fmla="*/ 114 w 114"/>
                <a:gd name="T15" fmla="*/ 0 h 113"/>
                <a:gd name="T16" fmla="*/ 0 w 114"/>
                <a:gd name="T17" fmla="*/ 0 h 113"/>
                <a:gd name="T18" fmla="*/ 0 w 114"/>
                <a:gd name="T19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4" h="113">
                  <a:moveTo>
                    <a:pt x="107" y="107"/>
                  </a:moveTo>
                  <a:lnTo>
                    <a:pt x="7" y="107"/>
                  </a:lnTo>
                  <a:lnTo>
                    <a:pt x="7" y="8"/>
                  </a:lnTo>
                  <a:lnTo>
                    <a:pt x="107" y="8"/>
                  </a:lnTo>
                  <a:lnTo>
                    <a:pt x="107" y="107"/>
                  </a:lnTo>
                  <a:close/>
                  <a:moveTo>
                    <a:pt x="0" y="113"/>
                  </a:moveTo>
                  <a:lnTo>
                    <a:pt x="114" y="113"/>
                  </a:lnTo>
                  <a:lnTo>
                    <a:pt x="114" y="0"/>
                  </a:lnTo>
                  <a:lnTo>
                    <a:pt x="0" y="0"/>
                  </a:lnTo>
                  <a:lnTo>
                    <a:pt x="0" y="1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1"/>
            <p:cNvSpPr>
              <a:spLocks noEditPoints="1"/>
            </p:cNvSpPr>
            <p:nvPr userDrawn="1"/>
          </p:nvSpPr>
          <p:spPr bwMode="auto">
            <a:xfrm>
              <a:off x="10109398" y="6422766"/>
              <a:ext cx="112461" cy="110647"/>
            </a:xfrm>
            <a:custGeom>
              <a:avLst/>
              <a:gdLst>
                <a:gd name="T0" fmla="*/ 56 w 62"/>
                <a:gd name="T1" fmla="*/ 55 h 61"/>
                <a:gd name="T2" fmla="*/ 14 w 62"/>
                <a:gd name="T3" fmla="*/ 55 h 61"/>
                <a:gd name="T4" fmla="*/ 14 w 62"/>
                <a:gd name="T5" fmla="*/ 13 h 61"/>
                <a:gd name="T6" fmla="*/ 56 w 62"/>
                <a:gd name="T7" fmla="*/ 13 h 61"/>
                <a:gd name="T8" fmla="*/ 56 w 62"/>
                <a:gd name="T9" fmla="*/ 55 h 61"/>
                <a:gd name="T10" fmla="*/ 62 w 62"/>
                <a:gd name="T11" fmla="*/ 0 h 61"/>
                <a:gd name="T12" fmla="*/ 0 w 62"/>
                <a:gd name="T13" fmla="*/ 0 h 61"/>
                <a:gd name="T14" fmla="*/ 0 w 62"/>
                <a:gd name="T15" fmla="*/ 61 h 61"/>
                <a:gd name="T16" fmla="*/ 62 w 62"/>
                <a:gd name="T17" fmla="*/ 61 h 61"/>
                <a:gd name="T18" fmla="*/ 62 w 62"/>
                <a:gd name="T19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" h="61">
                  <a:moveTo>
                    <a:pt x="56" y="55"/>
                  </a:moveTo>
                  <a:lnTo>
                    <a:pt x="14" y="55"/>
                  </a:lnTo>
                  <a:lnTo>
                    <a:pt x="14" y="13"/>
                  </a:lnTo>
                  <a:lnTo>
                    <a:pt x="56" y="13"/>
                  </a:lnTo>
                  <a:lnTo>
                    <a:pt x="56" y="55"/>
                  </a:lnTo>
                  <a:close/>
                  <a:moveTo>
                    <a:pt x="62" y="0"/>
                  </a:moveTo>
                  <a:lnTo>
                    <a:pt x="0" y="0"/>
                  </a:lnTo>
                  <a:lnTo>
                    <a:pt x="0" y="61"/>
                  </a:lnTo>
                  <a:lnTo>
                    <a:pt x="62" y="61"/>
                  </a:lnTo>
                  <a:lnTo>
                    <a:pt x="6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8" name="Slide Number Placeholder 2">
            <a:extLst>
              <a:ext uri="{FF2B5EF4-FFF2-40B4-BE49-F238E27FC236}">
                <a16:creationId xmlns:a16="http://schemas.microsoft.com/office/drawing/2014/main" id="{450A3B49-CCFF-4E42-9265-AA2EF0310F1C}"/>
              </a:ext>
            </a:extLst>
          </p:cNvPr>
          <p:cNvSpPr txBox="1">
            <a:spLocks/>
          </p:cNvSpPr>
          <p:nvPr userDrawn="1"/>
        </p:nvSpPr>
        <p:spPr>
          <a:xfrm>
            <a:off x="672001" y="6352663"/>
            <a:ext cx="679721" cy="36618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marR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lang="en-US" sz="1000" kern="1200" smtClean="0">
                <a:solidFill>
                  <a:schemeClr val="bg2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marL="609585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1219170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828754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2438339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3047924" algn="l" defTabSz="609585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3657509" algn="l" defTabSz="609585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4267093" algn="l" defTabSz="609585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4876678" algn="l" defTabSz="609585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fld id="{E16BA917-7F09-4B8D-AF07-F52890C14046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  <p:sp>
        <p:nvSpPr>
          <p:cNvPr id="46" name="Freeform 5">
            <a:extLst>
              <a:ext uri="{FF2B5EF4-FFF2-40B4-BE49-F238E27FC236}">
                <a16:creationId xmlns:a16="http://schemas.microsoft.com/office/drawing/2014/main" id="{572D5DB4-596C-4B3C-8639-53D2DFD469DD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351115" y="1150760"/>
            <a:ext cx="627300" cy="470078"/>
          </a:xfrm>
          <a:custGeom>
            <a:avLst/>
            <a:gdLst>
              <a:gd name="T0" fmla="*/ 60 w 121"/>
              <a:gd name="T1" fmla="*/ 11 h 90"/>
              <a:gd name="T2" fmla="*/ 45 w 121"/>
              <a:gd name="T3" fmla="*/ 19 h 90"/>
              <a:gd name="T4" fmla="*/ 34 w 121"/>
              <a:gd name="T5" fmla="*/ 27 h 90"/>
              <a:gd name="T6" fmla="*/ 25 w 121"/>
              <a:gd name="T7" fmla="*/ 37 h 90"/>
              <a:gd name="T8" fmla="*/ 19 w 121"/>
              <a:gd name="T9" fmla="*/ 51 h 90"/>
              <a:gd name="T10" fmla="*/ 26 w 121"/>
              <a:gd name="T11" fmla="*/ 51 h 90"/>
              <a:gd name="T12" fmla="*/ 40 w 121"/>
              <a:gd name="T13" fmla="*/ 56 h 90"/>
              <a:gd name="T14" fmla="*/ 45 w 121"/>
              <a:gd name="T15" fmla="*/ 67 h 90"/>
              <a:gd name="T16" fmla="*/ 39 w 121"/>
              <a:gd name="T17" fmla="*/ 82 h 90"/>
              <a:gd name="T18" fmla="*/ 22 w 121"/>
              <a:gd name="T19" fmla="*/ 90 h 90"/>
              <a:gd name="T20" fmla="*/ 6 w 121"/>
              <a:gd name="T21" fmla="*/ 83 h 90"/>
              <a:gd name="T22" fmla="*/ 0 w 121"/>
              <a:gd name="T23" fmla="*/ 67 h 90"/>
              <a:gd name="T24" fmla="*/ 6 w 121"/>
              <a:gd name="T25" fmla="*/ 43 h 90"/>
              <a:gd name="T26" fmla="*/ 21 w 121"/>
              <a:gd name="T27" fmla="*/ 23 h 90"/>
              <a:gd name="T28" fmla="*/ 39 w 121"/>
              <a:gd name="T29" fmla="*/ 10 h 90"/>
              <a:gd name="T30" fmla="*/ 55 w 121"/>
              <a:gd name="T31" fmla="*/ 0 h 90"/>
              <a:gd name="T32" fmla="*/ 60 w 121"/>
              <a:gd name="T33" fmla="*/ 11 h 90"/>
              <a:gd name="T34" fmla="*/ 121 w 121"/>
              <a:gd name="T35" fmla="*/ 11 h 90"/>
              <a:gd name="T36" fmla="*/ 106 w 121"/>
              <a:gd name="T37" fmla="*/ 19 h 90"/>
              <a:gd name="T38" fmla="*/ 95 w 121"/>
              <a:gd name="T39" fmla="*/ 27 h 90"/>
              <a:gd name="T40" fmla="*/ 86 w 121"/>
              <a:gd name="T41" fmla="*/ 37 h 90"/>
              <a:gd name="T42" fmla="*/ 79 w 121"/>
              <a:gd name="T43" fmla="*/ 51 h 90"/>
              <a:gd name="T44" fmla="*/ 86 w 121"/>
              <a:gd name="T45" fmla="*/ 51 h 90"/>
              <a:gd name="T46" fmla="*/ 101 w 121"/>
              <a:gd name="T47" fmla="*/ 56 h 90"/>
              <a:gd name="T48" fmla="*/ 106 w 121"/>
              <a:gd name="T49" fmla="*/ 67 h 90"/>
              <a:gd name="T50" fmla="*/ 100 w 121"/>
              <a:gd name="T51" fmla="*/ 82 h 90"/>
              <a:gd name="T52" fmla="*/ 83 w 121"/>
              <a:gd name="T53" fmla="*/ 90 h 90"/>
              <a:gd name="T54" fmla="*/ 67 w 121"/>
              <a:gd name="T55" fmla="*/ 83 h 90"/>
              <a:gd name="T56" fmla="*/ 61 w 121"/>
              <a:gd name="T57" fmla="*/ 67 h 90"/>
              <a:gd name="T58" fmla="*/ 67 w 121"/>
              <a:gd name="T59" fmla="*/ 43 h 90"/>
              <a:gd name="T60" fmla="*/ 82 w 121"/>
              <a:gd name="T61" fmla="*/ 23 h 90"/>
              <a:gd name="T62" fmla="*/ 99 w 121"/>
              <a:gd name="T63" fmla="*/ 10 h 90"/>
              <a:gd name="T64" fmla="*/ 116 w 121"/>
              <a:gd name="T65" fmla="*/ 0 h 90"/>
              <a:gd name="T66" fmla="*/ 121 w 121"/>
              <a:gd name="T67" fmla="*/ 11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21" h="90">
                <a:moveTo>
                  <a:pt x="60" y="11"/>
                </a:moveTo>
                <a:cubicBezTo>
                  <a:pt x="55" y="13"/>
                  <a:pt x="50" y="16"/>
                  <a:pt x="45" y="19"/>
                </a:cubicBezTo>
                <a:cubicBezTo>
                  <a:pt x="41" y="21"/>
                  <a:pt x="37" y="24"/>
                  <a:pt x="34" y="27"/>
                </a:cubicBezTo>
                <a:cubicBezTo>
                  <a:pt x="30" y="30"/>
                  <a:pt x="27" y="33"/>
                  <a:pt x="25" y="37"/>
                </a:cubicBezTo>
                <a:cubicBezTo>
                  <a:pt x="22" y="41"/>
                  <a:pt x="20" y="45"/>
                  <a:pt x="19" y="51"/>
                </a:cubicBezTo>
                <a:cubicBezTo>
                  <a:pt x="26" y="51"/>
                  <a:pt x="26" y="51"/>
                  <a:pt x="26" y="51"/>
                </a:cubicBezTo>
                <a:cubicBezTo>
                  <a:pt x="33" y="51"/>
                  <a:pt x="37" y="53"/>
                  <a:pt x="40" y="56"/>
                </a:cubicBezTo>
                <a:cubicBezTo>
                  <a:pt x="44" y="59"/>
                  <a:pt x="45" y="63"/>
                  <a:pt x="45" y="67"/>
                </a:cubicBezTo>
                <a:cubicBezTo>
                  <a:pt x="45" y="73"/>
                  <a:pt x="43" y="78"/>
                  <a:pt x="39" y="82"/>
                </a:cubicBezTo>
                <a:cubicBezTo>
                  <a:pt x="35" y="87"/>
                  <a:pt x="29" y="90"/>
                  <a:pt x="22" y="90"/>
                </a:cubicBezTo>
                <a:cubicBezTo>
                  <a:pt x="15" y="90"/>
                  <a:pt x="9" y="88"/>
                  <a:pt x="6" y="83"/>
                </a:cubicBezTo>
                <a:cubicBezTo>
                  <a:pt x="2" y="79"/>
                  <a:pt x="0" y="74"/>
                  <a:pt x="0" y="67"/>
                </a:cubicBezTo>
                <a:cubicBezTo>
                  <a:pt x="0" y="58"/>
                  <a:pt x="2" y="50"/>
                  <a:pt x="6" y="43"/>
                </a:cubicBezTo>
                <a:cubicBezTo>
                  <a:pt x="10" y="35"/>
                  <a:pt x="15" y="29"/>
                  <a:pt x="21" y="23"/>
                </a:cubicBezTo>
                <a:cubicBezTo>
                  <a:pt x="26" y="18"/>
                  <a:pt x="32" y="13"/>
                  <a:pt x="39" y="10"/>
                </a:cubicBezTo>
                <a:cubicBezTo>
                  <a:pt x="45" y="6"/>
                  <a:pt x="50" y="3"/>
                  <a:pt x="55" y="0"/>
                </a:cubicBezTo>
                <a:lnTo>
                  <a:pt x="60" y="11"/>
                </a:lnTo>
                <a:close/>
                <a:moveTo>
                  <a:pt x="121" y="11"/>
                </a:moveTo>
                <a:cubicBezTo>
                  <a:pt x="116" y="13"/>
                  <a:pt x="111" y="16"/>
                  <a:pt x="106" y="19"/>
                </a:cubicBezTo>
                <a:cubicBezTo>
                  <a:pt x="102" y="21"/>
                  <a:pt x="98" y="24"/>
                  <a:pt x="95" y="27"/>
                </a:cubicBezTo>
                <a:cubicBezTo>
                  <a:pt x="91" y="30"/>
                  <a:pt x="88" y="33"/>
                  <a:pt x="86" y="37"/>
                </a:cubicBezTo>
                <a:cubicBezTo>
                  <a:pt x="83" y="41"/>
                  <a:pt x="81" y="45"/>
                  <a:pt x="79" y="51"/>
                </a:cubicBezTo>
                <a:cubicBezTo>
                  <a:pt x="86" y="51"/>
                  <a:pt x="86" y="51"/>
                  <a:pt x="86" y="51"/>
                </a:cubicBezTo>
                <a:cubicBezTo>
                  <a:pt x="93" y="51"/>
                  <a:pt x="98" y="53"/>
                  <a:pt x="101" y="56"/>
                </a:cubicBezTo>
                <a:cubicBezTo>
                  <a:pt x="104" y="59"/>
                  <a:pt x="106" y="63"/>
                  <a:pt x="106" y="67"/>
                </a:cubicBezTo>
                <a:cubicBezTo>
                  <a:pt x="106" y="73"/>
                  <a:pt x="104" y="78"/>
                  <a:pt x="100" y="82"/>
                </a:cubicBezTo>
                <a:cubicBezTo>
                  <a:pt x="96" y="87"/>
                  <a:pt x="90" y="90"/>
                  <a:pt x="83" y="90"/>
                </a:cubicBezTo>
                <a:cubicBezTo>
                  <a:pt x="76" y="90"/>
                  <a:pt x="70" y="88"/>
                  <a:pt x="67" y="83"/>
                </a:cubicBezTo>
                <a:cubicBezTo>
                  <a:pt x="63" y="79"/>
                  <a:pt x="61" y="74"/>
                  <a:pt x="61" y="67"/>
                </a:cubicBezTo>
                <a:cubicBezTo>
                  <a:pt x="61" y="58"/>
                  <a:pt x="63" y="50"/>
                  <a:pt x="67" y="43"/>
                </a:cubicBezTo>
                <a:cubicBezTo>
                  <a:pt x="71" y="35"/>
                  <a:pt x="76" y="29"/>
                  <a:pt x="82" y="23"/>
                </a:cubicBezTo>
                <a:cubicBezTo>
                  <a:pt x="87" y="18"/>
                  <a:pt x="93" y="13"/>
                  <a:pt x="99" y="10"/>
                </a:cubicBezTo>
                <a:cubicBezTo>
                  <a:pt x="106" y="6"/>
                  <a:pt x="111" y="3"/>
                  <a:pt x="116" y="0"/>
                </a:cubicBezTo>
                <a:lnTo>
                  <a:pt x="121" y="1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a-DK">
              <a:solidFill>
                <a:schemeClr val="bg1"/>
              </a:solidFill>
            </a:endParaRP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CF44D5B9-8877-4CF2-B90C-0149177CE5B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22401" y="1943100"/>
            <a:ext cx="8261350" cy="3454400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tabLst/>
              <a:defRPr sz="2600" b="0" i="1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300"/>
              </a:spcBef>
              <a:spcAft>
                <a:spcPts val="0"/>
              </a:spcAft>
              <a:buNone/>
              <a:tabLst/>
              <a:defRPr lang="en-US" sz="1200" b="1" kern="1200" baseline="0" dirty="0" smtClean="0">
                <a:solidFill>
                  <a:schemeClr val="bg1"/>
                </a:solidFill>
                <a:latin typeface="+mn-lt"/>
                <a:ea typeface="+mn-ea"/>
                <a:cs typeface="Arial"/>
              </a:defRPr>
            </a:lvl2pPr>
            <a:lvl3pPr marL="0" indent="0">
              <a:spcBef>
                <a:spcPts val="300"/>
              </a:spcBef>
              <a:buNone/>
              <a:tabLst/>
              <a:defRPr lang="en-US" sz="1200" b="0" kern="1200" baseline="0" dirty="0" smtClean="0">
                <a:solidFill>
                  <a:schemeClr val="bg1"/>
                </a:solidFill>
                <a:latin typeface="+mn-lt"/>
                <a:ea typeface="+mn-ea"/>
                <a:cs typeface="Arial"/>
              </a:defRPr>
            </a:lvl3pPr>
            <a:lvl4pPr marL="0" indent="0">
              <a:spcBef>
                <a:spcPts val="300"/>
              </a:spcBef>
              <a:buNone/>
              <a:tabLst/>
              <a:defRPr sz="2600" b="0" i="1">
                <a:solidFill>
                  <a:schemeClr val="bg1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300"/>
              </a:spcBef>
              <a:buFont typeface="Arial" panose="020B0604020202020204" pitchFamily="34" charset="0"/>
              <a:buNone/>
              <a:tabLst/>
              <a:defRPr sz="2600" b="0" i="1">
                <a:solidFill>
                  <a:schemeClr val="bg1"/>
                </a:solidFill>
                <a:latin typeface="Georgia" panose="02040502050405020303" pitchFamily="18" charset="0"/>
              </a:defRPr>
            </a:lvl5pPr>
          </a:lstStyle>
          <a:p>
            <a:pPr lvl="0"/>
            <a:r>
              <a:rPr lang="en-US"/>
              <a:t>Quote text here</a:t>
            </a:r>
          </a:p>
          <a:p>
            <a:pPr lvl="1"/>
            <a:r>
              <a:rPr lang="en-US"/>
              <a:t>Name</a:t>
            </a:r>
          </a:p>
          <a:p>
            <a:pPr lvl="2"/>
            <a:r>
              <a:rPr lang="en-US"/>
              <a:t>Title/Company/</a:t>
            </a:r>
            <a:r>
              <a:rPr lang="en-US" err="1"/>
              <a:t>Orginisation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661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6_Title and Cont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6A9B4F5C-10E8-4823-9BB1-C9C9C2CAAC70}"/>
              </a:ext>
            </a:extLst>
          </p:cNvPr>
          <p:cNvSpPr/>
          <p:nvPr userDrawn="1"/>
        </p:nvSpPr>
        <p:spPr>
          <a:xfrm>
            <a:off x="10290175" y="6252706"/>
            <a:ext cx="1457994" cy="42779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err="1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6860772-438C-494B-83A8-63B969D12C78}"/>
              </a:ext>
            </a:extLst>
          </p:cNvPr>
          <p:cNvSpPr/>
          <p:nvPr userDrawn="1"/>
        </p:nvSpPr>
        <p:spPr>
          <a:xfrm>
            <a:off x="1258470" y="6252706"/>
            <a:ext cx="679721" cy="42779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err="1">
              <a:solidFill>
                <a:schemeClr val="tx1"/>
              </a:solidFill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56C776E-D110-4967-AAF2-20158EEF10CF}"/>
              </a:ext>
            </a:extLst>
          </p:cNvPr>
          <p:cNvGrpSpPr/>
          <p:nvPr userDrawn="1"/>
        </p:nvGrpSpPr>
        <p:grpSpPr>
          <a:xfrm>
            <a:off x="0" y="-6350"/>
            <a:ext cx="12192001" cy="6864350"/>
            <a:chOff x="0" y="-6350"/>
            <a:chExt cx="12192001" cy="6864350"/>
          </a:xfrm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997FF143-B9D3-4D61-BDCC-6C0EC77C6A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3738" y="2016125"/>
              <a:ext cx="5568950" cy="4841875"/>
            </a:xfrm>
            <a:custGeom>
              <a:avLst/>
              <a:gdLst>
                <a:gd name="T0" fmla="*/ 0 w 3508"/>
                <a:gd name="T1" fmla="*/ 0 h 3050"/>
                <a:gd name="T2" fmla="*/ 0 w 3508"/>
                <a:gd name="T3" fmla="*/ 3050 h 3050"/>
                <a:gd name="T4" fmla="*/ 1737 w 3508"/>
                <a:gd name="T5" fmla="*/ 3050 h 3050"/>
                <a:gd name="T6" fmla="*/ 3508 w 3508"/>
                <a:gd name="T7" fmla="*/ 2027 h 3050"/>
                <a:gd name="T8" fmla="*/ 0 w 3508"/>
                <a:gd name="T9" fmla="*/ 0 h 30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08" h="3050">
                  <a:moveTo>
                    <a:pt x="0" y="0"/>
                  </a:moveTo>
                  <a:lnTo>
                    <a:pt x="0" y="3050"/>
                  </a:lnTo>
                  <a:lnTo>
                    <a:pt x="1737" y="3050"/>
                  </a:lnTo>
                  <a:lnTo>
                    <a:pt x="3508" y="20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6078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0922147D-73EB-44D8-AF66-6F7E5F1289E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-6350"/>
              <a:ext cx="5462588" cy="2022475"/>
            </a:xfrm>
            <a:custGeom>
              <a:avLst/>
              <a:gdLst>
                <a:gd name="T0" fmla="*/ 3441 w 3441"/>
                <a:gd name="T1" fmla="*/ 0 h 1274"/>
                <a:gd name="T2" fmla="*/ 0 w 3441"/>
                <a:gd name="T3" fmla="*/ 0 h 1274"/>
                <a:gd name="T4" fmla="*/ 0 w 3441"/>
                <a:gd name="T5" fmla="*/ 559 h 1274"/>
                <a:gd name="T6" fmla="*/ 1237 w 3441"/>
                <a:gd name="T7" fmla="*/ 1274 h 1274"/>
                <a:gd name="T8" fmla="*/ 3441 w 3441"/>
                <a:gd name="T9" fmla="*/ 0 h 1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41" h="1274">
                  <a:moveTo>
                    <a:pt x="3441" y="0"/>
                  </a:moveTo>
                  <a:lnTo>
                    <a:pt x="0" y="0"/>
                  </a:lnTo>
                  <a:lnTo>
                    <a:pt x="0" y="559"/>
                  </a:lnTo>
                  <a:lnTo>
                    <a:pt x="1237" y="1274"/>
                  </a:lnTo>
                  <a:lnTo>
                    <a:pt x="3441" y="0"/>
                  </a:lnTo>
                  <a:close/>
                </a:path>
              </a:pathLst>
            </a:custGeom>
            <a:solidFill>
              <a:srgbClr val="000000">
                <a:alpha val="7843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9">
              <a:extLst>
                <a:ext uri="{FF2B5EF4-FFF2-40B4-BE49-F238E27FC236}">
                  <a16:creationId xmlns:a16="http://schemas.microsoft.com/office/drawing/2014/main" id="{01E7A875-F577-47BF-8AF9-B0C9A6536EC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1200" y="-6350"/>
              <a:ext cx="2590800" cy="1497013"/>
            </a:xfrm>
            <a:custGeom>
              <a:avLst/>
              <a:gdLst>
                <a:gd name="T0" fmla="*/ 1632 w 1632"/>
                <a:gd name="T1" fmla="*/ 0 h 943"/>
                <a:gd name="T2" fmla="*/ 0 w 1632"/>
                <a:gd name="T3" fmla="*/ 0 h 943"/>
                <a:gd name="T4" fmla="*/ 1632 w 1632"/>
                <a:gd name="T5" fmla="*/ 943 h 943"/>
                <a:gd name="T6" fmla="*/ 1632 w 1632"/>
                <a:gd name="T7" fmla="*/ 0 h 9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32" h="943">
                  <a:moveTo>
                    <a:pt x="1632" y="0"/>
                  </a:moveTo>
                  <a:lnTo>
                    <a:pt x="0" y="0"/>
                  </a:lnTo>
                  <a:lnTo>
                    <a:pt x="1632" y="943"/>
                  </a:lnTo>
                  <a:lnTo>
                    <a:pt x="1632" y="0"/>
                  </a:lnTo>
                  <a:close/>
                </a:path>
              </a:pathLst>
            </a:custGeom>
            <a:solidFill>
              <a:srgbClr val="000000">
                <a:alpha val="7843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1">
              <a:extLst>
                <a:ext uri="{FF2B5EF4-FFF2-40B4-BE49-F238E27FC236}">
                  <a16:creationId xmlns:a16="http://schemas.microsoft.com/office/drawing/2014/main" id="{FE944BC7-BB59-441D-AB6C-90FFFE28B66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3738" y="-6350"/>
              <a:ext cx="10228263" cy="6864350"/>
            </a:xfrm>
            <a:custGeom>
              <a:avLst/>
              <a:gdLst>
                <a:gd name="T0" fmla="*/ 0 w 6443"/>
                <a:gd name="T1" fmla="*/ 1274 h 4324"/>
                <a:gd name="T2" fmla="*/ 3508 w 6443"/>
                <a:gd name="T3" fmla="*/ 3301 h 4324"/>
                <a:gd name="T4" fmla="*/ 5278 w 6443"/>
                <a:gd name="T5" fmla="*/ 4324 h 4324"/>
                <a:gd name="T6" fmla="*/ 6443 w 6443"/>
                <a:gd name="T7" fmla="*/ 4324 h 4324"/>
                <a:gd name="T8" fmla="*/ 6443 w 6443"/>
                <a:gd name="T9" fmla="*/ 943 h 4324"/>
                <a:gd name="T10" fmla="*/ 4811 w 6443"/>
                <a:gd name="T11" fmla="*/ 0 h 4324"/>
                <a:gd name="T12" fmla="*/ 2204 w 6443"/>
                <a:gd name="T13" fmla="*/ 0 h 4324"/>
                <a:gd name="T14" fmla="*/ 0 w 6443"/>
                <a:gd name="T15" fmla="*/ 1274 h 4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443" h="4324">
                  <a:moveTo>
                    <a:pt x="0" y="1274"/>
                  </a:moveTo>
                  <a:lnTo>
                    <a:pt x="3508" y="3301"/>
                  </a:lnTo>
                  <a:lnTo>
                    <a:pt x="5278" y="4324"/>
                  </a:lnTo>
                  <a:lnTo>
                    <a:pt x="6443" y="4324"/>
                  </a:lnTo>
                  <a:lnTo>
                    <a:pt x="6443" y="943"/>
                  </a:lnTo>
                  <a:lnTo>
                    <a:pt x="4811" y="0"/>
                  </a:lnTo>
                  <a:lnTo>
                    <a:pt x="2204" y="0"/>
                  </a:lnTo>
                  <a:lnTo>
                    <a:pt x="0" y="1274"/>
                  </a:lnTo>
                  <a:close/>
                </a:path>
              </a:pathLst>
            </a:custGeom>
            <a:solidFill>
              <a:srgbClr val="000000">
                <a:alpha val="12157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9">
              <a:extLst>
                <a:ext uri="{FF2B5EF4-FFF2-40B4-BE49-F238E27FC236}">
                  <a16:creationId xmlns:a16="http://schemas.microsoft.com/office/drawing/2014/main" id="{4A6807A1-E863-460E-8DBF-80144CE94F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881062"/>
              <a:ext cx="1963738" cy="5976938"/>
            </a:xfrm>
            <a:custGeom>
              <a:avLst/>
              <a:gdLst>
                <a:gd name="T0" fmla="*/ 0 w 1237"/>
                <a:gd name="T1" fmla="*/ 0 h 3765"/>
                <a:gd name="T2" fmla="*/ 0 w 1237"/>
                <a:gd name="T3" fmla="*/ 3765 h 3765"/>
                <a:gd name="T4" fmla="*/ 1237 w 1237"/>
                <a:gd name="T5" fmla="*/ 3765 h 3765"/>
                <a:gd name="T6" fmla="*/ 1237 w 1237"/>
                <a:gd name="T7" fmla="*/ 715 h 3765"/>
                <a:gd name="T8" fmla="*/ 0 w 1237"/>
                <a:gd name="T9" fmla="*/ 0 h 37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7" h="3765">
                  <a:moveTo>
                    <a:pt x="0" y="0"/>
                  </a:moveTo>
                  <a:lnTo>
                    <a:pt x="0" y="3765"/>
                  </a:lnTo>
                  <a:lnTo>
                    <a:pt x="1237" y="3765"/>
                  </a:lnTo>
                  <a:lnTo>
                    <a:pt x="1237" y="7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2157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0">
              <a:extLst>
                <a:ext uri="{FF2B5EF4-FFF2-40B4-BE49-F238E27FC236}">
                  <a16:creationId xmlns:a16="http://schemas.microsoft.com/office/drawing/2014/main" id="{197B1C32-E30D-4EB5-B03E-52D95C7179C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21225" y="5233987"/>
              <a:ext cx="5621338" cy="1624013"/>
            </a:xfrm>
            <a:custGeom>
              <a:avLst/>
              <a:gdLst>
                <a:gd name="T0" fmla="*/ 1771 w 3541"/>
                <a:gd name="T1" fmla="*/ 0 h 1023"/>
                <a:gd name="T2" fmla="*/ 0 w 3541"/>
                <a:gd name="T3" fmla="*/ 1023 h 1023"/>
                <a:gd name="T4" fmla="*/ 3541 w 3541"/>
                <a:gd name="T5" fmla="*/ 1023 h 1023"/>
                <a:gd name="T6" fmla="*/ 1771 w 3541"/>
                <a:gd name="T7" fmla="*/ 0 h 1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41" h="1023">
                  <a:moveTo>
                    <a:pt x="1771" y="0"/>
                  </a:moveTo>
                  <a:lnTo>
                    <a:pt x="0" y="1023"/>
                  </a:lnTo>
                  <a:lnTo>
                    <a:pt x="3541" y="1023"/>
                  </a:lnTo>
                  <a:lnTo>
                    <a:pt x="1771" y="0"/>
                  </a:lnTo>
                  <a:close/>
                </a:path>
              </a:pathLst>
            </a:custGeom>
            <a:solidFill>
              <a:srgbClr val="000000">
                <a:alpha val="10196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4" name="Pladsholder til sidefod 2"/>
          <p:cNvSpPr txBox="1">
            <a:spLocks/>
          </p:cNvSpPr>
          <p:nvPr userDrawn="1"/>
        </p:nvSpPr>
        <p:spPr>
          <a:xfrm>
            <a:off x="1351722" y="6356378"/>
            <a:ext cx="989842" cy="36618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marL="0" marR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1200">
                <a:solidFill>
                  <a:schemeClr val="bg1"/>
                </a:solidFill>
                <a:latin typeface="+mj-lt"/>
                <a:ea typeface="ＭＳ Ｐゴシック" charset="0"/>
                <a:cs typeface="ＭＳ Ｐゴシック" charset="0"/>
              </a:rPr>
              <a:t>© 2020</a:t>
            </a:r>
          </a:p>
        </p:txBody>
      </p:sp>
      <p:grpSp>
        <p:nvGrpSpPr>
          <p:cNvPr id="20" name="Gruppe 19"/>
          <p:cNvGrpSpPr>
            <a:grpSpLocks noChangeAspect="1"/>
          </p:cNvGrpSpPr>
          <p:nvPr userDrawn="1"/>
        </p:nvGrpSpPr>
        <p:grpSpPr>
          <a:xfrm>
            <a:off x="10343104" y="6422579"/>
            <a:ext cx="1176854" cy="202504"/>
            <a:chOff x="10056795" y="6368350"/>
            <a:chExt cx="1454739" cy="250316"/>
          </a:xfrm>
          <a:solidFill>
            <a:schemeClr val="bg1"/>
          </a:solidFill>
        </p:grpSpPr>
        <p:sp>
          <p:nvSpPr>
            <p:cNvPr id="21" name="Freeform 7"/>
            <p:cNvSpPr>
              <a:spLocks noEditPoints="1"/>
            </p:cNvSpPr>
            <p:nvPr userDrawn="1"/>
          </p:nvSpPr>
          <p:spPr bwMode="auto">
            <a:xfrm>
              <a:off x="10368784" y="6371977"/>
              <a:ext cx="1142750" cy="246689"/>
            </a:xfrm>
            <a:custGeom>
              <a:avLst/>
              <a:gdLst>
                <a:gd name="T0" fmla="*/ 116 w 431"/>
                <a:gd name="T1" fmla="*/ 33 h 93"/>
                <a:gd name="T2" fmla="*/ 103 w 431"/>
                <a:gd name="T3" fmla="*/ 24 h 93"/>
                <a:gd name="T4" fmla="*/ 116 w 431"/>
                <a:gd name="T5" fmla="*/ 75 h 93"/>
                <a:gd name="T6" fmla="*/ 128 w 431"/>
                <a:gd name="T7" fmla="*/ 32 h 93"/>
                <a:gd name="T8" fmla="*/ 139 w 431"/>
                <a:gd name="T9" fmla="*/ 75 h 93"/>
                <a:gd name="T10" fmla="*/ 152 w 431"/>
                <a:gd name="T11" fmla="*/ 48 h 93"/>
                <a:gd name="T12" fmla="*/ 174 w 431"/>
                <a:gd name="T13" fmla="*/ 45 h 93"/>
                <a:gd name="T14" fmla="*/ 188 w 431"/>
                <a:gd name="T15" fmla="*/ 75 h 93"/>
                <a:gd name="T16" fmla="*/ 169 w 431"/>
                <a:gd name="T17" fmla="*/ 23 h 93"/>
                <a:gd name="T18" fmla="*/ 133 w 431"/>
                <a:gd name="T19" fmla="*/ 23 h 93"/>
                <a:gd name="T20" fmla="*/ 238 w 431"/>
                <a:gd name="T21" fmla="*/ 0 h 93"/>
                <a:gd name="T22" fmla="*/ 238 w 431"/>
                <a:gd name="T23" fmla="*/ 76 h 93"/>
                <a:gd name="T24" fmla="*/ 260 w 431"/>
                <a:gd name="T25" fmla="*/ 61 h 93"/>
                <a:gd name="T26" fmla="*/ 213 w 431"/>
                <a:gd name="T27" fmla="*/ 37 h 93"/>
                <a:gd name="T28" fmla="*/ 259 w 431"/>
                <a:gd name="T29" fmla="*/ 14 h 93"/>
                <a:gd name="T30" fmla="*/ 54 w 431"/>
                <a:gd name="T31" fmla="*/ 3 h 93"/>
                <a:gd name="T32" fmla="*/ 0 w 431"/>
                <a:gd name="T33" fmla="*/ 21 h 93"/>
                <a:gd name="T34" fmla="*/ 36 w 431"/>
                <a:gd name="T35" fmla="*/ 45 h 93"/>
                <a:gd name="T36" fmla="*/ 27 w 431"/>
                <a:gd name="T37" fmla="*/ 66 h 93"/>
                <a:gd name="T38" fmla="*/ 1 w 431"/>
                <a:gd name="T39" fmla="*/ 72 h 93"/>
                <a:gd name="T40" fmla="*/ 60 w 431"/>
                <a:gd name="T41" fmla="*/ 54 h 93"/>
                <a:gd name="T42" fmla="*/ 26 w 431"/>
                <a:gd name="T43" fmla="*/ 30 h 93"/>
                <a:gd name="T44" fmla="*/ 33 w 431"/>
                <a:gd name="T45" fmla="*/ 9 h 93"/>
                <a:gd name="T46" fmla="*/ 54 w 431"/>
                <a:gd name="T47" fmla="*/ 3 h 93"/>
                <a:gd name="T48" fmla="*/ 390 w 431"/>
                <a:gd name="T49" fmla="*/ 49 h 93"/>
                <a:gd name="T50" fmla="*/ 417 w 431"/>
                <a:gd name="T51" fmla="*/ 49 h 93"/>
                <a:gd name="T52" fmla="*/ 376 w 431"/>
                <a:gd name="T53" fmla="*/ 93 h 93"/>
                <a:gd name="T54" fmla="*/ 389 w 431"/>
                <a:gd name="T55" fmla="*/ 67 h 93"/>
                <a:gd name="T56" fmla="*/ 431 w 431"/>
                <a:gd name="T57" fmla="*/ 49 h 93"/>
                <a:gd name="T58" fmla="*/ 389 w 431"/>
                <a:gd name="T59" fmla="*/ 33 h 93"/>
                <a:gd name="T60" fmla="*/ 376 w 431"/>
                <a:gd name="T61" fmla="*/ 24 h 93"/>
                <a:gd name="T62" fmla="*/ 334 w 431"/>
                <a:gd name="T63" fmla="*/ 75 h 93"/>
                <a:gd name="T64" fmla="*/ 347 w 431"/>
                <a:gd name="T65" fmla="*/ 47 h 93"/>
                <a:gd name="T66" fmla="*/ 368 w 431"/>
                <a:gd name="T67" fmla="*/ 24 h 93"/>
                <a:gd name="T68" fmla="*/ 347 w 431"/>
                <a:gd name="T69" fmla="*/ 24 h 93"/>
                <a:gd name="T70" fmla="*/ 334 w 431"/>
                <a:gd name="T71" fmla="*/ 75 h 93"/>
                <a:gd name="T72" fmla="*/ 282 w 431"/>
                <a:gd name="T73" fmla="*/ 49 h 93"/>
                <a:gd name="T74" fmla="*/ 309 w 431"/>
                <a:gd name="T75" fmla="*/ 49 h 93"/>
                <a:gd name="T76" fmla="*/ 268 w 431"/>
                <a:gd name="T77" fmla="*/ 50 h 93"/>
                <a:gd name="T78" fmla="*/ 323 w 431"/>
                <a:gd name="T79" fmla="*/ 49 h 93"/>
                <a:gd name="T80" fmla="*/ 268 w 431"/>
                <a:gd name="T81" fmla="*/ 50 h 93"/>
                <a:gd name="T82" fmla="*/ 86 w 431"/>
                <a:gd name="T83" fmla="*/ 75 h 93"/>
                <a:gd name="T84" fmla="*/ 73 w 431"/>
                <a:gd name="T85" fmla="*/ 24 h 93"/>
                <a:gd name="T86" fmla="*/ 73 w 431"/>
                <a:gd name="T87" fmla="*/ 14 h 93"/>
                <a:gd name="T88" fmla="*/ 86 w 431"/>
                <a:gd name="T89" fmla="*/ 1 h 93"/>
                <a:gd name="T90" fmla="*/ 73 w 431"/>
                <a:gd name="T91" fmla="*/ 1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31" h="93">
                  <a:moveTo>
                    <a:pt x="133" y="23"/>
                  </a:moveTo>
                  <a:cubicBezTo>
                    <a:pt x="117" y="23"/>
                    <a:pt x="116" y="33"/>
                    <a:pt x="116" y="33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75"/>
                    <a:pt x="103" y="75"/>
                    <a:pt x="103" y="75"/>
                  </a:cubicBezTo>
                  <a:cubicBezTo>
                    <a:pt x="116" y="75"/>
                    <a:pt x="116" y="75"/>
                    <a:pt x="116" y="75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35"/>
                    <a:pt x="121" y="32"/>
                    <a:pt x="128" y="32"/>
                  </a:cubicBezTo>
                  <a:cubicBezTo>
                    <a:pt x="136" y="32"/>
                    <a:pt x="139" y="34"/>
                    <a:pt x="139" y="45"/>
                  </a:cubicBezTo>
                  <a:cubicBezTo>
                    <a:pt x="139" y="75"/>
                    <a:pt x="139" y="75"/>
                    <a:pt x="139" y="75"/>
                  </a:cubicBezTo>
                  <a:cubicBezTo>
                    <a:pt x="152" y="75"/>
                    <a:pt x="152" y="75"/>
                    <a:pt x="152" y="75"/>
                  </a:cubicBezTo>
                  <a:cubicBezTo>
                    <a:pt x="152" y="48"/>
                    <a:pt x="152" y="48"/>
                    <a:pt x="152" y="48"/>
                  </a:cubicBezTo>
                  <a:cubicBezTo>
                    <a:pt x="152" y="35"/>
                    <a:pt x="156" y="32"/>
                    <a:pt x="164" y="32"/>
                  </a:cubicBezTo>
                  <a:cubicBezTo>
                    <a:pt x="172" y="32"/>
                    <a:pt x="174" y="34"/>
                    <a:pt x="174" y="45"/>
                  </a:cubicBezTo>
                  <a:cubicBezTo>
                    <a:pt x="174" y="75"/>
                    <a:pt x="174" y="75"/>
                    <a:pt x="174" y="75"/>
                  </a:cubicBezTo>
                  <a:cubicBezTo>
                    <a:pt x="188" y="75"/>
                    <a:pt x="188" y="75"/>
                    <a:pt x="188" y="75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8" y="28"/>
                    <a:pt x="182" y="23"/>
                    <a:pt x="169" y="23"/>
                  </a:cubicBezTo>
                  <a:cubicBezTo>
                    <a:pt x="153" y="23"/>
                    <a:pt x="151" y="33"/>
                    <a:pt x="151" y="33"/>
                  </a:cubicBezTo>
                  <a:cubicBezTo>
                    <a:pt x="148" y="26"/>
                    <a:pt x="143" y="23"/>
                    <a:pt x="133" y="23"/>
                  </a:cubicBezTo>
                  <a:moveTo>
                    <a:pt x="259" y="4"/>
                  </a:moveTo>
                  <a:cubicBezTo>
                    <a:pt x="259" y="4"/>
                    <a:pt x="251" y="0"/>
                    <a:pt x="238" y="0"/>
                  </a:cubicBezTo>
                  <a:cubicBezTo>
                    <a:pt x="214" y="0"/>
                    <a:pt x="199" y="11"/>
                    <a:pt x="199" y="38"/>
                  </a:cubicBezTo>
                  <a:cubicBezTo>
                    <a:pt x="199" y="65"/>
                    <a:pt x="211" y="76"/>
                    <a:pt x="238" y="76"/>
                  </a:cubicBezTo>
                  <a:cubicBezTo>
                    <a:pt x="253" y="76"/>
                    <a:pt x="260" y="72"/>
                    <a:pt x="260" y="72"/>
                  </a:cubicBezTo>
                  <a:cubicBezTo>
                    <a:pt x="260" y="61"/>
                    <a:pt x="260" y="61"/>
                    <a:pt x="260" y="61"/>
                  </a:cubicBezTo>
                  <a:cubicBezTo>
                    <a:pt x="260" y="61"/>
                    <a:pt x="253" y="66"/>
                    <a:pt x="240" y="66"/>
                  </a:cubicBezTo>
                  <a:cubicBezTo>
                    <a:pt x="223" y="66"/>
                    <a:pt x="213" y="60"/>
                    <a:pt x="213" y="37"/>
                  </a:cubicBezTo>
                  <a:cubicBezTo>
                    <a:pt x="213" y="17"/>
                    <a:pt x="220" y="10"/>
                    <a:pt x="239" y="10"/>
                  </a:cubicBezTo>
                  <a:cubicBezTo>
                    <a:pt x="250" y="10"/>
                    <a:pt x="259" y="14"/>
                    <a:pt x="259" y="14"/>
                  </a:cubicBezTo>
                  <a:lnTo>
                    <a:pt x="259" y="4"/>
                  </a:lnTo>
                  <a:close/>
                  <a:moveTo>
                    <a:pt x="54" y="3"/>
                  </a:moveTo>
                  <a:cubicBezTo>
                    <a:pt x="54" y="3"/>
                    <a:pt x="45" y="0"/>
                    <a:pt x="34" y="0"/>
                  </a:cubicBezTo>
                  <a:cubicBezTo>
                    <a:pt x="15" y="0"/>
                    <a:pt x="0" y="5"/>
                    <a:pt x="0" y="21"/>
                  </a:cubicBezTo>
                  <a:cubicBezTo>
                    <a:pt x="0" y="34"/>
                    <a:pt x="8" y="38"/>
                    <a:pt x="21" y="41"/>
                  </a:cubicBezTo>
                  <a:cubicBezTo>
                    <a:pt x="36" y="45"/>
                    <a:pt x="36" y="45"/>
                    <a:pt x="36" y="45"/>
                  </a:cubicBezTo>
                  <a:cubicBezTo>
                    <a:pt x="43" y="46"/>
                    <a:pt x="46" y="48"/>
                    <a:pt x="46" y="55"/>
                  </a:cubicBezTo>
                  <a:cubicBezTo>
                    <a:pt x="46" y="66"/>
                    <a:pt x="38" y="66"/>
                    <a:pt x="27" y="66"/>
                  </a:cubicBezTo>
                  <a:cubicBezTo>
                    <a:pt x="13" y="66"/>
                    <a:pt x="1" y="62"/>
                    <a:pt x="1" y="62"/>
                  </a:cubicBezTo>
                  <a:cubicBezTo>
                    <a:pt x="1" y="72"/>
                    <a:pt x="1" y="72"/>
                    <a:pt x="1" y="72"/>
                  </a:cubicBezTo>
                  <a:cubicBezTo>
                    <a:pt x="1" y="72"/>
                    <a:pt x="12" y="76"/>
                    <a:pt x="25" y="76"/>
                  </a:cubicBezTo>
                  <a:cubicBezTo>
                    <a:pt x="44" y="76"/>
                    <a:pt x="60" y="72"/>
                    <a:pt x="60" y="54"/>
                  </a:cubicBezTo>
                  <a:cubicBezTo>
                    <a:pt x="60" y="41"/>
                    <a:pt x="53" y="36"/>
                    <a:pt x="40" y="33"/>
                  </a:cubicBezTo>
                  <a:cubicBezTo>
                    <a:pt x="26" y="30"/>
                    <a:pt x="26" y="30"/>
                    <a:pt x="26" y="30"/>
                  </a:cubicBezTo>
                  <a:cubicBezTo>
                    <a:pt x="18" y="28"/>
                    <a:pt x="14" y="26"/>
                    <a:pt x="14" y="19"/>
                  </a:cubicBezTo>
                  <a:cubicBezTo>
                    <a:pt x="14" y="10"/>
                    <a:pt x="23" y="9"/>
                    <a:pt x="33" y="9"/>
                  </a:cubicBezTo>
                  <a:cubicBezTo>
                    <a:pt x="46" y="9"/>
                    <a:pt x="54" y="13"/>
                    <a:pt x="54" y="13"/>
                  </a:cubicBezTo>
                  <a:lnTo>
                    <a:pt x="54" y="3"/>
                  </a:lnTo>
                  <a:close/>
                  <a:moveTo>
                    <a:pt x="403" y="68"/>
                  </a:moveTo>
                  <a:cubicBezTo>
                    <a:pt x="392" y="68"/>
                    <a:pt x="390" y="61"/>
                    <a:pt x="390" y="49"/>
                  </a:cubicBezTo>
                  <a:cubicBezTo>
                    <a:pt x="390" y="38"/>
                    <a:pt x="392" y="31"/>
                    <a:pt x="403" y="31"/>
                  </a:cubicBezTo>
                  <a:cubicBezTo>
                    <a:pt x="414" y="31"/>
                    <a:pt x="417" y="38"/>
                    <a:pt x="417" y="49"/>
                  </a:cubicBezTo>
                  <a:cubicBezTo>
                    <a:pt x="417" y="62"/>
                    <a:pt x="414" y="68"/>
                    <a:pt x="403" y="68"/>
                  </a:cubicBezTo>
                  <a:moveTo>
                    <a:pt x="376" y="93"/>
                  </a:moveTo>
                  <a:cubicBezTo>
                    <a:pt x="389" y="93"/>
                    <a:pt x="389" y="93"/>
                    <a:pt x="389" y="93"/>
                  </a:cubicBezTo>
                  <a:cubicBezTo>
                    <a:pt x="389" y="67"/>
                    <a:pt x="389" y="67"/>
                    <a:pt x="389" y="67"/>
                  </a:cubicBezTo>
                  <a:cubicBezTo>
                    <a:pt x="389" y="67"/>
                    <a:pt x="391" y="76"/>
                    <a:pt x="406" y="76"/>
                  </a:cubicBezTo>
                  <a:cubicBezTo>
                    <a:pt x="423" y="76"/>
                    <a:pt x="431" y="68"/>
                    <a:pt x="431" y="49"/>
                  </a:cubicBezTo>
                  <a:cubicBezTo>
                    <a:pt x="431" y="31"/>
                    <a:pt x="424" y="23"/>
                    <a:pt x="408" y="23"/>
                  </a:cubicBezTo>
                  <a:cubicBezTo>
                    <a:pt x="391" y="23"/>
                    <a:pt x="389" y="33"/>
                    <a:pt x="389" y="33"/>
                  </a:cubicBezTo>
                  <a:cubicBezTo>
                    <a:pt x="389" y="24"/>
                    <a:pt x="389" y="24"/>
                    <a:pt x="389" y="24"/>
                  </a:cubicBezTo>
                  <a:cubicBezTo>
                    <a:pt x="376" y="24"/>
                    <a:pt x="376" y="24"/>
                    <a:pt x="376" y="24"/>
                  </a:cubicBezTo>
                  <a:lnTo>
                    <a:pt x="376" y="93"/>
                  </a:lnTo>
                  <a:close/>
                  <a:moveTo>
                    <a:pt x="334" y="75"/>
                  </a:moveTo>
                  <a:cubicBezTo>
                    <a:pt x="347" y="75"/>
                    <a:pt x="347" y="75"/>
                    <a:pt x="347" y="75"/>
                  </a:cubicBezTo>
                  <a:cubicBezTo>
                    <a:pt x="347" y="47"/>
                    <a:pt x="347" y="47"/>
                    <a:pt x="347" y="47"/>
                  </a:cubicBezTo>
                  <a:cubicBezTo>
                    <a:pt x="347" y="37"/>
                    <a:pt x="351" y="36"/>
                    <a:pt x="368" y="36"/>
                  </a:cubicBezTo>
                  <a:cubicBezTo>
                    <a:pt x="368" y="24"/>
                    <a:pt x="368" y="24"/>
                    <a:pt x="368" y="24"/>
                  </a:cubicBezTo>
                  <a:cubicBezTo>
                    <a:pt x="355" y="24"/>
                    <a:pt x="349" y="28"/>
                    <a:pt x="347" y="37"/>
                  </a:cubicBezTo>
                  <a:cubicBezTo>
                    <a:pt x="347" y="24"/>
                    <a:pt x="347" y="24"/>
                    <a:pt x="347" y="24"/>
                  </a:cubicBezTo>
                  <a:cubicBezTo>
                    <a:pt x="334" y="24"/>
                    <a:pt x="334" y="24"/>
                    <a:pt x="334" y="24"/>
                  </a:cubicBezTo>
                  <a:lnTo>
                    <a:pt x="334" y="75"/>
                  </a:lnTo>
                  <a:close/>
                  <a:moveTo>
                    <a:pt x="296" y="68"/>
                  </a:moveTo>
                  <a:cubicBezTo>
                    <a:pt x="284" y="68"/>
                    <a:pt x="282" y="63"/>
                    <a:pt x="282" y="49"/>
                  </a:cubicBezTo>
                  <a:cubicBezTo>
                    <a:pt x="282" y="36"/>
                    <a:pt x="284" y="30"/>
                    <a:pt x="295" y="30"/>
                  </a:cubicBezTo>
                  <a:cubicBezTo>
                    <a:pt x="307" y="30"/>
                    <a:pt x="309" y="36"/>
                    <a:pt x="309" y="49"/>
                  </a:cubicBezTo>
                  <a:cubicBezTo>
                    <a:pt x="309" y="62"/>
                    <a:pt x="307" y="68"/>
                    <a:pt x="296" y="68"/>
                  </a:cubicBezTo>
                  <a:moveTo>
                    <a:pt x="268" y="50"/>
                  </a:moveTo>
                  <a:cubicBezTo>
                    <a:pt x="268" y="70"/>
                    <a:pt x="278" y="76"/>
                    <a:pt x="295" y="76"/>
                  </a:cubicBezTo>
                  <a:cubicBezTo>
                    <a:pt x="312" y="76"/>
                    <a:pt x="323" y="70"/>
                    <a:pt x="323" y="49"/>
                  </a:cubicBezTo>
                  <a:cubicBezTo>
                    <a:pt x="323" y="29"/>
                    <a:pt x="312" y="23"/>
                    <a:pt x="295" y="23"/>
                  </a:cubicBezTo>
                  <a:cubicBezTo>
                    <a:pt x="278" y="23"/>
                    <a:pt x="268" y="29"/>
                    <a:pt x="268" y="50"/>
                  </a:cubicBezTo>
                  <a:moveTo>
                    <a:pt x="73" y="75"/>
                  </a:moveTo>
                  <a:cubicBezTo>
                    <a:pt x="86" y="75"/>
                    <a:pt x="86" y="75"/>
                    <a:pt x="86" y="75"/>
                  </a:cubicBezTo>
                  <a:cubicBezTo>
                    <a:pt x="86" y="24"/>
                    <a:pt x="86" y="24"/>
                    <a:pt x="86" y="24"/>
                  </a:cubicBezTo>
                  <a:cubicBezTo>
                    <a:pt x="73" y="24"/>
                    <a:pt x="73" y="24"/>
                    <a:pt x="73" y="24"/>
                  </a:cubicBezTo>
                  <a:lnTo>
                    <a:pt x="73" y="75"/>
                  </a:lnTo>
                  <a:close/>
                  <a:moveTo>
                    <a:pt x="73" y="14"/>
                  </a:moveTo>
                  <a:cubicBezTo>
                    <a:pt x="86" y="14"/>
                    <a:pt x="86" y="14"/>
                    <a:pt x="86" y="14"/>
                  </a:cubicBezTo>
                  <a:cubicBezTo>
                    <a:pt x="86" y="1"/>
                    <a:pt x="86" y="1"/>
                    <a:pt x="86" y="1"/>
                  </a:cubicBezTo>
                  <a:cubicBezTo>
                    <a:pt x="73" y="1"/>
                    <a:pt x="73" y="1"/>
                    <a:pt x="73" y="1"/>
                  </a:cubicBezTo>
                  <a:lnTo>
                    <a:pt x="73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8"/>
            <p:cNvSpPr>
              <a:spLocks noEditPoints="1"/>
            </p:cNvSpPr>
            <p:nvPr userDrawn="1"/>
          </p:nvSpPr>
          <p:spPr bwMode="auto">
            <a:xfrm>
              <a:off x="10142048" y="6453602"/>
              <a:ext cx="59859" cy="61672"/>
            </a:xfrm>
            <a:custGeom>
              <a:avLst/>
              <a:gdLst>
                <a:gd name="T0" fmla="*/ 26 w 33"/>
                <a:gd name="T1" fmla="*/ 26 h 34"/>
                <a:gd name="T2" fmla="*/ 13 w 33"/>
                <a:gd name="T3" fmla="*/ 26 h 34"/>
                <a:gd name="T4" fmla="*/ 13 w 33"/>
                <a:gd name="T5" fmla="*/ 13 h 34"/>
                <a:gd name="T6" fmla="*/ 26 w 33"/>
                <a:gd name="T7" fmla="*/ 13 h 34"/>
                <a:gd name="T8" fmla="*/ 26 w 33"/>
                <a:gd name="T9" fmla="*/ 26 h 34"/>
                <a:gd name="T10" fmla="*/ 33 w 33"/>
                <a:gd name="T11" fmla="*/ 0 h 34"/>
                <a:gd name="T12" fmla="*/ 0 w 33"/>
                <a:gd name="T13" fmla="*/ 0 h 34"/>
                <a:gd name="T14" fmla="*/ 0 w 33"/>
                <a:gd name="T15" fmla="*/ 34 h 34"/>
                <a:gd name="T16" fmla="*/ 33 w 33"/>
                <a:gd name="T17" fmla="*/ 34 h 34"/>
                <a:gd name="T18" fmla="*/ 33 w 33"/>
                <a:gd name="T19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3" h="34">
                  <a:moveTo>
                    <a:pt x="26" y="26"/>
                  </a:moveTo>
                  <a:lnTo>
                    <a:pt x="13" y="26"/>
                  </a:lnTo>
                  <a:lnTo>
                    <a:pt x="13" y="13"/>
                  </a:lnTo>
                  <a:lnTo>
                    <a:pt x="26" y="13"/>
                  </a:lnTo>
                  <a:lnTo>
                    <a:pt x="26" y="26"/>
                  </a:lnTo>
                  <a:close/>
                  <a:moveTo>
                    <a:pt x="33" y="0"/>
                  </a:moveTo>
                  <a:lnTo>
                    <a:pt x="0" y="0"/>
                  </a:lnTo>
                  <a:lnTo>
                    <a:pt x="0" y="34"/>
                  </a:lnTo>
                  <a:lnTo>
                    <a:pt x="33" y="34"/>
                  </a:lnTo>
                  <a:lnTo>
                    <a:pt x="3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9"/>
            <p:cNvSpPr>
              <a:spLocks noEditPoints="1"/>
            </p:cNvSpPr>
            <p:nvPr userDrawn="1"/>
          </p:nvSpPr>
          <p:spPr bwMode="auto">
            <a:xfrm>
              <a:off x="10078561" y="6390116"/>
              <a:ext cx="163250" cy="165063"/>
            </a:xfrm>
            <a:custGeom>
              <a:avLst/>
              <a:gdLst>
                <a:gd name="T0" fmla="*/ 83 w 90"/>
                <a:gd name="T1" fmla="*/ 83 h 91"/>
                <a:gd name="T2" fmla="*/ 13 w 90"/>
                <a:gd name="T3" fmla="*/ 83 h 91"/>
                <a:gd name="T4" fmla="*/ 13 w 90"/>
                <a:gd name="T5" fmla="*/ 13 h 91"/>
                <a:gd name="T6" fmla="*/ 83 w 90"/>
                <a:gd name="T7" fmla="*/ 13 h 91"/>
                <a:gd name="T8" fmla="*/ 83 w 90"/>
                <a:gd name="T9" fmla="*/ 83 h 91"/>
                <a:gd name="T10" fmla="*/ 90 w 90"/>
                <a:gd name="T11" fmla="*/ 0 h 91"/>
                <a:gd name="T12" fmla="*/ 0 w 90"/>
                <a:gd name="T13" fmla="*/ 0 h 91"/>
                <a:gd name="T14" fmla="*/ 0 w 90"/>
                <a:gd name="T15" fmla="*/ 91 h 91"/>
                <a:gd name="T16" fmla="*/ 90 w 90"/>
                <a:gd name="T17" fmla="*/ 91 h 91"/>
                <a:gd name="T18" fmla="*/ 90 w 90"/>
                <a:gd name="T1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0" h="91">
                  <a:moveTo>
                    <a:pt x="83" y="83"/>
                  </a:moveTo>
                  <a:lnTo>
                    <a:pt x="13" y="83"/>
                  </a:lnTo>
                  <a:lnTo>
                    <a:pt x="13" y="13"/>
                  </a:lnTo>
                  <a:lnTo>
                    <a:pt x="83" y="13"/>
                  </a:lnTo>
                  <a:lnTo>
                    <a:pt x="83" y="83"/>
                  </a:lnTo>
                  <a:close/>
                  <a:moveTo>
                    <a:pt x="90" y="0"/>
                  </a:moveTo>
                  <a:lnTo>
                    <a:pt x="0" y="0"/>
                  </a:lnTo>
                  <a:lnTo>
                    <a:pt x="0" y="91"/>
                  </a:lnTo>
                  <a:lnTo>
                    <a:pt x="90" y="91"/>
                  </a:lnTo>
                  <a:lnTo>
                    <a:pt x="9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0"/>
            <p:cNvSpPr>
              <a:spLocks noEditPoints="1"/>
            </p:cNvSpPr>
            <p:nvPr userDrawn="1"/>
          </p:nvSpPr>
          <p:spPr bwMode="auto">
            <a:xfrm>
              <a:off x="10056795" y="6368350"/>
              <a:ext cx="206783" cy="204969"/>
            </a:xfrm>
            <a:custGeom>
              <a:avLst/>
              <a:gdLst>
                <a:gd name="T0" fmla="*/ 107 w 114"/>
                <a:gd name="T1" fmla="*/ 107 h 113"/>
                <a:gd name="T2" fmla="*/ 7 w 114"/>
                <a:gd name="T3" fmla="*/ 107 h 113"/>
                <a:gd name="T4" fmla="*/ 7 w 114"/>
                <a:gd name="T5" fmla="*/ 8 h 113"/>
                <a:gd name="T6" fmla="*/ 107 w 114"/>
                <a:gd name="T7" fmla="*/ 8 h 113"/>
                <a:gd name="T8" fmla="*/ 107 w 114"/>
                <a:gd name="T9" fmla="*/ 107 h 113"/>
                <a:gd name="T10" fmla="*/ 0 w 114"/>
                <a:gd name="T11" fmla="*/ 113 h 113"/>
                <a:gd name="T12" fmla="*/ 114 w 114"/>
                <a:gd name="T13" fmla="*/ 113 h 113"/>
                <a:gd name="T14" fmla="*/ 114 w 114"/>
                <a:gd name="T15" fmla="*/ 0 h 113"/>
                <a:gd name="T16" fmla="*/ 0 w 114"/>
                <a:gd name="T17" fmla="*/ 0 h 113"/>
                <a:gd name="T18" fmla="*/ 0 w 114"/>
                <a:gd name="T19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4" h="113">
                  <a:moveTo>
                    <a:pt x="107" y="107"/>
                  </a:moveTo>
                  <a:lnTo>
                    <a:pt x="7" y="107"/>
                  </a:lnTo>
                  <a:lnTo>
                    <a:pt x="7" y="8"/>
                  </a:lnTo>
                  <a:lnTo>
                    <a:pt x="107" y="8"/>
                  </a:lnTo>
                  <a:lnTo>
                    <a:pt x="107" y="107"/>
                  </a:lnTo>
                  <a:close/>
                  <a:moveTo>
                    <a:pt x="0" y="113"/>
                  </a:moveTo>
                  <a:lnTo>
                    <a:pt x="114" y="113"/>
                  </a:lnTo>
                  <a:lnTo>
                    <a:pt x="114" y="0"/>
                  </a:lnTo>
                  <a:lnTo>
                    <a:pt x="0" y="0"/>
                  </a:lnTo>
                  <a:lnTo>
                    <a:pt x="0" y="1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1"/>
            <p:cNvSpPr>
              <a:spLocks noEditPoints="1"/>
            </p:cNvSpPr>
            <p:nvPr userDrawn="1"/>
          </p:nvSpPr>
          <p:spPr bwMode="auto">
            <a:xfrm>
              <a:off x="10109398" y="6422766"/>
              <a:ext cx="112461" cy="110647"/>
            </a:xfrm>
            <a:custGeom>
              <a:avLst/>
              <a:gdLst>
                <a:gd name="T0" fmla="*/ 56 w 62"/>
                <a:gd name="T1" fmla="*/ 55 h 61"/>
                <a:gd name="T2" fmla="*/ 14 w 62"/>
                <a:gd name="T3" fmla="*/ 55 h 61"/>
                <a:gd name="T4" fmla="*/ 14 w 62"/>
                <a:gd name="T5" fmla="*/ 13 h 61"/>
                <a:gd name="T6" fmla="*/ 56 w 62"/>
                <a:gd name="T7" fmla="*/ 13 h 61"/>
                <a:gd name="T8" fmla="*/ 56 w 62"/>
                <a:gd name="T9" fmla="*/ 55 h 61"/>
                <a:gd name="T10" fmla="*/ 62 w 62"/>
                <a:gd name="T11" fmla="*/ 0 h 61"/>
                <a:gd name="T12" fmla="*/ 0 w 62"/>
                <a:gd name="T13" fmla="*/ 0 h 61"/>
                <a:gd name="T14" fmla="*/ 0 w 62"/>
                <a:gd name="T15" fmla="*/ 61 h 61"/>
                <a:gd name="T16" fmla="*/ 62 w 62"/>
                <a:gd name="T17" fmla="*/ 61 h 61"/>
                <a:gd name="T18" fmla="*/ 62 w 62"/>
                <a:gd name="T19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" h="61">
                  <a:moveTo>
                    <a:pt x="56" y="55"/>
                  </a:moveTo>
                  <a:lnTo>
                    <a:pt x="14" y="55"/>
                  </a:lnTo>
                  <a:lnTo>
                    <a:pt x="14" y="13"/>
                  </a:lnTo>
                  <a:lnTo>
                    <a:pt x="56" y="13"/>
                  </a:lnTo>
                  <a:lnTo>
                    <a:pt x="56" y="55"/>
                  </a:lnTo>
                  <a:close/>
                  <a:moveTo>
                    <a:pt x="62" y="0"/>
                  </a:moveTo>
                  <a:lnTo>
                    <a:pt x="0" y="0"/>
                  </a:lnTo>
                  <a:lnTo>
                    <a:pt x="0" y="61"/>
                  </a:lnTo>
                  <a:lnTo>
                    <a:pt x="62" y="61"/>
                  </a:lnTo>
                  <a:lnTo>
                    <a:pt x="6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8" name="Slide Number Placeholder 2">
            <a:extLst>
              <a:ext uri="{FF2B5EF4-FFF2-40B4-BE49-F238E27FC236}">
                <a16:creationId xmlns:a16="http://schemas.microsoft.com/office/drawing/2014/main" id="{450A3B49-CCFF-4E42-9265-AA2EF0310F1C}"/>
              </a:ext>
            </a:extLst>
          </p:cNvPr>
          <p:cNvSpPr txBox="1">
            <a:spLocks/>
          </p:cNvSpPr>
          <p:nvPr userDrawn="1"/>
        </p:nvSpPr>
        <p:spPr>
          <a:xfrm>
            <a:off x="672001" y="6352663"/>
            <a:ext cx="679721" cy="36618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marR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lang="en-US" sz="1000" kern="1200" smtClean="0">
                <a:solidFill>
                  <a:schemeClr val="bg2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marL="609585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1219170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828754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2438339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3047924" algn="l" defTabSz="609585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3657509" algn="l" defTabSz="609585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4267093" algn="l" defTabSz="609585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4876678" algn="l" defTabSz="609585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fld id="{E16BA917-7F09-4B8D-AF07-F52890C14046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  <p:sp>
        <p:nvSpPr>
          <p:cNvPr id="46" name="Freeform 5">
            <a:extLst>
              <a:ext uri="{FF2B5EF4-FFF2-40B4-BE49-F238E27FC236}">
                <a16:creationId xmlns:a16="http://schemas.microsoft.com/office/drawing/2014/main" id="{572D5DB4-596C-4B3C-8639-53D2DFD469DD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351115" y="1150760"/>
            <a:ext cx="627300" cy="470078"/>
          </a:xfrm>
          <a:custGeom>
            <a:avLst/>
            <a:gdLst>
              <a:gd name="T0" fmla="*/ 60 w 121"/>
              <a:gd name="T1" fmla="*/ 11 h 90"/>
              <a:gd name="T2" fmla="*/ 45 w 121"/>
              <a:gd name="T3" fmla="*/ 19 h 90"/>
              <a:gd name="T4" fmla="*/ 34 w 121"/>
              <a:gd name="T5" fmla="*/ 27 h 90"/>
              <a:gd name="T6" fmla="*/ 25 w 121"/>
              <a:gd name="T7" fmla="*/ 37 h 90"/>
              <a:gd name="T8" fmla="*/ 19 w 121"/>
              <a:gd name="T9" fmla="*/ 51 h 90"/>
              <a:gd name="T10" fmla="*/ 26 w 121"/>
              <a:gd name="T11" fmla="*/ 51 h 90"/>
              <a:gd name="T12" fmla="*/ 40 w 121"/>
              <a:gd name="T13" fmla="*/ 56 h 90"/>
              <a:gd name="T14" fmla="*/ 45 w 121"/>
              <a:gd name="T15" fmla="*/ 67 h 90"/>
              <a:gd name="T16" fmla="*/ 39 w 121"/>
              <a:gd name="T17" fmla="*/ 82 h 90"/>
              <a:gd name="T18" fmla="*/ 22 w 121"/>
              <a:gd name="T19" fmla="*/ 90 h 90"/>
              <a:gd name="T20" fmla="*/ 6 w 121"/>
              <a:gd name="T21" fmla="*/ 83 h 90"/>
              <a:gd name="T22" fmla="*/ 0 w 121"/>
              <a:gd name="T23" fmla="*/ 67 h 90"/>
              <a:gd name="T24" fmla="*/ 6 w 121"/>
              <a:gd name="T25" fmla="*/ 43 h 90"/>
              <a:gd name="T26" fmla="*/ 21 w 121"/>
              <a:gd name="T27" fmla="*/ 23 h 90"/>
              <a:gd name="T28" fmla="*/ 39 w 121"/>
              <a:gd name="T29" fmla="*/ 10 h 90"/>
              <a:gd name="T30" fmla="*/ 55 w 121"/>
              <a:gd name="T31" fmla="*/ 0 h 90"/>
              <a:gd name="T32" fmla="*/ 60 w 121"/>
              <a:gd name="T33" fmla="*/ 11 h 90"/>
              <a:gd name="T34" fmla="*/ 121 w 121"/>
              <a:gd name="T35" fmla="*/ 11 h 90"/>
              <a:gd name="T36" fmla="*/ 106 w 121"/>
              <a:gd name="T37" fmla="*/ 19 h 90"/>
              <a:gd name="T38" fmla="*/ 95 w 121"/>
              <a:gd name="T39" fmla="*/ 27 h 90"/>
              <a:gd name="T40" fmla="*/ 86 w 121"/>
              <a:gd name="T41" fmla="*/ 37 h 90"/>
              <a:gd name="T42" fmla="*/ 79 w 121"/>
              <a:gd name="T43" fmla="*/ 51 h 90"/>
              <a:gd name="T44" fmla="*/ 86 w 121"/>
              <a:gd name="T45" fmla="*/ 51 h 90"/>
              <a:gd name="T46" fmla="*/ 101 w 121"/>
              <a:gd name="T47" fmla="*/ 56 h 90"/>
              <a:gd name="T48" fmla="*/ 106 w 121"/>
              <a:gd name="T49" fmla="*/ 67 h 90"/>
              <a:gd name="T50" fmla="*/ 100 w 121"/>
              <a:gd name="T51" fmla="*/ 82 h 90"/>
              <a:gd name="T52" fmla="*/ 83 w 121"/>
              <a:gd name="T53" fmla="*/ 90 h 90"/>
              <a:gd name="T54" fmla="*/ 67 w 121"/>
              <a:gd name="T55" fmla="*/ 83 h 90"/>
              <a:gd name="T56" fmla="*/ 61 w 121"/>
              <a:gd name="T57" fmla="*/ 67 h 90"/>
              <a:gd name="T58" fmla="*/ 67 w 121"/>
              <a:gd name="T59" fmla="*/ 43 h 90"/>
              <a:gd name="T60" fmla="*/ 82 w 121"/>
              <a:gd name="T61" fmla="*/ 23 h 90"/>
              <a:gd name="T62" fmla="*/ 99 w 121"/>
              <a:gd name="T63" fmla="*/ 10 h 90"/>
              <a:gd name="T64" fmla="*/ 116 w 121"/>
              <a:gd name="T65" fmla="*/ 0 h 90"/>
              <a:gd name="T66" fmla="*/ 121 w 121"/>
              <a:gd name="T67" fmla="*/ 11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21" h="90">
                <a:moveTo>
                  <a:pt x="60" y="11"/>
                </a:moveTo>
                <a:cubicBezTo>
                  <a:pt x="55" y="13"/>
                  <a:pt x="50" y="16"/>
                  <a:pt x="45" y="19"/>
                </a:cubicBezTo>
                <a:cubicBezTo>
                  <a:pt x="41" y="21"/>
                  <a:pt x="37" y="24"/>
                  <a:pt x="34" y="27"/>
                </a:cubicBezTo>
                <a:cubicBezTo>
                  <a:pt x="30" y="30"/>
                  <a:pt x="27" y="33"/>
                  <a:pt x="25" y="37"/>
                </a:cubicBezTo>
                <a:cubicBezTo>
                  <a:pt x="22" y="41"/>
                  <a:pt x="20" y="45"/>
                  <a:pt x="19" y="51"/>
                </a:cubicBezTo>
                <a:cubicBezTo>
                  <a:pt x="26" y="51"/>
                  <a:pt x="26" y="51"/>
                  <a:pt x="26" y="51"/>
                </a:cubicBezTo>
                <a:cubicBezTo>
                  <a:pt x="33" y="51"/>
                  <a:pt x="37" y="53"/>
                  <a:pt x="40" y="56"/>
                </a:cubicBezTo>
                <a:cubicBezTo>
                  <a:pt x="44" y="59"/>
                  <a:pt x="45" y="63"/>
                  <a:pt x="45" y="67"/>
                </a:cubicBezTo>
                <a:cubicBezTo>
                  <a:pt x="45" y="73"/>
                  <a:pt x="43" y="78"/>
                  <a:pt x="39" y="82"/>
                </a:cubicBezTo>
                <a:cubicBezTo>
                  <a:pt x="35" y="87"/>
                  <a:pt x="29" y="90"/>
                  <a:pt x="22" y="90"/>
                </a:cubicBezTo>
                <a:cubicBezTo>
                  <a:pt x="15" y="90"/>
                  <a:pt x="9" y="88"/>
                  <a:pt x="6" y="83"/>
                </a:cubicBezTo>
                <a:cubicBezTo>
                  <a:pt x="2" y="79"/>
                  <a:pt x="0" y="74"/>
                  <a:pt x="0" y="67"/>
                </a:cubicBezTo>
                <a:cubicBezTo>
                  <a:pt x="0" y="58"/>
                  <a:pt x="2" y="50"/>
                  <a:pt x="6" y="43"/>
                </a:cubicBezTo>
                <a:cubicBezTo>
                  <a:pt x="10" y="35"/>
                  <a:pt x="15" y="29"/>
                  <a:pt x="21" y="23"/>
                </a:cubicBezTo>
                <a:cubicBezTo>
                  <a:pt x="26" y="18"/>
                  <a:pt x="32" y="13"/>
                  <a:pt x="39" y="10"/>
                </a:cubicBezTo>
                <a:cubicBezTo>
                  <a:pt x="45" y="6"/>
                  <a:pt x="50" y="3"/>
                  <a:pt x="55" y="0"/>
                </a:cubicBezTo>
                <a:lnTo>
                  <a:pt x="60" y="11"/>
                </a:lnTo>
                <a:close/>
                <a:moveTo>
                  <a:pt x="121" y="11"/>
                </a:moveTo>
                <a:cubicBezTo>
                  <a:pt x="116" y="13"/>
                  <a:pt x="111" y="16"/>
                  <a:pt x="106" y="19"/>
                </a:cubicBezTo>
                <a:cubicBezTo>
                  <a:pt x="102" y="21"/>
                  <a:pt x="98" y="24"/>
                  <a:pt x="95" y="27"/>
                </a:cubicBezTo>
                <a:cubicBezTo>
                  <a:pt x="91" y="30"/>
                  <a:pt x="88" y="33"/>
                  <a:pt x="86" y="37"/>
                </a:cubicBezTo>
                <a:cubicBezTo>
                  <a:pt x="83" y="41"/>
                  <a:pt x="81" y="45"/>
                  <a:pt x="79" y="51"/>
                </a:cubicBezTo>
                <a:cubicBezTo>
                  <a:pt x="86" y="51"/>
                  <a:pt x="86" y="51"/>
                  <a:pt x="86" y="51"/>
                </a:cubicBezTo>
                <a:cubicBezTo>
                  <a:pt x="93" y="51"/>
                  <a:pt x="98" y="53"/>
                  <a:pt x="101" y="56"/>
                </a:cubicBezTo>
                <a:cubicBezTo>
                  <a:pt x="104" y="59"/>
                  <a:pt x="106" y="63"/>
                  <a:pt x="106" y="67"/>
                </a:cubicBezTo>
                <a:cubicBezTo>
                  <a:pt x="106" y="73"/>
                  <a:pt x="104" y="78"/>
                  <a:pt x="100" y="82"/>
                </a:cubicBezTo>
                <a:cubicBezTo>
                  <a:pt x="96" y="87"/>
                  <a:pt x="90" y="90"/>
                  <a:pt x="83" y="90"/>
                </a:cubicBezTo>
                <a:cubicBezTo>
                  <a:pt x="76" y="90"/>
                  <a:pt x="70" y="88"/>
                  <a:pt x="67" y="83"/>
                </a:cubicBezTo>
                <a:cubicBezTo>
                  <a:pt x="63" y="79"/>
                  <a:pt x="61" y="74"/>
                  <a:pt x="61" y="67"/>
                </a:cubicBezTo>
                <a:cubicBezTo>
                  <a:pt x="61" y="58"/>
                  <a:pt x="63" y="50"/>
                  <a:pt x="67" y="43"/>
                </a:cubicBezTo>
                <a:cubicBezTo>
                  <a:pt x="71" y="35"/>
                  <a:pt x="76" y="29"/>
                  <a:pt x="82" y="23"/>
                </a:cubicBezTo>
                <a:cubicBezTo>
                  <a:pt x="87" y="18"/>
                  <a:pt x="93" y="13"/>
                  <a:pt x="99" y="10"/>
                </a:cubicBezTo>
                <a:cubicBezTo>
                  <a:pt x="106" y="6"/>
                  <a:pt x="111" y="3"/>
                  <a:pt x="116" y="0"/>
                </a:cubicBezTo>
                <a:lnTo>
                  <a:pt x="121" y="1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a-DK">
              <a:solidFill>
                <a:schemeClr val="bg1"/>
              </a:solidFill>
            </a:endParaRP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AF8B5868-72A8-4A02-828A-4D136D61617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22401" y="1943100"/>
            <a:ext cx="8261350" cy="3454400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tabLst/>
              <a:defRPr sz="2600" b="0" i="1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300"/>
              </a:spcBef>
              <a:spcAft>
                <a:spcPts val="0"/>
              </a:spcAft>
              <a:buNone/>
              <a:tabLst/>
              <a:defRPr lang="en-US" sz="1200" b="1" kern="1200" baseline="0" dirty="0" smtClean="0">
                <a:solidFill>
                  <a:schemeClr val="bg1"/>
                </a:solidFill>
                <a:latin typeface="+mn-lt"/>
                <a:ea typeface="+mn-ea"/>
                <a:cs typeface="Arial"/>
              </a:defRPr>
            </a:lvl2pPr>
            <a:lvl3pPr marL="0" indent="0">
              <a:spcBef>
                <a:spcPts val="300"/>
              </a:spcBef>
              <a:buNone/>
              <a:tabLst/>
              <a:defRPr lang="en-US" sz="1200" b="0" kern="1200" baseline="0" dirty="0" smtClean="0">
                <a:solidFill>
                  <a:schemeClr val="bg1"/>
                </a:solidFill>
                <a:latin typeface="+mn-lt"/>
                <a:ea typeface="+mn-ea"/>
                <a:cs typeface="Arial"/>
              </a:defRPr>
            </a:lvl3pPr>
            <a:lvl4pPr marL="0" indent="0">
              <a:spcBef>
                <a:spcPts val="300"/>
              </a:spcBef>
              <a:buNone/>
              <a:tabLst/>
              <a:defRPr sz="2600" b="0" i="1">
                <a:solidFill>
                  <a:schemeClr val="bg1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300"/>
              </a:spcBef>
              <a:buFont typeface="Arial" panose="020B0604020202020204" pitchFamily="34" charset="0"/>
              <a:buNone/>
              <a:tabLst/>
              <a:defRPr sz="2600" b="0" i="1">
                <a:solidFill>
                  <a:schemeClr val="bg1"/>
                </a:solidFill>
                <a:latin typeface="Georgia" panose="02040502050405020303" pitchFamily="18" charset="0"/>
              </a:defRPr>
            </a:lvl5pPr>
          </a:lstStyle>
          <a:p>
            <a:pPr lvl="0"/>
            <a:r>
              <a:rPr lang="en-US"/>
              <a:t>Quote text here</a:t>
            </a:r>
          </a:p>
          <a:p>
            <a:pPr lvl="1"/>
            <a:r>
              <a:rPr lang="en-US"/>
              <a:t>Name</a:t>
            </a:r>
          </a:p>
          <a:p>
            <a:pPr lvl="2"/>
            <a:r>
              <a:rPr lang="en-US"/>
              <a:t>Title/Company/</a:t>
            </a:r>
            <a:r>
              <a:rPr lang="en-US" err="1"/>
              <a:t>Orginisation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63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7_Title and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6A9B4F5C-10E8-4823-9BB1-C9C9C2CAAC70}"/>
              </a:ext>
            </a:extLst>
          </p:cNvPr>
          <p:cNvSpPr/>
          <p:nvPr userDrawn="1"/>
        </p:nvSpPr>
        <p:spPr>
          <a:xfrm>
            <a:off x="10290175" y="6252706"/>
            <a:ext cx="1457994" cy="42779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err="1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6860772-438C-494B-83A8-63B969D12C78}"/>
              </a:ext>
            </a:extLst>
          </p:cNvPr>
          <p:cNvSpPr/>
          <p:nvPr userDrawn="1"/>
        </p:nvSpPr>
        <p:spPr>
          <a:xfrm>
            <a:off x="1258470" y="6252706"/>
            <a:ext cx="679721" cy="42779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err="1">
              <a:solidFill>
                <a:schemeClr val="tx1"/>
              </a:solidFill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56C776E-D110-4967-AAF2-20158EEF10CF}"/>
              </a:ext>
            </a:extLst>
          </p:cNvPr>
          <p:cNvGrpSpPr/>
          <p:nvPr userDrawn="1"/>
        </p:nvGrpSpPr>
        <p:grpSpPr>
          <a:xfrm>
            <a:off x="0" y="-6350"/>
            <a:ext cx="12192001" cy="6864350"/>
            <a:chOff x="0" y="-6350"/>
            <a:chExt cx="12192001" cy="6864350"/>
          </a:xfrm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997FF143-B9D3-4D61-BDCC-6C0EC77C6A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3738" y="2016125"/>
              <a:ext cx="5568950" cy="4841875"/>
            </a:xfrm>
            <a:custGeom>
              <a:avLst/>
              <a:gdLst>
                <a:gd name="T0" fmla="*/ 0 w 3508"/>
                <a:gd name="T1" fmla="*/ 0 h 3050"/>
                <a:gd name="T2" fmla="*/ 0 w 3508"/>
                <a:gd name="T3" fmla="*/ 3050 h 3050"/>
                <a:gd name="T4" fmla="*/ 1737 w 3508"/>
                <a:gd name="T5" fmla="*/ 3050 h 3050"/>
                <a:gd name="T6" fmla="*/ 3508 w 3508"/>
                <a:gd name="T7" fmla="*/ 2027 h 3050"/>
                <a:gd name="T8" fmla="*/ 0 w 3508"/>
                <a:gd name="T9" fmla="*/ 0 h 30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08" h="3050">
                  <a:moveTo>
                    <a:pt x="0" y="0"/>
                  </a:moveTo>
                  <a:lnTo>
                    <a:pt x="0" y="3050"/>
                  </a:lnTo>
                  <a:lnTo>
                    <a:pt x="1737" y="3050"/>
                  </a:lnTo>
                  <a:lnTo>
                    <a:pt x="3508" y="20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6078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0922147D-73EB-44D8-AF66-6F7E5F1289E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-6350"/>
              <a:ext cx="5462588" cy="2022475"/>
            </a:xfrm>
            <a:custGeom>
              <a:avLst/>
              <a:gdLst>
                <a:gd name="T0" fmla="*/ 3441 w 3441"/>
                <a:gd name="T1" fmla="*/ 0 h 1274"/>
                <a:gd name="T2" fmla="*/ 0 w 3441"/>
                <a:gd name="T3" fmla="*/ 0 h 1274"/>
                <a:gd name="T4" fmla="*/ 0 w 3441"/>
                <a:gd name="T5" fmla="*/ 559 h 1274"/>
                <a:gd name="T6" fmla="*/ 1237 w 3441"/>
                <a:gd name="T7" fmla="*/ 1274 h 1274"/>
                <a:gd name="T8" fmla="*/ 3441 w 3441"/>
                <a:gd name="T9" fmla="*/ 0 h 1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41" h="1274">
                  <a:moveTo>
                    <a:pt x="3441" y="0"/>
                  </a:moveTo>
                  <a:lnTo>
                    <a:pt x="0" y="0"/>
                  </a:lnTo>
                  <a:lnTo>
                    <a:pt x="0" y="559"/>
                  </a:lnTo>
                  <a:lnTo>
                    <a:pt x="1237" y="1274"/>
                  </a:lnTo>
                  <a:lnTo>
                    <a:pt x="3441" y="0"/>
                  </a:lnTo>
                  <a:close/>
                </a:path>
              </a:pathLst>
            </a:custGeom>
            <a:solidFill>
              <a:srgbClr val="000000">
                <a:alpha val="7843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9">
              <a:extLst>
                <a:ext uri="{FF2B5EF4-FFF2-40B4-BE49-F238E27FC236}">
                  <a16:creationId xmlns:a16="http://schemas.microsoft.com/office/drawing/2014/main" id="{01E7A875-F577-47BF-8AF9-B0C9A6536EC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1200" y="-6350"/>
              <a:ext cx="2590800" cy="1497013"/>
            </a:xfrm>
            <a:custGeom>
              <a:avLst/>
              <a:gdLst>
                <a:gd name="T0" fmla="*/ 1632 w 1632"/>
                <a:gd name="T1" fmla="*/ 0 h 943"/>
                <a:gd name="T2" fmla="*/ 0 w 1632"/>
                <a:gd name="T3" fmla="*/ 0 h 943"/>
                <a:gd name="T4" fmla="*/ 1632 w 1632"/>
                <a:gd name="T5" fmla="*/ 943 h 943"/>
                <a:gd name="T6" fmla="*/ 1632 w 1632"/>
                <a:gd name="T7" fmla="*/ 0 h 9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32" h="943">
                  <a:moveTo>
                    <a:pt x="1632" y="0"/>
                  </a:moveTo>
                  <a:lnTo>
                    <a:pt x="0" y="0"/>
                  </a:lnTo>
                  <a:lnTo>
                    <a:pt x="1632" y="943"/>
                  </a:lnTo>
                  <a:lnTo>
                    <a:pt x="1632" y="0"/>
                  </a:lnTo>
                  <a:close/>
                </a:path>
              </a:pathLst>
            </a:custGeom>
            <a:solidFill>
              <a:srgbClr val="000000">
                <a:alpha val="7843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1">
              <a:extLst>
                <a:ext uri="{FF2B5EF4-FFF2-40B4-BE49-F238E27FC236}">
                  <a16:creationId xmlns:a16="http://schemas.microsoft.com/office/drawing/2014/main" id="{FE944BC7-BB59-441D-AB6C-90FFFE28B66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3738" y="-6350"/>
              <a:ext cx="10228263" cy="6864350"/>
            </a:xfrm>
            <a:custGeom>
              <a:avLst/>
              <a:gdLst>
                <a:gd name="T0" fmla="*/ 0 w 6443"/>
                <a:gd name="T1" fmla="*/ 1274 h 4324"/>
                <a:gd name="T2" fmla="*/ 3508 w 6443"/>
                <a:gd name="T3" fmla="*/ 3301 h 4324"/>
                <a:gd name="T4" fmla="*/ 5278 w 6443"/>
                <a:gd name="T5" fmla="*/ 4324 h 4324"/>
                <a:gd name="T6" fmla="*/ 6443 w 6443"/>
                <a:gd name="T7" fmla="*/ 4324 h 4324"/>
                <a:gd name="T8" fmla="*/ 6443 w 6443"/>
                <a:gd name="T9" fmla="*/ 943 h 4324"/>
                <a:gd name="T10" fmla="*/ 4811 w 6443"/>
                <a:gd name="T11" fmla="*/ 0 h 4324"/>
                <a:gd name="T12" fmla="*/ 2204 w 6443"/>
                <a:gd name="T13" fmla="*/ 0 h 4324"/>
                <a:gd name="T14" fmla="*/ 0 w 6443"/>
                <a:gd name="T15" fmla="*/ 1274 h 4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443" h="4324">
                  <a:moveTo>
                    <a:pt x="0" y="1274"/>
                  </a:moveTo>
                  <a:lnTo>
                    <a:pt x="3508" y="3301"/>
                  </a:lnTo>
                  <a:lnTo>
                    <a:pt x="5278" y="4324"/>
                  </a:lnTo>
                  <a:lnTo>
                    <a:pt x="6443" y="4324"/>
                  </a:lnTo>
                  <a:lnTo>
                    <a:pt x="6443" y="943"/>
                  </a:lnTo>
                  <a:lnTo>
                    <a:pt x="4811" y="0"/>
                  </a:lnTo>
                  <a:lnTo>
                    <a:pt x="2204" y="0"/>
                  </a:lnTo>
                  <a:lnTo>
                    <a:pt x="0" y="1274"/>
                  </a:lnTo>
                  <a:close/>
                </a:path>
              </a:pathLst>
            </a:custGeom>
            <a:solidFill>
              <a:srgbClr val="000000">
                <a:alpha val="12157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9">
              <a:extLst>
                <a:ext uri="{FF2B5EF4-FFF2-40B4-BE49-F238E27FC236}">
                  <a16:creationId xmlns:a16="http://schemas.microsoft.com/office/drawing/2014/main" id="{4A6807A1-E863-460E-8DBF-80144CE94F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881062"/>
              <a:ext cx="1963738" cy="5976938"/>
            </a:xfrm>
            <a:custGeom>
              <a:avLst/>
              <a:gdLst>
                <a:gd name="T0" fmla="*/ 0 w 1237"/>
                <a:gd name="T1" fmla="*/ 0 h 3765"/>
                <a:gd name="T2" fmla="*/ 0 w 1237"/>
                <a:gd name="T3" fmla="*/ 3765 h 3765"/>
                <a:gd name="T4" fmla="*/ 1237 w 1237"/>
                <a:gd name="T5" fmla="*/ 3765 h 3765"/>
                <a:gd name="T6" fmla="*/ 1237 w 1237"/>
                <a:gd name="T7" fmla="*/ 715 h 3765"/>
                <a:gd name="T8" fmla="*/ 0 w 1237"/>
                <a:gd name="T9" fmla="*/ 0 h 37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7" h="3765">
                  <a:moveTo>
                    <a:pt x="0" y="0"/>
                  </a:moveTo>
                  <a:lnTo>
                    <a:pt x="0" y="3765"/>
                  </a:lnTo>
                  <a:lnTo>
                    <a:pt x="1237" y="3765"/>
                  </a:lnTo>
                  <a:lnTo>
                    <a:pt x="1237" y="7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2157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0">
              <a:extLst>
                <a:ext uri="{FF2B5EF4-FFF2-40B4-BE49-F238E27FC236}">
                  <a16:creationId xmlns:a16="http://schemas.microsoft.com/office/drawing/2014/main" id="{197B1C32-E30D-4EB5-B03E-52D95C7179C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21225" y="5233987"/>
              <a:ext cx="5621338" cy="1624013"/>
            </a:xfrm>
            <a:custGeom>
              <a:avLst/>
              <a:gdLst>
                <a:gd name="T0" fmla="*/ 1771 w 3541"/>
                <a:gd name="T1" fmla="*/ 0 h 1023"/>
                <a:gd name="T2" fmla="*/ 0 w 3541"/>
                <a:gd name="T3" fmla="*/ 1023 h 1023"/>
                <a:gd name="T4" fmla="*/ 3541 w 3541"/>
                <a:gd name="T5" fmla="*/ 1023 h 1023"/>
                <a:gd name="T6" fmla="*/ 1771 w 3541"/>
                <a:gd name="T7" fmla="*/ 0 h 1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41" h="1023">
                  <a:moveTo>
                    <a:pt x="1771" y="0"/>
                  </a:moveTo>
                  <a:lnTo>
                    <a:pt x="0" y="1023"/>
                  </a:lnTo>
                  <a:lnTo>
                    <a:pt x="3541" y="1023"/>
                  </a:lnTo>
                  <a:lnTo>
                    <a:pt x="1771" y="0"/>
                  </a:lnTo>
                  <a:close/>
                </a:path>
              </a:pathLst>
            </a:custGeom>
            <a:solidFill>
              <a:srgbClr val="000000">
                <a:alpha val="10196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4" name="Pladsholder til sidefod 2"/>
          <p:cNvSpPr txBox="1">
            <a:spLocks/>
          </p:cNvSpPr>
          <p:nvPr userDrawn="1"/>
        </p:nvSpPr>
        <p:spPr>
          <a:xfrm>
            <a:off x="1351722" y="6356378"/>
            <a:ext cx="989842" cy="36618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marL="0" marR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1200">
                <a:solidFill>
                  <a:schemeClr val="bg1"/>
                </a:solidFill>
                <a:latin typeface="+mj-lt"/>
                <a:ea typeface="ＭＳ Ｐゴシック" charset="0"/>
                <a:cs typeface="ＭＳ Ｐゴシック" charset="0"/>
              </a:rPr>
              <a:t>© 2020</a:t>
            </a:r>
          </a:p>
        </p:txBody>
      </p:sp>
      <p:grpSp>
        <p:nvGrpSpPr>
          <p:cNvPr id="20" name="Gruppe 19"/>
          <p:cNvGrpSpPr>
            <a:grpSpLocks noChangeAspect="1"/>
          </p:cNvGrpSpPr>
          <p:nvPr userDrawn="1"/>
        </p:nvGrpSpPr>
        <p:grpSpPr>
          <a:xfrm>
            <a:off x="10343104" y="6422579"/>
            <a:ext cx="1176854" cy="202504"/>
            <a:chOff x="10056795" y="6368350"/>
            <a:chExt cx="1454739" cy="250316"/>
          </a:xfrm>
          <a:solidFill>
            <a:schemeClr val="bg1"/>
          </a:solidFill>
        </p:grpSpPr>
        <p:sp>
          <p:nvSpPr>
            <p:cNvPr id="21" name="Freeform 7"/>
            <p:cNvSpPr>
              <a:spLocks noEditPoints="1"/>
            </p:cNvSpPr>
            <p:nvPr userDrawn="1"/>
          </p:nvSpPr>
          <p:spPr bwMode="auto">
            <a:xfrm>
              <a:off x="10368784" y="6371977"/>
              <a:ext cx="1142750" cy="246689"/>
            </a:xfrm>
            <a:custGeom>
              <a:avLst/>
              <a:gdLst>
                <a:gd name="T0" fmla="*/ 116 w 431"/>
                <a:gd name="T1" fmla="*/ 33 h 93"/>
                <a:gd name="T2" fmla="*/ 103 w 431"/>
                <a:gd name="T3" fmla="*/ 24 h 93"/>
                <a:gd name="T4" fmla="*/ 116 w 431"/>
                <a:gd name="T5" fmla="*/ 75 h 93"/>
                <a:gd name="T6" fmla="*/ 128 w 431"/>
                <a:gd name="T7" fmla="*/ 32 h 93"/>
                <a:gd name="T8" fmla="*/ 139 w 431"/>
                <a:gd name="T9" fmla="*/ 75 h 93"/>
                <a:gd name="T10" fmla="*/ 152 w 431"/>
                <a:gd name="T11" fmla="*/ 48 h 93"/>
                <a:gd name="T12" fmla="*/ 174 w 431"/>
                <a:gd name="T13" fmla="*/ 45 h 93"/>
                <a:gd name="T14" fmla="*/ 188 w 431"/>
                <a:gd name="T15" fmla="*/ 75 h 93"/>
                <a:gd name="T16" fmla="*/ 169 w 431"/>
                <a:gd name="T17" fmla="*/ 23 h 93"/>
                <a:gd name="T18" fmla="*/ 133 w 431"/>
                <a:gd name="T19" fmla="*/ 23 h 93"/>
                <a:gd name="T20" fmla="*/ 238 w 431"/>
                <a:gd name="T21" fmla="*/ 0 h 93"/>
                <a:gd name="T22" fmla="*/ 238 w 431"/>
                <a:gd name="T23" fmla="*/ 76 h 93"/>
                <a:gd name="T24" fmla="*/ 260 w 431"/>
                <a:gd name="T25" fmla="*/ 61 h 93"/>
                <a:gd name="T26" fmla="*/ 213 w 431"/>
                <a:gd name="T27" fmla="*/ 37 h 93"/>
                <a:gd name="T28" fmla="*/ 259 w 431"/>
                <a:gd name="T29" fmla="*/ 14 h 93"/>
                <a:gd name="T30" fmla="*/ 54 w 431"/>
                <a:gd name="T31" fmla="*/ 3 h 93"/>
                <a:gd name="T32" fmla="*/ 0 w 431"/>
                <a:gd name="T33" fmla="*/ 21 h 93"/>
                <a:gd name="T34" fmla="*/ 36 w 431"/>
                <a:gd name="T35" fmla="*/ 45 h 93"/>
                <a:gd name="T36" fmla="*/ 27 w 431"/>
                <a:gd name="T37" fmla="*/ 66 h 93"/>
                <a:gd name="T38" fmla="*/ 1 w 431"/>
                <a:gd name="T39" fmla="*/ 72 h 93"/>
                <a:gd name="T40" fmla="*/ 60 w 431"/>
                <a:gd name="T41" fmla="*/ 54 h 93"/>
                <a:gd name="T42" fmla="*/ 26 w 431"/>
                <a:gd name="T43" fmla="*/ 30 h 93"/>
                <a:gd name="T44" fmla="*/ 33 w 431"/>
                <a:gd name="T45" fmla="*/ 9 h 93"/>
                <a:gd name="T46" fmla="*/ 54 w 431"/>
                <a:gd name="T47" fmla="*/ 3 h 93"/>
                <a:gd name="T48" fmla="*/ 390 w 431"/>
                <a:gd name="T49" fmla="*/ 49 h 93"/>
                <a:gd name="T50" fmla="*/ 417 w 431"/>
                <a:gd name="T51" fmla="*/ 49 h 93"/>
                <a:gd name="T52" fmla="*/ 376 w 431"/>
                <a:gd name="T53" fmla="*/ 93 h 93"/>
                <a:gd name="T54" fmla="*/ 389 w 431"/>
                <a:gd name="T55" fmla="*/ 67 h 93"/>
                <a:gd name="T56" fmla="*/ 431 w 431"/>
                <a:gd name="T57" fmla="*/ 49 h 93"/>
                <a:gd name="T58" fmla="*/ 389 w 431"/>
                <a:gd name="T59" fmla="*/ 33 h 93"/>
                <a:gd name="T60" fmla="*/ 376 w 431"/>
                <a:gd name="T61" fmla="*/ 24 h 93"/>
                <a:gd name="T62" fmla="*/ 334 w 431"/>
                <a:gd name="T63" fmla="*/ 75 h 93"/>
                <a:gd name="T64" fmla="*/ 347 w 431"/>
                <a:gd name="T65" fmla="*/ 47 h 93"/>
                <a:gd name="T66" fmla="*/ 368 w 431"/>
                <a:gd name="T67" fmla="*/ 24 h 93"/>
                <a:gd name="T68" fmla="*/ 347 w 431"/>
                <a:gd name="T69" fmla="*/ 24 h 93"/>
                <a:gd name="T70" fmla="*/ 334 w 431"/>
                <a:gd name="T71" fmla="*/ 75 h 93"/>
                <a:gd name="T72" fmla="*/ 282 w 431"/>
                <a:gd name="T73" fmla="*/ 49 h 93"/>
                <a:gd name="T74" fmla="*/ 309 w 431"/>
                <a:gd name="T75" fmla="*/ 49 h 93"/>
                <a:gd name="T76" fmla="*/ 268 w 431"/>
                <a:gd name="T77" fmla="*/ 50 h 93"/>
                <a:gd name="T78" fmla="*/ 323 w 431"/>
                <a:gd name="T79" fmla="*/ 49 h 93"/>
                <a:gd name="T80" fmla="*/ 268 w 431"/>
                <a:gd name="T81" fmla="*/ 50 h 93"/>
                <a:gd name="T82" fmla="*/ 86 w 431"/>
                <a:gd name="T83" fmla="*/ 75 h 93"/>
                <a:gd name="T84" fmla="*/ 73 w 431"/>
                <a:gd name="T85" fmla="*/ 24 h 93"/>
                <a:gd name="T86" fmla="*/ 73 w 431"/>
                <a:gd name="T87" fmla="*/ 14 h 93"/>
                <a:gd name="T88" fmla="*/ 86 w 431"/>
                <a:gd name="T89" fmla="*/ 1 h 93"/>
                <a:gd name="T90" fmla="*/ 73 w 431"/>
                <a:gd name="T91" fmla="*/ 1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31" h="93">
                  <a:moveTo>
                    <a:pt x="133" y="23"/>
                  </a:moveTo>
                  <a:cubicBezTo>
                    <a:pt x="117" y="23"/>
                    <a:pt x="116" y="33"/>
                    <a:pt x="116" y="33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75"/>
                    <a:pt x="103" y="75"/>
                    <a:pt x="103" y="75"/>
                  </a:cubicBezTo>
                  <a:cubicBezTo>
                    <a:pt x="116" y="75"/>
                    <a:pt x="116" y="75"/>
                    <a:pt x="116" y="75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35"/>
                    <a:pt x="121" y="32"/>
                    <a:pt x="128" y="32"/>
                  </a:cubicBezTo>
                  <a:cubicBezTo>
                    <a:pt x="136" y="32"/>
                    <a:pt x="139" y="34"/>
                    <a:pt x="139" y="45"/>
                  </a:cubicBezTo>
                  <a:cubicBezTo>
                    <a:pt x="139" y="75"/>
                    <a:pt x="139" y="75"/>
                    <a:pt x="139" y="75"/>
                  </a:cubicBezTo>
                  <a:cubicBezTo>
                    <a:pt x="152" y="75"/>
                    <a:pt x="152" y="75"/>
                    <a:pt x="152" y="75"/>
                  </a:cubicBezTo>
                  <a:cubicBezTo>
                    <a:pt x="152" y="48"/>
                    <a:pt x="152" y="48"/>
                    <a:pt x="152" y="48"/>
                  </a:cubicBezTo>
                  <a:cubicBezTo>
                    <a:pt x="152" y="35"/>
                    <a:pt x="156" y="32"/>
                    <a:pt x="164" y="32"/>
                  </a:cubicBezTo>
                  <a:cubicBezTo>
                    <a:pt x="172" y="32"/>
                    <a:pt x="174" y="34"/>
                    <a:pt x="174" y="45"/>
                  </a:cubicBezTo>
                  <a:cubicBezTo>
                    <a:pt x="174" y="75"/>
                    <a:pt x="174" y="75"/>
                    <a:pt x="174" y="75"/>
                  </a:cubicBezTo>
                  <a:cubicBezTo>
                    <a:pt x="188" y="75"/>
                    <a:pt x="188" y="75"/>
                    <a:pt x="188" y="75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8" y="28"/>
                    <a:pt x="182" y="23"/>
                    <a:pt x="169" y="23"/>
                  </a:cubicBezTo>
                  <a:cubicBezTo>
                    <a:pt x="153" y="23"/>
                    <a:pt x="151" y="33"/>
                    <a:pt x="151" y="33"/>
                  </a:cubicBezTo>
                  <a:cubicBezTo>
                    <a:pt x="148" y="26"/>
                    <a:pt x="143" y="23"/>
                    <a:pt x="133" y="23"/>
                  </a:cubicBezTo>
                  <a:moveTo>
                    <a:pt x="259" y="4"/>
                  </a:moveTo>
                  <a:cubicBezTo>
                    <a:pt x="259" y="4"/>
                    <a:pt x="251" y="0"/>
                    <a:pt x="238" y="0"/>
                  </a:cubicBezTo>
                  <a:cubicBezTo>
                    <a:pt x="214" y="0"/>
                    <a:pt x="199" y="11"/>
                    <a:pt x="199" y="38"/>
                  </a:cubicBezTo>
                  <a:cubicBezTo>
                    <a:pt x="199" y="65"/>
                    <a:pt x="211" y="76"/>
                    <a:pt x="238" y="76"/>
                  </a:cubicBezTo>
                  <a:cubicBezTo>
                    <a:pt x="253" y="76"/>
                    <a:pt x="260" y="72"/>
                    <a:pt x="260" y="72"/>
                  </a:cubicBezTo>
                  <a:cubicBezTo>
                    <a:pt x="260" y="61"/>
                    <a:pt x="260" y="61"/>
                    <a:pt x="260" y="61"/>
                  </a:cubicBezTo>
                  <a:cubicBezTo>
                    <a:pt x="260" y="61"/>
                    <a:pt x="253" y="66"/>
                    <a:pt x="240" y="66"/>
                  </a:cubicBezTo>
                  <a:cubicBezTo>
                    <a:pt x="223" y="66"/>
                    <a:pt x="213" y="60"/>
                    <a:pt x="213" y="37"/>
                  </a:cubicBezTo>
                  <a:cubicBezTo>
                    <a:pt x="213" y="17"/>
                    <a:pt x="220" y="10"/>
                    <a:pt x="239" y="10"/>
                  </a:cubicBezTo>
                  <a:cubicBezTo>
                    <a:pt x="250" y="10"/>
                    <a:pt x="259" y="14"/>
                    <a:pt x="259" y="14"/>
                  </a:cubicBezTo>
                  <a:lnTo>
                    <a:pt x="259" y="4"/>
                  </a:lnTo>
                  <a:close/>
                  <a:moveTo>
                    <a:pt x="54" y="3"/>
                  </a:moveTo>
                  <a:cubicBezTo>
                    <a:pt x="54" y="3"/>
                    <a:pt x="45" y="0"/>
                    <a:pt x="34" y="0"/>
                  </a:cubicBezTo>
                  <a:cubicBezTo>
                    <a:pt x="15" y="0"/>
                    <a:pt x="0" y="5"/>
                    <a:pt x="0" y="21"/>
                  </a:cubicBezTo>
                  <a:cubicBezTo>
                    <a:pt x="0" y="34"/>
                    <a:pt x="8" y="38"/>
                    <a:pt x="21" y="41"/>
                  </a:cubicBezTo>
                  <a:cubicBezTo>
                    <a:pt x="36" y="45"/>
                    <a:pt x="36" y="45"/>
                    <a:pt x="36" y="45"/>
                  </a:cubicBezTo>
                  <a:cubicBezTo>
                    <a:pt x="43" y="46"/>
                    <a:pt x="46" y="48"/>
                    <a:pt x="46" y="55"/>
                  </a:cubicBezTo>
                  <a:cubicBezTo>
                    <a:pt x="46" y="66"/>
                    <a:pt x="38" y="66"/>
                    <a:pt x="27" y="66"/>
                  </a:cubicBezTo>
                  <a:cubicBezTo>
                    <a:pt x="13" y="66"/>
                    <a:pt x="1" y="62"/>
                    <a:pt x="1" y="62"/>
                  </a:cubicBezTo>
                  <a:cubicBezTo>
                    <a:pt x="1" y="72"/>
                    <a:pt x="1" y="72"/>
                    <a:pt x="1" y="72"/>
                  </a:cubicBezTo>
                  <a:cubicBezTo>
                    <a:pt x="1" y="72"/>
                    <a:pt x="12" y="76"/>
                    <a:pt x="25" y="76"/>
                  </a:cubicBezTo>
                  <a:cubicBezTo>
                    <a:pt x="44" y="76"/>
                    <a:pt x="60" y="72"/>
                    <a:pt x="60" y="54"/>
                  </a:cubicBezTo>
                  <a:cubicBezTo>
                    <a:pt x="60" y="41"/>
                    <a:pt x="53" y="36"/>
                    <a:pt x="40" y="33"/>
                  </a:cubicBezTo>
                  <a:cubicBezTo>
                    <a:pt x="26" y="30"/>
                    <a:pt x="26" y="30"/>
                    <a:pt x="26" y="30"/>
                  </a:cubicBezTo>
                  <a:cubicBezTo>
                    <a:pt x="18" y="28"/>
                    <a:pt x="14" y="26"/>
                    <a:pt x="14" y="19"/>
                  </a:cubicBezTo>
                  <a:cubicBezTo>
                    <a:pt x="14" y="10"/>
                    <a:pt x="23" y="9"/>
                    <a:pt x="33" y="9"/>
                  </a:cubicBezTo>
                  <a:cubicBezTo>
                    <a:pt x="46" y="9"/>
                    <a:pt x="54" y="13"/>
                    <a:pt x="54" y="13"/>
                  </a:cubicBezTo>
                  <a:lnTo>
                    <a:pt x="54" y="3"/>
                  </a:lnTo>
                  <a:close/>
                  <a:moveTo>
                    <a:pt x="403" y="68"/>
                  </a:moveTo>
                  <a:cubicBezTo>
                    <a:pt x="392" y="68"/>
                    <a:pt x="390" y="61"/>
                    <a:pt x="390" y="49"/>
                  </a:cubicBezTo>
                  <a:cubicBezTo>
                    <a:pt x="390" y="38"/>
                    <a:pt x="392" y="31"/>
                    <a:pt x="403" y="31"/>
                  </a:cubicBezTo>
                  <a:cubicBezTo>
                    <a:pt x="414" y="31"/>
                    <a:pt x="417" y="38"/>
                    <a:pt x="417" y="49"/>
                  </a:cubicBezTo>
                  <a:cubicBezTo>
                    <a:pt x="417" y="62"/>
                    <a:pt x="414" y="68"/>
                    <a:pt x="403" y="68"/>
                  </a:cubicBezTo>
                  <a:moveTo>
                    <a:pt x="376" y="93"/>
                  </a:moveTo>
                  <a:cubicBezTo>
                    <a:pt x="389" y="93"/>
                    <a:pt x="389" y="93"/>
                    <a:pt x="389" y="93"/>
                  </a:cubicBezTo>
                  <a:cubicBezTo>
                    <a:pt x="389" y="67"/>
                    <a:pt x="389" y="67"/>
                    <a:pt x="389" y="67"/>
                  </a:cubicBezTo>
                  <a:cubicBezTo>
                    <a:pt x="389" y="67"/>
                    <a:pt x="391" y="76"/>
                    <a:pt x="406" y="76"/>
                  </a:cubicBezTo>
                  <a:cubicBezTo>
                    <a:pt x="423" y="76"/>
                    <a:pt x="431" y="68"/>
                    <a:pt x="431" y="49"/>
                  </a:cubicBezTo>
                  <a:cubicBezTo>
                    <a:pt x="431" y="31"/>
                    <a:pt x="424" y="23"/>
                    <a:pt x="408" y="23"/>
                  </a:cubicBezTo>
                  <a:cubicBezTo>
                    <a:pt x="391" y="23"/>
                    <a:pt x="389" y="33"/>
                    <a:pt x="389" y="33"/>
                  </a:cubicBezTo>
                  <a:cubicBezTo>
                    <a:pt x="389" y="24"/>
                    <a:pt x="389" y="24"/>
                    <a:pt x="389" y="24"/>
                  </a:cubicBezTo>
                  <a:cubicBezTo>
                    <a:pt x="376" y="24"/>
                    <a:pt x="376" y="24"/>
                    <a:pt x="376" y="24"/>
                  </a:cubicBezTo>
                  <a:lnTo>
                    <a:pt x="376" y="93"/>
                  </a:lnTo>
                  <a:close/>
                  <a:moveTo>
                    <a:pt x="334" y="75"/>
                  </a:moveTo>
                  <a:cubicBezTo>
                    <a:pt x="347" y="75"/>
                    <a:pt x="347" y="75"/>
                    <a:pt x="347" y="75"/>
                  </a:cubicBezTo>
                  <a:cubicBezTo>
                    <a:pt x="347" y="47"/>
                    <a:pt x="347" y="47"/>
                    <a:pt x="347" y="47"/>
                  </a:cubicBezTo>
                  <a:cubicBezTo>
                    <a:pt x="347" y="37"/>
                    <a:pt x="351" y="36"/>
                    <a:pt x="368" y="36"/>
                  </a:cubicBezTo>
                  <a:cubicBezTo>
                    <a:pt x="368" y="24"/>
                    <a:pt x="368" y="24"/>
                    <a:pt x="368" y="24"/>
                  </a:cubicBezTo>
                  <a:cubicBezTo>
                    <a:pt x="355" y="24"/>
                    <a:pt x="349" y="28"/>
                    <a:pt x="347" y="37"/>
                  </a:cubicBezTo>
                  <a:cubicBezTo>
                    <a:pt x="347" y="24"/>
                    <a:pt x="347" y="24"/>
                    <a:pt x="347" y="24"/>
                  </a:cubicBezTo>
                  <a:cubicBezTo>
                    <a:pt x="334" y="24"/>
                    <a:pt x="334" y="24"/>
                    <a:pt x="334" y="24"/>
                  </a:cubicBezTo>
                  <a:lnTo>
                    <a:pt x="334" y="75"/>
                  </a:lnTo>
                  <a:close/>
                  <a:moveTo>
                    <a:pt x="296" y="68"/>
                  </a:moveTo>
                  <a:cubicBezTo>
                    <a:pt x="284" y="68"/>
                    <a:pt x="282" y="63"/>
                    <a:pt x="282" y="49"/>
                  </a:cubicBezTo>
                  <a:cubicBezTo>
                    <a:pt x="282" y="36"/>
                    <a:pt x="284" y="30"/>
                    <a:pt x="295" y="30"/>
                  </a:cubicBezTo>
                  <a:cubicBezTo>
                    <a:pt x="307" y="30"/>
                    <a:pt x="309" y="36"/>
                    <a:pt x="309" y="49"/>
                  </a:cubicBezTo>
                  <a:cubicBezTo>
                    <a:pt x="309" y="62"/>
                    <a:pt x="307" y="68"/>
                    <a:pt x="296" y="68"/>
                  </a:cubicBezTo>
                  <a:moveTo>
                    <a:pt x="268" y="50"/>
                  </a:moveTo>
                  <a:cubicBezTo>
                    <a:pt x="268" y="70"/>
                    <a:pt x="278" y="76"/>
                    <a:pt x="295" y="76"/>
                  </a:cubicBezTo>
                  <a:cubicBezTo>
                    <a:pt x="312" y="76"/>
                    <a:pt x="323" y="70"/>
                    <a:pt x="323" y="49"/>
                  </a:cubicBezTo>
                  <a:cubicBezTo>
                    <a:pt x="323" y="29"/>
                    <a:pt x="312" y="23"/>
                    <a:pt x="295" y="23"/>
                  </a:cubicBezTo>
                  <a:cubicBezTo>
                    <a:pt x="278" y="23"/>
                    <a:pt x="268" y="29"/>
                    <a:pt x="268" y="50"/>
                  </a:cubicBezTo>
                  <a:moveTo>
                    <a:pt x="73" y="75"/>
                  </a:moveTo>
                  <a:cubicBezTo>
                    <a:pt x="86" y="75"/>
                    <a:pt x="86" y="75"/>
                    <a:pt x="86" y="75"/>
                  </a:cubicBezTo>
                  <a:cubicBezTo>
                    <a:pt x="86" y="24"/>
                    <a:pt x="86" y="24"/>
                    <a:pt x="86" y="24"/>
                  </a:cubicBezTo>
                  <a:cubicBezTo>
                    <a:pt x="73" y="24"/>
                    <a:pt x="73" y="24"/>
                    <a:pt x="73" y="24"/>
                  </a:cubicBezTo>
                  <a:lnTo>
                    <a:pt x="73" y="75"/>
                  </a:lnTo>
                  <a:close/>
                  <a:moveTo>
                    <a:pt x="73" y="14"/>
                  </a:moveTo>
                  <a:cubicBezTo>
                    <a:pt x="86" y="14"/>
                    <a:pt x="86" y="14"/>
                    <a:pt x="86" y="14"/>
                  </a:cubicBezTo>
                  <a:cubicBezTo>
                    <a:pt x="86" y="1"/>
                    <a:pt x="86" y="1"/>
                    <a:pt x="86" y="1"/>
                  </a:cubicBezTo>
                  <a:cubicBezTo>
                    <a:pt x="73" y="1"/>
                    <a:pt x="73" y="1"/>
                    <a:pt x="73" y="1"/>
                  </a:cubicBezTo>
                  <a:lnTo>
                    <a:pt x="73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8"/>
            <p:cNvSpPr>
              <a:spLocks noEditPoints="1"/>
            </p:cNvSpPr>
            <p:nvPr userDrawn="1"/>
          </p:nvSpPr>
          <p:spPr bwMode="auto">
            <a:xfrm>
              <a:off x="10142048" y="6453602"/>
              <a:ext cx="59859" cy="61672"/>
            </a:xfrm>
            <a:custGeom>
              <a:avLst/>
              <a:gdLst>
                <a:gd name="T0" fmla="*/ 26 w 33"/>
                <a:gd name="T1" fmla="*/ 26 h 34"/>
                <a:gd name="T2" fmla="*/ 13 w 33"/>
                <a:gd name="T3" fmla="*/ 26 h 34"/>
                <a:gd name="T4" fmla="*/ 13 w 33"/>
                <a:gd name="T5" fmla="*/ 13 h 34"/>
                <a:gd name="T6" fmla="*/ 26 w 33"/>
                <a:gd name="T7" fmla="*/ 13 h 34"/>
                <a:gd name="T8" fmla="*/ 26 w 33"/>
                <a:gd name="T9" fmla="*/ 26 h 34"/>
                <a:gd name="T10" fmla="*/ 33 w 33"/>
                <a:gd name="T11" fmla="*/ 0 h 34"/>
                <a:gd name="T12" fmla="*/ 0 w 33"/>
                <a:gd name="T13" fmla="*/ 0 h 34"/>
                <a:gd name="T14" fmla="*/ 0 w 33"/>
                <a:gd name="T15" fmla="*/ 34 h 34"/>
                <a:gd name="T16" fmla="*/ 33 w 33"/>
                <a:gd name="T17" fmla="*/ 34 h 34"/>
                <a:gd name="T18" fmla="*/ 33 w 33"/>
                <a:gd name="T19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3" h="34">
                  <a:moveTo>
                    <a:pt x="26" y="26"/>
                  </a:moveTo>
                  <a:lnTo>
                    <a:pt x="13" y="26"/>
                  </a:lnTo>
                  <a:lnTo>
                    <a:pt x="13" y="13"/>
                  </a:lnTo>
                  <a:lnTo>
                    <a:pt x="26" y="13"/>
                  </a:lnTo>
                  <a:lnTo>
                    <a:pt x="26" y="26"/>
                  </a:lnTo>
                  <a:close/>
                  <a:moveTo>
                    <a:pt x="33" y="0"/>
                  </a:moveTo>
                  <a:lnTo>
                    <a:pt x="0" y="0"/>
                  </a:lnTo>
                  <a:lnTo>
                    <a:pt x="0" y="34"/>
                  </a:lnTo>
                  <a:lnTo>
                    <a:pt x="33" y="34"/>
                  </a:lnTo>
                  <a:lnTo>
                    <a:pt x="3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9"/>
            <p:cNvSpPr>
              <a:spLocks noEditPoints="1"/>
            </p:cNvSpPr>
            <p:nvPr userDrawn="1"/>
          </p:nvSpPr>
          <p:spPr bwMode="auto">
            <a:xfrm>
              <a:off x="10078561" y="6390116"/>
              <a:ext cx="163250" cy="165063"/>
            </a:xfrm>
            <a:custGeom>
              <a:avLst/>
              <a:gdLst>
                <a:gd name="T0" fmla="*/ 83 w 90"/>
                <a:gd name="T1" fmla="*/ 83 h 91"/>
                <a:gd name="T2" fmla="*/ 13 w 90"/>
                <a:gd name="T3" fmla="*/ 83 h 91"/>
                <a:gd name="T4" fmla="*/ 13 w 90"/>
                <a:gd name="T5" fmla="*/ 13 h 91"/>
                <a:gd name="T6" fmla="*/ 83 w 90"/>
                <a:gd name="T7" fmla="*/ 13 h 91"/>
                <a:gd name="T8" fmla="*/ 83 w 90"/>
                <a:gd name="T9" fmla="*/ 83 h 91"/>
                <a:gd name="T10" fmla="*/ 90 w 90"/>
                <a:gd name="T11" fmla="*/ 0 h 91"/>
                <a:gd name="T12" fmla="*/ 0 w 90"/>
                <a:gd name="T13" fmla="*/ 0 h 91"/>
                <a:gd name="T14" fmla="*/ 0 w 90"/>
                <a:gd name="T15" fmla="*/ 91 h 91"/>
                <a:gd name="T16" fmla="*/ 90 w 90"/>
                <a:gd name="T17" fmla="*/ 91 h 91"/>
                <a:gd name="T18" fmla="*/ 90 w 90"/>
                <a:gd name="T1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0" h="91">
                  <a:moveTo>
                    <a:pt x="83" y="83"/>
                  </a:moveTo>
                  <a:lnTo>
                    <a:pt x="13" y="83"/>
                  </a:lnTo>
                  <a:lnTo>
                    <a:pt x="13" y="13"/>
                  </a:lnTo>
                  <a:lnTo>
                    <a:pt x="83" y="13"/>
                  </a:lnTo>
                  <a:lnTo>
                    <a:pt x="83" y="83"/>
                  </a:lnTo>
                  <a:close/>
                  <a:moveTo>
                    <a:pt x="90" y="0"/>
                  </a:moveTo>
                  <a:lnTo>
                    <a:pt x="0" y="0"/>
                  </a:lnTo>
                  <a:lnTo>
                    <a:pt x="0" y="91"/>
                  </a:lnTo>
                  <a:lnTo>
                    <a:pt x="90" y="91"/>
                  </a:lnTo>
                  <a:lnTo>
                    <a:pt x="9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0"/>
            <p:cNvSpPr>
              <a:spLocks noEditPoints="1"/>
            </p:cNvSpPr>
            <p:nvPr userDrawn="1"/>
          </p:nvSpPr>
          <p:spPr bwMode="auto">
            <a:xfrm>
              <a:off x="10056795" y="6368350"/>
              <a:ext cx="206783" cy="204969"/>
            </a:xfrm>
            <a:custGeom>
              <a:avLst/>
              <a:gdLst>
                <a:gd name="T0" fmla="*/ 107 w 114"/>
                <a:gd name="T1" fmla="*/ 107 h 113"/>
                <a:gd name="T2" fmla="*/ 7 w 114"/>
                <a:gd name="T3" fmla="*/ 107 h 113"/>
                <a:gd name="T4" fmla="*/ 7 w 114"/>
                <a:gd name="T5" fmla="*/ 8 h 113"/>
                <a:gd name="T6" fmla="*/ 107 w 114"/>
                <a:gd name="T7" fmla="*/ 8 h 113"/>
                <a:gd name="T8" fmla="*/ 107 w 114"/>
                <a:gd name="T9" fmla="*/ 107 h 113"/>
                <a:gd name="T10" fmla="*/ 0 w 114"/>
                <a:gd name="T11" fmla="*/ 113 h 113"/>
                <a:gd name="T12" fmla="*/ 114 w 114"/>
                <a:gd name="T13" fmla="*/ 113 h 113"/>
                <a:gd name="T14" fmla="*/ 114 w 114"/>
                <a:gd name="T15" fmla="*/ 0 h 113"/>
                <a:gd name="T16" fmla="*/ 0 w 114"/>
                <a:gd name="T17" fmla="*/ 0 h 113"/>
                <a:gd name="T18" fmla="*/ 0 w 114"/>
                <a:gd name="T19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4" h="113">
                  <a:moveTo>
                    <a:pt x="107" y="107"/>
                  </a:moveTo>
                  <a:lnTo>
                    <a:pt x="7" y="107"/>
                  </a:lnTo>
                  <a:lnTo>
                    <a:pt x="7" y="8"/>
                  </a:lnTo>
                  <a:lnTo>
                    <a:pt x="107" y="8"/>
                  </a:lnTo>
                  <a:lnTo>
                    <a:pt x="107" y="107"/>
                  </a:lnTo>
                  <a:close/>
                  <a:moveTo>
                    <a:pt x="0" y="113"/>
                  </a:moveTo>
                  <a:lnTo>
                    <a:pt x="114" y="113"/>
                  </a:lnTo>
                  <a:lnTo>
                    <a:pt x="114" y="0"/>
                  </a:lnTo>
                  <a:lnTo>
                    <a:pt x="0" y="0"/>
                  </a:lnTo>
                  <a:lnTo>
                    <a:pt x="0" y="1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1"/>
            <p:cNvSpPr>
              <a:spLocks noEditPoints="1"/>
            </p:cNvSpPr>
            <p:nvPr userDrawn="1"/>
          </p:nvSpPr>
          <p:spPr bwMode="auto">
            <a:xfrm>
              <a:off x="10109398" y="6422766"/>
              <a:ext cx="112461" cy="110647"/>
            </a:xfrm>
            <a:custGeom>
              <a:avLst/>
              <a:gdLst>
                <a:gd name="T0" fmla="*/ 56 w 62"/>
                <a:gd name="T1" fmla="*/ 55 h 61"/>
                <a:gd name="T2" fmla="*/ 14 w 62"/>
                <a:gd name="T3" fmla="*/ 55 h 61"/>
                <a:gd name="T4" fmla="*/ 14 w 62"/>
                <a:gd name="T5" fmla="*/ 13 h 61"/>
                <a:gd name="T6" fmla="*/ 56 w 62"/>
                <a:gd name="T7" fmla="*/ 13 h 61"/>
                <a:gd name="T8" fmla="*/ 56 w 62"/>
                <a:gd name="T9" fmla="*/ 55 h 61"/>
                <a:gd name="T10" fmla="*/ 62 w 62"/>
                <a:gd name="T11" fmla="*/ 0 h 61"/>
                <a:gd name="T12" fmla="*/ 0 w 62"/>
                <a:gd name="T13" fmla="*/ 0 h 61"/>
                <a:gd name="T14" fmla="*/ 0 w 62"/>
                <a:gd name="T15" fmla="*/ 61 h 61"/>
                <a:gd name="T16" fmla="*/ 62 w 62"/>
                <a:gd name="T17" fmla="*/ 61 h 61"/>
                <a:gd name="T18" fmla="*/ 62 w 62"/>
                <a:gd name="T19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" h="61">
                  <a:moveTo>
                    <a:pt x="56" y="55"/>
                  </a:moveTo>
                  <a:lnTo>
                    <a:pt x="14" y="55"/>
                  </a:lnTo>
                  <a:lnTo>
                    <a:pt x="14" y="13"/>
                  </a:lnTo>
                  <a:lnTo>
                    <a:pt x="56" y="13"/>
                  </a:lnTo>
                  <a:lnTo>
                    <a:pt x="56" y="55"/>
                  </a:lnTo>
                  <a:close/>
                  <a:moveTo>
                    <a:pt x="62" y="0"/>
                  </a:moveTo>
                  <a:lnTo>
                    <a:pt x="0" y="0"/>
                  </a:lnTo>
                  <a:lnTo>
                    <a:pt x="0" y="61"/>
                  </a:lnTo>
                  <a:lnTo>
                    <a:pt x="62" y="61"/>
                  </a:lnTo>
                  <a:lnTo>
                    <a:pt x="6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8" name="Slide Number Placeholder 2">
            <a:extLst>
              <a:ext uri="{FF2B5EF4-FFF2-40B4-BE49-F238E27FC236}">
                <a16:creationId xmlns:a16="http://schemas.microsoft.com/office/drawing/2014/main" id="{450A3B49-CCFF-4E42-9265-AA2EF0310F1C}"/>
              </a:ext>
            </a:extLst>
          </p:cNvPr>
          <p:cNvSpPr txBox="1">
            <a:spLocks/>
          </p:cNvSpPr>
          <p:nvPr userDrawn="1"/>
        </p:nvSpPr>
        <p:spPr>
          <a:xfrm>
            <a:off x="672001" y="6352663"/>
            <a:ext cx="679721" cy="36618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marR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lang="en-US" sz="1000" kern="1200" smtClean="0">
                <a:solidFill>
                  <a:schemeClr val="bg2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marL="609585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1219170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828754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2438339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3047924" algn="l" defTabSz="609585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3657509" algn="l" defTabSz="609585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4267093" algn="l" defTabSz="609585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4876678" algn="l" defTabSz="609585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fld id="{E16BA917-7F09-4B8D-AF07-F52890C14046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  <p:sp>
        <p:nvSpPr>
          <p:cNvPr id="46" name="Freeform 5">
            <a:extLst>
              <a:ext uri="{FF2B5EF4-FFF2-40B4-BE49-F238E27FC236}">
                <a16:creationId xmlns:a16="http://schemas.microsoft.com/office/drawing/2014/main" id="{572D5DB4-596C-4B3C-8639-53D2DFD469DD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351115" y="1150760"/>
            <a:ext cx="627300" cy="470078"/>
          </a:xfrm>
          <a:custGeom>
            <a:avLst/>
            <a:gdLst>
              <a:gd name="T0" fmla="*/ 60 w 121"/>
              <a:gd name="T1" fmla="*/ 11 h 90"/>
              <a:gd name="T2" fmla="*/ 45 w 121"/>
              <a:gd name="T3" fmla="*/ 19 h 90"/>
              <a:gd name="T4" fmla="*/ 34 w 121"/>
              <a:gd name="T5" fmla="*/ 27 h 90"/>
              <a:gd name="T6" fmla="*/ 25 w 121"/>
              <a:gd name="T7" fmla="*/ 37 h 90"/>
              <a:gd name="T8" fmla="*/ 19 w 121"/>
              <a:gd name="T9" fmla="*/ 51 h 90"/>
              <a:gd name="T10" fmla="*/ 26 w 121"/>
              <a:gd name="T11" fmla="*/ 51 h 90"/>
              <a:gd name="T12" fmla="*/ 40 w 121"/>
              <a:gd name="T13" fmla="*/ 56 h 90"/>
              <a:gd name="T14" fmla="*/ 45 w 121"/>
              <a:gd name="T15" fmla="*/ 67 h 90"/>
              <a:gd name="T16" fmla="*/ 39 w 121"/>
              <a:gd name="T17" fmla="*/ 82 h 90"/>
              <a:gd name="T18" fmla="*/ 22 w 121"/>
              <a:gd name="T19" fmla="*/ 90 h 90"/>
              <a:gd name="T20" fmla="*/ 6 w 121"/>
              <a:gd name="T21" fmla="*/ 83 h 90"/>
              <a:gd name="T22" fmla="*/ 0 w 121"/>
              <a:gd name="T23" fmla="*/ 67 h 90"/>
              <a:gd name="T24" fmla="*/ 6 w 121"/>
              <a:gd name="T25" fmla="*/ 43 h 90"/>
              <a:gd name="T26" fmla="*/ 21 w 121"/>
              <a:gd name="T27" fmla="*/ 23 h 90"/>
              <a:gd name="T28" fmla="*/ 39 w 121"/>
              <a:gd name="T29" fmla="*/ 10 h 90"/>
              <a:gd name="T30" fmla="*/ 55 w 121"/>
              <a:gd name="T31" fmla="*/ 0 h 90"/>
              <a:gd name="T32" fmla="*/ 60 w 121"/>
              <a:gd name="T33" fmla="*/ 11 h 90"/>
              <a:gd name="T34" fmla="*/ 121 w 121"/>
              <a:gd name="T35" fmla="*/ 11 h 90"/>
              <a:gd name="T36" fmla="*/ 106 w 121"/>
              <a:gd name="T37" fmla="*/ 19 h 90"/>
              <a:gd name="T38" fmla="*/ 95 w 121"/>
              <a:gd name="T39" fmla="*/ 27 h 90"/>
              <a:gd name="T40" fmla="*/ 86 w 121"/>
              <a:gd name="T41" fmla="*/ 37 h 90"/>
              <a:gd name="T42" fmla="*/ 79 w 121"/>
              <a:gd name="T43" fmla="*/ 51 h 90"/>
              <a:gd name="T44" fmla="*/ 86 w 121"/>
              <a:gd name="T45" fmla="*/ 51 h 90"/>
              <a:gd name="T46" fmla="*/ 101 w 121"/>
              <a:gd name="T47" fmla="*/ 56 h 90"/>
              <a:gd name="T48" fmla="*/ 106 w 121"/>
              <a:gd name="T49" fmla="*/ 67 h 90"/>
              <a:gd name="T50" fmla="*/ 100 w 121"/>
              <a:gd name="T51" fmla="*/ 82 h 90"/>
              <a:gd name="T52" fmla="*/ 83 w 121"/>
              <a:gd name="T53" fmla="*/ 90 h 90"/>
              <a:gd name="T54" fmla="*/ 67 w 121"/>
              <a:gd name="T55" fmla="*/ 83 h 90"/>
              <a:gd name="T56" fmla="*/ 61 w 121"/>
              <a:gd name="T57" fmla="*/ 67 h 90"/>
              <a:gd name="T58" fmla="*/ 67 w 121"/>
              <a:gd name="T59" fmla="*/ 43 h 90"/>
              <a:gd name="T60" fmla="*/ 82 w 121"/>
              <a:gd name="T61" fmla="*/ 23 h 90"/>
              <a:gd name="T62" fmla="*/ 99 w 121"/>
              <a:gd name="T63" fmla="*/ 10 h 90"/>
              <a:gd name="T64" fmla="*/ 116 w 121"/>
              <a:gd name="T65" fmla="*/ 0 h 90"/>
              <a:gd name="T66" fmla="*/ 121 w 121"/>
              <a:gd name="T67" fmla="*/ 11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21" h="90">
                <a:moveTo>
                  <a:pt x="60" y="11"/>
                </a:moveTo>
                <a:cubicBezTo>
                  <a:pt x="55" y="13"/>
                  <a:pt x="50" y="16"/>
                  <a:pt x="45" y="19"/>
                </a:cubicBezTo>
                <a:cubicBezTo>
                  <a:pt x="41" y="21"/>
                  <a:pt x="37" y="24"/>
                  <a:pt x="34" y="27"/>
                </a:cubicBezTo>
                <a:cubicBezTo>
                  <a:pt x="30" y="30"/>
                  <a:pt x="27" y="33"/>
                  <a:pt x="25" y="37"/>
                </a:cubicBezTo>
                <a:cubicBezTo>
                  <a:pt x="22" y="41"/>
                  <a:pt x="20" y="45"/>
                  <a:pt x="19" y="51"/>
                </a:cubicBezTo>
                <a:cubicBezTo>
                  <a:pt x="26" y="51"/>
                  <a:pt x="26" y="51"/>
                  <a:pt x="26" y="51"/>
                </a:cubicBezTo>
                <a:cubicBezTo>
                  <a:pt x="33" y="51"/>
                  <a:pt x="37" y="53"/>
                  <a:pt x="40" y="56"/>
                </a:cubicBezTo>
                <a:cubicBezTo>
                  <a:pt x="44" y="59"/>
                  <a:pt x="45" y="63"/>
                  <a:pt x="45" y="67"/>
                </a:cubicBezTo>
                <a:cubicBezTo>
                  <a:pt x="45" y="73"/>
                  <a:pt x="43" y="78"/>
                  <a:pt x="39" y="82"/>
                </a:cubicBezTo>
                <a:cubicBezTo>
                  <a:pt x="35" y="87"/>
                  <a:pt x="29" y="90"/>
                  <a:pt x="22" y="90"/>
                </a:cubicBezTo>
                <a:cubicBezTo>
                  <a:pt x="15" y="90"/>
                  <a:pt x="9" y="88"/>
                  <a:pt x="6" y="83"/>
                </a:cubicBezTo>
                <a:cubicBezTo>
                  <a:pt x="2" y="79"/>
                  <a:pt x="0" y="74"/>
                  <a:pt x="0" y="67"/>
                </a:cubicBezTo>
                <a:cubicBezTo>
                  <a:pt x="0" y="58"/>
                  <a:pt x="2" y="50"/>
                  <a:pt x="6" y="43"/>
                </a:cubicBezTo>
                <a:cubicBezTo>
                  <a:pt x="10" y="35"/>
                  <a:pt x="15" y="29"/>
                  <a:pt x="21" y="23"/>
                </a:cubicBezTo>
                <a:cubicBezTo>
                  <a:pt x="26" y="18"/>
                  <a:pt x="32" y="13"/>
                  <a:pt x="39" y="10"/>
                </a:cubicBezTo>
                <a:cubicBezTo>
                  <a:pt x="45" y="6"/>
                  <a:pt x="50" y="3"/>
                  <a:pt x="55" y="0"/>
                </a:cubicBezTo>
                <a:lnTo>
                  <a:pt x="60" y="11"/>
                </a:lnTo>
                <a:close/>
                <a:moveTo>
                  <a:pt x="121" y="11"/>
                </a:moveTo>
                <a:cubicBezTo>
                  <a:pt x="116" y="13"/>
                  <a:pt x="111" y="16"/>
                  <a:pt x="106" y="19"/>
                </a:cubicBezTo>
                <a:cubicBezTo>
                  <a:pt x="102" y="21"/>
                  <a:pt x="98" y="24"/>
                  <a:pt x="95" y="27"/>
                </a:cubicBezTo>
                <a:cubicBezTo>
                  <a:pt x="91" y="30"/>
                  <a:pt x="88" y="33"/>
                  <a:pt x="86" y="37"/>
                </a:cubicBezTo>
                <a:cubicBezTo>
                  <a:pt x="83" y="41"/>
                  <a:pt x="81" y="45"/>
                  <a:pt x="79" y="51"/>
                </a:cubicBezTo>
                <a:cubicBezTo>
                  <a:pt x="86" y="51"/>
                  <a:pt x="86" y="51"/>
                  <a:pt x="86" y="51"/>
                </a:cubicBezTo>
                <a:cubicBezTo>
                  <a:pt x="93" y="51"/>
                  <a:pt x="98" y="53"/>
                  <a:pt x="101" y="56"/>
                </a:cubicBezTo>
                <a:cubicBezTo>
                  <a:pt x="104" y="59"/>
                  <a:pt x="106" y="63"/>
                  <a:pt x="106" y="67"/>
                </a:cubicBezTo>
                <a:cubicBezTo>
                  <a:pt x="106" y="73"/>
                  <a:pt x="104" y="78"/>
                  <a:pt x="100" y="82"/>
                </a:cubicBezTo>
                <a:cubicBezTo>
                  <a:pt x="96" y="87"/>
                  <a:pt x="90" y="90"/>
                  <a:pt x="83" y="90"/>
                </a:cubicBezTo>
                <a:cubicBezTo>
                  <a:pt x="76" y="90"/>
                  <a:pt x="70" y="88"/>
                  <a:pt x="67" y="83"/>
                </a:cubicBezTo>
                <a:cubicBezTo>
                  <a:pt x="63" y="79"/>
                  <a:pt x="61" y="74"/>
                  <a:pt x="61" y="67"/>
                </a:cubicBezTo>
                <a:cubicBezTo>
                  <a:pt x="61" y="58"/>
                  <a:pt x="63" y="50"/>
                  <a:pt x="67" y="43"/>
                </a:cubicBezTo>
                <a:cubicBezTo>
                  <a:pt x="71" y="35"/>
                  <a:pt x="76" y="29"/>
                  <a:pt x="82" y="23"/>
                </a:cubicBezTo>
                <a:cubicBezTo>
                  <a:pt x="87" y="18"/>
                  <a:pt x="93" y="13"/>
                  <a:pt x="99" y="10"/>
                </a:cubicBezTo>
                <a:cubicBezTo>
                  <a:pt x="106" y="6"/>
                  <a:pt x="111" y="3"/>
                  <a:pt x="116" y="0"/>
                </a:cubicBezTo>
                <a:lnTo>
                  <a:pt x="121" y="1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a-DK">
              <a:solidFill>
                <a:schemeClr val="bg1"/>
              </a:solidFill>
            </a:endParaRP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21978FD8-90AC-46C7-B29C-560EA24F1F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22401" y="1943100"/>
            <a:ext cx="8261350" cy="3454400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tabLst/>
              <a:defRPr sz="2600" b="0" i="1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300"/>
              </a:spcBef>
              <a:spcAft>
                <a:spcPts val="0"/>
              </a:spcAft>
              <a:buNone/>
              <a:tabLst/>
              <a:defRPr lang="en-US" sz="1200" b="1" kern="1200" baseline="0" dirty="0" smtClean="0">
                <a:solidFill>
                  <a:schemeClr val="bg1"/>
                </a:solidFill>
                <a:latin typeface="+mn-lt"/>
                <a:ea typeface="+mn-ea"/>
                <a:cs typeface="Arial"/>
              </a:defRPr>
            </a:lvl2pPr>
            <a:lvl3pPr marL="0" indent="0">
              <a:spcBef>
                <a:spcPts val="300"/>
              </a:spcBef>
              <a:buNone/>
              <a:tabLst/>
              <a:defRPr lang="en-US" sz="1200" b="0" kern="1200" baseline="0" dirty="0" smtClean="0">
                <a:solidFill>
                  <a:schemeClr val="bg1"/>
                </a:solidFill>
                <a:latin typeface="+mn-lt"/>
                <a:ea typeface="+mn-ea"/>
                <a:cs typeface="Arial"/>
              </a:defRPr>
            </a:lvl3pPr>
            <a:lvl4pPr marL="0" indent="0">
              <a:spcBef>
                <a:spcPts val="300"/>
              </a:spcBef>
              <a:buNone/>
              <a:tabLst/>
              <a:defRPr sz="2600" b="0" i="1">
                <a:solidFill>
                  <a:schemeClr val="bg1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300"/>
              </a:spcBef>
              <a:buFont typeface="Arial" panose="020B0604020202020204" pitchFamily="34" charset="0"/>
              <a:buNone/>
              <a:tabLst/>
              <a:defRPr sz="2600" b="0" i="1">
                <a:solidFill>
                  <a:schemeClr val="bg1"/>
                </a:solidFill>
                <a:latin typeface="Georgia" panose="02040502050405020303" pitchFamily="18" charset="0"/>
              </a:defRPr>
            </a:lvl5pPr>
          </a:lstStyle>
          <a:p>
            <a:pPr lvl="0"/>
            <a:r>
              <a:rPr lang="en-US"/>
              <a:t>Quote text here</a:t>
            </a:r>
          </a:p>
          <a:p>
            <a:pPr lvl="1"/>
            <a:r>
              <a:rPr lang="en-US"/>
              <a:t>Name</a:t>
            </a:r>
          </a:p>
          <a:p>
            <a:pPr lvl="2"/>
            <a:r>
              <a:rPr lang="en-US"/>
              <a:t>Title/Company/</a:t>
            </a:r>
            <a:r>
              <a:rPr lang="en-US" err="1"/>
              <a:t>Orginisation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9659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led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8437"/>
            <a:ext cx="12191999" cy="6866437"/>
          </a:xfrm>
          <a:prstGeom prst="rect">
            <a:avLst/>
          </a:prstGeom>
        </p:spPr>
      </p:pic>
      <p:pic>
        <p:nvPicPr>
          <p:cNvPr id="4" name="Picture 3" descr="SimCorp logo_rentegnet_.eps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5214" y="2977346"/>
            <a:ext cx="4945927" cy="855057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997C1C8-2DB9-4256-8136-6A4E413E57BA}"/>
              </a:ext>
            </a:extLst>
          </p:cNvPr>
          <p:cNvSpPr txBox="1">
            <a:spLocks/>
          </p:cNvSpPr>
          <p:nvPr userDrawn="1"/>
        </p:nvSpPr>
        <p:spPr>
          <a:xfrm>
            <a:off x="97971" y="5894809"/>
            <a:ext cx="11952515" cy="864000"/>
          </a:xfrm>
          <a:prstGeom prst="rect">
            <a:avLst/>
          </a:prstGeom>
        </p:spPr>
        <p:txBody>
          <a:bodyPr numCol="1"/>
          <a:lstStyle>
            <a:lvl1pPr marL="0" indent="0" algn="l" defTabSz="609585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DEE6"/>
              </a:buClr>
              <a:buSzPct val="100000"/>
              <a:buFontTx/>
              <a:buChar char="​"/>
              <a:tabLst/>
              <a:defRPr lang="da-DK" sz="1800" kern="1200" baseline="0" dirty="0" smtClean="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0975" indent="-180975" algn="l" defTabSz="609585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15AAA6"/>
              </a:buClr>
              <a:buFont typeface="Arial" panose="020B0604020202020204" pitchFamily="34" charset="0"/>
              <a:buChar char="•"/>
              <a:defRPr lang="da-DK" sz="1800" i="0" kern="1200" baseline="0" dirty="0" smtClean="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534988" indent="-174625" algn="l" defTabSz="609585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5AAA6"/>
              </a:buClr>
              <a:buSzPct val="100000"/>
              <a:buFont typeface="Arial" panose="020B0604020202020204" pitchFamily="34" charset="0"/>
              <a:buChar char="-"/>
              <a:tabLst/>
              <a:defRPr lang="da-DK" sz="1800" b="0" i="0" kern="1200" baseline="0" dirty="0" smtClean="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554038" indent="0" algn="l" defTabSz="609585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5AAA6"/>
              </a:buClr>
              <a:buSzPct val="80000"/>
              <a:buFont typeface="Arial" panose="020B0604020202020204" pitchFamily="34" charset="0"/>
              <a:buChar char="​"/>
              <a:tabLst/>
              <a:defRPr lang="da-DK" sz="1500" kern="1200" baseline="0" dirty="0" smtClean="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747713" indent="-174625" algn="l" defTabSz="609585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5AAA6"/>
              </a:buClr>
              <a:buSzPct val="100000"/>
              <a:buFont typeface="Arial" panose="020B0604020202020204" pitchFamily="34" charset="0"/>
              <a:buChar char="•"/>
              <a:tabLst/>
              <a:defRPr lang="da-DK" sz="1500" b="0" i="0" kern="1200" baseline="0" dirty="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335271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sz="800" b="1">
                <a:solidFill>
                  <a:schemeClr val="accent6">
                    <a:lumMod val="75000"/>
                  </a:schemeClr>
                </a:solidFill>
                <a:latin typeface="+mn-lt"/>
              </a:rPr>
              <a:t>LEGAL NOTICE</a:t>
            </a:r>
          </a:p>
          <a:p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The contents of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this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publication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are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for general information and illustrative purposes only and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are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used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at the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reader’s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own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risk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.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SimCorp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uses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all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reasonable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endeavors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to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ensure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the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accuracy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of the information.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However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,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SimCorp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does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not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guarantee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or warrant the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accuracy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,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completeness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,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factual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correctness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, or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reliability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of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any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information in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this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publication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and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does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not accept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liability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for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errors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,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omissions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,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inaccuracies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, or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typographical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errors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. The views and opinions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expressed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in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this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publication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are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not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necessarily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those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of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SimCorp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. © 2020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SimCorp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A/S. All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rights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reserved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.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Without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limiting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rights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under copyright, no part of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this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document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may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be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reproduced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,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stored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in, or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introduced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into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a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retrieval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system, or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transmitted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in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any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form, by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any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means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(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electronic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,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mechanical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,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photocopying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,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recording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, or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otherwise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), or for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any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purpose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without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the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express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written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permission of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SimCorp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A/S.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SimCorp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, the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SimCorp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logo,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SimCorp</a:t>
            </a:r>
            <a:r>
              <a:rPr lang="da-DK" sz="800" baseline="30000">
                <a:solidFill>
                  <a:schemeClr val="accent6">
                    <a:lumMod val="75000"/>
                  </a:schemeClr>
                </a:solidFill>
                <a:latin typeface="+mn-lt"/>
              </a:rPr>
              <a:t> ®, 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and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SimCorp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Services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are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either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registered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trademarks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or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trademarks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of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SimCorp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A/S in Denmark and/or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other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countries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. Refer to www.simcorp.com/trademarks for a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full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list of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SimCorp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A/S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trademarks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.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Other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trademarks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referred to in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this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document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are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the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property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of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their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respective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  <a:r>
              <a:rPr lang="da-DK" sz="80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owners</a:t>
            </a:r>
            <a:r>
              <a:rPr lang="da-DK" sz="800">
                <a:solidFill>
                  <a:schemeClr val="accent6">
                    <a:lumMod val="75000"/>
                  </a:schemeClr>
                </a:solidFill>
                <a:latin typeface="+mn-lt"/>
              </a:rPr>
              <a:t>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titel 3"/>
          <p:cNvSpPr>
            <a:spLocks noGrp="1"/>
          </p:cNvSpPr>
          <p:nvPr>
            <p:ph type="title"/>
          </p:nvPr>
        </p:nvSpPr>
        <p:spPr>
          <a:xfrm>
            <a:off x="649139" y="5393"/>
            <a:ext cx="10878759" cy="1052738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/>
              <a:t>Enter slide header</a:t>
            </a:r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4"/>
          </p:nvPr>
        </p:nvSpPr>
        <p:spPr>
          <a:xfrm>
            <a:off x="672001" y="6356378"/>
            <a:ext cx="679721" cy="36618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lang="en-US" sz="1000" kern="1200" smtClean="0">
                <a:solidFill>
                  <a:schemeClr val="accent6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E16BA917-7F09-4B8D-AF07-F52890C1404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34" name="Pladsholder til sidefod 2"/>
          <p:cNvSpPr txBox="1">
            <a:spLocks/>
          </p:cNvSpPr>
          <p:nvPr userDrawn="1"/>
        </p:nvSpPr>
        <p:spPr>
          <a:xfrm>
            <a:off x="1351722" y="6356378"/>
            <a:ext cx="989842" cy="36618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marL="0" marR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1200">
                <a:solidFill>
                  <a:schemeClr val="accent6"/>
                </a:solidFill>
                <a:latin typeface="+mj-lt"/>
                <a:ea typeface="ＭＳ Ｐゴシック" charset="0"/>
                <a:cs typeface="ＭＳ Ｐゴシック" charset="0"/>
              </a:rPr>
              <a:t>© 2020</a:t>
            </a:r>
          </a:p>
        </p:txBody>
      </p:sp>
      <p:sp>
        <p:nvSpPr>
          <p:cNvPr id="2" name="Pladsholder til tekst 1"/>
          <p:cNvSpPr>
            <a:spLocks noGrp="1"/>
          </p:cNvSpPr>
          <p:nvPr>
            <p:ph type="body" idx="1"/>
          </p:nvPr>
        </p:nvSpPr>
        <p:spPr>
          <a:xfrm>
            <a:off x="672003" y="1623484"/>
            <a:ext cx="10848486" cy="45656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Level 1 bullet</a:t>
            </a:r>
          </a:p>
          <a:p>
            <a:pPr lvl="1"/>
            <a:r>
              <a:rPr lang="en-US"/>
              <a:t>Level 2 bullet</a:t>
            </a:r>
          </a:p>
          <a:p>
            <a:pPr lvl="2"/>
            <a:r>
              <a:rPr lang="en-US"/>
              <a:t>Level 3 bullet</a:t>
            </a:r>
          </a:p>
          <a:p>
            <a:pPr lvl="3"/>
            <a:r>
              <a:rPr lang="en-US"/>
              <a:t>Level 4 bullet</a:t>
            </a:r>
          </a:p>
          <a:p>
            <a:pPr lvl="4"/>
            <a:r>
              <a:rPr lang="en-US"/>
              <a:t>Note</a:t>
            </a:r>
          </a:p>
        </p:txBody>
      </p:sp>
      <p:sp>
        <p:nvSpPr>
          <p:cNvPr id="28" name="Rektangel 27"/>
          <p:cNvSpPr/>
          <p:nvPr userDrawn="1"/>
        </p:nvSpPr>
        <p:spPr>
          <a:xfrm rot="5400000">
            <a:off x="-154907" y="2259607"/>
            <a:ext cx="168000" cy="1418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ktangel 28"/>
          <p:cNvSpPr/>
          <p:nvPr userDrawn="1"/>
        </p:nvSpPr>
        <p:spPr>
          <a:xfrm>
            <a:off x="-141815" y="958849"/>
            <a:ext cx="141816" cy="6646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ktangel 29"/>
          <p:cNvSpPr/>
          <p:nvPr userDrawn="1"/>
        </p:nvSpPr>
        <p:spPr>
          <a:xfrm rot="5400000">
            <a:off x="-154907" y="3047504"/>
            <a:ext cx="168000" cy="1418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ktangel 30"/>
          <p:cNvSpPr/>
          <p:nvPr userDrawn="1"/>
        </p:nvSpPr>
        <p:spPr>
          <a:xfrm rot="5400000">
            <a:off x="-154907" y="3835402"/>
            <a:ext cx="168000" cy="1418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ktangel 32"/>
          <p:cNvSpPr/>
          <p:nvPr userDrawn="1"/>
        </p:nvSpPr>
        <p:spPr>
          <a:xfrm rot="5400000">
            <a:off x="-154907" y="4623299"/>
            <a:ext cx="168000" cy="1418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ktangel 33"/>
          <p:cNvSpPr/>
          <p:nvPr userDrawn="1"/>
        </p:nvSpPr>
        <p:spPr>
          <a:xfrm rot="5400000">
            <a:off x="-154907" y="5411196"/>
            <a:ext cx="168000" cy="1418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ktangel 34"/>
          <p:cNvSpPr/>
          <p:nvPr userDrawn="1"/>
        </p:nvSpPr>
        <p:spPr>
          <a:xfrm>
            <a:off x="-141815" y="0"/>
            <a:ext cx="141816" cy="67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" name="Rektangel 237"/>
          <p:cNvSpPr/>
          <p:nvPr userDrawn="1"/>
        </p:nvSpPr>
        <p:spPr>
          <a:xfrm>
            <a:off x="-141815" y="6189175"/>
            <a:ext cx="141816" cy="67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ktangel 15"/>
          <p:cNvSpPr/>
          <p:nvPr userDrawn="1"/>
        </p:nvSpPr>
        <p:spPr>
          <a:xfrm>
            <a:off x="1" y="-165101"/>
            <a:ext cx="672000" cy="165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ktangel 16"/>
          <p:cNvSpPr/>
          <p:nvPr userDrawn="1"/>
        </p:nvSpPr>
        <p:spPr>
          <a:xfrm>
            <a:off x="2340001" y="-165101"/>
            <a:ext cx="168000" cy="165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ktangel 17"/>
          <p:cNvSpPr/>
          <p:nvPr userDrawn="1"/>
        </p:nvSpPr>
        <p:spPr>
          <a:xfrm>
            <a:off x="3258001" y="-165101"/>
            <a:ext cx="168000" cy="165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ktangel 18"/>
          <p:cNvSpPr/>
          <p:nvPr userDrawn="1"/>
        </p:nvSpPr>
        <p:spPr>
          <a:xfrm>
            <a:off x="4176001" y="-165101"/>
            <a:ext cx="168000" cy="165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ktangel 19"/>
          <p:cNvSpPr/>
          <p:nvPr userDrawn="1"/>
        </p:nvSpPr>
        <p:spPr>
          <a:xfrm>
            <a:off x="6930001" y="-165101"/>
            <a:ext cx="168000" cy="165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ktangel 20"/>
          <p:cNvSpPr/>
          <p:nvPr userDrawn="1"/>
        </p:nvSpPr>
        <p:spPr>
          <a:xfrm>
            <a:off x="8766001" y="-165101"/>
            <a:ext cx="168000" cy="165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ktangel 21"/>
          <p:cNvSpPr/>
          <p:nvPr userDrawn="1"/>
        </p:nvSpPr>
        <p:spPr>
          <a:xfrm>
            <a:off x="9684001" y="-165101"/>
            <a:ext cx="168000" cy="165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ktangel 22"/>
          <p:cNvSpPr/>
          <p:nvPr userDrawn="1"/>
        </p:nvSpPr>
        <p:spPr>
          <a:xfrm>
            <a:off x="1422001" y="-165101"/>
            <a:ext cx="168000" cy="165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ktangel 23"/>
          <p:cNvSpPr/>
          <p:nvPr userDrawn="1"/>
        </p:nvSpPr>
        <p:spPr>
          <a:xfrm>
            <a:off x="7848001" y="-165101"/>
            <a:ext cx="168000" cy="165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ktangel 24"/>
          <p:cNvSpPr/>
          <p:nvPr userDrawn="1"/>
        </p:nvSpPr>
        <p:spPr>
          <a:xfrm>
            <a:off x="5094001" y="-165101"/>
            <a:ext cx="168000" cy="165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ktangel 25"/>
          <p:cNvSpPr/>
          <p:nvPr userDrawn="1"/>
        </p:nvSpPr>
        <p:spPr>
          <a:xfrm>
            <a:off x="10602001" y="-165101"/>
            <a:ext cx="168000" cy="165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ktangel 26"/>
          <p:cNvSpPr/>
          <p:nvPr userDrawn="1"/>
        </p:nvSpPr>
        <p:spPr>
          <a:xfrm>
            <a:off x="6012001" y="-165101"/>
            <a:ext cx="168000" cy="165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5" name="Rektangel 234"/>
          <p:cNvSpPr/>
          <p:nvPr userDrawn="1"/>
        </p:nvSpPr>
        <p:spPr>
          <a:xfrm>
            <a:off x="11521018" y="-165101"/>
            <a:ext cx="672000" cy="165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ktangel 31"/>
          <p:cNvSpPr/>
          <p:nvPr userDrawn="1"/>
        </p:nvSpPr>
        <p:spPr>
          <a:xfrm rot="5400000">
            <a:off x="12179926" y="2259607"/>
            <a:ext cx="168000" cy="1418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ktangel 35"/>
          <p:cNvSpPr/>
          <p:nvPr userDrawn="1"/>
        </p:nvSpPr>
        <p:spPr>
          <a:xfrm>
            <a:off x="12193018" y="958849"/>
            <a:ext cx="141816" cy="6646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ktangel 36"/>
          <p:cNvSpPr/>
          <p:nvPr userDrawn="1"/>
        </p:nvSpPr>
        <p:spPr>
          <a:xfrm rot="5400000">
            <a:off x="12179926" y="3047504"/>
            <a:ext cx="168000" cy="1418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ktangel 37"/>
          <p:cNvSpPr/>
          <p:nvPr userDrawn="1"/>
        </p:nvSpPr>
        <p:spPr>
          <a:xfrm rot="5400000">
            <a:off x="12179926" y="3835402"/>
            <a:ext cx="168000" cy="1418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ktangel 38"/>
          <p:cNvSpPr/>
          <p:nvPr userDrawn="1"/>
        </p:nvSpPr>
        <p:spPr>
          <a:xfrm rot="5400000">
            <a:off x="12179926" y="4623299"/>
            <a:ext cx="168000" cy="1418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ktangel 39"/>
          <p:cNvSpPr/>
          <p:nvPr userDrawn="1"/>
        </p:nvSpPr>
        <p:spPr>
          <a:xfrm rot="5400000">
            <a:off x="12179926" y="5411196"/>
            <a:ext cx="168000" cy="1418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ktangel 40"/>
          <p:cNvSpPr/>
          <p:nvPr userDrawn="1"/>
        </p:nvSpPr>
        <p:spPr>
          <a:xfrm>
            <a:off x="12193018" y="0"/>
            <a:ext cx="141816" cy="67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ktangel 41"/>
          <p:cNvSpPr/>
          <p:nvPr userDrawn="1"/>
        </p:nvSpPr>
        <p:spPr>
          <a:xfrm>
            <a:off x="12193018" y="6189175"/>
            <a:ext cx="141816" cy="67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ktangel 42"/>
          <p:cNvSpPr/>
          <p:nvPr userDrawn="1"/>
        </p:nvSpPr>
        <p:spPr>
          <a:xfrm>
            <a:off x="1" y="6858000"/>
            <a:ext cx="672000" cy="165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ktangel 43"/>
          <p:cNvSpPr/>
          <p:nvPr userDrawn="1"/>
        </p:nvSpPr>
        <p:spPr>
          <a:xfrm>
            <a:off x="2340001" y="6858000"/>
            <a:ext cx="168000" cy="165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ktangel 44"/>
          <p:cNvSpPr/>
          <p:nvPr userDrawn="1"/>
        </p:nvSpPr>
        <p:spPr>
          <a:xfrm>
            <a:off x="3258001" y="6858000"/>
            <a:ext cx="168000" cy="165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ktangel 45"/>
          <p:cNvSpPr/>
          <p:nvPr userDrawn="1"/>
        </p:nvSpPr>
        <p:spPr>
          <a:xfrm>
            <a:off x="4176001" y="6858000"/>
            <a:ext cx="168000" cy="165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ktangel 46"/>
          <p:cNvSpPr/>
          <p:nvPr userDrawn="1"/>
        </p:nvSpPr>
        <p:spPr>
          <a:xfrm>
            <a:off x="6930001" y="6858000"/>
            <a:ext cx="168000" cy="165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ktangel 47"/>
          <p:cNvSpPr/>
          <p:nvPr userDrawn="1"/>
        </p:nvSpPr>
        <p:spPr>
          <a:xfrm>
            <a:off x="8766001" y="6858000"/>
            <a:ext cx="168000" cy="165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ktangel 48"/>
          <p:cNvSpPr/>
          <p:nvPr userDrawn="1"/>
        </p:nvSpPr>
        <p:spPr>
          <a:xfrm>
            <a:off x="9684001" y="6858000"/>
            <a:ext cx="168000" cy="165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ktangel 49"/>
          <p:cNvSpPr/>
          <p:nvPr userDrawn="1"/>
        </p:nvSpPr>
        <p:spPr>
          <a:xfrm>
            <a:off x="1422001" y="6858000"/>
            <a:ext cx="168000" cy="165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ktangel 50"/>
          <p:cNvSpPr/>
          <p:nvPr userDrawn="1"/>
        </p:nvSpPr>
        <p:spPr>
          <a:xfrm>
            <a:off x="7848001" y="6858000"/>
            <a:ext cx="168000" cy="165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ktangel 51"/>
          <p:cNvSpPr/>
          <p:nvPr userDrawn="1"/>
        </p:nvSpPr>
        <p:spPr>
          <a:xfrm>
            <a:off x="5094001" y="6858000"/>
            <a:ext cx="168000" cy="165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ktangel 52"/>
          <p:cNvSpPr/>
          <p:nvPr userDrawn="1"/>
        </p:nvSpPr>
        <p:spPr>
          <a:xfrm>
            <a:off x="10602001" y="6858000"/>
            <a:ext cx="168000" cy="165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ktangel 53"/>
          <p:cNvSpPr/>
          <p:nvPr userDrawn="1"/>
        </p:nvSpPr>
        <p:spPr>
          <a:xfrm>
            <a:off x="6012001" y="6858000"/>
            <a:ext cx="168000" cy="165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ktangel 54"/>
          <p:cNvSpPr/>
          <p:nvPr userDrawn="1"/>
        </p:nvSpPr>
        <p:spPr>
          <a:xfrm>
            <a:off x="11521018" y="6858000"/>
            <a:ext cx="672000" cy="165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/>
          <p:cNvSpPr/>
          <p:nvPr userDrawn="1"/>
        </p:nvSpPr>
        <p:spPr>
          <a:xfrm>
            <a:off x="-1852522" y="1623484"/>
            <a:ext cx="159657" cy="15965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a-DK" sz="1600" err="1">
              <a:solidFill>
                <a:schemeClr val="tx1"/>
              </a:solidFill>
            </a:endParaRPr>
          </a:p>
        </p:txBody>
      </p:sp>
      <p:sp>
        <p:nvSpPr>
          <p:cNvPr id="110" name="Rectangle 109"/>
          <p:cNvSpPr/>
          <p:nvPr userDrawn="1"/>
        </p:nvSpPr>
        <p:spPr>
          <a:xfrm>
            <a:off x="-1662933" y="1623484"/>
            <a:ext cx="159657" cy="159657"/>
          </a:xfrm>
          <a:prstGeom prst="rect">
            <a:avLst/>
          </a:prstGeom>
          <a:solidFill>
            <a:srgbClr val="00A0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a-DK" sz="1600" err="1">
              <a:solidFill>
                <a:schemeClr val="tx1"/>
              </a:solidFill>
            </a:endParaRPr>
          </a:p>
        </p:txBody>
      </p:sp>
      <p:sp>
        <p:nvSpPr>
          <p:cNvPr id="111" name="Rectangle 110"/>
          <p:cNvSpPr/>
          <p:nvPr userDrawn="1"/>
        </p:nvSpPr>
        <p:spPr>
          <a:xfrm>
            <a:off x="-1470611" y="1623484"/>
            <a:ext cx="159657" cy="159657"/>
          </a:xfrm>
          <a:prstGeom prst="rect">
            <a:avLst/>
          </a:prstGeom>
          <a:solidFill>
            <a:srgbClr val="83C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a-DK" sz="1600" err="1">
              <a:solidFill>
                <a:schemeClr val="tx1"/>
              </a:solidFill>
            </a:endParaRPr>
          </a:p>
        </p:txBody>
      </p:sp>
      <p:sp>
        <p:nvSpPr>
          <p:cNvPr id="112" name="Rectangle 111"/>
          <p:cNvSpPr/>
          <p:nvPr userDrawn="1"/>
        </p:nvSpPr>
        <p:spPr>
          <a:xfrm>
            <a:off x="-1278289" y="1623484"/>
            <a:ext cx="159657" cy="159657"/>
          </a:xfrm>
          <a:prstGeom prst="rect">
            <a:avLst/>
          </a:prstGeom>
          <a:solidFill>
            <a:srgbClr val="3B6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a-DK" sz="1600" err="1">
              <a:solidFill>
                <a:schemeClr val="tx1"/>
              </a:solidFill>
            </a:endParaRPr>
          </a:p>
        </p:txBody>
      </p:sp>
      <p:sp>
        <p:nvSpPr>
          <p:cNvPr id="113" name="Rectangle 112"/>
          <p:cNvSpPr/>
          <p:nvPr userDrawn="1"/>
        </p:nvSpPr>
        <p:spPr>
          <a:xfrm>
            <a:off x="-1085967" y="1623484"/>
            <a:ext cx="159657" cy="159657"/>
          </a:xfrm>
          <a:prstGeom prst="rect">
            <a:avLst/>
          </a:prstGeom>
          <a:solidFill>
            <a:srgbClr val="006D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a-DK" sz="1600" err="1">
              <a:solidFill>
                <a:schemeClr val="tx1"/>
              </a:solidFill>
            </a:endParaRPr>
          </a:p>
        </p:txBody>
      </p:sp>
      <p:sp>
        <p:nvSpPr>
          <p:cNvPr id="114" name="Rectangle 113"/>
          <p:cNvSpPr/>
          <p:nvPr userDrawn="1"/>
        </p:nvSpPr>
        <p:spPr>
          <a:xfrm>
            <a:off x="-893645" y="1623484"/>
            <a:ext cx="159657" cy="159657"/>
          </a:xfrm>
          <a:prstGeom prst="rect">
            <a:avLst/>
          </a:prstGeom>
          <a:solidFill>
            <a:srgbClr val="0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a-DK" sz="1600" err="1">
              <a:solidFill>
                <a:schemeClr val="tx1"/>
              </a:solidFill>
            </a:endParaRPr>
          </a:p>
        </p:txBody>
      </p:sp>
      <p:sp>
        <p:nvSpPr>
          <p:cNvPr id="115" name="Rectangle 114"/>
          <p:cNvSpPr/>
          <p:nvPr userDrawn="1"/>
        </p:nvSpPr>
        <p:spPr>
          <a:xfrm>
            <a:off x="-704962" y="1623484"/>
            <a:ext cx="159657" cy="159657"/>
          </a:xfrm>
          <a:prstGeom prst="rect">
            <a:avLst/>
          </a:prstGeom>
          <a:solidFill>
            <a:srgbClr val="D8D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a-DK" sz="1600" err="1">
              <a:solidFill>
                <a:schemeClr val="tx1"/>
              </a:solidFill>
            </a:endParaRPr>
          </a:p>
        </p:txBody>
      </p:sp>
      <p:sp>
        <p:nvSpPr>
          <p:cNvPr id="116" name="Rectangle 115"/>
          <p:cNvSpPr/>
          <p:nvPr userDrawn="1"/>
        </p:nvSpPr>
        <p:spPr>
          <a:xfrm>
            <a:off x="-512640" y="1623484"/>
            <a:ext cx="159657" cy="159657"/>
          </a:xfrm>
          <a:prstGeom prst="rect">
            <a:avLst/>
          </a:prstGeom>
          <a:solidFill>
            <a:srgbClr val="44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a-DK" sz="1600" err="1">
              <a:solidFill>
                <a:schemeClr val="tx1"/>
              </a:solidFill>
            </a:endParaRPr>
          </a:p>
        </p:txBody>
      </p:sp>
      <p:sp>
        <p:nvSpPr>
          <p:cNvPr id="117" name="Rectangle 116"/>
          <p:cNvSpPr/>
          <p:nvPr userDrawn="1"/>
        </p:nvSpPr>
        <p:spPr>
          <a:xfrm>
            <a:off x="-320318" y="1623484"/>
            <a:ext cx="159657" cy="159657"/>
          </a:xfrm>
          <a:prstGeom prst="rect">
            <a:avLst/>
          </a:prstGeom>
          <a:solidFill>
            <a:srgbClr val="969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a-DK" sz="1600" err="1">
              <a:solidFill>
                <a:schemeClr val="tx1"/>
              </a:solidFill>
            </a:endParaRPr>
          </a:p>
        </p:txBody>
      </p:sp>
      <p:sp>
        <p:nvSpPr>
          <p:cNvPr id="118" name="Rectangle 117"/>
          <p:cNvSpPr/>
          <p:nvPr userDrawn="1"/>
        </p:nvSpPr>
        <p:spPr>
          <a:xfrm>
            <a:off x="-1278289" y="2415873"/>
            <a:ext cx="159657" cy="159657"/>
          </a:xfrm>
          <a:prstGeom prst="rect">
            <a:avLst/>
          </a:prstGeom>
          <a:solidFill>
            <a:srgbClr val="263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a-DK" sz="1600" err="1">
              <a:solidFill>
                <a:schemeClr val="tx1"/>
              </a:solidFill>
            </a:endParaRPr>
          </a:p>
        </p:txBody>
      </p:sp>
      <p:sp>
        <p:nvSpPr>
          <p:cNvPr id="119" name="Rectangle 118"/>
          <p:cNvSpPr/>
          <p:nvPr userDrawn="1"/>
        </p:nvSpPr>
        <p:spPr>
          <a:xfrm>
            <a:off x="-1085967" y="2415873"/>
            <a:ext cx="159657" cy="159657"/>
          </a:xfrm>
          <a:prstGeom prst="rect">
            <a:avLst/>
          </a:prstGeom>
          <a:solidFill>
            <a:srgbClr val="424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a-DK" sz="1600" err="1">
              <a:solidFill>
                <a:schemeClr val="tx1"/>
              </a:solidFill>
            </a:endParaRPr>
          </a:p>
        </p:txBody>
      </p:sp>
      <p:sp>
        <p:nvSpPr>
          <p:cNvPr id="120" name="Rectangle 119"/>
          <p:cNvSpPr/>
          <p:nvPr userDrawn="1"/>
        </p:nvSpPr>
        <p:spPr>
          <a:xfrm>
            <a:off x="-893645" y="2415873"/>
            <a:ext cx="159657" cy="159657"/>
          </a:xfrm>
          <a:prstGeom prst="rect">
            <a:avLst/>
          </a:prstGeom>
          <a:solidFill>
            <a:srgbClr val="848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a-DK" sz="1600" err="1">
              <a:solidFill>
                <a:schemeClr val="tx1"/>
              </a:solidFill>
            </a:endParaRPr>
          </a:p>
        </p:txBody>
      </p:sp>
      <p:sp>
        <p:nvSpPr>
          <p:cNvPr id="121" name="Rectangle 120"/>
          <p:cNvSpPr/>
          <p:nvPr userDrawn="1"/>
        </p:nvSpPr>
        <p:spPr>
          <a:xfrm>
            <a:off x="-704962" y="2415873"/>
            <a:ext cx="159657" cy="159657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a-DK" sz="1600" err="1">
              <a:solidFill>
                <a:schemeClr val="tx1"/>
              </a:solidFill>
            </a:endParaRPr>
          </a:p>
        </p:txBody>
      </p:sp>
      <p:sp>
        <p:nvSpPr>
          <p:cNvPr id="122" name="Rectangle 121"/>
          <p:cNvSpPr/>
          <p:nvPr userDrawn="1"/>
        </p:nvSpPr>
        <p:spPr>
          <a:xfrm>
            <a:off x="-512640" y="2415873"/>
            <a:ext cx="159657" cy="159657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a-DK" sz="1600" err="1">
              <a:solidFill>
                <a:schemeClr val="tx1"/>
              </a:solidFill>
            </a:endParaRPr>
          </a:p>
        </p:txBody>
      </p:sp>
      <p:sp>
        <p:nvSpPr>
          <p:cNvPr id="123" name="Rectangle 122"/>
          <p:cNvSpPr/>
          <p:nvPr userDrawn="1"/>
        </p:nvSpPr>
        <p:spPr>
          <a:xfrm>
            <a:off x="-320318" y="2415873"/>
            <a:ext cx="159657" cy="159657"/>
          </a:xfrm>
          <a:prstGeom prst="rect">
            <a:avLst/>
          </a:prstGeom>
          <a:solidFill>
            <a:srgbClr val="F3F3F3"/>
          </a:solidFill>
          <a:ln w="3175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a-DK" sz="1600" err="1">
              <a:solidFill>
                <a:schemeClr val="tx1"/>
              </a:solidFill>
            </a:endParaRPr>
          </a:p>
        </p:txBody>
      </p:sp>
      <p:sp>
        <p:nvSpPr>
          <p:cNvPr id="127" name="Rectangle 126"/>
          <p:cNvSpPr/>
          <p:nvPr userDrawn="1"/>
        </p:nvSpPr>
        <p:spPr>
          <a:xfrm>
            <a:off x="-704962" y="3203339"/>
            <a:ext cx="159657" cy="159657"/>
          </a:xfrm>
          <a:prstGeom prst="rect">
            <a:avLst/>
          </a:prstGeom>
          <a:solidFill>
            <a:srgbClr val="00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a-DK" sz="1600" err="1">
              <a:solidFill>
                <a:schemeClr val="tx1"/>
              </a:solidFill>
            </a:endParaRPr>
          </a:p>
        </p:txBody>
      </p:sp>
      <p:sp>
        <p:nvSpPr>
          <p:cNvPr id="128" name="Rectangle 127"/>
          <p:cNvSpPr/>
          <p:nvPr userDrawn="1"/>
        </p:nvSpPr>
        <p:spPr>
          <a:xfrm>
            <a:off x="-512640" y="3203339"/>
            <a:ext cx="159657" cy="159657"/>
          </a:xfrm>
          <a:prstGeom prst="rect">
            <a:avLst/>
          </a:prstGeom>
          <a:solidFill>
            <a:srgbClr val="15A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a-DK" sz="1600" err="1">
              <a:solidFill>
                <a:schemeClr val="tx1"/>
              </a:solidFill>
            </a:endParaRPr>
          </a:p>
        </p:txBody>
      </p:sp>
      <p:sp>
        <p:nvSpPr>
          <p:cNvPr id="129" name="Rectangle 128"/>
          <p:cNvSpPr/>
          <p:nvPr userDrawn="1"/>
        </p:nvSpPr>
        <p:spPr>
          <a:xfrm>
            <a:off x="-320318" y="3203339"/>
            <a:ext cx="159657" cy="159657"/>
          </a:xfrm>
          <a:prstGeom prst="rect">
            <a:avLst/>
          </a:prstGeom>
          <a:solidFill>
            <a:srgbClr val="94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a-DK" sz="1600" err="1">
              <a:solidFill>
                <a:schemeClr val="tx1"/>
              </a:solidFill>
            </a:endParaRPr>
          </a:p>
        </p:txBody>
      </p:sp>
      <p:sp>
        <p:nvSpPr>
          <p:cNvPr id="130" name="Rectangle 129"/>
          <p:cNvSpPr/>
          <p:nvPr userDrawn="1"/>
        </p:nvSpPr>
        <p:spPr>
          <a:xfrm>
            <a:off x="-704962" y="3422392"/>
            <a:ext cx="159657" cy="159657"/>
          </a:xfrm>
          <a:prstGeom prst="rect">
            <a:avLst/>
          </a:prstGeom>
          <a:solidFill>
            <a:srgbClr val="1C3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a-DK" sz="1600" err="1">
              <a:solidFill>
                <a:schemeClr val="tx1"/>
              </a:solidFill>
            </a:endParaRPr>
          </a:p>
        </p:txBody>
      </p:sp>
      <p:sp>
        <p:nvSpPr>
          <p:cNvPr id="131" name="Rectangle 130"/>
          <p:cNvSpPr/>
          <p:nvPr userDrawn="1"/>
        </p:nvSpPr>
        <p:spPr>
          <a:xfrm>
            <a:off x="-512640" y="3422392"/>
            <a:ext cx="159657" cy="159657"/>
          </a:xfrm>
          <a:prstGeom prst="rect">
            <a:avLst/>
          </a:prstGeom>
          <a:solidFill>
            <a:srgbClr val="161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a-DK" sz="1600" err="1">
              <a:solidFill>
                <a:schemeClr val="tx1"/>
              </a:solidFill>
            </a:endParaRPr>
          </a:p>
        </p:txBody>
      </p:sp>
      <p:sp>
        <p:nvSpPr>
          <p:cNvPr id="132" name="Rectangle 131"/>
          <p:cNvSpPr/>
          <p:nvPr userDrawn="1"/>
        </p:nvSpPr>
        <p:spPr>
          <a:xfrm>
            <a:off x="-320318" y="3422392"/>
            <a:ext cx="159657" cy="159657"/>
          </a:xfrm>
          <a:prstGeom prst="rect">
            <a:avLst/>
          </a:prstGeom>
          <a:solidFill>
            <a:srgbClr val="215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a-DK" sz="1600" err="1">
              <a:solidFill>
                <a:schemeClr val="tx1"/>
              </a:solidFill>
            </a:endParaRPr>
          </a:p>
        </p:txBody>
      </p:sp>
      <p:sp>
        <p:nvSpPr>
          <p:cNvPr id="136" name="Pladsholder til tekst 5"/>
          <p:cNvSpPr txBox="1">
            <a:spLocks/>
          </p:cNvSpPr>
          <p:nvPr userDrawn="1"/>
        </p:nvSpPr>
        <p:spPr>
          <a:xfrm>
            <a:off x="-1599663" y="2937870"/>
            <a:ext cx="1509707" cy="246221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 algn="l" defTabSz="609585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DEE6"/>
              </a:buClr>
              <a:buSzPct val="100000"/>
              <a:buFontTx/>
              <a:buChar char="​"/>
              <a:tabLst/>
              <a:defRPr lang="da-DK" sz="1800" kern="1200" baseline="0" dirty="0" smtClean="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0975" indent="-180975" algn="l" defTabSz="609585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DEE6"/>
              </a:buClr>
              <a:buFont typeface="Arial" panose="020B0604020202020204" pitchFamily="34" charset="0"/>
              <a:buChar char="•"/>
              <a:defRPr lang="da-DK" sz="1800" i="0" kern="1200" baseline="0" dirty="0" smtClean="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534988" indent="-174625" algn="l" defTabSz="609585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DEE6"/>
              </a:buClr>
              <a:buSzPct val="100000"/>
              <a:buFont typeface="Arial" panose="020B0604020202020204" pitchFamily="34" charset="0"/>
              <a:buChar char="-"/>
              <a:tabLst/>
              <a:defRPr lang="da-DK" sz="1800" b="0" i="0" kern="1200" baseline="0" dirty="0" smtClean="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554038" indent="0" algn="l" defTabSz="609585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DEE6"/>
              </a:buClr>
              <a:buSzPct val="80000"/>
              <a:buFont typeface="Arial" panose="020B0604020202020204" pitchFamily="34" charset="0"/>
              <a:buChar char="​"/>
              <a:tabLst/>
              <a:defRPr lang="da-DK" sz="1500" kern="1200" baseline="0" dirty="0" smtClean="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747713" indent="-174625" algn="l" defTabSz="609585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DEE6"/>
              </a:buClr>
              <a:buSzPct val="100000"/>
              <a:buFont typeface="Arial" panose="020B0604020202020204" pitchFamily="34" charset="0"/>
              <a:buChar char="•"/>
              <a:tabLst/>
              <a:defRPr lang="da-DK" sz="1500" b="0" i="0" kern="1200" baseline="0" dirty="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335271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000">
                <a:solidFill>
                  <a:schemeClr val="tx2"/>
                </a:solidFill>
              </a:rPr>
              <a:t>Secondary colors</a:t>
            </a:r>
          </a:p>
        </p:txBody>
      </p:sp>
      <p:sp>
        <p:nvSpPr>
          <p:cNvPr id="137" name="Pladsholder til tekst 5"/>
          <p:cNvSpPr txBox="1">
            <a:spLocks/>
          </p:cNvSpPr>
          <p:nvPr userDrawn="1"/>
        </p:nvSpPr>
        <p:spPr>
          <a:xfrm>
            <a:off x="-1651522" y="2205045"/>
            <a:ext cx="1509707" cy="144000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609585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DEE6"/>
              </a:buClr>
              <a:buSzPct val="100000"/>
              <a:buFontTx/>
              <a:buNone/>
              <a:tabLst/>
              <a:defRPr lang="da-DK" sz="2100" kern="1200" cap="all" baseline="0">
                <a:solidFill>
                  <a:srgbClr val="00DEE6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defRPr>
            </a:lvl1pPr>
            <a:lvl2pPr marL="180975" indent="-180975" algn="l" defTabSz="609585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DEE6"/>
              </a:buClr>
              <a:buFont typeface="Arial" panose="020B0604020202020204" pitchFamily="34" charset="0"/>
              <a:buChar char="•"/>
              <a:defRPr lang="da-DK" sz="1800" i="0" kern="1200" baseline="0" dirty="0" smtClean="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534988" indent="-174625" algn="l" defTabSz="609585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DEE6"/>
              </a:buClr>
              <a:buSzPct val="100000"/>
              <a:buFont typeface="Arial" panose="020B0604020202020204" pitchFamily="34" charset="0"/>
              <a:buChar char="-"/>
              <a:tabLst/>
              <a:defRPr lang="da-DK" sz="1800" b="0" i="0" kern="1200" baseline="0" dirty="0" smtClean="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554038" indent="0" algn="l" defTabSz="609585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DEE6"/>
              </a:buClr>
              <a:buSzPct val="80000"/>
              <a:buFont typeface="Arial" panose="020B0604020202020204" pitchFamily="34" charset="0"/>
              <a:buChar char="​"/>
              <a:tabLst/>
              <a:defRPr lang="da-DK" sz="1500" kern="1200" baseline="0" dirty="0" smtClean="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747713" indent="-174625" algn="l" defTabSz="609585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DEE6"/>
              </a:buClr>
              <a:buSzPct val="100000"/>
              <a:buFont typeface="Arial" panose="020B0604020202020204" pitchFamily="34" charset="0"/>
              <a:buChar char="•"/>
              <a:tabLst/>
              <a:defRPr lang="da-DK" sz="1500" b="0" i="0" kern="1200" baseline="0" dirty="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335271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000" cap="none">
                <a:solidFill>
                  <a:schemeClr val="tx2"/>
                </a:solidFill>
              </a:rPr>
              <a:t>Primary colors</a:t>
            </a:r>
          </a:p>
        </p:txBody>
      </p:sp>
      <p:sp>
        <p:nvSpPr>
          <p:cNvPr id="138" name="Pladsholder til tekst 5"/>
          <p:cNvSpPr txBox="1">
            <a:spLocks/>
          </p:cNvSpPr>
          <p:nvPr userDrawn="1"/>
        </p:nvSpPr>
        <p:spPr>
          <a:xfrm>
            <a:off x="-1673295" y="1408508"/>
            <a:ext cx="1509707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609585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DEE6"/>
              </a:buClr>
              <a:buSzPct val="100000"/>
              <a:buFontTx/>
              <a:buNone/>
              <a:tabLst/>
              <a:defRPr lang="da-DK" sz="2100" kern="1200" cap="all" baseline="0">
                <a:solidFill>
                  <a:srgbClr val="00DEE6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defRPr>
            </a:lvl1pPr>
            <a:lvl2pPr marL="180975" indent="-180975" algn="l" defTabSz="609585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DEE6"/>
              </a:buClr>
              <a:buFont typeface="Arial" panose="020B0604020202020204" pitchFamily="34" charset="0"/>
              <a:buChar char="•"/>
              <a:defRPr lang="da-DK" sz="1800" i="0" kern="1200" baseline="0" dirty="0" smtClean="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534988" indent="-174625" algn="l" defTabSz="609585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DEE6"/>
              </a:buClr>
              <a:buSzPct val="100000"/>
              <a:buFont typeface="Arial" panose="020B0604020202020204" pitchFamily="34" charset="0"/>
              <a:buChar char="-"/>
              <a:tabLst/>
              <a:defRPr lang="da-DK" sz="1800" b="0" i="0" kern="1200" baseline="0" dirty="0" smtClean="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554038" indent="0" algn="l" defTabSz="609585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DEE6"/>
              </a:buClr>
              <a:buSzPct val="80000"/>
              <a:buFont typeface="Arial" panose="020B0604020202020204" pitchFamily="34" charset="0"/>
              <a:buChar char="​"/>
              <a:tabLst/>
              <a:defRPr lang="da-DK" sz="1500" kern="1200" baseline="0" dirty="0" smtClean="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747713" indent="-174625" algn="l" defTabSz="609585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DEE6"/>
              </a:buClr>
              <a:buSzPct val="100000"/>
              <a:buFont typeface="Arial" panose="020B0604020202020204" pitchFamily="34" charset="0"/>
              <a:buChar char="•"/>
              <a:tabLst/>
              <a:defRPr lang="da-DK" sz="1500" b="0" i="0" kern="1200" baseline="0" dirty="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335271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000" cap="none">
                <a:solidFill>
                  <a:schemeClr val="tx2"/>
                </a:solidFill>
              </a:rPr>
              <a:t>Main PowerPoint colors</a:t>
            </a:r>
          </a:p>
        </p:txBody>
      </p:sp>
      <p:sp>
        <p:nvSpPr>
          <p:cNvPr id="139" name="Rectangle 138"/>
          <p:cNvSpPr/>
          <p:nvPr userDrawn="1"/>
        </p:nvSpPr>
        <p:spPr>
          <a:xfrm>
            <a:off x="12355798" y="1623484"/>
            <a:ext cx="159657" cy="15965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a-DK" sz="1600" err="1">
              <a:solidFill>
                <a:schemeClr val="tx1"/>
              </a:solidFill>
            </a:endParaRPr>
          </a:p>
        </p:txBody>
      </p:sp>
      <p:sp>
        <p:nvSpPr>
          <p:cNvPr id="140" name="Rectangle 139"/>
          <p:cNvSpPr/>
          <p:nvPr userDrawn="1"/>
        </p:nvSpPr>
        <p:spPr>
          <a:xfrm>
            <a:off x="12545387" y="1623484"/>
            <a:ext cx="159657" cy="15965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a-DK" sz="1600" err="1">
              <a:solidFill>
                <a:schemeClr val="tx1"/>
              </a:solidFill>
            </a:endParaRPr>
          </a:p>
        </p:txBody>
      </p:sp>
      <p:sp>
        <p:nvSpPr>
          <p:cNvPr id="141" name="Rectangle 140"/>
          <p:cNvSpPr/>
          <p:nvPr userDrawn="1"/>
        </p:nvSpPr>
        <p:spPr>
          <a:xfrm>
            <a:off x="12737709" y="1623484"/>
            <a:ext cx="159657" cy="15965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a-DK" sz="1600" err="1">
              <a:solidFill>
                <a:schemeClr val="tx1"/>
              </a:solidFill>
            </a:endParaRPr>
          </a:p>
        </p:txBody>
      </p:sp>
      <p:sp>
        <p:nvSpPr>
          <p:cNvPr id="142" name="Rectangle 141"/>
          <p:cNvSpPr/>
          <p:nvPr userDrawn="1"/>
        </p:nvSpPr>
        <p:spPr>
          <a:xfrm>
            <a:off x="12930031" y="1623484"/>
            <a:ext cx="159657" cy="15965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a-DK" sz="1600" err="1">
              <a:solidFill>
                <a:schemeClr val="tx1"/>
              </a:solidFill>
            </a:endParaRPr>
          </a:p>
        </p:txBody>
      </p:sp>
      <p:sp>
        <p:nvSpPr>
          <p:cNvPr id="143" name="Rectangle 142"/>
          <p:cNvSpPr/>
          <p:nvPr userDrawn="1"/>
        </p:nvSpPr>
        <p:spPr>
          <a:xfrm>
            <a:off x="13122353" y="1623484"/>
            <a:ext cx="159657" cy="15965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a-DK" sz="1600" err="1">
              <a:solidFill>
                <a:schemeClr val="tx1"/>
              </a:solidFill>
            </a:endParaRPr>
          </a:p>
        </p:txBody>
      </p:sp>
      <p:sp>
        <p:nvSpPr>
          <p:cNvPr id="144" name="Rectangle 143"/>
          <p:cNvSpPr/>
          <p:nvPr userDrawn="1"/>
        </p:nvSpPr>
        <p:spPr>
          <a:xfrm>
            <a:off x="13314675" y="1623484"/>
            <a:ext cx="159657" cy="15965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a-DK" sz="1600" err="1">
              <a:solidFill>
                <a:schemeClr val="tx1"/>
              </a:solidFill>
            </a:endParaRPr>
          </a:p>
        </p:txBody>
      </p:sp>
      <p:sp>
        <p:nvSpPr>
          <p:cNvPr id="145" name="Rectangle 144"/>
          <p:cNvSpPr/>
          <p:nvPr userDrawn="1"/>
        </p:nvSpPr>
        <p:spPr>
          <a:xfrm>
            <a:off x="13503358" y="1623484"/>
            <a:ext cx="159657" cy="15965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a-DK" sz="1600" err="1">
              <a:solidFill>
                <a:schemeClr val="tx1"/>
              </a:solidFill>
            </a:endParaRPr>
          </a:p>
        </p:txBody>
      </p:sp>
      <p:sp>
        <p:nvSpPr>
          <p:cNvPr id="146" name="Rectangle 145"/>
          <p:cNvSpPr/>
          <p:nvPr userDrawn="1"/>
        </p:nvSpPr>
        <p:spPr>
          <a:xfrm>
            <a:off x="13695680" y="1623484"/>
            <a:ext cx="159657" cy="15965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a-DK" sz="1600" err="1">
              <a:solidFill>
                <a:schemeClr val="tx1"/>
              </a:solidFill>
            </a:endParaRPr>
          </a:p>
        </p:txBody>
      </p:sp>
      <p:sp>
        <p:nvSpPr>
          <p:cNvPr id="147" name="Rectangle 146"/>
          <p:cNvSpPr/>
          <p:nvPr userDrawn="1"/>
        </p:nvSpPr>
        <p:spPr>
          <a:xfrm>
            <a:off x="13888002" y="1623484"/>
            <a:ext cx="159657" cy="15965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a-DK" sz="1600" err="1">
              <a:solidFill>
                <a:schemeClr val="tx1"/>
              </a:solidFill>
            </a:endParaRPr>
          </a:p>
        </p:txBody>
      </p:sp>
      <p:grpSp>
        <p:nvGrpSpPr>
          <p:cNvPr id="88" name="Gruppe 87"/>
          <p:cNvGrpSpPr>
            <a:grpSpLocks noChangeAspect="1"/>
          </p:cNvGrpSpPr>
          <p:nvPr userDrawn="1"/>
        </p:nvGrpSpPr>
        <p:grpSpPr>
          <a:xfrm>
            <a:off x="10343104" y="6422579"/>
            <a:ext cx="1176854" cy="202504"/>
            <a:chOff x="10056795" y="6368350"/>
            <a:chExt cx="1454739" cy="250316"/>
          </a:xfrm>
          <a:solidFill>
            <a:schemeClr val="tx1"/>
          </a:solidFill>
        </p:grpSpPr>
        <p:sp>
          <p:nvSpPr>
            <p:cNvPr id="89" name="Freeform 7"/>
            <p:cNvSpPr>
              <a:spLocks noEditPoints="1"/>
            </p:cNvSpPr>
            <p:nvPr userDrawn="1"/>
          </p:nvSpPr>
          <p:spPr bwMode="auto">
            <a:xfrm>
              <a:off x="10368784" y="6371977"/>
              <a:ext cx="1142750" cy="246689"/>
            </a:xfrm>
            <a:custGeom>
              <a:avLst/>
              <a:gdLst>
                <a:gd name="T0" fmla="*/ 116 w 431"/>
                <a:gd name="T1" fmla="*/ 33 h 93"/>
                <a:gd name="T2" fmla="*/ 103 w 431"/>
                <a:gd name="T3" fmla="*/ 24 h 93"/>
                <a:gd name="T4" fmla="*/ 116 w 431"/>
                <a:gd name="T5" fmla="*/ 75 h 93"/>
                <a:gd name="T6" fmla="*/ 128 w 431"/>
                <a:gd name="T7" fmla="*/ 32 h 93"/>
                <a:gd name="T8" fmla="*/ 139 w 431"/>
                <a:gd name="T9" fmla="*/ 75 h 93"/>
                <a:gd name="T10" fmla="*/ 152 w 431"/>
                <a:gd name="T11" fmla="*/ 48 h 93"/>
                <a:gd name="T12" fmla="*/ 174 w 431"/>
                <a:gd name="T13" fmla="*/ 45 h 93"/>
                <a:gd name="T14" fmla="*/ 188 w 431"/>
                <a:gd name="T15" fmla="*/ 75 h 93"/>
                <a:gd name="T16" fmla="*/ 169 w 431"/>
                <a:gd name="T17" fmla="*/ 23 h 93"/>
                <a:gd name="T18" fmla="*/ 133 w 431"/>
                <a:gd name="T19" fmla="*/ 23 h 93"/>
                <a:gd name="T20" fmla="*/ 238 w 431"/>
                <a:gd name="T21" fmla="*/ 0 h 93"/>
                <a:gd name="T22" fmla="*/ 238 w 431"/>
                <a:gd name="T23" fmla="*/ 76 h 93"/>
                <a:gd name="T24" fmla="*/ 260 w 431"/>
                <a:gd name="T25" fmla="*/ 61 h 93"/>
                <a:gd name="T26" fmla="*/ 213 w 431"/>
                <a:gd name="T27" fmla="*/ 37 h 93"/>
                <a:gd name="T28" fmla="*/ 259 w 431"/>
                <a:gd name="T29" fmla="*/ 14 h 93"/>
                <a:gd name="T30" fmla="*/ 54 w 431"/>
                <a:gd name="T31" fmla="*/ 3 h 93"/>
                <a:gd name="T32" fmla="*/ 0 w 431"/>
                <a:gd name="T33" fmla="*/ 21 h 93"/>
                <a:gd name="T34" fmla="*/ 36 w 431"/>
                <a:gd name="T35" fmla="*/ 45 h 93"/>
                <a:gd name="T36" fmla="*/ 27 w 431"/>
                <a:gd name="T37" fmla="*/ 66 h 93"/>
                <a:gd name="T38" fmla="*/ 1 w 431"/>
                <a:gd name="T39" fmla="*/ 72 h 93"/>
                <a:gd name="T40" fmla="*/ 60 w 431"/>
                <a:gd name="T41" fmla="*/ 54 h 93"/>
                <a:gd name="T42" fmla="*/ 26 w 431"/>
                <a:gd name="T43" fmla="*/ 30 h 93"/>
                <a:gd name="T44" fmla="*/ 33 w 431"/>
                <a:gd name="T45" fmla="*/ 9 h 93"/>
                <a:gd name="T46" fmla="*/ 54 w 431"/>
                <a:gd name="T47" fmla="*/ 3 h 93"/>
                <a:gd name="T48" fmla="*/ 390 w 431"/>
                <a:gd name="T49" fmla="*/ 49 h 93"/>
                <a:gd name="T50" fmla="*/ 417 w 431"/>
                <a:gd name="T51" fmla="*/ 49 h 93"/>
                <a:gd name="T52" fmla="*/ 376 w 431"/>
                <a:gd name="T53" fmla="*/ 93 h 93"/>
                <a:gd name="T54" fmla="*/ 389 w 431"/>
                <a:gd name="T55" fmla="*/ 67 h 93"/>
                <a:gd name="T56" fmla="*/ 431 w 431"/>
                <a:gd name="T57" fmla="*/ 49 h 93"/>
                <a:gd name="T58" fmla="*/ 389 w 431"/>
                <a:gd name="T59" fmla="*/ 33 h 93"/>
                <a:gd name="T60" fmla="*/ 376 w 431"/>
                <a:gd name="T61" fmla="*/ 24 h 93"/>
                <a:gd name="T62" fmla="*/ 334 w 431"/>
                <a:gd name="T63" fmla="*/ 75 h 93"/>
                <a:gd name="T64" fmla="*/ 347 w 431"/>
                <a:gd name="T65" fmla="*/ 47 h 93"/>
                <a:gd name="T66" fmla="*/ 368 w 431"/>
                <a:gd name="T67" fmla="*/ 24 h 93"/>
                <a:gd name="T68" fmla="*/ 347 w 431"/>
                <a:gd name="T69" fmla="*/ 24 h 93"/>
                <a:gd name="T70" fmla="*/ 334 w 431"/>
                <a:gd name="T71" fmla="*/ 75 h 93"/>
                <a:gd name="T72" fmla="*/ 282 w 431"/>
                <a:gd name="T73" fmla="*/ 49 h 93"/>
                <a:gd name="T74" fmla="*/ 309 w 431"/>
                <a:gd name="T75" fmla="*/ 49 h 93"/>
                <a:gd name="T76" fmla="*/ 268 w 431"/>
                <a:gd name="T77" fmla="*/ 50 h 93"/>
                <a:gd name="T78" fmla="*/ 323 w 431"/>
                <a:gd name="T79" fmla="*/ 49 h 93"/>
                <a:gd name="T80" fmla="*/ 268 w 431"/>
                <a:gd name="T81" fmla="*/ 50 h 93"/>
                <a:gd name="T82" fmla="*/ 86 w 431"/>
                <a:gd name="T83" fmla="*/ 75 h 93"/>
                <a:gd name="T84" fmla="*/ 73 w 431"/>
                <a:gd name="T85" fmla="*/ 24 h 93"/>
                <a:gd name="T86" fmla="*/ 73 w 431"/>
                <a:gd name="T87" fmla="*/ 14 h 93"/>
                <a:gd name="T88" fmla="*/ 86 w 431"/>
                <a:gd name="T89" fmla="*/ 1 h 93"/>
                <a:gd name="T90" fmla="*/ 73 w 431"/>
                <a:gd name="T91" fmla="*/ 1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31" h="93">
                  <a:moveTo>
                    <a:pt x="133" y="23"/>
                  </a:moveTo>
                  <a:cubicBezTo>
                    <a:pt x="117" y="23"/>
                    <a:pt x="116" y="33"/>
                    <a:pt x="116" y="33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75"/>
                    <a:pt x="103" y="75"/>
                    <a:pt x="103" y="75"/>
                  </a:cubicBezTo>
                  <a:cubicBezTo>
                    <a:pt x="116" y="75"/>
                    <a:pt x="116" y="75"/>
                    <a:pt x="116" y="75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35"/>
                    <a:pt x="121" y="32"/>
                    <a:pt x="128" y="32"/>
                  </a:cubicBezTo>
                  <a:cubicBezTo>
                    <a:pt x="136" y="32"/>
                    <a:pt x="139" y="34"/>
                    <a:pt x="139" y="45"/>
                  </a:cubicBezTo>
                  <a:cubicBezTo>
                    <a:pt x="139" y="75"/>
                    <a:pt x="139" y="75"/>
                    <a:pt x="139" y="75"/>
                  </a:cubicBezTo>
                  <a:cubicBezTo>
                    <a:pt x="152" y="75"/>
                    <a:pt x="152" y="75"/>
                    <a:pt x="152" y="75"/>
                  </a:cubicBezTo>
                  <a:cubicBezTo>
                    <a:pt x="152" y="48"/>
                    <a:pt x="152" y="48"/>
                    <a:pt x="152" y="48"/>
                  </a:cubicBezTo>
                  <a:cubicBezTo>
                    <a:pt x="152" y="35"/>
                    <a:pt x="156" y="32"/>
                    <a:pt x="164" y="32"/>
                  </a:cubicBezTo>
                  <a:cubicBezTo>
                    <a:pt x="172" y="32"/>
                    <a:pt x="174" y="34"/>
                    <a:pt x="174" y="45"/>
                  </a:cubicBezTo>
                  <a:cubicBezTo>
                    <a:pt x="174" y="75"/>
                    <a:pt x="174" y="75"/>
                    <a:pt x="174" y="75"/>
                  </a:cubicBezTo>
                  <a:cubicBezTo>
                    <a:pt x="188" y="75"/>
                    <a:pt x="188" y="75"/>
                    <a:pt x="188" y="75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8" y="28"/>
                    <a:pt x="182" y="23"/>
                    <a:pt x="169" y="23"/>
                  </a:cubicBezTo>
                  <a:cubicBezTo>
                    <a:pt x="153" y="23"/>
                    <a:pt x="151" y="33"/>
                    <a:pt x="151" y="33"/>
                  </a:cubicBezTo>
                  <a:cubicBezTo>
                    <a:pt x="148" y="26"/>
                    <a:pt x="143" y="23"/>
                    <a:pt x="133" y="23"/>
                  </a:cubicBezTo>
                  <a:moveTo>
                    <a:pt x="259" y="4"/>
                  </a:moveTo>
                  <a:cubicBezTo>
                    <a:pt x="259" y="4"/>
                    <a:pt x="251" y="0"/>
                    <a:pt x="238" y="0"/>
                  </a:cubicBezTo>
                  <a:cubicBezTo>
                    <a:pt x="214" y="0"/>
                    <a:pt x="199" y="11"/>
                    <a:pt x="199" y="38"/>
                  </a:cubicBezTo>
                  <a:cubicBezTo>
                    <a:pt x="199" y="65"/>
                    <a:pt x="211" y="76"/>
                    <a:pt x="238" y="76"/>
                  </a:cubicBezTo>
                  <a:cubicBezTo>
                    <a:pt x="253" y="76"/>
                    <a:pt x="260" y="72"/>
                    <a:pt x="260" y="72"/>
                  </a:cubicBezTo>
                  <a:cubicBezTo>
                    <a:pt x="260" y="61"/>
                    <a:pt x="260" y="61"/>
                    <a:pt x="260" y="61"/>
                  </a:cubicBezTo>
                  <a:cubicBezTo>
                    <a:pt x="260" y="61"/>
                    <a:pt x="253" y="66"/>
                    <a:pt x="240" y="66"/>
                  </a:cubicBezTo>
                  <a:cubicBezTo>
                    <a:pt x="223" y="66"/>
                    <a:pt x="213" y="60"/>
                    <a:pt x="213" y="37"/>
                  </a:cubicBezTo>
                  <a:cubicBezTo>
                    <a:pt x="213" y="17"/>
                    <a:pt x="220" y="10"/>
                    <a:pt x="239" y="10"/>
                  </a:cubicBezTo>
                  <a:cubicBezTo>
                    <a:pt x="250" y="10"/>
                    <a:pt x="259" y="14"/>
                    <a:pt x="259" y="14"/>
                  </a:cubicBezTo>
                  <a:lnTo>
                    <a:pt x="259" y="4"/>
                  </a:lnTo>
                  <a:close/>
                  <a:moveTo>
                    <a:pt x="54" y="3"/>
                  </a:moveTo>
                  <a:cubicBezTo>
                    <a:pt x="54" y="3"/>
                    <a:pt x="45" y="0"/>
                    <a:pt x="34" y="0"/>
                  </a:cubicBezTo>
                  <a:cubicBezTo>
                    <a:pt x="15" y="0"/>
                    <a:pt x="0" y="5"/>
                    <a:pt x="0" y="21"/>
                  </a:cubicBezTo>
                  <a:cubicBezTo>
                    <a:pt x="0" y="34"/>
                    <a:pt x="8" y="38"/>
                    <a:pt x="21" y="41"/>
                  </a:cubicBezTo>
                  <a:cubicBezTo>
                    <a:pt x="36" y="45"/>
                    <a:pt x="36" y="45"/>
                    <a:pt x="36" y="45"/>
                  </a:cubicBezTo>
                  <a:cubicBezTo>
                    <a:pt x="43" y="46"/>
                    <a:pt x="46" y="48"/>
                    <a:pt x="46" y="55"/>
                  </a:cubicBezTo>
                  <a:cubicBezTo>
                    <a:pt x="46" y="66"/>
                    <a:pt x="38" y="66"/>
                    <a:pt x="27" y="66"/>
                  </a:cubicBezTo>
                  <a:cubicBezTo>
                    <a:pt x="13" y="66"/>
                    <a:pt x="1" y="62"/>
                    <a:pt x="1" y="62"/>
                  </a:cubicBezTo>
                  <a:cubicBezTo>
                    <a:pt x="1" y="72"/>
                    <a:pt x="1" y="72"/>
                    <a:pt x="1" y="72"/>
                  </a:cubicBezTo>
                  <a:cubicBezTo>
                    <a:pt x="1" y="72"/>
                    <a:pt x="12" y="76"/>
                    <a:pt x="25" y="76"/>
                  </a:cubicBezTo>
                  <a:cubicBezTo>
                    <a:pt x="44" y="76"/>
                    <a:pt x="60" y="72"/>
                    <a:pt x="60" y="54"/>
                  </a:cubicBezTo>
                  <a:cubicBezTo>
                    <a:pt x="60" y="41"/>
                    <a:pt x="53" y="36"/>
                    <a:pt x="40" y="33"/>
                  </a:cubicBezTo>
                  <a:cubicBezTo>
                    <a:pt x="26" y="30"/>
                    <a:pt x="26" y="30"/>
                    <a:pt x="26" y="30"/>
                  </a:cubicBezTo>
                  <a:cubicBezTo>
                    <a:pt x="18" y="28"/>
                    <a:pt x="14" y="26"/>
                    <a:pt x="14" y="19"/>
                  </a:cubicBezTo>
                  <a:cubicBezTo>
                    <a:pt x="14" y="10"/>
                    <a:pt x="23" y="9"/>
                    <a:pt x="33" y="9"/>
                  </a:cubicBezTo>
                  <a:cubicBezTo>
                    <a:pt x="46" y="9"/>
                    <a:pt x="54" y="13"/>
                    <a:pt x="54" y="13"/>
                  </a:cubicBezTo>
                  <a:lnTo>
                    <a:pt x="54" y="3"/>
                  </a:lnTo>
                  <a:close/>
                  <a:moveTo>
                    <a:pt x="403" y="68"/>
                  </a:moveTo>
                  <a:cubicBezTo>
                    <a:pt x="392" y="68"/>
                    <a:pt x="390" y="61"/>
                    <a:pt x="390" y="49"/>
                  </a:cubicBezTo>
                  <a:cubicBezTo>
                    <a:pt x="390" y="38"/>
                    <a:pt x="392" y="31"/>
                    <a:pt x="403" y="31"/>
                  </a:cubicBezTo>
                  <a:cubicBezTo>
                    <a:pt x="414" y="31"/>
                    <a:pt x="417" y="38"/>
                    <a:pt x="417" y="49"/>
                  </a:cubicBezTo>
                  <a:cubicBezTo>
                    <a:pt x="417" y="62"/>
                    <a:pt x="414" y="68"/>
                    <a:pt x="403" y="68"/>
                  </a:cubicBezTo>
                  <a:moveTo>
                    <a:pt x="376" y="93"/>
                  </a:moveTo>
                  <a:cubicBezTo>
                    <a:pt x="389" y="93"/>
                    <a:pt x="389" y="93"/>
                    <a:pt x="389" y="93"/>
                  </a:cubicBezTo>
                  <a:cubicBezTo>
                    <a:pt x="389" y="67"/>
                    <a:pt x="389" y="67"/>
                    <a:pt x="389" y="67"/>
                  </a:cubicBezTo>
                  <a:cubicBezTo>
                    <a:pt x="389" y="67"/>
                    <a:pt x="391" y="76"/>
                    <a:pt x="406" y="76"/>
                  </a:cubicBezTo>
                  <a:cubicBezTo>
                    <a:pt x="423" y="76"/>
                    <a:pt x="431" y="68"/>
                    <a:pt x="431" y="49"/>
                  </a:cubicBezTo>
                  <a:cubicBezTo>
                    <a:pt x="431" y="31"/>
                    <a:pt x="424" y="23"/>
                    <a:pt x="408" y="23"/>
                  </a:cubicBezTo>
                  <a:cubicBezTo>
                    <a:pt x="391" y="23"/>
                    <a:pt x="389" y="33"/>
                    <a:pt x="389" y="33"/>
                  </a:cubicBezTo>
                  <a:cubicBezTo>
                    <a:pt x="389" y="24"/>
                    <a:pt x="389" y="24"/>
                    <a:pt x="389" y="24"/>
                  </a:cubicBezTo>
                  <a:cubicBezTo>
                    <a:pt x="376" y="24"/>
                    <a:pt x="376" y="24"/>
                    <a:pt x="376" y="24"/>
                  </a:cubicBezTo>
                  <a:lnTo>
                    <a:pt x="376" y="93"/>
                  </a:lnTo>
                  <a:close/>
                  <a:moveTo>
                    <a:pt x="334" y="75"/>
                  </a:moveTo>
                  <a:cubicBezTo>
                    <a:pt x="347" y="75"/>
                    <a:pt x="347" y="75"/>
                    <a:pt x="347" y="75"/>
                  </a:cubicBezTo>
                  <a:cubicBezTo>
                    <a:pt x="347" y="47"/>
                    <a:pt x="347" y="47"/>
                    <a:pt x="347" y="47"/>
                  </a:cubicBezTo>
                  <a:cubicBezTo>
                    <a:pt x="347" y="37"/>
                    <a:pt x="351" y="36"/>
                    <a:pt x="368" y="36"/>
                  </a:cubicBezTo>
                  <a:cubicBezTo>
                    <a:pt x="368" y="24"/>
                    <a:pt x="368" y="24"/>
                    <a:pt x="368" y="24"/>
                  </a:cubicBezTo>
                  <a:cubicBezTo>
                    <a:pt x="355" y="24"/>
                    <a:pt x="349" y="28"/>
                    <a:pt x="347" y="37"/>
                  </a:cubicBezTo>
                  <a:cubicBezTo>
                    <a:pt x="347" y="24"/>
                    <a:pt x="347" y="24"/>
                    <a:pt x="347" y="24"/>
                  </a:cubicBezTo>
                  <a:cubicBezTo>
                    <a:pt x="334" y="24"/>
                    <a:pt x="334" y="24"/>
                    <a:pt x="334" y="24"/>
                  </a:cubicBezTo>
                  <a:lnTo>
                    <a:pt x="334" y="75"/>
                  </a:lnTo>
                  <a:close/>
                  <a:moveTo>
                    <a:pt x="296" y="68"/>
                  </a:moveTo>
                  <a:cubicBezTo>
                    <a:pt x="284" y="68"/>
                    <a:pt x="282" y="63"/>
                    <a:pt x="282" y="49"/>
                  </a:cubicBezTo>
                  <a:cubicBezTo>
                    <a:pt x="282" y="36"/>
                    <a:pt x="284" y="30"/>
                    <a:pt x="295" y="30"/>
                  </a:cubicBezTo>
                  <a:cubicBezTo>
                    <a:pt x="307" y="30"/>
                    <a:pt x="309" y="36"/>
                    <a:pt x="309" y="49"/>
                  </a:cubicBezTo>
                  <a:cubicBezTo>
                    <a:pt x="309" y="62"/>
                    <a:pt x="307" y="68"/>
                    <a:pt x="296" y="68"/>
                  </a:cubicBezTo>
                  <a:moveTo>
                    <a:pt x="268" y="50"/>
                  </a:moveTo>
                  <a:cubicBezTo>
                    <a:pt x="268" y="70"/>
                    <a:pt x="278" y="76"/>
                    <a:pt x="295" y="76"/>
                  </a:cubicBezTo>
                  <a:cubicBezTo>
                    <a:pt x="312" y="76"/>
                    <a:pt x="323" y="70"/>
                    <a:pt x="323" y="49"/>
                  </a:cubicBezTo>
                  <a:cubicBezTo>
                    <a:pt x="323" y="29"/>
                    <a:pt x="312" y="23"/>
                    <a:pt x="295" y="23"/>
                  </a:cubicBezTo>
                  <a:cubicBezTo>
                    <a:pt x="278" y="23"/>
                    <a:pt x="268" y="29"/>
                    <a:pt x="268" y="50"/>
                  </a:cubicBezTo>
                  <a:moveTo>
                    <a:pt x="73" y="75"/>
                  </a:moveTo>
                  <a:cubicBezTo>
                    <a:pt x="86" y="75"/>
                    <a:pt x="86" y="75"/>
                    <a:pt x="86" y="75"/>
                  </a:cubicBezTo>
                  <a:cubicBezTo>
                    <a:pt x="86" y="24"/>
                    <a:pt x="86" y="24"/>
                    <a:pt x="86" y="24"/>
                  </a:cubicBezTo>
                  <a:cubicBezTo>
                    <a:pt x="73" y="24"/>
                    <a:pt x="73" y="24"/>
                    <a:pt x="73" y="24"/>
                  </a:cubicBezTo>
                  <a:lnTo>
                    <a:pt x="73" y="75"/>
                  </a:lnTo>
                  <a:close/>
                  <a:moveTo>
                    <a:pt x="73" y="14"/>
                  </a:moveTo>
                  <a:cubicBezTo>
                    <a:pt x="86" y="14"/>
                    <a:pt x="86" y="14"/>
                    <a:pt x="86" y="14"/>
                  </a:cubicBezTo>
                  <a:cubicBezTo>
                    <a:pt x="86" y="1"/>
                    <a:pt x="86" y="1"/>
                    <a:pt x="86" y="1"/>
                  </a:cubicBezTo>
                  <a:cubicBezTo>
                    <a:pt x="73" y="1"/>
                    <a:pt x="73" y="1"/>
                    <a:pt x="73" y="1"/>
                  </a:cubicBezTo>
                  <a:lnTo>
                    <a:pt x="73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" name="Freeform 8"/>
            <p:cNvSpPr>
              <a:spLocks noEditPoints="1"/>
            </p:cNvSpPr>
            <p:nvPr userDrawn="1"/>
          </p:nvSpPr>
          <p:spPr bwMode="auto">
            <a:xfrm>
              <a:off x="10142048" y="6453602"/>
              <a:ext cx="59859" cy="61672"/>
            </a:xfrm>
            <a:custGeom>
              <a:avLst/>
              <a:gdLst>
                <a:gd name="T0" fmla="*/ 26 w 33"/>
                <a:gd name="T1" fmla="*/ 26 h 34"/>
                <a:gd name="T2" fmla="*/ 13 w 33"/>
                <a:gd name="T3" fmla="*/ 26 h 34"/>
                <a:gd name="T4" fmla="*/ 13 w 33"/>
                <a:gd name="T5" fmla="*/ 13 h 34"/>
                <a:gd name="T6" fmla="*/ 26 w 33"/>
                <a:gd name="T7" fmla="*/ 13 h 34"/>
                <a:gd name="T8" fmla="*/ 26 w 33"/>
                <a:gd name="T9" fmla="*/ 26 h 34"/>
                <a:gd name="T10" fmla="*/ 33 w 33"/>
                <a:gd name="T11" fmla="*/ 0 h 34"/>
                <a:gd name="T12" fmla="*/ 0 w 33"/>
                <a:gd name="T13" fmla="*/ 0 h 34"/>
                <a:gd name="T14" fmla="*/ 0 w 33"/>
                <a:gd name="T15" fmla="*/ 34 h 34"/>
                <a:gd name="T16" fmla="*/ 33 w 33"/>
                <a:gd name="T17" fmla="*/ 34 h 34"/>
                <a:gd name="T18" fmla="*/ 33 w 33"/>
                <a:gd name="T19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3" h="34">
                  <a:moveTo>
                    <a:pt x="26" y="26"/>
                  </a:moveTo>
                  <a:lnTo>
                    <a:pt x="13" y="26"/>
                  </a:lnTo>
                  <a:lnTo>
                    <a:pt x="13" y="13"/>
                  </a:lnTo>
                  <a:lnTo>
                    <a:pt x="26" y="13"/>
                  </a:lnTo>
                  <a:lnTo>
                    <a:pt x="26" y="26"/>
                  </a:lnTo>
                  <a:close/>
                  <a:moveTo>
                    <a:pt x="33" y="0"/>
                  </a:moveTo>
                  <a:lnTo>
                    <a:pt x="0" y="0"/>
                  </a:lnTo>
                  <a:lnTo>
                    <a:pt x="0" y="34"/>
                  </a:lnTo>
                  <a:lnTo>
                    <a:pt x="33" y="34"/>
                  </a:lnTo>
                  <a:lnTo>
                    <a:pt x="3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" name="Freeform 9"/>
            <p:cNvSpPr>
              <a:spLocks noEditPoints="1"/>
            </p:cNvSpPr>
            <p:nvPr userDrawn="1"/>
          </p:nvSpPr>
          <p:spPr bwMode="auto">
            <a:xfrm>
              <a:off x="10078561" y="6390116"/>
              <a:ext cx="163250" cy="165063"/>
            </a:xfrm>
            <a:custGeom>
              <a:avLst/>
              <a:gdLst>
                <a:gd name="T0" fmla="*/ 83 w 90"/>
                <a:gd name="T1" fmla="*/ 83 h 91"/>
                <a:gd name="T2" fmla="*/ 13 w 90"/>
                <a:gd name="T3" fmla="*/ 83 h 91"/>
                <a:gd name="T4" fmla="*/ 13 w 90"/>
                <a:gd name="T5" fmla="*/ 13 h 91"/>
                <a:gd name="T6" fmla="*/ 83 w 90"/>
                <a:gd name="T7" fmla="*/ 13 h 91"/>
                <a:gd name="T8" fmla="*/ 83 w 90"/>
                <a:gd name="T9" fmla="*/ 83 h 91"/>
                <a:gd name="T10" fmla="*/ 90 w 90"/>
                <a:gd name="T11" fmla="*/ 0 h 91"/>
                <a:gd name="T12" fmla="*/ 0 w 90"/>
                <a:gd name="T13" fmla="*/ 0 h 91"/>
                <a:gd name="T14" fmla="*/ 0 w 90"/>
                <a:gd name="T15" fmla="*/ 91 h 91"/>
                <a:gd name="T16" fmla="*/ 90 w 90"/>
                <a:gd name="T17" fmla="*/ 91 h 91"/>
                <a:gd name="T18" fmla="*/ 90 w 90"/>
                <a:gd name="T1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0" h="91">
                  <a:moveTo>
                    <a:pt x="83" y="83"/>
                  </a:moveTo>
                  <a:lnTo>
                    <a:pt x="13" y="83"/>
                  </a:lnTo>
                  <a:lnTo>
                    <a:pt x="13" y="13"/>
                  </a:lnTo>
                  <a:lnTo>
                    <a:pt x="83" y="13"/>
                  </a:lnTo>
                  <a:lnTo>
                    <a:pt x="83" y="83"/>
                  </a:lnTo>
                  <a:close/>
                  <a:moveTo>
                    <a:pt x="90" y="0"/>
                  </a:moveTo>
                  <a:lnTo>
                    <a:pt x="0" y="0"/>
                  </a:lnTo>
                  <a:lnTo>
                    <a:pt x="0" y="91"/>
                  </a:lnTo>
                  <a:lnTo>
                    <a:pt x="90" y="91"/>
                  </a:lnTo>
                  <a:lnTo>
                    <a:pt x="9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Freeform 10"/>
            <p:cNvSpPr>
              <a:spLocks noEditPoints="1"/>
            </p:cNvSpPr>
            <p:nvPr userDrawn="1"/>
          </p:nvSpPr>
          <p:spPr bwMode="auto">
            <a:xfrm>
              <a:off x="10056795" y="6368350"/>
              <a:ext cx="206783" cy="204969"/>
            </a:xfrm>
            <a:custGeom>
              <a:avLst/>
              <a:gdLst>
                <a:gd name="T0" fmla="*/ 107 w 114"/>
                <a:gd name="T1" fmla="*/ 107 h 113"/>
                <a:gd name="T2" fmla="*/ 7 w 114"/>
                <a:gd name="T3" fmla="*/ 107 h 113"/>
                <a:gd name="T4" fmla="*/ 7 w 114"/>
                <a:gd name="T5" fmla="*/ 8 h 113"/>
                <a:gd name="T6" fmla="*/ 107 w 114"/>
                <a:gd name="T7" fmla="*/ 8 h 113"/>
                <a:gd name="T8" fmla="*/ 107 w 114"/>
                <a:gd name="T9" fmla="*/ 107 h 113"/>
                <a:gd name="T10" fmla="*/ 0 w 114"/>
                <a:gd name="T11" fmla="*/ 113 h 113"/>
                <a:gd name="T12" fmla="*/ 114 w 114"/>
                <a:gd name="T13" fmla="*/ 113 h 113"/>
                <a:gd name="T14" fmla="*/ 114 w 114"/>
                <a:gd name="T15" fmla="*/ 0 h 113"/>
                <a:gd name="T16" fmla="*/ 0 w 114"/>
                <a:gd name="T17" fmla="*/ 0 h 113"/>
                <a:gd name="T18" fmla="*/ 0 w 114"/>
                <a:gd name="T19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4" h="113">
                  <a:moveTo>
                    <a:pt x="107" y="107"/>
                  </a:moveTo>
                  <a:lnTo>
                    <a:pt x="7" y="107"/>
                  </a:lnTo>
                  <a:lnTo>
                    <a:pt x="7" y="8"/>
                  </a:lnTo>
                  <a:lnTo>
                    <a:pt x="107" y="8"/>
                  </a:lnTo>
                  <a:lnTo>
                    <a:pt x="107" y="107"/>
                  </a:lnTo>
                  <a:close/>
                  <a:moveTo>
                    <a:pt x="0" y="113"/>
                  </a:moveTo>
                  <a:lnTo>
                    <a:pt x="114" y="113"/>
                  </a:lnTo>
                  <a:lnTo>
                    <a:pt x="114" y="0"/>
                  </a:lnTo>
                  <a:lnTo>
                    <a:pt x="0" y="0"/>
                  </a:lnTo>
                  <a:lnTo>
                    <a:pt x="0" y="1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" name="Freeform 11"/>
            <p:cNvSpPr>
              <a:spLocks noEditPoints="1"/>
            </p:cNvSpPr>
            <p:nvPr userDrawn="1"/>
          </p:nvSpPr>
          <p:spPr bwMode="auto">
            <a:xfrm>
              <a:off x="10109398" y="6422766"/>
              <a:ext cx="112461" cy="110647"/>
            </a:xfrm>
            <a:custGeom>
              <a:avLst/>
              <a:gdLst>
                <a:gd name="T0" fmla="*/ 56 w 62"/>
                <a:gd name="T1" fmla="*/ 55 h 61"/>
                <a:gd name="T2" fmla="*/ 14 w 62"/>
                <a:gd name="T3" fmla="*/ 55 h 61"/>
                <a:gd name="T4" fmla="*/ 14 w 62"/>
                <a:gd name="T5" fmla="*/ 13 h 61"/>
                <a:gd name="T6" fmla="*/ 56 w 62"/>
                <a:gd name="T7" fmla="*/ 13 h 61"/>
                <a:gd name="T8" fmla="*/ 56 w 62"/>
                <a:gd name="T9" fmla="*/ 55 h 61"/>
                <a:gd name="T10" fmla="*/ 62 w 62"/>
                <a:gd name="T11" fmla="*/ 0 h 61"/>
                <a:gd name="T12" fmla="*/ 0 w 62"/>
                <a:gd name="T13" fmla="*/ 0 h 61"/>
                <a:gd name="T14" fmla="*/ 0 w 62"/>
                <a:gd name="T15" fmla="*/ 61 h 61"/>
                <a:gd name="T16" fmla="*/ 62 w 62"/>
                <a:gd name="T17" fmla="*/ 61 h 61"/>
                <a:gd name="T18" fmla="*/ 62 w 62"/>
                <a:gd name="T19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" h="61">
                  <a:moveTo>
                    <a:pt x="56" y="55"/>
                  </a:moveTo>
                  <a:lnTo>
                    <a:pt x="14" y="55"/>
                  </a:lnTo>
                  <a:lnTo>
                    <a:pt x="14" y="13"/>
                  </a:lnTo>
                  <a:lnTo>
                    <a:pt x="56" y="13"/>
                  </a:lnTo>
                  <a:lnTo>
                    <a:pt x="56" y="55"/>
                  </a:lnTo>
                  <a:close/>
                  <a:moveTo>
                    <a:pt x="62" y="0"/>
                  </a:moveTo>
                  <a:lnTo>
                    <a:pt x="0" y="0"/>
                  </a:lnTo>
                  <a:lnTo>
                    <a:pt x="0" y="61"/>
                  </a:lnTo>
                  <a:lnTo>
                    <a:pt x="62" y="61"/>
                  </a:lnTo>
                  <a:lnTo>
                    <a:pt x="6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" name="empower - DO NOT DELETE!!!" hidden="1"/>
          <p:cNvSpPr/>
          <p:nvPr userDrawn="1">
            <p:custDataLst>
              <p:tags r:id="rId22"/>
            </p:custDataLst>
          </p:nvPr>
        </p:nvSpPr>
        <p:spPr>
          <a:xfrm>
            <a:off x="0" y="0"/>
            <a:ext cx="0" cy="0"/>
          </a:xfrm>
          <a:prstGeom prst="ellipse">
            <a:avLst/>
          </a:prstGeom>
          <a:noFill/>
          <a:ln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err="1">
              <a:solidFill>
                <a:schemeClr val="tx1"/>
              </a:solidFill>
            </a:endParaRPr>
          </a:p>
        </p:txBody>
      </p:sp>
      <p:grpSp>
        <p:nvGrpSpPr>
          <p:cNvPr id="5" name="Gruppe 4"/>
          <p:cNvGrpSpPr/>
          <p:nvPr userDrawn="1"/>
        </p:nvGrpSpPr>
        <p:grpSpPr>
          <a:xfrm>
            <a:off x="12334834" y="1623484"/>
            <a:ext cx="1712825" cy="400391"/>
            <a:chOff x="12334834" y="1623484"/>
            <a:chExt cx="1712825" cy="400391"/>
          </a:xfrm>
        </p:grpSpPr>
        <p:sp>
          <p:nvSpPr>
            <p:cNvPr id="94" name="Rectangle 138"/>
            <p:cNvSpPr/>
            <p:nvPr userDrawn="1"/>
          </p:nvSpPr>
          <p:spPr>
            <a:xfrm>
              <a:off x="12355798" y="1623484"/>
              <a:ext cx="159657" cy="159657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a-DK" sz="1600" err="1">
                <a:solidFill>
                  <a:schemeClr val="tx1"/>
                </a:solidFill>
              </a:endParaRPr>
            </a:p>
          </p:txBody>
        </p:sp>
        <p:sp>
          <p:nvSpPr>
            <p:cNvPr id="95" name="Rectangle 139"/>
            <p:cNvSpPr/>
            <p:nvPr userDrawn="1"/>
          </p:nvSpPr>
          <p:spPr>
            <a:xfrm>
              <a:off x="12545387" y="1623484"/>
              <a:ext cx="159657" cy="159657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a-DK" sz="1600" err="1">
                <a:solidFill>
                  <a:schemeClr val="tx1"/>
                </a:solidFill>
              </a:endParaRPr>
            </a:p>
          </p:txBody>
        </p:sp>
        <p:sp>
          <p:nvSpPr>
            <p:cNvPr id="96" name="Rectangle 140"/>
            <p:cNvSpPr/>
            <p:nvPr userDrawn="1"/>
          </p:nvSpPr>
          <p:spPr>
            <a:xfrm>
              <a:off x="12737709" y="1623484"/>
              <a:ext cx="159657" cy="159657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a-DK" sz="1600" err="1">
                <a:solidFill>
                  <a:schemeClr val="tx1"/>
                </a:solidFill>
              </a:endParaRPr>
            </a:p>
          </p:txBody>
        </p:sp>
        <p:sp>
          <p:nvSpPr>
            <p:cNvPr id="97" name="Rectangle 141"/>
            <p:cNvSpPr/>
            <p:nvPr userDrawn="1"/>
          </p:nvSpPr>
          <p:spPr>
            <a:xfrm>
              <a:off x="12930031" y="1623484"/>
              <a:ext cx="159657" cy="159657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a-DK" sz="1600" err="1">
                <a:solidFill>
                  <a:schemeClr val="tx1"/>
                </a:solidFill>
              </a:endParaRPr>
            </a:p>
          </p:txBody>
        </p:sp>
        <p:sp>
          <p:nvSpPr>
            <p:cNvPr id="98" name="Rectangle 142"/>
            <p:cNvSpPr/>
            <p:nvPr userDrawn="1"/>
          </p:nvSpPr>
          <p:spPr>
            <a:xfrm>
              <a:off x="13122353" y="1623484"/>
              <a:ext cx="159657" cy="159657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a-DK" sz="1600" err="1">
                <a:solidFill>
                  <a:schemeClr val="tx1"/>
                </a:solidFill>
              </a:endParaRPr>
            </a:p>
          </p:txBody>
        </p:sp>
        <p:sp>
          <p:nvSpPr>
            <p:cNvPr id="99" name="Rectangle 143"/>
            <p:cNvSpPr/>
            <p:nvPr userDrawn="1"/>
          </p:nvSpPr>
          <p:spPr>
            <a:xfrm>
              <a:off x="13314675" y="1623484"/>
              <a:ext cx="159657" cy="159657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a-DK" sz="1600" err="1">
                <a:solidFill>
                  <a:schemeClr val="tx1"/>
                </a:solidFill>
              </a:endParaRPr>
            </a:p>
          </p:txBody>
        </p:sp>
        <p:sp>
          <p:nvSpPr>
            <p:cNvPr id="100" name="Rectangle 144"/>
            <p:cNvSpPr/>
            <p:nvPr userDrawn="1"/>
          </p:nvSpPr>
          <p:spPr>
            <a:xfrm>
              <a:off x="13503358" y="1623484"/>
              <a:ext cx="159657" cy="159657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a-DK" sz="1600" err="1">
                <a:solidFill>
                  <a:schemeClr val="tx1"/>
                </a:solidFill>
              </a:endParaRPr>
            </a:p>
          </p:txBody>
        </p:sp>
        <p:sp>
          <p:nvSpPr>
            <p:cNvPr id="101" name="Rectangle 145"/>
            <p:cNvSpPr/>
            <p:nvPr userDrawn="1"/>
          </p:nvSpPr>
          <p:spPr>
            <a:xfrm>
              <a:off x="13695680" y="1623484"/>
              <a:ext cx="159657" cy="159657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a-DK" sz="1600" err="1">
                <a:solidFill>
                  <a:schemeClr val="tx1"/>
                </a:solidFill>
              </a:endParaRPr>
            </a:p>
          </p:txBody>
        </p:sp>
        <p:sp>
          <p:nvSpPr>
            <p:cNvPr id="102" name="Rectangle 146"/>
            <p:cNvSpPr/>
            <p:nvPr userDrawn="1"/>
          </p:nvSpPr>
          <p:spPr>
            <a:xfrm>
              <a:off x="13888002" y="1623484"/>
              <a:ext cx="159657" cy="159657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a-DK" sz="1600" err="1">
                <a:solidFill>
                  <a:schemeClr val="tx1"/>
                </a:solidFill>
              </a:endParaRPr>
            </a:p>
          </p:txBody>
        </p:sp>
        <p:grpSp>
          <p:nvGrpSpPr>
            <p:cNvPr id="103" name="Gruppe 102"/>
            <p:cNvGrpSpPr/>
            <p:nvPr userDrawn="1"/>
          </p:nvGrpSpPr>
          <p:grpSpPr>
            <a:xfrm>
              <a:off x="12334834" y="1864218"/>
              <a:ext cx="1691861" cy="159657"/>
              <a:chOff x="-1700122" y="1775884"/>
              <a:chExt cx="1691861" cy="159657"/>
            </a:xfrm>
            <a:solidFill>
              <a:srgbClr val="E6E6E6"/>
            </a:solidFill>
          </p:grpSpPr>
          <p:sp>
            <p:nvSpPr>
              <p:cNvPr id="104" name="Rectangle 105"/>
              <p:cNvSpPr/>
              <p:nvPr userDrawn="1"/>
            </p:nvSpPr>
            <p:spPr>
              <a:xfrm>
                <a:off x="-1700122" y="1775884"/>
                <a:ext cx="159657" cy="159657"/>
              </a:xfrm>
              <a:prstGeom prst="rect">
                <a:avLst/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a-DK" sz="16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05" name="Rectangle 109"/>
              <p:cNvSpPr/>
              <p:nvPr userDrawn="1"/>
            </p:nvSpPr>
            <p:spPr>
              <a:xfrm>
                <a:off x="-1510533" y="1775884"/>
                <a:ext cx="159657" cy="159657"/>
              </a:xfrm>
              <a:prstGeom prst="rect">
                <a:avLst/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a-DK" sz="16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07" name="Rectangle 110"/>
              <p:cNvSpPr/>
              <p:nvPr userDrawn="1"/>
            </p:nvSpPr>
            <p:spPr>
              <a:xfrm>
                <a:off x="-1318211" y="1775884"/>
                <a:ext cx="159657" cy="159657"/>
              </a:xfrm>
              <a:prstGeom prst="rect">
                <a:avLst/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a-DK" sz="16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08" name="Rectangle 111"/>
              <p:cNvSpPr/>
              <p:nvPr userDrawn="1"/>
            </p:nvSpPr>
            <p:spPr>
              <a:xfrm>
                <a:off x="-1125889" y="1775884"/>
                <a:ext cx="159657" cy="159657"/>
              </a:xfrm>
              <a:prstGeom prst="rect">
                <a:avLst/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a-DK" sz="16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09" name="Rectangle 112"/>
              <p:cNvSpPr/>
              <p:nvPr userDrawn="1"/>
            </p:nvSpPr>
            <p:spPr>
              <a:xfrm>
                <a:off x="-933567" y="1775884"/>
                <a:ext cx="159657" cy="159657"/>
              </a:xfrm>
              <a:prstGeom prst="rect">
                <a:avLst/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a-DK" sz="16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4" name="Rectangle 113"/>
              <p:cNvSpPr/>
              <p:nvPr userDrawn="1"/>
            </p:nvSpPr>
            <p:spPr>
              <a:xfrm>
                <a:off x="-741245" y="1775884"/>
                <a:ext cx="159657" cy="159657"/>
              </a:xfrm>
              <a:prstGeom prst="rect">
                <a:avLst/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a-DK" sz="16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5" name="Rectangle 114"/>
              <p:cNvSpPr/>
              <p:nvPr userDrawn="1"/>
            </p:nvSpPr>
            <p:spPr>
              <a:xfrm>
                <a:off x="-552562" y="1775884"/>
                <a:ext cx="159657" cy="159657"/>
              </a:xfrm>
              <a:prstGeom prst="rect">
                <a:avLst/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a-DK" sz="16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6" name="Rectangle 115"/>
              <p:cNvSpPr/>
              <p:nvPr userDrawn="1"/>
            </p:nvSpPr>
            <p:spPr>
              <a:xfrm>
                <a:off x="-360240" y="1775884"/>
                <a:ext cx="159657" cy="159657"/>
              </a:xfrm>
              <a:prstGeom prst="rect">
                <a:avLst/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a-DK" sz="16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33" name="Rectangle 116"/>
              <p:cNvSpPr/>
              <p:nvPr userDrawn="1"/>
            </p:nvSpPr>
            <p:spPr>
              <a:xfrm>
                <a:off x="-167918" y="1775884"/>
                <a:ext cx="159657" cy="159657"/>
              </a:xfrm>
              <a:prstGeom prst="rect">
                <a:avLst/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a-DK" sz="1600" err="1">
                  <a:solidFill>
                    <a:schemeClr val="tx1"/>
                  </a:solidFill>
                </a:endParaRP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44" r:id="rId2"/>
    <p:sldLayoutId id="2147483727" r:id="rId3"/>
    <p:sldLayoutId id="2147483725" r:id="rId4"/>
    <p:sldLayoutId id="2147483742" r:id="rId5"/>
    <p:sldLayoutId id="2147483747" r:id="rId6"/>
    <p:sldLayoutId id="2147483701" r:id="rId7"/>
    <p:sldLayoutId id="2147483790" r:id="rId8"/>
    <p:sldLayoutId id="2147483791" r:id="rId9"/>
    <p:sldLayoutId id="2147483792" r:id="rId10"/>
    <p:sldLayoutId id="2147483793" r:id="rId11"/>
    <p:sldLayoutId id="2147483794" r:id="rId12"/>
    <p:sldLayoutId id="2147483795" r:id="rId13"/>
    <p:sldLayoutId id="2147483796" r:id="rId14"/>
    <p:sldLayoutId id="2147483797" r:id="rId15"/>
    <p:sldLayoutId id="2147483798" r:id="rId16"/>
    <p:sldLayoutId id="2147483799" r:id="rId17"/>
    <p:sldLayoutId id="2147483800" r:id="rId18"/>
    <p:sldLayoutId id="2147483801" r:id="rId19"/>
    <p:sldLayoutId id="2147483706" r:id="rId20"/>
  </p:sldLayoutIdLst>
  <p:hf hdr="0" ftr="0" dt="0"/>
  <p:txStyles>
    <p:titleStyle>
      <a:lvl1pPr algn="l" defTabSz="609585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3200" kern="1200" cap="all" baseline="0">
          <a:solidFill>
            <a:schemeClr val="tx1"/>
          </a:solidFill>
          <a:latin typeface="+mj-lt"/>
          <a:ea typeface="ＭＳ Ｐゴシック" charset="0"/>
          <a:cs typeface="Myriad Pro"/>
        </a:defRPr>
      </a:lvl1pPr>
      <a:lvl2pPr algn="l" defTabSz="609585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Myriad Pro" charset="0"/>
          <a:ea typeface="ＭＳ Ｐゴシック" charset="0"/>
        </a:defRPr>
      </a:lvl2pPr>
      <a:lvl3pPr algn="l" defTabSz="609585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Myriad Pro" charset="0"/>
          <a:ea typeface="ＭＳ Ｐゴシック" charset="0"/>
        </a:defRPr>
      </a:lvl3pPr>
      <a:lvl4pPr algn="l" defTabSz="609585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Myriad Pro" charset="0"/>
          <a:ea typeface="ＭＳ Ｐゴシック" charset="0"/>
        </a:defRPr>
      </a:lvl4pPr>
      <a:lvl5pPr algn="l" defTabSz="609585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Myriad Pro" charset="0"/>
          <a:ea typeface="ＭＳ Ｐゴシック" charset="0"/>
        </a:defRPr>
      </a:lvl5pPr>
      <a:lvl6pPr marL="609585" algn="l" defTabSz="609585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Myriad Pro" charset="0"/>
          <a:ea typeface="ＭＳ Ｐゴシック" charset="0"/>
        </a:defRPr>
      </a:lvl6pPr>
      <a:lvl7pPr marL="1219170" algn="l" defTabSz="609585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Myriad Pro" charset="0"/>
          <a:ea typeface="ＭＳ Ｐゴシック" charset="0"/>
        </a:defRPr>
      </a:lvl7pPr>
      <a:lvl8pPr marL="1828754" algn="l" defTabSz="609585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Myriad Pro" charset="0"/>
          <a:ea typeface="ＭＳ Ｐゴシック" charset="0"/>
        </a:defRPr>
      </a:lvl8pPr>
      <a:lvl9pPr marL="2438339" algn="l" defTabSz="609585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Myriad Pro" charset="0"/>
          <a:ea typeface="ＭＳ Ｐゴシック" charset="0"/>
        </a:defRPr>
      </a:lvl9pPr>
    </p:titleStyle>
    <p:bodyStyle>
      <a:lvl1pPr marL="190500" indent="-190500" algn="l" defTabSz="609585" rtl="0" eaLnBrk="1" fontAlgn="base" hangingPunct="1">
        <a:lnSpc>
          <a:spcPct val="100000"/>
        </a:lnSpc>
        <a:spcBef>
          <a:spcPts val="300"/>
        </a:spcBef>
        <a:spcAft>
          <a:spcPts val="1200"/>
        </a:spcAft>
        <a:buClr>
          <a:schemeClr val="accent2"/>
        </a:buClr>
        <a:buSzPct val="100000"/>
        <a:buFont typeface="Arial" panose="020B0604020202020204" pitchFamily="34" charset="0"/>
        <a:buChar char="•"/>
        <a:tabLst/>
        <a:defRPr lang="da-DK" sz="1800" kern="1200" baseline="0" dirty="0" smtClean="0">
          <a:solidFill>
            <a:schemeClr val="tx1"/>
          </a:solidFill>
          <a:latin typeface="+mj-lt"/>
          <a:ea typeface="Calibri" panose="020F0502020204030204" pitchFamily="34" charset="0"/>
          <a:cs typeface="Calibri" panose="020F0502020204030204" pitchFamily="34" charset="0"/>
        </a:defRPr>
      </a:lvl1pPr>
      <a:lvl2pPr marL="379413" indent="-180975" algn="l" defTabSz="609585" rtl="0" eaLnBrk="1" fontAlgn="base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lang="da-DK" sz="1600" i="0" kern="1200" baseline="0" dirty="0" smtClean="0">
          <a:solidFill>
            <a:schemeClr val="tx1"/>
          </a:solidFill>
          <a:latin typeface="+mj-lt"/>
          <a:ea typeface="Calibri" panose="020F0502020204030204" pitchFamily="34" charset="0"/>
          <a:cs typeface="Calibri" panose="020F0502020204030204" pitchFamily="34" charset="0"/>
        </a:defRPr>
      </a:lvl2pPr>
      <a:lvl3pPr marL="555625" indent="-165100" algn="l" defTabSz="609585" rtl="0" eaLnBrk="1" fontAlgn="base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2"/>
        </a:buClr>
        <a:buSzPct val="100000"/>
        <a:buFont typeface="Arial" panose="020B0604020202020204" pitchFamily="34" charset="0"/>
        <a:buChar char="-"/>
        <a:tabLst/>
        <a:defRPr lang="da-DK" sz="1600" b="0" i="0" kern="1200" baseline="0" dirty="0" smtClean="0">
          <a:solidFill>
            <a:schemeClr val="tx1"/>
          </a:solidFill>
          <a:latin typeface="+mj-lt"/>
          <a:ea typeface="Calibri" panose="020F0502020204030204" pitchFamily="34" charset="0"/>
          <a:cs typeface="Calibri" panose="020F0502020204030204" pitchFamily="34" charset="0"/>
        </a:defRPr>
      </a:lvl3pPr>
      <a:lvl4pPr marL="700088" indent="-144463" algn="l" defTabSz="609585" rtl="0" eaLnBrk="1" fontAlgn="base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2"/>
        </a:buClr>
        <a:buSzPct val="80000"/>
        <a:buFont typeface="Arial" panose="020B0604020202020204" pitchFamily="34" charset="0"/>
        <a:buChar char="•"/>
        <a:tabLst/>
        <a:defRPr lang="da-DK" sz="1600" kern="1200" baseline="0" dirty="0" smtClean="0">
          <a:solidFill>
            <a:schemeClr val="tx1"/>
          </a:solidFill>
          <a:latin typeface="+mj-lt"/>
          <a:ea typeface="Calibri" panose="020F0502020204030204" pitchFamily="34" charset="0"/>
          <a:cs typeface="Calibri" panose="020F0502020204030204" pitchFamily="34" charset="0"/>
        </a:defRPr>
      </a:lvl4pPr>
      <a:lvl5pPr marL="706438" indent="0" algn="l" defTabSz="609585" rtl="0" eaLnBrk="1" fontAlgn="base" hangingPunct="1">
        <a:lnSpc>
          <a:spcPct val="100000"/>
        </a:lnSpc>
        <a:spcBef>
          <a:spcPts val="0"/>
        </a:spcBef>
        <a:spcAft>
          <a:spcPts val="1200"/>
        </a:spcAft>
        <a:buClr>
          <a:srgbClr val="15AAA6"/>
        </a:buClr>
        <a:buSzPct val="100000"/>
        <a:buFont typeface="Arial" panose="020B0604020202020204" pitchFamily="34" charset="0"/>
        <a:buNone/>
        <a:tabLst>
          <a:tab pos="711200" algn="l"/>
        </a:tabLst>
        <a:defRPr lang="da-DK" sz="1200" b="1" i="1" kern="1200" baseline="0" dirty="0">
          <a:solidFill>
            <a:schemeClr val="accent2"/>
          </a:solidFill>
          <a:latin typeface="+mj-lt"/>
          <a:ea typeface="Calibri" panose="020F0502020204030204" pitchFamily="34" charset="0"/>
          <a:cs typeface="Calibri" panose="020F0502020204030204" pitchFamily="34" charset="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899" userDrawn="1">
          <p15:clr>
            <a:srgbClr val="F26B43"/>
          </p15:clr>
        </p15:guide>
        <p15:guide id="2" pos="7257" userDrawn="1">
          <p15:clr>
            <a:srgbClr val="F26B43"/>
          </p15:clr>
        </p15:guide>
        <p15:guide id="3" pos="423" userDrawn="1">
          <p15:clr>
            <a:srgbClr val="F26B43"/>
          </p15:clr>
        </p15:guide>
        <p15:guide id="4" pos="896" userDrawn="1">
          <p15:clr>
            <a:srgbClr val="A4A3A4"/>
          </p15:clr>
        </p15:guide>
        <p15:guide id="5" pos="1001" userDrawn="1">
          <p15:clr>
            <a:srgbClr val="A4A3A4"/>
          </p15:clr>
        </p15:guide>
        <p15:guide id="6" pos="1475" userDrawn="1">
          <p15:clr>
            <a:srgbClr val="A4A3A4"/>
          </p15:clr>
        </p15:guide>
        <p15:guide id="7" pos="1579" userDrawn="1">
          <p15:clr>
            <a:srgbClr val="A4A3A4"/>
          </p15:clr>
        </p15:guide>
        <p15:guide id="8" pos="2048" userDrawn="1">
          <p15:clr>
            <a:srgbClr val="A4A3A4"/>
          </p15:clr>
        </p15:guide>
        <p15:guide id="9" pos="2156" userDrawn="1">
          <p15:clr>
            <a:srgbClr val="A4A3A4"/>
          </p15:clr>
        </p15:guide>
        <p15:guide id="10" pos="2631" userDrawn="1">
          <p15:clr>
            <a:srgbClr val="A4A3A4"/>
          </p15:clr>
        </p15:guide>
        <p15:guide id="11" pos="2735" userDrawn="1">
          <p15:clr>
            <a:srgbClr val="A4A3A4"/>
          </p15:clr>
        </p15:guide>
        <p15:guide id="12" pos="3209" userDrawn="1">
          <p15:clr>
            <a:srgbClr val="A4A3A4"/>
          </p15:clr>
        </p15:guide>
        <p15:guide id="13" pos="3314" userDrawn="1">
          <p15:clr>
            <a:srgbClr val="A4A3A4"/>
          </p15:clr>
        </p15:guide>
        <p15:guide id="14" pos="3795" userDrawn="1">
          <p15:clr>
            <a:srgbClr val="A4A3A4"/>
          </p15:clr>
        </p15:guide>
        <p15:guide id="15" pos="3892" userDrawn="1">
          <p15:clr>
            <a:srgbClr val="A4A3A4"/>
          </p15:clr>
        </p15:guide>
        <p15:guide id="16" pos="4365" userDrawn="1">
          <p15:clr>
            <a:srgbClr val="A4A3A4"/>
          </p15:clr>
        </p15:guide>
        <p15:guide id="17" pos="4470" userDrawn="1">
          <p15:clr>
            <a:srgbClr val="A4A3A4"/>
          </p15:clr>
        </p15:guide>
        <p15:guide id="18" pos="4944" userDrawn="1">
          <p15:clr>
            <a:srgbClr val="A4A3A4"/>
          </p15:clr>
        </p15:guide>
        <p15:guide id="19" pos="5048" userDrawn="1">
          <p15:clr>
            <a:srgbClr val="A4A3A4"/>
          </p15:clr>
        </p15:guide>
        <p15:guide id="20" pos="5523" userDrawn="1">
          <p15:clr>
            <a:srgbClr val="A4A3A4"/>
          </p15:clr>
        </p15:guide>
        <p15:guide id="21" pos="5627" userDrawn="1">
          <p15:clr>
            <a:srgbClr val="A4A3A4"/>
          </p15:clr>
        </p15:guide>
        <p15:guide id="22" pos="6100" userDrawn="1">
          <p15:clr>
            <a:srgbClr val="A4A3A4"/>
          </p15:clr>
        </p15:guide>
        <p15:guide id="23" pos="6205" userDrawn="1">
          <p15:clr>
            <a:srgbClr val="A4A3A4"/>
          </p15:clr>
        </p15:guide>
        <p15:guide id="24" pos="6677" userDrawn="1">
          <p15:clr>
            <a:srgbClr val="A4A3A4"/>
          </p15:clr>
        </p15:guide>
        <p15:guide id="25" pos="6783" userDrawn="1">
          <p15:clr>
            <a:srgbClr val="A4A3A4"/>
          </p15:clr>
        </p15:guide>
        <p15:guide id="26" orient="horz" pos="423" userDrawn="1">
          <p15:clr>
            <a:srgbClr val="A4A3A4"/>
          </p15:clr>
        </p15:guide>
        <p15:guide id="27" orient="horz" pos="919" userDrawn="1">
          <p15:clr>
            <a:srgbClr val="A4A3A4"/>
          </p15:clr>
        </p15:guide>
        <p15:guide id="28" orient="horz" pos="1021" userDrawn="1">
          <p15:clr>
            <a:srgbClr val="F26B43"/>
          </p15:clr>
        </p15:guide>
        <p15:guide id="29" orient="horz" pos="604" userDrawn="1">
          <p15:clr>
            <a:srgbClr val="A4A3A4"/>
          </p15:clr>
        </p15:guide>
        <p15:guide id="30" orient="horz" pos="1415" userDrawn="1">
          <p15:clr>
            <a:srgbClr val="A4A3A4"/>
          </p15:clr>
        </p15:guide>
        <p15:guide id="31" orient="horz" pos="1520" userDrawn="1">
          <p15:clr>
            <a:srgbClr val="A4A3A4"/>
          </p15:clr>
        </p15:guide>
        <p15:guide id="32" orient="horz" pos="1911" userDrawn="1">
          <p15:clr>
            <a:srgbClr val="A4A3A4"/>
          </p15:clr>
        </p15:guide>
        <p15:guide id="33" orient="horz" pos="2016" userDrawn="1">
          <p15:clr>
            <a:srgbClr val="A4A3A4"/>
          </p15:clr>
        </p15:guide>
        <p15:guide id="34" orient="horz" pos="2408" userDrawn="1">
          <p15:clr>
            <a:srgbClr val="A4A3A4"/>
          </p15:clr>
        </p15:guide>
        <p15:guide id="35" orient="horz" pos="2513" userDrawn="1">
          <p15:clr>
            <a:srgbClr val="A4A3A4"/>
          </p15:clr>
        </p15:guide>
        <p15:guide id="36" orient="horz" pos="2904" userDrawn="1">
          <p15:clr>
            <a:srgbClr val="A4A3A4"/>
          </p15:clr>
        </p15:guide>
        <p15:guide id="37" orient="horz" pos="3009" userDrawn="1">
          <p15:clr>
            <a:srgbClr val="A4A3A4"/>
          </p15:clr>
        </p15:guide>
        <p15:guide id="38" orient="horz" pos="3400" userDrawn="1">
          <p15:clr>
            <a:srgbClr val="A4A3A4"/>
          </p15:clr>
        </p15:guide>
        <p15:guide id="39" orient="horz" pos="3505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iki/index.php?title=IMS_Project_Manage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hyperlink" Target="https://wiki/index.php?title=Visual_Studio_2019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wiki/index.php?title=Working_with_the_database_and_table_pointers_(APL_Training)" TargetMode="External"/><Relationship Id="rId3" Type="http://schemas.openxmlformats.org/officeDocument/2006/relationships/hyperlink" Target="https://wiki/index.php?title=SQL_Developer" TargetMode="External"/><Relationship Id="rId7" Type="http://schemas.openxmlformats.org/officeDocument/2006/relationships/hyperlink" Target="https://wiki/index.php?title=Typed_Data_Interface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iki/index.php?title=Typed_Data_Interface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github.com/oracle/opengrok" TargetMode="External"/><Relationship Id="rId5" Type="http://schemas.openxmlformats.org/officeDocument/2006/relationships/hyperlink" Target="http://opengrok:8080/" TargetMode="External"/><Relationship Id="rId4" Type="http://schemas.openxmlformats.org/officeDocument/2006/relationships/hyperlink" Target="https://wiki/index.php?title=OpenGrok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6FD03D9-3736-4F8E-8DD6-53FCA8540A3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>
                <a:cs typeface="Calibri"/>
              </a:rPr>
              <a:t>C# for test automation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5CBAAD-7DBF-4465-9940-43EA34DC9B3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en-US"/>
              <a:t>DATABASES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7F5F5C-0999-480D-8350-018919C9436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26BBC0-55E0-4EA1-B967-6CE1D18774D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en-US">
                <a:ea typeface="ＭＳ Ｐゴシック"/>
              </a:rPr>
              <a:t>Module 9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3644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492A8-63A1-45F4-8E7D-0E7F88C1F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01D0C3-8F4F-4384-8F2C-FB7CB0574D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6BA917-7F09-4B8D-AF07-F52890C14046}" type="slidenum">
              <a:rPr lang="da-DK" smtClean="0"/>
              <a:pPr/>
              <a:t>2</a:t>
            </a:fld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69F279-8777-45EE-ADF8-C7A2C9C8293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E8D471-BA5C-4AAC-A2C9-82DB42DEB307}"/>
              </a:ext>
            </a:extLst>
          </p:cNvPr>
          <p:cNvSpPr txBox="1"/>
          <p:nvPr/>
        </p:nvSpPr>
        <p:spPr>
          <a:xfrm>
            <a:off x="649139" y="1686454"/>
            <a:ext cx="9334252" cy="444185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marL="342900" indent="-342900" defTabSz="179388">
              <a:buClr>
                <a:srgbClr val="00DEE6"/>
              </a:buClr>
              <a:buFont typeface="Arial" panose="020B0604020202020204" pitchFamily="34" charset="0"/>
              <a:buAutoNum type="arabicPeriod"/>
            </a:pPr>
            <a:r>
              <a:rPr lang="en-GB" sz="1600">
                <a:latin typeface="+mn-lt"/>
                <a:ea typeface="ＭＳ Ｐゴシック"/>
              </a:rPr>
              <a:t>IMS Project manager – Install, create new workspaces</a:t>
            </a:r>
          </a:p>
          <a:p>
            <a:pPr marL="342900" indent="-342900" defTabSz="179388">
              <a:buClr>
                <a:srgbClr val="00DEE6"/>
              </a:buClr>
              <a:buFont typeface="Arial" panose="020B0604020202020204" pitchFamily="34" charset="0"/>
              <a:buAutoNum type="arabicPeriod"/>
            </a:pPr>
            <a:r>
              <a:rPr lang="en-GB" sz="1600">
                <a:latin typeface="+mn-lt"/>
                <a:ea typeface="ＭＳ Ｐゴシック"/>
              </a:rPr>
              <a:t>Practice 1 - New workspace creation</a:t>
            </a:r>
          </a:p>
          <a:p>
            <a:pPr marL="342900" indent="-342900" defTabSz="179388">
              <a:buClr>
                <a:srgbClr val="00DEE6"/>
              </a:buClr>
              <a:buFont typeface="Arial" panose="020B0604020202020204" pitchFamily="34" charset="0"/>
              <a:buAutoNum type="arabicPeriod"/>
            </a:pPr>
            <a:r>
              <a:rPr lang="en-GB" sz="1600" i="1">
                <a:solidFill>
                  <a:schemeClr val="accent1">
                    <a:lumMod val="50000"/>
                  </a:schemeClr>
                </a:solidFill>
                <a:latin typeface="+mn-lt"/>
                <a:ea typeface="ＭＳ Ｐゴシック"/>
              </a:rPr>
              <a:t>Coffee break</a:t>
            </a:r>
            <a:endParaRPr lang="ru-RU" sz="1600" i="1">
              <a:solidFill>
                <a:schemeClr val="accent1">
                  <a:lumMod val="50000"/>
                </a:schemeClr>
              </a:solidFill>
              <a:latin typeface="+mn-lt"/>
              <a:ea typeface="ＭＳ Ｐゴシック"/>
            </a:endParaRPr>
          </a:p>
          <a:p>
            <a:pPr marL="342900" indent="-342900" defTabSz="179388">
              <a:buClr>
                <a:srgbClr val="00DEE6"/>
              </a:buClr>
              <a:buAutoNum type="arabicPeriod"/>
            </a:pPr>
            <a:r>
              <a:rPr lang="en-US" sz="1600">
                <a:latin typeface="+mn-lt"/>
                <a:ea typeface="ＭＳ Ｐゴシック"/>
              </a:rPr>
              <a:t>Database access </a:t>
            </a:r>
            <a:r>
              <a:rPr lang="en-US" sz="1600">
                <a:latin typeface="+mn-lt"/>
                <a:ea typeface="ＭＳ Ｐゴシック"/>
                <a:cs typeface="Arial"/>
              </a:rPr>
              <a:t>– </a:t>
            </a:r>
            <a:r>
              <a:rPr lang="en-US" sz="1600">
                <a:latin typeface="+mn-lt"/>
                <a:ea typeface="ＭＳ Ｐゴシック"/>
              </a:rPr>
              <a:t>SQL Developer</a:t>
            </a:r>
          </a:p>
          <a:p>
            <a:pPr marL="342900" indent="-342900" defTabSz="179388">
              <a:buClr>
                <a:srgbClr val="00DEE6"/>
              </a:buClr>
              <a:buFont typeface="Arial" panose="020B0604020202020204" pitchFamily="34" charset="0"/>
              <a:buAutoNum type="arabicPeriod"/>
            </a:pPr>
            <a:r>
              <a:rPr lang="en-US" sz="1600">
                <a:latin typeface="+mn-lt"/>
                <a:ea typeface="ＭＳ Ｐゴシック"/>
              </a:rPr>
              <a:t>Database access – Typed data interface</a:t>
            </a:r>
          </a:p>
          <a:p>
            <a:pPr marL="342900" indent="-342900" defTabSz="179388">
              <a:buClr>
                <a:srgbClr val="00DEE6"/>
              </a:buClr>
              <a:buAutoNum type="arabicPeriod"/>
            </a:pPr>
            <a:r>
              <a:rPr lang="en-US" sz="1600">
                <a:latin typeface="+mn-lt"/>
                <a:ea typeface="ＭＳ Ｐゴシック"/>
              </a:rPr>
              <a:t>Database access </a:t>
            </a:r>
            <a:r>
              <a:rPr lang="en-US" sz="1600">
                <a:latin typeface="+mn-lt"/>
                <a:ea typeface="ＭＳ Ｐゴシック"/>
                <a:cs typeface="Arial"/>
              </a:rPr>
              <a:t>– </a:t>
            </a:r>
            <a:r>
              <a:rPr lang="en-US" sz="1600">
                <a:latin typeface="+mn-lt"/>
                <a:ea typeface="ＭＳ Ｐゴシック"/>
              </a:rPr>
              <a:t>CRUD</a:t>
            </a:r>
          </a:p>
          <a:p>
            <a:pPr marL="342900" indent="-342900" defTabSz="179388">
              <a:buClr>
                <a:srgbClr val="00DEE6"/>
              </a:buClr>
              <a:buFont typeface="Arial" panose="020B0604020202020204" pitchFamily="34" charset="0"/>
              <a:buAutoNum type="arabicPeriod"/>
            </a:pPr>
            <a:r>
              <a:rPr lang="en-US" sz="1600">
                <a:latin typeface="+mn-lt"/>
                <a:ea typeface="ＭＳ Ｐゴシック"/>
              </a:rPr>
              <a:t>Practice 2 - Typed data interface</a:t>
            </a:r>
          </a:p>
          <a:p>
            <a:pPr marL="342900" indent="-342900" defTabSz="179388">
              <a:buClr>
                <a:srgbClr val="00DEE6"/>
              </a:buClr>
              <a:buFont typeface="Arial" panose="020B0604020202020204" pitchFamily="34" charset="0"/>
              <a:buAutoNum type="arabicPeriod"/>
            </a:pPr>
            <a:r>
              <a:rPr lang="en-US" sz="1600">
                <a:latin typeface="+mn-lt"/>
                <a:ea typeface="ＭＳ Ｐゴシック"/>
              </a:rPr>
              <a:t>OpenGrok</a:t>
            </a:r>
            <a:endParaRPr lang="en-US" sz="1600">
              <a:latin typeface="+mn-lt"/>
            </a:endParaRPr>
          </a:p>
          <a:p>
            <a:pPr marL="342900" indent="-342900" defTabSz="179388">
              <a:buClr>
                <a:srgbClr val="00DEE6"/>
              </a:buClr>
              <a:buAutoNum type="arabicPeriod"/>
            </a:pPr>
            <a:r>
              <a:rPr lang="en-US" sz="1600" i="1">
                <a:solidFill>
                  <a:schemeClr val="accent1">
                    <a:lumMod val="50000"/>
                  </a:schemeClr>
                </a:solidFill>
                <a:latin typeface="+mn-lt"/>
                <a:ea typeface="ＭＳ Ｐゴシック"/>
              </a:rPr>
              <a:t>Lunch</a:t>
            </a:r>
          </a:p>
          <a:p>
            <a:pPr marL="342900" indent="-342900" defTabSz="179388">
              <a:buClr>
                <a:srgbClr val="00DEE6"/>
              </a:buClr>
              <a:buFont typeface="Arial" panose="020B0604020202020204" pitchFamily="34" charset="0"/>
              <a:buAutoNum type="arabicPeriod"/>
            </a:pPr>
            <a:r>
              <a:rPr lang="en-US" sz="1600">
                <a:latin typeface="+mn-lt"/>
                <a:ea typeface="ＭＳ Ｐゴシック"/>
              </a:rPr>
              <a:t>Practice 3 - </a:t>
            </a:r>
            <a:r>
              <a:rPr lang="en-US" sz="1600" b="0" i="0" u="none" strike="noStrike" cap="all">
                <a:solidFill>
                  <a:srgbClr val="6A6B69"/>
                </a:solidFill>
                <a:effectLst/>
                <a:latin typeface="Arial"/>
                <a:ea typeface="ＭＳ Ｐゴシック"/>
              </a:rPr>
              <a:t>{</a:t>
            </a:r>
            <a:r>
              <a:rPr lang="en-US" sz="1600" b="0" i="0" u="none" strike="noStrike" cap="all">
                <a:solidFill>
                  <a:srgbClr val="53819F"/>
                </a:solidFill>
                <a:effectLst/>
                <a:latin typeface="Arial"/>
                <a:ea typeface="ＭＳ Ｐゴシック"/>
              </a:rPr>
              <a:t>OPEN</a:t>
            </a:r>
            <a:r>
              <a:rPr lang="en-US" sz="1600" b="0" i="0" u="none" strike="noStrike" cap="all">
                <a:solidFill>
                  <a:srgbClr val="616261"/>
                </a:solidFill>
                <a:effectLst/>
                <a:latin typeface="Arial"/>
                <a:ea typeface="ＭＳ Ｐゴシック"/>
              </a:rPr>
              <a:t>GROK</a:t>
            </a:r>
            <a:r>
              <a:rPr lang="en-US" sz="1600" b="0" i="0">
                <a:solidFill>
                  <a:srgbClr val="000000"/>
                </a:solidFill>
                <a:effectLst/>
                <a:latin typeface="Arial"/>
                <a:ea typeface="ＭＳ Ｐゴシック"/>
              </a:rPr>
              <a:t>​</a:t>
            </a:r>
            <a:endParaRPr lang="en-US" sz="1600">
              <a:latin typeface="Arial"/>
              <a:ea typeface="ＭＳ Ｐゴシック"/>
            </a:endParaRPr>
          </a:p>
          <a:p>
            <a:pPr marL="342900" indent="-342900" defTabSz="179388">
              <a:buClr>
                <a:srgbClr val="00DEE6"/>
              </a:buClr>
              <a:buFont typeface="Arial" panose="020B0604020202020204" pitchFamily="34" charset="0"/>
              <a:buAutoNum type="arabicPeriod"/>
            </a:pPr>
            <a:r>
              <a:rPr lang="en-US" sz="1600">
                <a:latin typeface="+mn-lt"/>
                <a:ea typeface="ＭＳ Ｐゴシック"/>
              </a:rPr>
              <a:t>Introduction into final assignment</a:t>
            </a:r>
          </a:p>
          <a:p>
            <a:pPr defTabSz="179388">
              <a:buClr>
                <a:srgbClr val="00DEE6"/>
              </a:buClr>
            </a:pPr>
            <a:endParaRPr lang="en-US" sz="1600">
              <a:latin typeface="+mn-lt"/>
            </a:endParaRPr>
          </a:p>
          <a:p>
            <a:pPr marL="342900" indent="-342900" defTabSz="179388">
              <a:buClr>
                <a:srgbClr val="00DEE6"/>
              </a:buClr>
              <a:buFont typeface="Arial" panose="020B0604020202020204" pitchFamily="34" charset="0"/>
              <a:buAutoNum type="arabicPeriod"/>
            </a:pPr>
            <a:endParaRPr lang="en-US" sz="1600">
              <a:latin typeface="+mn-lt"/>
            </a:endParaRPr>
          </a:p>
          <a:p>
            <a:pPr marL="342900" indent="-342900" defTabSz="179388">
              <a:buClr>
                <a:srgbClr val="00DEE6"/>
              </a:buClr>
              <a:buFont typeface="Arial" panose="020B0604020202020204" pitchFamily="34" charset="0"/>
              <a:buAutoNum type="arabicPeriod"/>
            </a:pPr>
            <a:endParaRPr lang="en-US" sz="16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387927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441929-4B71-4D20-94EA-533DBFE64D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16BA917-7F09-4B8D-AF07-F52890C14046}" type="slidenum">
              <a:rPr kumimoji="0" lang="da-DK" sz="1000" b="0" i="0" u="none" strike="noStrike" kern="1200" cap="none" spc="0" normalizeH="0" baseline="0" noProof="0" smtClean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/>
                <a:ea typeface="ＭＳ Ｐゴシック" charset="0"/>
              </a:rPr>
              <a:pPr marL="0" marR="0" lvl="0" indent="0" algn="l" defTabSz="60958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da-DK" sz="1000" b="0" i="0" u="none" strike="noStrike" kern="120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Arial" panose="020B0604020202020204"/>
              <a:ea typeface="ＭＳ Ｐゴシック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5FFA59-D72C-4ECD-8ECA-361EDDCCE87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93201C4-D941-48FD-96D5-0B57DCCFE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/>
              <a:t>IMS Project Manager </a:t>
            </a:r>
            <a:endParaRPr lang="da-DK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C5D999-4116-4D55-A14F-D62E85AFAF8F}"/>
              </a:ext>
            </a:extLst>
          </p:cNvPr>
          <p:cNvSpPr txBox="1"/>
          <p:nvPr/>
        </p:nvSpPr>
        <p:spPr>
          <a:xfrm>
            <a:off x="894521" y="5197033"/>
            <a:ext cx="6640597" cy="60496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defTabSz="179388">
              <a:buClr>
                <a:srgbClr val="00DEE6"/>
              </a:buClr>
              <a:buFont typeface="Arial" panose="020B0604020202020204" pitchFamily="34" charset="0"/>
              <a:defRPr/>
            </a:pPr>
            <a:r>
              <a:rPr kumimoji="0" lang="da-DK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ＭＳ Ｐゴシック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https://wiki/index.php?title=</a:t>
            </a:r>
            <a:r>
              <a:rPr lang="da-DK" sz="1600" dirty="0">
                <a:latin typeface="Calibri"/>
                <a:ea typeface="ＭＳ Ｐゴシック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IMS</a:t>
            </a:r>
            <a:r>
              <a:rPr kumimoji="0" lang="da-DK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ＭＳ Ｐゴシック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_Project_Manager</a:t>
            </a:r>
            <a:endParaRPr lang="da-DK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ＭＳ Ｐゴシック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defTabSz="179388">
              <a:buClr>
                <a:srgbClr val="00DEE6"/>
              </a:buClr>
              <a:defRPr/>
            </a:pPr>
            <a:r>
              <a:rPr lang="en-US" sz="1600" dirty="0">
                <a:latin typeface="Calibri"/>
                <a:ea typeface="ＭＳ Ｐゴシック"/>
              </a:rPr>
              <a:t>The </a:t>
            </a:r>
            <a:r>
              <a:rPr lang="da-DK" sz="1600" dirty="0">
                <a:latin typeface="Calibri"/>
                <a:ea typeface="ＭＳ Ｐゴシック"/>
                <a:hlinkClick r:id="rId4"/>
              </a:rPr>
              <a:t>installation guide</a:t>
            </a:r>
            <a:r>
              <a:rPr lang="da-DK" sz="1600" dirty="0">
                <a:latin typeface="Calibri"/>
                <a:ea typeface="ＭＳ Ｐゴシック"/>
              </a:rPr>
              <a:t> </a:t>
            </a:r>
            <a:endParaRPr lang="da-DK" sz="1600" dirty="0"/>
          </a:p>
          <a:p>
            <a:pPr marL="0" marR="0" lvl="0" indent="0" algn="l" defTabSz="1793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DEE6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ＭＳ Ｐゴシック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8C1B13-7578-42B5-ADF0-FDFA3B7B12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5402" y="1870894"/>
            <a:ext cx="5661196" cy="2913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671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B08771-E1F9-4B04-A08E-BF3506FD312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16BA917-7F09-4B8D-AF07-F52890C14046}" type="slidenum">
              <a:rPr kumimoji="0" lang="da-DK" sz="1000" b="0" i="0" u="none" strike="noStrike" kern="1200" cap="none" spc="0" normalizeH="0" baseline="0" noProof="0" smtClean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/>
                <a:ea typeface="ＭＳ Ｐゴシック" charset="0"/>
              </a:rPr>
              <a:pPr marL="0" marR="0" lvl="0" indent="0" algn="l" defTabSz="60958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da-DK" sz="1000" b="0" i="0" u="none" strike="noStrike" kern="120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Arial" panose="020B0604020202020204"/>
              <a:ea typeface="ＭＳ Ｐゴシック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D4379F-0BCB-4079-B4A6-926EFA7DB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New workspace creation</a:t>
            </a:r>
            <a:endParaRPr lang="da-DK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4B3D61-DE42-471F-8F77-9343C7A475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458618"/>
            <a:ext cx="4679138" cy="45848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ABD3E3E-822C-474D-A47D-9DB7D591F1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861" y="2741242"/>
            <a:ext cx="3781953" cy="201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197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972532-3AB9-40C9-834F-64F671B259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16BA917-7F09-4B8D-AF07-F52890C14046}" type="slidenum">
              <a:rPr kumimoji="0" lang="da-DK" sz="1000" b="0" i="0" u="none" strike="noStrike" kern="1200" cap="none" spc="0" normalizeH="0" baseline="0" noProof="0" smtClean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/>
                <a:ea typeface="ＭＳ Ｐゴシック" charset="0"/>
              </a:rPr>
              <a:pPr marL="0" marR="0" lvl="0" indent="0" algn="l" defTabSz="60958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da-DK" sz="1000" b="0" i="0" u="none" strike="noStrike" kern="120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Arial" panose="020B0604020202020204"/>
              <a:ea typeface="ＭＳ Ｐゴシック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0F9EDF-B932-416D-BBFF-997C6C87888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FDD62E7-28A0-4D49-9FBF-69AED57F6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Getting latest</a:t>
            </a:r>
            <a:endParaRPr lang="da-DK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AF6524A-A5E8-4A7A-AC5A-F7E13C4DC5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9264" y="3892440"/>
            <a:ext cx="9773471" cy="2290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7617822-5EE4-40A3-A5DF-81CF05177B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7592" y="1685846"/>
            <a:ext cx="5196814" cy="1979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679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682B32-F529-497E-B8D4-6F469F43EB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16BA917-7F09-4B8D-AF07-F52890C14046}" type="slidenum">
              <a:rPr kumimoji="0" lang="da-DK" sz="1000" b="0" i="0" u="none" strike="noStrike" kern="1200" cap="none" spc="0" normalizeH="0" baseline="0" noProof="0" smtClean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/>
                <a:ea typeface="ＭＳ Ｐゴシック" charset="0"/>
              </a:rPr>
              <a:pPr marL="0" marR="0" lvl="0" indent="0" algn="l" defTabSz="60958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da-DK" sz="1000" b="0" i="0" u="none" strike="noStrike" kern="120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Arial" panose="020B0604020202020204"/>
              <a:ea typeface="ＭＳ Ｐゴシック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7F4EEC4-7A06-451B-AE3B-BDFB36A27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Check in</a:t>
            </a:r>
            <a:endParaRPr lang="da-DK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14FB55-E6B4-417F-B419-9D624CA09E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139" y="1728036"/>
            <a:ext cx="4301233" cy="4120688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C737AA3-043C-44D2-B573-ACFF4C9896F9}"/>
              </a:ext>
            </a:extLst>
          </p:cNvPr>
          <p:cNvCxnSpPr>
            <a:cxnSpLocks/>
          </p:cNvCxnSpPr>
          <p:nvPr/>
        </p:nvCxnSpPr>
        <p:spPr>
          <a:xfrm flipV="1">
            <a:off x="4361793" y="1986455"/>
            <a:ext cx="2879837" cy="197594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FBF9388B-11E5-4B20-9500-78937A8329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1630" y="1270495"/>
            <a:ext cx="3794232" cy="4670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195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441929-4B71-4D20-94EA-533DBFE64D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16BA917-7F09-4B8D-AF07-F52890C14046}" type="slidenum">
              <a:rPr kumimoji="0" lang="da-DK" sz="1000" b="0" i="0" u="none" strike="noStrike" kern="1200" cap="none" spc="0" normalizeH="0" baseline="0" noProof="0" smtClean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/>
                <a:ea typeface="ＭＳ Ｐゴシック" charset="0"/>
              </a:rPr>
              <a:pPr marL="0" marR="0" lvl="0" indent="0" algn="l" defTabSz="60958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da-DK" sz="1000" b="0" i="0" u="none" strike="noStrike" kern="120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Arial" panose="020B0604020202020204"/>
              <a:ea typeface="ＭＳ Ｐゴシック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5FFA59-D72C-4ECD-8ECA-361EDDCCE87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 sz="2400"/>
              <a:t>Live demo</a:t>
            </a:r>
            <a:endParaRPr lang="da-DK" sz="240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93201C4-D941-48FD-96D5-0B57DCCFE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Project manager</a:t>
            </a:r>
            <a:endParaRPr lang="da-DK">
              <a:solidFill>
                <a:srgbClr val="61626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9305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208BDA-1BE0-4EEA-ABA8-04508F4FE4F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16BA917-7F09-4B8D-AF07-F52890C14046}" type="slidenum">
              <a:rPr kumimoji="0" lang="da-DK" sz="1000" b="0" i="0" u="none" strike="noStrike" kern="1200" cap="none" spc="0" normalizeH="0" baseline="0" noProof="0" smtClean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/>
                <a:ea typeface="ＭＳ Ｐゴシック" charset="0"/>
              </a:rPr>
              <a:pPr marL="0" marR="0" lvl="0" indent="0" algn="l" defTabSz="60958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da-DK" sz="1000" b="0" i="0" u="none" strike="noStrike" kern="120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Arial" panose="020B0604020202020204"/>
              <a:ea typeface="ＭＳ Ｐゴシック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91B400-1153-4A4B-9CBB-C681B73ABA0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New workspace creation</a:t>
            </a:r>
            <a:endParaRPr lang="da-DK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90BB0B5-3D62-4CD7-97AC-174C1AC4F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Practice 1</a:t>
            </a:r>
            <a:endParaRPr lang="da-DK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AB777D4-CF85-459D-AA9B-8752F92CE686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GB" dirty="0">
                <a:latin typeface="+mn-lt"/>
                <a:cs typeface="Calibri"/>
              </a:rPr>
              <a:t>Dev TRAIN-CS08 should be used as an environment in PM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GB" dirty="0">
                <a:latin typeface="+mn-lt"/>
                <a:cs typeface="Calibri"/>
              </a:rPr>
              <a:t>Create new workspace. Following projects should be added:</a:t>
            </a:r>
          </a:p>
          <a:p>
            <a:pPr marL="531495" lvl="1" indent="-342900">
              <a:spcAft>
                <a:spcPts val="600"/>
              </a:spcAft>
            </a:pPr>
            <a:r>
              <a:rPr lang="en-GB" sz="1400" i="1" dirty="0" err="1">
                <a:latin typeface="+mn-lt"/>
              </a:rPr>
              <a:t>IMS.EntryPoint</a:t>
            </a:r>
            <a:endParaRPr lang="en-GB" sz="1400" i="1" dirty="0">
              <a:latin typeface="+mn-lt"/>
            </a:endParaRPr>
          </a:p>
          <a:p>
            <a:pPr marL="531495" lvl="1" indent="-342900">
              <a:spcAft>
                <a:spcPts val="600"/>
              </a:spcAft>
            </a:pPr>
            <a:r>
              <a:rPr lang="en-GB" sz="1400" i="1" dirty="0" err="1">
                <a:latin typeface="+mn-lt"/>
              </a:rPr>
              <a:t>IMS.Framework</a:t>
            </a:r>
            <a:endParaRPr lang="en-GB" sz="1400" i="1" dirty="0">
              <a:latin typeface="+mn-lt"/>
            </a:endParaRPr>
          </a:p>
          <a:p>
            <a:pPr marL="531495" lvl="1" indent="-342900">
              <a:spcAft>
                <a:spcPts val="600"/>
              </a:spcAft>
            </a:pPr>
            <a:r>
              <a:rPr lang="en-GB" sz="1400" i="1" dirty="0" err="1">
                <a:latin typeface="+mn-lt"/>
              </a:rPr>
              <a:t>IMS.Framework.Authorisation</a:t>
            </a:r>
            <a:endParaRPr lang="en-GB" sz="1400" i="1" dirty="0">
              <a:latin typeface="+mn-lt"/>
            </a:endParaRPr>
          </a:p>
          <a:p>
            <a:pPr marL="531495" lvl="1" indent="-342900">
              <a:spcAft>
                <a:spcPts val="600"/>
              </a:spcAft>
            </a:pPr>
            <a:r>
              <a:rPr lang="en-GB" sz="1400" i="1" dirty="0" err="1">
                <a:latin typeface="+mn-lt"/>
              </a:rPr>
              <a:t>IMS.Framework.Data</a:t>
            </a:r>
            <a:endParaRPr lang="en-GB" sz="1400" i="1" dirty="0">
              <a:latin typeface="+mn-lt"/>
            </a:endParaRPr>
          </a:p>
          <a:p>
            <a:pPr marL="531495" lvl="1" indent="-342900">
              <a:spcAft>
                <a:spcPts val="600"/>
              </a:spcAft>
            </a:pPr>
            <a:r>
              <a:rPr lang="en-GB" sz="1400" i="1" dirty="0" err="1">
                <a:latin typeface="+mn-lt"/>
              </a:rPr>
              <a:t>IMS.Framework.Domains</a:t>
            </a:r>
            <a:endParaRPr lang="en-GB" sz="1400" i="1" dirty="0">
              <a:latin typeface="+mn-lt"/>
            </a:endParaRPr>
          </a:p>
          <a:p>
            <a:pPr marL="531495" lvl="1" indent="-342900">
              <a:spcAft>
                <a:spcPts val="600"/>
              </a:spcAft>
            </a:pPr>
            <a:r>
              <a:rPr lang="en-GB" sz="1400" i="1" dirty="0" err="1">
                <a:latin typeface="+mn-lt"/>
              </a:rPr>
              <a:t>IMS.Framework.Pointers</a:t>
            </a:r>
            <a:endParaRPr lang="en-GB" sz="1400" i="1" dirty="0">
              <a:latin typeface="+mn-lt"/>
            </a:endParaRPr>
          </a:p>
          <a:p>
            <a:pPr marL="531495" lvl="1" indent="-342900">
              <a:spcAft>
                <a:spcPts val="600"/>
              </a:spcAft>
            </a:pPr>
            <a:r>
              <a:rPr lang="en-GB" sz="1400" i="1" dirty="0" err="1">
                <a:latin typeface="+mn-lt"/>
              </a:rPr>
              <a:t>IMS.Framework.Tables</a:t>
            </a:r>
            <a:endParaRPr lang="en-GB" sz="1400" i="1" dirty="0">
              <a:latin typeface="+mn-lt"/>
            </a:endParaRP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GB" dirty="0">
                <a:latin typeface="+mn-lt"/>
                <a:cs typeface="Calibri"/>
              </a:rPr>
              <a:t>Build the solution. Do “Get latest” if needed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GB" dirty="0">
                <a:latin typeface="+mn-lt"/>
                <a:cs typeface="Calibri"/>
              </a:rPr>
              <a:t>Add two new project to the workspace of type:</a:t>
            </a:r>
          </a:p>
          <a:p>
            <a:pPr marL="531495" lvl="1" indent="-342900">
              <a:spcAft>
                <a:spcPts val="600"/>
              </a:spcAft>
            </a:pPr>
            <a:r>
              <a:rPr lang="en-GB" sz="1400" dirty="0">
                <a:latin typeface="+mn-lt"/>
                <a:cs typeface="Calibri"/>
              </a:rPr>
              <a:t>IMS.Course.Part2.XXX.OrderManager</a:t>
            </a:r>
          </a:p>
          <a:p>
            <a:pPr marL="531495" lvl="1" indent="-342900">
              <a:spcAft>
                <a:spcPts val="600"/>
              </a:spcAft>
            </a:pPr>
            <a:r>
              <a:rPr lang="en-GB" sz="1400" dirty="0">
                <a:latin typeface="+mn-lt"/>
                <a:cs typeface="Calibri"/>
              </a:rPr>
              <a:t>IMS.Course.Part2.XXX.OrderManager.Test</a:t>
            </a:r>
          </a:p>
          <a:p>
            <a:pPr marL="188595" lvl="1" indent="0">
              <a:spcAft>
                <a:spcPts val="600"/>
              </a:spcAft>
              <a:buNone/>
            </a:pPr>
            <a:r>
              <a:rPr lang="en-US" sz="1800" dirty="0">
                <a:latin typeface="+mn-lt"/>
                <a:cs typeface="Calibri"/>
              </a:rPr>
              <a:t>Include your initials into project names</a:t>
            </a:r>
            <a:endParaRPr lang="da-DK" sz="1800" dirty="0">
              <a:latin typeface="+mn-lt"/>
              <a:cs typeface="Calibri"/>
            </a:endParaRPr>
          </a:p>
        </p:txBody>
      </p:sp>
      <p:pic>
        <p:nvPicPr>
          <p:cNvPr id="6" name="Graphic 5" descr="Flask">
            <a:extLst>
              <a:ext uri="{FF2B5EF4-FFF2-40B4-BE49-F238E27FC236}">
                <a16:creationId xmlns:a16="http://schemas.microsoft.com/office/drawing/2014/main" id="{9744597A-A73F-45EF-B931-00A1412574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3128" y="73497"/>
            <a:ext cx="914400" cy="914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9E3E479-164C-12E8-0494-6F5AB1B45ED6}"/>
              </a:ext>
            </a:extLst>
          </p:cNvPr>
          <p:cNvSpPr txBox="1"/>
          <p:nvPr/>
        </p:nvSpPr>
        <p:spPr>
          <a:xfrm>
            <a:off x="4724400" y="3200400"/>
            <a:ext cx="2743200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l" defTabSz="179388">
              <a:buClr>
                <a:srgbClr val="00DEE6"/>
              </a:buClr>
              <a:buFont typeface="Arial" panose="020B0604020202020204" pitchFamily="34" charset="0"/>
              <a:buNone/>
            </a:pPr>
            <a:r>
              <a:rPr lang="en-US" sz="1600" err="1">
                <a:latin typeface="+mn-lt"/>
              </a:rPr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160067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208BDA-1BE0-4EEA-ABA8-04508F4FE4F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16BA917-7F09-4B8D-AF07-F52890C14046}" type="slidenum">
              <a:rPr kumimoji="0" lang="da-DK" sz="1000" b="0" i="0" u="none" strike="noStrike" kern="1200" cap="none" spc="0" normalizeH="0" baseline="0" noProof="0" smtClean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/>
                <a:ea typeface="ＭＳ Ｐゴシック" charset="0"/>
              </a:rPr>
              <a:pPr marL="0" marR="0" lvl="0" indent="0" algn="l" defTabSz="60958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da-DK" sz="1000" b="0" i="0" u="none" strike="noStrike" kern="120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Arial" panose="020B0604020202020204"/>
              <a:ea typeface="ＭＳ Ｐゴシック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91B400-1153-4A4B-9CBB-C681B73ABA0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solution</a:t>
            </a:r>
            <a:endParaRPr lang="da-DK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90BB0B5-3D62-4CD7-97AC-174C1AC4F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Practice 1</a:t>
            </a:r>
            <a:endParaRPr lang="da-DK"/>
          </a:p>
        </p:txBody>
      </p:sp>
      <p:pic>
        <p:nvPicPr>
          <p:cNvPr id="6" name="Graphic 5" descr="Flask">
            <a:extLst>
              <a:ext uri="{FF2B5EF4-FFF2-40B4-BE49-F238E27FC236}">
                <a16:creationId xmlns:a16="http://schemas.microsoft.com/office/drawing/2014/main" id="{9744597A-A73F-45EF-B931-00A1412574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3128" y="73497"/>
            <a:ext cx="914400" cy="914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0AAF74-6023-4BF0-8187-260D80D028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005" y="1728203"/>
            <a:ext cx="3493989" cy="3958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424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D6FD0-E825-488B-AA65-91273425E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139" y="5393"/>
            <a:ext cx="10878759" cy="1052738"/>
          </a:xfrm>
        </p:spPr>
        <p:txBody>
          <a:bodyPr wrap="square" anchor="b">
            <a:normAutofit/>
          </a:bodyPr>
          <a:lstStyle/>
          <a:p>
            <a:r>
              <a:rPr lang="en-US"/>
              <a:t>Coffee Break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C3E26E-B573-4018-AC3F-4E6156BD84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2001" y="6356378"/>
            <a:ext cx="679721" cy="366183"/>
          </a:xfrm>
        </p:spPr>
        <p:txBody>
          <a:bodyPr anchor="ctr">
            <a:normAutofit/>
          </a:bodyPr>
          <a:lstStyle/>
          <a:p>
            <a:pPr marL="0" marR="0" lvl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E16BA917-7F09-4B8D-AF07-F52890C14046}" type="slidenum">
              <a:rPr kumimoji="0" lang="da-DK" sz="1000" b="0" i="0" u="none" strike="noStrike" kern="1200" cap="none" spc="0" normalizeH="0" baseline="0" noProof="0" smtClean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/>
                <a:ea typeface="ＭＳ Ｐゴシック" charset="0"/>
              </a:rPr>
              <a:pPr marL="0" marR="0" lvl="0" indent="0" algn="l" defTabSz="60958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da-DK" sz="1000" b="0" i="0" u="none" strike="noStrike" kern="120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Arial" panose="020B0604020202020204"/>
              <a:ea typeface="ＭＳ Ｐゴシック" charset="0"/>
            </a:endParaRP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56546A30-F4DD-42AE-B6E5-B629B36158E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0985" y="1056000"/>
            <a:ext cx="10850033" cy="402384"/>
          </a:xfrm>
        </p:spPr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FDD960-1849-49D7-888A-2C7731945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07" y="1620838"/>
            <a:ext cx="4328961" cy="45688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39768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51F5AD-91FD-456A-9A74-785E992D58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16BA917-7F09-4B8D-AF07-F52890C14046}" type="slidenum">
              <a:rPr kumimoji="0" lang="da-DK" sz="1000" b="0" i="0" u="none" strike="noStrike" kern="1200" cap="none" spc="0" normalizeH="0" baseline="0" noProof="0" smtClean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/>
                <a:ea typeface="ＭＳ Ｐゴシック" charset="0"/>
              </a:rPr>
              <a:pPr marL="0" marR="0" lvl="0" indent="0" algn="l" defTabSz="60958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da-DK" sz="1000" b="0" i="0" u="none" strike="noStrike" kern="120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Arial" panose="020B0604020202020204"/>
              <a:ea typeface="ＭＳ Ｐゴシック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BC889-1F42-4883-BD8E-4412D76D01A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 err="1"/>
              <a:t>Sql</a:t>
            </a:r>
            <a:r>
              <a:rPr lang="en-GB"/>
              <a:t> developer</a:t>
            </a:r>
            <a:endParaRPr lang="da-DK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F8B2655-C28C-4480-ADE2-9321B6CC4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Database access</a:t>
            </a:r>
            <a:endParaRPr lang="da-DK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A83EE0F-523D-4E1B-AAD7-487C2E9FD2E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087792" y="4551257"/>
            <a:ext cx="7153909" cy="591820"/>
          </a:xfrm>
        </p:spPr>
        <p:txBody>
          <a:bodyPr vert="horz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3200">
                <a:latin typeface="+mn-lt"/>
                <a:cs typeface="Arial"/>
              </a:rPr>
              <a:t>Direct connection via </a:t>
            </a:r>
            <a:r>
              <a:rPr lang="en-GB" sz="3200" i="1">
                <a:latin typeface="+mn-lt"/>
                <a:cs typeface="Calibri"/>
                <a:hlinkClick r:id="rId3"/>
              </a:rPr>
              <a:t>SQL Developer </a:t>
            </a:r>
            <a:endParaRPr lang="en-GB" sz="3200" i="1">
              <a:latin typeface="+mn-l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2A2FB41-CE4A-4317-B620-231B6310E7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111" y="3683469"/>
            <a:ext cx="2012358" cy="2318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7" descr="A picture containing text, businesscard, vector graphics&#10;&#10;Description automatically generated">
            <a:extLst>
              <a:ext uri="{FF2B5EF4-FFF2-40B4-BE49-F238E27FC236}">
                <a16:creationId xmlns:a16="http://schemas.microsoft.com/office/drawing/2014/main" id="{F06AE588-D3B1-4A6B-9F91-5BA790B2E4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5334" y="2455334"/>
            <a:ext cx="1024467" cy="1024467"/>
          </a:xfrm>
          <a:prstGeom prst="rect">
            <a:avLst/>
          </a:prstGeom>
        </p:spPr>
      </p:pic>
      <p:pic>
        <p:nvPicPr>
          <p:cNvPr id="8" name="Picture 8" descr="Icon&#10;&#10;Description automatically generated">
            <a:extLst>
              <a:ext uri="{FF2B5EF4-FFF2-40B4-BE49-F238E27FC236}">
                <a16:creationId xmlns:a16="http://schemas.microsoft.com/office/drawing/2014/main" id="{76836D41-896D-4A3B-AC2A-9EF116F0AD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8999" y="999067"/>
            <a:ext cx="1727200" cy="1727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8078D86-7D51-41B9-B53E-F78CACA83599}"/>
              </a:ext>
            </a:extLst>
          </p:cNvPr>
          <p:cNvSpPr txBox="1"/>
          <p:nvPr/>
        </p:nvSpPr>
        <p:spPr>
          <a:xfrm>
            <a:off x="2243667" y="1710267"/>
            <a:ext cx="2743200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179388">
              <a:buClr>
                <a:srgbClr val="00DEE6"/>
              </a:buClr>
            </a:pPr>
            <a:r>
              <a:rPr lang="en-US" sz="1600">
                <a:latin typeface="+mn-lt"/>
                <a:ea typeface="ＭＳ Ｐゴシック"/>
                <a:hlinkClick r:id="rId7"/>
              </a:rPr>
              <a:t>Typed Data Interface</a:t>
            </a:r>
            <a:endParaRPr lang="en-US" sz="1600"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0BD301-E09C-4CFD-8D5E-5F16685317EA}"/>
              </a:ext>
            </a:extLst>
          </p:cNvPr>
          <p:cNvSpPr txBox="1"/>
          <p:nvPr/>
        </p:nvSpPr>
        <p:spPr>
          <a:xfrm>
            <a:off x="2242608" y="2843742"/>
            <a:ext cx="3098800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179388"/>
            <a:r>
              <a:rPr lang="en-US" sz="1600">
                <a:latin typeface="+mn-lt"/>
                <a:ea typeface="ＭＳ Ｐゴシック"/>
              </a:rPr>
              <a:t>APL DB Interface (</a:t>
            </a:r>
            <a:r>
              <a:rPr lang="en-US" sz="1600">
                <a:latin typeface="+mn-lt"/>
                <a:ea typeface="ＭＳ Ｐゴシック"/>
                <a:hlinkClick r:id="rId8"/>
              </a:rPr>
              <a:t>offline training</a:t>
            </a:r>
            <a:r>
              <a:rPr lang="en-US" sz="1600">
                <a:latin typeface="+mn-lt"/>
                <a:ea typeface="ＭＳ Ｐゴシック"/>
              </a:rPr>
              <a:t>)</a:t>
            </a:r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68A5D33-84E6-4DF2-9C58-CF5373BDD783}"/>
              </a:ext>
            </a:extLst>
          </p:cNvPr>
          <p:cNvCxnSpPr/>
          <p:nvPr/>
        </p:nvCxnSpPr>
        <p:spPr>
          <a:xfrm>
            <a:off x="1691217" y="3486150"/>
            <a:ext cx="1" cy="194733"/>
          </a:xfrm>
          <a:prstGeom prst="straightConnector1">
            <a:avLst/>
          </a:prstGeom>
          <a:noFill/>
          <a:ln>
            <a:solidFill>
              <a:schemeClr val="accent6"/>
            </a:solidFill>
            <a:tailEnd type="triangle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A65F1F0-13F2-4AA8-9044-DB58E92094F4}"/>
              </a:ext>
            </a:extLst>
          </p:cNvPr>
          <p:cNvCxnSpPr>
            <a:cxnSpLocks/>
          </p:cNvCxnSpPr>
          <p:nvPr/>
        </p:nvCxnSpPr>
        <p:spPr>
          <a:xfrm>
            <a:off x="1691216" y="2241548"/>
            <a:ext cx="0" cy="203201"/>
          </a:xfrm>
          <a:prstGeom prst="straightConnector1">
            <a:avLst/>
          </a:prstGeom>
          <a:noFill/>
          <a:ln>
            <a:solidFill>
              <a:schemeClr val="accent6"/>
            </a:solidFill>
            <a:tailEnd type="triangle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473573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51F5AD-91FD-456A-9A74-785E992D58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16BA917-7F09-4B8D-AF07-F52890C14046}" type="slidenum">
              <a:rPr kumimoji="0" lang="da-DK" sz="1000" b="0" i="0" u="none" strike="noStrike" kern="1200" cap="none" spc="0" normalizeH="0" baseline="0" noProof="0" smtClean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/>
                <a:ea typeface="ＭＳ Ｐゴシック" charset="0"/>
              </a:rPr>
              <a:pPr marL="0" marR="0" lvl="0" indent="0" algn="l" defTabSz="60958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da-DK" sz="1000" b="0" i="0" u="none" strike="noStrike" kern="120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Arial" panose="020B0604020202020204"/>
              <a:ea typeface="ＭＳ Ｐゴシック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BC889-1F42-4883-BD8E-4412D76D01A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 err="1"/>
              <a:t>Sql</a:t>
            </a:r>
            <a:r>
              <a:rPr lang="en-GB"/>
              <a:t> developer</a:t>
            </a:r>
            <a:endParaRPr lang="da-DK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F8B2655-C28C-4480-ADE2-9321B6CC4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Live demo</a:t>
            </a:r>
            <a:endParaRPr lang="da-DK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9A5C11-5BD9-4623-BC54-D90885BFBB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3907" y="1768027"/>
            <a:ext cx="7804186" cy="403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0472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51F5AD-91FD-456A-9A74-785E992D58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16BA917-7F09-4B8D-AF07-F52890C14046}" type="slidenum">
              <a:rPr kumimoji="0" lang="da-DK" sz="1000" b="0" i="0" u="none" strike="noStrike" kern="1200" cap="none" spc="0" normalizeH="0" baseline="0" noProof="0" smtClean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/>
                <a:ea typeface="ＭＳ Ｐゴシック" charset="0"/>
              </a:rPr>
              <a:pPr marL="0" marR="0" lvl="0" indent="0" algn="l" defTabSz="60958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da-DK" sz="1000" b="0" i="0" u="none" strike="noStrike" kern="120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Arial" panose="020B0604020202020204"/>
              <a:ea typeface="ＭＳ Ｐゴシック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BC889-1F42-4883-BD8E-4412D76D01A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/>
              <a:t>Export to excel</a:t>
            </a:r>
            <a:endParaRPr lang="da-DK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F8B2655-C28C-4480-ADE2-9321B6CC4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Live demo</a:t>
            </a:r>
            <a:endParaRPr lang="da-DK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0142FA-595D-41B9-97AF-0D2095590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985" y="2508991"/>
            <a:ext cx="4019048" cy="270476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8524164-0E01-4D32-BD5B-EF844F17FF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8300" y="2797529"/>
            <a:ext cx="6032715" cy="2127686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20D06D0-2C07-42A7-8836-25EA78A89D3F}"/>
              </a:ext>
            </a:extLst>
          </p:cNvPr>
          <p:cNvCxnSpPr/>
          <p:nvPr/>
        </p:nvCxnSpPr>
        <p:spPr>
          <a:xfrm flipV="1">
            <a:off x="3486150" y="4331970"/>
            <a:ext cx="4423410" cy="59324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30985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51F5AD-91FD-456A-9A74-785E992D58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16BA917-7F09-4B8D-AF07-F52890C14046}" type="slidenum">
              <a:rPr kumimoji="0" lang="da-DK" sz="1000" b="0" i="0" u="none" strike="noStrike" kern="1200" cap="none" spc="0" normalizeH="0" baseline="0" noProof="0" smtClean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/>
                <a:ea typeface="ＭＳ Ｐゴシック" charset="0"/>
              </a:rPr>
              <a:pPr marL="0" marR="0" lvl="0" indent="0" algn="l" defTabSz="60958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da-DK" sz="1000" b="0" i="0" u="none" strike="noStrike" kern="120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Arial" panose="020B0604020202020204"/>
              <a:ea typeface="ＭＳ Ｐゴシック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BC889-1F42-4883-BD8E-4412D76D01A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/>
              <a:t>Typed data interface </a:t>
            </a:r>
            <a:endParaRPr lang="da-DK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F8B2655-C28C-4480-ADE2-9321B6CC4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Database access</a:t>
            </a:r>
            <a:endParaRPr lang="da-DK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C5F42D7-FD4A-4A8B-8F9C-3DAC7E1DD94C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1237423" y="1631700"/>
            <a:ext cx="9972412" cy="3237480"/>
          </a:xfrm>
        </p:spPr>
        <p:txBody>
          <a:bodyPr/>
          <a:lstStyle/>
          <a:p>
            <a:pPr marL="0" indent="0">
              <a:buNone/>
            </a:pPr>
            <a:r>
              <a:rPr lang="da-DK" sz="1600" err="1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600" err="1">
                <a:solidFill>
                  <a:srgbClr val="000000"/>
                </a:solidFill>
                <a:latin typeface="Consolas" panose="020B0609020204030204" pitchFamily="49" charset="0"/>
              </a:rPr>
              <a:t>SimCorp.IMS.Framework.Data</a:t>
            </a: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da-DK" sz="160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endParaRPr lang="da-DK" sz="16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da-DK" sz="1600">
                <a:solidFill>
                  <a:srgbClr val="008000"/>
                </a:solidFill>
                <a:latin typeface="Consolas" panose="020B0609020204030204" pitchFamily="49" charset="0"/>
              </a:rPr>
              <a:t>// Summary:</a:t>
            </a:r>
            <a:endParaRPr lang="da-DK" sz="16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>
                <a:solidFill>
                  <a:srgbClr val="008000"/>
                </a:solidFill>
                <a:latin typeface="Consolas" panose="020B0609020204030204" pitchFamily="49" charset="0"/>
              </a:rPr>
              <a:t>//     Used as common basis for all interfaces for which data managers can be created.</a:t>
            </a:r>
            <a:endParaRPr lang="en-US" sz="16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da-DK" sz="160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600">
                <a:solidFill>
                  <a:srgbClr val="0000FF"/>
                </a:solidFill>
                <a:latin typeface="Consolas" panose="020B0609020204030204" pitchFamily="49" charset="0"/>
              </a:rPr>
              <a:t>interface</a:t>
            </a: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600" err="1">
                <a:solidFill>
                  <a:srgbClr val="2B91AF"/>
                </a:solidFill>
                <a:latin typeface="Consolas" panose="020B0609020204030204" pitchFamily="49" charset="0"/>
              </a:rPr>
              <a:t>IData</a:t>
            </a: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da-DK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FA93AE-3E52-4AF2-9135-06B06C2A1DBC}"/>
              </a:ext>
            </a:extLst>
          </p:cNvPr>
          <p:cNvSpPr txBox="1"/>
          <p:nvPr/>
        </p:nvSpPr>
        <p:spPr>
          <a:xfrm>
            <a:off x="5215890" y="5341222"/>
            <a:ext cx="1760220" cy="46077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1793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DEE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ＭＳ Ｐゴシック" charset="0"/>
                <a:hlinkClick r:id="rId3"/>
              </a:rPr>
              <a:t>PD Wiki</a:t>
            </a:r>
            <a:endParaRPr kumimoji="0" lang="da-DK" sz="2000" b="0" i="0" u="none" strike="noStrike" kern="1200" cap="none" spc="0" normalizeH="0" baseline="0" noProof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44367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51F5AD-91FD-456A-9A74-785E992D58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16BA917-7F09-4B8D-AF07-F52890C14046}" type="slidenum">
              <a:rPr kumimoji="0" lang="da-DK" sz="1000" b="0" i="0" u="none" strike="noStrike" kern="1200" cap="none" spc="0" normalizeH="0" baseline="0" noProof="0" smtClean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/>
                <a:ea typeface="ＭＳ Ｐゴシック" charset="0"/>
              </a:rPr>
              <a:pPr marL="0" marR="0" lvl="0" indent="0" algn="l" defTabSz="60958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da-DK" sz="1000" b="0" i="0" u="none" strike="noStrike" kern="120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Arial" panose="020B0604020202020204"/>
              <a:ea typeface="ＭＳ Ｐゴシック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BC889-1F42-4883-BD8E-4412D76D01A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F8B2655-C28C-4480-ADE2-9321B6CC4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Live demo</a:t>
            </a:r>
            <a:endParaRPr lang="da-DK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0DF57E-609A-4CA2-9936-137A8DD72345}"/>
              </a:ext>
            </a:extLst>
          </p:cNvPr>
          <p:cNvSpPr txBox="1"/>
          <p:nvPr/>
        </p:nvSpPr>
        <p:spPr>
          <a:xfrm>
            <a:off x="649139" y="1659220"/>
            <a:ext cx="5003358" cy="89903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600" b="0" i="0" u="none" strike="noStrike" kern="1200" cap="none" spc="0" normalizeH="0" baseline="0" noProof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namespace</a:t>
            </a:r>
            <a:r>
              <a:rPr kumimoji="0" lang="da-DK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 </a:t>
            </a:r>
            <a:r>
              <a:rPr kumimoji="0" lang="da-DK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SimCorp.IMS.BusinessDomain.Test</a:t>
            </a:r>
            <a:r>
              <a:rPr kumimoji="0" lang="da-DK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 {</a:t>
            </a:r>
          </a:p>
          <a:p>
            <a:pPr marL="0" marR="0" lvl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    </a:t>
            </a:r>
            <a:r>
              <a:rPr kumimoji="0" lang="da-DK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// !</a:t>
            </a:r>
            <a:r>
              <a:rPr kumimoji="0" lang="da-DK" sz="1600" b="0" i="0" u="none" strike="noStrike" kern="1200" cap="none" spc="0" normalizeH="0" baseline="0" noProof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idata</a:t>
            </a:r>
            <a:r>
              <a:rPr kumimoji="0" lang="da-DK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(</a:t>
            </a:r>
            <a:r>
              <a:rPr kumimoji="0" lang="da-DK" sz="1600" b="0" i="0" u="none" strike="noStrike" kern="1200" cap="none" spc="0" normalizeH="0" baseline="0" noProof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tAOCIPROGRAMS</a:t>
            </a:r>
            <a:r>
              <a:rPr kumimoji="0" lang="da-DK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)</a:t>
            </a:r>
            <a:endParaRPr kumimoji="0" lang="da-DK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ＭＳ Ｐゴシック" charset="0"/>
            </a:endParaRPr>
          </a:p>
          <a:p>
            <a:pPr marL="0" marR="0" lvl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}</a:t>
            </a:r>
            <a:endParaRPr kumimoji="0" lang="da-DK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ＭＳ Ｐゴシック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E04F05-B5C7-4C75-B7FB-117C2680BCE2}"/>
              </a:ext>
            </a:extLst>
          </p:cNvPr>
          <p:cNvSpPr txBox="1"/>
          <p:nvPr/>
        </p:nvSpPr>
        <p:spPr>
          <a:xfrm>
            <a:off x="4108742" y="2756101"/>
            <a:ext cx="8409941" cy="351035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200" b="0" i="0" u="none" strike="noStrike" kern="1200" cap="none" spc="0" normalizeH="0" baseline="0" noProof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namespace</a:t>
            </a:r>
            <a:r>
              <a:rPr kumimoji="0" lang="da-DK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 </a:t>
            </a:r>
            <a:r>
              <a:rPr kumimoji="0" lang="da-DK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SimCorp.IMS.BusinessDomain.Test</a:t>
            </a:r>
            <a:r>
              <a:rPr kumimoji="0" lang="da-DK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 {</a:t>
            </a:r>
          </a:p>
          <a:p>
            <a:pPr marL="0" marR="0" lvl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    </a:t>
            </a:r>
          </a:p>
          <a:p>
            <a:pPr marL="0" marR="0" lvl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   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// OBS: This interface was auto generated, please perform the following steps: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ＭＳ Ｐゴシック" charset="0"/>
            </a:endParaRPr>
          </a:p>
          <a:p>
            <a:pPr marL="0" marR="0" lvl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   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// * Remove not needed properties. It may otherwise impact performance.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ＭＳ Ｐゴシック" charset="0"/>
            </a:endParaRPr>
          </a:p>
          <a:p>
            <a:pPr marL="0" marR="0" lvl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   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// * Verify property names and types.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ＭＳ Ｐゴシック" charset="0"/>
            </a:endParaRPr>
          </a:p>
          <a:p>
            <a:pPr marL="0" marR="0" lvl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   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// * Add the following project references as needed: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ＭＳ Ｐゴシック" charset="0"/>
            </a:endParaRPr>
          </a:p>
          <a:p>
            <a:pPr marL="0" marR="0" lvl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   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//   * using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SimCorp.IMS.Framework.Tables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;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ＭＳ Ｐゴシック" charset="0"/>
            </a:endParaRPr>
          </a:p>
          <a:p>
            <a:pPr marL="0" marR="0" lvl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   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//   * using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SimCorp.IMS.Framework.Pointers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;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ＭＳ Ｐゴシック" charset="0"/>
            </a:endParaRPr>
          </a:p>
          <a:p>
            <a:pPr marL="0" marR="0" lvl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   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//   * using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SimCorp.IMS.Framework.Domains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;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ＭＳ Ｐゴシック" charset="0"/>
            </a:endParaRPr>
          </a:p>
          <a:p>
            <a:pPr marL="0" marR="0" lvl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    </a:t>
            </a:r>
            <a:r>
              <a:rPr kumimoji="0" lang="da-DK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// * </a:t>
            </a:r>
            <a:r>
              <a:rPr kumimoji="0" lang="da-DK" sz="1200" b="0" i="0" u="none" strike="noStrike" kern="1200" cap="none" spc="0" normalizeH="0" baseline="0" noProof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Consider</a:t>
            </a:r>
            <a:r>
              <a:rPr kumimoji="0" lang="da-DK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 </a:t>
            </a:r>
            <a:r>
              <a:rPr kumimoji="0" lang="da-DK" sz="1200" b="0" i="0" u="none" strike="noStrike" kern="1200" cap="none" spc="0" normalizeH="0" baseline="0" noProof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making</a:t>
            </a:r>
            <a:r>
              <a:rPr kumimoji="0" lang="da-DK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 </a:t>
            </a:r>
            <a:r>
              <a:rPr kumimoji="0" lang="da-DK" sz="1200" b="0" i="0" u="none" strike="noStrike" kern="1200" cap="none" spc="0" normalizeH="0" baseline="0" noProof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IData</a:t>
            </a:r>
            <a:r>
              <a:rPr kumimoji="0" lang="da-DK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 interfaces for data references.</a:t>
            </a:r>
            <a:endParaRPr kumimoji="0" lang="da-DK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ＭＳ Ｐゴシック" charset="0"/>
            </a:endParaRPr>
          </a:p>
          <a:p>
            <a:pPr marL="0" marR="0" lvl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   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// * Consult the wiki for joins, data collections,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etc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: http://wiki/index.php?title=Idata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ＭＳ Ｐゴシック" charset="0"/>
            </a:endParaRPr>
          </a:p>
          <a:p>
            <a:pPr marL="0" marR="0" lvl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    </a:t>
            </a:r>
            <a:r>
              <a:rPr kumimoji="0" lang="da-DK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// * </a:t>
            </a:r>
            <a:r>
              <a:rPr kumimoji="0" lang="da-DK" sz="1200" b="0" i="0" u="none" strike="noStrike" kern="1200" cap="none" spc="0" normalizeH="0" baseline="0" noProof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Remove</a:t>
            </a:r>
            <a:r>
              <a:rPr kumimoji="0" lang="da-DK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 this </a:t>
            </a:r>
            <a:r>
              <a:rPr kumimoji="0" lang="da-DK" sz="1200" b="0" i="0" u="none" strike="noStrike" kern="1200" cap="none" spc="0" normalizeH="0" baseline="0" noProof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text</a:t>
            </a:r>
            <a:r>
              <a:rPr kumimoji="0" lang="da-DK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.</a:t>
            </a:r>
            <a:endParaRPr kumimoji="0" lang="da-DK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ＭＳ Ｐゴシック" charset="0"/>
            </a:endParaRPr>
          </a:p>
          <a:p>
            <a:pPr marL="0" marR="0" lvl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    [</a:t>
            </a:r>
            <a:r>
              <a:rPr kumimoji="0" lang="da-DK" sz="1200" b="0" i="0" u="none" strike="noStrike" kern="1200" cap="none" spc="0" normalizeH="0" baseline="0" noProof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DataTable</a:t>
            </a:r>
            <a:r>
              <a:rPr kumimoji="0" lang="da-DK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(</a:t>
            </a:r>
            <a:r>
              <a:rPr kumimoji="0" lang="da-DK" sz="1200" b="0" i="0" u="none" strike="noStrike" kern="1200" cap="none" spc="0" normalizeH="0" baseline="0" noProof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TablePointers</a:t>
            </a:r>
            <a:r>
              <a:rPr kumimoji="0" lang="da-DK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.tAOCIPROGRAMS</a:t>
            </a:r>
            <a:r>
              <a:rPr kumimoji="0" lang="da-DK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)]</a:t>
            </a:r>
          </a:p>
          <a:p>
            <a:pPr marL="0" marR="0" lvl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    </a:t>
            </a:r>
            <a:r>
              <a:rPr kumimoji="0" lang="da-DK" sz="12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public</a:t>
            </a:r>
            <a:r>
              <a:rPr kumimoji="0" lang="da-DK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 </a:t>
            </a:r>
            <a:r>
              <a:rPr kumimoji="0" lang="da-DK" sz="12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interface</a:t>
            </a:r>
            <a:r>
              <a:rPr kumimoji="0" lang="da-DK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 </a:t>
            </a:r>
            <a:r>
              <a:rPr kumimoji="0" lang="da-DK" sz="1200" b="0" i="0" u="none" strike="noStrike" kern="1200" cap="none" spc="0" normalizeH="0" baseline="0" noProof="0" err="1">
                <a:ln>
                  <a:noFill/>
                </a:ln>
                <a:solidFill>
                  <a:srgbClr val="2B91AF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IAOCIPrograms</a:t>
            </a:r>
            <a:r>
              <a:rPr kumimoji="0" lang="da-DK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 : </a:t>
            </a:r>
            <a:r>
              <a:rPr kumimoji="0" lang="da-DK" sz="1200" b="0" i="0" u="none" strike="noStrike" kern="1200" cap="none" spc="0" normalizeH="0" baseline="0" noProof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IData</a:t>
            </a:r>
            <a:r>
              <a:rPr kumimoji="0" lang="da-DK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 {</a:t>
            </a:r>
          </a:p>
          <a:p>
            <a:pPr marL="0" marR="0" lvl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a-DK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ＭＳ Ｐゴシック" charset="0"/>
            </a:endParaRPr>
          </a:p>
          <a:p>
            <a:pPr marL="0" marR="0" lvl="0" indent="0" algn="ctr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charset="0"/>
              </a:rPr>
              <a:t>…</a:t>
            </a:r>
          </a:p>
        </p:txBody>
      </p:sp>
      <p:sp>
        <p:nvSpPr>
          <p:cNvPr id="11" name="Arrow: Bent-Up 10">
            <a:extLst>
              <a:ext uri="{FF2B5EF4-FFF2-40B4-BE49-F238E27FC236}">
                <a16:creationId xmlns:a16="http://schemas.microsoft.com/office/drawing/2014/main" id="{85475BCF-9E0D-4133-B4EA-D25BEC82F4A9}"/>
              </a:ext>
            </a:extLst>
          </p:cNvPr>
          <p:cNvSpPr/>
          <p:nvPr/>
        </p:nvSpPr>
        <p:spPr>
          <a:xfrm flipV="1">
            <a:off x="5652497" y="1892671"/>
            <a:ext cx="1657350" cy="783219"/>
          </a:xfrm>
          <a:prstGeom prst="bentUpArrow">
            <a:avLst>
              <a:gd name="adj1" fmla="val 15271"/>
              <a:gd name="adj2" fmla="val 25000"/>
              <a:gd name="adj3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a-DK" sz="1600" b="0" i="0" u="none" strike="noStrike" kern="1200" cap="none" spc="0" normalizeH="0" baseline="0" noProof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2FA77A-16F6-4D6A-80D8-372DED412085}"/>
              </a:ext>
            </a:extLst>
          </p:cNvPr>
          <p:cNvSpPr txBox="1"/>
          <p:nvPr/>
        </p:nvSpPr>
        <p:spPr>
          <a:xfrm>
            <a:off x="7505031" y="1850189"/>
            <a:ext cx="310414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chemeClr val="accent5"/>
                </a:solidFill>
                <a:latin typeface="Calibri"/>
                <a:ea typeface="ＭＳ Ｐゴシック"/>
                <a:cs typeface="Calibri"/>
              </a:rPr>
              <a:t>// idata(tAOCIPROGRAMS)</a:t>
            </a:r>
          </a:p>
          <a:p>
            <a:r>
              <a:rPr lang="en-US" sz="1200">
                <a:latin typeface="Calibri"/>
                <a:ea typeface="ＭＳ Ｐゴシック"/>
                <a:cs typeface="Calibri"/>
              </a:rPr>
              <a:t>Save file, close it and open again.</a:t>
            </a:r>
            <a:endParaRPr lang="en-US" sz="12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211638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51F5AD-91FD-456A-9A74-785E992D58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16BA917-7F09-4B8D-AF07-F52890C14046}" type="slidenum">
              <a:rPr kumimoji="0" lang="da-DK" sz="1000" b="0" i="0" u="none" strike="noStrike" kern="1200" cap="none" spc="0" normalizeH="0" baseline="0" noProof="0" smtClean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/>
                <a:ea typeface="ＭＳ Ｐゴシック" charset="0"/>
              </a:rPr>
              <a:pPr marL="0" marR="0" lvl="0" indent="0" algn="l" defTabSz="60958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da-DK" sz="1000" b="0" i="0" u="none" strike="noStrike" kern="120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Arial" panose="020B0604020202020204"/>
              <a:ea typeface="ＭＳ Ｐゴシック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BC889-1F42-4883-BD8E-4412D76D01A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/>
              <a:t>Create, read, update and delete </a:t>
            </a:r>
            <a:endParaRPr lang="da-DK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F8B2655-C28C-4480-ADE2-9321B6CC4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crud</a:t>
            </a:r>
            <a:endParaRPr lang="da-DK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4CEFF5A-1D15-4CD3-ACE0-4EA5840AF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9902" y="1449808"/>
            <a:ext cx="7737231" cy="4352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58736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51F5AD-91FD-456A-9A74-785E992D58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16BA917-7F09-4B8D-AF07-F52890C14046}" type="slidenum">
              <a:rPr kumimoji="0" lang="da-DK" sz="1000" b="0" i="0" u="none" strike="noStrike" kern="1200" cap="none" spc="0" normalizeH="0" baseline="0" noProof="0" smtClean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/>
                <a:ea typeface="ＭＳ Ｐゴシック" charset="0"/>
              </a:rPr>
              <a:pPr marL="0" marR="0" lvl="0" indent="0" algn="l" defTabSz="60958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da-DK" sz="1000" b="0" i="0" u="none" strike="noStrike" kern="120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Arial" panose="020B0604020202020204"/>
              <a:ea typeface="ＭＳ Ｐゴシック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BC889-1F42-4883-BD8E-4412D76D01A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/>
              <a:t>create</a:t>
            </a:r>
            <a:endParaRPr lang="da-DK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F8B2655-C28C-4480-ADE2-9321B6CC4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crud</a:t>
            </a:r>
            <a:endParaRPr lang="da-DK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A43600-6EB4-4AB6-8A76-759E518E4BC2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2990387" y="2621141"/>
            <a:ext cx="8537511" cy="2018101"/>
          </a:xfr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err="1">
                <a:solidFill>
                  <a:srgbClr val="000000"/>
                </a:solidFill>
                <a:latin typeface="Consolas" panose="020B0609020204030204" pitchFamily="49" charset="0"/>
              </a:rPr>
              <a:t>CreateProgram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err="1">
                <a:solidFill>
                  <a:srgbClr val="000000"/>
                </a:solidFill>
                <a:latin typeface="Consolas" panose="020B0609020204030204" pitchFamily="49" charset="0"/>
              </a:rPr>
              <a:t>programId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da-DK" sz="1600" err="1">
                <a:solidFill>
                  <a:srgbClr val="2B91AF"/>
                </a:solidFill>
                <a:latin typeface="Consolas" panose="020B0609020204030204" pitchFamily="49" charset="0"/>
              </a:rPr>
              <a:t>IAOCIPrograms</a:t>
            </a: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600" err="1">
                <a:solidFill>
                  <a:srgbClr val="000000"/>
                </a:solidFill>
                <a:latin typeface="Consolas" panose="020B0609020204030204" pitchFamily="49" charset="0"/>
              </a:rPr>
              <a:t>newData</a:t>
            </a: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 = _</a:t>
            </a:r>
            <a:r>
              <a:rPr lang="da-DK" sz="1600" err="1">
                <a:solidFill>
                  <a:srgbClr val="000000"/>
                </a:solidFill>
                <a:latin typeface="Consolas" panose="020B0609020204030204" pitchFamily="49" charset="0"/>
              </a:rPr>
              <a:t>dataManager.New</a:t>
            </a: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da-DK" sz="1600" err="1">
                <a:solidFill>
                  <a:srgbClr val="000000"/>
                </a:solidFill>
                <a:latin typeface="Consolas" panose="020B0609020204030204" pitchFamily="49" charset="0"/>
              </a:rPr>
              <a:t>newData.AOCIProgramID</a:t>
            </a: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da-DK" sz="1600" err="1">
                <a:solidFill>
                  <a:srgbClr val="000000"/>
                </a:solidFill>
                <a:latin typeface="Consolas" panose="020B0609020204030204" pitchFamily="49" charset="0"/>
              </a:rPr>
              <a:t>programId</a:t>
            </a: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            _</a:t>
            </a:r>
            <a:r>
              <a:rPr lang="da-DK" sz="1600" err="1">
                <a:solidFill>
                  <a:srgbClr val="000000"/>
                </a:solidFill>
                <a:latin typeface="Consolas" panose="020B0609020204030204" pitchFamily="49" charset="0"/>
              </a:rPr>
              <a:t>dataManager.WithTransaction</a:t>
            </a: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(()=&gt; _</a:t>
            </a:r>
            <a:r>
              <a:rPr lang="da-DK" sz="1600" err="1">
                <a:solidFill>
                  <a:srgbClr val="000000"/>
                </a:solidFill>
                <a:latin typeface="Consolas" panose="020B0609020204030204" pitchFamily="49" charset="0"/>
              </a:rPr>
              <a:t>dataManager.Insert</a:t>
            </a: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a-DK" sz="1600" err="1">
                <a:solidFill>
                  <a:srgbClr val="000000"/>
                </a:solidFill>
                <a:latin typeface="Consolas" panose="020B0609020204030204" pitchFamily="49" charset="0"/>
              </a:rPr>
              <a:t>newData</a:t>
            </a: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da-DK" sz="160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68F79526-87D5-4884-9055-B238EE7F97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70982" y="1449808"/>
            <a:ext cx="1488832" cy="4352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29648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51F5AD-91FD-456A-9A74-785E992D58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16BA917-7F09-4B8D-AF07-F52890C14046}" type="slidenum">
              <a:rPr kumimoji="0" lang="da-DK" sz="1000" b="0" i="0" u="none" strike="noStrike" kern="1200" cap="none" spc="0" normalizeH="0" baseline="0" noProof="0" smtClean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/>
                <a:ea typeface="ＭＳ Ｐゴシック" charset="0"/>
              </a:rPr>
              <a:pPr marL="0" marR="0" lvl="0" indent="0" algn="l" defTabSz="60958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da-DK" sz="1000" b="0" i="0" u="none" strike="noStrike" kern="120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Arial" panose="020B0604020202020204"/>
              <a:ea typeface="ＭＳ Ｐゴシック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BC889-1F42-4883-BD8E-4412D76D01A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/>
              <a:t>read</a:t>
            </a:r>
            <a:endParaRPr lang="da-DK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F8B2655-C28C-4480-ADE2-9321B6CC4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crud</a:t>
            </a:r>
            <a:endParaRPr lang="da-DK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9E7F9160-4D90-4D56-B8A6-1E50637DBC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70982" y="1449808"/>
            <a:ext cx="1840523" cy="4352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CFDDE629-5325-46DD-8FD3-B6E9FB826A3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666930" y="2621141"/>
            <a:ext cx="7333862" cy="2018101"/>
          </a:xfr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60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600" err="1">
                <a:solidFill>
                  <a:srgbClr val="2B91AF"/>
                </a:solidFill>
                <a:latin typeface="Consolas" panose="020B0609020204030204" pitchFamily="49" charset="0"/>
              </a:rPr>
              <a:t>IAOCIPrograms</a:t>
            </a: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600" err="1">
                <a:solidFill>
                  <a:srgbClr val="000000"/>
                </a:solidFill>
                <a:latin typeface="Consolas" panose="020B0609020204030204" pitchFamily="49" charset="0"/>
              </a:rPr>
              <a:t>GetProgramById</a:t>
            </a: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a-DK" sz="1600" err="1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600" err="1">
                <a:solidFill>
                  <a:srgbClr val="000000"/>
                </a:solidFill>
                <a:latin typeface="Consolas" panose="020B0609020204030204" pitchFamily="49" charset="0"/>
              </a:rPr>
              <a:t>programId</a:t>
            </a: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da-DK" sz="160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600" err="1">
                <a:solidFill>
                  <a:srgbClr val="000000"/>
                </a:solidFill>
                <a:latin typeface="Consolas" panose="020B0609020204030204" pitchFamily="49" charset="0"/>
              </a:rPr>
              <a:t>query</a:t>
            </a: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da-DK" sz="160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600" err="1">
                <a:solidFill>
                  <a:srgbClr val="2B91AF"/>
                </a:solidFill>
                <a:latin typeface="Consolas" panose="020B0609020204030204" pitchFamily="49" charset="0"/>
              </a:rPr>
              <a:t>AOCIProgramsQuery</a:t>
            </a: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da-DK" sz="1600" err="1">
                <a:solidFill>
                  <a:srgbClr val="000000"/>
                </a:solidFill>
                <a:latin typeface="Consolas" panose="020B0609020204030204" pitchFamily="49" charset="0"/>
              </a:rPr>
              <a:t>query.AOCIProgramID.AndEquals</a:t>
            </a: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a-DK" sz="1600" err="1">
                <a:solidFill>
                  <a:srgbClr val="000000"/>
                </a:solidFill>
                <a:latin typeface="Consolas" panose="020B0609020204030204" pitchFamily="49" charset="0"/>
              </a:rPr>
              <a:t>programId</a:t>
            </a: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_</a:t>
            </a:r>
            <a:r>
              <a:rPr lang="en-US" sz="1600" err="1">
                <a:solidFill>
                  <a:srgbClr val="000000"/>
                </a:solidFill>
                <a:latin typeface="Consolas" panose="020B0609020204030204" pitchFamily="49" charset="0"/>
              </a:rPr>
              <a:t>dataManager.Select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(query).</a:t>
            </a:r>
            <a:r>
              <a:rPr lang="en-US" sz="1600" err="1">
                <a:solidFill>
                  <a:srgbClr val="000000"/>
                </a:solidFill>
                <a:latin typeface="Consolas" panose="020B0609020204030204" pitchFamily="49" charset="0"/>
              </a:rPr>
              <a:t>FirstOrDefault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da-DK" sz="1400"/>
          </a:p>
        </p:txBody>
      </p:sp>
    </p:spTree>
    <p:extLst>
      <p:ext uri="{BB962C8B-B14F-4D97-AF65-F5344CB8AC3E}">
        <p14:creationId xmlns:p14="http://schemas.microsoft.com/office/powerpoint/2010/main" val="7982561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51F5AD-91FD-456A-9A74-785E992D58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16BA917-7F09-4B8D-AF07-F52890C14046}" type="slidenum">
              <a:rPr kumimoji="0" lang="da-DK" sz="1000" b="0" i="0" u="none" strike="noStrike" kern="1200" cap="none" spc="0" normalizeH="0" baseline="0" noProof="0" smtClean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/>
                <a:ea typeface="ＭＳ Ｐゴシック" charset="0"/>
              </a:rPr>
              <a:pPr marL="0" marR="0" lvl="0" indent="0" algn="l" defTabSz="60958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da-DK" sz="1000" b="0" i="0" u="none" strike="noStrike" kern="120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Arial" panose="020B0604020202020204"/>
              <a:ea typeface="ＭＳ Ｐゴシック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BC889-1F42-4883-BD8E-4412D76D01A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/>
              <a:t>update</a:t>
            </a:r>
            <a:endParaRPr lang="da-DK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F8B2655-C28C-4480-ADE2-9321B6CC4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crud</a:t>
            </a:r>
            <a:endParaRPr lang="da-DK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983E06F-E4F4-4685-A5E2-1FF01B2AA1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70982" y="1449808"/>
            <a:ext cx="1711570" cy="4352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59D11E5-0FA7-4CCB-ADEC-7864C92087A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2957805" y="3030404"/>
            <a:ext cx="8761445" cy="1353700"/>
          </a:xfr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60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60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600" err="1">
                <a:solidFill>
                  <a:srgbClr val="000000"/>
                </a:solidFill>
                <a:latin typeface="Consolas" panose="020B0609020204030204" pitchFamily="49" charset="0"/>
              </a:rPr>
              <a:t>UpdateProgramNameById</a:t>
            </a: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a-DK" sz="1600" err="1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600" err="1">
                <a:solidFill>
                  <a:srgbClr val="000000"/>
                </a:solidFill>
                <a:latin typeface="Consolas" panose="020B0609020204030204" pitchFamily="49" charset="0"/>
              </a:rPr>
              <a:t>programId</a:t>
            </a: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da-DK" sz="1600" err="1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600" err="1">
                <a:solidFill>
                  <a:srgbClr val="000000"/>
                </a:solidFill>
                <a:latin typeface="Consolas" panose="020B0609020204030204" pitchFamily="49" charset="0"/>
              </a:rPr>
              <a:t>newProgramName</a:t>
            </a: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da-DK" sz="160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 program = </a:t>
            </a:r>
            <a:r>
              <a:rPr lang="da-DK" sz="1600" err="1">
                <a:solidFill>
                  <a:srgbClr val="000000"/>
                </a:solidFill>
                <a:latin typeface="Consolas" panose="020B0609020204030204" pitchFamily="49" charset="0"/>
              </a:rPr>
              <a:t>GetProgramById</a:t>
            </a: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a-DK" sz="1600" err="1">
                <a:solidFill>
                  <a:srgbClr val="000000"/>
                </a:solidFill>
                <a:latin typeface="Consolas" panose="020B0609020204030204" pitchFamily="49" charset="0"/>
              </a:rPr>
              <a:t>programId</a:t>
            </a: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da-DK" sz="1600" err="1">
                <a:solidFill>
                  <a:srgbClr val="000000"/>
                </a:solidFill>
                <a:latin typeface="Consolas" panose="020B0609020204030204" pitchFamily="49" charset="0"/>
              </a:rPr>
              <a:t>program.AOCIProgramName</a:t>
            </a: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da-DK" sz="1600" err="1">
                <a:solidFill>
                  <a:srgbClr val="000000"/>
                </a:solidFill>
                <a:latin typeface="Consolas" panose="020B0609020204030204" pitchFamily="49" charset="0"/>
              </a:rPr>
              <a:t>newProgramName</a:t>
            </a: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            _</a:t>
            </a:r>
            <a:r>
              <a:rPr lang="da-DK" sz="1600" err="1">
                <a:solidFill>
                  <a:srgbClr val="000000"/>
                </a:solidFill>
                <a:latin typeface="Consolas" panose="020B0609020204030204" pitchFamily="49" charset="0"/>
              </a:rPr>
              <a:t>dataManager.Update</a:t>
            </a: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(program);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da-DK" sz="1400"/>
          </a:p>
        </p:txBody>
      </p:sp>
    </p:spTree>
    <p:extLst>
      <p:ext uri="{BB962C8B-B14F-4D97-AF65-F5344CB8AC3E}">
        <p14:creationId xmlns:p14="http://schemas.microsoft.com/office/powerpoint/2010/main" val="5868382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51F5AD-91FD-456A-9A74-785E992D58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16BA917-7F09-4B8D-AF07-F52890C14046}" type="slidenum">
              <a:rPr kumimoji="0" lang="da-DK" sz="1000" b="0" i="0" u="none" strike="noStrike" kern="1200" cap="none" spc="0" normalizeH="0" baseline="0" noProof="0" smtClean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/>
                <a:ea typeface="ＭＳ Ｐゴシック" charset="0"/>
              </a:rPr>
              <a:pPr marL="0" marR="0" lvl="0" indent="0" algn="l" defTabSz="60958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da-DK" sz="1000" b="0" i="0" u="none" strike="noStrike" kern="120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Arial" panose="020B0604020202020204"/>
              <a:ea typeface="ＭＳ Ｐゴシック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BC889-1F42-4883-BD8E-4412D76D01A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/>
              <a:t>delete</a:t>
            </a:r>
            <a:endParaRPr lang="da-DK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F8B2655-C28C-4480-ADE2-9321B6CC4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crud</a:t>
            </a:r>
            <a:endParaRPr lang="da-DK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E95B1F59-0FF6-4598-B0B1-D158A70869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70982" y="1449808"/>
            <a:ext cx="1418492" cy="4352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2893E127-B804-4689-B452-AF8C308CFA1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077477" y="2951590"/>
            <a:ext cx="6046237" cy="1465667"/>
          </a:xfr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60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60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600" err="1">
                <a:solidFill>
                  <a:srgbClr val="000000"/>
                </a:solidFill>
                <a:latin typeface="Consolas" panose="020B0609020204030204" pitchFamily="49" charset="0"/>
              </a:rPr>
              <a:t>DeleteProgramById</a:t>
            </a: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a-DK" sz="1600" err="1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600" err="1">
                <a:solidFill>
                  <a:srgbClr val="000000"/>
                </a:solidFill>
                <a:latin typeface="Consolas" panose="020B0609020204030204" pitchFamily="49" charset="0"/>
              </a:rPr>
              <a:t>programId</a:t>
            </a: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da-DK" sz="160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600" err="1">
                <a:solidFill>
                  <a:srgbClr val="000000"/>
                </a:solidFill>
                <a:latin typeface="Consolas" panose="020B0609020204030204" pitchFamily="49" charset="0"/>
              </a:rPr>
              <a:t>query</a:t>
            </a: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da-DK" sz="160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600" err="1">
                <a:solidFill>
                  <a:srgbClr val="2B91AF"/>
                </a:solidFill>
                <a:latin typeface="Consolas" panose="020B0609020204030204" pitchFamily="49" charset="0"/>
              </a:rPr>
              <a:t>AOCIProgramsQuery</a:t>
            </a: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da-DK" sz="1600" err="1">
                <a:solidFill>
                  <a:srgbClr val="000000"/>
                </a:solidFill>
                <a:latin typeface="Consolas" panose="020B0609020204030204" pitchFamily="49" charset="0"/>
              </a:rPr>
              <a:t>query.AOCIProgramID.AndEquals</a:t>
            </a: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a-DK" sz="1600" err="1">
                <a:solidFill>
                  <a:srgbClr val="000000"/>
                </a:solidFill>
                <a:latin typeface="Consolas" panose="020B0609020204030204" pitchFamily="49" charset="0"/>
              </a:rPr>
              <a:t>programId</a:t>
            </a: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            _</a:t>
            </a:r>
            <a:r>
              <a:rPr lang="da-DK" sz="1600" err="1">
                <a:solidFill>
                  <a:srgbClr val="000000"/>
                </a:solidFill>
                <a:latin typeface="Consolas" panose="020B0609020204030204" pitchFamily="49" charset="0"/>
              </a:rPr>
              <a:t>dataManager.Delete</a:t>
            </a: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a-DK" sz="1600" err="1">
                <a:solidFill>
                  <a:srgbClr val="000000"/>
                </a:solidFill>
                <a:latin typeface="Consolas" panose="020B0609020204030204" pitchFamily="49" charset="0"/>
              </a:rPr>
              <a:t>query</a:t>
            </a: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6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da-DK" sz="1400"/>
          </a:p>
        </p:txBody>
      </p:sp>
    </p:spTree>
    <p:extLst>
      <p:ext uri="{BB962C8B-B14F-4D97-AF65-F5344CB8AC3E}">
        <p14:creationId xmlns:p14="http://schemas.microsoft.com/office/powerpoint/2010/main" val="7170092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51F5AD-91FD-456A-9A74-785E992D58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16BA917-7F09-4B8D-AF07-F52890C14046}" type="slidenum">
              <a:rPr kumimoji="0" lang="da-DK" sz="1000" b="0" i="0" u="none" strike="noStrike" kern="1200" cap="none" spc="0" normalizeH="0" baseline="0" noProof="0" smtClean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/>
                <a:ea typeface="ＭＳ Ｐゴシック" charset="0"/>
              </a:rPr>
              <a:pPr marL="0" marR="0" lvl="0" indent="0" algn="l" defTabSz="60958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da-DK" sz="1000" b="0" i="0" u="none" strike="noStrike" kern="120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Arial" panose="020B0604020202020204"/>
              <a:ea typeface="ＭＳ Ｐゴシック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BC889-1F42-4883-BD8E-4412D76D01A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/>
              <a:t>How to create data manager</a:t>
            </a:r>
            <a:endParaRPr lang="da-DK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F8B2655-C28C-4480-ADE2-9321B6CC4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Live demo</a:t>
            </a:r>
            <a:endParaRPr lang="da-DK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A43600-6EB4-4AB6-8A76-759E518E4BC2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20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da-DK" sz="12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20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da-DK" sz="12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200" err="1">
                <a:solidFill>
                  <a:srgbClr val="2B91AF"/>
                </a:solidFill>
                <a:latin typeface="Consolas" panose="020B0609020204030204" pitchFamily="49" charset="0"/>
              </a:rPr>
              <a:t>AociProgramsRepository</a:t>
            </a:r>
            <a:r>
              <a:rPr lang="da-DK" sz="120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20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da-DK" sz="120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da-DK" sz="12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200" err="1">
                <a:solidFill>
                  <a:srgbClr val="0000FF"/>
                </a:solidFill>
                <a:latin typeface="Consolas" panose="020B0609020204030204" pitchFamily="49" charset="0"/>
              </a:rPr>
              <a:t>readonly</a:t>
            </a:r>
            <a:r>
              <a:rPr lang="da-DK" sz="12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200" err="1">
                <a:solidFill>
                  <a:srgbClr val="2B91AF"/>
                </a:solidFill>
                <a:latin typeface="Consolas" panose="020B0609020204030204" pitchFamily="49" charset="0"/>
              </a:rPr>
              <a:t>IDataManager</a:t>
            </a:r>
            <a:r>
              <a:rPr lang="da-DK" sz="120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da-DK" sz="1200" err="1">
                <a:solidFill>
                  <a:srgbClr val="2B91AF"/>
                </a:solidFill>
                <a:latin typeface="Consolas" panose="020B0609020204030204" pitchFamily="49" charset="0"/>
              </a:rPr>
              <a:t>IAOCIPrograms</a:t>
            </a:r>
            <a:r>
              <a:rPr lang="da-DK" sz="1200">
                <a:solidFill>
                  <a:srgbClr val="000000"/>
                </a:solidFill>
                <a:latin typeface="Consolas" panose="020B0609020204030204" pitchFamily="49" charset="0"/>
              </a:rPr>
              <a:t>&gt; _</a:t>
            </a:r>
            <a:r>
              <a:rPr lang="da-DK" sz="1200" err="1">
                <a:solidFill>
                  <a:srgbClr val="000000"/>
                </a:solidFill>
                <a:latin typeface="Consolas" panose="020B0609020204030204" pitchFamily="49" charset="0"/>
              </a:rPr>
              <a:t>dataManager</a:t>
            </a:r>
            <a:r>
              <a:rPr lang="da-DK" sz="120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da-DK" sz="120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new</a:t>
            </a:r>
            <a:r>
              <a:rPr lang="da-DK" sz="120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da-DK" sz="1200" err="1">
                <a:solidFill>
                  <a:srgbClr val="2B91A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AOCIProgramsDataManager</a:t>
            </a:r>
            <a:r>
              <a:rPr lang="da-DK" sz="120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da-DK" sz="12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200" b="1">
                <a:solidFill>
                  <a:srgbClr val="000000"/>
                </a:solidFill>
                <a:latin typeface="Consolas" panose="020B0609020204030204" pitchFamily="49" charset="0"/>
              </a:rPr>
              <a:t>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20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CreateProgram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err="1">
                <a:solidFill>
                  <a:srgbClr val="000000"/>
                </a:solidFill>
                <a:latin typeface="Consolas" panose="020B0609020204030204" pitchFamily="49" charset="0"/>
              </a:rPr>
              <a:t>programId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20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da-DK" sz="1200" err="1">
                <a:solidFill>
                  <a:srgbClr val="2B91AF"/>
                </a:solidFill>
                <a:latin typeface="Consolas" panose="020B0609020204030204" pitchFamily="49" charset="0"/>
              </a:rPr>
              <a:t>IAOCIPrograms</a:t>
            </a:r>
            <a:r>
              <a:rPr lang="da-DK" sz="12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200" err="1">
                <a:solidFill>
                  <a:srgbClr val="000000"/>
                </a:solidFill>
                <a:latin typeface="Consolas" panose="020B0609020204030204" pitchFamily="49" charset="0"/>
              </a:rPr>
              <a:t>newData</a:t>
            </a:r>
            <a:r>
              <a:rPr lang="da-DK" sz="1200">
                <a:solidFill>
                  <a:srgbClr val="000000"/>
                </a:solidFill>
                <a:latin typeface="Consolas" panose="020B0609020204030204" pitchFamily="49" charset="0"/>
              </a:rPr>
              <a:t> = _</a:t>
            </a:r>
            <a:r>
              <a:rPr lang="da-DK" sz="1200" err="1">
                <a:solidFill>
                  <a:srgbClr val="000000"/>
                </a:solidFill>
                <a:latin typeface="Consolas" panose="020B0609020204030204" pitchFamily="49" charset="0"/>
              </a:rPr>
              <a:t>dataManager.New</a:t>
            </a:r>
            <a:r>
              <a:rPr lang="da-DK" sz="120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20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da-DK" sz="1200" err="1">
                <a:solidFill>
                  <a:srgbClr val="000000"/>
                </a:solidFill>
                <a:latin typeface="Consolas" panose="020B0609020204030204" pitchFamily="49" charset="0"/>
              </a:rPr>
              <a:t>newData.AOCIProgramID</a:t>
            </a:r>
            <a:r>
              <a:rPr lang="da-DK" sz="120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da-DK" sz="1200" err="1">
                <a:solidFill>
                  <a:srgbClr val="000000"/>
                </a:solidFill>
                <a:latin typeface="Consolas" panose="020B0609020204030204" pitchFamily="49" charset="0"/>
              </a:rPr>
              <a:t>programId</a:t>
            </a:r>
            <a:r>
              <a:rPr lang="da-DK" sz="12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200">
                <a:solidFill>
                  <a:srgbClr val="000000"/>
                </a:solidFill>
                <a:latin typeface="Consolas" panose="020B0609020204030204" pitchFamily="49" charset="0"/>
              </a:rPr>
              <a:t>            _</a:t>
            </a:r>
            <a:r>
              <a:rPr lang="da-DK" sz="1200" err="1">
                <a:solidFill>
                  <a:srgbClr val="000000"/>
                </a:solidFill>
                <a:latin typeface="Consolas" panose="020B0609020204030204" pitchFamily="49" charset="0"/>
              </a:rPr>
              <a:t>dataManager.Insert</a:t>
            </a:r>
            <a:r>
              <a:rPr lang="da-DK" sz="12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a-DK" sz="1200" err="1">
                <a:solidFill>
                  <a:srgbClr val="000000"/>
                </a:solidFill>
                <a:latin typeface="Consolas" panose="020B0609020204030204" pitchFamily="49" charset="0"/>
              </a:rPr>
              <a:t>newData</a:t>
            </a:r>
            <a:r>
              <a:rPr lang="da-DK" sz="120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20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da-DK" sz="12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20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da-DK" sz="120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da-DK" sz="12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200" err="1">
                <a:solidFill>
                  <a:srgbClr val="2B91AF"/>
                </a:solidFill>
                <a:latin typeface="Consolas" panose="020B0609020204030204" pitchFamily="49" charset="0"/>
              </a:rPr>
              <a:t>IAOCIPrograms</a:t>
            </a:r>
            <a:r>
              <a:rPr lang="da-DK" sz="12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20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GetAociProgramById</a:t>
            </a:r>
            <a:r>
              <a:rPr lang="da-DK" sz="12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a-DK" sz="1200" err="1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da-DK" sz="12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200" err="1">
                <a:solidFill>
                  <a:srgbClr val="000000"/>
                </a:solidFill>
                <a:latin typeface="Consolas" panose="020B0609020204030204" pitchFamily="49" charset="0"/>
              </a:rPr>
              <a:t>programId</a:t>
            </a:r>
            <a:r>
              <a:rPr lang="da-DK" sz="120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20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da-DK" sz="120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da-DK" sz="12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200" err="1">
                <a:solidFill>
                  <a:srgbClr val="000000"/>
                </a:solidFill>
                <a:latin typeface="Consolas" panose="020B0609020204030204" pitchFamily="49" charset="0"/>
              </a:rPr>
              <a:t>query</a:t>
            </a:r>
            <a:r>
              <a:rPr lang="da-DK" sz="120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da-DK" sz="120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da-DK" sz="12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200" err="1">
                <a:solidFill>
                  <a:srgbClr val="2B91AF"/>
                </a:solidFill>
                <a:latin typeface="Consolas" panose="020B0609020204030204" pitchFamily="49" charset="0"/>
              </a:rPr>
              <a:t>AOCIProgramsQuery</a:t>
            </a:r>
            <a:r>
              <a:rPr lang="da-DK" sz="120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20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da-DK" sz="1200" err="1">
                <a:solidFill>
                  <a:srgbClr val="000000"/>
                </a:solidFill>
                <a:latin typeface="Consolas" panose="020B0609020204030204" pitchFamily="49" charset="0"/>
              </a:rPr>
              <a:t>query.AOCIProgramID.AndEquals</a:t>
            </a:r>
            <a:r>
              <a:rPr lang="da-DK" sz="12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a-DK" sz="1200" err="1">
                <a:solidFill>
                  <a:srgbClr val="000000"/>
                </a:solidFill>
                <a:latin typeface="Consolas" panose="020B0609020204030204" pitchFamily="49" charset="0"/>
              </a:rPr>
              <a:t>programId</a:t>
            </a:r>
            <a:r>
              <a:rPr lang="da-DK" sz="120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 _</a:t>
            </a:r>
            <a:r>
              <a:rPr lang="en-US" sz="1200" err="1">
                <a:solidFill>
                  <a:srgbClr val="000000"/>
                </a:solidFill>
                <a:latin typeface="Consolas" panose="020B0609020204030204" pitchFamily="49" charset="0"/>
              </a:rPr>
              <a:t>dataManager.Select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(query).</a:t>
            </a:r>
            <a:r>
              <a:rPr lang="en-US" sz="1200" err="1">
                <a:solidFill>
                  <a:srgbClr val="000000"/>
                </a:solidFill>
                <a:latin typeface="Consolas" panose="020B0609020204030204" pitchFamily="49" charset="0"/>
              </a:rPr>
              <a:t>FirstOrDefault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20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200" b="1">
                <a:solidFill>
                  <a:srgbClr val="000000"/>
                </a:solidFill>
                <a:latin typeface="Consolas" panose="020B0609020204030204" pitchFamily="49" charset="0"/>
              </a:rPr>
              <a:t>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20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da-DK" sz="1200"/>
          </a:p>
        </p:txBody>
      </p:sp>
    </p:spTree>
    <p:extLst>
      <p:ext uri="{BB962C8B-B14F-4D97-AF65-F5344CB8AC3E}">
        <p14:creationId xmlns:p14="http://schemas.microsoft.com/office/powerpoint/2010/main" val="35021776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51F5AD-91FD-456A-9A74-785E992D58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16BA917-7F09-4B8D-AF07-F52890C14046}" type="slidenum">
              <a:rPr kumimoji="0" lang="da-DK" sz="1000" b="0" i="0" u="none" strike="noStrike" kern="1200" cap="none" spc="0" normalizeH="0" baseline="0" noProof="0" smtClean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/>
                <a:ea typeface="ＭＳ Ｐゴシック" charset="0"/>
              </a:rPr>
              <a:pPr marL="0" marR="0" lvl="0" indent="0" algn="l" defTabSz="60958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da-DK" sz="1000" b="0" i="0" u="none" strike="noStrike" kern="120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Arial" panose="020B0604020202020204"/>
              <a:ea typeface="ＭＳ Ｐゴシック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BC889-1F42-4883-BD8E-4412D76D01A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/>
              <a:t>Typed data interface</a:t>
            </a:r>
            <a:endParaRPr lang="da-DK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F8B2655-C28C-4480-ADE2-9321B6CC4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Practice 2</a:t>
            </a:r>
            <a:endParaRPr lang="da-DK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A43600-6EB4-4AB6-8A76-759E518E4BC2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GB" dirty="0"/>
              <a:t>Create </a:t>
            </a:r>
            <a:r>
              <a:rPr lang="da-DK" sz="1800" dirty="0">
                <a:solidFill>
                  <a:srgbClr val="2B91AF"/>
                </a:solidFill>
                <a:latin typeface="Consolas" panose="020B0609020204030204" pitchFamily="49" charset="0"/>
              </a:rPr>
              <a:t>IData</a:t>
            </a:r>
            <a:r>
              <a:rPr lang="en-GB" dirty="0"/>
              <a:t> for </a:t>
            </a:r>
            <a:r>
              <a:rPr lang="en-GB" i="1" dirty="0" err="1"/>
              <a:t>tAOCIPROGRAMS</a:t>
            </a:r>
            <a:r>
              <a:rPr lang="en-GB" i="1" dirty="0"/>
              <a:t> </a:t>
            </a:r>
            <a:r>
              <a:rPr lang="en-GB" dirty="0">
                <a:latin typeface="+mn-lt"/>
              </a:rPr>
              <a:t>table 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latin typeface="+mn-lt"/>
              </a:rPr>
              <a:t>Create repository based on your </a:t>
            </a:r>
            <a:r>
              <a:rPr lang="da-DK" sz="1800" dirty="0">
                <a:solidFill>
                  <a:srgbClr val="2B91AF"/>
                </a:solidFill>
                <a:latin typeface="Consolas" panose="020B0609020204030204" pitchFamily="49" charset="0"/>
              </a:rPr>
              <a:t>IData. </a:t>
            </a:r>
            <a:r>
              <a:rPr lang="en-GB" dirty="0">
                <a:latin typeface="+mn-lt"/>
              </a:rPr>
              <a:t>The repository should contain following methods:</a:t>
            </a:r>
          </a:p>
          <a:p>
            <a:pPr marL="531813" lvl="1" indent="-342900"/>
            <a:r>
              <a:rPr lang="da-DK" sz="1800" i="1" dirty="0">
                <a:solidFill>
                  <a:srgbClr val="000000"/>
                </a:solidFill>
                <a:latin typeface="Consolas" panose="020B0609020204030204" pitchFamily="49" charset="0"/>
              </a:rPr>
              <a:t>CreateProgram(</a:t>
            </a:r>
            <a:r>
              <a:rPr lang="da-DK" sz="1800" i="1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da-DK" sz="1800" i="1" dirty="0">
                <a:solidFill>
                  <a:srgbClr val="000000"/>
                </a:solidFill>
                <a:latin typeface="Consolas" panose="020B0609020204030204" pitchFamily="49" charset="0"/>
              </a:rPr>
              <a:t> programId) </a:t>
            </a:r>
            <a:endParaRPr lang="en-GB" sz="1800" i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531813" lvl="1" indent="-342900"/>
            <a:r>
              <a:rPr lang="da-DK" sz="1800" i="1" dirty="0">
                <a:solidFill>
                  <a:srgbClr val="000000"/>
                </a:solidFill>
                <a:latin typeface="Consolas" panose="020B0609020204030204" pitchFamily="49" charset="0"/>
              </a:rPr>
              <a:t>GetAociProgramById(</a:t>
            </a:r>
            <a:r>
              <a:rPr lang="da-DK" sz="1800" i="1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da-DK" sz="1800" i="1" dirty="0">
                <a:solidFill>
                  <a:srgbClr val="000000"/>
                </a:solidFill>
                <a:latin typeface="Consolas" panose="020B0609020204030204" pitchFamily="49" charset="0"/>
              </a:rPr>
              <a:t> programId) </a:t>
            </a:r>
          </a:p>
          <a:p>
            <a:pPr marL="531813" lvl="1" indent="-342900"/>
            <a:r>
              <a:rPr lang="nn-NO" sz="1800" i="1" dirty="0">
                <a:solidFill>
                  <a:srgbClr val="000000"/>
                </a:solidFill>
                <a:latin typeface="Consolas" panose="020B0609020204030204" pitchFamily="49" charset="0"/>
              </a:rPr>
              <a:t>UpdateProgramNameById(</a:t>
            </a:r>
            <a:r>
              <a:rPr lang="nn-NO" sz="1800" i="1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nn-NO" sz="1800" i="1" dirty="0">
                <a:solidFill>
                  <a:srgbClr val="000000"/>
                </a:solidFill>
                <a:latin typeface="Consolas" panose="020B0609020204030204" pitchFamily="49" charset="0"/>
              </a:rPr>
              <a:t> programId, </a:t>
            </a:r>
            <a:r>
              <a:rPr lang="nn-NO" sz="1800" i="1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nn-NO" sz="1800" i="1" dirty="0">
                <a:solidFill>
                  <a:srgbClr val="000000"/>
                </a:solidFill>
                <a:latin typeface="Consolas" panose="020B0609020204030204" pitchFamily="49" charset="0"/>
              </a:rPr>
              <a:t> newProgramName)</a:t>
            </a:r>
          </a:p>
          <a:p>
            <a:pPr marL="531813" lvl="1" indent="-342900"/>
            <a:r>
              <a:rPr lang="da-DK" sz="1800" i="1" dirty="0">
                <a:solidFill>
                  <a:srgbClr val="000000"/>
                </a:solidFill>
                <a:latin typeface="Consolas" panose="020B0609020204030204" pitchFamily="49" charset="0"/>
              </a:rPr>
              <a:t>DeleteProgramById(</a:t>
            </a:r>
            <a:r>
              <a:rPr lang="da-DK" sz="1800" i="1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da-DK" sz="1800" i="1" dirty="0">
                <a:solidFill>
                  <a:srgbClr val="000000"/>
                </a:solidFill>
                <a:latin typeface="Consolas" panose="020B0609020204030204" pitchFamily="49" charset="0"/>
              </a:rPr>
              <a:t> programId)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solidFill>
                  <a:srgbClr val="000000"/>
                </a:solidFill>
                <a:latin typeface="+mn-lt"/>
              </a:rPr>
              <a:t>Create test for </a:t>
            </a:r>
            <a:r>
              <a:rPr lang="da-DK" sz="1800" i="1" dirty="0">
                <a:solidFill>
                  <a:srgbClr val="000000"/>
                </a:solidFill>
                <a:latin typeface="Consolas" panose="020B0609020204030204" pitchFamily="49" charset="0"/>
              </a:rPr>
              <a:t>GetAociProgramById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00"/>
                </a:solidFill>
                <a:latin typeface="+mn-lt"/>
              </a:rPr>
              <a:t>method. </a:t>
            </a:r>
          </a:p>
          <a:p>
            <a:pPr marL="0" indent="0">
              <a:buNone/>
            </a:pPr>
            <a:r>
              <a:rPr lang="en-GB" u="sng" dirty="0">
                <a:solidFill>
                  <a:srgbClr val="000000"/>
                </a:solidFill>
                <a:latin typeface="+mn-lt"/>
              </a:rPr>
              <a:t>EXTRA</a:t>
            </a:r>
            <a:r>
              <a:rPr lang="en-GB" dirty="0">
                <a:solidFill>
                  <a:srgbClr val="000000"/>
                </a:solidFill>
                <a:latin typeface="+mn-lt"/>
              </a:rPr>
              <a:t> Create test for other methods using </a:t>
            </a:r>
            <a:r>
              <a:rPr lang="en-GB" dirty="0" err="1">
                <a:solidFill>
                  <a:srgbClr val="000000"/>
                </a:solidFill>
                <a:latin typeface="+mn-lt"/>
              </a:rPr>
              <a:t>Moq</a:t>
            </a:r>
            <a:r>
              <a:rPr lang="en-GB" dirty="0">
                <a:solidFill>
                  <a:srgbClr val="000000"/>
                </a:solidFill>
                <a:latin typeface="+mn-lt"/>
              </a:rPr>
              <a:t> (</a:t>
            </a:r>
            <a:r>
              <a:rPr lang="da-DK" sz="1800" dirty="0">
                <a:solidFill>
                  <a:srgbClr val="2B91AF"/>
                </a:solidFill>
                <a:latin typeface="Consolas" panose="020B0609020204030204" pitchFamily="49" charset="0"/>
              </a:rPr>
              <a:t>AOCIProgramsDataManager </a:t>
            </a:r>
            <a:r>
              <a:rPr lang="en-GB" dirty="0">
                <a:solidFill>
                  <a:srgbClr val="000000"/>
                </a:solidFill>
                <a:latin typeface="+mn-lt"/>
              </a:rPr>
              <a:t>should be mocked).</a:t>
            </a:r>
            <a:endParaRPr lang="en-GB" dirty="0">
              <a:latin typeface="+mn-lt"/>
            </a:endParaRPr>
          </a:p>
        </p:txBody>
      </p:sp>
      <p:pic>
        <p:nvPicPr>
          <p:cNvPr id="7" name="Graphic 6" descr="Flask">
            <a:extLst>
              <a:ext uri="{FF2B5EF4-FFF2-40B4-BE49-F238E27FC236}">
                <a16:creationId xmlns:a16="http://schemas.microsoft.com/office/drawing/2014/main" id="{67C2F654-028B-4EF6-851B-ED6450DAB2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3128" y="7349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7385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51F5AD-91FD-456A-9A74-785E992D58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16BA917-7F09-4B8D-AF07-F52890C14046}" type="slidenum">
              <a:rPr kumimoji="0" lang="da-DK" sz="1000" b="0" i="0" u="none" strike="noStrike" kern="1200" cap="none" spc="0" normalizeH="0" baseline="0" noProof="0" smtClean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/>
                <a:ea typeface="ＭＳ Ｐゴシック" charset="0"/>
              </a:rPr>
              <a:pPr marL="0" marR="0" lvl="0" indent="0" algn="l" defTabSz="60958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da-DK" sz="1000" b="0" i="0" u="none" strike="noStrike" kern="120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Arial" panose="020B0604020202020204"/>
              <a:ea typeface="ＭＳ Ｐゴシック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BC889-1F42-4883-BD8E-4412D76D01A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/>
              <a:t>solution</a:t>
            </a:r>
            <a:endParaRPr lang="da-DK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F8B2655-C28C-4480-ADE2-9321B6CC4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Practice 2 </a:t>
            </a:r>
            <a:endParaRPr lang="da-DK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A43600-6EB4-4AB6-8A76-759E518E4BC2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57624" y="1620838"/>
            <a:ext cx="10871289" cy="4928258"/>
          </a:xfrm>
        </p:spPr>
        <p:txBody>
          <a:bodyPr numCol="2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05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05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050" err="1">
                <a:solidFill>
                  <a:srgbClr val="2B91AF"/>
                </a:solidFill>
                <a:latin typeface="Consolas" panose="020B0609020204030204" pitchFamily="49" charset="0"/>
              </a:rPr>
              <a:t>AociProgramsRepository</a:t>
            </a: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da-DK" sz="105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050" err="1">
                <a:solidFill>
                  <a:srgbClr val="0000FF"/>
                </a:solidFill>
                <a:latin typeface="Consolas" panose="020B0609020204030204" pitchFamily="49" charset="0"/>
              </a:rPr>
              <a:t>readonly</a:t>
            </a: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050" err="1">
                <a:solidFill>
                  <a:srgbClr val="2B91AF"/>
                </a:solidFill>
                <a:latin typeface="Consolas" panose="020B0609020204030204" pitchFamily="49" charset="0"/>
              </a:rPr>
              <a:t>IDataManager</a:t>
            </a: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da-DK" sz="1050" err="1">
                <a:solidFill>
                  <a:srgbClr val="2B91AF"/>
                </a:solidFill>
                <a:latin typeface="Consolas" panose="020B0609020204030204" pitchFamily="49" charset="0"/>
              </a:rPr>
              <a:t>IAOCIPrograms</a:t>
            </a: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&gt; _</a:t>
            </a:r>
            <a:r>
              <a:rPr lang="da-DK" sz="1050" err="1">
                <a:solidFill>
                  <a:srgbClr val="000000"/>
                </a:solidFill>
                <a:latin typeface="Consolas" panose="020B0609020204030204" pitchFamily="49" charset="0"/>
              </a:rPr>
              <a:t>dataManager</a:t>
            </a: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da-DK" sz="105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050" err="1">
                <a:solidFill>
                  <a:srgbClr val="2B91AF"/>
                </a:solidFill>
                <a:latin typeface="Consolas" panose="020B0609020204030204" pitchFamily="49" charset="0"/>
              </a:rPr>
              <a:t>AOCIProgramsDataManager</a:t>
            </a: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da-DK" sz="105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da-DK" sz="105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050" err="1">
                <a:solidFill>
                  <a:srgbClr val="000000"/>
                </a:solidFill>
                <a:latin typeface="Consolas" panose="020B0609020204030204" pitchFamily="49" charset="0"/>
              </a:rPr>
              <a:t>AociProgramsRepository</a:t>
            </a: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() { }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da-DK" sz="105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da-DK" sz="105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050" err="1">
                <a:solidFill>
                  <a:srgbClr val="000000"/>
                </a:solidFill>
                <a:latin typeface="Consolas" panose="020B0609020204030204" pitchFamily="49" charset="0"/>
              </a:rPr>
              <a:t>AociProgramsRepository</a:t>
            </a: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a-DK" sz="1050" err="1">
                <a:solidFill>
                  <a:srgbClr val="2B91AF"/>
                </a:solidFill>
                <a:latin typeface="Consolas" panose="020B0609020204030204" pitchFamily="49" charset="0"/>
              </a:rPr>
              <a:t>IDataManager</a:t>
            </a: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da-DK" sz="1050" err="1">
                <a:solidFill>
                  <a:srgbClr val="2B91AF"/>
                </a:solidFill>
                <a:latin typeface="Consolas" panose="020B0609020204030204" pitchFamily="49" charset="0"/>
              </a:rPr>
              <a:t>IAOCIPrograms</a:t>
            </a: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da-DK" sz="1050" err="1">
                <a:solidFill>
                  <a:srgbClr val="000000"/>
                </a:solidFill>
                <a:latin typeface="Consolas" panose="020B0609020204030204" pitchFamily="49" charset="0"/>
              </a:rPr>
              <a:t>dataManager</a:t>
            </a: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            _</a:t>
            </a:r>
            <a:r>
              <a:rPr lang="da-DK" sz="1050" err="1">
                <a:solidFill>
                  <a:srgbClr val="000000"/>
                </a:solidFill>
                <a:latin typeface="Consolas" panose="020B0609020204030204" pitchFamily="49" charset="0"/>
              </a:rPr>
              <a:t>dataManager</a:t>
            </a: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da-DK" sz="1050" err="1">
                <a:solidFill>
                  <a:srgbClr val="000000"/>
                </a:solidFill>
                <a:latin typeface="Consolas" panose="020B0609020204030204" pitchFamily="49" charset="0"/>
              </a:rPr>
              <a:t>dataManager</a:t>
            </a: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da-DK" sz="105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05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05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05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err="1">
                <a:solidFill>
                  <a:srgbClr val="000000"/>
                </a:solidFill>
                <a:latin typeface="Consolas" panose="020B0609020204030204" pitchFamily="49" charset="0"/>
              </a:rPr>
              <a:t>CreateProgram</a:t>
            </a:r>
            <a:r>
              <a:rPr lang="en-US" sz="105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5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05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err="1">
                <a:solidFill>
                  <a:srgbClr val="000000"/>
                </a:solidFill>
                <a:latin typeface="Consolas" panose="020B0609020204030204" pitchFamily="49" charset="0"/>
              </a:rPr>
              <a:t>programId</a:t>
            </a:r>
            <a:r>
              <a:rPr lang="en-US" sz="105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da-DK" sz="1050" err="1">
                <a:solidFill>
                  <a:srgbClr val="2B91AF"/>
                </a:solidFill>
                <a:latin typeface="Consolas" panose="020B0609020204030204" pitchFamily="49" charset="0"/>
              </a:rPr>
              <a:t>IAOCIPrograms</a:t>
            </a: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050" err="1">
                <a:solidFill>
                  <a:srgbClr val="000000"/>
                </a:solidFill>
                <a:latin typeface="Consolas" panose="020B0609020204030204" pitchFamily="49" charset="0"/>
              </a:rPr>
              <a:t>newData</a:t>
            </a: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 = _</a:t>
            </a:r>
            <a:r>
              <a:rPr lang="da-DK" sz="1050" err="1">
                <a:solidFill>
                  <a:srgbClr val="000000"/>
                </a:solidFill>
                <a:latin typeface="Consolas" panose="020B0609020204030204" pitchFamily="49" charset="0"/>
              </a:rPr>
              <a:t>dataManager.New</a:t>
            </a: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da-DK" sz="1050" err="1">
                <a:solidFill>
                  <a:srgbClr val="000000"/>
                </a:solidFill>
                <a:latin typeface="Consolas" panose="020B0609020204030204" pitchFamily="49" charset="0"/>
              </a:rPr>
              <a:t>newData.AOCIProgramID</a:t>
            </a: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da-DK" sz="1050" err="1">
                <a:solidFill>
                  <a:srgbClr val="000000"/>
                </a:solidFill>
                <a:latin typeface="Consolas" panose="020B0609020204030204" pitchFamily="49" charset="0"/>
              </a:rPr>
              <a:t>programId</a:t>
            </a: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            _</a:t>
            </a:r>
            <a:r>
              <a:rPr lang="da-DK" sz="1050" err="1">
                <a:solidFill>
                  <a:srgbClr val="000000"/>
                </a:solidFill>
                <a:latin typeface="Consolas" panose="020B0609020204030204" pitchFamily="49" charset="0"/>
              </a:rPr>
              <a:t>dataManager.Insert</a:t>
            </a: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a-DK" sz="1050" err="1">
                <a:solidFill>
                  <a:srgbClr val="000000"/>
                </a:solidFill>
                <a:latin typeface="Consolas" panose="020B0609020204030204" pitchFamily="49" charset="0"/>
              </a:rPr>
              <a:t>newData</a:t>
            </a: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da-DK" sz="105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da-DK" sz="105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050" err="1">
                <a:solidFill>
                  <a:srgbClr val="2B91AF"/>
                </a:solidFill>
                <a:latin typeface="Consolas" panose="020B0609020204030204" pitchFamily="49" charset="0"/>
              </a:rPr>
              <a:t>IAOCIPrograms</a:t>
            </a: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050" err="1">
                <a:solidFill>
                  <a:srgbClr val="000000"/>
                </a:solidFill>
                <a:latin typeface="Consolas" panose="020B0609020204030204" pitchFamily="49" charset="0"/>
              </a:rPr>
              <a:t>GetAociProgramById</a:t>
            </a: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a-DK" sz="1050" err="1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050" err="1">
                <a:solidFill>
                  <a:srgbClr val="000000"/>
                </a:solidFill>
                <a:latin typeface="Consolas" panose="020B0609020204030204" pitchFamily="49" charset="0"/>
              </a:rPr>
              <a:t>programId</a:t>
            </a: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da-DK" sz="105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050" err="1">
                <a:solidFill>
                  <a:srgbClr val="000000"/>
                </a:solidFill>
                <a:latin typeface="Consolas" panose="020B0609020204030204" pitchFamily="49" charset="0"/>
              </a:rPr>
              <a:t>query</a:t>
            </a: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da-DK" sz="105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050" err="1">
                <a:solidFill>
                  <a:srgbClr val="2B91AF"/>
                </a:solidFill>
                <a:latin typeface="Consolas" panose="020B0609020204030204" pitchFamily="49" charset="0"/>
              </a:rPr>
              <a:t>AOCIProgramsQuery</a:t>
            </a: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da-DK" sz="1050" err="1">
                <a:solidFill>
                  <a:srgbClr val="000000"/>
                </a:solidFill>
                <a:latin typeface="Consolas" panose="020B0609020204030204" pitchFamily="49" charset="0"/>
              </a:rPr>
              <a:t>query.AOCIProgramID.AndEquals</a:t>
            </a: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a-DK" sz="1050" err="1">
                <a:solidFill>
                  <a:srgbClr val="000000"/>
                </a:solidFill>
                <a:latin typeface="Consolas" panose="020B0609020204030204" pitchFamily="49" charset="0"/>
              </a:rPr>
              <a:t>programId</a:t>
            </a: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05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050">
                <a:solidFill>
                  <a:srgbClr val="000000"/>
                </a:solidFill>
                <a:latin typeface="Consolas" panose="020B0609020204030204" pitchFamily="49" charset="0"/>
              </a:rPr>
              <a:t> _</a:t>
            </a:r>
            <a:r>
              <a:rPr lang="en-US" sz="1050" err="1">
                <a:solidFill>
                  <a:srgbClr val="000000"/>
                </a:solidFill>
                <a:latin typeface="Consolas" panose="020B0609020204030204" pitchFamily="49" charset="0"/>
              </a:rPr>
              <a:t>dataManager.Select</a:t>
            </a:r>
            <a:r>
              <a:rPr lang="en-US" sz="1050">
                <a:solidFill>
                  <a:srgbClr val="000000"/>
                </a:solidFill>
                <a:latin typeface="Consolas" panose="020B0609020204030204" pitchFamily="49" charset="0"/>
              </a:rPr>
              <a:t>(query).</a:t>
            </a:r>
            <a:r>
              <a:rPr lang="en-US" sz="1050" err="1">
                <a:solidFill>
                  <a:srgbClr val="000000"/>
                </a:solidFill>
                <a:latin typeface="Consolas" panose="020B0609020204030204" pitchFamily="49" charset="0"/>
              </a:rPr>
              <a:t>FirstOrDefault</a:t>
            </a:r>
            <a:r>
              <a:rPr lang="en-US" sz="105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da-DK" sz="105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da-DK" sz="105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05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050" err="1">
                <a:solidFill>
                  <a:srgbClr val="000000"/>
                </a:solidFill>
                <a:latin typeface="Consolas" panose="020B0609020204030204" pitchFamily="49" charset="0"/>
              </a:rPr>
              <a:t>UpdateProgramNameById</a:t>
            </a: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a-DK" sz="1050" err="1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050" err="1">
                <a:solidFill>
                  <a:srgbClr val="000000"/>
                </a:solidFill>
                <a:latin typeface="Consolas" panose="020B0609020204030204" pitchFamily="49" charset="0"/>
              </a:rPr>
              <a:t>programId</a:t>
            </a: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da-DK" sz="1050" err="1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050" err="1">
                <a:solidFill>
                  <a:srgbClr val="000000"/>
                </a:solidFill>
                <a:latin typeface="Consolas" panose="020B0609020204030204" pitchFamily="49" charset="0"/>
              </a:rPr>
              <a:t>newProgramName</a:t>
            </a: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da-DK" sz="1050" err="1">
                <a:solidFill>
                  <a:srgbClr val="2B91AF"/>
                </a:solidFill>
                <a:latin typeface="Consolas" panose="020B0609020204030204" pitchFamily="49" charset="0"/>
              </a:rPr>
              <a:t>IAOCIPrograms</a:t>
            </a: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 program = </a:t>
            </a:r>
            <a:r>
              <a:rPr lang="da-DK" sz="1050" err="1">
                <a:solidFill>
                  <a:srgbClr val="000000"/>
                </a:solidFill>
                <a:latin typeface="Consolas" panose="020B0609020204030204" pitchFamily="49" charset="0"/>
              </a:rPr>
              <a:t>GetAociProgramById</a:t>
            </a: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a-DK" sz="1050" err="1">
                <a:solidFill>
                  <a:srgbClr val="000000"/>
                </a:solidFill>
                <a:latin typeface="Consolas" panose="020B0609020204030204" pitchFamily="49" charset="0"/>
              </a:rPr>
              <a:t>programId</a:t>
            </a: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da-DK" sz="1050" err="1">
                <a:solidFill>
                  <a:srgbClr val="000000"/>
                </a:solidFill>
                <a:latin typeface="Consolas" panose="020B0609020204030204" pitchFamily="49" charset="0"/>
              </a:rPr>
              <a:t>program.AOCIProgramName</a:t>
            </a: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da-DK" sz="1050" err="1">
                <a:solidFill>
                  <a:srgbClr val="000000"/>
                </a:solidFill>
                <a:latin typeface="Consolas" panose="020B0609020204030204" pitchFamily="49" charset="0"/>
              </a:rPr>
              <a:t>newProgramName</a:t>
            </a: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            _</a:t>
            </a:r>
            <a:r>
              <a:rPr lang="da-DK" sz="1050" err="1">
                <a:solidFill>
                  <a:srgbClr val="000000"/>
                </a:solidFill>
                <a:latin typeface="Consolas" panose="020B0609020204030204" pitchFamily="49" charset="0"/>
              </a:rPr>
              <a:t>dataManager.Update</a:t>
            </a: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(program);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da-DK" sz="105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da-DK" sz="105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05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050" err="1">
                <a:solidFill>
                  <a:srgbClr val="000000"/>
                </a:solidFill>
                <a:latin typeface="Consolas" panose="020B0609020204030204" pitchFamily="49" charset="0"/>
              </a:rPr>
              <a:t>DeleteProgramById</a:t>
            </a: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a-DK" sz="1050" err="1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050" err="1">
                <a:solidFill>
                  <a:srgbClr val="000000"/>
                </a:solidFill>
                <a:latin typeface="Consolas" panose="020B0609020204030204" pitchFamily="49" charset="0"/>
              </a:rPr>
              <a:t>programId</a:t>
            </a: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da-DK" sz="105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050" err="1">
                <a:solidFill>
                  <a:srgbClr val="000000"/>
                </a:solidFill>
                <a:latin typeface="Consolas" panose="020B0609020204030204" pitchFamily="49" charset="0"/>
              </a:rPr>
              <a:t>query</a:t>
            </a: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da-DK" sz="105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050" err="1">
                <a:solidFill>
                  <a:srgbClr val="2B91AF"/>
                </a:solidFill>
                <a:latin typeface="Consolas" panose="020B0609020204030204" pitchFamily="49" charset="0"/>
              </a:rPr>
              <a:t>AOCIProgramsQuery</a:t>
            </a: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da-DK" sz="1050" err="1">
                <a:solidFill>
                  <a:srgbClr val="000000"/>
                </a:solidFill>
                <a:latin typeface="Consolas" panose="020B0609020204030204" pitchFamily="49" charset="0"/>
              </a:rPr>
              <a:t>query.AOCIProgramID.AndEquals</a:t>
            </a: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a-DK" sz="1050" err="1">
                <a:solidFill>
                  <a:srgbClr val="000000"/>
                </a:solidFill>
                <a:latin typeface="Consolas" panose="020B0609020204030204" pitchFamily="49" charset="0"/>
              </a:rPr>
              <a:t>programId</a:t>
            </a: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            _</a:t>
            </a:r>
            <a:r>
              <a:rPr lang="da-DK" sz="1050" err="1">
                <a:solidFill>
                  <a:srgbClr val="000000"/>
                </a:solidFill>
                <a:latin typeface="Consolas" panose="020B0609020204030204" pitchFamily="49" charset="0"/>
              </a:rPr>
              <a:t>dataManager.Delete</a:t>
            </a: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a-DK" sz="1050" err="1">
                <a:solidFill>
                  <a:srgbClr val="000000"/>
                </a:solidFill>
                <a:latin typeface="Consolas" panose="020B0609020204030204" pitchFamily="49" charset="0"/>
              </a:rPr>
              <a:t>query</a:t>
            </a: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da-DK" sz="105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05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da-DK" sz="1050"/>
          </a:p>
        </p:txBody>
      </p:sp>
      <p:pic>
        <p:nvPicPr>
          <p:cNvPr id="7" name="Graphic 6" descr="Flask">
            <a:extLst>
              <a:ext uri="{FF2B5EF4-FFF2-40B4-BE49-F238E27FC236}">
                <a16:creationId xmlns:a16="http://schemas.microsoft.com/office/drawing/2014/main" id="{E77BF555-D03C-476E-9952-120A121D67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3128" y="7349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2517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51F5AD-91FD-456A-9A74-785E992D58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16BA917-7F09-4B8D-AF07-F52890C14046}" type="slidenum">
              <a:rPr kumimoji="0" lang="da-DK" sz="1000" b="0" i="0" u="none" strike="noStrike" kern="1200" cap="none" spc="0" normalizeH="0" baseline="0" noProof="0" smtClean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/>
                <a:ea typeface="ＭＳ Ｐゴシック" charset="0"/>
              </a:rPr>
              <a:pPr marL="0" marR="0" lvl="0" indent="0" algn="l" defTabSz="60958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da-DK" sz="1000" b="0" i="0" u="none" strike="noStrike" kern="120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Arial" panose="020B0604020202020204"/>
              <a:ea typeface="ＭＳ Ｐゴシック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BC889-1F42-4883-BD8E-4412D76D01A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/>
              <a:t>solution</a:t>
            </a:r>
            <a:endParaRPr lang="da-DK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F8B2655-C28C-4480-ADE2-9321B6CC4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Practice 2 </a:t>
            </a:r>
            <a:endParaRPr lang="da-DK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A43600-6EB4-4AB6-8A76-759E518E4BC2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001" y="1620838"/>
            <a:ext cx="10856912" cy="4735540"/>
          </a:xfrm>
        </p:spPr>
        <p:txBody>
          <a:bodyPr numCol="2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 [</a:t>
            </a:r>
            <a:r>
              <a:rPr lang="da-DK" sz="1100" err="1">
                <a:solidFill>
                  <a:srgbClr val="2B91AF"/>
                </a:solidFill>
                <a:latin typeface="Consolas" panose="020B0609020204030204" pitchFamily="49" charset="0"/>
              </a:rPr>
              <a:t>TestClass</a:t>
            </a: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da-DK" sz="110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10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100" err="1">
                <a:solidFill>
                  <a:srgbClr val="2B91AF"/>
                </a:solidFill>
                <a:latin typeface="Consolas" panose="020B0609020204030204" pitchFamily="49" charset="0"/>
              </a:rPr>
              <a:t>AociProgramsRepositoryTest</a:t>
            </a: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da-DK" sz="11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        [</a:t>
            </a:r>
            <a:r>
              <a:rPr lang="da-DK" sz="1100" err="1">
                <a:solidFill>
                  <a:srgbClr val="2B91AF"/>
                </a:solidFill>
                <a:latin typeface="Consolas" panose="020B0609020204030204" pitchFamily="49" charset="0"/>
              </a:rPr>
              <a:t>TestMethod</a:t>
            </a: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da-DK" sz="110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10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100" err="1">
                <a:solidFill>
                  <a:srgbClr val="000000"/>
                </a:solidFill>
                <a:latin typeface="Consolas" panose="020B0609020204030204" pitchFamily="49" charset="0"/>
              </a:rPr>
              <a:t>TestThatItsPossibleToGetAociProgramById</a:t>
            </a: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da-DK" sz="110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100" err="1">
                <a:solidFill>
                  <a:srgbClr val="000000"/>
                </a:solidFill>
                <a:latin typeface="Consolas" panose="020B0609020204030204" pitchFamily="49" charset="0"/>
              </a:rPr>
              <a:t>repo</a:t>
            </a: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da-DK" sz="110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100" err="1">
                <a:solidFill>
                  <a:srgbClr val="2B91AF"/>
                </a:solidFill>
                <a:latin typeface="Consolas" panose="020B0609020204030204" pitchFamily="49" charset="0"/>
              </a:rPr>
              <a:t>AociProgramsRepository</a:t>
            </a: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da-DK" sz="1100" err="1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100" err="1">
                <a:solidFill>
                  <a:srgbClr val="000000"/>
                </a:solidFill>
                <a:latin typeface="Consolas" panose="020B0609020204030204" pitchFamily="49" charset="0"/>
              </a:rPr>
              <a:t>programId</a:t>
            </a: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da-DK" sz="1100">
                <a:solidFill>
                  <a:srgbClr val="A31515"/>
                </a:solidFill>
                <a:latin typeface="Consolas" panose="020B0609020204030204" pitchFamily="49" charset="0"/>
              </a:rPr>
              <a:t>"SGLI EXAMPLE 1"</a:t>
            </a: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da-DK" sz="1100" err="1">
                <a:solidFill>
                  <a:srgbClr val="2B91AF"/>
                </a:solidFill>
                <a:latin typeface="Consolas" panose="020B0609020204030204" pitchFamily="49" charset="0"/>
              </a:rPr>
              <a:t>IAOCIPrograms</a:t>
            </a: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100" err="1">
                <a:solidFill>
                  <a:srgbClr val="000000"/>
                </a:solidFill>
                <a:latin typeface="Consolas" panose="020B0609020204030204" pitchFamily="49" charset="0"/>
              </a:rPr>
              <a:t>aociProgram</a:t>
            </a: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da-DK" sz="1100" err="1">
                <a:solidFill>
                  <a:srgbClr val="000000"/>
                </a:solidFill>
                <a:latin typeface="Consolas" panose="020B0609020204030204" pitchFamily="49" charset="0"/>
              </a:rPr>
              <a:t>repo.</a:t>
            </a:r>
            <a:r>
              <a:rPr lang="da-DK" sz="110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GetAociProgramById</a:t>
            </a: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a-DK" sz="1100" err="1">
                <a:solidFill>
                  <a:srgbClr val="000000"/>
                </a:solidFill>
                <a:latin typeface="Consolas" panose="020B0609020204030204" pitchFamily="49" charset="0"/>
              </a:rPr>
              <a:t>programId</a:t>
            </a: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da-DK" sz="1100" err="1">
                <a:solidFill>
                  <a:srgbClr val="2B91AF"/>
                </a:solidFill>
                <a:latin typeface="Consolas" panose="020B0609020204030204" pitchFamily="49" charset="0"/>
              </a:rPr>
              <a:t>Assert</a:t>
            </a:r>
            <a:r>
              <a:rPr lang="da-DK" sz="1100" err="1">
                <a:solidFill>
                  <a:srgbClr val="000000"/>
                </a:solidFill>
                <a:latin typeface="Consolas" panose="020B0609020204030204" pitchFamily="49" charset="0"/>
              </a:rPr>
              <a:t>.IsNotNull</a:t>
            </a: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a-DK" sz="1100" err="1">
                <a:solidFill>
                  <a:srgbClr val="000000"/>
                </a:solidFill>
                <a:latin typeface="Consolas" panose="020B0609020204030204" pitchFamily="49" charset="0"/>
              </a:rPr>
              <a:t>aociProgram</a:t>
            </a: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da-DK" sz="1100" err="1">
                <a:solidFill>
                  <a:srgbClr val="2B91AF"/>
                </a:solidFill>
                <a:latin typeface="Consolas" panose="020B0609020204030204" pitchFamily="49" charset="0"/>
              </a:rPr>
              <a:t>Assert</a:t>
            </a:r>
            <a:r>
              <a:rPr lang="da-DK" sz="1100" err="1">
                <a:solidFill>
                  <a:srgbClr val="000000"/>
                </a:solidFill>
                <a:latin typeface="Consolas" panose="020B0609020204030204" pitchFamily="49" charset="0"/>
              </a:rPr>
              <a:t>.AreEqual</a:t>
            </a: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a-DK" sz="1100" err="1">
                <a:solidFill>
                  <a:srgbClr val="000000"/>
                </a:solidFill>
                <a:latin typeface="Consolas" panose="020B0609020204030204" pitchFamily="49" charset="0"/>
              </a:rPr>
              <a:t>aociProgram.AOCIProgramID,programId</a:t>
            </a: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da-DK" sz="11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        [</a:t>
            </a:r>
            <a:r>
              <a:rPr lang="da-DK" sz="1100" err="1">
                <a:solidFill>
                  <a:srgbClr val="2B91AF"/>
                </a:solidFill>
                <a:latin typeface="Consolas" panose="020B0609020204030204" pitchFamily="49" charset="0"/>
              </a:rPr>
              <a:t>TestMethod</a:t>
            </a: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da-DK" sz="110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10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100" err="1">
                <a:solidFill>
                  <a:srgbClr val="000000"/>
                </a:solidFill>
                <a:latin typeface="Consolas" panose="020B0609020204030204" pitchFamily="49" charset="0"/>
              </a:rPr>
              <a:t>TestThatItsPossibleToCreateNewProgram</a:t>
            </a: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da-DK" sz="1100" err="1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100" err="1">
                <a:solidFill>
                  <a:srgbClr val="000000"/>
                </a:solidFill>
                <a:latin typeface="Consolas" panose="020B0609020204030204" pitchFamily="49" charset="0"/>
              </a:rPr>
              <a:t>programId</a:t>
            </a: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da-DK" sz="1100">
                <a:solidFill>
                  <a:srgbClr val="A31515"/>
                </a:solidFill>
                <a:latin typeface="Consolas" panose="020B0609020204030204" pitchFamily="49" charset="0"/>
              </a:rPr>
              <a:t>"SGLI EXAMPLE 1"</a:t>
            </a: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da-DK" sz="11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da-DK" sz="110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100" err="1">
                <a:solidFill>
                  <a:srgbClr val="000000"/>
                </a:solidFill>
                <a:latin typeface="Consolas" panose="020B0609020204030204" pitchFamily="49" charset="0"/>
              </a:rPr>
              <a:t>newDataMoq</a:t>
            </a: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da-DK" sz="110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100" err="1">
                <a:solidFill>
                  <a:srgbClr val="2B91AF"/>
                </a:solidFill>
                <a:latin typeface="Consolas" panose="020B0609020204030204" pitchFamily="49" charset="0"/>
              </a:rPr>
              <a:t>Mock</a:t>
            </a: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da-DK" sz="1100" err="1">
                <a:solidFill>
                  <a:srgbClr val="2B91AF"/>
                </a:solidFill>
                <a:latin typeface="Consolas" panose="020B0609020204030204" pitchFamily="49" charset="0"/>
              </a:rPr>
              <a:t>IAOCIPrograms</a:t>
            </a: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&gt;();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da-DK" sz="110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100" err="1">
                <a:solidFill>
                  <a:srgbClr val="000000"/>
                </a:solidFill>
                <a:latin typeface="Consolas" panose="020B0609020204030204" pitchFamily="49" charset="0"/>
              </a:rPr>
              <a:t>managerMoq</a:t>
            </a: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da-DK" sz="110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1100" err="1">
                <a:solidFill>
                  <a:srgbClr val="2B91AF"/>
                </a:solidFill>
                <a:latin typeface="Consolas" panose="020B0609020204030204" pitchFamily="49" charset="0"/>
              </a:rPr>
              <a:t>Mock</a:t>
            </a: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da-DK" sz="1100" err="1">
                <a:solidFill>
                  <a:srgbClr val="2B91AF"/>
                </a:solidFill>
                <a:latin typeface="Consolas" panose="020B0609020204030204" pitchFamily="49" charset="0"/>
              </a:rPr>
              <a:t>IDataManager</a:t>
            </a: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da-DK" sz="1100" err="1">
                <a:solidFill>
                  <a:srgbClr val="2B91AF"/>
                </a:solidFill>
                <a:latin typeface="Consolas" panose="020B0609020204030204" pitchFamily="49" charset="0"/>
              </a:rPr>
              <a:t>IAOCIPrograms</a:t>
            </a: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&gt;&gt;();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100" err="1">
                <a:solidFill>
                  <a:srgbClr val="000000"/>
                </a:solidFill>
                <a:latin typeface="Consolas" panose="020B0609020204030204" pitchFamily="49" charset="0"/>
              </a:rPr>
              <a:t>managerMoq.Setup</a:t>
            </a:r>
            <a:r>
              <a:rPr lang="en-US" sz="1100">
                <a:solidFill>
                  <a:srgbClr val="000000"/>
                </a:solidFill>
                <a:latin typeface="Consolas" panose="020B0609020204030204" pitchFamily="49" charset="0"/>
              </a:rPr>
              <a:t>(manager =&gt; </a:t>
            </a:r>
            <a:r>
              <a:rPr lang="en-US" sz="1100" err="1">
                <a:solidFill>
                  <a:srgbClr val="000000"/>
                </a:solidFill>
                <a:latin typeface="Consolas" panose="020B0609020204030204" pitchFamily="49" charset="0"/>
              </a:rPr>
              <a:t>manager.New</a:t>
            </a:r>
            <a:r>
              <a:rPr lang="en-US" sz="1100">
                <a:solidFill>
                  <a:srgbClr val="000000"/>
                </a:solidFill>
                <a:latin typeface="Consolas" panose="020B0609020204030204" pitchFamily="49" charset="0"/>
              </a:rPr>
              <a:t>()).Returns(</a:t>
            </a:r>
            <a:r>
              <a:rPr lang="en-US" sz="1100" err="1">
                <a:solidFill>
                  <a:srgbClr val="000000"/>
                </a:solidFill>
                <a:latin typeface="Consolas" panose="020B0609020204030204" pitchFamily="49" charset="0"/>
              </a:rPr>
              <a:t>newDataMoq.Object</a:t>
            </a:r>
            <a:r>
              <a:rPr lang="en-US" sz="110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da-DK" sz="11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100" err="1">
                <a:solidFill>
                  <a:srgbClr val="2B91AF"/>
                </a:solidFill>
                <a:latin typeface="Consolas" panose="020B0609020204030204" pitchFamily="49" charset="0"/>
              </a:rPr>
              <a:t>AociProgramsRepository</a:t>
            </a:r>
            <a:r>
              <a:rPr lang="en-US" sz="1100">
                <a:solidFill>
                  <a:srgbClr val="000000"/>
                </a:solidFill>
                <a:latin typeface="Consolas" panose="020B0609020204030204" pitchFamily="49" charset="0"/>
              </a:rPr>
              <a:t> repo = </a:t>
            </a:r>
            <a:r>
              <a:rPr lang="en-US" sz="110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1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err="1">
                <a:solidFill>
                  <a:srgbClr val="2B91AF"/>
                </a:solidFill>
                <a:latin typeface="Consolas" panose="020B0609020204030204" pitchFamily="49" charset="0"/>
              </a:rPr>
              <a:t>AociProgramsRepository</a:t>
            </a:r>
            <a:r>
              <a:rPr lang="en-US" sz="11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100" err="1">
                <a:solidFill>
                  <a:srgbClr val="000000"/>
                </a:solidFill>
                <a:latin typeface="Consolas" panose="020B0609020204030204" pitchFamily="49" charset="0"/>
              </a:rPr>
              <a:t>managerMoq.Object</a:t>
            </a:r>
            <a:r>
              <a:rPr lang="en-US" sz="110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da-DK" sz="1100" err="1">
                <a:solidFill>
                  <a:srgbClr val="000000"/>
                </a:solidFill>
                <a:latin typeface="Consolas" panose="020B0609020204030204" pitchFamily="49" charset="0"/>
              </a:rPr>
              <a:t>repo.</a:t>
            </a:r>
            <a:r>
              <a:rPr lang="da-DK" sz="110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CreateProgram</a:t>
            </a: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a-DK" sz="1100" err="1">
                <a:solidFill>
                  <a:srgbClr val="000000"/>
                </a:solidFill>
                <a:latin typeface="Consolas" panose="020B0609020204030204" pitchFamily="49" charset="0"/>
              </a:rPr>
              <a:t>programId</a:t>
            </a: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da-DK" sz="11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da-DK" sz="1100" err="1">
                <a:solidFill>
                  <a:srgbClr val="000000"/>
                </a:solidFill>
                <a:latin typeface="Consolas" panose="020B0609020204030204" pitchFamily="49" charset="0"/>
              </a:rPr>
              <a:t>newDataMoq.VerifySet</a:t>
            </a: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(data =&gt; </a:t>
            </a:r>
            <a:r>
              <a:rPr lang="da-DK" sz="1100" err="1">
                <a:solidFill>
                  <a:srgbClr val="000000"/>
                </a:solidFill>
                <a:latin typeface="Consolas" panose="020B0609020204030204" pitchFamily="49" charset="0"/>
              </a:rPr>
              <a:t>data.AOCIProgramID</a:t>
            </a: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da-DK" sz="1100" err="1">
                <a:solidFill>
                  <a:srgbClr val="000000"/>
                </a:solidFill>
                <a:latin typeface="Consolas" panose="020B0609020204030204" pitchFamily="49" charset="0"/>
              </a:rPr>
              <a:t>programId</a:t>
            </a: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da-DK" sz="1100" err="1">
                <a:solidFill>
                  <a:srgbClr val="000000"/>
                </a:solidFill>
                <a:latin typeface="Consolas" panose="020B0609020204030204" pitchFamily="49" charset="0"/>
              </a:rPr>
              <a:t>managerMoq.Verify</a:t>
            </a: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(manager =&gt; </a:t>
            </a:r>
            <a:r>
              <a:rPr lang="da-DK" sz="1100" err="1">
                <a:solidFill>
                  <a:srgbClr val="000000"/>
                </a:solidFill>
                <a:latin typeface="Consolas" panose="020B0609020204030204" pitchFamily="49" charset="0"/>
              </a:rPr>
              <a:t>manager.Insert</a:t>
            </a: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a-DK" sz="1100" err="1">
                <a:solidFill>
                  <a:srgbClr val="000000"/>
                </a:solidFill>
                <a:latin typeface="Consolas" panose="020B0609020204030204" pitchFamily="49" charset="0"/>
              </a:rPr>
              <a:t>newDataMoq.Object</a:t>
            </a: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), </a:t>
            </a:r>
            <a:r>
              <a:rPr lang="da-DK" sz="1100" err="1">
                <a:solidFill>
                  <a:srgbClr val="2B91AF"/>
                </a:solidFill>
                <a:latin typeface="Consolas" panose="020B0609020204030204" pitchFamily="49" charset="0"/>
              </a:rPr>
              <a:t>Times</a:t>
            </a:r>
            <a:r>
              <a:rPr lang="da-DK" sz="1100" err="1">
                <a:solidFill>
                  <a:srgbClr val="000000"/>
                </a:solidFill>
                <a:latin typeface="Consolas" panose="020B0609020204030204" pitchFamily="49" charset="0"/>
              </a:rPr>
              <a:t>.Exactly</a:t>
            </a: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(1));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10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da-DK" sz="700"/>
          </a:p>
        </p:txBody>
      </p:sp>
      <p:pic>
        <p:nvPicPr>
          <p:cNvPr id="7" name="Graphic 6" descr="Flask">
            <a:extLst>
              <a:ext uri="{FF2B5EF4-FFF2-40B4-BE49-F238E27FC236}">
                <a16:creationId xmlns:a16="http://schemas.microsoft.com/office/drawing/2014/main" id="{E77BF555-D03C-476E-9952-120A121D67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3128" y="7349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5944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AECC13-08AF-4E07-8A85-4A51CC12A1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6BA917-7F09-4B8D-AF07-F52890C14046}" type="slidenum">
              <a:rPr lang="da-DK" smtClean="0"/>
              <a:pPr/>
              <a:t>25</a:t>
            </a:fld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23178-28A7-4055-88B7-EC453110BA0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618E10D-A543-496D-BE61-44687621F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LUNCH</a:t>
            </a:r>
            <a:endParaRPr lang="da-DK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C4C16D0-C162-40A4-8407-812C1BA0F7BB}"/>
              </a:ext>
            </a:extLst>
          </p:cNvPr>
          <p:cNvPicPr>
            <a:picLocks noGrp="1" noChangeAspect="1" noChangeArrowheads="1"/>
          </p:cNvPicPr>
          <p:nvPr>
            <p:ph sz="quarter" idx="19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8006" y="1433934"/>
            <a:ext cx="7833236" cy="4774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98051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441929-4B71-4D20-94EA-533DBFE64D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16BA917-7F09-4B8D-AF07-F52890C14046}" type="slidenum">
              <a:rPr kumimoji="0" lang="da-DK" sz="1000" b="0" i="0" u="none" strike="noStrike" kern="1200" cap="none" spc="0" normalizeH="0" baseline="0" noProof="0" smtClean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/>
                <a:ea typeface="ＭＳ Ｐゴシック" charset="0"/>
              </a:rPr>
              <a:pPr marL="0" marR="0" lvl="0" indent="0" algn="l" defTabSz="60958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da-DK" sz="1000" b="0" i="0" u="none" strike="noStrike" kern="120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Arial" panose="020B0604020202020204"/>
              <a:ea typeface="ＭＳ Ｐゴシック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5FFA59-D72C-4ECD-8ECA-361EDDCCE87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93201C4-D941-48FD-96D5-0B57DCCFE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>
                <a:solidFill>
                  <a:srgbClr val="6A6B69"/>
                </a:solidFill>
              </a:rPr>
              <a:t>{</a:t>
            </a:r>
            <a:r>
              <a:rPr lang="en-US" sz="3200" err="1">
                <a:solidFill>
                  <a:srgbClr val="53819F"/>
                </a:solidFill>
              </a:rPr>
              <a:t>Open</a:t>
            </a:r>
            <a:r>
              <a:rPr lang="en-US" sz="3200" err="1">
                <a:solidFill>
                  <a:srgbClr val="616261"/>
                </a:solidFill>
              </a:rPr>
              <a:t>Grok</a:t>
            </a:r>
            <a:endParaRPr lang="da-DK">
              <a:solidFill>
                <a:srgbClr val="61626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46D993-B853-4D3A-9A74-07782C2997C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1" r="26713" b="45683"/>
          <a:stretch/>
        </p:blipFill>
        <p:spPr>
          <a:xfrm>
            <a:off x="670985" y="2108739"/>
            <a:ext cx="7087014" cy="26960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2AAE20B-1073-4367-B52F-B08F5AEBD5A4}"/>
              </a:ext>
            </a:extLst>
          </p:cNvPr>
          <p:cNvSpPr txBox="1"/>
          <p:nvPr/>
        </p:nvSpPr>
        <p:spPr>
          <a:xfrm>
            <a:off x="7903108" y="2857095"/>
            <a:ext cx="3624790" cy="1601077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L="285750" indent="-285750" defTabSz="179388">
              <a:buClr>
                <a:srgbClr val="00DEE6"/>
              </a:buClr>
              <a:buFont typeface="Arial" panose="020B0604020202020204" pitchFamily="34" charset="0"/>
              <a:buChar char="•"/>
            </a:pPr>
            <a:r>
              <a:rPr lang="en-GB" sz="2800">
                <a:latin typeface="+mn-lt"/>
              </a:rPr>
              <a:t>PD Wiki – </a:t>
            </a:r>
            <a:r>
              <a:rPr lang="en-GB" sz="2800">
                <a:latin typeface="+mn-lt"/>
                <a:hlinkClick r:id="rId4"/>
              </a:rPr>
              <a:t>link</a:t>
            </a:r>
            <a:endParaRPr lang="en-GB" sz="2800">
              <a:latin typeface="+mn-lt"/>
            </a:endParaRPr>
          </a:p>
          <a:p>
            <a:pPr marL="285750" indent="-285750" defTabSz="179388">
              <a:buClr>
                <a:srgbClr val="00DEE6"/>
              </a:buClr>
              <a:buFont typeface="Arial" panose="020B0604020202020204" pitchFamily="34" charset="0"/>
              <a:buChar char="•"/>
            </a:pPr>
            <a:r>
              <a:rPr lang="en-US" sz="2800">
                <a:solidFill>
                  <a:srgbClr val="6A6B69"/>
                </a:solidFill>
              </a:rPr>
              <a:t>{</a:t>
            </a:r>
            <a:r>
              <a:rPr lang="en-US" sz="2800">
                <a:solidFill>
                  <a:srgbClr val="53819F"/>
                </a:solidFill>
              </a:rPr>
              <a:t>Open</a:t>
            </a:r>
            <a:r>
              <a:rPr lang="en-US" sz="2800">
                <a:solidFill>
                  <a:srgbClr val="616261"/>
                </a:solidFill>
              </a:rPr>
              <a:t>Grok</a:t>
            </a:r>
            <a:r>
              <a:rPr lang="en-GB" sz="2800">
                <a:latin typeface="+mn-lt"/>
              </a:rPr>
              <a:t> – </a:t>
            </a:r>
            <a:r>
              <a:rPr lang="en-GB" sz="2800">
                <a:latin typeface="+mn-lt"/>
                <a:hlinkClick r:id="rId5"/>
              </a:rPr>
              <a:t>link</a:t>
            </a:r>
            <a:endParaRPr lang="en-GB" sz="2800">
              <a:latin typeface="+mn-lt"/>
            </a:endParaRPr>
          </a:p>
          <a:p>
            <a:pPr marL="285750" indent="-285750" defTabSz="179388">
              <a:buClr>
                <a:srgbClr val="00DEE6"/>
              </a:buClr>
              <a:buFont typeface="Arial" panose="020B0604020202020204" pitchFamily="34" charset="0"/>
              <a:buChar char="•"/>
            </a:pPr>
            <a:r>
              <a:rPr lang="en-GB" sz="2800">
                <a:latin typeface="+mn-lt"/>
              </a:rPr>
              <a:t>GitHub - </a:t>
            </a:r>
            <a:r>
              <a:rPr lang="en-GB" sz="2800">
                <a:latin typeface="+mn-lt"/>
                <a:hlinkClick r:id="rId6"/>
              </a:rPr>
              <a:t>link</a:t>
            </a:r>
            <a:endParaRPr lang="uk-UA" sz="28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382019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441929-4B71-4D20-94EA-533DBFE64D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16BA917-7F09-4B8D-AF07-F52890C14046}" type="slidenum">
              <a:rPr kumimoji="0" lang="da-DK" sz="1000" b="0" i="0" u="none" strike="noStrike" kern="1200" cap="none" spc="0" normalizeH="0" baseline="0" noProof="0" smtClean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/>
                <a:ea typeface="ＭＳ Ｐゴシック" charset="0"/>
              </a:rPr>
              <a:pPr marL="0" marR="0" lvl="0" indent="0" algn="l" defTabSz="60958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da-DK" sz="1000" b="0" i="0" u="none" strike="noStrike" kern="120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Arial" panose="020B0604020202020204"/>
              <a:ea typeface="ＭＳ Ｐゴシック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5FFA59-D72C-4ECD-8ECA-361EDDCCE87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sz="2400">
                <a:solidFill>
                  <a:srgbClr val="6A6B69"/>
                </a:solidFill>
              </a:rPr>
              <a:t>{</a:t>
            </a:r>
            <a:r>
              <a:rPr lang="en-US" sz="2400" err="1">
                <a:solidFill>
                  <a:srgbClr val="53819F"/>
                </a:solidFill>
              </a:rPr>
              <a:t>Open</a:t>
            </a:r>
            <a:r>
              <a:rPr lang="en-US" sz="2400" err="1">
                <a:solidFill>
                  <a:srgbClr val="616261"/>
                </a:solidFill>
              </a:rPr>
              <a:t>Grok</a:t>
            </a:r>
            <a:endParaRPr lang="da-DK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93201C4-D941-48FD-96D5-0B57DCCFE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Live demo</a:t>
            </a:r>
            <a:endParaRPr lang="da-DK">
              <a:solidFill>
                <a:srgbClr val="61626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21404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869D0A-60A8-4AB2-AAAB-56EB8DFC66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6BA917-7F09-4B8D-AF07-F52890C14046}" type="slidenum">
              <a:rPr lang="da-DK" smtClean="0"/>
              <a:pPr/>
              <a:t>28</a:t>
            </a:fld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995E43-5B53-458E-8742-4C21C65A7CC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sz="2400">
                <a:solidFill>
                  <a:srgbClr val="6A6B69"/>
                </a:solidFill>
              </a:rPr>
              <a:t>{</a:t>
            </a:r>
            <a:r>
              <a:rPr lang="en-US" sz="2400" err="1">
                <a:solidFill>
                  <a:srgbClr val="53819F"/>
                </a:solidFill>
              </a:rPr>
              <a:t>Open</a:t>
            </a:r>
            <a:r>
              <a:rPr lang="en-US" sz="2400" err="1">
                <a:solidFill>
                  <a:srgbClr val="616261"/>
                </a:solidFill>
              </a:rPr>
              <a:t>Grok</a:t>
            </a:r>
            <a:endParaRPr lang="uk-UA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0C6F9DA-57D9-4A28-8741-8F5B9F4DC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Practice 3</a:t>
            </a:r>
            <a:endParaRPr lang="uk-UA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F5A3F64-BE54-40B4-8453-E38E92C3303E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/>
              <a:t>Try searching for </a:t>
            </a:r>
            <a:r>
              <a:rPr lang="en-GB" err="1">
                <a:solidFill>
                  <a:srgbClr val="2B91AF"/>
                </a:solidFill>
                <a:latin typeface="Consolas" panose="020B0609020204030204" pitchFamily="49" charset="0"/>
              </a:rPr>
              <a:t>IDataManager</a:t>
            </a:r>
            <a:r>
              <a:rPr lang="en-US"/>
              <a:t> across all projects as:</a:t>
            </a:r>
          </a:p>
          <a:p>
            <a:pPr marL="531813" lvl="1" indent="-342900"/>
            <a:r>
              <a:rPr lang="en-US"/>
              <a:t>Full search</a:t>
            </a:r>
          </a:p>
          <a:p>
            <a:pPr marL="531813" lvl="1" indent="-342900"/>
            <a:r>
              <a:rPr lang="en-US"/>
              <a:t>Definition</a:t>
            </a:r>
          </a:p>
          <a:p>
            <a:pPr marL="531813" lvl="1" indent="-342900"/>
            <a:r>
              <a:rPr lang="en-US"/>
              <a:t>Symbol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Find out how </a:t>
            </a:r>
            <a:r>
              <a:rPr lang="en-GB" err="1">
                <a:solidFill>
                  <a:srgbClr val="2B91AF"/>
                </a:solidFill>
                <a:latin typeface="Consolas" panose="020B0609020204030204" pitchFamily="49" charset="0"/>
              </a:rPr>
              <a:t>IDataManager</a:t>
            </a:r>
            <a:r>
              <a:rPr lang="en-US"/>
              <a:t> used inside tests. Add any found test project to your solution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Find any </a:t>
            </a:r>
            <a:r>
              <a:rPr lang="en-GB" sz="1800">
                <a:solidFill>
                  <a:srgbClr val="2B91AF"/>
                </a:solidFill>
                <a:latin typeface="Consolas" panose="020B0609020204030204" pitchFamily="49" charset="0"/>
              </a:rPr>
              <a:t>IData</a:t>
            </a:r>
            <a:r>
              <a:rPr lang="en-US"/>
              <a:t> for </a:t>
            </a:r>
            <a:r>
              <a:rPr lang="en-GB" sz="1800" err="1">
                <a:solidFill>
                  <a:srgbClr val="2B91AF"/>
                </a:solidFill>
                <a:latin typeface="Consolas" panose="020B0609020204030204" pitchFamily="49" charset="0"/>
              </a:rPr>
              <a:t>TablePointers</a:t>
            </a:r>
            <a:r>
              <a:rPr lang="en-GB" sz="1800" err="1">
                <a:solidFill>
                  <a:srgbClr val="000000"/>
                </a:solidFill>
                <a:latin typeface="Consolas" panose="020B0609020204030204" pitchFamily="49" charset="0"/>
              </a:rPr>
              <a:t>.tFXRATES</a:t>
            </a:r>
            <a:r>
              <a:rPr lang="en-US"/>
              <a:t>. Add it to your solution</a:t>
            </a:r>
          </a:p>
          <a:p>
            <a:pPr marL="0" indent="0">
              <a:buNone/>
            </a:pPr>
            <a:endParaRPr lang="en-US"/>
          </a:p>
          <a:p>
            <a:pPr marL="342900" indent="-342900">
              <a:buFont typeface="+mj-lt"/>
              <a:buAutoNum type="arabicPeriod"/>
            </a:pPr>
            <a:endParaRPr lang="en-GB"/>
          </a:p>
        </p:txBody>
      </p:sp>
      <p:pic>
        <p:nvPicPr>
          <p:cNvPr id="6" name="Graphic 5" descr="Flask">
            <a:extLst>
              <a:ext uri="{FF2B5EF4-FFF2-40B4-BE49-F238E27FC236}">
                <a16:creationId xmlns:a16="http://schemas.microsoft.com/office/drawing/2014/main" id="{97C91566-FF68-459D-B460-0DEB932424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3128" y="7349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5845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E56B6-FB05-48D8-BFD6-EDC6AA822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defTabSz="179388">
              <a:buClr>
                <a:srgbClr val="00DEE6"/>
              </a:buClr>
            </a:pPr>
            <a:r>
              <a:rPr lang="en-US" sz="3200">
                <a:latin typeface="+mn-lt"/>
              </a:rPr>
              <a:t>Introduction into final assignment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8B2B7A-3FC1-46B8-8056-146C34FC66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16BA917-7F09-4B8D-AF07-F52890C14046}" type="slidenum">
              <a:rPr kumimoji="0" lang="da-DK" sz="1000" b="0" i="0" u="none" strike="noStrike" kern="1200" cap="none" spc="0" normalizeH="0" baseline="0" noProof="0" smtClean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/>
                <a:ea typeface="ＭＳ Ｐゴシック" charset="0"/>
              </a:rPr>
              <a:pPr marL="0" marR="0" lvl="0" indent="0" algn="l" defTabSz="60958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da-DK" sz="1000" b="0" i="0" u="none" strike="noStrike" kern="120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Arial" panose="020B0604020202020204"/>
              <a:ea typeface="ＭＳ Ｐゴシック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59DD43-F7EA-4C6A-AF15-791632C0120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164525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NDO_REDO_REVISIO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FALLBACK_LAYOUT" val="7"/>
  <p:tag name="MIO_SHOW_DATE" val="False"/>
  <p:tag name="MIO_SHOW_FOOTER" val="True"/>
  <p:tag name="MIO_SHOW_PAGENUMBER" val="True"/>
  <p:tag name="MIO_AVOID_BLANK_LAYOUT" val="False"/>
  <p:tag name="MIO_NUMBER_OF_VALID_LAYOUTS" val="9"/>
  <p:tag name="MIO_MST_COLOR_1" val="0,0,0,Dark 1"/>
  <p:tag name="MIO_MST_COLOR_2" val="255,255,255,Light 1"/>
  <p:tag name="MIO_MST_COLOR_3" val="38,53,66,Dark 2"/>
  <p:tag name="MIO_MST_COLOR_4" val="255,255,255,Light 2"/>
  <p:tag name="MIO_MST_COLOR_5" val="21,166,173,Accent 1"/>
  <p:tag name="MIO_MST_COLOR_6" val="147,228,249,Accent 2"/>
  <p:tag name="MIO_MST_COLOR_7" val="33,85,205,Accent 3"/>
  <p:tag name="MIO_MST_COLOR_8" val="29,109,127,Accent 4"/>
  <p:tag name="MIO_MST_COLOR_9" val="21,137,114,Accent 5"/>
  <p:tag name="MIO_MST_COLOR_10" val="204,204,204,Accent 6"/>
  <p:tag name="MIO_MST_COLOR_11" val="118,193,226,"/>
  <p:tag name="MIO_MST_COLOR_12" val="132,138,144,"/>
  <p:tag name="MIO_HDS" val="True"/>
  <p:tag name="MIO_EK" val="2277"/>
  <p:tag name="MIO_UPDATE" val="True"/>
  <p:tag name="MIO_VERSION" val="18.03.2016 15:43:41"/>
  <p:tag name="MIO_DBID" val="25C89224-3BD0-4DAE-9699-6AD9CAF4AB96"/>
  <p:tag name="MIO_LASTDOWNLOADED" val="20.03.2016 10:29:32"/>
  <p:tag name="MIO_OBJECTNAME" val="SimCorp New Template"/>
</p:tagLst>
</file>

<file path=ppt/theme/theme1.xml><?xml version="1.0" encoding="utf-8"?>
<a:theme xmlns:a="http://schemas.openxmlformats.org/drawingml/2006/main" name="SIMCORP">
  <a:themeElements>
    <a:clrScheme name="Custom 34">
      <a:dk1>
        <a:sysClr val="windowText" lastClr="000000"/>
      </a:dk1>
      <a:lt1>
        <a:sysClr val="window" lastClr="FFFFFF"/>
      </a:lt1>
      <a:dk2>
        <a:srgbClr val="2D465D"/>
      </a:dk2>
      <a:lt2>
        <a:srgbClr val="FFFFFF"/>
      </a:lt2>
      <a:accent1>
        <a:srgbClr val="15A6AD"/>
      </a:accent1>
      <a:accent2>
        <a:srgbClr val="00C8FF"/>
      </a:accent2>
      <a:accent3>
        <a:srgbClr val="2155CD"/>
      </a:accent3>
      <a:accent4>
        <a:srgbClr val="1D6D7F"/>
      </a:accent4>
      <a:accent5>
        <a:srgbClr val="158972"/>
      </a:accent5>
      <a:accent6>
        <a:srgbClr val="CCCCCC"/>
      </a:accent6>
      <a:hlink>
        <a:srgbClr val="00C8FF"/>
      </a:hlink>
      <a:folHlink>
        <a:srgbClr val="848A9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accent6"/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6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noFill/>
        <a:ln>
          <a:solidFill>
            <a:schemeClr val="accent6"/>
          </a:solidFill>
        </a:ln>
        <a:effectLst/>
      </a:spPr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0" indent="0" defTabSz="179388">
          <a:buClr>
            <a:srgbClr val="00DEE6"/>
          </a:buClr>
          <a:buFont typeface="Arial" panose="020B0604020202020204" pitchFamily="34" charset="0"/>
          <a:buNone/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84EF4261-137C-4B0C-B253-9A0F13567E1C}" vid="{17252A44-A3FC-4D20-BE79-7BE3A62508A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34">
    <a:dk1>
      <a:sysClr val="windowText" lastClr="000000"/>
    </a:dk1>
    <a:lt1>
      <a:sysClr val="window" lastClr="FFFFFF"/>
    </a:lt1>
    <a:dk2>
      <a:srgbClr val="2D465D"/>
    </a:dk2>
    <a:lt2>
      <a:srgbClr val="FFFFFF"/>
    </a:lt2>
    <a:accent1>
      <a:srgbClr val="15A6AD"/>
    </a:accent1>
    <a:accent2>
      <a:srgbClr val="00C8FF"/>
    </a:accent2>
    <a:accent3>
      <a:srgbClr val="2155CD"/>
    </a:accent3>
    <a:accent4>
      <a:srgbClr val="1D6D7F"/>
    </a:accent4>
    <a:accent5>
      <a:srgbClr val="158972"/>
    </a:accent5>
    <a:accent6>
      <a:srgbClr val="CCCCCC"/>
    </a:accent6>
    <a:hlink>
      <a:srgbClr val="00C8FF"/>
    </a:hlink>
    <a:folHlink>
      <a:srgbClr val="848A9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DFDFAC85D82FB4083582974A37F8301" ma:contentTypeVersion="0" ma:contentTypeDescription="Create a new document." ma:contentTypeScope="" ma:versionID="debe7fb8998e20d7e1b89ba93ebbd013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2939e06c25933291f3e5ef817cd6c5c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486F14C-B38A-4C9C-83C7-6E45BA6BC6CF}">
  <ds:schemaRefs>
    <ds:schemaRef ds:uri="http://purl.org/dc/elements/1.1/"/>
    <ds:schemaRef ds:uri="http://purl.org/dc/terms/"/>
    <ds:schemaRef ds:uri="http://schemas.microsoft.com/internal/obd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7F4D99E-48A7-48DB-A691-398FC9FE4E6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5557DA0-4402-4D05-84BC-08963EA8A819}">
  <ds:schemaRefs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3495</TotalTime>
  <Words>2051</Words>
  <Application>Microsoft Office PowerPoint</Application>
  <PresentationFormat>Widescreen</PresentationFormat>
  <Paragraphs>357</Paragraphs>
  <Slides>29</Slides>
  <Notes>17</Notes>
  <HiddenSlides>6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Calibri</vt:lpstr>
      <vt:lpstr>Consolas</vt:lpstr>
      <vt:lpstr>Georgia</vt:lpstr>
      <vt:lpstr>Lab Grotesque</vt:lpstr>
      <vt:lpstr>Myriad Pro</vt:lpstr>
      <vt:lpstr>SIMCORP</vt:lpstr>
      <vt:lpstr>PowerPoint Presentation</vt:lpstr>
      <vt:lpstr>Agenda</vt:lpstr>
      <vt:lpstr>IMS Project Manager </vt:lpstr>
      <vt:lpstr>New workspace creation</vt:lpstr>
      <vt:lpstr>Getting latest</vt:lpstr>
      <vt:lpstr>Check in</vt:lpstr>
      <vt:lpstr>Project manager</vt:lpstr>
      <vt:lpstr>Practice 1</vt:lpstr>
      <vt:lpstr>Practice 1</vt:lpstr>
      <vt:lpstr>Coffee Break</vt:lpstr>
      <vt:lpstr>Database access</vt:lpstr>
      <vt:lpstr>Live demo</vt:lpstr>
      <vt:lpstr>Live demo</vt:lpstr>
      <vt:lpstr>Database access</vt:lpstr>
      <vt:lpstr>Live demo</vt:lpstr>
      <vt:lpstr>crud</vt:lpstr>
      <vt:lpstr>crud</vt:lpstr>
      <vt:lpstr>crud</vt:lpstr>
      <vt:lpstr>crud</vt:lpstr>
      <vt:lpstr>crud</vt:lpstr>
      <vt:lpstr>Live demo</vt:lpstr>
      <vt:lpstr>Practice 2</vt:lpstr>
      <vt:lpstr>Practice 2 </vt:lpstr>
      <vt:lpstr>Practice 2 </vt:lpstr>
      <vt:lpstr>LUNCH</vt:lpstr>
      <vt:lpstr>{OpenGrok</vt:lpstr>
      <vt:lpstr>Live demo</vt:lpstr>
      <vt:lpstr>Practice 3</vt:lpstr>
      <vt:lpstr>Introduction into final assignment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Oleg Dudnyk</dc:creator>
  <cp:lastModifiedBy>Serhii Harmash</cp:lastModifiedBy>
  <cp:revision>5</cp:revision>
  <dcterms:created xsi:type="dcterms:W3CDTF">2020-08-21T07:47:45Z</dcterms:created>
  <dcterms:modified xsi:type="dcterms:W3CDTF">2022-09-18T20:40:11Z</dcterms:modified>
</cp:coreProperties>
</file>