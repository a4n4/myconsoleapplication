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5"/>
  </p:notesMasterIdLst>
  <p:handoutMasterIdLst>
    <p:handoutMasterId r:id="rId36"/>
  </p:handoutMasterIdLst>
  <p:sldIdLst>
    <p:sldId id="256" r:id="rId5"/>
    <p:sldId id="282" r:id="rId6"/>
    <p:sldId id="257" r:id="rId7"/>
    <p:sldId id="292" r:id="rId8"/>
    <p:sldId id="281" r:id="rId9"/>
    <p:sldId id="283" r:id="rId10"/>
    <p:sldId id="293" r:id="rId11"/>
    <p:sldId id="294" r:id="rId12"/>
    <p:sldId id="263" r:id="rId13"/>
    <p:sldId id="265" r:id="rId14"/>
    <p:sldId id="270" r:id="rId15"/>
    <p:sldId id="304" r:id="rId16"/>
    <p:sldId id="318" r:id="rId17"/>
    <p:sldId id="262" r:id="rId18"/>
    <p:sldId id="295" r:id="rId19"/>
    <p:sldId id="287" r:id="rId20"/>
    <p:sldId id="306" r:id="rId21"/>
    <p:sldId id="278" r:id="rId22"/>
    <p:sldId id="296" r:id="rId23"/>
    <p:sldId id="297" r:id="rId24"/>
    <p:sldId id="280" r:id="rId25"/>
    <p:sldId id="298" r:id="rId26"/>
    <p:sldId id="299" r:id="rId27"/>
    <p:sldId id="288" r:id="rId28"/>
    <p:sldId id="305" r:id="rId29"/>
    <p:sldId id="300" r:id="rId30"/>
    <p:sldId id="301" r:id="rId31"/>
    <p:sldId id="302" r:id="rId32"/>
    <p:sldId id="303" r:id="rId33"/>
    <p:sldId id="290" r:id="rId34"/>
  </p:sldIdLst>
  <p:sldSz cx="12192000" cy="6858000"/>
  <p:notesSz cx="6858000" cy="9144000"/>
  <p:custDataLst>
    <p:tags r:id="rId37"/>
  </p:custDataLst>
  <p:defaultTextStyle>
    <a:defPPr>
      <a:defRPr lang="en-US"/>
    </a:defPPr>
    <a:lvl1pPr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A9AE"/>
    <a:srgbClr val="00DEE6"/>
    <a:srgbClr val="44B8D6"/>
    <a:srgbClr val="15AAA6"/>
    <a:srgbClr val="A5C8CF"/>
    <a:srgbClr val="547A8B"/>
    <a:srgbClr val="010B19"/>
    <a:srgbClr val="CCCCCC"/>
    <a:srgbClr val="DADADA"/>
    <a:srgbClr val="082A41"/>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67143A-6E76-4705-B3D6-05DC086342A1}" v="2" dt="2022-02-16T15:31:47.645"/>
    <p1510:client id="{E04C5C55-D427-DDE9-5EBE-21C0B7FB8564}" v="1" dt="2022-02-16T15:29:55.5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6" d="100"/>
          <a:sy n="126" d="100"/>
        </p:scale>
        <p:origin x="2670" y="12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hii Harmash (SHHR)" userId="S::shhr@simcorp.com::19965dc1-3670-4089-9e09-ab6aab33a005" providerId="AD" clId="Web-{E9D9BC3C-53AF-417F-8E26-D5DEF00D2732}"/>
    <pc:docChg chg="addSld">
      <pc:chgData name="Serhii Harmash (SHHR)" userId="S::shhr@simcorp.com::19965dc1-3670-4089-9e09-ab6aab33a005" providerId="AD" clId="Web-{E9D9BC3C-53AF-417F-8E26-D5DEF00D2732}" dt="2021-03-02T14:24:15.116" v="0"/>
      <pc:docMkLst>
        <pc:docMk/>
      </pc:docMkLst>
      <pc:sldChg chg="add replId">
        <pc:chgData name="Serhii Harmash (SHHR)" userId="S::shhr@simcorp.com::19965dc1-3670-4089-9e09-ab6aab33a005" providerId="AD" clId="Web-{E9D9BC3C-53AF-417F-8E26-D5DEF00D2732}" dt="2021-03-02T14:24:15.116" v="0"/>
        <pc:sldMkLst>
          <pc:docMk/>
          <pc:sldMk cId="2080471683" sldId="291"/>
        </pc:sldMkLst>
      </pc:sldChg>
    </pc:docChg>
  </pc:docChgLst>
  <pc:docChgLst>
    <pc:chgData name="Serhii Harmash" userId="19965dc1-3670-4089-9e09-ab6aab33a005" providerId="ADAL" clId="{290FA6D6-8DA5-412F-81BE-BFE0B0937CF6}"/>
    <pc:docChg chg="undo custSel modSld">
      <pc:chgData name="Serhii Harmash" userId="19965dc1-3670-4089-9e09-ab6aab33a005" providerId="ADAL" clId="{290FA6D6-8DA5-412F-81BE-BFE0B0937CF6}" dt="2021-09-07T12:56:37.416" v="1" actId="1076"/>
      <pc:docMkLst>
        <pc:docMk/>
      </pc:docMkLst>
      <pc:sldChg chg="modSp mod">
        <pc:chgData name="Serhii Harmash" userId="19965dc1-3670-4089-9e09-ab6aab33a005" providerId="ADAL" clId="{290FA6D6-8DA5-412F-81BE-BFE0B0937CF6}" dt="2021-09-07T12:56:37.416" v="1" actId="1076"/>
        <pc:sldMkLst>
          <pc:docMk/>
          <pc:sldMk cId="3002743231" sldId="270"/>
        </pc:sldMkLst>
        <pc:spChg chg="mod">
          <ac:chgData name="Serhii Harmash" userId="19965dc1-3670-4089-9e09-ab6aab33a005" providerId="ADAL" clId="{290FA6D6-8DA5-412F-81BE-BFE0B0937CF6}" dt="2021-09-07T12:56:37.416" v="1" actId="1076"/>
          <ac:spMkLst>
            <pc:docMk/>
            <pc:sldMk cId="3002743231" sldId="270"/>
            <ac:spMk id="11" creationId="{632B2CE8-C8D1-46B0-B1B5-1492F85EF44A}"/>
          </ac:spMkLst>
        </pc:spChg>
      </pc:sldChg>
    </pc:docChg>
  </pc:docChgLst>
  <pc:docChgLst>
    <pc:chgData name="Serhii Harmash (SHHR)" userId="S::shhr@simcorp.com::19965dc1-3670-4089-9e09-ab6aab33a005" providerId="AD" clId="Web-{44D93AF5-CD67-1F82-23FB-174BFE48B78B}"/>
    <pc:docChg chg="modSld">
      <pc:chgData name="Serhii Harmash (SHHR)" userId="S::shhr@simcorp.com::19965dc1-3670-4089-9e09-ab6aab33a005" providerId="AD" clId="Web-{44D93AF5-CD67-1F82-23FB-174BFE48B78B}" dt="2021-06-10T06:52:20.054" v="2" actId="20577"/>
      <pc:docMkLst>
        <pc:docMk/>
      </pc:docMkLst>
      <pc:sldChg chg="modSp">
        <pc:chgData name="Serhii Harmash (SHHR)" userId="S::shhr@simcorp.com::19965dc1-3670-4089-9e09-ab6aab33a005" providerId="AD" clId="Web-{44D93AF5-CD67-1F82-23FB-174BFE48B78B}" dt="2021-06-10T06:52:20.054" v="2" actId="20577"/>
        <pc:sldMkLst>
          <pc:docMk/>
          <pc:sldMk cId="522247656" sldId="262"/>
        </pc:sldMkLst>
        <pc:spChg chg="mod">
          <ac:chgData name="Serhii Harmash (SHHR)" userId="S::shhr@simcorp.com::19965dc1-3670-4089-9e09-ab6aab33a005" providerId="AD" clId="Web-{44D93AF5-CD67-1F82-23FB-174BFE48B78B}" dt="2021-06-10T06:52:20.054" v="2" actId="20577"/>
          <ac:spMkLst>
            <pc:docMk/>
            <pc:sldMk cId="522247656" sldId="262"/>
            <ac:spMk id="5" creationId="{7477F67A-7476-4DEE-8AAE-E6229D817E6F}"/>
          </ac:spMkLst>
        </pc:spChg>
      </pc:sldChg>
    </pc:docChg>
  </pc:docChgLst>
  <pc:docChgLst>
    <pc:chgData name="Valeriia Kobzar (VRKR)" userId="S::vrkr@simcorp.com::abeb4f95-95bb-4875-81dd-0cbce4da8295" providerId="AD" clId="Web-{42529BC6-D421-6030-A3E1-F54682ADDA81}"/>
    <pc:docChg chg="modSld">
      <pc:chgData name="Valeriia Kobzar (VRKR)" userId="S::vrkr@simcorp.com::abeb4f95-95bb-4875-81dd-0cbce4da8295" providerId="AD" clId="Web-{42529BC6-D421-6030-A3E1-F54682ADDA81}" dt="2021-12-07T14:20:42.659" v="32" actId="20577"/>
      <pc:docMkLst>
        <pc:docMk/>
      </pc:docMkLst>
      <pc:sldChg chg="modSp">
        <pc:chgData name="Valeriia Kobzar (VRKR)" userId="S::vrkr@simcorp.com::abeb4f95-95bb-4875-81dd-0cbce4da8295" providerId="AD" clId="Web-{42529BC6-D421-6030-A3E1-F54682ADDA81}" dt="2021-12-07T14:20:42.659" v="32" actId="20577"/>
        <pc:sldMkLst>
          <pc:docMk/>
          <pc:sldMk cId="738792783" sldId="282"/>
        </pc:sldMkLst>
        <pc:spChg chg="mod">
          <ac:chgData name="Valeriia Kobzar (VRKR)" userId="S::vrkr@simcorp.com::abeb4f95-95bb-4875-81dd-0cbce4da8295" providerId="AD" clId="Web-{42529BC6-D421-6030-A3E1-F54682ADDA81}" dt="2021-12-07T14:20:42.659" v="32" actId="20577"/>
          <ac:spMkLst>
            <pc:docMk/>
            <pc:sldMk cId="738792783" sldId="282"/>
            <ac:spMk id="5" creationId="{67E8D471-BA5C-4AAC-A2C9-82DB42DEB307}"/>
          </ac:spMkLst>
        </pc:spChg>
      </pc:sldChg>
    </pc:docChg>
  </pc:docChgLst>
  <pc:docChgLst>
    <pc:chgData name="Serhii Litvinov (SGLI)" userId="S::sgli@simcorp.com::13e31772-44c1-46fd-b5ca-e73152eb6195" providerId="AD" clId="Web-{960037B9-21B5-B2B5-4AAB-7FC55D74645D}"/>
    <pc:docChg chg="addSld delSld">
      <pc:chgData name="Serhii Litvinov (SGLI)" userId="S::sgli@simcorp.com::13e31772-44c1-46fd-b5ca-e73152eb6195" providerId="AD" clId="Web-{960037B9-21B5-B2B5-4AAB-7FC55D74645D}" dt="2021-01-15T14:05:13.515" v="1"/>
      <pc:docMkLst>
        <pc:docMk/>
      </pc:docMkLst>
      <pc:sldChg chg="new del">
        <pc:chgData name="Serhii Litvinov (SGLI)" userId="S::sgli@simcorp.com::13e31772-44c1-46fd-b5ca-e73152eb6195" providerId="AD" clId="Web-{960037B9-21B5-B2B5-4AAB-7FC55D74645D}" dt="2021-01-15T14:05:13.515" v="1"/>
        <pc:sldMkLst>
          <pc:docMk/>
          <pc:sldMk cId="1095400983" sldId="291"/>
        </pc:sldMkLst>
      </pc:sldChg>
    </pc:docChg>
  </pc:docChgLst>
  <pc:docChgLst>
    <pc:chgData name="Yuliia Serhiienko (IMK)" userId="S::imk@simcorp.com::edd23dcc-9af8-4661-8842-9e32cdbf806d" providerId="AD" clId="Web-{6B67A5B8-9FAB-3FDA-9134-188E3FE568EF}"/>
    <pc:docChg chg="modSld">
      <pc:chgData name="Yuliia Serhiienko (IMK)" userId="S::imk@simcorp.com::edd23dcc-9af8-4661-8842-9e32cdbf806d" providerId="AD" clId="Web-{6B67A5B8-9FAB-3FDA-9134-188E3FE568EF}" dt="2021-09-07T22:13:39.804" v="3" actId="20577"/>
      <pc:docMkLst>
        <pc:docMk/>
      </pc:docMkLst>
      <pc:sldChg chg="modSp">
        <pc:chgData name="Yuliia Serhiienko (IMK)" userId="S::imk@simcorp.com::edd23dcc-9af8-4661-8842-9e32cdbf806d" providerId="AD" clId="Web-{6B67A5B8-9FAB-3FDA-9134-188E3FE568EF}" dt="2021-09-07T22:13:39.804" v="3" actId="20577"/>
        <pc:sldMkLst>
          <pc:docMk/>
          <pc:sldMk cId="416012817" sldId="257"/>
        </pc:sldMkLst>
        <pc:spChg chg="mod">
          <ac:chgData name="Yuliia Serhiienko (IMK)" userId="S::imk@simcorp.com::edd23dcc-9af8-4661-8842-9e32cdbf806d" providerId="AD" clId="Web-{6B67A5B8-9FAB-3FDA-9134-188E3FE568EF}" dt="2021-09-07T22:13:39.804" v="3" actId="20577"/>
          <ac:spMkLst>
            <pc:docMk/>
            <pc:sldMk cId="416012817" sldId="257"/>
            <ac:spMk id="5" creationId="{F72E09AF-E54A-41AE-954B-9D77463CEECA}"/>
          </ac:spMkLst>
        </pc:spChg>
      </pc:sldChg>
    </pc:docChg>
  </pc:docChgLst>
  <pc:docChgLst>
    <pc:chgData name="Serhii Harmash" userId="19965dc1-3670-4089-9e09-ab6aab33a005" providerId="ADAL" clId="{EC3A8D95-3391-40CE-8F15-E340C20A4ECC}"/>
    <pc:docChg chg="undo custSel addSld delSld modSld sldOrd">
      <pc:chgData name="Serhii Harmash" userId="19965dc1-3670-4089-9e09-ab6aab33a005" providerId="ADAL" clId="{EC3A8D95-3391-40CE-8F15-E340C20A4ECC}" dt="2021-03-03T10:57:18.180" v="2594" actId="20577"/>
      <pc:docMkLst>
        <pc:docMk/>
      </pc:docMkLst>
      <pc:sldChg chg="modSp mod">
        <pc:chgData name="Serhii Harmash" userId="19965dc1-3670-4089-9e09-ab6aab33a005" providerId="ADAL" clId="{EC3A8D95-3391-40CE-8F15-E340C20A4ECC}" dt="2021-03-02T14:35:27.747" v="187" actId="15"/>
        <pc:sldMkLst>
          <pc:docMk/>
          <pc:sldMk cId="416012817" sldId="257"/>
        </pc:sldMkLst>
        <pc:spChg chg="mod">
          <ac:chgData name="Serhii Harmash" userId="19965dc1-3670-4089-9e09-ab6aab33a005" providerId="ADAL" clId="{EC3A8D95-3391-40CE-8F15-E340C20A4ECC}" dt="2021-03-02T14:25:05.477" v="4"/>
          <ac:spMkLst>
            <pc:docMk/>
            <pc:sldMk cId="416012817" sldId="257"/>
            <ac:spMk id="3" creationId="{F9AA9E8E-2C29-431A-9250-D77637072257}"/>
          </ac:spMkLst>
        </pc:spChg>
        <pc:spChg chg="mod">
          <ac:chgData name="Serhii Harmash" userId="19965dc1-3670-4089-9e09-ab6aab33a005" providerId="ADAL" clId="{EC3A8D95-3391-40CE-8F15-E340C20A4ECC}" dt="2021-03-02T14:24:52.352" v="3" actId="20577"/>
          <ac:spMkLst>
            <pc:docMk/>
            <pc:sldMk cId="416012817" sldId="257"/>
            <ac:spMk id="4" creationId="{AF416DB9-D1F0-4056-8762-3E37E686A61C}"/>
          </ac:spMkLst>
        </pc:spChg>
        <pc:spChg chg="mod">
          <ac:chgData name="Serhii Harmash" userId="19965dc1-3670-4089-9e09-ab6aab33a005" providerId="ADAL" clId="{EC3A8D95-3391-40CE-8F15-E340C20A4ECC}" dt="2021-03-02T14:35:27.747" v="187" actId="15"/>
          <ac:spMkLst>
            <pc:docMk/>
            <pc:sldMk cId="416012817" sldId="257"/>
            <ac:spMk id="5" creationId="{F72E09AF-E54A-41AE-954B-9D77463CEECA}"/>
          </ac:spMkLst>
        </pc:spChg>
      </pc:sldChg>
      <pc:sldChg chg="del">
        <pc:chgData name="Serhii Harmash" userId="19965dc1-3670-4089-9e09-ab6aab33a005" providerId="ADAL" clId="{EC3A8D95-3391-40CE-8F15-E340C20A4ECC}" dt="2021-03-02T20:35:00.517" v="251" actId="47"/>
        <pc:sldMkLst>
          <pc:docMk/>
          <pc:sldMk cId="736540845" sldId="259"/>
        </pc:sldMkLst>
      </pc:sldChg>
      <pc:sldChg chg="del">
        <pc:chgData name="Serhii Harmash" userId="19965dc1-3670-4089-9e09-ab6aab33a005" providerId="ADAL" clId="{EC3A8D95-3391-40CE-8F15-E340C20A4ECC}" dt="2021-03-02T20:45:56.572" v="369" actId="47"/>
        <pc:sldMkLst>
          <pc:docMk/>
          <pc:sldMk cId="2156735850" sldId="261"/>
        </pc:sldMkLst>
      </pc:sldChg>
      <pc:sldChg chg="modSp mod ord">
        <pc:chgData name="Serhii Harmash" userId="19965dc1-3670-4089-9e09-ab6aab33a005" providerId="ADAL" clId="{EC3A8D95-3391-40CE-8F15-E340C20A4ECC}" dt="2021-03-02T22:16:17.280" v="2127" actId="21"/>
        <pc:sldMkLst>
          <pc:docMk/>
          <pc:sldMk cId="522247656" sldId="262"/>
        </pc:sldMkLst>
        <pc:spChg chg="mod">
          <ac:chgData name="Serhii Harmash" userId="19965dc1-3670-4089-9e09-ab6aab33a005" providerId="ADAL" clId="{EC3A8D95-3391-40CE-8F15-E340C20A4ECC}" dt="2021-03-02T21:57:06.982" v="1884" actId="20577"/>
          <ac:spMkLst>
            <pc:docMk/>
            <pc:sldMk cId="522247656" sldId="262"/>
            <ac:spMk id="3" creationId="{83B52CC9-F772-4FEC-B096-FC04929BB975}"/>
          </ac:spMkLst>
        </pc:spChg>
        <pc:spChg chg="mod">
          <ac:chgData name="Serhii Harmash" userId="19965dc1-3670-4089-9e09-ab6aab33a005" providerId="ADAL" clId="{EC3A8D95-3391-40CE-8F15-E340C20A4ECC}" dt="2021-03-02T21:57:00.328" v="1873"/>
          <ac:spMkLst>
            <pc:docMk/>
            <pc:sldMk cId="522247656" sldId="262"/>
            <ac:spMk id="4" creationId="{694D9431-23A8-43BA-A1D5-53727FFE5274}"/>
          </ac:spMkLst>
        </pc:spChg>
        <pc:spChg chg="mod">
          <ac:chgData name="Serhii Harmash" userId="19965dc1-3670-4089-9e09-ab6aab33a005" providerId="ADAL" clId="{EC3A8D95-3391-40CE-8F15-E340C20A4ECC}" dt="2021-03-02T22:16:17.280" v="2127" actId="21"/>
          <ac:spMkLst>
            <pc:docMk/>
            <pc:sldMk cId="522247656" sldId="262"/>
            <ac:spMk id="5" creationId="{7477F67A-7476-4DEE-8AAE-E6229D817E6F}"/>
          </ac:spMkLst>
        </pc:spChg>
      </pc:sldChg>
      <pc:sldChg chg="addSp delSp modSp mod">
        <pc:chgData name="Serhii Harmash" userId="19965dc1-3670-4089-9e09-ab6aab33a005" providerId="ADAL" clId="{EC3A8D95-3391-40CE-8F15-E340C20A4ECC}" dt="2021-03-02T21:26:15.929" v="1205"/>
        <pc:sldMkLst>
          <pc:docMk/>
          <pc:sldMk cId="2275373117" sldId="263"/>
        </pc:sldMkLst>
        <pc:spChg chg="mod">
          <ac:chgData name="Serhii Harmash" userId="19965dc1-3670-4089-9e09-ab6aab33a005" providerId="ADAL" clId="{EC3A8D95-3391-40CE-8F15-E340C20A4ECC}" dt="2021-03-02T21:26:15.929" v="1205"/>
          <ac:spMkLst>
            <pc:docMk/>
            <pc:sldMk cId="2275373117" sldId="263"/>
            <ac:spMk id="4" creationId="{8D35A18F-720B-451C-80F8-A370409DE701}"/>
          </ac:spMkLst>
        </pc:spChg>
        <pc:spChg chg="mod">
          <ac:chgData name="Serhii Harmash" userId="19965dc1-3670-4089-9e09-ab6aab33a005" providerId="ADAL" clId="{EC3A8D95-3391-40CE-8F15-E340C20A4ECC}" dt="2021-03-02T21:18:04.546" v="630" actId="14100"/>
          <ac:spMkLst>
            <pc:docMk/>
            <pc:sldMk cId="2275373117" sldId="263"/>
            <ac:spMk id="5" creationId="{3AFA6070-10AA-4ADB-868D-13C90D19FCAB}"/>
          </ac:spMkLst>
        </pc:spChg>
        <pc:spChg chg="add mod">
          <ac:chgData name="Serhii Harmash" userId="19965dc1-3670-4089-9e09-ab6aab33a005" providerId="ADAL" clId="{EC3A8D95-3391-40CE-8F15-E340C20A4ECC}" dt="2021-03-02T21:25:31.144" v="1203" actId="14100"/>
          <ac:spMkLst>
            <pc:docMk/>
            <pc:sldMk cId="2275373117" sldId="263"/>
            <ac:spMk id="8" creationId="{114C3CE6-33D6-4A6D-AFAF-D9466AED6392}"/>
          </ac:spMkLst>
        </pc:spChg>
        <pc:spChg chg="add mod">
          <ac:chgData name="Serhii Harmash" userId="19965dc1-3670-4089-9e09-ab6aab33a005" providerId="ADAL" clId="{EC3A8D95-3391-40CE-8F15-E340C20A4ECC}" dt="2021-03-02T21:25:26.490" v="1202" actId="14100"/>
          <ac:spMkLst>
            <pc:docMk/>
            <pc:sldMk cId="2275373117" sldId="263"/>
            <ac:spMk id="10" creationId="{8AA789EF-F4D0-458F-A298-6C592F7BDE06}"/>
          </ac:spMkLst>
        </pc:spChg>
        <pc:spChg chg="add mod">
          <ac:chgData name="Serhii Harmash" userId="19965dc1-3670-4089-9e09-ab6aab33a005" providerId="ADAL" clId="{EC3A8D95-3391-40CE-8F15-E340C20A4ECC}" dt="2021-03-02T21:25:16.716" v="1200" actId="14100"/>
          <ac:spMkLst>
            <pc:docMk/>
            <pc:sldMk cId="2275373117" sldId="263"/>
            <ac:spMk id="11" creationId="{4AB9860C-2574-417A-B329-367EDE523501}"/>
          </ac:spMkLst>
        </pc:spChg>
        <pc:graphicFrameChg chg="add mod modGraphic">
          <ac:chgData name="Serhii Harmash" userId="19965dc1-3670-4089-9e09-ab6aab33a005" providerId="ADAL" clId="{EC3A8D95-3391-40CE-8F15-E340C20A4ECC}" dt="2021-03-02T21:19:43.066" v="679" actId="12100"/>
          <ac:graphicFrameMkLst>
            <pc:docMk/>
            <pc:sldMk cId="2275373117" sldId="263"/>
            <ac:graphicFrameMk id="6" creationId="{44210B5F-07FF-4965-A794-2DE9E4FBACF0}"/>
          </ac:graphicFrameMkLst>
        </pc:graphicFrameChg>
        <pc:picChg chg="del">
          <ac:chgData name="Serhii Harmash" userId="19965dc1-3670-4089-9e09-ab6aab33a005" providerId="ADAL" clId="{EC3A8D95-3391-40CE-8F15-E340C20A4ECC}" dt="2021-03-02T21:17:07.912" v="624" actId="478"/>
          <ac:picMkLst>
            <pc:docMk/>
            <pc:sldMk cId="2275373117" sldId="263"/>
            <ac:picMk id="7" creationId="{11C81260-27FE-4B5D-A9B8-4F4C74F76D52}"/>
          </ac:picMkLst>
        </pc:picChg>
        <pc:picChg chg="add del mod">
          <ac:chgData name="Serhii Harmash" userId="19965dc1-3670-4089-9e09-ab6aab33a005" providerId="ADAL" clId="{EC3A8D95-3391-40CE-8F15-E340C20A4ECC}" dt="2021-03-02T21:17:34.331" v="627" actId="21"/>
          <ac:picMkLst>
            <pc:docMk/>
            <pc:sldMk cId="2275373117" sldId="263"/>
            <ac:picMk id="2050" creationId="{C83AF08C-E784-4204-AAED-2B3C22F6E0A0}"/>
          </ac:picMkLst>
        </pc:picChg>
      </pc:sldChg>
      <pc:sldChg chg="del">
        <pc:chgData name="Serhii Harmash" userId="19965dc1-3670-4089-9e09-ab6aab33a005" providerId="ADAL" clId="{EC3A8D95-3391-40CE-8F15-E340C20A4ECC}" dt="2021-03-02T21:49:07.392" v="1723" actId="47"/>
        <pc:sldMkLst>
          <pc:docMk/>
          <pc:sldMk cId="2161847862" sldId="264"/>
        </pc:sldMkLst>
      </pc:sldChg>
      <pc:sldChg chg="addSp delSp modSp mod">
        <pc:chgData name="Serhii Harmash" userId="19965dc1-3670-4089-9e09-ab6aab33a005" providerId="ADAL" clId="{EC3A8D95-3391-40CE-8F15-E340C20A4ECC}" dt="2021-03-02T22:33:01.720" v="2447" actId="20577"/>
        <pc:sldMkLst>
          <pc:docMk/>
          <pc:sldMk cId="3218173390" sldId="265"/>
        </pc:sldMkLst>
        <pc:spChg chg="del mod">
          <ac:chgData name="Serhii Harmash" userId="19965dc1-3670-4089-9e09-ab6aab33a005" providerId="ADAL" clId="{EC3A8D95-3391-40CE-8F15-E340C20A4ECC}" dt="2021-03-02T21:26:52.748" v="1209" actId="478"/>
          <ac:spMkLst>
            <pc:docMk/>
            <pc:sldMk cId="3218173390" sldId="265"/>
            <ac:spMk id="3" creationId="{2365D91A-2115-46DB-8337-29DF0C61A04B}"/>
          </ac:spMkLst>
        </pc:spChg>
        <pc:spChg chg="mod">
          <ac:chgData name="Serhii Harmash" userId="19965dc1-3670-4089-9e09-ab6aab33a005" providerId="ADAL" clId="{EC3A8D95-3391-40CE-8F15-E340C20A4ECC}" dt="2021-03-02T21:26:26.160" v="1206"/>
          <ac:spMkLst>
            <pc:docMk/>
            <pc:sldMk cId="3218173390" sldId="265"/>
            <ac:spMk id="4" creationId="{70E8708B-CCBA-4AA1-ACDD-C7137D8BC650}"/>
          </ac:spMkLst>
        </pc:spChg>
        <pc:spChg chg="mod">
          <ac:chgData name="Serhii Harmash" userId="19965dc1-3670-4089-9e09-ab6aab33a005" providerId="ADAL" clId="{EC3A8D95-3391-40CE-8F15-E340C20A4ECC}" dt="2021-03-02T22:33:01.720" v="2447" actId="20577"/>
          <ac:spMkLst>
            <pc:docMk/>
            <pc:sldMk cId="3218173390" sldId="265"/>
            <ac:spMk id="5" creationId="{8312C2AB-BC82-4AEB-9637-F6F3E5F62ED6}"/>
          </ac:spMkLst>
        </pc:spChg>
        <pc:spChg chg="add del mod">
          <ac:chgData name="Serhii Harmash" userId="19965dc1-3670-4089-9e09-ab6aab33a005" providerId="ADAL" clId="{EC3A8D95-3391-40CE-8F15-E340C20A4ECC}" dt="2021-03-02T21:26:40.155" v="1207" actId="478"/>
          <ac:spMkLst>
            <pc:docMk/>
            <pc:sldMk cId="3218173390" sldId="265"/>
            <ac:spMk id="7" creationId="{7BD79F00-2811-4A9D-BEB9-8814EA1E4088}"/>
          </ac:spMkLst>
        </pc:spChg>
        <pc:spChg chg="add del mod">
          <ac:chgData name="Serhii Harmash" userId="19965dc1-3670-4089-9e09-ab6aab33a005" providerId="ADAL" clId="{EC3A8D95-3391-40CE-8F15-E340C20A4ECC}" dt="2021-03-02T21:36:44.762" v="1326" actId="478"/>
          <ac:spMkLst>
            <pc:docMk/>
            <pc:sldMk cId="3218173390" sldId="265"/>
            <ac:spMk id="8" creationId="{94810CD0-D89A-4793-A16D-E7630EC88FC5}"/>
          </ac:spMkLst>
        </pc:spChg>
        <pc:spChg chg="add del mod">
          <ac:chgData name="Serhii Harmash" userId="19965dc1-3670-4089-9e09-ab6aab33a005" providerId="ADAL" clId="{EC3A8D95-3391-40CE-8F15-E340C20A4ECC}" dt="2021-03-02T21:36:47.606" v="1327" actId="478"/>
          <ac:spMkLst>
            <pc:docMk/>
            <pc:sldMk cId="3218173390" sldId="265"/>
            <ac:spMk id="9" creationId="{EA1E5AB8-6194-40EB-9148-757201DF9E1F}"/>
          </ac:spMkLst>
        </pc:spChg>
        <pc:spChg chg="add mod">
          <ac:chgData name="Serhii Harmash" userId="19965dc1-3670-4089-9e09-ab6aab33a005" providerId="ADAL" clId="{EC3A8D95-3391-40CE-8F15-E340C20A4ECC}" dt="2021-03-02T21:35:51.767" v="1308" actId="20577"/>
          <ac:spMkLst>
            <pc:docMk/>
            <pc:sldMk cId="3218173390" sldId="265"/>
            <ac:spMk id="10" creationId="{A84A78F2-ECC5-44D7-9AE2-FF72529EC557}"/>
          </ac:spMkLst>
        </pc:spChg>
        <pc:spChg chg="add mod">
          <ac:chgData name="Serhii Harmash" userId="19965dc1-3670-4089-9e09-ab6aab33a005" providerId="ADAL" clId="{EC3A8D95-3391-40CE-8F15-E340C20A4ECC}" dt="2021-03-02T21:39:09.599" v="1473" actId="20577"/>
          <ac:spMkLst>
            <pc:docMk/>
            <pc:sldMk cId="3218173390" sldId="265"/>
            <ac:spMk id="12" creationId="{78A0C8FC-B9CE-4043-81D1-C709B1F5EB2A}"/>
          </ac:spMkLst>
        </pc:spChg>
        <pc:picChg chg="del">
          <ac:chgData name="Serhii Harmash" userId="19965dc1-3670-4089-9e09-ab6aab33a005" providerId="ADAL" clId="{EC3A8D95-3391-40CE-8F15-E340C20A4ECC}" dt="2021-03-02T21:25:46.031" v="1204" actId="478"/>
          <ac:picMkLst>
            <pc:docMk/>
            <pc:sldMk cId="3218173390" sldId="265"/>
            <ac:picMk id="11" creationId="{04EE1470-3BAC-4D16-9D15-2D0606725EE3}"/>
          </ac:picMkLst>
        </pc:picChg>
      </pc:sldChg>
      <pc:sldChg chg="del">
        <pc:chgData name="Serhii Harmash" userId="19965dc1-3670-4089-9e09-ab6aab33a005" providerId="ADAL" clId="{EC3A8D95-3391-40CE-8F15-E340C20A4ECC}" dt="2021-03-02T21:26:55.445" v="1210" actId="47"/>
        <pc:sldMkLst>
          <pc:docMk/>
          <pc:sldMk cId="1818471344" sldId="266"/>
        </pc:sldMkLst>
      </pc:sldChg>
      <pc:sldChg chg="del">
        <pc:chgData name="Serhii Harmash" userId="19965dc1-3670-4089-9e09-ab6aab33a005" providerId="ADAL" clId="{EC3A8D95-3391-40CE-8F15-E340C20A4ECC}" dt="2021-03-02T21:27:05.866" v="1212" actId="47"/>
        <pc:sldMkLst>
          <pc:docMk/>
          <pc:sldMk cId="899449918" sldId="267"/>
        </pc:sldMkLst>
      </pc:sldChg>
      <pc:sldChg chg="del">
        <pc:chgData name="Serhii Harmash" userId="19965dc1-3670-4089-9e09-ab6aab33a005" providerId="ADAL" clId="{EC3A8D95-3391-40CE-8F15-E340C20A4ECC}" dt="2021-03-02T21:39:14.209" v="1474" actId="47"/>
        <pc:sldMkLst>
          <pc:docMk/>
          <pc:sldMk cId="3120069808" sldId="268"/>
        </pc:sldMkLst>
      </pc:sldChg>
      <pc:sldChg chg="del">
        <pc:chgData name="Serhii Harmash" userId="19965dc1-3670-4089-9e09-ab6aab33a005" providerId="ADAL" clId="{EC3A8D95-3391-40CE-8F15-E340C20A4ECC}" dt="2021-03-02T21:27:03.596" v="1211" actId="47"/>
        <pc:sldMkLst>
          <pc:docMk/>
          <pc:sldMk cId="3426327934" sldId="269"/>
        </pc:sldMkLst>
      </pc:sldChg>
      <pc:sldChg chg="addSp delSp modSp mod">
        <pc:chgData name="Serhii Harmash" userId="19965dc1-3670-4089-9e09-ab6aab33a005" providerId="ADAL" clId="{EC3A8D95-3391-40CE-8F15-E340C20A4ECC}" dt="2021-03-02T21:48:34.219" v="1722" actId="1076"/>
        <pc:sldMkLst>
          <pc:docMk/>
          <pc:sldMk cId="3002743231" sldId="270"/>
        </pc:sldMkLst>
        <pc:spChg chg="mod">
          <ac:chgData name="Serhii Harmash" userId="19965dc1-3670-4089-9e09-ab6aab33a005" providerId="ADAL" clId="{EC3A8D95-3391-40CE-8F15-E340C20A4ECC}" dt="2021-03-02T21:44:55.824" v="1601" actId="404"/>
          <ac:spMkLst>
            <pc:docMk/>
            <pc:sldMk cId="3002743231" sldId="270"/>
            <ac:spMk id="3" creationId="{4CD2D430-8320-4DC5-A477-18CAA44EC8C5}"/>
          </ac:spMkLst>
        </pc:spChg>
        <pc:spChg chg="mod">
          <ac:chgData name="Serhii Harmash" userId="19965dc1-3670-4089-9e09-ab6aab33a005" providerId="ADAL" clId="{EC3A8D95-3391-40CE-8F15-E340C20A4ECC}" dt="2021-03-02T21:39:32.025" v="1475"/>
          <ac:spMkLst>
            <pc:docMk/>
            <pc:sldMk cId="3002743231" sldId="270"/>
            <ac:spMk id="4" creationId="{775477FA-12EA-4001-BF98-D116462BBA4C}"/>
          </ac:spMkLst>
        </pc:spChg>
        <pc:spChg chg="del">
          <ac:chgData name="Serhii Harmash" userId="19965dc1-3670-4089-9e09-ab6aab33a005" providerId="ADAL" clId="{EC3A8D95-3391-40CE-8F15-E340C20A4ECC}" dt="2021-03-02T21:40:05.428" v="1507" actId="478"/>
          <ac:spMkLst>
            <pc:docMk/>
            <pc:sldMk cId="3002743231" sldId="270"/>
            <ac:spMk id="6" creationId="{1D2627AD-2900-4600-B703-1FB94987CD41}"/>
          </ac:spMkLst>
        </pc:spChg>
        <pc:spChg chg="add mod">
          <ac:chgData name="Serhii Harmash" userId="19965dc1-3670-4089-9e09-ab6aab33a005" providerId="ADAL" clId="{EC3A8D95-3391-40CE-8F15-E340C20A4ECC}" dt="2021-03-02T21:45:04.919" v="1602" actId="1076"/>
          <ac:spMkLst>
            <pc:docMk/>
            <pc:sldMk cId="3002743231" sldId="270"/>
            <ac:spMk id="7" creationId="{4BE4602A-0F87-4211-91AF-96F1CCCDB397}"/>
          </ac:spMkLst>
        </pc:spChg>
        <pc:spChg chg="add mod">
          <ac:chgData name="Serhii Harmash" userId="19965dc1-3670-4089-9e09-ab6aab33a005" providerId="ADAL" clId="{EC3A8D95-3391-40CE-8F15-E340C20A4ECC}" dt="2021-03-02T21:45:04.919" v="1602" actId="1076"/>
          <ac:spMkLst>
            <pc:docMk/>
            <pc:sldMk cId="3002743231" sldId="270"/>
            <ac:spMk id="8" creationId="{07B05C96-EB9B-4AE6-ACB6-E3990210552E}"/>
          </ac:spMkLst>
        </pc:spChg>
        <pc:spChg chg="del">
          <ac:chgData name="Serhii Harmash" userId="19965dc1-3670-4089-9e09-ab6aab33a005" providerId="ADAL" clId="{EC3A8D95-3391-40CE-8F15-E340C20A4ECC}" dt="2021-03-02T21:40:04.212" v="1506" actId="478"/>
          <ac:spMkLst>
            <pc:docMk/>
            <pc:sldMk cId="3002743231" sldId="270"/>
            <ac:spMk id="9" creationId="{8388AE02-67D1-4C2F-8771-E26D4F77C6BD}"/>
          </ac:spMkLst>
        </pc:spChg>
        <pc:spChg chg="add mod">
          <ac:chgData name="Serhii Harmash" userId="19965dc1-3670-4089-9e09-ab6aab33a005" providerId="ADAL" clId="{EC3A8D95-3391-40CE-8F15-E340C20A4ECC}" dt="2021-03-02T21:47:36.704" v="1643" actId="1076"/>
          <ac:spMkLst>
            <pc:docMk/>
            <pc:sldMk cId="3002743231" sldId="270"/>
            <ac:spMk id="11" creationId="{632B2CE8-C8D1-46B0-B1B5-1492F85EF44A}"/>
          </ac:spMkLst>
        </pc:spChg>
        <pc:spChg chg="add mod">
          <ac:chgData name="Serhii Harmash" userId="19965dc1-3670-4089-9e09-ab6aab33a005" providerId="ADAL" clId="{EC3A8D95-3391-40CE-8F15-E340C20A4ECC}" dt="2021-03-02T21:48:34.219" v="1722" actId="1076"/>
          <ac:spMkLst>
            <pc:docMk/>
            <pc:sldMk cId="3002743231" sldId="270"/>
            <ac:spMk id="12" creationId="{078F24AB-B7EC-4284-8077-C228BB0DA95D}"/>
          </ac:spMkLst>
        </pc:spChg>
      </pc:sldChg>
      <pc:sldChg chg="del">
        <pc:chgData name="Serhii Harmash" userId="19965dc1-3670-4089-9e09-ab6aab33a005" providerId="ADAL" clId="{EC3A8D95-3391-40CE-8F15-E340C20A4ECC}" dt="2021-03-02T21:39:51.436" v="1478" actId="47"/>
        <pc:sldMkLst>
          <pc:docMk/>
          <pc:sldMk cId="106521971" sldId="271"/>
        </pc:sldMkLst>
      </pc:sldChg>
      <pc:sldChg chg="del">
        <pc:chgData name="Serhii Harmash" userId="19965dc1-3670-4089-9e09-ab6aab33a005" providerId="ADAL" clId="{EC3A8D95-3391-40CE-8F15-E340C20A4ECC}" dt="2021-03-02T21:27:19.276" v="1213" actId="47"/>
        <pc:sldMkLst>
          <pc:docMk/>
          <pc:sldMk cId="3647915329" sldId="272"/>
        </pc:sldMkLst>
      </pc:sldChg>
      <pc:sldChg chg="del ord">
        <pc:chgData name="Serhii Harmash" userId="19965dc1-3670-4089-9e09-ab6aab33a005" providerId="ADAL" clId="{EC3A8D95-3391-40CE-8F15-E340C20A4ECC}" dt="2021-03-02T22:12:33.252" v="2042" actId="47"/>
        <pc:sldMkLst>
          <pc:docMk/>
          <pc:sldMk cId="385972537" sldId="273"/>
        </pc:sldMkLst>
      </pc:sldChg>
      <pc:sldChg chg="del">
        <pc:chgData name="Serhii Harmash" userId="19965dc1-3670-4089-9e09-ab6aab33a005" providerId="ADAL" clId="{EC3A8D95-3391-40CE-8F15-E340C20A4ECC}" dt="2021-03-02T21:27:30.941" v="1214" actId="47"/>
        <pc:sldMkLst>
          <pc:docMk/>
          <pc:sldMk cId="197880629" sldId="274"/>
        </pc:sldMkLst>
      </pc:sldChg>
      <pc:sldChg chg="del ord">
        <pc:chgData name="Serhii Harmash" userId="19965dc1-3670-4089-9e09-ab6aab33a005" providerId="ADAL" clId="{EC3A8D95-3391-40CE-8F15-E340C20A4ECC}" dt="2021-03-02T22:14:54.728" v="2075" actId="47"/>
        <pc:sldMkLst>
          <pc:docMk/>
          <pc:sldMk cId="667536771" sldId="275"/>
        </pc:sldMkLst>
      </pc:sldChg>
      <pc:sldChg chg="del">
        <pc:chgData name="Serhii Harmash" userId="19965dc1-3670-4089-9e09-ab6aab33a005" providerId="ADAL" clId="{EC3A8D95-3391-40CE-8F15-E340C20A4ECC}" dt="2021-03-02T22:23:00.347" v="2295" actId="47"/>
        <pc:sldMkLst>
          <pc:docMk/>
          <pc:sldMk cId="1346567560" sldId="276"/>
        </pc:sldMkLst>
      </pc:sldChg>
      <pc:sldChg chg="del">
        <pc:chgData name="Serhii Harmash" userId="19965dc1-3670-4089-9e09-ab6aab33a005" providerId="ADAL" clId="{EC3A8D95-3391-40CE-8F15-E340C20A4ECC}" dt="2021-03-02T22:23:00.347" v="2295" actId="47"/>
        <pc:sldMkLst>
          <pc:docMk/>
          <pc:sldMk cId="3203748811" sldId="277"/>
        </pc:sldMkLst>
      </pc:sldChg>
      <pc:sldChg chg="addSp delSp modSp mod ord">
        <pc:chgData name="Serhii Harmash" userId="19965dc1-3670-4089-9e09-ab6aab33a005" providerId="ADAL" clId="{EC3A8D95-3391-40CE-8F15-E340C20A4ECC}" dt="2021-03-02T22:08:16.640" v="1988" actId="20577"/>
        <pc:sldMkLst>
          <pc:docMk/>
          <pc:sldMk cId="416170713" sldId="278"/>
        </pc:sldMkLst>
        <pc:spChg chg="mod">
          <ac:chgData name="Serhii Harmash" userId="19965dc1-3670-4089-9e09-ab6aab33a005" providerId="ADAL" clId="{EC3A8D95-3391-40CE-8F15-E340C20A4ECC}" dt="2021-03-02T22:01:32.287" v="1921"/>
          <ac:spMkLst>
            <pc:docMk/>
            <pc:sldMk cId="416170713" sldId="278"/>
            <ac:spMk id="3" creationId="{A4D62349-695F-4C03-99E4-D30F46E35788}"/>
          </ac:spMkLst>
        </pc:spChg>
        <pc:spChg chg="mod">
          <ac:chgData name="Serhii Harmash" userId="19965dc1-3670-4089-9e09-ab6aab33a005" providerId="ADAL" clId="{EC3A8D95-3391-40CE-8F15-E340C20A4ECC}" dt="2021-03-02T22:02:21.096" v="1922"/>
          <ac:spMkLst>
            <pc:docMk/>
            <pc:sldMk cId="416170713" sldId="278"/>
            <ac:spMk id="4" creationId="{75AE9BE9-CFDA-40A4-8B18-E5E9CA38F264}"/>
          </ac:spMkLst>
        </pc:spChg>
        <pc:spChg chg="mod">
          <ac:chgData name="Serhii Harmash" userId="19965dc1-3670-4089-9e09-ab6aab33a005" providerId="ADAL" clId="{EC3A8D95-3391-40CE-8F15-E340C20A4ECC}" dt="2021-03-02T22:06:06.146" v="1966" actId="20577"/>
          <ac:spMkLst>
            <pc:docMk/>
            <pc:sldMk cId="416170713" sldId="278"/>
            <ac:spMk id="5" creationId="{98955856-922E-427D-AD05-1583C23F055E}"/>
          </ac:spMkLst>
        </pc:spChg>
        <pc:spChg chg="add mod">
          <ac:chgData name="Serhii Harmash" userId="19965dc1-3670-4089-9e09-ab6aab33a005" providerId="ADAL" clId="{EC3A8D95-3391-40CE-8F15-E340C20A4ECC}" dt="2021-03-02T22:07:11.838" v="1973" actId="1076"/>
          <ac:spMkLst>
            <pc:docMk/>
            <pc:sldMk cId="416170713" sldId="278"/>
            <ac:spMk id="8" creationId="{F29A89EF-AAF2-4469-B490-D58D961ED382}"/>
          </ac:spMkLst>
        </pc:spChg>
        <pc:spChg chg="add mod">
          <ac:chgData name="Serhii Harmash" userId="19965dc1-3670-4089-9e09-ab6aab33a005" providerId="ADAL" clId="{EC3A8D95-3391-40CE-8F15-E340C20A4ECC}" dt="2021-03-02T22:08:16.640" v="1988" actId="20577"/>
          <ac:spMkLst>
            <pc:docMk/>
            <pc:sldMk cId="416170713" sldId="278"/>
            <ac:spMk id="9" creationId="{2860CF25-1C8F-4758-AF57-211845EA2053}"/>
          </ac:spMkLst>
        </pc:spChg>
        <pc:picChg chg="del">
          <ac:chgData name="Serhii Harmash" userId="19965dc1-3670-4089-9e09-ab6aab33a005" providerId="ADAL" clId="{EC3A8D95-3391-40CE-8F15-E340C20A4ECC}" dt="2021-03-02T22:04:47.044" v="1934" actId="478"/>
          <ac:picMkLst>
            <pc:docMk/>
            <pc:sldMk cId="416170713" sldId="278"/>
            <ac:picMk id="7" creationId="{D8DB3D6F-13EF-4378-BB26-2A61E7CCAAA2}"/>
          </ac:picMkLst>
        </pc:picChg>
        <pc:picChg chg="del">
          <ac:chgData name="Serhii Harmash" userId="19965dc1-3670-4089-9e09-ab6aab33a005" providerId="ADAL" clId="{EC3A8D95-3391-40CE-8F15-E340C20A4ECC}" dt="2021-03-02T22:00:54.582" v="1914" actId="478"/>
          <ac:picMkLst>
            <pc:docMk/>
            <pc:sldMk cId="416170713" sldId="278"/>
            <ac:picMk id="11" creationId="{02E45A8E-32B7-4536-A36C-B85C61FBB67A}"/>
          </ac:picMkLst>
        </pc:picChg>
      </pc:sldChg>
      <pc:sldChg chg="del">
        <pc:chgData name="Serhii Harmash" userId="19965dc1-3670-4089-9e09-ab6aab33a005" providerId="ADAL" clId="{EC3A8D95-3391-40CE-8F15-E340C20A4ECC}" dt="2021-03-02T21:27:32.779" v="1215" actId="47"/>
        <pc:sldMkLst>
          <pc:docMk/>
          <pc:sldMk cId="3477886163" sldId="279"/>
        </pc:sldMkLst>
      </pc:sldChg>
      <pc:sldChg chg="addSp delSp modSp mod ord">
        <pc:chgData name="Serhii Harmash" userId="19965dc1-3670-4089-9e09-ab6aab33a005" providerId="ADAL" clId="{EC3A8D95-3391-40CE-8F15-E340C20A4ECC}" dt="2021-03-02T22:12:26.997" v="2041" actId="1076"/>
        <pc:sldMkLst>
          <pc:docMk/>
          <pc:sldMk cId="88062624" sldId="280"/>
        </pc:sldMkLst>
        <pc:spChg chg="mod">
          <ac:chgData name="Serhii Harmash" userId="19965dc1-3670-4089-9e09-ab6aab33a005" providerId="ADAL" clId="{EC3A8D95-3391-40CE-8F15-E340C20A4ECC}" dt="2021-03-02T22:02:39.916" v="1929" actId="20577"/>
          <ac:spMkLst>
            <pc:docMk/>
            <pc:sldMk cId="88062624" sldId="280"/>
            <ac:spMk id="3" creationId="{90C913F3-6AF3-45E8-912A-0D039DDF01B0}"/>
          </ac:spMkLst>
        </pc:spChg>
        <pc:spChg chg="mod">
          <ac:chgData name="Serhii Harmash" userId="19965dc1-3670-4089-9e09-ab6aab33a005" providerId="ADAL" clId="{EC3A8D95-3391-40CE-8F15-E340C20A4ECC}" dt="2021-03-02T22:02:25.904" v="1923"/>
          <ac:spMkLst>
            <pc:docMk/>
            <pc:sldMk cId="88062624" sldId="280"/>
            <ac:spMk id="4" creationId="{5A88102A-80B7-4721-9FF8-7225143A2C93}"/>
          </ac:spMkLst>
        </pc:spChg>
        <pc:spChg chg="mod">
          <ac:chgData name="Serhii Harmash" userId="19965dc1-3670-4089-9e09-ab6aab33a005" providerId="ADAL" clId="{EC3A8D95-3391-40CE-8F15-E340C20A4ECC}" dt="2021-03-02T22:11:45.661" v="2033" actId="27107"/>
          <ac:spMkLst>
            <pc:docMk/>
            <pc:sldMk cId="88062624" sldId="280"/>
            <ac:spMk id="5" creationId="{71CB0FF1-55E9-4F01-8390-4A7CE7A5A5C6}"/>
          </ac:spMkLst>
        </pc:spChg>
        <pc:spChg chg="add mod">
          <ac:chgData name="Serhii Harmash" userId="19965dc1-3670-4089-9e09-ab6aab33a005" providerId="ADAL" clId="{EC3A8D95-3391-40CE-8F15-E340C20A4ECC}" dt="2021-03-02T22:12:10.108" v="2037" actId="1076"/>
          <ac:spMkLst>
            <pc:docMk/>
            <pc:sldMk cId="88062624" sldId="280"/>
            <ac:spMk id="8" creationId="{1046FB51-0011-40A9-91EB-B5C7D70B9792}"/>
          </ac:spMkLst>
        </pc:spChg>
        <pc:spChg chg="add mod">
          <ac:chgData name="Serhii Harmash" userId="19965dc1-3670-4089-9e09-ab6aab33a005" providerId="ADAL" clId="{EC3A8D95-3391-40CE-8F15-E340C20A4ECC}" dt="2021-03-02T22:12:26.997" v="2041" actId="1076"/>
          <ac:spMkLst>
            <pc:docMk/>
            <pc:sldMk cId="88062624" sldId="280"/>
            <ac:spMk id="10" creationId="{7DFF7F8F-0799-4135-ABBF-182DA960E92E}"/>
          </ac:spMkLst>
        </pc:spChg>
        <pc:picChg chg="del">
          <ac:chgData name="Serhii Harmash" userId="19965dc1-3670-4089-9e09-ab6aab33a005" providerId="ADAL" clId="{EC3A8D95-3391-40CE-8F15-E340C20A4ECC}" dt="2021-03-02T22:09:12.993" v="2005" actId="478"/>
          <ac:picMkLst>
            <pc:docMk/>
            <pc:sldMk cId="88062624" sldId="280"/>
            <ac:picMk id="7" creationId="{547A397A-5AB9-4CF1-A4D4-765982DE34F1}"/>
          </ac:picMkLst>
        </pc:picChg>
        <pc:picChg chg="del">
          <ac:chgData name="Serhii Harmash" userId="19965dc1-3670-4089-9e09-ab6aab33a005" providerId="ADAL" clId="{EC3A8D95-3391-40CE-8F15-E340C20A4ECC}" dt="2021-03-02T22:11:34.543" v="2030" actId="478"/>
          <ac:picMkLst>
            <pc:docMk/>
            <pc:sldMk cId="88062624" sldId="280"/>
            <ac:picMk id="9" creationId="{78BB3BD7-458C-42EE-AA01-1571233CF6AE}"/>
          </ac:picMkLst>
        </pc:picChg>
      </pc:sldChg>
      <pc:sldChg chg="addSp modSp mod modNotesTx">
        <pc:chgData name="Serhii Harmash" userId="19965dc1-3670-4089-9e09-ab6aab33a005" providerId="ADAL" clId="{EC3A8D95-3391-40CE-8F15-E340C20A4ECC}" dt="2021-03-02T20:47:43.610" v="384" actId="1076"/>
        <pc:sldMkLst>
          <pc:docMk/>
          <pc:sldMk cId="1268684732" sldId="281"/>
        </pc:sldMkLst>
        <pc:spChg chg="mod">
          <ac:chgData name="Serhii Harmash" userId="19965dc1-3670-4089-9e09-ab6aab33a005" providerId="ADAL" clId="{EC3A8D95-3391-40CE-8F15-E340C20A4ECC}" dt="2021-03-02T20:47:27.419" v="381" actId="1076"/>
          <ac:spMkLst>
            <pc:docMk/>
            <pc:sldMk cId="1268684732" sldId="281"/>
            <ac:spMk id="3" creationId="{12512DD4-69F9-4815-8529-1127D11B2EE0}"/>
          </ac:spMkLst>
        </pc:spChg>
        <pc:spChg chg="add mod">
          <ac:chgData name="Serhii Harmash" userId="19965dc1-3670-4089-9e09-ab6aab33a005" providerId="ADAL" clId="{EC3A8D95-3391-40CE-8F15-E340C20A4ECC}" dt="2021-03-02T20:47:43.610" v="384" actId="1076"/>
          <ac:spMkLst>
            <pc:docMk/>
            <pc:sldMk cId="1268684732" sldId="281"/>
            <ac:spMk id="6" creationId="{D480F345-D8D1-47F4-AE27-927DDB606F15}"/>
          </ac:spMkLst>
        </pc:spChg>
        <pc:picChg chg="mod modCrop">
          <ac:chgData name="Serhii Harmash" userId="19965dc1-3670-4089-9e09-ab6aab33a005" providerId="ADAL" clId="{EC3A8D95-3391-40CE-8F15-E340C20A4ECC}" dt="2021-03-02T20:47:39.437" v="383" actId="1076"/>
          <ac:picMkLst>
            <pc:docMk/>
            <pc:sldMk cId="1268684732" sldId="281"/>
            <ac:picMk id="7" creationId="{19B77AC3-00D1-4FF9-B952-7A062B92742F}"/>
          </ac:picMkLst>
        </pc:picChg>
      </pc:sldChg>
      <pc:sldChg chg="modSp mod">
        <pc:chgData name="Serhii Harmash" userId="19965dc1-3670-4089-9e09-ab6aab33a005" providerId="ADAL" clId="{EC3A8D95-3391-40CE-8F15-E340C20A4ECC}" dt="2021-03-02T22:32:49.201" v="2438" actId="20577"/>
        <pc:sldMkLst>
          <pc:docMk/>
          <pc:sldMk cId="738792783" sldId="282"/>
        </pc:sldMkLst>
        <pc:spChg chg="mod">
          <ac:chgData name="Serhii Harmash" userId="19965dc1-3670-4089-9e09-ab6aab33a005" providerId="ADAL" clId="{EC3A8D95-3391-40CE-8F15-E340C20A4ECC}" dt="2021-03-02T22:32:49.201" v="2438" actId="20577"/>
          <ac:spMkLst>
            <pc:docMk/>
            <pc:sldMk cId="738792783" sldId="282"/>
            <ac:spMk id="5" creationId="{67E8D471-BA5C-4AAC-A2C9-82DB42DEB307}"/>
          </ac:spMkLst>
        </pc:spChg>
      </pc:sldChg>
      <pc:sldChg chg="addSp modSp mod">
        <pc:chgData name="Serhii Harmash" userId="19965dc1-3670-4089-9e09-ab6aab33a005" providerId="ADAL" clId="{EC3A8D95-3391-40CE-8F15-E340C20A4ECC}" dt="2021-03-02T20:48:57.574" v="386" actId="20577"/>
        <pc:sldMkLst>
          <pc:docMk/>
          <pc:sldMk cId="1107923057" sldId="283"/>
        </pc:sldMkLst>
        <pc:spChg chg="add mod">
          <ac:chgData name="Serhii Harmash" userId="19965dc1-3670-4089-9e09-ab6aab33a005" providerId="ADAL" clId="{EC3A8D95-3391-40CE-8F15-E340C20A4ECC}" dt="2021-03-02T20:46:48.495" v="376" actId="1076"/>
          <ac:spMkLst>
            <pc:docMk/>
            <pc:sldMk cId="1107923057" sldId="283"/>
            <ac:spMk id="3" creationId="{A8E0645B-EE5B-45B4-A69A-5FBF5F75CBA4}"/>
          </ac:spMkLst>
        </pc:spChg>
        <pc:spChg chg="mod">
          <ac:chgData name="Serhii Harmash" userId="19965dc1-3670-4089-9e09-ab6aab33a005" providerId="ADAL" clId="{EC3A8D95-3391-40CE-8F15-E340C20A4ECC}" dt="2021-03-02T20:48:57.574" v="386" actId="20577"/>
          <ac:spMkLst>
            <pc:docMk/>
            <pc:sldMk cId="1107923057" sldId="283"/>
            <ac:spMk id="4" creationId="{98742BAE-E512-43A8-805D-B983709BDAED}"/>
          </ac:spMkLst>
        </pc:spChg>
        <pc:spChg chg="add mod">
          <ac:chgData name="Serhii Harmash" userId="19965dc1-3670-4089-9e09-ab6aab33a005" providerId="ADAL" clId="{EC3A8D95-3391-40CE-8F15-E340C20A4ECC}" dt="2021-03-02T20:46:43.337" v="375" actId="1076"/>
          <ac:spMkLst>
            <pc:docMk/>
            <pc:sldMk cId="1107923057" sldId="283"/>
            <ac:spMk id="6" creationId="{3C6A3232-9C23-4551-9F40-44CCEAE84AED}"/>
          </ac:spMkLst>
        </pc:spChg>
        <pc:picChg chg="mod modCrop">
          <ac:chgData name="Serhii Harmash" userId="19965dc1-3670-4089-9e09-ab6aab33a005" providerId="ADAL" clId="{EC3A8D95-3391-40CE-8F15-E340C20A4ECC}" dt="2021-03-02T20:46:33.555" v="372" actId="1076"/>
          <ac:picMkLst>
            <pc:docMk/>
            <pc:sldMk cId="1107923057" sldId="283"/>
            <ac:picMk id="7" creationId="{21560E9F-B762-487E-830D-D8F845A9E1EB}"/>
          </ac:picMkLst>
        </pc:picChg>
      </pc:sldChg>
      <pc:sldChg chg="ord">
        <pc:chgData name="Serhii Harmash" userId="19965dc1-3670-4089-9e09-ab6aab33a005" providerId="ADAL" clId="{EC3A8D95-3391-40CE-8F15-E340C20A4ECC}" dt="2021-03-02T22:12:43.547" v="2045"/>
        <pc:sldMkLst>
          <pc:docMk/>
          <pc:sldMk cId="269478082" sldId="287"/>
        </pc:sldMkLst>
      </pc:sldChg>
      <pc:sldChg chg="del">
        <pc:chgData name="Serhii Harmash" userId="19965dc1-3670-4089-9e09-ab6aab33a005" providerId="ADAL" clId="{EC3A8D95-3391-40CE-8F15-E340C20A4ECC}" dt="2021-03-02T17:19:37.518" v="248" actId="47"/>
        <pc:sldMkLst>
          <pc:docMk/>
          <pc:sldMk cId="2080471683" sldId="291"/>
        </pc:sldMkLst>
      </pc:sldChg>
      <pc:sldChg chg="modSp add mod">
        <pc:chgData name="Serhii Harmash" userId="19965dc1-3670-4089-9e09-ab6aab33a005" providerId="ADAL" clId="{EC3A8D95-3391-40CE-8F15-E340C20A4ECC}" dt="2021-03-03T08:00:43.226" v="2566" actId="27107"/>
        <pc:sldMkLst>
          <pc:docMk/>
          <pc:sldMk cId="4270017286" sldId="292"/>
        </pc:sldMkLst>
        <pc:spChg chg="mod">
          <ac:chgData name="Serhii Harmash" userId="19965dc1-3670-4089-9e09-ab6aab33a005" providerId="ADAL" clId="{EC3A8D95-3391-40CE-8F15-E340C20A4ECC}" dt="2021-03-02T14:28:18.012" v="37"/>
          <ac:spMkLst>
            <pc:docMk/>
            <pc:sldMk cId="4270017286" sldId="292"/>
            <ac:spMk id="3" creationId="{F9AA9E8E-2C29-431A-9250-D77637072257}"/>
          </ac:spMkLst>
        </pc:spChg>
        <pc:spChg chg="mod">
          <ac:chgData name="Serhii Harmash" userId="19965dc1-3670-4089-9e09-ab6aab33a005" providerId="ADAL" clId="{EC3A8D95-3391-40CE-8F15-E340C20A4ECC}" dt="2021-03-03T08:00:43.226" v="2566" actId="27107"/>
          <ac:spMkLst>
            <pc:docMk/>
            <pc:sldMk cId="4270017286" sldId="292"/>
            <ac:spMk id="5" creationId="{F72E09AF-E54A-41AE-954B-9D77463CEECA}"/>
          </ac:spMkLst>
        </pc:spChg>
      </pc:sldChg>
      <pc:sldChg chg="addSp delSp modSp add mod">
        <pc:chgData name="Serhii Harmash" userId="19965dc1-3670-4089-9e09-ab6aab33a005" providerId="ADAL" clId="{EC3A8D95-3391-40CE-8F15-E340C20A4ECC}" dt="2021-03-02T21:02:13.094" v="478" actId="207"/>
        <pc:sldMkLst>
          <pc:docMk/>
          <pc:sldMk cId="2352483642" sldId="293"/>
        </pc:sldMkLst>
        <pc:spChg chg="del">
          <ac:chgData name="Serhii Harmash" userId="19965dc1-3670-4089-9e09-ab6aab33a005" providerId="ADAL" clId="{EC3A8D95-3391-40CE-8F15-E340C20A4ECC}" dt="2021-03-02T20:50:15.350" v="397" actId="478"/>
          <ac:spMkLst>
            <pc:docMk/>
            <pc:sldMk cId="2352483642" sldId="293"/>
            <ac:spMk id="3" creationId="{A8E0645B-EE5B-45B4-A69A-5FBF5F75CBA4}"/>
          </ac:spMkLst>
        </pc:spChg>
        <pc:spChg chg="mod">
          <ac:chgData name="Serhii Harmash" userId="19965dc1-3670-4089-9e09-ab6aab33a005" providerId="ADAL" clId="{EC3A8D95-3391-40CE-8F15-E340C20A4ECC}" dt="2021-03-02T20:49:02.980" v="387" actId="20577"/>
          <ac:spMkLst>
            <pc:docMk/>
            <pc:sldMk cId="2352483642" sldId="293"/>
            <ac:spMk id="4" creationId="{98742BAE-E512-43A8-805D-B983709BDAED}"/>
          </ac:spMkLst>
        </pc:spChg>
        <pc:spChg chg="mod">
          <ac:chgData name="Serhii Harmash" userId="19965dc1-3670-4089-9e09-ab6aab33a005" providerId="ADAL" clId="{EC3A8D95-3391-40CE-8F15-E340C20A4ECC}" dt="2021-03-02T20:50:41.959" v="412" actId="20577"/>
          <ac:spMkLst>
            <pc:docMk/>
            <pc:sldMk cId="2352483642" sldId="293"/>
            <ac:spMk id="5" creationId="{F2746D16-E31D-4ACA-B7E1-36A3C581A55B}"/>
          </ac:spMkLst>
        </pc:spChg>
        <pc:spChg chg="del mod">
          <ac:chgData name="Serhii Harmash" userId="19965dc1-3670-4089-9e09-ab6aab33a005" providerId="ADAL" clId="{EC3A8D95-3391-40CE-8F15-E340C20A4ECC}" dt="2021-03-02T20:50:13.830" v="396" actId="478"/>
          <ac:spMkLst>
            <pc:docMk/>
            <pc:sldMk cId="2352483642" sldId="293"/>
            <ac:spMk id="6" creationId="{3C6A3232-9C23-4551-9F40-44CCEAE84AED}"/>
          </ac:spMkLst>
        </pc:spChg>
        <pc:spChg chg="del mod">
          <ac:chgData name="Serhii Harmash" userId="19965dc1-3670-4089-9e09-ab6aab33a005" providerId="ADAL" clId="{EC3A8D95-3391-40CE-8F15-E340C20A4ECC}" dt="2021-03-02T20:50:28.911" v="403" actId="478"/>
          <ac:spMkLst>
            <pc:docMk/>
            <pc:sldMk cId="2352483642" sldId="293"/>
            <ac:spMk id="8" creationId="{954BE8CC-AA7A-4D4F-8BE8-FFAC1E14C7FF}"/>
          </ac:spMkLst>
        </pc:spChg>
        <pc:spChg chg="add del">
          <ac:chgData name="Serhii Harmash" userId="19965dc1-3670-4089-9e09-ab6aab33a005" providerId="ADAL" clId="{EC3A8D95-3391-40CE-8F15-E340C20A4ECC}" dt="2021-03-02T20:49:53.023" v="389"/>
          <ac:spMkLst>
            <pc:docMk/>
            <pc:sldMk cId="2352483642" sldId="293"/>
            <ac:spMk id="9" creationId="{F6CAFA51-A1F4-49E2-AF18-69CD7E8CCE0E}"/>
          </ac:spMkLst>
        </pc:spChg>
        <pc:spChg chg="add mod">
          <ac:chgData name="Serhii Harmash" userId="19965dc1-3670-4089-9e09-ab6aab33a005" providerId="ADAL" clId="{EC3A8D95-3391-40CE-8F15-E340C20A4ECC}" dt="2021-03-02T20:57:05.576" v="415" actId="20577"/>
          <ac:spMkLst>
            <pc:docMk/>
            <pc:sldMk cId="2352483642" sldId="293"/>
            <ac:spMk id="11" creationId="{9BE88A7E-1FD0-4948-9E81-100C4B451A61}"/>
          </ac:spMkLst>
        </pc:spChg>
        <pc:spChg chg="add mod">
          <ac:chgData name="Serhii Harmash" userId="19965dc1-3670-4089-9e09-ab6aab33a005" providerId="ADAL" clId="{EC3A8D95-3391-40CE-8F15-E340C20A4ECC}" dt="2021-03-02T20:59:34.390" v="461" actId="14100"/>
          <ac:spMkLst>
            <pc:docMk/>
            <pc:sldMk cId="2352483642" sldId="293"/>
            <ac:spMk id="12" creationId="{4B6AA862-D221-41BA-A954-217E3ECE5B0A}"/>
          </ac:spMkLst>
        </pc:spChg>
        <pc:spChg chg="add mod">
          <ac:chgData name="Serhii Harmash" userId="19965dc1-3670-4089-9e09-ab6aab33a005" providerId="ADAL" clId="{EC3A8D95-3391-40CE-8F15-E340C20A4ECC}" dt="2021-03-02T21:02:13.094" v="478" actId="207"/>
          <ac:spMkLst>
            <pc:docMk/>
            <pc:sldMk cId="2352483642" sldId="293"/>
            <ac:spMk id="13" creationId="{27606434-5ED3-4F85-9203-52E2E4FB8486}"/>
          </ac:spMkLst>
        </pc:spChg>
        <pc:spChg chg="add">
          <ac:chgData name="Serhii Harmash" userId="19965dc1-3670-4089-9e09-ab6aab33a005" providerId="ADAL" clId="{EC3A8D95-3391-40CE-8F15-E340C20A4ECC}" dt="2021-03-02T21:00:03.435" v="466" actId="11529"/>
          <ac:spMkLst>
            <pc:docMk/>
            <pc:sldMk cId="2352483642" sldId="293"/>
            <ac:spMk id="14" creationId="{87AF880D-F006-417A-A0F7-DD0DA4266965}"/>
          </ac:spMkLst>
        </pc:spChg>
        <pc:spChg chg="add del">
          <ac:chgData name="Serhii Harmash" userId="19965dc1-3670-4089-9e09-ab6aab33a005" providerId="ADAL" clId="{EC3A8D95-3391-40CE-8F15-E340C20A4ECC}" dt="2021-03-02T21:01:44.233" v="471"/>
          <ac:spMkLst>
            <pc:docMk/>
            <pc:sldMk cId="2352483642" sldId="293"/>
            <ac:spMk id="15" creationId="{D97DFE80-FAA6-46B2-9618-7621C0D1A2C7}"/>
          </ac:spMkLst>
        </pc:spChg>
        <pc:picChg chg="del">
          <ac:chgData name="Serhii Harmash" userId="19965dc1-3670-4089-9e09-ab6aab33a005" providerId="ADAL" clId="{EC3A8D95-3391-40CE-8F15-E340C20A4ECC}" dt="2021-03-02T20:50:16.551" v="398" actId="478"/>
          <ac:picMkLst>
            <pc:docMk/>
            <pc:sldMk cId="2352483642" sldId="293"/>
            <ac:picMk id="7" creationId="{21560E9F-B762-487E-830D-D8F845A9E1EB}"/>
          </ac:picMkLst>
        </pc:picChg>
      </pc:sldChg>
      <pc:sldChg chg="delSp modSp add mod">
        <pc:chgData name="Serhii Harmash" userId="19965dc1-3670-4089-9e09-ab6aab33a005" providerId="ADAL" clId="{EC3A8D95-3391-40CE-8F15-E340C20A4ECC}" dt="2021-03-02T21:13:57.581" v="623" actId="1076"/>
        <pc:sldMkLst>
          <pc:docMk/>
          <pc:sldMk cId="1066687434" sldId="294"/>
        </pc:sldMkLst>
        <pc:spChg chg="mod">
          <ac:chgData name="Serhii Harmash" userId="19965dc1-3670-4089-9e09-ab6aab33a005" providerId="ADAL" clId="{EC3A8D95-3391-40CE-8F15-E340C20A4ECC}" dt="2021-03-02T21:04:06" v="483"/>
          <ac:spMkLst>
            <pc:docMk/>
            <pc:sldMk cId="1066687434" sldId="294"/>
            <ac:spMk id="5" creationId="{F2746D16-E31D-4ACA-B7E1-36A3C581A55B}"/>
          </ac:spMkLst>
        </pc:spChg>
        <pc:spChg chg="mod">
          <ac:chgData name="Serhii Harmash" userId="19965dc1-3670-4089-9e09-ab6aab33a005" providerId="ADAL" clId="{EC3A8D95-3391-40CE-8F15-E340C20A4ECC}" dt="2021-03-02T21:13:53.372" v="622" actId="20577"/>
          <ac:spMkLst>
            <pc:docMk/>
            <pc:sldMk cId="1066687434" sldId="294"/>
            <ac:spMk id="11" creationId="{9BE88A7E-1FD0-4948-9E81-100C4B451A61}"/>
          </ac:spMkLst>
        </pc:spChg>
        <pc:spChg chg="mod">
          <ac:chgData name="Serhii Harmash" userId="19965dc1-3670-4089-9e09-ab6aab33a005" providerId="ADAL" clId="{EC3A8D95-3391-40CE-8F15-E340C20A4ECC}" dt="2021-03-02T21:13:57.581" v="623" actId="1076"/>
          <ac:spMkLst>
            <pc:docMk/>
            <pc:sldMk cId="1066687434" sldId="294"/>
            <ac:spMk id="12" creationId="{4B6AA862-D221-41BA-A954-217E3ECE5B0A}"/>
          </ac:spMkLst>
        </pc:spChg>
        <pc:spChg chg="del mod">
          <ac:chgData name="Serhii Harmash" userId="19965dc1-3670-4089-9e09-ab6aab33a005" providerId="ADAL" clId="{EC3A8D95-3391-40CE-8F15-E340C20A4ECC}" dt="2021-03-02T21:11:05.892" v="556" actId="478"/>
          <ac:spMkLst>
            <pc:docMk/>
            <pc:sldMk cId="1066687434" sldId="294"/>
            <ac:spMk id="13" creationId="{27606434-5ED3-4F85-9203-52E2E4FB8486}"/>
          </ac:spMkLst>
        </pc:spChg>
        <pc:spChg chg="del">
          <ac:chgData name="Serhii Harmash" userId="19965dc1-3670-4089-9e09-ab6aab33a005" providerId="ADAL" clId="{EC3A8D95-3391-40CE-8F15-E340C20A4ECC}" dt="2021-03-02T21:10:12.428" v="531" actId="478"/>
          <ac:spMkLst>
            <pc:docMk/>
            <pc:sldMk cId="1066687434" sldId="294"/>
            <ac:spMk id="14" creationId="{87AF880D-F006-417A-A0F7-DD0DA4266965}"/>
          </ac:spMkLst>
        </pc:spChg>
      </pc:sldChg>
      <pc:sldChg chg="modSp add mod">
        <pc:chgData name="Serhii Harmash" userId="19965dc1-3670-4089-9e09-ab6aab33a005" providerId="ADAL" clId="{EC3A8D95-3391-40CE-8F15-E340C20A4ECC}" dt="2021-03-02T21:59:13.846" v="1911" actId="20577"/>
        <pc:sldMkLst>
          <pc:docMk/>
          <pc:sldMk cId="1882742994" sldId="295"/>
        </pc:sldMkLst>
        <pc:spChg chg="mod">
          <ac:chgData name="Serhii Harmash" userId="19965dc1-3670-4089-9e09-ab6aab33a005" providerId="ADAL" clId="{EC3A8D95-3391-40CE-8F15-E340C20A4ECC}" dt="2021-03-02T21:57:15.877" v="1896" actId="20577"/>
          <ac:spMkLst>
            <pc:docMk/>
            <pc:sldMk cId="1882742994" sldId="295"/>
            <ac:spMk id="3" creationId="{83B52CC9-F772-4FEC-B096-FC04929BB975}"/>
          </ac:spMkLst>
        </pc:spChg>
        <pc:spChg chg="mod">
          <ac:chgData name="Serhii Harmash" userId="19965dc1-3670-4089-9e09-ab6aab33a005" providerId="ADAL" clId="{EC3A8D95-3391-40CE-8F15-E340C20A4ECC}" dt="2021-03-02T21:59:13.846" v="1911" actId="20577"/>
          <ac:spMkLst>
            <pc:docMk/>
            <pc:sldMk cId="1882742994" sldId="295"/>
            <ac:spMk id="5" creationId="{7477F67A-7476-4DEE-8AAE-E6229D817E6F}"/>
          </ac:spMkLst>
        </pc:spChg>
      </pc:sldChg>
      <pc:sldChg chg="modSp add mod">
        <pc:chgData name="Serhii Harmash" userId="19965dc1-3670-4089-9e09-ab6aab33a005" providerId="ADAL" clId="{EC3A8D95-3391-40CE-8F15-E340C20A4ECC}" dt="2021-03-02T22:16:49.182" v="2157" actId="20577"/>
        <pc:sldMkLst>
          <pc:docMk/>
          <pc:sldMk cId="3780862620" sldId="296"/>
        </pc:sldMkLst>
        <pc:spChg chg="mod">
          <ac:chgData name="Serhii Harmash" userId="19965dc1-3670-4089-9e09-ab6aab33a005" providerId="ADAL" clId="{EC3A8D95-3391-40CE-8F15-E340C20A4ECC}" dt="2021-03-02T22:13:56.760" v="2068" actId="20577"/>
          <ac:spMkLst>
            <pc:docMk/>
            <pc:sldMk cId="3780862620" sldId="296"/>
            <ac:spMk id="3" creationId="{83B52CC9-F772-4FEC-B096-FC04929BB975}"/>
          </ac:spMkLst>
        </pc:spChg>
        <pc:spChg chg="mod">
          <ac:chgData name="Serhii Harmash" userId="19965dc1-3670-4089-9e09-ab6aab33a005" providerId="ADAL" clId="{EC3A8D95-3391-40CE-8F15-E340C20A4ECC}" dt="2021-03-02T22:16:49.182" v="2157" actId="20577"/>
          <ac:spMkLst>
            <pc:docMk/>
            <pc:sldMk cId="3780862620" sldId="296"/>
            <ac:spMk id="5" creationId="{7477F67A-7476-4DEE-8AAE-E6229D817E6F}"/>
          </ac:spMkLst>
        </pc:spChg>
      </pc:sldChg>
      <pc:sldChg chg="modSp add mod">
        <pc:chgData name="Serhii Harmash" userId="19965dc1-3670-4089-9e09-ab6aab33a005" providerId="ADAL" clId="{EC3A8D95-3391-40CE-8F15-E340C20A4ECC}" dt="2021-03-02T22:14:33.671" v="2072" actId="20577"/>
        <pc:sldMkLst>
          <pc:docMk/>
          <pc:sldMk cId="3417961752" sldId="297"/>
        </pc:sldMkLst>
        <pc:spChg chg="mod">
          <ac:chgData name="Serhii Harmash" userId="19965dc1-3670-4089-9e09-ab6aab33a005" providerId="ADAL" clId="{EC3A8D95-3391-40CE-8F15-E340C20A4ECC}" dt="2021-03-02T22:14:33.671" v="2072" actId="20577"/>
          <ac:spMkLst>
            <pc:docMk/>
            <pc:sldMk cId="3417961752" sldId="297"/>
            <ac:spMk id="3" creationId="{83B52CC9-F772-4FEC-B096-FC04929BB975}"/>
          </ac:spMkLst>
        </pc:spChg>
        <pc:spChg chg="mod">
          <ac:chgData name="Serhii Harmash" userId="19965dc1-3670-4089-9e09-ab6aab33a005" providerId="ADAL" clId="{EC3A8D95-3391-40CE-8F15-E340C20A4ECC}" dt="2021-03-02T22:14:23.839" v="2071" actId="948"/>
          <ac:spMkLst>
            <pc:docMk/>
            <pc:sldMk cId="3417961752" sldId="297"/>
            <ac:spMk id="5" creationId="{7477F67A-7476-4DEE-8AAE-E6229D817E6F}"/>
          </ac:spMkLst>
        </pc:spChg>
      </pc:sldChg>
      <pc:sldChg chg="modSp add mod">
        <pc:chgData name="Serhii Harmash" userId="19965dc1-3670-4089-9e09-ab6aab33a005" providerId="ADAL" clId="{EC3A8D95-3391-40CE-8F15-E340C20A4ECC}" dt="2021-03-02T22:20:51.870" v="2279" actId="20577"/>
        <pc:sldMkLst>
          <pc:docMk/>
          <pc:sldMk cId="1827665775" sldId="298"/>
        </pc:sldMkLst>
        <pc:spChg chg="mod">
          <ac:chgData name="Serhii Harmash" userId="19965dc1-3670-4089-9e09-ab6aab33a005" providerId="ADAL" clId="{EC3A8D95-3391-40CE-8F15-E340C20A4ECC}" dt="2021-03-02T22:14:59.685" v="2077" actId="20577"/>
          <ac:spMkLst>
            <pc:docMk/>
            <pc:sldMk cId="1827665775" sldId="298"/>
            <ac:spMk id="3" creationId="{83B52CC9-F772-4FEC-B096-FC04929BB975}"/>
          </ac:spMkLst>
        </pc:spChg>
        <pc:spChg chg="mod">
          <ac:chgData name="Serhii Harmash" userId="19965dc1-3670-4089-9e09-ab6aab33a005" providerId="ADAL" clId="{EC3A8D95-3391-40CE-8F15-E340C20A4ECC}" dt="2021-03-02T22:20:51.870" v="2279" actId="20577"/>
          <ac:spMkLst>
            <pc:docMk/>
            <pc:sldMk cId="1827665775" sldId="298"/>
            <ac:spMk id="5" creationId="{7477F67A-7476-4DEE-8AAE-E6229D817E6F}"/>
          </ac:spMkLst>
        </pc:spChg>
      </pc:sldChg>
      <pc:sldChg chg="modSp add mod">
        <pc:chgData name="Serhii Harmash" userId="19965dc1-3670-4089-9e09-ab6aab33a005" providerId="ADAL" clId="{EC3A8D95-3391-40CE-8F15-E340C20A4ECC}" dt="2021-03-03T10:57:18.180" v="2594" actId="20577"/>
        <pc:sldMkLst>
          <pc:docMk/>
          <pc:sldMk cId="3756453630" sldId="299"/>
        </pc:sldMkLst>
        <pc:spChg chg="mod">
          <ac:chgData name="Serhii Harmash" userId="19965dc1-3670-4089-9e09-ab6aab33a005" providerId="ADAL" clId="{EC3A8D95-3391-40CE-8F15-E340C20A4ECC}" dt="2021-03-02T22:15:03.831" v="2078" actId="20577"/>
          <ac:spMkLst>
            <pc:docMk/>
            <pc:sldMk cId="3756453630" sldId="299"/>
            <ac:spMk id="3" creationId="{83B52CC9-F772-4FEC-B096-FC04929BB975}"/>
          </ac:spMkLst>
        </pc:spChg>
        <pc:spChg chg="mod">
          <ac:chgData name="Serhii Harmash" userId="19965dc1-3670-4089-9e09-ab6aab33a005" providerId="ADAL" clId="{EC3A8D95-3391-40CE-8F15-E340C20A4ECC}" dt="2021-03-03T10:57:18.180" v="2594" actId="20577"/>
          <ac:spMkLst>
            <pc:docMk/>
            <pc:sldMk cId="3756453630" sldId="299"/>
            <ac:spMk id="5" creationId="{7477F67A-7476-4DEE-8AAE-E6229D817E6F}"/>
          </ac:spMkLst>
        </pc:spChg>
      </pc:sldChg>
      <pc:sldChg chg="modSp add mod">
        <pc:chgData name="Serhii Harmash" userId="19965dc1-3670-4089-9e09-ab6aab33a005" providerId="ADAL" clId="{EC3A8D95-3391-40CE-8F15-E340C20A4ECC}" dt="2021-03-02T22:21:48.207" v="2291" actId="5793"/>
        <pc:sldMkLst>
          <pc:docMk/>
          <pc:sldMk cId="3349438414" sldId="300"/>
        </pc:sldMkLst>
        <pc:spChg chg="mod">
          <ac:chgData name="Serhii Harmash" userId="19965dc1-3670-4089-9e09-ab6aab33a005" providerId="ADAL" clId="{EC3A8D95-3391-40CE-8F15-E340C20A4ECC}" dt="2021-03-02T22:18:48.402" v="2218" actId="20577"/>
          <ac:spMkLst>
            <pc:docMk/>
            <pc:sldMk cId="3349438414" sldId="300"/>
            <ac:spMk id="3" creationId="{83B52CC9-F772-4FEC-B096-FC04929BB975}"/>
          </ac:spMkLst>
        </pc:spChg>
        <pc:spChg chg="mod">
          <ac:chgData name="Serhii Harmash" userId="19965dc1-3670-4089-9e09-ab6aab33a005" providerId="ADAL" clId="{EC3A8D95-3391-40CE-8F15-E340C20A4ECC}" dt="2021-03-02T22:21:48.207" v="2291" actId="5793"/>
          <ac:spMkLst>
            <pc:docMk/>
            <pc:sldMk cId="3349438414" sldId="300"/>
            <ac:spMk id="5" creationId="{7477F67A-7476-4DEE-8AAE-E6229D817E6F}"/>
          </ac:spMkLst>
        </pc:spChg>
      </pc:sldChg>
      <pc:sldChg chg="modSp add mod">
        <pc:chgData name="Serhii Harmash" userId="19965dc1-3670-4089-9e09-ab6aab33a005" providerId="ADAL" clId="{EC3A8D95-3391-40CE-8F15-E340C20A4ECC}" dt="2021-03-02T22:22:34.126" v="2294" actId="12"/>
        <pc:sldMkLst>
          <pc:docMk/>
          <pc:sldMk cId="1537355927" sldId="301"/>
        </pc:sldMkLst>
        <pc:spChg chg="mod">
          <ac:chgData name="Serhii Harmash" userId="19965dc1-3670-4089-9e09-ab6aab33a005" providerId="ADAL" clId="{EC3A8D95-3391-40CE-8F15-E340C20A4ECC}" dt="2021-03-02T22:18:52.357" v="2219" actId="20577"/>
          <ac:spMkLst>
            <pc:docMk/>
            <pc:sldMk cId="1537355927" sldId="301"/>
            <ac:spMk id="3" creationId="{83B52CC9-F772-4FEC-B096-FC04929BB975}"/>
          </ac:spMkLst>
        </pc:spChg>
        <pc:spChg chg="mod">
          <ac:chgData name="Serhii Harmash" userId="19965dc1-3670-4089-9e09-ab6aab33a005" providerId="ADAL" clId="{EC3A8D95-3391-40CE-8F15-E340C20A4ECC}" dt="2021-03-02T22:22:34.126" v="2294" actId="12"/>
          <ac:spMkLst>
            <pc:docMk/>
            <pc:sldMk cId="1537355927" sldId="301"/>
            <ac:spMk id="5" creationId="{7477F67A-7476-4DEE-8AAE-E6229D817E6F}"/>
          </ac:spMkLst>
        </pc:spChg>
      </pc:sldChg>
      <pc:sldChg chg="modSp add mod">
        <pc:chgData name="Serhii Harmash" userId="19965dc1-3670-4089-9e09-ab6aab33a005" providerId="ADAL" clId="{EC3A8D95-3391-40CE-8F15-E340C20A4ECC}" dt="2021-03-02T22:27:08.729" v="2364" actId="15"/>
        <pc:sldMkLst>
          <pc:docMk/>
          <pc:sldMk cId="2722201521" sldId="302"/>
        </pc:sldMkLst>
        <pc:spChg chg="mod">
          <ac:chgData name="Serhii Harmash" userId="19965dc1-3670-4089-9e09-ab6aab33a005" providerId="ADAL" clId="{EC3A8D95-3391-40CE-8F15-E340C20A4ECC}" dt="2021-03-02T22:23:08.908" v="2309" actId="20577"/>
          <ac:spMkLst>
            <pc:docMk/>
            <pc:sldMk cId="2722201521" sldId="302"/>
            <ac:spMk id="3" creationId="{83B52CC9-F772-4FEC-B096-FC04929BB975}"/>
          </ac:spMkLst>
        </pc:spChg>
        <pc:spChg chg="mod">
          <ac:chgData name="Serhii Harmash" userId="19965dc1-3670-4089-9e09-ab6aab33a005" providerId="ADAL" clId="{EC3A8D95-3391-40CE-8F15-E340C20A4ECC}" dt="2021-03-02T22:27:08.729" v="2364" actId="15"/>
          <ac:spMkLst>
            <pc:docMk/>
            <pc:sldMk cId="2722201521" sldId="302"/>
            <ac:spMk id="5" creationId="{7477F67A-7476-4DEE-8AAE-E6229D817E6F}"/>
          </ac:spMkLst>
        </pc:spChg>
      </pc:sldChg>
      <pc:sldChg chg="modSp add mod">
        <pc:chgData name="Serhii Harmash" userId="19965dc1-3670-4089-9e09-ab6aab33a005" providerId="ADAL" clId="{EC3A8D95-3391-40CE-8F15-E340C20A4ECC}" dt="2021-03-02T22:27:42.851" v="2370" actId="20577"/>
        <pc:sldMkLst>
          <pc:docMk/>
          <pc:sldMk cId="2342565522" sldId="303"/>
        </pc:sldMkLst>
        <pc:spChg chg="mod">
          <ac:chgData name="Serhii Harmash" userId="19965dc1-3670-4089-9e09-ab6aab33a005" providerId="ADAL" clId="{EC3A8D95-3391-40CE-8F15-E340C20A4ECC}" dt="2021-03-02T22:27:42.851" v="2370" actId="20577"/>
          <ac:spMkLst>
            <pc:docMk/>
            <pc:sldMk cId="2342565522" sldId="303"/>
            <ac:spMk id="5" creationId="{7477F67A-7476-4DEE-8AAE-E6229D817E6F}"/>
          </ac:spMkLst>
        </pc:spChg>
      </pc:sldChg>
      <pc:sldChg chg="delSp modSp add mod">
        <pc:chgData name="Serhii Harmash" userId="19965dc1-3670-4089-9e09-ab6aab33a005" providerId="ADAL" clId="{EC3A8D95-3391-40CE-8F15-E340C20A4ECC}" dt="2021-03-02T22:36:41.502" v="2535" actId="1076"/>
        <pc:sldMkLst>
          <pc:docMk/>
          <pc:sldMk cId="2809681161" sldId="304"/>
        </pc:sldMkLst>
        <pc:spChg chg="mod">
          <ac:chgData name="Serhii Harmash" userId="19965dc1-3670-4089-9e09-ab6aab33a005" providerId="ADAL" clId="{EC3A8D95-3391-40CE-8F15-E340C20A4ECC}" dt="2021-03-02T22:36:21.639" v="2528" actId="20577"/>
          <ac:spMkLst>
            <pc:docMk/>
            <pc:sldMk cId="2809681161" sldId="304"/>
            <ac:spMk id="3" creationId="{4CD2D430-8320-4DC5-A477-18CAA44EC8C5}"/>
          </ac:spMkLst>
        </pc:spChg>
        <pc:spChg chg="mod">
          <ac:chgData name="Serhii Harmash" userId="19965dc1-3670-4089-9e09-ab6aab33a005" providerId="ADAL" clId="{EC3A8D95-3391-40CE-8F15-E340C20A4ECC}" dt="2021-03-02T22:33:21.242" v="2454" actId="20577"/>
          <ac:spMkLst>
            <pc:docMk/>
            <pc:sldMk cId="2809681161" sldId="304"/>
            <ac:spMk id="5" creationId="{9DBFBA7C-1A6A-4358-B428-64B9F6307643}"/>
          </ac:spMkLst>
        </pc:spChg>
        <pc:spChg chg="mod">
          <ac:chgData name="Serhii Harmash" userId="19965dc1-3670-4089-9e09-ab6aab33a005" providerId="ADAL" clId="{EC3A8D95-3391-40CE-8F15-E340C20A4ECC}" dt="2021-03-02T22:36:41.502" v="2535" actId="1076"/>
          <ac:spMkLst>
            <pc:docMk/>
            <pc:sldMk cId="2809681161" sldId="304"/>
            <ac:spMk id="7" creationId="{4BE4602A-0F87-4211-91AF-96F1CCCDB397}"/>
          </ac:spMkLst>
        </pc:spChg>
        <pc:spChg chg="mod">
          <ac:chgData name="Serhii Harmash" userId="19965dc1-3670-4089-9e09-ab6aab33a005" providerId="ADAL" clId="{EC3A8D95-3391-40CE-8F15-E340C20A4ECC}" dt="2021-03-02T22:36:31.511" v="2532" actId="1076"/>
          <ac:spMkLst>
            <pc:docMk/>
            <pc:sldMk cId="2809681161" sldId="304"/>
            <ac:spMk id="8" creationId="{07B05C96-EB9B-4AE6-ACB6-E3990210552E}"/>
          </ac:spMkLst>
        </pc:spChg>
        <pc:spChg chg="del">
          <ac:chgData name="Serhii Harmash" userId="19965dc1-3670-4089-9e09-ab6aab33a005" providerId="ADAL" clId="{EC3A8D95-3391-40CE-8F15-E340C20A4ECC}" dt="2021-03-02T22:36:26.797" v="2530" actId="478"/>
          <ac:spMkLst>
            <pc:docMk/>
            <pc:sldMk cId="2809681161" sldId="304"/>
            <ac:spMk id="11" creationId="{632B2CE8-C8D1-46B0-B1B5-1492F85EF44A}"/>
          </ac:spMkLst>
        </pc:spChg>
        <pc:spChg chg="del">
          <ac:chgData name="Serhii Harmash" userId="19965dc1-3670-4089-9e09-ab6aab33a005" providerId="ADAL" clId="{EC3A8D95-3391-40CE-8F15-E340C20A4ECC}" dt="2021-03-02T22:36:27.635" v="2531" actId="478"/>
          <ac:spMkLst>
            <pc:docMk/>
            <pc:sldMk cId="2809681161" sldId="304"/>
            <ac:spMk id="12" creationId="{078F24AB-B7EC-4284-8077-C228BB0DA95D}"/>
          </ac:spMkLst>
        </pc:spChg>
      </pc:sldChg>
      <pc:sldChg chg="delSp modSp add mod">
        <pc:chgData name="Serhii Harmash" userId="19965dc1-3670-4089-9e09-ab6aab33a005" providerId="ADAL" clId="{EC3A8D95-3391-40CE-8F15-E340C20A4ECC}" dt="2021-03-03T07:40:14.222" v="2565" actId="404"/>
        <pc:sldMkLst>
          <pc:docMk/>
          <pc:sldMk cId="1983926872" sldId="305"/>
        </pc:sldMkLst>
        <pc:spChg chg="mod">
          <ac:chgData name="Serhii Harmash" userId="19965dc1-3670-4089-9e09-ab6aab33a005" providerId="ADAL" clId="{EC3A8D95-3391-40CE-8F15-E340C20A4ECC}" dt="2021-03-03T07:34:31.340" v="2542" actId="20577"/>
          <ac:spMkLst>
            <pc:docMk/>
            <pc:sldMk cId="1983926872" sldId="305"/>
            <ac:spMk id="3" creationId="{90C913F3-6AF3-45E8-912A-0D039DDF01B0}"/>
          </ac:spMkLst>
        </pc:spChg>
        <pc:spChg chg="mod">
          <ac:chgData name="Serhii Harmash" userId="19965dc1-3670-4089-9e09-ab6aab33a005" providerId="ADAL" clId="{EC3A8D95-3391-40CE-8F15-E340C20A4ECC}" dt="2021-03-03T07:40:14.222" v="2565" actId="404"/>
          <ac:spMkLst>
            <pc:docMk/>
            <pc:sldMk cId="1983926872" sldId="305"/>
            <ac:spMk id="5" creationId="{71CB0FF1-55E9-4F01-8390-4A7CE7A5A5C6}"/>
          </ac:spMkLst>
        </pc:spChg>
        <pc:spChg chg="del">
          <ac:chgData name="Serhii Harmash" userId="19965dc1-3670-4089-9e09-ab6aab33a005" providerId="ADAL" clId="{EC3A8D95-3391-40CE-8F15-E340C20A4ECC}" dt="2021-03-03T07:35:22.803" v="2548" actId="478"/>
          <ac:spMkLst>
            <pc:docMk/>
            <pc:sldMk cId="1983926872" sldId="305"/>
            <ac:spMk id="8" creationId="{1046FB51-0011-40A9-91EB-B5C7D70B9792}"/>
          </ac:spMkLst>
        </pc:spChg>
        <pc:spChg chg="del">
          <ac:chgData name="Serhii Harmash" userId="19965dc1-3670-4089-9e09-ab6aab33a005" providerId="ADAL" clId="{EC3A8D95-3391-40CE-8F15-E340C20A4ECC}" dt="2021-03-03T07:35:23.968" v="2549" actId="478"/>
          <ac:spMkLst>
            <pc:docMk/>
            <pc:sldMk cId="1983926872" sldId="305"/>
            <ac:spMk id="10" creationId="{7DFF7F8F-0799-4135-ABBF-182DA960E92E}"/>
          </ac:spMkLst>
        </pc:spChg>
      </pc:sldChg>
    </pc:docChg>
  </pc:docChgLst>
  <pc:docChgLst>
    <pc:chgData name="Serhii Harmash" userId="19965dc1-3670-4089-9e09-ab6aab33a005" providerId="ADAL" clId="{140FACC9-09BF-47A6-8143-99E58B5441A6}"/>
    <pc:docChg chg="custSel addSld modSld">
      <pc:chgData name="Serhii Harmash" userId="19965dc1-3670-4089-9e09-ab6aab33a005" providerId="ADAL" clId="{140FACC9-09BF-47A6-8143-99E58B5441A6}" dt="2021-06-10T10:32:07.034" v="107" actId="20577"/>
      <pc:docMkLst>
        <pc:docMk/>
      </pc:docMkLst>
      <pc:sldChg chg="modNotesTx">
        <pc:chgData name="Serhii Harmash" userId="19965dc1-3670-4089-9e09-ab6aab33a005" providerId="ADAL" clId="{140FACC9-09BF-47A6-8143-99E58B5441A6}" dt="2021-06-10T09:10:24.862" v="87"/>
        <pc:sldMkLst>
          <pc:docMk/>
          <pc:sldMk cId="88062624" sldId="280"/>
        </pc:sldMkLst>
      </pc:sldChg>
      <pc:sldChg chg="modSp mod">
        <pc:chgData name="Serhii Harmash" userId="19965dc1-3670-4089-9e09-ab6aab33a005" providerId="ADAL" clId="{140FACC9-09BF-47A6-8143-99E58B5441A6}" dt="2021-06-10T10:32:07.034" v="107" actId="20577"/>
        <pc:sldMkLst>
          <pc:docMk/>
          <pc:sldMk cId="2342565522" sldId="303"/>
        </pc:sldMkLst>
        <pc:spChg chg="mod">
          <ac:chgData name="Serhii Harmash" userId="19965dc1-3670-4089-9e09-ab6aab33a005" providerId="ADAL" clId="{140FACC9-09BF-47A6-8143-99E58B5441A6}" dt="2021-06-10T10:32:07.034" v="107" actId="20577"/>
          <ac:spMkLst>
            <pc:docMk/>
            <pc:sldMk cId="2342565522" sldId="303"/>
            <ac:spMk id="3" creationId="{83B52CC9-F772-4FEC-B096-FC04929BB975}"/>
          </ac:spMkLst>
        </pc:spChg>
      </pc:sldChg>
      <pc:sldChg chg="modNotesTx">
        <pc:chgData name="Serhii Harmash" userId="19965dc1-3670-4089-9e09-ab6aab33a005" providerId="ADAL" clId="{140FACC9-09BF-47A6-8143-99E58B5441A6}" dt="2021-06-10T09:17:44.698" v="106" actId="20577"/>
        <pc:sldMkLst>
          <pc:docMk/>
          <pc:sldMk cId="1983926872" sldId="305"/>
        </pc:sldMkLst>
      </pc:sldChg>
      <pc:sldChg chg="addSp modSp add mod modNotesTx">
        <pc:chgData name="Serhii Harmash" userId="19965dc1-3670-4089-9e09-ab6aab33a005" providerId="ADAL" clId="{140FACC9-09BF-47A6-8143-99E58B5441A6}" dt="2021-06-10T08:30:36.007" v="86" actId="1076"/>
        <pc:sldMkLst>
          <pc:docMk/>
          <pc:sldMk cId="2111061339" sldId="306"/>
        </pc:sldMkLst>
        <pc:spChg chg="mod">
          <ac:chgData name="Serhii Harmash" userId="19965dc1-3670-4089-9e09-ab6aab33a005" providerId="ADAL" clId="{140FACC9-09BF-47A6-8143-99E58B5441A6}" dt="2021-06-10T08:17:09.001" v="2"/>
          <ac:spMkLst>
            <pc:docMk/>
            <pc:sldMk cId="2111061339" sldId="306"/>
            <ac:spMk id="3" creationId="{A4D62349-695F-4C03-99E4-D30F46E35788}"/>
          </ac:spMkLst>
        </pc:spChg>
        <pc:spChg chg="mod">
          <ac:chgData name="Serhii Harmash" userId="19965dc1-3670-4089-9e09-ab6aab33a005" providerId="ADAL" clId="{140FACC9-09BF-47A6-8143-99E58B5441A6}" dt="2021-06-10T08:17:02.779" v="1" actId="20577"/>
          <ac:spMkLst>
            <pc:docMk/>
            <pc:sldMk cId="2111061339" sldId="306"/>
            <ac:spMk id="4" creationId="{75AE9BE9-CFDA-40A4-8B18-E5E9CA38F264}"/>
          </ac:spMkLst>
        </pc:spChg>
        <pc:spChg chg="mod">
          <ac:chgData name="Serhii Harmash" userId="19965dc1-3670-4089-9e09-ab6aab33a005" providerId="ADAL" clId="{140FACC9-09BF-47A6-8143-99E58B5441A6}" dt="2021-06-10T08:30:19.626" v="83" actId="20577"/>
          <ac:spMkLst>
            <pc:docMk/>
            <pc:sldMk cId="2111061339" sldId="306"/>
            <ac:spMk id="5" creationId="{98955856-922E-427D-AD05-1583C23F055E}"/>
          </ac:spMkLst>
        </pc:spChg>
        <pc:spChg chg="add mod">
          <ac:chgData name="Serhii Harmash" userId="19965dc1-3670-4089-9e09-ab6aab33a005" providerId="ADAL" clId="{140FACC9-09BF-47A6-8143-99E58B5441A6}" dt="2021-06-10T08:30:26.913" v="84" actId="14100"/>
          <ac:spMkLst>
            <pc:docMk/>
            <pc:sldMk cId="2111061339" sldId="306"/>
            <ac:spMk id="6" creationId="{45C60329-81A1-497D-9992-B0BA71D5FE0C}"/>
          </ac:spMkLst>
        </pc:spChg>
        <pc:spChg chg="mod">
          <ac:chgData name="Serhii Harmash" userId="19965dc1-3670-4089-9e09-ab6aab33a005" providerId="ADAL" clId="{140FACC9-09BF-47A6-8143-99E58B5441A6}" dt="2021-06-10T08:30:33.144" v="85" actId="1076"/>
          <ac:spMkLst>
            <pc:docMk/>
            <pc:sldMk cId="2111061339" sldId="306"/>
            <ac:spMk id="8" creationId="{F29A89EF-AAF2-4469-B490-D58D961ED382}"/>
          </ac:spMkLst>
        </pc:spChg>
        <pc:spChg chg="mod">
          <ac:chgData name="Serhii Harmash" userId="19965dc1-3670-4089-9e09-ab6aab33a005" providerId="ADAL" clId="{140FACC9-09BF-47A6-8143-99E58B5441A6}" dt="2021-06-10T08:30:36.007" v="86" actId="1076"/>
          <ac:spMkLst>
            <pc:docMk/>
            <pc:sldMk cId="2111061339" sldId="306"/>
            <ac:spMk id="9" creationId="{2860CF25-1C8F-4758-AF57-211845EA2053}"/>
          </ac:spMkLst>
        </pc:spChg>
      </pc:sldChg>
    </pc:docChg>
  </pc:docChgLst>
  <pc:docChgLst>
    <pc:chgData name="Mariana Sofii (MSF)" userId="S::msf@simcorp.com::c6efa36b-6f78-4df2-92ed-4da21e89d024" providerId="AD" clId="Web-{98F93D1F-5686-4CF7-0337-BFF5679D0313}"/>
    <pc:docChg chg="modSld">
      <pc:chgData name="Mariana Sofii (MSF)" userId="S::msf@simcorp.com::c6efa36b-6f78-4df2-92ed-4da21e89d024" providerId="AD" clId="Web-{98F93D1F-5686-4CF7-0337-BFF5679D0313}" dt="2021-02-16T08:47:30.238" v="24" actId="20577"/>
      <pc:docMkLst>
        <pc:docMk/>
      </pc:docMkLst>
      <pc:sldChg chg="modSp">
        <pc:chgData name="Mariana Sofii (MSF)" userId="S::msf@simcorp.com::c6efa36b-6f78-4df2-92ed-4da21e89d024" providerId="AD" clId="Web-{98F93D1F-5686-4CF7-0337-BFF5679D0313}" dt="2021-02-16T08:46:58.612" v="16" actId="20577"/>
        <pc:sldMkLst>
          <pc:docMk/>
          <pc:sldMk cId="525279977" sldId="256"/>
        </pc:sldMkLst>
        <pc:spChg chg="mod">
          <ac:chgData name="Mariana Sofii (MSF)" userId="S::msf@simcorp.com::c6efa36b-6f78-4df2-92ed-4da21e89d024" providerId="AD" clId="Web-{98F93D1F-5686-4CF7-0337-BFF5679D0313}" dt="2021-02-16T08:46:51.893" v="11" actId="20577"/>
          <ac:spMkLst>
            <pc:docMk/>
            <pc:sldMk cId="525279977" sldId="256"/>
            <ac:spMk id="2" creationId="{16FD03D9-3736-4F8E-8DD6-53FCA8540A34}"/>
          </ac:spMkLst>
        </pc:spChg>
        <pc:spChg chg="mod">
          <ac:chgData name="Mariana Sofii (MSF)" userId="S::msf@simcorp.com::c6efa36b-6f78-4df2-92ed-4da21e89d024" providerId="AD" clId="Web-{98F93D1F-5686-4CF7-0337-BFF5679D0313}" dt="2021-02-16T08:46:58.612" v="16" actId="20577"/>
          <ac:spMkLst>
            <pc:docMk/>
            <pc:sldMk cId="525279977" sldId="256"/>
            <ac:spMk id="5" creationId="{3F26BBC0-55E0-4EA1-B967-6CE1D18774D8}"/>
          </ac:spMkLst>
        </pc:spChg>
      </pc:sldChg>
      <pc:sldChg chg="modSp">
        <pc:chgData name="Mariana Sofii (MSF)" userId="S::msf@simcorp.com::c6efa36b-6f78-4df2-92ed-4da21e89d024" providerId="AD" clId="Web-{98F93D1F-5686-4CF7-0337-BFF5679D0313}" dt="2021-02-16T08:47:30.238" v="24" actId="20577"/>
        <pc:sldMkLst>
          <pc:docMk/>
          <pc:sldMk cId="2161847862" sldId="264"/>
        </pc:sldMkLst>
        <pc:spChg chg="mod">
          <ac:chgData name="Mariana Sofii (MSF)" userId="S::msf@simcorp.com::c6efa36b-6f78-4df2-92ed-4da21e89d024" providerId="AD" clId="Web-{98F93D1F-5686-4CF7-0337-BFF5679D0313}" dt="2021-02-16T08:47:26.113" v="21" actId="20577"/>
          <ac:spMkLst>
            <pc:docMk/>
            <pc:sldMk cId="2161847862" sldId="264"/>
            <ac:spMk id="2" creationId="{16FD03D9-3736-4F8E-8DD6-53FCA8540A34}"/>
          </ac:spMkLst>
        </pc:spChg>
        <pc:spChg chg="mod">
          <ac:chgData name="Mariana Sofii (MSF)" userId="S::msf@simcorp.com::c6efa36b-6f78-4df2-92ed-4da21e89d024" providerId="AD" clId="Web-{98F93D1F-5686-4CF7-0337-BFF5679D0313}" dt="2021-02-16T08:47:30.238" v="24" actId="20577"/>
          <ac:spMkLst>
            <pc:docMk/>
            <pc:sldMk cId="2161847862" sldId="264"/>
            <ac:spMk id="5" creationId="{3F26BBC0-55E0-4EA1-B967-6CE1D18774D8}"/>
          </ac:spMkLst>
        </pc:spChg>
      </pc:sldChg>
    </pc:docChg>
  </pc:docChgLst>
  <pc:docChgLst>
    <pc:chgData name="Valeriia Kobzar (VRKR)" userId="S::vrkr@simcorp.com::abeb4f95-95bb-4875-81dd-0cbce4da8295" providerId="AD" clId="Web-{C7688270-4190-F8D1-18BA-8B7A6DCDAF5B}"/>
    <pc:docChg chg="modSld">
      <pc:chgData name="Valeriia Kobzar (VRKR)" userId="S::vrkr@simcorp.com::abeb4f95-95bb-4875-81dd-0cbce4da8295" providerId="AD" clId="Web-{C7688270-4190-F8D1-18BA-8B7A6DCDAF5B}" dt="2021-11-05T11:38:18.988" v="0" actId="20577"/>
      <pc:docMkLst>
        <pc:docMk/>
      </pc:docMkLst>
      <pc:sldChg chg="modSp">
        <pc:chgData name="Valeriia Kobzar (VRKR)" userId="S::vrkr@simcorp.com::abeb4f95-95bb-4875-81dd-0cbce4da8295" providerId="AD" clId="Web-{C7688270-4190-F8D1-18BA-8B7A6DCDAF5B}" dt="2021-11-05T11:38:18.988" v="0" actId="20577"/>
        <pc:sldMkLst>
          <pc:docMk/>
          <pc:sldMk cId="525279977" sldId="256"/>
        </pc:sldMkLst>
        <pc:spChg chg="mod">
          <ac:chgData name="Valeriia Kobzar (VRKR)" userId="S::vrkr@simcorp.com::abeb4f95-95bb-4875-81dd-0cbce4da8295" providerId="AD" clId="Web-{C7688270-4190-F8D1-18BA-8B7A6DCDAF5B}" dt="2021-11-05T11:38:18.988" v="0" actId="20577"/>
          <ac:spMkLst>
            <pc:docMk/>
            <pc:sldMk cId="525279977" sldId="256"/>
            <ac:spMk id="5" creationId="{3F26BBC0-55E0-4EA1-B967-6CE1D18774D8}"/>
          </ac:spMkLst>
        </pc:spChg>
      </pc:sldChg>
    </pc:docChg>
  </pc:docChgLst>
  <pc:docChgLst>
    <pc:chgData clId="Web-{CC9F70EA-9507-16E8-07D5-D9BBE858E2BA}"/>
    <pc:docChg chg="modSld">
      <pc:chgData name="" userId="" providerId="" clId="Web-{CC9F70EA-9507-16E8-07D5-D9BBE858E2BA}" dt="2021-12-09T05:01:58.346" v="1" actId="20577"/>
      <pc:docMkLst>
        <pc:docMk/>
      </pc:docMkLst>
      <pc:sldChg chg="modSp">
        <pc:chgData name="" userId="" providerId="" clId="Web-{CC9F70EA-9507-16E8-07D5-D9BBE858E2BA}" dt="2021-12-09T05:01:58.346" v="1" actId="20577"/>
        <pc:sldMkLst>
          <pc:docMk/>
          <pc:sldMk cId="738792783" sldId="282"/>
        </pc:sldMkLst>
        <pc:spChg chg="mod">
          <ac:chgData name="" userId="" providerId="" clId="Web-{CC9F70EA-9507-16E8-07D5-D9BBE858E2BA}" dt="2021-12-09T05:01:58.346" v="1" actId="20577"/>
          <ac:spMkLst>
            <pc:docMk/>
            <pc:sldMk cId="738792783" sldId="282"/>
            <ac:spMk id="5" creationId="{67E8D471-BA5C-4AAC-A2C9-82DB42DEB307}"/>
          </ac:spMkLst>
        </pc:spChg>
      </pc:sldChg>
    </pc:docChg>
  </pc:docChgLst>
  <pc:docChgLst>
    <pc:chgData name="Valeriia Kobzar (VRKR)" userId="S::vrkr@simcorp.com::abeb4f95-95bb-4875-81dd-0cbce4da8295" providerId="AD" clId="Web-{CC9F70EA-9507-16E8-07D5-D9BBE858E2BA}"/>
    <pc:docChg chg="delSld modSld sldOrd">
      <pc:chgData name="Valeriia Kobzar (VRKR)" userId="S::vrkr@simcorp.com::abeb4f95-95bb-4875-81dd-0cbce4da8295" providerId="AD" clId="Web-{CC9F70EA-9507-16E8-07D5-D9BBE858E2BA}" dt="2021-12-09T05:03:59.040" v="11" actId="20577"/>
      <pc:docMkLst>
        <pc:docMk/>
      </pc:docMkLst>
      <pc:sldChg chg="ord">
        <pc:chgData name="Valeriia Kobzar (VRKR)" userId="S::vrkr@simcorp.com::abeb4f95-95bb-4875-81dd-0cbce4da8295" providerId="AD" clId="Web-{CC9F70EA-9507-16E8-07D5-D9BBE858E2BA}" dt="2021-12-09T05:02:27.082" v="0"/>
        <pc:sldMkLst>
          <pc:docMk/>
          <pc:sldMk cId="269478082" sldId="287"/>
        </pc:sldMkLst>
      </pc:sldChg>
      <pc:sldChg chg="addSp delSp modSp">
        <pc:chgData name="Valeriia Kobzar (VRKR)" userId="S::vrkr@simcorp.com::abeb4f95-95bb-4875-81dd-0cbce4da8295" providerId="AD" clId="Web-{CC9F70EA-9507-16E8-07D5-D9BBE858E2BA}" dt="2021-12-09T05:03:59.040" v="11" actId="20577"/>
        <pc:sldMkLst>
          <pc:docMk/>
          <pc:sldMk cId="252667380" sldId="288"/>
        </pc:sldMkLst>
        <pc:spChg chg="mod">
          <ac:chgData name="Valeriia Kobzar (VRKR)" userId="S::vrkr@simcorp.com::abeb4f95-95bb-4875-81dd-0cbce4da8295" providerId="AD" clId="Web-{CC9F70EA-9507-16E8-07D5-D9BBE858E2BA}" dt="2021-12-09T05:03:59.040" v="11" actId="20577"/>
          <ac:spMkLst>
            <pc:docMk/>
            <pc:sldMk cId="252667380" sldId="288"/>
            <ac:spMk id="2" creationId="{987D6FD0-E825-488B-AA65-91273425E1E0}"/>
          </ac:spMkLst>
        </pc:spChg>
        <pc:picChg chg="add mod">
          <ac:chgData name="Valeriia Kobzar (VRKR)" userId="S::vrkr@simcorp.com::abeb4f95-95bb-4875-81dd-0cbce4da8295" providerId="AD" clId="Web-{CC9F70EA-9507-16E8-07D5-D9BBE858E2BA}" dt="2021-12-09T05:03:54.180" v="7" actId="14100"/>
          <ac:picMkLst>
            <pc:docMk/>
            <pc:sldMk cId="252667380" sldId="288"/>
            <ac:picMk id="4" creationId="{DEEBAC7B-BE0E-4D39-AA06-094DA5B73733}"/>
          </ac:picMkLst>
        </pc:picChg>
        <pc:picChg chg="del">
          <ac:chgData name="Valeriia Kobzar (VRKR)" userId="S::vrkr@simcorp.com::abeb4f95-95bb-4875-81dd-0cbce4da8295" providerId="AD" clId="Web-{CC9F70EA-9507-16E8-07D5-D9BBE858E2BA}" dt="2021-12-09T05:03:43.227" v="2"/>
          <ac:picMkLst>
            <pc:docMk/>
            <pc:sldMk cId="252667380" sldId="288"/>
            <ac:picMk id="5" creationId="{65FDD960-1849-49D7-888A-2C7731945A12}"/>
          </ac:picMkLst>
        </pc:picChg>
      </pc:sldChg>
      <pc:sldChg chg="del">
        <pc:chgData name="Valeriia Kobzar (VRKR)" userId="S::vrkr@simcorp.com::abeb4f95-95bb-4875-81dd-0cbce4da8295" providerId="AD" clId="Web-{CC9F70EA-9507-16E8-07D5-D9BBE858E2BA}" dt="2021-12-09T05:03:05.693" v="1"/>
        <pc:sldMkLst>
          <pc:docMk/>
          <pc:sldMk cId="3727148411" sldId="289"/>
        </pc:sldMkLst>
      </pc:sldChg>
    </pc:docChg>
  </pc:docChgLst>
  <pc:docChgLst>
    <pc:chgData name="Serhii Harmash (SHHR)" userId="S::shhr@simcorp.com::19965dc1-3670-4089-9e09-ab6aab33a005" providerId="AD" clId="Web-{E04C5C55-D427-DDE9-5EBE-21C0B7FB8564}"/>
    <pc:docChg chg="modSld">
      <pc:chgData name="Serhii Harmash (SHHR)" userId="S::shhr@simcorp.com::19965dc1-3670-4089-9e09-ab6aab33a005" providerId="AD" clId="Web-{E04C5C55-D427-DDE9-5EBE-21C0B7FB8564}" dt="2022-02-16T15:29:55.505" v="0" actId="20577"/>
      <pc:docMkLst>
        <pc:docMk/>
      </pc:docMkLst>
      <pc:sldChg chg="modSp">
        <pc:chgData name="Serhii Harmash (SHHR)" userId="S::shhr@simcorp.com::19965dc1-3670-4089-9e09-ab6aab33a005" providerId="AD" clId="Web-{E04C5C55-D427-DDE9-5EBE-21C0B7FB8564}" dt="2022-02-16T15:29:55.505" v="0" actId="20577"/>
        <pc:sldMkLst>
          <pc:docMk/>
          <pc:sldMk cId="416012817" sldId="257"/>
        </pc:sldMkLst>
        <pc:spChg chg="mod">
          <ac:chgData name="Serhii Harmash (SHHR)" userId="S::shhr@simcorp.com::19965dc1-3670-4089-9e09-ab6aab33a005" providerId="AD" clId="Web-{E04C5C55-D427-DDE9-5EBE-21C0B7FB8564}" dt="2022-02-16T15:29:55.505" v="0" actId="20577"/>
          <ac:spMkLst>
            <pc:docMk/>
            <pc:sldMk cId="416012817" sldId="257"/>
            <ac:spMk id="4" creationId="{AF416DB9-D1F0-4056-8762-3E37E686A61C}"/>
          </ac:spMkLst>
        </pc:spChg>
      </pc:sldChg>
    </pc:docChg>
  </pc:docChgLst>
  <pc:docChgLst>
    <pc:chgData name="Serhii Harmash" userId="19965dc1-3670-4089-9e09-ab6aab33a005" providerId="ADAL" clId="{9767143A-6E76-4705-B3D6-05DC086342A1}"/>
    <pc:docChg chg="undo custSel addSld modSld">
      <pc:chgData name="Serhii Harmash" userId="19965dc1-3670-4089-9e09-ab6aab33a005" providerId="ADAL" clId="{9767143A-6E76-4705-B3D6-05DC086342A1}" dt="2022-02-16T16:06:57.065" v="8" actId="14100"/>
      <pc:docMkLst>
        <pc:docMk/>
      </pc:docMkLst>
      <pc:sldChg chg="addSp delSp modSp add mod">
        <pc:chgData name="Serhii Harmash" userId="19965dc1-3670-4089-9e09-ab6aab33a005" providerId="ADAL" clId="{9767143A-6E76-4705-B3D6-05DC086342A1}" dt="2022-02-16T16:06:57.065" v="8" actId="14100"/>
        <pc:sldMkLst>
          <pc:docMk/>
          <pc:sldMk cId="746354582" sldId="318"/>
        </pc:sldMkLst>
        <pc:spChg chg="add del mod">
          <ac:chgData name="Serhii Harmash" userId="19965dc1-3670-4089-9e09-ab6aab33a005" providerId="ADAL" clId="{9767143A-6E76-4705-B3D6-05DC086342A1}" dt="2022-02-16T16:06:50.475" v="6" actId="22"/>
          <ac:spMkLst>
            <pc:docMk/>
            <pc:sldMk cId="746354582" sldId="318"/>
            <ac:spMk id="5" creationId="{5D59B140-C21E-4903-80E2-A9135B28290C}"/>
          </ac:spMkLst>
        </pc:spChg>
        <pc:spChg chg="mod">
          <ac:chgData name="Serhii Harmash" userId="19965dc1-3670-4089-9e09-ab6aab33a005" providerId="ADAL" clId="{9767143A-6E76-4705-B3D6-05DC086342A1}" dt="2022-02-16T15:32:34.521" v="2" actId="207"/>
          <ac:spMkLst>
            <pc:docMk/>
            <pc:sldMk cId="746354582" sldId="318"/>
            <ac:spMk id="14" creationId="{77E84008-BDAC-469F-8428-2B9B986F2729}"/>
          </ac:spMkLst>
        </pc:spChg>
        <pc:picChg chg="del">
          <ac:chgData name="Serhii Harmash" userId="19965dc1-3670-4089-9e09-ab6aab33a005" providerId="ADAL" clId="{9767143A-6E76-4705-B3D6-05DC086342A1}" dt="2022-02-16T16:06:36.769" v="3" actId="478"/>
          <ac:picMkLst>
            <pc:docMk/>
            <pc:sldMk cId="746354582" sldId="318"/>
            <ac:picMk id="7" creationId="{E1ECD6C8-D7B7-481A-B7B3-513A27853415}"/>
          </ac:picMkLst>
        </pc:picChg>
        <pc:picChg chg="add del mod ord">
          <ac:chgData name="Serhii Harmash" userId="19965dc1-3670-4089-9e09-ab6aab33a005" providerId="ADAL" clId="{9767143A-6E76-4705-B3D6-05DC086342A1}" dt="2022-02-16T16:06:40.458" v="5" actId="22"/>
          <ac:picMkLst>
            <pc:docMk/>
            <pc:sldMk cId="746354582" sldId="318"/>
            <ac:picMk id="8" creationId="{08AFF398-1114-4B28-83D7-ABE366BCD00A}"/>
          </ac:picMkLst>
        </pc:picChg>
        <pc:picChg chg="add mod ord">
          <ac:chgData name="Serhii Harmash" userId="19965dc1-3670-4089-9e09-ab6aab33a005" providerId="ADAL" clId="{9767143A-6E76-4705-B3D6-05DC086342A1}" dt="2022-02-16T16:06:57.065" v="8" actId="14100"/>
          <ac:picMkLst>
            <pc:docMk/>
            <pc:sldMk cId="746354582" sldId="318"/>
            <ac:picMk id="10" creationId="{9F08ED7D-DC62-4AD1-910D-B72796A75CA9}"/>
          </ac:picMkLst>
        </pc:picChg>
      </pc:sldChg>
    </pc:docChg>
  </pc:docChgLst>
  <pc:docChgLst>
    <pc:chgData name="Yuliia Serhiienko" userId="edd23dcc-9af8-4661-8842-9e32cdbf806d" providerId="ADAL" clId="{1459876D-5C08-47FA-8D22-ABFD7072E8CC}"/>
    <pc:docChg chg="undo custSel modSld">
      <pc:chgData name="Yuliia Serhiienko" userId="edd23dcc-9af8-4661-8842-9e32cdbf806d" providerId="ADAL" clId="{1459876D-5C08-47FA-8D22-ABFD7072E8CC}" dt="2021-09-07T22:26:15.079" v="250" actId="14100"/>
      <pc:docMkLst>
        <pc:docMk/>
      </pc:docMkLst>
      <pc:sldChg chg="addSp delSp modSp mod">
        <pc:chgData name="Yuliia Serhiienko" userId="edd23dcc-9af8-4661-8842-9e32cdbf806d" providerId="ADAL" clId="{1459876D-5C08-47FA-8D22-ABFD7072E8CC}" dt="2021-09-07T22:26:15.079" v="250" actId="14100"/>
        <pc:sldMkLst>
          <pc:docMk/>
          <pc:sldMk cId="416012817" sldId="257"/>
        </pc:sldMkLst>
        <pc:spChg chg="mod">
          <ac:chgData name="Yuliia Serhiienko" userId="edd23dcc-9af8-4661-8842-9e32cdbf806d" providerId="ADAL" clId="{1459876D-5C08-47FA-8D22-ABFD7072E8CC}" dt="2021-09-07T22:10:37.032" v="55" actId="1076"/>
          <ac:spMkLst>
            <pc:docMk/>
            <pc:sldMk cId="416012817" sldId="257"/>
            <ac:spMk id="3" creationId="{F9AA9E8E-2C29-431A-9250-D77637072257}"/>
          </ac:spMkLst>
        </pc:spChg>
        <pc:spChg chg="mod">
          <ac:chgData name="Yuliia Serhiienko" userId="edd23dcc-9af8-4661-8842-9e32cdbf806d" providerId="ADAL" clId="{1459876D-5C08-47FA-8D22-ABFD7072E8CC}" dt="2021-09-07T22:10:32.807" v="54" actId="1076"/>
          <ac:spMkLst>
            <pc:docMk/>
            <pc:sldMk cId="416012817" sldId="257"/>
            <ac:spMk id="4" creationId="{AF416DB9-D1F0-4056-8762-3E37E686A61C}"/>
          </ac:spMkLst>
        </pc:spChg>
        <pc:spChg chg="mod">
          <ac:chgData name="Yuliia Serhiienko" userId="edd23dcc-9af8-4661-8842-9e32cdbf806d" providerId="ADAL" clId="{1459876D-5C08-47FA-8D22-ABFD7072E8CC}" dt="2021-09-07T22:26:15.079" v="250" actId="14100"/>
          <ac:spMkLst>
            <pc:docMk/>
            <pc:sldMk cId="416012817" sldId="257"/>
            <ac:spMk id="5" creationId="{F72E09AF-E54A-41AE-954B-9D77463CEECA}"/>
          </ac:spMkLst>
        </pc:spChg>
        <pc:spChg chg="add del mod">
          <ac:chgData name="Yuliia Serhiienko" userId="edd23dcc-9af8-4661-8842-9e32cdbf806d" providerId="ADAL" clId="{1459876D-5C08-47FA-8D22-ABFD7072E8CC}" dt="2021-09-07T20:41:45.657" v="7"/>
          <ac:spMkLst>
            <pc:docMk/>
            <pc:sldMk cId="416012817" sldId="257"/>
            <ac:spMk id="7" creationId="{34D46376-2675-44FC-9634-735D9797C455}"/>
          </ac:spMkLst>
        </pc:spChg>
        <pc:graphicFrameChg chg="add del mod">
          <ac:chgData name="Yuliia Serhiienko" userId="edd23dcc-9af8-4661-8842-9e32cdbf806d" providerId="ADAL" clId="{1459876D-5C08-47FA-8D22-ABFD7072E8CC}" dt="2021-09-07T20:41:45.657" v="7"/>
          <ac:graphicFrameMkLst>
            <pc:docMk/>
            <pc:sldMk cId="416012817" sldId="257"/>
            <ac:graphicFrameMk id="6" creationId="{414573CA-7810-4121-B902-99FF6F04B6CE}"/>
          </ac:graphicFrameMkLst>
        </pc:graphicFrameChg>
        <pc:picChg chg="add mod">
          <ac:chgData name="Yuliia Serhiienko" userId="edd23dcc-9af8-4661-8842-9e32cdbf806d" providerId="ADAL" clId="{1459876D-5C08-47FA-8D22-ABFD7072E8CC}" dt="2021-09-07T22:26:09.674" v="249" actId="14100"/>
          <ac:picMkLst>
            <pc:docMk/>
            <pc:sldMk cId="416012817" sldId="257"/>
            <ac:picMk id="9" creationId="{DD8EF488-FA11-4378-8F5C-6F19FBB0F6DB}"/>
          </ac:picMkLst>
        </pc:picChg>
      </pc:sldChg>
    </pc:docChg>
  </pc:docChgLst>
  <pc:docChgLst>
    <pc:chgData name="Oleg Dudnyk (OGD)" userId="S::ogd@simcorp.com::aa038665-cf02-4de2-9c45-d202ccf48cc3" providerId="AD" clId="Web-{FF7F5EE5-FBF7-6ECD-5565-30B87F1BDAEA}"/>
    <pc:docChg chg="modSld">
      <pc:chgData name="Oleg Dudnyk (OGD)" userId="S::ogd@simcorp.com::aa038665-cf02-4de2-9c45-d202ccf48cc3" providerId="AD" clId="Web-{FF7F5EE5-FBF7-6ECD-5565-30B87F1BDAEA}" dt="2021-01-15T14:05:41.466" v="20"/>
      <pc:docMkLst>
        <pc:docMk/>
      </pc:docMkLst>
      <pc:sldChg chg="modNotes">
        <pc:chgData name="Oleg Dudnyk (OGD)" userId="S::ogd@simcorp.com::aa038665-cf02-4de2-9c45-d202ccf48cc3" providerId="AD" clId="Web-{FF7F5EE5-FBF7-6ECD-5565-30B87F1BDAEA}" dt="2021-01-15T13:48:01.065" v="8"/>
        <pc:sldMkLst>
          <pc:docMk/>
          <pc:sldMk cId="736540845" sldId="259"/>
        </pc:sldMkLst>
      </pc:sldChg>
      <pc:sldChg chg="modNotes">
        <pc:chgData name="Oleg Dudnyk (OGD)" userId="S::ogd@simcorp.com::aa038665-cf02-4de2-9c45-d202ccf48cc3" providerId="AD" clId="Web-{FF7F5EE5-FBF7-6ECD-5565-30B87F1BDAEA}" dt="2021-01-15T13:48:05.330" v="9"/>
        <pc:sldMkLst>
          <pc:docMk/>
          <pc:sldMk cId="2156735850" sldId="261"/>
        </pc:sldMkLst>
      </pc:sldChg>
      <pc:sldChg chg="modSp">
        <pc:chgData name="Oleg Dudnyk (OGD)" userId="S::ogd@simcorp.com::aa038665-cf02-4de2-9c45-d202ccf48cc3" providerId="AD" clId="Web-{FF7F5EE5-FBF7-6ECD-5565-30B87F1BDAEA}" dt="2021-01-15T13:57:24.461" v="16" actId="14100"/>
        <pc:sldMkLst>
          <pc:docMk/>
          <pc:sldMk cId="3218173390" sldId="265"/>
        </pc:sldMkLst>
        <pc:spChg chg="mod">
          <ac:chgData name="Oleg Dudnyk (OGD)" userId="S::ogd@simcorp.com::aa038665-cf02-4de2-9c45-d202ccf48cc3" providerId="AD" clId="Web-{FF7F5EE5-FBF7-6ECD-5565-30B87F1BDAEA}" dt="2021-01-15T13:57:24.461" v="16" actId="14100"/>
          <ac:spMkLst>
            <pc:docMk/>
            <pc:sldMk cId="3218173390" sldId="265"/>
            <ac:spMk id="3" creationId="{2365D91A-2115-46DB-8337-29DF0C61A04B}"/>
          </ac:spMkLst>
        </pc:spChg>
        <pc:picChg chg="mod">
          <ac:chgData name="Oleg Dudnyk (OGD)" userId="S::ogd@simcorp.com::aa038665-cf02-4de2-9c45-d202ccf48cc3" providerId="AD" clId="Web-{FF7F5EE5-FBF7-6ECD-5565-30B87F1BDAEA}" dt="2021-01-15T13:57:21.899" v="15" actId="1076"/>
          <ac:picMkLst>
            <pc:docMk/>
            <pc:sldMk cId="3218173390" sldId="265"/>
            <ac:picMk id="11" creationId="{04EE1470-3BAC-4D16-9D15-2D0606725EE3}"/>
          </ac:picMkLst>
        </pc:picChg>
      </pc:sldChg>
      <pc:sldChg chg="modNotes">
        <pc:chgData name="Oleg Dudnyk (OGD)" userId="S::ogd@simcorp.com::aa038665-cf02-4de2-9c45-d202ccf48cc3" providerId="AD" clId="Web-{FF7F5EE5-FBF7-6ECD-5565-30B87F1BDAEA}" dt="2021-01-15T13:55:52.194" v="10"/>
        <pc:sldMkLst>
          <pc:docMk/>
          <pc:sldMk cId="1818471344" sldId="266"/>
        </pc:sldMkLst>
      </pc:sldChg>
      <pc:sldChg chg="modNotes">
        <pc:chgData name="Oleg Dudnyk (OGD)" userId="S::ogd@simcorp.com::aa038665-cf02-4de2-9c45-d202ccf48cc3" providerId="AD" clId="Web-{FF7F5EE5-FBF7-6ECD-5565-30B87F1BDAEA}" dt="2021-01-15T13:58:57.446" v="17"/>
        <pc:sldMkLst>
          <pc:docMk/>
          <pc:sldMk cId="3426327934" sldId="269"/>
        </pc:sldMkLst>
      </pc:sldChg>
      <pc:sldChg chg="modNotes">
        <pc:chgData name="Oleg Dudnyk (OGD)" userId="S::ogd@simcorp.com::aa038665-cf02-4de2-9c45-d202ccf48cc3" providerId="AD" clId="Web-{FF7F5EE5-FBF7-6ECD-5565-30B87F1BDAEA}" dt="2021-01-15T13:59:49.025" v="18"/>
        <pc:sldMkLst>
          <pc:docMk/>
          <pc:sldMk cId="3647915329" sldId="272"/>
        </pc:sldMkLst>
      </pc:sldChg>
      <pc:sldChg chg="modNotes">
        <pc:chgData name="Oleg Dudnyk (OGD)" userId="S::ogd@simcorp.com::aa038665-cf02-4de2-9c45-d202ccf48cc3" providerId="AD" clId="Web-{FF7F5EE5-FBF7-6ECD-5565-30B87F1BDAEA}" dt="2021-01-15T14:04:00.621" v="19"/>
        <pc:sldMkLst>
          <pc:docMk/>
          <pc:sldMk cId="416170713" sldId="278"/>
        </pc:sldMkLst>
      </pc:sldChg>
      <pc:sldChg chg="modNotes">
        <pc:chgData name="Oleg Dudnyk (OGD)" userId="S::ogd@simcorp.com::aa038665-cf02-4de2-9c45-d202ccf48cc3" providerId="AD" clId="Web-{FF7F5EE5-FBF7-6ECD-5565-30B87F1BDAEA}" dt="2021-01-15T14:05:41.466" v="20"/>
        <pc:sldMkLst>
          <pc:docMk/>
          <pc:sldMk cId="88062624" sldId="280"/>
        </pc:sldMkLst>
      </pc:sldChg>
    </pc:docChg>
  </pc:docChgLst>
  <pc:docChgLst>
    <pc:chgData name="Yuliia Serhiienko (IMK)" userId="S::imk@simcorp.com::edd23dcc-9af8-4661-8842-9e32cdbf806d" providerId="AD" clId="Web-{90EB2E4C-C69C-DB81-4D03-1ABF8287FE2E}"/>
    <pc:docChg chg="modSld">
      <pc:chgData name="Yuliia Serhiienko (IMK)" userId="S::imk@simcorp.com::edd23dcc-9af8-4661-8842-9e32cdbf806d" providerId="AD" clId="Web-{90EB2E4C-C69C-DB81-4D03-1ABF8287FE2E}" dt="2021-09-07T20:36:30.102" v="11" actId="20577"/>
      <pc:docMkLst>
        <pc:docMk/>
      </pc:docMkLst>
      <pc:sldChg chg="modSp modNotes">
        <pc:chgData name="Yuliia Serhiienko (IMK)" userId="S::imk@simcorp.com::edd23dcc-9af8-4661-8842-9e32cdbf806d" providerId="AD" clId="Web-{90EB2E4C-C69C-DB81-4D03-1ABF8287FE2E}" dt="2021-09-07T20:36:30.102" v="11" actId="20577"/>
        <pc:sldMkLst>
          <pc:docMk/>
          <pc:sldMk cId="416012817" sldId="257"/>
        </pc:sldMkLst>
        <pc:spChg chg="mod">
          <ac:chgData name="Yuliia Serhiienko (IMK)" userId="S::imk@simcorp.com::edd23dcc-9af8-4661-8842-9e32cdbf806d" providerId="AD" clId="Web-{90EB2E4C-C69C-DB81-4D03-1ABF8287FE2E}" dt="2021-09-07T20:36:30.102" v="11" actId="20577"/>
          <ac:spMkLst>
            <pc:docMk/>
            <pc:sldMk cId="416012817" sldId="257"/>
            <ac:spMk id="5" creationId="{F72E09AF-E54A-41AE-954B-9D77463CEECA}"/>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7DD516-FD4C-4E1E-9301-DBB3673EA9CF}" type="doc">
      <dgm:prSet loTypeId="urn:microsoft.com/office/officeart/2009/layout/CircleArrowProcess" loCatId="cycle" qsTypeId="urn:microsoft.com/office/officeart/2005/8/quickstyle/simple1" qsCatId="simple" csTypeId="urn:microsoft.com/office/officeart/2005/8/colors/colorful1" csCatId="colorful" phldr="1"/>
      <dgm:spPr/>
      <dgm:t>
        <a:bodyPr/>
        <a:lstStyle/>
        <a:p>
          <a:endParaRPr lang="en-US"/>
        </a:p>
      </dgm:t>
    </dgm:pt>
    <dgm:pt modelId="{CDEC2A84-A073-4FA3-B6B4-76EB161534E6}">
      <dgm:prSet phldrT="[Text]"/>
      <dgm:spPr/>
      <dgm:t>
        <a:bodyPr/>
        <a:lstStyle/>
        <a:p>
          <a:r>
            <a:rPr lang="en-GB"/>
            <a:t>for loop</a:t>
          </a:r>
          <a:endParaRPr lang="en-US"/>
        </a:p>
      </dgm:t>
    </dgm:pt>
    <dgm:pt modelId="{1EB0AA9C-DF0D-496C-9170-F93C4715FBA7}" type="parTrans" cxnId="{8F2DA1B7-9730-4E95-AA18-51F5ACDE4209}">
      <dgm:prSet/>
      <dgm:spPr/>
      <dgm:t>
        <a:bodyPr/>
        <a:lstStyle/>
        <a:p>
          <a:endParaRPr lang="en-US"/>
        </a:p>
      </dgm:t>
    </dgm:pt>
    <dgm:pt modelId="{A0FF3434-0FAA-400F-B0BC-84A5D6FAB866}" type="sibTrans" cxnId="{8F2DA1B7-9730-4E95-AA18-51F5ACDE4209}">
      <dgm:prSet/>
      <dgm:spPr/>
      <dgm:t>
        <a:bodyPr/>
        <a:lstStyle/>
        <a:p>
          <a:endParaRPr lang="en-US"/>
        </a:p>
      </dgm:t>
    </dgm:pt>
    <dgm:pt modelId="{BB080FB8-AEB0-4ED7-834F-E0745A036FF1}">
      <dgm:prSet phldrT="[Text]"/>
      <dgm:spPr/>
      <dgm:t>
        <a:bodyPr/>
        <a:lstStyle/>
        <a:p>
          <a:r>
            <a:rPr lang="en-GB"/>
            <a:t>while loop</a:t>
          </a:r>
          <a:endParaRPr lang="en-US"/>
        </a:p>
      </dgm:t>
    </dgm:pt>
    <dgm:pt modelId="{2F5F8DF2-EA23-498B-9037-7A7BB8D6DF23}" type="parTrans" cxnId="{13B9EC76-09FC-4237-B728-D863915851E8}">
      <dgm:prSet/>
      <dgm:spPr/>
      <dgm:t>
        <a:bodyPr/>
        <a:lstStyle/>
        <a:p>
          <a:endParaRPr lang="en-US"/>
        </a:p>
      </dgm:t>
    </dgm:pt>
    <dgm:pt modelId="{E6D5278C-2CE8-4728-AA5C-33F8FABDD00B}" type="sibTrans" cxnId="{13B9EC76-09FC-4237-B728-D863915851E8}">
      <dgm:prSet/>
      <dgm:spPr/>
      <dgm:t>
        <a:bodyPr/>
        <a:lstStyle/>
        <a:p>
          <a:endParaRPr lang="en-US"/>
        </a:p>
      </dgm:t>
    </dgm:pt>
    <dgm:pt modelId="{294B5E4F-3D28-4992-9A7D-EA46749600C5}">
      <dgm:prSet phldrT="[Text]"/>
      <dgm:spPr/>
      <dgm:t>
        <a:bodyPr/>
        <a:lstStyle/>
        <a:p>
          <a:r>
            <a:rPr lang="en-GB"/>
            <a:t>do-while loop</a:t>
          </a:r>
          <a:endParaRPr lang="en-US"/>
        </a:p>
      </dgm:t>
    </dgm:pt>
    <dgm:pt modelId="{0FDF837E-AD4D-4693-9B2B-D93B3696A0BB}" type="parTrans" cxnId="{164A800A-B291-4EAB-B0FD-41F1DAA496B7}">
      <dgm:prSet/>
      <dgm:spPr/>
      <dgm:t>
        <a:bodyPr/>
        <a:lstStyle/>
        <a:p>
          <a:endParaRPr lang="en-US"/>
        </a:p>
      </dgm:t>
    </dgm:pt>
    <dgm:pt modelId="{04C4F855-0F4F-419E-900B-48CAC452E72B}" type="sibTrans" cxnId="{164A800A-B291-4EAB-B0FD-41F1DAA496B7}">
      <dgm:prSet/>
      <dgm:spPr/>
      <dgm:t>
        <a:bodyPr/>
        <a:lstStyle/>
        <a:p>
          <a:endParaRPr lang="en-US"/>
        </a:p>
      </dgm:t>
    </dgm:pt>
    <dgm:pt modelId="{61B26FA0-1D56-422D-BB9A-4155CDA633B0}" type="pres">
      <dgm:prSet presAssocID="{627DD516-FD4C-4E1E-9301-DBB3673EA9CF}" presName="Name0" presStyleCnt="0">
        <dgm:presLayoutVars>
          <dgm:chMax val="7"/>
          <dgm:chPref val="7"/>
          <dgm:dir/>
          <dgm:animLvl val="lvl"/>
        </dgm:presLayoutVars>
      </dgm:prSet>
      <dgm:spPr/>
    </dgm:pt>
    <dgm:pt modelId="{B5476511-6F45-4E60-993F-EBCF843BEE91}" type="pres">
      <dgm:prSet presAssocID="{CDEC2A84-A073-4FA3-B6B4-76EB161534E6}" presName="Accent1" presStyleCnt="0"/>
      <dgm:spPr/>
    </dgm:pt>
    <dgm:pt modelId="{EE51E386-EB5E-4B7C-9F19-F3186435373C}" type="pres">
      <dgm:prSet presAssocID="{CDEC2A84-A073-4FA3-B6B4-76EB161534E6}" presName="Accent" presStyleLbl="node1" presStyleIdx="0" presStyleCnt="3"/>
      <dgm:spPr/>
    </dgm:pt>
    <dgm:pt modelId="{23B95A78-20E9-44CD-B1CD-0F725E37911C}" type="pres">
      <dgm:prSet presAssocID="{CDEC2A84-A073-4FA3-B6B4-76EB161534E6}" presName="Parent1" presStyleLbl="revTx" presStyleIdx="0" presStyleCnt="3">
        <dgm:presLayoutVars>
          <dgm:chMax val="1"/>
          <dgm:chPref val="1"/>
          <dgm:bulletEnabled val="1"/>
        </dgm:presLayoutVars>
      </dgm:prSet>
      <dgm:spPr/>
    </dgm:pt>
    <dgm:pt modelId="{6E7A5C26-9B59-4DEF-9EED-A0E160FEB44D}" type="pres">
      <dgm:prSet presAssocID="{BB080FB8-AEB0-4ED7-834F-E0745A036FF1}" presName="Accent2" presStyleCnt="0"/>
      <dgm:spPr/>
    </dgm:pt>
    <dgm:pt modelId="{46CF6470-C3A5-43E3-9C08-AE067F0C84A5}" type="pres">
      <dgm:prSet presAssocID="{BB080FB8-AEB0-4ED7-834F-E0745A036FF1}" presName="Accent" presStyleLbl="node1" presStyleIdx="1" presStyleCnt="3"/>
      <dgm:spPr/>
    </dgm:pt>
    <dgm:pt modelId="{3A9CC3F7-E9E1-4953-9850-7150148CF90A}" type="pres">
      <dgm:prSet presAssocID="{BB080FB8-AEB0-4ED7-834F-E0745A036FF1}" presName="Parent2" presStyleLbl="revTx" presStyleIdx="1" presStyleCnt="3">
        <dgm:presLayoutVars>
          <dgm:chMax val="1"/>
          <dgm:chPref val="1"/>
          <dgm:bulletEnabled val="1"/>
        </dgm:presLayoutVars>
      </dgm:prSet>
      <dgm:spPr/>
    </dgm:pt>
    <dgm:pt modelId="{8F3A6A1C-92A0-4F36-84E9-8389D90EA67B}" type="pres">
      <dgm:prSet presAssocID="{294B5E4F-3D28-4992-9A7D-EA46749600C5}" presName="Accent3" presStyleCnt="0"/>
      <dgm:spPr/>
    </dgm:pt>
    <dgm:pt modelId="{089915B5-8D9B-402A-B490-AF465FCA0569}" type="pres">
      <dgm:prSet presAssocID="{294B5E4F-3D28-4992-9A7D-EA46749600C5}" presName="Accent" presStyleLbl="node1" presStyleIdx="2" presStyleCnt="3"/>
      <dgm:spPr/>
    </dgm:pt>
    <dgm:pt modelId="{96B1B918-0B00-40B3-B071-1745E2CD3D63}" type="pres">
      <dgm:prSet presAssocID="{294B5E4F-3D28-4992-9A7D-EA46749600C5}" presName="Parent3" presStyleLbl="revTx" presStyleIdx="2" presStyleCnt="3">
        <dgm:presLayoutVars>
          <dgm:chMax val="1"/>
          <dgm:chPref val="1"/>
          <dgm:bulletEnabled val="1"/>
        </dgm:presLayoutVars>
      </dgm:prSet>
      <dgm:spPr/>
    </dgm:pt>
  </dgm:ptLst>
  <dgm:cxnLst>
    <dgm:cxn modelId="{164A800A-B291-4EAB-B0FD-41F1DAA496B7}" srcId="{627DD516-FD4C-4E1E-9301-DBB3673EA9CF}" destId="{294B5E4F-3D28-4992-9A7D-EA46749600C5}" srcOrd="2" destOrd="0" parTransId="{0FDF837E-AD4D-4693-9B2B-D93B3696A0BB}" sibTransId="{04C4F855-0F4F-419E-900B-48CAC452E72B}"/>
    <dgm:cxn modelId="{9A04DE69-D281-440D-80FB-7D13C07D1CE9}" type="presOf" srcId="{294B5E4F-3D28-4992-9A7D-EA46749600C5}" destId="{96B1B918-0B00-40B3-B071-1745E2CD3D63}" srcOrd="0" destOrd="0" presId="urn:microsoft.com/office/officeart/2009/layout/CircleArrowProcess"/>
    <dgm:cxn modelId="{549EFA6D-8AC8-44CA-8367-777EF5D9F9D1}" type="presOf" srcId="{627DD516-FD4C-4E1E-9301-DBB3673EA9CF}" destId="{61B26FA0-1D56-422D-BB9A-4155CDA633B0}" srcOrd="0" destOrd="0" presId="urn:microsoft.com/office/officeart/2009/layout/CircleArrowProcess"/>
    <dgm:cxn modelId="{D38D4B71-FFF3-4A77-AB6E-8EB8DE51E8B0}" type="presOf" srcId="{CDEC2A84-A073-4FA3-B6B4-76EB161534E6}" destId="{23B95A78-20E9-44CD-B1CD-0F725E37911C}" srcOrd="0" destOrd="0" presId="urn:microsoft.com/office/officeart/2009/layout/CircleArrowProcess"/>
    <dgm:cxn modelId="{13B9EC76-09FC-4237-B728-D863915851E8}" srcId="{627DD516-FD4C-4E1E-9301-DBB3673EA9CF}" destId="{BB080FB8-AEB0-4ED7-834F-E0745A036FF1}" srcOrd="1" destOrd="0" parTransId="{2F5F8DF2-EA23-498B-9037-7A7BB8D6DF23}" sibTransId="{E6D5278C-2CE8-4728-AA5C-33F8FABDD00B}"/>
    <dgm:cxn modelId="{C4907357-CB4D-4CE9-BF75-5F6C34620DB5}" type="presOf" srcId="{BB080FB8-AEB0-4ED7-834F-E0745A036FF1}" destId="{3A9CC3F7-E9E1-4953-9850-7150148CF90A}" srcOrd="0" destOrd="0" presId="urn:microsoft.com/office/officeart/2009/layout/CircleArrowProcess"/>
    <dgm:cxn modelId="{8F2DA1B7-9730-4E95-AA18-51F5ACDE4209}" srcId="{627DD516-FD4C-4E1E-9301-DBB3673EA9CF}" destId="{CDEC2A84-A073-4FA3-B6B4-76EB161534E6}" srcOrd="0" destOrd="0" parTransId="{1EB0AA9C-DF0D-496C-9170-F93C4715FBA7}" sibTransId="{A0FF3434-0FAA-400F-B0BC-84A5D6FAB866}"/>
    <dgm:cxn modelId="{EAADE5E0-30BF-45F7-883A-AC92C1B91010}" type="presParOf" srcId="{61B26FA0-1D56-422D-BB9A-4155CDA633B0}" destId="{B5476511-6F45-4E60-993F-EBCF843BEE91}" srcOrd="0" destOrd="0" presId="urn:microsoft.com/office/officeart/2009/layout/CircleArrowProcess"/>
    <dgm:cxn modelId="{8975455A-E269-4724-A0FB-ECA447A01C43}" type="presParOf" srcId="{B5476511-6F45-4E60-993F-EBCF843BEE91}" destId="{EE51E386-EB5E-4B7C-9F19-F3186435373C}" srcOrd="0" destOrd="0" presId="urn:microsoft.com/office/officeart/2009/layout/CircleArrowProcess"/>
    <dgm:cxn modelId="{4E9FB14D-B422-4530-8FA6-A20ED66FBC2C}" type="presParOf" srcId="{61B26FA0-1D56-422D-BB9A-4155CDA633B0}" destId="{23B95A78-20E9-44CD-B1CD-0F725E37911C}" srcOrd="1" destOrd="0" presId="urn:microsoft.com/office/officeart/2009/layout/CircleArrowProcess"/>
    <dgm:cxn modelId="{C0B70F49-D701-4F8D-891C-3E0C8DE8F1BA}" type="presParOf" srcId="{61B26FA0-1D56-422D-BB9A-4155CDA633B0}" destId="{6E7A5C26-9B59-4DEF-9EED-A0E160FEB44D}" srcOrd="2" destOrd="0" presId="urn:microsoft.com/office/officeart/2009/layout/CircleArrowProcess"/>
    <dgm:cxn modelId="{DC18F63E-FEB1-46BC-9589-4713F5AA3924}" type="presParOf" srcId="{6E7A5C26-9B59-4DEF-9EED-A0E160FEB44D}" destId="{46CF6470-C3A5-43E3-9C08-AE067F0C84A5}" srcOrd="0" destOrd="0" presId="urn:microsoft.com/office/officeart/2009/layout/CircleArrowProcess"/>
    <dgm:cxn modelId="{A5B3DE58-337A-45B7-975D-64F1EBB9B6F2}" type="presParOf" srcId="{61B26FA0-1D56-422D-BB9A-4155CDA633B0}" destId="{3A9CC3F7-E9E1-4953-9850-7150148CF90A}" srcOrd="3" destOrd="0" presId="urn:microsoft.com/office/officeart/2009/layout/CircleArrowProcess"/>
    <dgm:cxn modelId="{801B4064-E932-41DF-816B-5FFBD5237EB6}" type="presParOf" srcId="{61B26FA0-1D56-422D-BB9A-4155CDA633B0}" destId="{8F3A6A1C-92A0-4F36-84E9-8389D90EA67B}" srcOrd="4" destOrd="0" presId="urn:microsoft.com/office/officeart/2009/layout/CircleArrowProcess"/>
    <dgm:cxn modelId="{5758C425-EDAF-436C-9B22-FA2863488DFD}" type="presParOf" srcId="{8F3A6A1C-92A0-4F36-84E9-8389D90EA67B}" destId="{089915B5-8D9B-402A-B490-AF465FCA0569}" srcOrd="0" destOrd="0" presId="urn:microsoft.com/office/officeart/2009/layout/CircleArrowProcess"/>
    <dgm:cxn modelId="{56CABCBB-99C8-449E-AC9E-BA50688C685F}" type="presParOf" srcId="{61B26FA0-1D56-422D-BB9A-4155CDA633B0}" destId="{96B1B918-0B00-40B3-B071-1745E2CD3D63}" srcOrd="5"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51E386-EB5E-4B7C-9F19-F3186435373C}">
      <dsp:nvSpPr>
        <dsp:cNvPr id="0" name=""/>
        <dsp:cNvSpPr/>
      </dsp:nvSpPr>
      <dsp:spPr>
        <a:xfrm>
          <a:off x="2866120" y="0"/>
          <a:ext cx="1801835" cy="1802109"/>
        </a:xfrm>
        <a:prstGeom prst="circularArrow">
          <a:avLst>
            <a:gd name="adj1" fmla="val 10980"/>
            <a:gd name="adj2" fmla="val 1142322"/>
            <a:gd name="adj3" fmla="val 4500000"/>
            <a:gd name="adj4" fmla="val 10800000"/>
            <a:gd name="adj5" fmla="val 125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B95A78-20E9-44CD-B1CD-0F725E37911C}">
      <dsp:nvSpPr>
        <dsp:cNvPr id="0" name=""/>
        <dsp:cNvSpPr/>
      </dsp:nvSpPr>
      <dsp:spPr>
        <a:xfrm>
          <a:off x="3264385" y="650616"/>
          <a:ext cx="1001245" cy="5005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a:t>for loop</a:t>
          </a:r>
          <a:endParaRPr lang="en-US" sz="1800" kern="1200"/>
        </a:p>
      </dsp:txBody>
      <dsp:txXfrm>
        <a:off x="3264385" y="650616"/>
        <a:ext cx="1001245" cy="500502"/>
      </dsp:txXfrm>
    </dsp:sp>
    <dsp:sp modelId="{46CF6470-C3A5-43E3-9C08-AE067F0C84A5}">
      <dsp:nvSpPr>
        <dsp:cNvPr id="0" name=""/>
        <dsp:cNvSpPr/>
      </dsp:nvSpPr>
      <dsp:spPr>
        <a:xfrm>
          <a:off x="2365667" y="1035445"/>
          <a:ext cx="1801835" cy="1802109"/>
        </a:xfrm>
        <a:prstGeom prst="leftCircularArrow">
          <a:avLst>
            <a:gd name="adj1" fmla="val 10980"/>
            <a:gd name="adj2" fmla="val 1142322"/>
            <a:gd name="adj3" fmla="val 6300000"/>
            <a:gd name="adj4" fmla="val 18900000"/>
            <a:gd name="adj5" fmla="val 125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9CC3F7-E9E1-4953-9850-7150148CF90A}">
      <dsp:nvSpPr>
        <dsp:cNvPr id="0" name=""/>
        <dsp:cNvSpPr/>
      </dsp:nvSpPr>
      <dsp:spPr>
        <a:xfrm>
          <a:off x="2765962" y="1692051"/>
          <a:ext cx="1001245" cy="5005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a:t>while loop</a:t>
          </a:r>
          <a:endParaRPr lang="en-US" sz="1800" kern="1200"/>
        </a:p>
      </dsp:txBody>
      <dsp:txXfrm>
        <a:off x="2765962" y="1692051"/>
        <a:ext cx="1001245" cy="500502"/>
      </dsp:txXfrm>
    </dsp:sp>
    <dsp:sp modelId="{089915B5-8D9B-402A-B490-AF465FCA0569}">
      <dsp:nvSpPr>
        <dsp:cNvPr id="0" name=""/>
        <dsp:cNvSpPr/>
      </dsp:nvSpPr>
      <dsp:spPr>
        <a:xfrm>
          <a:off x="2994363" y="2194799"/>
          <a:ext cx="1548055" cy="1548676"/>
        </a:xfrm>
        <a:prstGeom prst="blockArc">
          <a:avLst>
            <a:gd name="adj1" fmla="val 13500000"/>
            <a:gd name="adj2" fmla="val 10800000"/>
            <a:gd name="adj3" fmla="val 1274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B1B918-0B00-40B3-B071-1745E2CD3D63}">
      <dsp:nvSpPr>
        <dsp:cNvPr id="0" name=""/>
        <dsp:cNvSpPr/>
      </dsp:nvSpPr>
      <dsp:spPr>
        <a:xfrm>
          <a:off x="3266754" y="2734983"/>
          <a:ext cx="1001245" cy="5005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a:t>do-while loop</a:t>
          </a:r>
          <a:endParaRPr lang="en-US" sz="1800" kern="1200"/>
        </a:p>
      </dsp:txBody>
      <dsp:txXfrm>
        <a:off x="3266754" y="2734983"/>
        <a:ext cx="1001245" cy="500502"/>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C3146DE-12E6-419C-A574-B0D04350C9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a:extLst>
              <a:ext uri="{FF2B5EF4-FFF2-40B4-BE49-F238E27FC236}">
                <a16:creationId xmlns:a16="http://schemas.microsoft.com/office/drawing/2014/main" id="{E6AA870F-E94B-4917-AB43-62026CB4E5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758475-46F8-48DB-8603-B040CBA163BF}" type="datetimeFigureOut">
              <a:rPr lang="da-DK" smtClean="0"/>
              <a:t>27-05-2022</a:t>
            </a:fld>
            <a:endParaRPr lang="da-DK"/>
          </a:p>
        </p:txBody>
      </p:sp>
      <p:sp>
        <p:nvSpPr>
          <p:cNvPr id="4" name="Footer Placeholder 3">
            <a:extLst>
              <a:ext uri="{FF2B5EF4-FFF2-40B4-BE49-F238E27FC236}">
                <a16:creationId xmlns:a16="http://schemas.microsoft.com/office/drawing/2014/main" id="{0964345F-0920-4A40-B371-0A9B1BF950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Slide Number Placeholder 4">
            <a:extLst>
              <a:ext uri="{FF2B5EF4-FFF2-40B4-BE49-F238E27FC236}">
                <a16:creationId xmlns:a16="http://schemas.microsoft.com/office/drawing/2014/main" id="{FF4E779D-739B-4B24-90DD-E0F826AE07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403F6F2-2003-4799-8FCB-3431554F2B47}" type="slidenum">
              <a:rPr lang="da-DK" smtClean="0"/>
              <a:t>‹#›</a:t>
            </a:fld>
            <a:endParaRPr lang="da-DK"/>
          </a:p>
        </p:txBody>
      </p:sp>
    </p:spTree>
    <p:extLst>
      <p:ext uri="{BB962C8B-B14F-4D97-AF65-F5344CB8AC3E}">
        <p14:creationId xmlns:p14="http://schemas.microsoft.com/office/powerpoint/2010/main" val="1389725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2ADF95A9-781B-A947-952E-AF5DB3EED6BF}" type="datetimeFigureOut">
              <a:rPr lang="en-US"/>
              <a:pPr>
                <a:defRPr/>
              </a:pPr>
              <a:t>5/27/2022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a-DK" noProof="0"/>
              <a:t>Click to edit Master text styles</a:t>
            </a:r>
          </a:p>
          <a:p>
            <a:pPr lvl="1"/>
            <a:r>
              <a:rPr lang="da-DK" noProof="0"/>
              <a:t>Second level</a:t>
            </a:r>
          </a:p>
          <a:p>
            <a:pPr lvl="2"/>
            <a:r>
              <a:rPr lang="da-DK" noProof="0"/>
              <a:t>Third level</a:t>
            </a:r>
          </a:p>
          <a:p>
            <a:pPr lvl="3"/>
            <a:r>
              <a:rPr lang="da-DK" noProof="0"/>
              <a:t>Fourth level</a:t>
            </a:r>
          </a:p>
          <a:p>
            <a:pPr lvl="4"/>
            <a:r>
              <a:rPr lang="da-DK"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7B4E6626-DD92-5440-975E-5D33BC737A1F}" type="slidenum">
              <a:rPr lang="en-US"/>
              <a:pPr>
                <a:defRPr/>
              </a:pPr>
              <a:t>‹#›</a:t>
            </a:fld>
            <a:endParaRPr lang="en-US"/>
          </a:p>
        </p:txBody>
      </p:sp>
    </p:spTree>
    <p:extLst>
      <p:ext uri="{BB962C8B-B14F-4D97-AF65-F5344CB8AC3E}">
        <p14:creationId xmlns:p14="http://schemas.microsoft.com/office/powerpoint/2010/main" val="2473425591"/>
      </p:ext>
    </p:extLst>
  </p:cSld>
  <p:clrMap bg1="lt1" tx1="dk1" bg2="lt2" tx2="dk2" accent1="accent1" accent2="accent2" accent3="accent3" accent4="accent4" accent5="accent5" accent6="accent6" hlink="hlink" folHlink="folHlink"/>
  <p:hf hdr="0" ftr="0" dt="0"/>
  <p:notesStyle>
    <a:lvl1pPr algn="l" defTabSz="609585" rtl="0" fontAlgn="base">
      <a:spcBef>
        <a:spcPct val="30000"/>
      </a:spcBef>
      <a:spcAft>
        <a:spcPct val="0"/>
      </a:spcAft>
      <a:defRPr sz="1600" kern="1200">
        <a:solidFill>
          <a:schemeClr val="tx1"/>
        </a:solidFill>
        <a:latin typeface="+mn-lt"/>
        <a:ea typeface="ＭＳ Ｐゴシック" charset="0"/>
        <a:cs typeface="ＭＳ Ｐゴシック" charset="0"/>
      </a:defRPr>
    </a:lvl1pPr>
    <a:lvl2pPr marL="609585" algn="l" defTabSz="609585" rtl="0" fontAlgn="base">
      <a:spcBef>
        <a:spcPct val="30000"/>
      </a:spcBef>
      <a:spcAft>
        <a:spcPct val="0"/>
      </a:spcAft>
      <a:defRPr sz="1600" kern="1200">
        <a:solidFill>
          <a:schemeClr val="tx1"/>
        </a:solidFill>
        <a:latin typeface="+mn-lt"/>
        <a:ea typeface="ＭＳ Ｐゴシック" charset="0"/>
        <a:cs typeface="+mn-cs"/>
      </a:defRPr>
    </a:lvl2pPr>
    <a:lvl3pPr marL="1219170" algn="l" defTabSz="609585" rtl="0" fontAlgn="base">
      <a:spcBef>
        <a:spcPct val="30000"/>
      </a:spcBef>
      <a:spcAft>
        <a:spcPct val="0"/>
      </a:spcAft>
      <a:defRPr sz="1600" kern="1200">
        <a:solidFill>
          <a:schemeClr val="tx1"/>
        </a:solidFill>
        <a:latin typeface="+mn-lt"/>
        <a:ea typeface="ＭＳ Ｐゴシック" charset="0"/>
        <a:cs typeface="+mn-cs"/>
      </a:defRPr>
    </a:lvl3pPr>
    <a:lvl4pPr marL="1828754" algn="l" defTabSz="609585" rtl="0" fontAlgn="base">
      <a:spcBef>
        <a:spcPct val="30000"/>
      </a:spcBef>
      <a:spcAft>
        <a:spcPct val="0"/>
      </a:spcAft>
      <a:defRPr sz="1600" kern="1200">
        <a:solidFill>
          <a:schemeClr val="tx1"/>
        </a:solidFill>
        <a:latin typeface="+mn-lt"/>
        <a:ea typeface="ＭＳ Ｐゴシック" charset="0"/>
        <a:cs typeface="+mn-cs"/>
      </a:defRPr>
    </a:lvl4pPr>
    <a:lvl5pPr marL="2438339" algn="l" defTabSz="609585" rtl="0" fontAlgn="base">
      <a:spcBef>
        <a:spcPct val="30000"/>
      </a:spcBef>
      <a:spcAft>
        <a:spcPct val="0"/>
      </a:spcAft>
      <a:defRPr sz="1600" kern="1200">
        <a:solidFill>
          <a:schemeClr val="tx1"/>
        </a:solidFill>
        <a:latin typeface="+mn-lt"/>
        <a:ea typeface="ＭＳ Ｐゴシック" charset="0"/>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microsoft.com/en-us/dotnet/csharp/programming-guide/statements-expressions-operators/statements"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docs.microsoft.com/en-us/dotnet/csharp/programming-guide/statements-expressions-operators/statements#declaration-statements"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en-US">
                <a:ea typeface="ＭＳ Ｐゴシック"/>
                <a:cs typeface="Calibri"/>
              </a:rPr>
              <a:t>The actions that a program takes are expressed in statements</a:t>
            </a:r>
            <a:br>
              <a:rPr lang="en-US">
                <a:ea typeface="ＭＳ Ｐゴシック"/>
                <a:cs typeface="+mn-lt"/>
              </a:rPr>
            </a:br>
            <a:r>
              <a:rPr lang="en-US">
                <a:ea typeface="ＭＳ Ｐゴシック"/>
                <a:cs typeface="Calibri"/>
                <a:hlinkClick r:id="rId3"/>
              </a:rPr>
              <a:t>https://docs.microsoft.com/en-us/dotnet/csharp/programming-guide/statements-expressions-operators/statements</a:t>
            </a:r>
            <a:br>
              <a:rPr lang="en-US">
                <a:ea typeface="ＭＳ Ｐゴシック"/>
                <a:cs typeface="+mn-lt"/>
              </a:rPr>
            </a:br>
            <a:br>
              <a:rPr lang="en-US">
                <a:cs typeface="+mn-lt"/>
              </a:rPr>
            </a:br>
            <a:r>
              <a:rPr lang="en-US">
                <a:hlinkClick r:id="rId4"/>
              </a:rPr>
              <a:t>Declaration statements</a:t>
            </a:r>
            <a:endParaRPr lang="en-US">
              <a:cs typeface="Calibri"/>
            </a:endParaRPr>
          </a:p>
          <a:p>
            <a:r>
              <a:rPr lang="en-US"/>
              <a:t>A declaration statement introduces a new variable or constant. A variable declaration can optionally assign a value to the variable. In a constant declaration, the assignment is required.</a:t>
            </a:r>
          </a:p>
          <a:p>
            <a:endParaRPr lang="en-US">
              <a:cs typeface="+mn-lt"/>
            </a:endParaRPr>
          </a:p>
        </p:txBody>
      </p:sp>
      <p:sp>
        <p:nvSpPr>
          <p:cNvPr id="4" name="Місце для номера слайда 3"/>
          <p:cNvSpPr>
            <a:spLocks noGrp="1"/>
          </p:cNvSpPr>
          <p:nvPr>
            <p:ph type="sldNum" sz="quarter" idx="5"/>
          </p:nvPr>
        </p:nvSpPr>
        <p:spPr/>
        <p:txBody>
          <a:bodyPr/>
          <a:lstStyle/>
          <a:p>
            <a:pPr>
              <a:defRPr/>
            </a:pPr>
            <a:fld id="{7B4E6626-DD92-5440-975E-5D33BC737A1F}" type="slidenum">
              <a:rPr lang="en-US"/>
              <a:pPr>
                <a:defRPr/>
              </a:pPr>
              <a:t>3</a:t>
            </a:fld>
            <a:endParaRPr lang="en-US"/>
          </a:p>
        </p:txBody>
      </p:sp>
    </p:spTree>
    <p:extLst>
      <p:ext uri="{BB962C8B-B14F-4D97-AF65-F5344CB8AC3E}">
        <p14:creationId xmlns:p14="http://schemas.microsoft.com/office/powerpoint/2010/main" val="2983269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b="0" i="0">
                <a:solidFill>
                  <a:srgbClr val="000000"/>
                </a:solidFill>
                <a:effectLst/>
                <a:latin typeface="Arial" panose="020B0604020202020204" pitchFamily="34" charset="0"/>
              </a:rPr>
              <a:t>Conditional execution executes or skips a section of code depending on a condition.</a:t>
            </a:r>
          </a:p>
          <a:p>
            <a:endParaRPr lang="en-US" b="1"/>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a:t>
            </a:fld>
            <a:endParaRPr lang="en-US"/>
          </a:p>
        </p:txBody>
      </p:sp>
    </p:spTree>
    <p:extLst>
      <p:ext uri="{BB962C8B-B14F-4D97-AF65-F5344CB8AC3E}">
        <p14:creationId xmlns:p14="http://schemas.microsoft.com/office/powerpoint/2010/main" val="4218994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13</a:t>
            </a:fld>
            <a:endParaRPr lang="en-US"/>
          </a:p>
        </p:txBody>
      </p:sp>
    </p:spTree>
    <p:extLst>
      <p:ext uri="{BB962C8B-B14F-4D97-AF65-F5344CB8AC3E}">
        <p14:creationId xmlns:p14="http://schemas.microsoft.com/office/powerpoint/2010/main" val="847048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a:solidFill>
                  <a:srgbClr val="202124"/>
                </a:solidFill>
                <a:effectLst/>
                <a:latin typeface="arial" panose="020B0604020202020204" pitchFamily="34" charset="0"/>
              </a:rPr>
              <a:t>Unmanaged objects</a:t>
            </a:r>
            <a:r>
              <a:rPr lang="en-US" b="0" i="0">
                <a:solidFill>
                  <a:srgbClr val="202124"/>
                </a:solidFill>
                <a:effectLst/>
                <a:latin typeface="arial" panose="020B0604020202020204" pitchFamily="34" charset="0"/>
              </a:rPr>
              <a:t> are wrapped around operating system </a:t>
            </a:r>
            <a:r>
              <a:rPr lang="en-US" b="1" i="0">
                <a:solidFill>
                  <a:srgbClr val="202124"/>
                </a:solidFill>
                <a:effectLst/>
                <a:latin typeface="arial" panose="020B0604020202020204" pitchFamily="34" charset="0"/>
              </a:rPr>
              <a:t>resources</a:t>
            </a:r>
            <a:r>
              <a:rPr lang="en-US" b="0" i="0">
                <a:solidFill>
                  <a:srgbClr val="202124"/>
                </a:solidFill>
                <a:effectLst/>
                <a:latin typeface="arial" panose="020B0604020202020204" pitchFamily="34" charset="0"/>
              </a:rPr>
              <a:t> like file streams, database connections, network related instances, handles to different classes, registries, pointers, etc. </a:t>
            </a:r>
            <a:r>
              <a:rPr lang="en-US" b="1" i="0">
                <a:solidFill>
                  <a:srgbClr val="202124"/>
                </a:solidFill>
                <a:effectLst/>
                <a:latin typeface="arial" panose="020B0604020202020204" pitchFamily="34" charset="0"/>
              </a:rPr>
              <a:t>Unmanaged resources</a:t>
            </a:r>
            <a:r>
              <a:rPr lang="en-US" b="0" i="0">
                <a:solidFill>
                  <a:srgbClr val="202124"/>
                </a:solidFill>
                <a:effectLst/>
                <a:latin typeface="arial" panose="020B0604020202020204" pitchFamily="34" charset="0"/>
              </a:rPr>
              <a:t> can be cleaned-up using 'Dispose' method and 'using' statement.</a:t>
            </a: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a:pPr>
                <a:defRPr/>
              </a:pPr>
              <a:t>17</a:t>
            </a:fld>
            <a:endParaRPr lang="en-US"/>
          </a:p>
        </p:txBody>
      </p:sp>
    </p:spTree>
    <p:extLst>
      <p:ext uri="{BB962C8B-B14F-4D97-AF65-F5344CB8AC3E}">
        <p14:creationId xmlns:p14="http://schemas.microsoft.com/office/powerpoint/2010/main" val="1969231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Live demo</a:t>
            </a:r>
          </a:p>
        </p:txBody>
      </p:sp>
      <p:sp>
        <p:nvSpPr>
          <p:cNvPr id="4" name="Slide Number Placeholder 3"/>
          <p:cNvSpPr>
            <a:spLocks noGrp="1"/>
          </p:cNvSpPr>
          <p:nvPr>
            <p:ph type="sldNum" sz="quarter" idx="5"/>
          </p:nvPr>
        </p:nvSpPr>
        <p:spPr/>
        <p:txBody>
          <a:bodyPr/>
          <a:lstStyle/>
          <a:p>
            <a:pPr>
              <a:defRPr/>
            </a:pPr>
            <a:fld id="{7B4E6626-DD92-5440-975E-5D33BC737A1F}" type="slidenum">
              <a:rPr lang="en-US"/>
              <a:pPr>
                <a:defRPr/>
              </a:pPr>
              <a:t>18</a:t>
            </a:fld>
            <a:endParaRPr lang="en-US"/>
          </a:p>
        </p:txBody>
      </p:sp>
    </p:spTree>
    <p:extLst>
      <p:ext uri="{BB962C8B-B14F-4D97-AF65-F5344CB8AC3E}">
        <p14:creationId xmlns:p14="http://schemas.microsoft.com/office/powerpoint/2010/main" val="1458390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a:solidFill>
                  <a:srgbClr val="202124"/>
                </a:solidFill>
                <a:effectLst/>
                <a:latin typeface="arial" panose="020B0604020202020204" pitchFamily="34" charset="0"/>
              </a:rPr>
              <a:t>When the </a:t>
            </a:r>
            <a:r>
              <a:rPr lang="en-US" b="1" i="0">
                <a:solidFill>
                  <a:srgbClr val="202124"/>
                </a:solidFill>
                <a:effectLst/>
                <a:latin typeface="arial" panose="020B0604020202020204" pitchFamily="34" charset="0"/>
              </a:rPr>
              <a:t>break statement</a:t>
            </a:r>
            <a:r>
              <a:rPr lang="en-US" b="0" i="0">
                <a:solidFill>
                  <a:srgbClr val="202124"/>
                </a:solidFill>
                <a:effectLst/>
                <a:latin typeface="arial" panose="020B0604020202020204" pitchFamily="34" charset="0"/>
              </a:rPr>
              <a:t> is encountered inside a </a:t>
            </a:r>
            <a:r>
              <a:rPr lang="en-US" b="1" i="0">
                <a:solidFill>
                  <a:srgbClr val="202124"/>
                </a:solidFill>
                <a:effectLst/>
                <a:latin typeface="arial" panose="020B0604020202020204" pitchFamily="34" charset="0"/>
              </a:rPr>
              <a:t>loop</a:t>
            </a:r>
            <a:r>
              <a:rPr lang="en-US" b="0" i="0">
                <a:solidFill>
                  <a:srgbClr val="202124"/>
                </a:solidFill>
                <a:effectLst/>
                <a:latin typeface="arial" panose="020B0604020202020204" pitchFamily="34" charset="0"/>
              </a:rPr>
              <a:t>, the </a:t>
            </a:r>
            <a:r>
              <a:rPr lang="en-US" b="1" i="0">
                <a:solidFill>
                  <a:srgbClr val="202124"/>
                </a:solidFill>
                <a:effectLst/>
                <a:latin typeface="arial" panose="020B0604020202020204" pitchFamily="34" charset="0"/>
              </a:rPr>
              <a:t>loop</a:t>
            </a:r>
            <a:r>
              <a:rPr lang="en-US" b="0" i="0">
                <a:solidFill>
                  <a:srgbClr val="202124"/>
                </a:solidFill>
                <a:effectLst/>
                <a:latin typeface="arial" panose="020B0604020202020204" pitchFamily="34" charset="0"/>
              </a:rPr>
              <a:t> is immediately terminated and program control resumes at the next </a:t>
            </a:r>
            <a:r>
              <a:rPr lang="en-US" b="1" i="0">
                <a:solidFill>
                  <a:srgbClr val="202124"/>
                </a:solidFill>
                <a:effectLst/>
                <a:latin typeface="arial" panose="020B0604020202020204" pitchFamily="34" charset="0"/>
              </a:rPr>
              <a:t>statement</a:t>
            </a:r>
            <a:r>
              <a:rPr lang="en-US" b="0" i="0">
                <a:solidFill>
                  <a:srgbClr val="202124"/>
                </a:solidFill>
                <a:effectLst/>
                <a:latin typeface="arial" panose="020B0604020202020204" pitchFamily="34" charset="0"/>
              </a:rPr>
              <a:t> following the </a:t>
            </a:r>
            <a:r>
              <a:rPr lang="en-US" b="1" i="0">
                <a:solidFill>
                  <a:srgbClr val="202124"/>
                </a:solidFill>
                <a:effectLst/>
                <a:latin typeface="arial" panose="020B0604020202020204" pitchFamily="34" charset="0"/>
              </a:rPr>
              <a:t>loop</a:t>
            </a:r>
            <a:r>
              <a:rPr lang="en-US" b="0" i="0">
                <a:solidFill>
                  <a:srgbClr val="202124"/>
                </a:solidFill>
                <a:effectLst/>
                <a:latin typeface="arial" panose="020B0604020202020204" pitchFamily="34" charset="0"/>
              </a:rPr>
              <a:t>.</a:t>
            </a:r>
          </a:p>
          <a:p>
            <a:pPr algn="l">
              <a:buFont typeface="Arial" panose="020B0604020202020204" pitchFamily="34" charset="0"/>
              <a:buChar char="•"/>
            </a:pPr>
            <a:r>
              <a:rPr lang="en-US" b="0" i="0">
                <a:solidFill>
                  <a:srgbClr val="202124"/>
                </a:solidFill>
                <a:effectLst/>
                <a:latin typeface="arial" panose="020B0604020202020204" pitchFamily="34" charset="0"/>
              </a:rPr>
              <a:t>It can be used to terminate a case in the switch </a:t>
            </a:r>
            <a:r>
              <a:rPr lang="en-US" b="1" i="0">
                <a:solidFill>
                  <a:srgbClr val="202124"/>
                </a:solidFill>
                <a:effectLst/>
                <a:latin typeface="arial" panose="020B0604020202020204" pitchFamily="34" charset="0"/>
              </a:rPr>
              <a:t>statement</a:t>
            </a:r>
            <a:r>
              <a:rPr lang="en-US" b="0" i="0">
                <a:solidFill>
                  <a:srgbClr val="202124"/>
                </a:solidFill>
                <a:effectLst/>
                <a:latin typeface="arial" panose="020B0604020202020204" pitchFamily="34" charset="0"/>
              </a:rPr>
              <a:t>.</a:t>
            </a:r>
          </a:p>
        </p:txBody>
      </p:sp>
      <p:sp>
        <p:nvSpPr>
          <p:cNvPr id="4" name="Slide Number Placeholder 3"/>
          <p:cNvSpPr>
            <a:spLocks noGrp="1"/>
          </p:cNvSpPr>
          <p:nvPr>
            <p:ph type="sldNum" sz="quarter" idx="5"/>
          </p:nvPr>
        </p:nvSpPr>
        <p:spPr/>
        <p:txBody>
          <a:bodyPr/>
          <a:lstStyle/>
          <a:p>
            <a:pPr>
              <a:defRPr/>
            </a:pPr>
            <a:fld id="{7B4E6626-DD92-5440-975E-5D33BC737A1F}" type="slidenum">
              <a:rPr lang="en-US"/>
              <a:pPr>
                <a:defRPr/>
              </a:pPr>
              <a:t>21</a:t>
            </a:fld>
            <a:endParaRPr lang="en-US"/>
          </a:p>
        </p:txBody>
      </p:sp>
    </p:spTree>
    <p:extLst>
      <p:ext uri="{BB962C8B-B14F-4D97-AF65-F5344CB8AC3E}">
        <p14:creationId xmlns:p14="http://schemas.microsoft.com/office/powerpoint/2010/main" val="3603618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a:solidFill>
                  <a:srgbClr val="273239"/>
                </a:solidFill>
                <a:effectLst/>
                <a:latin typeface="urw-din"/>
              </a:rPr>
              <a:t>In C#, Jump statements are used to transfer control from one point to another point in the program due to some specified code while executing the program. There are five keywords in the Jump Statements:</a:t>
            </a:r>
          </a:p>
          <a:p>
            <a:pPr algn="l" fontAlgn="base">
              <a:buFont typeface="Arial" panose="020B0604020202020204" pitchFamily="34" charset="0"/>
              <a:buChar char="•"/>
            </a:pPr>
            <a:r>
              <a:rPr lang="en-US" b="1" i="0">
                <a:solidFill>
                  <a:srgbClr val="273239"/>
                </a:solidFill>
                <a:effectLst/>
                <a:latin typeface="urw-din"/>
              </a:rPr>
              <a:t> Break</a:t>
            </a:r>
          </a:p>
          <a:p>
            <a:pPr algn="l" fontAlgn="base">
              <a:buFont typeface="Arial" panose="020B0604020202020204" pitchFamily="34" charset="0"/>
              <a:buChar char="•"/>
            </a:pPr>
            <a:r>
              <a:rPr lang="en-US" b="1" i="0">
                <a:solidFill>
                  <a:srgbClr val="273239"/>
                </a:solidFill>
                <a:effectLst/>
                <a:latin typeface="urw-din"/>
              </a:rPr>
              <a:t> Continue</a:t>
            </a:r>
          </a:p>
          <a:p>
            <a:pPr algn="l" fontAlgn="base">
              <a:buFont typeface="Arial" panose="020B0604020202020204" pitchFamily="34" charset="0"/>
              <a:buChar char="•"/>
            </a:pPr>
            <a:r>
              <a:rPr lang="en-US" b="1" i="0">
                <a:solidFill>
                  <a:srgbClr val="273239"/>
                </a:solidFill>
                <a:effectLst/>
                <a:latin typeface="urw-din"/>
              </a:rPr>
              <a:t> </a:t>
            </a:r>
            <a:r>
              <a:rPr lang="en-US" b="1" i="0" err="1">
                <a:solidFill>
                  <a:srgbClr val="273239"/>
                </a:solidFill>
                <a:effectLst/>
                <a:latin typeface="urw-din"/>
              </a:rPr>
              <a:t>Goto</a:t>
            </a:r>
            <a:endParaRPr lang="en-US" b="1" i="0">
              <a:solidFill>
                <a:srgbClr val="273239"/>
              </a:solidFill>
              <a:effectLst/>
              <a:latin typeface="urw-din"/>
            </a:endParaRPr>
          </a:p>
          <a:p>
            <a:pPr algn="l" fontAlgn="base">
              <a:buFont typeface="Arial" panose="020B0604020202020204" pitchFamily="34" charset="0"/>
              <a:buChar char="•"/>
            </a:pPr>
            <a:r>
              <a:rPr lang="en-US" b="1" i="0">
                <a:solidFill>
                  <a:srgbClr val="273239"/>
                </a:solidFill>
                <a:effectLst/>
                <a:latin typeface="urw-din"/>
              </a:rPr>
              <a:t> Return</a:t>
            </a:r>
          </a:p>
          <a:p>
            <a:pPr algn="l" fontAlgn="base">
              <a:buFont typeface="Arial" panose="020B0604020202020204" pitchFamily="34" charset="0"/>
              <a:buChar char="•"/>
            </a:pPr>
            <a:r>
              <a:rPr lang="en-US" b="1" i="0">
                <a:solidFill>
                  <a:srgbClr val="273239"/>
                </a:solidFill>
                <a:effectLst/>
                <a:latin typeface="urw-din"/>
              </a:rPr>
              <a:t> throw</a:t>
            </a:r>
            <a:endParaRPr lang="en-US" b="0" i="0">
              <a:solidFill>
                <a:srgbClr val="273239"/>
              </a:solidFill>
              <a:effectLst/>
              <a:latin typeface="urw-din"/>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a:pPr>
                <a:defRPr/>
              </a:pPr>
              <a:t>25</a:t>
            </a:fld>
            <a:endParaRPr lang="en-US"/>
          </a:p>
        </p:txBody>
      </p:sp>
    </p:spTree>
    <p:extLst>
      <p:ext uri="{BB962C8B-B14F-4D97-AF65-F5344CB8AC3E}">
        <p14:creationId xmlns:p14="http://schemas.microsoft.com/office/powerpoint/2010/main" val="19986230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elslide">
    <p:spTree>
      <p:nvGrpSpPr>
        <p:cNvPr id="1" name=""/>
        <p:cNvGrpSpPr/>
        <p:nvPr/>
      </p:nvGrpSpPr>
      <p:grpSpPr>
        <a:xfrm>
          <a:off x="0" y="0"/>
          <a:ext cx="0" cy="0"/>
          <a:chOff x="0" y="0"/>
          <a:chExt cx="0" cy="0"/>
        </a:xfrm>
      </p:grpSpPr>
      <p:pic>
        <p:nvPicPr>
          <p:cNvPr id="2" name="Billede 1"/>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606" y="0"/>
            <a:ext cx="12193605" cy="6858000"/>
          </a:xfrm>
          <a:prstGeom prst="rect">
            <a:avLst/>
          </a:prstGeom>
        </p:spPr>
      </p:pic>
      <p:sp>
        <p:nvSpPr>
          <p:cNvPr id="15" name="Rektangel 14"/>
          <p:cNvSpPr/>
          <p:nvPr userDrawn="1"/>
        </p:nvSpPr>
        <p:spPr>
          <a:xfrm>
            <a:off x="0" y="0"/>
            <a:ext cx="12192000" cy="4610100"/>
          </a:xfrm>
          <a:prstGeom prst="rect">
            <a:avLst/>
          </a:prstGeom>
          <a:gradFill flip="none" rotWithShape="1">
            <a:gsLst>
              <a:gs pos="8000">
                <a:srgbClr val="010B19">
                  <a:alpha val="80000"/>
                </a:srgbClr>
              </a:gs>
              <a:gs pos="47000">
                <a:srgbClr val="5D757F">
                  <a:alpha val="40000"/>
                </a:srgbClr>
              </a:gs>
              <a:gs pos="73000">
                <a:srgbClr val="A5C8CF">
                  <a:alpha val="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4" name="Pladsholder til dato 3"/>
          <p:cNvSpPr>
            <a:spLocks noGrp="1"/>
          </p:cNvSpPr>
          <p:nvPr>
            <p:ph type="dt" sz="half" idx="10"/>
          </p:nvPr>
        </p:nvSpPr>
        <p:spPr>
          <a:xfrm>
            <a:off x="666750" y="6354361"/>
            <a:ext cx="2590801" cy="364067"/>
          </a:xfrm>
          <a:prstGeom prst="rect">
            <a:avLst/>
          </a:prstGeom>
        </p:spPr>
        <p:txBody>
          <a:bodyPr lIns="0" tIns="0" rIns="0" bIns="0" anchor="ctr" anchorCtr="0"/>
          <a:lstStyle>
            <a:lvl1pPr algn="l">
              <a:defRPr lang="da-DK" sz="1067" b="1" kern="1200" dirty="0">
                <a:solidFill>
                  <a:schemeClr val="bg1"/>
                </a:solidFill>
                <a:latin typeface="+mj-lt"/>
                <a:ea typeface="ＭＳ Ｐゴシック" charset="0"/>
                <a:cs typeface="ＭＳ Ｐゴシック" charset="0"/>
              </a:defRPr>
            </a:lvl1pPr>
          </a:lstStyle>
          <a:p>
            <a:endParaRPr lang="da-DK"/>
          </a:p>
        </p:txBody>
      </p:sp>
      <p:sp>
        <p:nvSpPr>
          <p:cNvPr id="6" name="Pladsholder til tekst 5"/>
          <p:cNvSpPr>
            <a:spLocks noGrp="1"/>
          </p:cNvSpPr>
          <p:nvPr>
            <p:ph type="body" sz="quarter" idx="14" hasCustomPrompt="1"/>
          </p:nvPr>
        </p:nvSpPr>
        <p:spPr>
          <a:xfrm>
            <a:off x="650889" y="947355"/>
            <a:ext cx="10860646" cy="1254669"/>
          </a:xfrm>
        </p:spPr>
        <p:txBody>
          <a:bodyPr anchor="b"/>
          <a:lstStyle>
            <a:lvl1pPr marL="0" indent="0">
              <a:lnSpc>
                <a:spcPts val="4800"/>
              </a:lnSpc>
              <a:spcAft>
                <a:spcPts val="0"/>
              </a:spcAft>
              <a:buNone/>
              <a:defRPr sz="4800" cap="all" baseline="0">
                <a:solidFill>
                  <a:schemeClr val="bg1"/>
                </a:solidFill>
              </a:defRPr>
            </a:lvl1pPr>
          </a:lstStyle>
          <a:p>
            <a:pPr lvl="0"/>
            <a:r>
              <a:rPr lang="en-US"/>
              <a:t>Insert</a:t>
            </a:r>
            <a:br>
              <a:rPr lang="en-US"/>
            </a:br>
            <a:r>
              <a:rPr lang="en-US"/>
              <a:t>Header</a:t>
            </a:r>
          </a:p>
        </p:txBody>
      </p:sp>
      <p:grpSp>
        <p:nvGrpSpPr>
          <p:cNvPr id="5" name="Gruppe 4"/>
          <p:cNvGrpSpPr/>
          <p:nvPr userDrawn="1"/>
        </p:nvGrpSpPr>
        <p:grpSpPr>
          <a:xfrm>
            <a:off x="8683837" y="5431288"/>
            <a:ext cx="3508163" cy="1426712"/>
            <a:chOff x="8683837" y="5431288"/>
            <a:chExt cx="3508163" cy="1426712"/>
          </a:xfrm>
        </p:grpSpPr>
        <p:sp>
          <p:nvSpPr>
            <p:cNvPr id="23" name="Freeform 6"/>
            <p:cNvSpPr>
              <a:spLocks/>
            </p:cNvSpPr>
            <p:nvPr userDrawn="1"/>
          </p:nvSpPr>
          <p:spPr bwMode="auto">
            <a:xfrm>
              <a:off x="8683837" y="5431288"/>
              <a:ext cx="3508163" cy="1426712"/>
            </a:xfrm>
            <a:custGeom>
              <a:avLst/>
              <a:gdLst>
                <a:gd name="T0" fmla="*/ 0 w 1945"/>
                <a:gd name="T1" fmla="*/ 791 h 791"/>
                <a:gd name="T2" fmla="*/ 1945 w 1945"/>
                <a:gd name="T3" fmla="*/ 791 h 791"/>
                <a:gd name="T4" fmla="*/ 1945 w 1945"/>
                <a:gd name="T5" fmla="*/ 332 h 791"/>
                <a:gd name="T6" fmla="*/ 1370 w 1945"/>
                <a:gd name="T7" fmla="*/ 0 h 791"/>
                <a:gd name="T8" fmla="*/ 0 w 1945"/>
                <a:gd name="T9" fmla="*/ 791 h 791"/>
              </a:gdLst>
              <a:ahLst/>
              <a:cxnLst>
                <a:cxn ang="0">
                  <a:pos x="T0" y="T1"/>
                </a:cxn>
                <a:cxn ang="0">
                  <a:pos x="T2" y="T3"/>
                </a:cxn>
                <a:cxn ang="0">
                  <a:pos x="T4" y="T5"/>
                </a:cxn>
                <a:cxn ang="0">
                  <a:pos x="T6" y="T7"/>
                </a:cxn>
                <a:cxn ang="0">
                  <a:pos x="T8" y="T9"/>
                </a:cxn>
              </a:cxnLst>
              <a:rect l="0" t="0" r="r" b="b"/>
              <a:pathLst>
                <a:path w="1945" h="791">
                  <a:moveTo>
                    <a:pt x="0" y="791"/>
                  </a:moveTo>
                  <a:lnTo>
                    <a:pt x="1945" y="791"/>
                  </a:lnTo>
                  <a:lnTo>
                    <a:pt x="1945" y="332"/>
                  </a:lnTo>
                  <a:lnTo>
                    <a:pt x="1370" y="0"/>
                  </a:lnTo>
                  <a:lnTo>
                    <a:pt x="0" y="79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7"/>
            <p:cNvSpPr>
              <a:spLocks noEditPoints="1"/>
            </p:cNvSpPr>
            <p:nvPr userDrawn="1"/>
          </p:nvSpPr>
          <p:spPr bwMode="auto">
            <a:xfrm>
              <a:off x="10368784" y="638785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6948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40599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8423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3864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 name="Pladsholder til tekst 10"/>
          <p:cNvSpPr>
            <a:spLocks noGrp="1"/>
          </p:cNvSpPr>
          <p:nvPr>
            <p:ph type="body" sz="quarter" idx="15" hasCustomPrompt="1"/>
          </p:nvPr>
        </p:nvSpPr>
        <p:spPr>
          <a:xfrm>
            <a:off x="659073" y="2156701"/>
            <a:ext cx="10861415" cy="253022"/>
          </a:xfrm>
        </p:spPr>
        <p:txBody>
          <a:bodyPr/>
          <a:lstStyle>
            <a:lvl1pPr>
              <a:buNone/>
              <a:defRPr lang="en-US" sz="2100" b="0" kern="1200" cap="all" spc="107" baseline="0" dirty="0">
                <a:solidFill>
                  <a:schemeClr val="bg1"/>
                </a:solidFill>
                <a:latin typeface="Arial"/>
                <a:ea typeface="Calibri" panose="020F0502020204030204" pitchFamily="34" charset="0"/>
                <a:cs typeface="Arial"/>
              </a:defRPr>
            </a:lvl1pPr>
          </a:lstStyle>
          <a:p>
            <a:pPr lvl="0"/>
            <a:r>
              <a:rPr lang="da-DK"/>
              <a:t>subheader</a:t>
            </a:r>
            <a:endParaRPr lang="en-US"/>
          </a:p>
        </p:txBody>
      </p:sp>
      <p:sp>
        <p:nvSpPr>
          <p:cNvPr id="10" name="Pladsholder til tekst 9"/>
          <p:cNvSpPr>
            <a:spLocks noGrp="1"/>
          </p:cNvSpPr>
          <p:nvPr>
            <p:ph type="body" sz="quarter" idx="16" hasCustomPrompt="1"/>
          </p:nvPr>
        </p:nvSpPr>
        <p:spPr>
          <a:xfrm>
            <a:off x="671513" y="2413000"/>
            <a:ext cx="4422775" cy="660504"/>
          </a:xfrm>
          <a:noFill/>
          <a:ln>
            <a:noFill/>
          </a:ln>
        </p:spPr>
        <p:txBody>
          <a:bodyPr anchor="b"/>
          <a:lstStyle>
            <a:lvl1pPr marL="0" indent="0">
              <a:buNone/>
              <a:defRPr lang="da-DK" sz="1400" b="0" kern="1200" cap="all" baseline="0" dirty="0" smtClean="0">
                <a:solidFill>
                  <a:schemeClr val="accent2"/>
                </a:solidFill>
                <a:latin typeface="+mn-lt"/>
                <a:ea typeface="ＭＳ Ｐゴシック" charset="0"/>
                <a:cs typeface="ＭＳ Ｐゴシック"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err="1"/>
              <a:t>Name</a:t>
            </a:r>
            <a:r>
              <a:rPr lang="da-DK"/>
              <a:t>, </a:t>
            </a:r>
            <a:r>
              <a:rPr lang="da-DK" err="1"/>
              <a:t>TiTLE</a:t>
            </a:r>
            <a:r>
              <a:rPr lang="da-DK"/>
              <a:t>, SIMCORP</a:t>
            </a:r>
          </a:p>
        </p:txBody>
      </p:sp>
      <p:sp>
        <p:nvSpPr>
          <p:cNvPr id="13" name="Pladsholder til tekst 12"/>
          <p:cNvSpPr>
            <a:spLocks noGrp="1"/>
          </p:cNvSpPr>
          <p:nvPr>
            <p:ph type="body" sz="quarter" idx="17" hasCustomPrompt="1"/>
          </p:nvPr>
        </p:nvSpPr>
        <p:spPr>
          <a:xfrm>
            <a:off x="671513" y="3156860"/>
            <a:ext cx="4422775" cy="215444"/>
          </a:xfrm>
        </p:spPr>
        <p:txBody>
          <a:bodyPr>
            <a:noAutofit/>
          </a:bodyPr>
          <a:lstStyle>
            <a:lvl1pPr marL="0" indent="0">
              <a:buNone/>
              <a:defRPr lang="da-DK" sz="1400" b="0" kern="1200" cap="all" baseline="0" dirty="0" smtClean="0">
                <a:solidFill>
                  <a:schemeClr val="bg1"/>
                </a:solidFill>
                <a:latin typeface="+mn-lt"/>
                <a:ea typeface="ＭＳ Ｐゴシック" charset="0"/>
                <a:cs typeface="ＭＳ Ｐゴシック" charset="0"/>
              </a:defRPr>
            </a:lvl1pPr>
          </a:lstStyle>
          <a:p>
            <a:pPr lvl="0"/>
            <a:r>
              <a:rPr lang="da-DK" err="1"/>
              <a:t>Additional</a:t>
            </a:r>
            <a:r>
              <a:rPr lang="da-DK"/>
              <a:t> info</a:t>
            </a:r>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er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2" name="Titel 1"/>
          <p:cNvSpPr>
            <a:spLocks noGrp="1"/>
          </p:cNvSpPr>
          <p:nvPr>
            <p:ph type="title" hasCustomPrompt="1"/>
          </p:nvPr>
        </p:nvSpPr>
        <p:spPr/>
        <p:txBody>
          <a:bodyPr/>
          <a:lstStyle>
            <a:lvl1pPr>
              <a:defRPr/>
            </a:lvl1pPr>
          </a:lstStyle>
          <a:p>
            <a:r>
              <a:rPr lang="da-DK"/>
              <a:t>AGENDA</a:t>
            </a:r>
          </a:p>
        </p:txBody>
      </p:sp>
      <p:sp>
        <p:nvSpPr>
          <p:cNvPr id="4" name="Pladsholder til slidenummer 3"/>
          <p:cNvSpPr>
            <a:spLocks noGrp="1"/>
          </p:cNvSpPr>
          <p:nvPr>
            <p:ph type="sldNum" sz="quarter" idx="11"/>
          </p:nvPr>
        </p:nvSpPr>
        <p:spPr/>
        <p:txBody>
          <a:bodyPr/>
          <a:lstStyle>
            <a:lvl1pPr>
              <a:defRPr lang="da-DK" sz="1000" kern="1200" smtClean="0">
                <a:solidFill>
                  <a:schemeClr val="accent6"/>
                </a:solidFill>
                <a:latin typeface="+mj-lt"/>
                <a:ea typeface="ＭＳ Ｐゴシック" charset="0"/>
                <a:cs typeface="ＭＳ Ｐゴシック" charset="0"/>
              </a:defRPr>
            </a:lvl1pPr>
          </a:lstStyle>
          <a:p>
            <a:fld id="{E16BA917-7F09-4B8D-AF07-F52890C14046}" type="slidenum">
              <a:rPr lang="en-US" smtClean="0"/>
              <a:pPr/>
              <a:t>‹#›</a:t>
            </a:fld>
            <a:endParaRPr lang="en-US"/>
          </a:p>
        </p:txBody>
      </p:sp>
      <p:sp>
        <p:nvSpPr>
          <p:cNvPr id="13" name="Pladsholder til tekst 12"/>
          <p:cNvSpPr>
            <a:spLocks noGrp="1"/>
          </p:cNvSpPr>
          <p:nvPr>
            <p:ph type="body" sz="quarter" idx="14" hasCustomPrompt="1"/>
          </p:nvPr>
        </p:nvSpPr>
        <p:spPr>
          <a:xfrm>
            <a:off x="670985" y="1620839"/>
            <a:ext cx="10850033" cy="4566180"/>
          </a:xfrm>
        </p:spPr>
        <p:txBody>
          <a:bodyPr/>
          <a:lstStyle>
            <a:lvl5pPr>
              <a:defRPr>
                <a:solidFill>
                  <a:schemeClr val="accent2"/>
                </a:solidFill>
              </a:defRPr>
            </a:lvl5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grpSp>
        <p:nvGrpSpPr>
          <p:cNvPr id="23" name="Gruppe 22"/>
          <p:cNvGrpSpPr>
            <a:grpSpLocks noChangeAspect="1"/>
          </p:cNvGrpSpPr>
          <p:nvPr userDrawn="1"/>
        </p:nvGrpSpPr>
        <p:grpSpPr>
          <a:xfrm>
            <a:off x="10343104" y="6422579"/>
            <a:ext cx="1176854" cy="202504"/>
            <a:chOff x="10056795" y="6368350"/>
            <a:chExt cx="1454739" cy="250316"/>
          </a:xfrm>
          <a:solidFill>
            <a:schemeClr val="tx1"/>
          </a:solidFill>
        </p:grpSpPr>
        <p:sp>
          <p:nvSpPr>
            <p:cNvPr id="24"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5"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8"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3" name="Tekstfelt 2"/>
          <p:cNvSpPr txBox="1"/>
          <p:nvPr userDrawn="1"/>
        </p:nvSpPr>
        <p:spPr>
          <a:xfrm>
            <a:off x="2868460" y="-638827"/>
            <a:ext cx="1615858" cy="638827"/>
          </a:xfrm>
          <a:prstGeom prst="rect">
            <a:avLst/>
          </a:prstGeom>
          <a:noFill/>
        </p:spPr>
        <p:txBody>
          <a:bodyPr wrap="square" lIns="0" tIns="0" rIns="0" bIns="0" rtlCol="0">
            <a:noAutofit/>
          </a:bodyPr>
          <a:lstStyle/>
          <a:p>
            <a:endParaRPr lang="da-DK"/>
          </a:p>
        </p:txBody>
      </p:sp>
      <p:sp>
        <p:nvSpPr>
          <p:cNvPr id="10" name="Titel 9"/>
          <p:cNvSpPr>
            <a:spLocks noGrp="1"/>
          </p:cNvSpPr>
          <p:nvPr>
            <p:ph type="title" hasCustomPrompt="1"/>
          </p:nvPr>
        </p:nvSpPr>
        <p:spPr/>
        <p:txBody>
          <a:bodyPr/>
          <a:lstStyle/>
          <a:p>
            <a:r>
              <a:rPr lang="en-US"/>
              <a:t>Enter slide header</a:t>
            </a:r>
            <a:endParaRPr lang="da-DK"/>
          </a:p>
        </p:txBody>
      </p:sp>
      <p:sp>
        <p:nvSpPr>
          <p:cNvPr id="12" name="Pladsholder til indhold 11"/>
          <p:cNvSpPr>
            <a:spLocks noGrp="1"/>
          </p:cNvSpPr>
          <p:nvPr>
            <p:ph sz="quarter" idx="19" hasCustomPrompt="1"/>
          </p:nvPr>
        </p:nvSpPr>
        <p:spPr>
          <a:xfrm>
            <a:off x="672001" y="1620838"/>
            <a:ext cx="10856912" cy="4568825"/>
          </a:xfrm>
        </p:spPr>
        <p:txBody>
          <a:bodyPr/>
          <a:lstStyle>
            <a:lvl4pPr>
              <a:spcBef>
                <a:spcPts val="0"/>
              </a:spcBef>
              <a:defRPr/>
            </a:lvl4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2" name="Rectangle 1"/>
          <p:cNvSpPr/>
          <p:nvPr userDrawn="1"/>
        </p:nvSpPr>
        <p:spPr>
          <a:xfrm>
            <a:off x="12573000" y="-9525"/>
            <a:ext cx="1339850" cy="6867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0" name="Pladsholder til indhold 4"/>
          <p:cNvSpPr>
            <a:spLocks noGrp="1"/>
          </p:cNvSpPr>
          <p:nvPr>
            <p:ph sz="quarter" idx="19" hasCustomPrompt="1"/>
          </p:nvPr>
        </p:nvSpPr>
        <p:spPr>
          <a:xfrm>
            <a:off x="6178550"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indhold 4"/>
          <p:cNvSpPr>
            <a:spLocks noGrp="1"/>
          </p:cNvSpPr>
          <p:nvPr>
            <p:ph sz="quarter" idx="19" hasCustomPrompt="1"/>
          </p:nvPr>
        </p:nvSpPr>
        <p:spPr>
          <a:xfrm>
            <a:off x="43434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2" name="Pladsholder til indhold 4"/>
          <p:cNvSpPr>
            <a:spLocks noGrp="1"/>
          </p:cNvSpPr>
          <p:nvPr>
            <p:ph sz="quarter" idx="20" hasCustomPrompt="1"/>
          </p:nvPr>
        </p:nvSpPr>
        <p:spPr>
          <a:xfrm>
            <a:off x="80137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reaker slide - light gray">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rgbClr val="263542"/>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p>
            <a:fld id="{E16BA917-7F09-4B8D-AF07-F52890C14046}" type="slidenum">
              <a:rPr lang="da-DK" smtClean="0"/>
              <a:pPr/>
              <a:t>‹#›</a:t>
            </a:fld>
            <a:endParaRPr lang="da-DK"/>
          </a:p>
        </p:txBody>
      </p:sp>
      <p:grpSp>
        <p:nvGrpSpPr>
          <p:cNvPr id="18" name="Gruppe 17"/>
          <p:cNvGrpSpPr>
            <a:grpSpLocks noChangeAspect="1"/>
          </p:cNvGrpSpPr>
          <p:nvPr userDrawn="1"/>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7_Breaker slide - light gray">
    <p:bg>
      <p:bgPr>
        <a:solidFill>
          <a:schemeClr val="tx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41396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8_Breaker slide - light gray">
    <p:bg>
      <p:bgPr>
        <a:solidFill>
          <a:schemeClr val="accent1"/>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94781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9_Breaker slide - light gray">
    <p:bg>
      <p:bgPr>
        <a:solidFill>
          <a:schemeClr val="accent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12341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10_Breaker slide - light gray">
    <p:bg>
      <p:bgPr>
        <a:solidFill>
          <a:schemeClr val="accent3"/>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77287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1_Breaker slide - light gray">
    <p:bg>
      <p:bgPr>
        <a:solidFill>
          <a:schemeClr val="accent4"/>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78772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2_Breaker slide - light gray">
    <p:bg>
      <p:bgPr>
        <a:solidFill>
          <a:schemeClr val="accent5"/>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94027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2_Title and Content">
    <p:bg>
      <p:bgPr>
        <a:solidFill>
          <a:schemeClr val="tx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47" name="Group 46">
            <a:extLst>
              <a:ext uri="{FF2B5EF4-FFF2-40B4-BE49-F238E27FC236}">
                <a16:creationId xmlns:a16="http://schemas.microsoft.com/office/drawing/2014/main" id="{DA75BCBD-7D17-4BD2-AEA8-D97FB017E08D}"/>
              </a:ext>
            </a:extLst>
          </p:cNvPr>
          <p:cNvGrpSpPr/>
          <p:nvPr userDrawn="1"/>
        </p:nvGrpSpPr>
        <p:grpSpPr>
          <a:xfrm>
            <a:off x="-9183" y="3278"/>
            <a:ext cx="12192001" cy="6864350"/>
            <a:chOff x="0" y="-6350"/>
            <a:chExt cx="12192001" cy="6864350"/>
          </a:xfrm>
        </p:grpSpPr>
        <p:sp>
          <p:nvSpPr>
            <p:cNvPr id="48" name="Freeform 5">
              <a:extLst>
                <a:ext uri="{FF2B5EF4-FFF2-40B4-BE49-F238E27FC236}">
                  <a16:creationId xmlns:a16="http://schemas.microsoft.com/office/drawing/2014/main" id="{3D627E1E-B34A-492B-80ED-77128B92E5C3}"/>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7">
              <a:extLst>
                <a:ext uri="{FF2B5EF4-FFF2-40B4-BE49-F238E27FC236}">
                  <a16:creationId xmlns:a16="http://schemas.microsoft.com/office/drawing/2014/main" id="{5D562DC0-9BDC-48EB-BF8E-826C5C0602EB}"/>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9">
              <a:extLst>
                <a:ext uri="{FF2B5EF4-FFF2-40B4-BE49-F238E27FC236}">
                  <a16:creationId xmlns:a16="http://schemas.microsoft.com/office/drawing/2014/main" id="{A71844E5-536F-41F8-9C28-C501A7E4E7D4}"/>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1">
              <a:extLst>
                <a:ext uri="{FF2B5EF4-FFF2-40B4-BE49-F238E27FC236}">
                  <a16:creationId xmlns:a16="http://schemas.microsoft.com/office/drawing/2014/main" id="{06E6719F-F62C-4A6B-926F-BDCDCD58016B}"/>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9">
              <a:extLst>
                <a:ext uri="{FF2B5EF4-FFF2-40B4-BE49-F238E27FC236}">
                  <a16:creationId xmlns:a16="http://schemas.microsoft.com/office/drawing/2014/main" id="{84C281A5-4D91-447A-A2DB-DF7D0496D558}"/>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0">
              <a:extLst>
                <a:ext uri="{FF2B5EF4-FFF2-40B4-BE49-F238E27FC236}">
                  <a16:creationId xmlns:a16="http://schemas.microsoft.com/office/drawing/2014/main" id="{7EF50F1D-D87F-438D-AF95-12F71A08A164}"/>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 name="Text Placeholder 2">
            <a:extLst>
              <a:ext uri="{FF2B5EF4-FFF2-40B4-BE49-F238E27FC236}">
                <a16:creationId xmlns:a16="http://schemas.microsoft.com/office/drawing/2014/main" id="{952BB072-6F3C-43AC-9D3D-F256F475E371}"/>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10121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3_Title and Content">
    <p:bg>
      <p:bgPr>
        <a:solidFill>
          <a:schemeClr val="accent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6F025B07-7F8A-4F4F-9593-F6E248332637}"/>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573078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4_Title and Content">
    <p:bg>
      <p:bgPr>
        <a:solidFill>
          <a:schemeClr val="accent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0FB763B2-CF4C-4EC9-B293-FAB74D4B560A}"/>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728699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5_Title and Content">
    <p:bg>
      <p:bgPr>
        <a:solidFill>
          <a:schemeClr val="accent4"/>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CF44D5B9-8877-4CF2-B90C-0149177CE5B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3291661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6_Title and Content">
    <p:bg>
      <p:bgPr>
        <a:solidFill>
          <a:schemeClr val="accent5"/>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AF8B5868-72A8-4A02-828A-4D136D616179}"/>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23946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7_Title and Content">
    <p:bg>
      <p:bgPr>
        <a:solidFill>
          <a:schemeClr val="accent3"/>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21978FD8-90AC-46C7-B29C-560EA24F1F8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4084965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pic>
        <p:nvPicPr>
          <p:cNvPr id="6" name="Billed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pic>
        <p:nvPicPr>
          <p:cNvPr id="4" name="Picture 3" descr="SimCorp logo_rentegnet_.eps"/>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3625214" y="2977346"/>
            <a:ext cx="4945927" cy="855057"/>
          </a:xfrm>
          <a:prstGeom prst="rect">
            <a:avLst/>
          </a:prstGeom>
        </p:spPr>
      </p:pic>
      <p:sp>
        <p:nvSpPr>
          <p:cNvPr id="5" name="Text Placeholder 2">
            <a:extLst>
              <a:ext uri="{FF2B5EF4-FFF2-40B4-BE49-F238E27FC236}">
                <a16:creationId xmlns:a16="http://schemas.microsoft.com/office/drawing/2014/main" id="{1997C1C8-2DB9-4256-8136-6A4E413E57BA}"/>
              </a:ext>
            </a:extLst>
          </p:cNvPr>
          <p:cNvSpPr txBox="1">
            <a:spLocks/>
          </p:cNvSpPr>
          <p:nvPr userDrawn="1"/>
        </p:nvSpPr>
        <p:spPr>
          <a:xfrm>
            <a:off x="97971" y="5894809"/>
            <a:ext cx="11952515" cy="864000"/>
          </a:xfrm>
          <a:prstGeom prst="rect">
            <a:avLst/>
          </a:prstGeom>
        </p:spPr>
        <p:txBody>
          <a:bodyPr numCol="1"/>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15AAA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15AAA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da-DK" sz="800" b="1">
                <a:solidFill>
                  <a:schemeClr val="accent6">
                    <a:lumMod val="75000"/>
                  </a:schemeClr>
                </a:solidFill>
                <a:latin typeface="+mn-lt"/>
              </a:rPr>
              <a:t>LEGAL NOTICE</a:t>
            </a:r>
          </a:p>
          <a:p>
            <a:r>
              <a:rPr lang="da-DK" sz="800">
                <a:solidFill>
                  <a:schemeClr val="accent6">
                    <a:lumMod val="75000"/>
                  </a:schemeClr>
                </a:solidFill>
                <a:latin typeface="+mn-lt"/>
              </a:rPr>
              <a:t>The contents of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for general information and illustrative purposes only and </a:t>
            </a:r>
            <a:r>
              <a:rPr lang="da-DK" sz="800" err="1">
                <a:solidFill>
                  <a:schemeClr val="accent6">
                    <a:lumMod val="75000"/>
                  </a:schemeClr>
                </a:solidFill>
                <a:latin typeface="+mn-lt"/>
              </a:rPr>
              <a:t>are</a:t>
            </a:r>
            <a:r>
              <a:rPr lang="da-DK" sz="800">
                <a:solidFill>
                  <a:schemeClr val="accent6">
                    <a:lumMod val="75000"/>
                  </a:schemeClr>
                </a:solidFill>
                <a:latin typeface="+mn-lt"/>
              </a:rPr>
              <a:t> </a:t>
            </a:r>
            <a:r>
              <a:rPr lang="da-DK" sz="800" err="1">
                <a:solidFill>
                  <a:schemeClr val="accent6">
                    <a:lumMod val="75000"/>
                  </a:schemeClr>
                </a:solidFill>
                <a:latin typeface="+mn-lt"/>
              </a:rPr>
              <a:t>used</a:t>
            </a:r>
            <a:r>
              <a:rPr lang="da-DK" sz="800">
                <a:solidFill>
                  <a:schemeClr val="accent6">
                    <a:lumMod val="75000"/>
                  </a:schemeClr>
                </a:solidFill>
                <a:latin typeface="+mn-lt"/>
              </a:rPr>
              <a:t> at the </a:t>
            </a:r>
            <a:r>
              <a:rPr lang="da-DK" sz="800" err="1">
                <a:solidFill>
                  <a:schemeClr val="accent6">
                    <a:lumMod val="75000"/>
                  </a:schemeClr>
                </a:solidFill>
                <a:latin typeface="+mn-lt"/>
              </a:rPr>
              <a:t>reader’s</a:t>
            </a:r>
            <a:r>
              <a:rPr lang="da-DK" sz="800">
                <a:solidFill>
                  <a:schemeClr val="accent6">
                    <a:lumMod val="75000"/>
                  </a:schemeClr>
                </a:solidFill>
                <a:latin typeface="+mn-lt"/>
              </a:rPr>
              <a:t> </a:t>
            </a:r>
            <a:r>
              <a:rPr lang="da-DK" sz="800" err="1">
                <a:solidFill>
                  <a:schemeClr val="accent6">
                    <a:lumMod val="75000"/>
                  </a:schemeClr>
                </a:solidFill>
                <a:latin typeface="+mn-lt"/>
              </a:rPr>
              <a:t>own</a:t>
            </a:r>
            <a:r>
              <a:rPr lang="da-DK" sz="800">
                <a:solidFill>
                  <a:schemeClr val="accent6">
                    <a:lumMod val="75000"/>
                  </a:schemeClr>
                </a:solidFill>
                <a:latin typeface="+mn-lt"/>
              </a:rPr>
              <a:t> </a:t>
            </a:r>
            <a:r>
              <a:rPr lang="da-DK" sz="800" err="1">
                <a:solidFill>
                  <a:schemeClr val="accent6">
                    <a:lumMod val="75000"/>
                  </a:schemeClr>
                </a:solidFill>
                <a:latin typeface="+mn-lt"/>
              </a:rPr>
              <a:t>risk</a:t>
            </a:r>
            <a:r>
              <a:rPr lang="da-DK" sz="800">
                <a:solidFill>
                  <a:schemeClr val="accent6">
                    <a:lumMod val="75000"/>
                  </a:schemeClr>
                </a:solidFill>
                <a:latin typeface="+mn-lt"/>
              </a:rPr>
              <a:t>. </a:t>
            </a:r>
            <a:r>
              <a:rPr lang="da-DK" sz="800" err="1">
                <a:solidFill>
                  <a:schemeClr val="accent6">
                    <a:lumMod val="75000"/>
                  </a:schemeClr>
                </a:solidFill>
                <a:latin typeface="+mn-lt"/>
              </a:rPr>
              <a:t>SimCorp</a:t>
            </a:r>
            <a:r>
              <a:rPr lang="da-DK" sz="800">
                <a:solidFill>
                  <a:schemeClr val="accent6">
                    <a:lumMod val="75000"/>
                  </a:schemeClr>
                </a:solidFill>
                <a:latin typeface="+mn-lt"/>
              </a:rPr>
              <a:t> </a:t>
            </a:r>
            <a:r>
              <a:rPr lang="da-DK" sz="800" err="1">
                <a:solidFill>
                  <a:schemeClr val="accent6">
                    <a:lumMod val="75000"/>
                  </a:schemeClr>
                </a:solidFill>
                <a:latin typeface="+mn-lt"/>
              </a:rPr>
              <a:t>uses</a:t>
            </a:r>
            <a:r>
              <a:rPr lang="da-DK" sz="800">
                <a:solidFill>
                  <a:schemeClr val="accent6">
                    <a:lumMod val="75000"/>
                  </a:schemeClr>
                </a:solidFill>
                <a:latin typeface="+mn-lt"/>
              </a:rPr>
              <a:t> all </a:t>
            </a:r>
            <a:r>
              <a:rPr lang="da-DK" sz="800" err="1">
                <a:solidFill>
                  <a:schemeClr val="accent6">
                    <a:lumMod val="75000"/>
                  </a:schemeClr>
                </a:solidFill>
                <a:latin typeface="+mn-lt"/>
              </a:rPr>
              <a:t>reasonable</a:t>
            </a:r>
            <a:r>
              <a:rPr lang="da-DK" sz="800">
                <a:solidFill>
                  <a:schemeClr val="accent6">
                    <a:lumMod val="75000"/>
                  </a:schemeClr>
                </a:solidFill>
                <a:latin typeface="+mn-lt"/>
              </a:rPr>
              <a:t> </a:t>
            </a:r>
            <a:r>
              <a:rPr lang="da-DK" sz="800" err="1">
                <a:solidFill>
                  <a:schemeClr val="accent6">
                    <a:lumMod val="75000"/>
                  </a:schemeClr>
                </a:solidFill>
                <a:latin typeface="+mn-lt"/>
              </a:rPr>
              <a:t>endeavors</a:t>
            </a:r>
            <a:r>
              <a:rPr lang="da-DK" sz="800">
                <a:solidFill>
                  <a:schemeClr val="accent6">
                    <a:lumMod val="75000"/>
                  </a:schemeClr>
                </a:solidFill>
                <a:latin typeface="+mn-lt"/>
              </a:rPr>
              <a:t> to </a:t>
            </a:r>
            <a:r>
              <a:rPr lang="da-DK" sz="800" err="1">
                <a:solidFill>
                  <a:schemeClr val="accent6">
                    <a:lumMod val="75000"/>
                  </a:schemeClr>
                </a:solidFill>
                <a:latin typeface="+mn-lt"/>
              </a:rPr>
              <a:t>ensure</a:t>
            </a:r>
            <a:r>
              <a:rPr lang="da-DK" sz="800">
                <a:solidFill>
                  <a:schemeClr val="accent6">
                    <a:lumMod val="75000"/>
                  </a:schemeClr>
                </a:solidFill>
                <a:latin typeface="+mn-lt"/>
              </a:rPr>
              <a:t> the </a:t>
            </a:r>
            <a:r>
              <a:rPr lang="da-DK" sz="800" err="1">
                <a:solidFill>
                  <a:schemeClr val="accent6">
                    <a:lumMod val="75000"/>
                  </a:schemeClr>
                </a:solidFill>
                <a:latin typeface="+mn-lt"/>
              </a:rPr>
              <a:t>accuracy</a:t>
            </a:r>
            <a:r>
              <a:rPr lang="da-DK" sz="800">
                <a:solidFill>
                  <a:schemeClr val="accent6">
                    <a:lumMod val="75000"/>
                  </a:schemeClr>
                </a:solidFill>
                <a:latin typeface="+mn-lt"/>
              </a:rPr>
              <a:t> of the information. </a:t>
            </a:r>
            <a:r>
              <a:rPr lang="da-DK" sz="800" err="1">
                <a:solidFill>
                  <a:schemeClr val="accent6">
                    <a:lumMod val="75000"/>
                  </a:schemeClr>
                </a:solidFill>
                <a:latin typeface="+mn-lt"/>
              </a:rPr>
              <a:t>However</a:t>
            </a:r>
            <a:r>
              <a:rPr lang="da-DK" sz="800">
                <a:solidFill>
                  <a:schemeClr val="accent6">
                    <a:lumMod val="75000"/>
                  </a:schemeClr>
                </a:solidFill>
                <a:latin typeface="+mn-lt"/>
              </a:rPr>
              <a:t>, </a:t>
            </a:r>
            <a:r>
              <a:rPr lang="da-DK" sz="800" err="1">
                <a:solidFill>
                  <a:schemeClr val="accent6">
                    <a:lumMod val="75000"/>
                  </a:schemeClr>
                </a:solidFill>
                <a:latin typeface="+mn-lt"/>
              </a:rPr>
              <a:t>SimCorp</a:t>
            </a:r>
            <a:r>
              <a:rPr lang="da-DK" sz="800">
                <a:solidFill>
                  <a:schemeClr val="accent6">
                    <a:lumMod val="75000"/>
                  </a:schemeClr>
                </a:solidFill>
                <a:latin typeface="+mn-lt"/>
              </a:rPr>
              <a:t> </a:t>
            </a:r>
            <a:r>
              <a:rPr lang="da-DK" sz="800" err="1">
                <a:solidFill>
                  <a:schemeClr val="accent6">
                    <a:lumMod val="75000"/>
                  </a:schemeClr>
                </a:solidFill>
                <a:latin typeface="+mn-lt"/>
              </a:rPr>
              <a:t>does</a:t>
            </a:r>
            <a:r>
              <a:rPr lang="da-DK" sz="800">
                <a:solidFill>
                  <a:schemeClr val="accent6">
                    <a:lumMod val="75000"/>
                  </a:schemeClr>
                </a:solidFill>
                <a:latin typeface="+mn-lt"/>
              </a:rPr>
              <a:t> not </a:t>
            </a:r>
            <a:r>
              <a:rPr lang="da-DK" sz="800" err="1">
                <a:solidFill>
                  <a:schemeClr val="accent6">
                    <a:lumMod val="75000"/>
                  </a:schemeClr>
                </a:solidFill>
                <a:latin typeface="+mn-lt"/>
              </a:rPr>
              <a:t>guarantee</a:t>
            </a:r>
            <a:r>
              <a:rPr lang="da-DK" sz="800">
                <a:solidFill>
                  <a:schemeClr val="accent6">
                    <a:lumMod val="75000"/>
                  </a:schemeClr>
                </a:solidFill>
                <a:latin typeface="+mn-lt"/>
              </a:rPr>
              <a:t> or warrant the </a:t>
            </a:r>
            <a:r>
              <a:rPr lang="da-DK" sz="800" err="1">
                <a:solidFill>
                  <a:schemeClr val="accent6">
                    <a:lumMod val="75000"/>
                  </a:schemeClr>
                </a:solidFill>
                <a:latin typeface="+mn-lt"/>
              </a:rPr>
              <a:t>accuracy</a:t>
            </a:r>
            <a:r>
              <a:rPr lang="da-DK" sz="800">
                <a:solidFill>
                  <a:schemeClr val="accent6">
                    <a:lumMod val="75000"/>
                  </a:schemeClr>
                </a:solidFill>
                <a:latin typeface="+mn-lt"/>
              </a:rPr>
              <a:t>, </a:t>
            </a:r>
            <a:r>
              <a:rPr lang="da-DK" sz="800" err="1">
                <a:solidFill>
                  <a:schemeClr val="accent6">
                    <a:lumMod val="75000"/>
                  </a:schemeClr>
                </a:solidFill>
                <a:latin typeface="+mn-lt"/>
              </a:rPr>
              <a:t>completeness</a:t>
            </a:r>
            <a:r>
              <a:rPr lang="da-DK" sz="800">
                <a:solidFill>
                  <a:schemeClr val="accent6">
                    <a:lumMod val="75000"/>
                  </a:schemeClr>
                </a:solidFill>
                <a:latin typeface="+mn-lt"/>
              </a:rPr>
              <a:t>, </a:t>
            </a:r>
            <a:r>
              <a:rPr lang="da-DK" sz="800" err="1">
                <a:solidFill>
                  <a:schemeClr val="accent6">
                    <a:lumMod val="75000"/>
                  </a:schemeClr>
                </a:solidFill>
                <a:latin typeface="+mn-lt"/>
              </a:rPr>
              <a:t>factual</a:t>
            </a:r>
            <a:r>
              <a:rPr lang="da-DK" sz="800">
                <a:solidFill>
                  <a:schemeClr val="accent6">
                    <a:lumMod val="75000"/>
                  </a:schemeClr>
                </a:solidFill>
                <a:latin typeface="+mn-lt"/>
              </a:rPr>
              <a:t> </a:t>
            </a:r>
            <a:r>
              <a:rPr lang="da-DK" sz="800" err="1">
                <a:solidFill>
                  <a:schemeClr val="accent6">
                    <a:lumMod val="75000"/>
                  </a:schemeClr>
                </a:solidFill>
                <a:latin typeface="+mn-lt"/>
              </a:rPr>
              <a:t>correctness</a:t>
            </a:r>
            <a:r>
              <a:rPr lang="da-DK" sz="800">
                <a:solidFill>
                  <a:schemeClr val="accent6">
                    <a:lumMod val="75000"/>
                  </a:schemeClr>
                </a:solidFill>
                <a:latin typeface="+mn-lt"/>
              </a:rPr>
              <a:t>, or </a:t>
            </a:r>
            <a:r>
              <a:rPr lang="da-DK" sz="800" err="1">
                <a:solidFill>
                  <a:schemeClr val="accent6">
                    <a:lumMod val="75000"/>
                  </a:schemeClr>
                </a:solidFill>
                <a:latin typeface="+mn-lt"/>
              </a:rPr>
              <a:t>reliability</a:t>
            </a:r>
            <a:r>
              <a:rPr lang="da-DK" sz="800">
                <a:solidFill>
                  <a:schemeClr val="accent6">
                    <a:lumMod val="75000"/>
                  </a:schemeClr>
                </a:solidFill>
                <a:latin typeface="+mn-lt"/>
              </a:rPr>
              <a:t> of </a:t>
            </a:r>
            <a:r>
              <a:rPr lang="da-DK" sz="800" err="1">
                <a:solidFill>
                  <a:schemeClr val="accent6">
                    <a:lumMod val="75000"/>
                  </a:schemeClr>
                </a:solidFill>
                <a:latin typeface="+mn-lt"/>
              </a:rPr>
              <a:t>any</a:t>
            </a:r>
            <a:r>
              <a:rPr lang="da-DK" sz="800">
                <a:solidFill>
                  <a:schemeClr val="accent6">
                    <a:lumMod val="75000"/>
                  </a:schemeClr>
                </a:solidFill>
                <a:latin typeface="+mn-lt"/>
              </a:rPr>
              <a:t> information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and </a:t>
            </a:r>
            <a:r>
              <a:rPr lang="da-DK" sz="800" err="1">
                <a:solidFill>
                  <a:schemeClr val="accent6">
                    <a:lumMod val="75000"/>
                  </a:schemeClr>
                </a:solidFill>
                <a:latin typeface="+mn-lt"/>
              </a:rPr>
              <a:t>does</a:t>
            </a:r>
            <a:r>
              <a:rPr lang="da-DK" sz="800">
                <a:solidFill>
                  <a:schemeClr val="accent6">
                    <a:lumMod val="75000"/>
                  </a:schemeClr>
                </a:solidFill>
                <a:latin typeface="+mn-lt"/>
              </a:rPr>
              <a:t> not accept </a:t>
            </a:r>
            <a:r>
              <a:rPr lang="da-DK" sz="800" err="1">
                <a:solidFill>
                  <a:schemeClr val="accent6">
                    <a:lumMod val="75000"/>
                  </a:schemeClr>
                </a:solidFill>
                <a:latin typeface="+mn-lt"/>
              </a:rPr>
              <a:t>liability</a:t>
            </a:r>
            <a:r>
              <a:rPr lang="da-DK" sz="800">
                <a:solidFill>
                  <a:schemeClr val="accent6">
                    <a:lumMod val="75000"/>
                  </a:schemeClr>
                </a:solidFill>
                <a:latin typeface="+mn-lt"/>
              </a:rPr>
              <a:t> for </a:t>
            </a:r>
            <a:r>
              <a:rPr lang="da-DK" sz="800" err="1">
                <a:solidFill>
                  <a:schemeClr val="accent6">
                    <a:lumMod val="75000"/>
                  </a:schemeClr>
                </a:solidFill>
                <a:latin typeface="+mn-lt"/>
              </a:rPr>
              <a:t>errors</a:t>
            </a:r>
            <a:r>
              <a:rPr lang="da-DK" sz="800">
                <a:solidFill>
                  <a:schemeClr val="accent6">
                    <a:lumMod val="75000"/>
                  </a:schemeClr>
                </a:solidFill>
                <a:latin typeface="+mn-lt"/>
              </a:rPr>
              <a:t>, </a:t>
            </a:r>
            <a:r>
              <a:rPr lang="da-DK" sz="800" err="1">
                <a:solidFill>
                  <a:schemeClr val="accent6">
                    <a:lumMod val="75000"/>
                  </a:schemeClr>
                </a:solidFill>
                <a:latin typeface="+mn-lt"/>
              </a:rPr>
              <a:t>omissions</a:t>
            </a:r>
            <a:r>
              <a:rPr lang="da-DK" sz="800">
                <a:solidFill>
                  <a:schemeClr val="accent6">
                    <a:lumMod val="75000"/>
                  </a:schemeClr>
                </a:solidFill>
                <a:latin typeface="+mn-lt"/>
              </a:rPr>
              <a:t>, </a:t>
            </a:r>
            <a:r>
              <a:rPr lang="da-DK" sz="800" err="1">
                <a:solidFill>
                  <a:schemeClr val="accent6">
                    <a:lumMod val="75000"/>
                  </a:schemeClr>
                </a:solidFill>
                <a:latin typeface="+mn-lt"/>
              </a:rPr>
              <a:t>inaccuracies</a:t>
            </a:r>
            <a:r>
              <a:rPr lang="da-DK" sz="800">
                <a:solidFill>
                  <a:schemeClr val="accent6">
                    <a:lumMod val="75000"/>
                  </a:schemeClr>
                </a:solidFill>
                <a:latin typeface="+mn-lt"/>
              </a:rPr>
              <a:t>, or </a:t>
            </a:r>
            <a:r>
              <a:rPr lang="da-DK" sz="800" err="1">
                <a:solidFill>
                  <a:schemeClr val="accent6">
                    <a:lumMod val="75000"/>
                  </a:schemeClr>
                </a:solidFill>
                <a:latin typeface="+mn-lt"/>
              </a:rPr>
              <a:t>typographical</a:t>
            </a:r>
            <a:r>
              <a:rPr lang="da-DK" sz="800">
                <a:solidFill>
                  <a:schemeClr val="accent6">
                    <a:lumMod val="75000"/>
                  </a:schemeClr>
                </a:solidFill>
                <a:latin typeface="+mn-lt"/>
              </a:rPr>
              <a:t> </a:t>
            </a:r>
            <a:r>
              <a:rPr lang="da-DK" sz="800" err="1">
                <a:solidFill>
                  <a:schemeClr val="accent6">
                    <a:lumMod val="75000"/>
                  </a:schemeClr>
                </a:solidFill>
                <a:latin typeface="+mn-lt"/>
              </a:rPr>
              <a:t>errors</a:t>
            </a:r>
            <a:r>
              <a:rPr lang="da-DK" sz="800">
                <a:solidFill>
                  <a:schemeClr val="accent6">
                    <a:lumMod val="75000"/>
                  </a:schemeClr>
                </a:solidFill>
                <a:latin typeface="+mn-lt"/>
              </a:rPr>
              <a:t>. The views and opinions </a:t>
            </a:r>
            <a:r>
              <a:rPr lang="da-DK" sz="800" err="1">
                <a:solidFill>
                  <a:schemeClr val="accent6">
                    <a:lumMod val="75000"/>
                  </a:schemeClr>
                </a:solidFill>
                <a:latin typeface="+mn-lt"/>
              </a:rPr>
              <a:t>expressed</a:t>
            </a:r>
            <a:r>
              <a:rPr lang="da-DK" sz="800">
                <a:solidFill>
                  <a:schemeClr val="accent6">
                    <a:lumMod val="75000"/>
                  </a:schemeClr>
                </a:solidFill>
                <a:latin typeface="+mn-lt"/>
              </a:rPr>
              <a:t>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not </a:t>
            </a:r>
            <a:r>
              <a:rPr lang="da-DK" sz="800" err="1">
                <a:solidFill>
                  <a:schemeClr val="accent6">
                    <a:lumMod val="75000"/>
                  </a:schemeClr>
                </a:solidFill>
                <a:latin typeface="+mn-lt"/>
              </a:rPr>
              <a:t>necessarily</a:t>
            </a:r>
            <a:r>
              <a:rPr lang="da-DK" sz="800">
                <a:solidFill>
                  <a:schemeClr val="accent6">
                    <a:lumMod val="75000"/>
                  </a:schemeClr>
                </a:solidFill>
                <a:latin typeface="+mn-lt"/>
              </a:rPr>
              <a:t> </a:t>
            </a:r>
            <a:r>
              <a:rPr lang="da-DK" sz="800" err="1">
                <a:solidFill>
                  <a:schemeClr val="accent6">
                    <a:lumMod val="75000"/>
                  </a:schemeClr>
                </a:solidFill>
                <a:latin typeface="+mn-lt"/>
              </a:rPr>
              <a:t>those</a:t>
            </a:r>
            <a:r>
              <a:rPr lang="da-DK" sz="800">
                <a:solidFill>
                  <a:schemeClr val="accent6">
                    <a:lumMod val="75000"/>
                  </a:schemeClr>
                </a:solidFill>
                <a:latin typeface="+mn-lt"/>
              </a:rPr>
              <a:t> of </a:t>
            </a:r>
            <a:r>
              <a:rPr lang="da-DK" sz="800" err="1">
                <a:solidFill>
                  <a:schemeClr val="accent6">
                    <a:lumMod val="75000"/>
                  </a:schemeClr>
                </a:solidFill>
                <a:latin typeface="+mn-lt"/>
              </a:rPr>
              <a:t>SimCorp</a:t>
            </a:r>
            <a:r>
              <a:rPr lang="da-DK" sz="800">
                <a:solidFill>
                  <a:schemeClr val="accent6">
                    <a:lumMod val="75000"/>
                  </a:schemeClr>
                </a:solidFill>
                <a:latin typeface="+mn-lt"/>
              </a:rPr>
              <a:t>. © 2020 </a:t>
            </a:r>
            <a:r>
              <a:rPr lang="da-DK" sz="800" err="1">
                <a:solidFill>
                  <a:schemeClr val="accent6">
                    <a:lumMod val="75000"/>
                  </a:schemeClr>
                </a:solidFill>
                <a:latin typeface="+mn-lt"/>
              </a:rPr>
              <a:t>SimCorp</a:t>
            </a:r>
            <a:r>
              <a:rPr lang="da-DK" sz="800">
                <a:solidFill>
                  <a:schemeClr val="accent6">
                    <a:lumMod val="75000"/>
                  </a:schemeClr>
                </a:solidFill>
                <a:latin typeface="+mn-lt"/>
              </a:rPr>
              <a:t> A/S. All </a:t>
            </a:r>
            <a:r>
              <a:rPr lang="da-DK" sz="800" err="1">
                <a:solidFill>
                  <a:schemeClr val="accent6">
                    <a:lumMod val="75000"/>
                  </a:schemeClr>
                </a:solidFill>
                <a:latin typeface="+mn-lt"/>
              </a:rPr>
              <a:t>rights</a:t>
            </a:r>
            <a:r>
              <a:rPr lang="da-DK" sz="800">
                <a:solidFill>
                  <a:schemeClr val="accent6">
                    <a:lumMod val="75000"/>
                  </a:schemeClr>
                </a:solidFill>
                <a:latin typeface="+mn-lt"/>
              </a:rPr>
              <a:t> </a:t>
            </a:r>
            <a:r>
              <a:rPr lang="da-DK" sz="800" err="1">
                <a:solidFill>
                  <a:schemeClr val="accent6">
                    <a:lumMod val="75000"/>
                  </a:schemeClr>
                </a:solidFill>
                <a:latin typeface="+mn-lt"/>
              </a:rPr>
              <a:t>reserved</a:t>
            </a:r>
            <a:r>
              <a:rPr lang="da-DK" sz="800">
                <a:solidFill>
                  <a:schemeClr val="accent6">
                    <a:lumMod val="75000"/>
                  </a:schemeClr>
                </a:solidFill>
                <a:latin typeface="+mn-lt"/>
              </a:rPr>
              <a:t>. </a:t>
            </a:r>
            <a:r>
              <a:rPr lang="da-DK" sz="800" err="1">
                <a:solidFill>
                  <a:schemeClr val="accent6">
                    <a:lumMod val="75000"/>
                  </a:schemeClr>
                </a:solidFill>
                <a:latin typeface="+mn-lt"/>
              </a:rPr>
              <a:t>Without</a:t>
            </a:r>
            <a:r>
              <a:rPr lang="da-DK" sz="800">
                <a:solidFill>
                  <a:schemeClr val="accent6">
                    <a:lumMod val="75000"/>
                  </a:schemeClr>
                </a:solidFill>
                <a:latin typeface="+mn-lt"/>
              </a:rPr>
              <a:t> </a:t>
            </a:r>
            <a:r>
              <a:rPr lang="da-DK" sz="800" err="1">
                <a:solidFill>
                  <a:schemeClr val="accent6">
                    <a:lumMod val="75000"/>
                  </a:schemeClr>
                </a:solidFill>
                <a:latin typeface="+mn-lt"/>
              </a:rPr>
              <a:t>limiting</a:t>
            </a:r>
            <a:r>
              <a:rPr lang="da-DK" sz="800">
                <a:solidFill>
                  <a:schemeClr val="accent6">
                    <a:lumMod val="75000"/>
                  </a:schemeClr>
                </a:solidFill>
                <a:latin typeface="+mn-lt"/>
              </a:rPr>
              <a:t> </a:t>
            </a:r>
            <a:r>
              <a:rPr lang="da-DK" sz="800" err="1">
                <a:solidFill>
                  <a:schemeClr val="accent6">
                    <a:lumMod val="75000"/>
                  </a:schemeClr>
                </a:solidFill>
                <a:latin typeface="+mn-lt"/>
              </a:rPr>
              <a:t>rights</a:t>
            </a:r>
            <a:r>
              <a:rPr lang="da-DK" sz="800">
                <a:solidFill>
                  <a:schemeClr val="accent6">
                    <a:lumMod val="75000"/>
                  </a:schemeClr>
                </a:solidFill>
                <a:latin typeface="+mn-lt"/>
              </a:rPr>
              <a:t> under copyright, no part of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document</a:t>
            </a:r>
            <a:r>
              <a:rPr lang="da-DK" sz="800">
                <a:solidFill>
                  <a:schemeClr val="accent6">
                    <a:lumMod val="75000"/>
                  </a:schemeClr>
                </a:solidFill>
                <a:latin typeface="+mn-lt"/>
              </a:rPr>
              <a:t> </a:t>
            </a:r>
            <a:r>
              <a:rPr lang="da-DK" sz="800" err="1">
                <a:solidFill>
                  <a:schemeClr val="accent6">
                    <a:lumMod val="75000"/>
                  </a:schemeClr>
                </a:solidFill>
                <a:latin typeface="+mn-lt"/>
              </a:rPr>
              <a:t>may</a:t>
            </a:r>
            <a:r>
              <a:rPr lang="da-DK" sz="800">
                <a:solidFill>
                  <a:schemeClr val="accent6">
                    <a:lumMod val="75000"/>
                  </a:schemeClr>
                </a:solidFill>
                <a:latin typeface="+mn-lt"/>
              </a:rPr>
              <a:t> </a:t>
            </a:r>
            <a:r>
              <a:rPr lang="da-DK" sz="800" err="1">
                <a:solidFill>
                  <a:schemeClr val="accent6">
                    <a:lumMod val="75000"/>
                  </a:schemeClr>
                </a:solidFill>
                <a:latin typeface="+mn-lt"/>
              </a:rPr>
              <a:t>be</a:t>
            </a:r>
            <a:r>
              <a:rPr lang="da-DK" sz="800">
                <a:solidFill>
                  <a:schemeClr val="accent6">
                    <a:lumMod val="75000"/>
                  </a:schemeClr>
                </a:solidFill>
                <a:latin typeface="+mn-lt"/>
              </a:rPr>
              <a:t> </a:t>
            </a:r>
            <a:r>
              <a:rPr lang="da-DK" sz="800" err="1">
                <a:solidFill>
                  <a:schemeClr val="accent6">
                    <a:lumMod val="75000"/>
                  </a:schemeClr>
                </a:solidFill>
                <a:latin typeface="+mn-lt"/>
              </a:rPr>
              <a:t>reproduced</a:t>
            </a:r>
            <a:r>
              <a:rPr lang="da-DK" sz="800">
                <a:solidFill>
                  <a:schemeClr val="accent6">
                    <a:lumMod val="75000"/>
                  </a:schemeClr>
                </a:solidFill>
                <a:latin typeface="+mn-lt"/>
              </a:rPr>
              <a:t>, </a:t>
            </a:r>
            <a:r>
              <a:rPr lang="da-DK" sz="800" err="1">
                <a:solidFill>
                  <a:schemeClr val="accent6">
                    <a:lumMod val="75000"/>
                  </a:schemeClr>
                </a:solidFill>
                <a:latin typeface="+mn-lt"/>
              </a:rPr>
              <a:t>stored</a:t>
            </a:r>
            <a:r>
              <a:rPr lang="da-DK" sz="800">
                <a:solidFill>
                  <a:schemeClr val="accent6">
                    <a:lumMod val="75000"/>
                  </a:schemeClr>
                </a:solidFill>
                <a:latin typeface="+mn-lt"/>
              </a:rPr>
              <a:t> in, or </a:t>
            </a:r>
            <a:r>
              <a:rPr lang="da-DK" sz="800" err="1">
                <a:solidFill>
                  <a:schemeClr val="accent6">
                    <a:lumMod val="75000"/>
                  </a:schemeClr>
                </a:solidFill>
                <a:latin typeface="+mn-lt"/>
              </a:rPr>
              <a:t>introduced</a:t>
            </a:r>
            <a:r>
              <a:rPr lang="da-DK" sz="800">
                <a:solidFill>
                  <a:schemeClr val="accent6">
                    <a:lumMod val="75000"/>
                  </a:schemeClr>
                </a:solidFill>
                <a:latin typeface="+mn-lt"/>
              </a:rPr>
              <a:t> </a:t>
            </a:r>
            <a:r>
              <a:rPr lang="da-DK" sz="800" err="1">
                <a:solidFill>
                  <a:schemeClr val="accent6">
                    <a:lumMod val="75000"/>
                  </a:schemeClr>
                </a:solidFill>
                <a:latin typeface="+mn-lt"/>
              </a:rPr>
              <a:t>into</a:t>
            </a:r>
            <a:r>
              <a:rPr lang="da-DK" sz="800">
                <a:solidFill>
                  <a:schemeClr val="accent6">
                    <a:lumMod val="75000"/>
                  </a:schemeClr>
                </a:solidFill>
                <a:latin typeface="+mn-lt"/>
              </a:rPr>
              <a:t> a </a:t>
            </a:r>
            <a:r>
              <a:rPr lang="da-DK" sz="800" err="1">
                <a:solidFill>
                  <a:schemeClr val="accent6">
                    <a:lumMod val="75000"/>
                  </a:schemeClr>
                </a:solidFill>
                <a:latin typeface="+mn-lt"/>
              </a:rPr>
              <a:t>retrieval</a:t>
            </a:r>
            <a:r>
              <a:rPr lang="da-DK" sz="800">
                <a:solidFill>
                  <a:schemeClr val="accent6">
                    <a:lumMod val="75000"/>
                  </a:schemeClr>
                </a:solidFill>
                <a:latin typeface="+mn-lt"/>
              </a:rPr>
              <a:t> system, or </a:t>
            </a:r>
            <a:r>
              <a:rPr lang="da-DK" sz="800" err="1">
                <a:solidFill>
                  <a:schemeClr val="accent6">
                    <a:lumMod val="75000"/>
                  </a:schemeClr>
                </a:solidFill>
                <a:latin typeface="+mn-lt"/>
              </a:rPr>
              <a:t>transmitted</a:t>
            </a:r>
            <a:r>
              <a:rPr lang="da-DK" sz="800">
                <a:solidFill>
                  <a:schemeClr val="accent6">
                    <a:lumMod val="75000"/>
                  </a:schemeClr>
                </a:solidFill>
                <a:latin typeface="+mn-lt"/>
              </a:rPr>
              <a:t> in </a:t>
            </a:r>
            <a:r>
              <a:rPr lang="da-DK" sz="800" err="1">
                <a:solidFill>
                  <a:schemeClr val="accent6">
                    <a:lumMod val="75000"/>
                  </a:schemeClr>
                </a:solidFill>
                <a:latin typeface="+mn-lt"/>
              </a:rPr>
              <a:t>any</a:t>
            </a:r>
            <a:r>
              <a:rPr lang="da-DK" sz="800">
                <a:solidFill>
                  <a:schemeClr val="accent6">
                    <a:lumMod val="75000"/>
                  </a:schemeClr>
                </a:solidFill>
                <a:latin typeface="+mn-lt"/>
              </a:rPr>
              <a:t> form, by </a:t>
            </a:r>
            <a:r>
              <a:rPr lang="da-DK" sz="800" err="1">
                <a:solidFill>
                  <a:schemeClr val="accent6">
                    <a:lumMod val="75000"/>
                  </a:schemeClr>
                </a:solidFill>
                <a:latin typeface="+mn-lt"/>
              </a:rPr>
              <a:t>any</a:t>
            </a:r>
            <a:r>
              <a:rPr lang="da-DK" sz="800">
                <a:solidFill>
                  <a:schemeClr val="accent6">
                    <a:lumMod val="75000"/>
                  </a:schemeClr>
                </a:solidFill>
                <a:latin typeface="+mn-lt"/>
              </a:rPr>
              <a:t> </a:t>
            </a:r>
            <a:r>
              <a:rPr lang="da-DK" sz="800" err="1">
                <a:solidFill>
                  <a:schemeClr val="accent6">
                    <a:lumMod val="75000"/>
                  </a:schemeClr>
                </a:solidFill>
                <a:latin typeface="+mn-lt"/>
              </a:rPr>
              <a:t>means</a:t>
            </a:r>
            <a:r>
              <a:rPr lang="da-DK" sz="800">
                <a:solidFill>
                  <a:schemeClr val="accent6">
                    <a:lumMod val="75000"/>
                  </a:schemeClr>
                </a:solidFill>
                <a:latin typeface="+mn-lt"/>
              </a:rPr>
              <a:t> (</a:t>
            </a:r>
            <a:r>
              <a:rPr lang="da-DK" sz="800" err="1">
                <a:solidFill>
                  <a:schemeClr val="accent6">
                    <a:lumMod val="75000"/>
                  </a:schemeClr>
                </a:solidFill>
                <a:latin typeface="+mn-lt"/>
              </a:rPr>
              <a:t>electronic</a:t>
            </a:r>
            <a:r>
              <a:rPr lang="da-DK" sz="800">
                <a:solidFill>
                  <a:schemeClr val="accent6">
                    <a:lumMod val="75000"/>
                  </a:schemeClr>
                </a:solidFill>
                <a:latin typeface="+mn-lt"/>
              </a:rPr>
              <a:t>, </a:t>
            </a:r>
            <a:r>
              <a:rPr lang="da-DK" sz="800" err="1">
                <a:solidFill>
                  <a:schemeClr val="accent6">
                    <a:lumMod val="75000"/>
                  </a:schemeClr>
                </a:solidFill>
                <a:latin typeface="+mn-lt"/>
              </a:rPr>
              <a:t>mechanical</a:t>
            </a:r>
            <a:r>
              <a:rPr lang="da-DK" sz="800">
                <a:solidFill>
                  <a:schemeClr val="accent6">
                    <a:lumMod val="75000"/>
                  </a:schemeClr>
                </a:solidFill>
                <a:latin typeface="+mn-lt"/>
              </a:rPr>
              <a:t>, </a:t>
            </a:r>
            <a:r>
              <a:rPr lang="da-DK" sz="800" err="1">
                <a:solidFill>
                  <a:schemeClr val="accent6">
                    <a:lumMod val="75000"/>
                  </a:schemeClr>
                </a:solidFill>
                <a:latin typeface="+mn-lt"/>
              </a:rPr>
              <a:t>photocopying</a:t>
            </a:r>
            <a:r>
              <a:rPr lang="da-DK" sz="800">
                <a:solidFill>
                  <a:schemeClr val="accent6">
                    <a:lumMod val="75000"/>
                  </a:schemeClr>
                </a:solidFill>
                <a:latin typeface="+mn-lt"/>
              </a:rPr>
              <a:t>, </a:t>
            </a:r>
            <a:r>
              <a:rPr lang="da-DK" sz="800" err="1">
                <a:solidFill>
                  <a:schemeClr val="accent6">
                    <a:lumMod val="75000"/>
                  </a:schemeClr>
                </a:solidFill>
                <a:latin typeface="+mn-lt"/>
              </a:rPr>
              <a:t>recording</a:t>
            </a:r>
            <a:r>
              <a:rPr lang="da-DK" sz="800">
                <a:solidFill>
                  <a:schemeClr val="accent6">
                    <a:lumMod val="75000"/>
                  </a:schemeClr>
                </a:solidFill>
                <a:latin typeface="+mn-lt"/>
              </a:rPr>
              <a:t>, or </a:t>
            </a:r>
            <a:r>
              <a:rPr lang="da-DK" sz="800" err="1">
                <a:solidFill>
                  <a:schemeClr val="accent6">
                    <a:lumMod val="75000"/>
                  </a:schemeClr>
                </a:solidFill>
                <a:latin typeface="+mn-lt"/>
              </a:rPr>
              <a:t>otherwise</a:t>
            </a:r>
            <a:r>
              <a:rPr lang="da-DK" sz="800">
                <a:solidFill>
                  <a:schemeClr val="accent6">
                    <a:lumMod val="75000"/>
                  </a:schemeClr>
                </a:solidFill>
                <a:latin typeface="+mn-lt"/>
              </a:rPr>
              <a:t>), or for </a:t>
            </a:r>
            <a:r>
              <a:rPr lang="da-DK" sz="800" err="1">
                <a:solidFill>
                  <a:schemeClr val="accent6">
                    <a:lumMod val="75000"/>
                  </a:schemeClr>
                </a:solidFill>
                <a:latin typeface="+mn-lt"/>
              </a:rPr>
              <a:t>any</a:t>
            </a:r>
            <a:r>
              <a:rPr lang="da-DK" sz="800">
                <a:solidFill>
                  <a:schemeClr val="accent6">
                    <a:lumMod val="75000"/>
                  </a:schemeClr>
                </a:solidFill>
                <a:latin typeface="+mn-lt"/>
              </a:rPr>
              <a:t> purpose </a:t>
            </a:r>
            <a:r>
              <a:rPr lang="da-DK" sz="800" err="1">
                <a:solidFill>
                  <a:schemeClr val="accent6">
                    <a:lumMod val="75000"/>
                  </a:schemeClr>
                </a:solidFill>
                <a:latin typeface="+mn-lt"/>
              </a:rPr>
              <a:t>without</a:t>
            </a:r>
            <a:r>
              <a:rPr lang="da-DK" sz="800">
                <a:solidFill>
                  <a:schemeClr val="accent6">
                    <a:lumMod val="75000"/>
                  </a:schemeClr>
                </a:solidFill>
                <a:latin typeface="+mn-lt"/>
              </a:rPr>
              <a:t> the </a:t>
            </a:r>
            <a:r>
              <a:rPr lang="da-DK" sz="800" err="1">
                <a:solidFill>
                  <a:schemeClr val="accent6">
                    <a:lumMod val="75000"/>
                  </a:schemeClr>
                </a:solidFill>
                <a:latin typeface="+mn-lt"/>
              </a:rPr>
              <a:t>express</a:t>
            </a:r>
            <a:r>
              <a:rPr lang="da-DK" sz="800">
                <a:solidFill>
                  <a:schemeClr val="accent6">
                    <a:lumMod val="75000"/>
                  </a:schemeClr>
                </a:solidFill>
                <a:latin typeface="+mn-lt"/>
              </a:rPr>
              <a:t> </a:t>
            </a:r>
            <a:r>
              <a:rPr lang="da-DK" sz="800" err="1">
                <a:solidFill>
                  <a:schemeClr val="accent6">
                    <a:lumMod val="75000"/>
                  </a:schemeClr>
                </a:solidFill>
                <a:latin typeface="+mn-lt"/>
              </a:rPr>
              <a:t>written</a:t>
            </a:r>
            <a:r>
              <a:rPr lang="da-DK" sz="800">
                <a:solidFill>
                  <a:schemeClr val="accent6">
                    <a:lumMod val="75000"/>
                  </a:schemeClr>
                </a:solidFill>
                <a:latin typeface="+mn-lt"/>
              </a:rPr>
              <a:t> permission of </a:t>
            </a:r>
            <a:r>
              <a:rPr lang="da-DK" sz="800" err="1">
                <a:solidFill>
                  <a:schemeClr val="accent6">
                    <a:lumMod val="75000"/>
                  </a:schemeClr>
                </a:solidFill>
                <a:latin typeface="+mn-lt"/>
              </a:rPr>
              <a:t>SimCorp</a:t>
            </a:r>
            <a:r>
              <a:rPr lang="da-DK" sz="800">
                <a:solidFill>
                  <a:schemeClr val="accent6">
                    <a:lumMod val="75000"/>
                  </a:schemeClr>
                </a:solidFill>
                <a:latin typeface="+mn-lt"/>
              </a:rPr>
              <a:t> A/S. </a:t>
            </a:r>
            <a:r>
              <a:rPr lang="da-DK" sz="800" err="1">
                <a:solidFill>
                  <a:schemeClr val="accent6">
                    <a:lumMod val="75000"/>
                  </a:schemeClr>
                </a:solidFill>
                <a:latin typeface="+mn-lt"/>
              </a:rPr>
              <a:t>SimCorp</a:t>
            </a:r>
            <a:r>
              <a:rPr lang="da-DK" sz="800">
                <a:solidFill>
                  <a:schemeClr val="accent6">
                    <a:lumMod val="75000"/>
                  </a:schemeClr>
                </a:solidFill>
                <a:latin typeface="+mn-lt"/>
              </a:rPr>
              <a:t>, the </a:t>
            </a:r>
            <a:r>
              <a:rPr lang="da-DK" sz="800" err="1">
                <a:solidFill>
                  <a:schemeClr val="accent6">
                    <a:lumMod val="75000"/>
                  </a:schemeClr>
                </a:solidFill>
                <a:latin typeface="+mn-lt"/>
              </a:rPr>
              <a:t>SimCorp</a:t>
            </a:r>
            <a:r>
              <a:rPr lang="da-DK" sz="800">
                <a:solidFill>
                  <a:schemeClr val="accent6">
                    <a:lumMod val="75000"/>
                  </a:schemeClr>
                </a:solidFill>
                <a:latin typeface="+mn-lt"/>
              </a:rPr>
              <a:t> logo, </a:t>
            </a:r>
            <a:r>
              <a:rPr lang="da-DK" sz="800" err="1">
                <a:solidFill>
                  <a:schemeClr val="accent6">
                    <a:lumMod val="75000"/>
                  </a:schemeClr>
                </a:solidFill>
                <a:latin typeface="+mn-lt"/>
              </a:rPr>
              <a:t>SimCorp</a:t>
            </a:r>
            <a:r>
              <a:rPr lang="da-DK" sz="800" baseline="30000">
                <a:solidFill>
                  <a:schemeClr val="accent6">
                    <a:lumMod val="75000"/>
                  </a:schemeClr>
                </a:solidFill>
                <a:latin typeface="+mn-lt"/>
              </a:rPr>
              <a:t> ®, </a:t>
            </a:r>
            <a:r>
              <a:rPr lang="da-DK" sz="800">
                <a:solidFill>
                  <a:schemeClr val="accent6">
                    <a:lumMod val="75000"/>
                  </a:schemeClr>
                </a:solidFill>
                <a:latin typeface="+mn-lt"/>
              </a:rPr>
              <a:t>and </a:t>
            </a:r>
            <a:r>
              <a:rPr lang="da-DK" sz="800" err="1">
                <a:solidFill>
                  <a:schemeClr val="accent6">
                    <a:lumMod val="75000"/>
                  </a:schemeClr>
                </a:solidFill>
                <a:latin typeface="+mn-lt"/>
              </a:rPr>
              <a:t>SimCorp</a:t>
            </a:r>
            <a:r>
              <a:rPr lang="da-DK" sz="800">
                <a:solidFill>
                  <a:schemeClr val="accent6">
                    <a:lumMod val="75000"/>
                  </a:schemeClr>
                </a:solidFill>
                <a:latin typeface="+mn-lt"/>
              </a:rPr>
              <a:t> Services </a:t>
            </a:r>
            <a:r>
              <a:rPr lang="da-DK" sz="800" err="1">
                <a:solidFill>
                  <a:schemeClr val="accent6">
                    <a:lumMod val="75000"/>
                  </a:schemeClr>
                </a:solidFill>
                <a:latin typeface="+mn-lt"/>
              </a:rPr>
              <a:t>are</a:t>
            </a:r>
            <a:r>
              <a:rPr lang="da-DK" sz="800">
                <a:solidFill>
                  <a:schemeClr val="accent6">
                    <a:lumMod val="75000"/>
                  </a:schemeClr>
                </a:solidFill>
                <a:latin typeface="+mn-lt"/>
              </a:rPr>
              <a:t> </a:t>
            </a:r>
            <a:r>
              <a:rPr lang="da-DK" sz="800" err="1">
                <a:solidFill>
                  <a:schemeClr val="accent6">
                    <a:lumMod val="75000"/>
                  </a:schemeClr>
                </a:solidFill>
                <a:latin typeface="+mn-lt"/>
              </a:rPr>
              <a:t>either</a:t>
            </a:r>
            <a:r>
              <a:rPr lang="da-DK" sz="800">
                <a:solidFill>
                  <a:schemeClr val="accent6">
                    <a:lumMod val="75000"/>
                  </a:schemeClr>
                </a:solidFill>
                <a:latin typeface="+mn-lt"/>
              </a:rPr>
              <a:t> </a:t>
            </a:r>
            <a:r>
              <a:rPr lang="da-DK" sz="800" err="1">
                <a:solidFill>
                  <a:schemeClr val="accent6">
                    <a:lumMod val="75000"/>
                  </a:schemeClr>
                </a:solidFill>
                <a:latin typeface="+mn-lt"/>
              </a:rPr>
              <a:t>registered</a:t>
            </a:r>
            <a:r>
              <a:rPr lang="da-DK" sz="800">
                <a:solidFill>
                  <a:schemeClr val="accent6">
                    <a:lumMod val="75000"/>
                  </a:schemeClr>
                </a:solidFill>
                <a:latin typeface="+mn-lt"/>
              </a:rPr>
              <a:t> </a:t>
            </a:r>
            <a:r>
              <a:rPr lang="da-DK" sz="800" err="1">
                <a:solidFill>
                  <a:schemeClr val="accent6">
                    <a:lumMod val="75000"/>
                  </a:schemeClr>
                </a:solidFill>
                <a:latin typeface="+mn-lt"/>
              </a:rPr>
              <a:t>trademarks</a:t>
            </a:r>
            <a:r>
              <a:rPr lang="da-DK" sz="800">
                <a:solidFill>
                  <a:schemeClr val="accent6">
                    <a:lumMod val="75000"/>
                  </a:schemeClr>
                </a:solidFill>
                <a:latin typeface="+mn-lt"/>
              </a:rPr>
              <a:t> or </a:t>
            </a:r>
            <a:r>
              <a:rPr lang="da-DK" sz="800" err="1">
                <a:solidFill>
                  <a:schemeClr val="accent6">
                    <a:lumMod val="75000"/>
                  </a:schemeClr>
                </a:solidFill>
                <a:latin typeface="+mn-lt"/>
              </a:rPr>
              <a:t>trademarks</a:t>
            </a:r>
            <a:r>
              <a:rPr lang="da-DK" sz="800">
                <a:solidFill>
                  <a:schemeClr val="accent6">
                    <a:lumMod val="75000"/>
                  </a:schemeClr>
                </a:solidFill>
                <a:latin typeface="+mn-lt"/>
              </a:rPr>
              <a:t> of </a:t>
            </a:r>
            <a:r>
              <a:rPr lang="da-DK" sz="800" err="1">
                <a:solidFill>
                  <a:schemeClr val="accent6">
                    <a:lumMod val="75000"/>
                  </a:schemeClr>
                </a:solidFill>
                <a:latin typeface="+mn-lt"/>
              </a:rPr>
              <a:t>SimCorp</a:t>
            </a:r>
            <a:r>
              <a:rPr lang="da-DK" sz="800">
                <a:solidFill>
                  <a:schemeClr val="accent6">
                    <a:lumMod val="75000"/>
                  </a:schemeClr>
                </a:solidFill>
                <a:latin typeface="+mn-lt"/>
              </a:rPr>
              <a:t> A/S in Denmark and/or </a:t>
            </a:r>
            <a:r>
              <a:rPr lang="da-DK" sz="800" err="1">
                <a:solidFill>
                  <a:schemeClr val="accent6">
                    <a:lumMod val="75000"/>
                  </a:schemeClr>
                </a:solidFill>
                <a:latin typeface="+mn-lt"/>
              </a:rPr>
              <a:t>other</a:t>
            </a:r>
            <a:r>
              <a:rPr lang="da-DK" sz="800">
                <a:solidFill>
                  <a:schemeClr val="accent6">
                    <a:lumMod val="75000"/>
                  </a:schemeClr>
                </a:solidFill>
                <a:latin typeface="+mn-lt"/>
              </a:rPr>
              <a:t> </a:t>
            </a:r>
            <a:r>
              <a:rPr lang="da-DK" sz="800" err="1">
                <a:solidFill>
                  <a:schemeClr val="accent6">
                    <a:lumMod val="75000"/>
                  </a:schemeClr>
                </a:solidFill>
                <a:latin typeface="+mn-lt"/>
              </a:rPr>
              <a:t>countries</a:t>
            </a:r>
            <a:r>
              <a:rPr lang="da-DK" sz="800">
                <a:solidFill>
                  <a:schemeClr val="accent6">
                    <a:lumMod val="75000"/>
                  </a:schemeClr>
                </a:solidFill>
                <a:latin typeface="+mn-lt"/>
              </a:rPr>
              <a:t>. Refer to www.simcorp.com/trademarks for a </a:t>
            </a:r>
            <a:r>
              <a:rPr lang="da-DK" sz="800" err="1">
                <a:solidFill>
                  <a:schemeClr val="accent6">
                    <a:lumMod val="75000"/>
                  </a:schemeClr>
                </a:solidFill>
                <a:latin typeface="+mn-lt"/>
              </a:rPr>
              <a:t>full</a:t>
            </a:r>
            <a:r>
              <a:rPr lang="da-DK" sz="800">
                <a:solidFill>
                  <a:schemeClr val="accent6">
                    <a:lumMod val="75000"/>
                  </a:schemeClr>
                </a:solidFill>
                <a:latin typeface="+mn-lt"/>
              </a:rPr>
              <a:t> list of </a:t>
            </a:r>
            <a:r>
              <a:rPr lang="da-DK" sz="800" err="1">
                <a:solidFill>
                  <a:schemeClr val="accent6">
                    <a:lumMod val="75000"/>
                  </a:schemeClr>
                </a:solidFill>
                <a:latin typeface="+mn-lt"/>
              </a:rPr>
              <a:t>SimCorp</a:t>
            </a:r>
            <a:r>
              <a:rPr lang="da-DK" sz="800">
                <a:solidFill>
                  <a:schemeClr val="accent6">
                    <a:lumMod val="75000"/>
                  </a:schemeClr>
                </a:solidFill>
                <a:latin typeface="+mn-lt"/>
              </a:rPr>
              <a:t> A/S </a:t>
            </a:r>
            <a:r>
              <a:rPr lang="da-DK" sz="800" err="1">
                <a:solidFill>
                  <a:schemeClr val="accent6">
                    <a:lumMod val="75000"/>
                  </a:schemeClr>
                </a:solidFill>
                <a:latin typeface="+mn-lt"/>
              </a:rPr>
              <a:t>trademarks</a:t>
            </a:r>
            <a:r>
              <a:rPr lang="da-DK" sz="800">
                <a:solidFill>
                  <a:schemeClr val="accent6">
                    <a:lumMod val="75000"/>
                  </a:schemeClr>
                </a:solidFill>
                <a:latin typeface="+mn-lt"/>
              </a:rPr>
              <a:t>. </a:t>
            </a:r>
            <a:r>
              <a:rPr lang="da-DK" sz="800" err="1">
                <a:solidFill>
                  <a:schemeClr val="accent6">
                    <a:lumMod val="75000"/>
                  </a:schemeClr>
                </a:solidFill>
                <a:latin typeface="+mn-lt"/>
              </a:rPr>
              <a:t>Other</a:t>
            </a:r>
            <a:r>
              <a:rPr lang="da-DK" sz="800">
                <a:solidFill>
                  <a:schemeClr val="accent6">
                    <a:lumMod val="75000"/>
                  </a:schemeClr>
                </a:solidFill>
                <a:latin typeface="+mn-lt"/>
              </a:rPr>
              <a:t> </a:t>
            </a:r>
            <a:r>
              <a:rPr lang="da-DK" sz="800" err="1">
                <a:solidFill>
                  <a:schemeClr val="accent6">
                    <a:lumMod val="75000"/>
                  </a:schemeClr>
                </a:solidFill>
                <a:latin typeface="+mn-lt"/>
              </a:rPr>
              <a:t>trademarks</a:t>
            </a:r>
            <a:r>
              <a:rPr lang="da-DK" sz="800">
                <a:solidFill>
                  <a:schemeClr val="accent6">
                    <a:lumMod val="75000"/>
                  </a:schemeClr>
                </a:solidFill>
                <a:latin typeface="+mn-lt"/>
              </a:rPr>
              <a:t> referred to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document</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the </a:t>
            </a:r>
            <a:r>
              <a:rPr lang="da-DK" sz="800" err="1">
                <a:solidFill>
                  <a:schemeClr val="accent6">
                    <a:lumMod val="75000"/>
                  </a:schemeClr>
                </a:solidFill>
                <a:latin typeface="+mn-lt"/>
              </a:rPr>
              <a:t>property</a:t>
            </a:r>
            <a:r>
              <a:rPr lang="da-DK" sz="800">
                <a:solidFill>
                  <a:schemeClr val="accent6">
                    <a:lumMod val="75000"/>
                  </a:schemeClr>
                </a:solidFill>
                <a:latin typeface="+mn-lt"/>
              </a:rPr>
              <a:t> of </a:t>
            </a:r>
            <a:r>
              <a:rPr lang="da-DK" sz="800" err="1">
                <a:solidFill>
                  <a:schemeClr val="accent6">
                    <a:lumMod val="75000"/>
                  </a:schemeClr>
                </a:solidFill>
                <a:latin typeface="+mn-lt"/>
              </a:rPr>
              <a:t>their</a:t>
            </a:r>
            <a:r>
              <a:rPr lang="da-DK" sz="800">
                <a:solidFill>
                  <a:schemeClr val="accent6">
                    <a:lumMod val="75000"/>
                  </a:schemeClr>
                </a:solidFill>
                <a:latin typeface="+mn-lt"/>
              </a:rPr>
              <a:t> </a:t>
            </a:r>
            <a:r>
              <a:rPr lang="da-DK" sz="800" err="1">
                <a:solidFill>
                  <a:schemeClr val="accent6">
                    <a:lumMod val="75000"/>
                  </a:schemeClr>
                </a:solidFill>
                <a:latin typeface="+mn-lt"/>
              </a:rPr>
              <a:t>respective</a:t>
            </a:r>
            <a:r>
              <a:rPr lang="da-DK" sz="800">
                <a:solidFill>
                  <a:schemeClr val="accent6">
                    <a:lumMod val="75000"/>
                  </a:schemeClr>
                </a:solidFill>
                <a:latin typeface="+mn-lt"/>
              </a:rPr>
              <a:t> </a:t>
            </a:r>
            <a:r>
              <a:rPr lang="da-DK" sz="800" err="1">
                <a:solidFill>
                  <a:schemeClr val="accent6">
                    <a:lumMod val="75000"/>
                  </a:schemeClr>
                </a:solidFill>
                <a:latin typeface="+mn-lt"/>
              </a:rPr>
              <a:t>owners</a:t>
            </a:r>
            <a:r>
              <a:rPr lang="da-DK" sz="800">
                <a:solidFill>
                  <a:schemeClr val="accent6">
                    <a:lumMod val="75000"/>
                  </a:schemeClr>
                </a:solidFill>
                <a:latin typeface="+mn-lt"/>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Pladsholder til titel 3"/>
          <p:cNvSpPr>
            <a:spLocks noGrp="1"/>
          </p:cNvSpPr>
          <p:nvPr>
            <p:ph type="title"/>
          </p:nvPr>
        </p:nvSpPr>
        <p:spPr>
          <a:xfrm>
            <a:off x="649139" y="5393"/>
            <a:ext cx="10878759" cy="1052738"/>
          </a:xfrm>
          <a:prstGeom prst="rect">
            <a:avLst/>
          </a:prstGeom>
        </p:spPr>
        <p:txBody>
          <a:bodyPr vert="horz" wrap="square" lIns="0" tIns="0" rIns="0" bIns="0" rtlCol="0" anchor="b">
            <a:normAutofit/>
          </a:bodyPr>
          <a:lstStyle/>
          <a:p>
            <a:r>
              <a:rPr lang="en-US"/>
              <a:t>Enter slide header</a:t>
            </a:r>
          </a:p>
        </p:txBody>
      </p:sp>
      <p:sp>
        <p:nvSpPr>
          <p:cNvPr id="7" name="Pladsholder til slidenummer 6"/>
          <p:cNvSpPr>
            <a:spLocks noGrp="1"/>
          </p:cNvSpPr>
          <p:nvPr>
            <p:ph type="sldNum" sz="quarter" idx="4"/>
          </p:nvPr>
        </p:nvSpPr>
        <p:spPr>
          <a:xfrm>
            <a:off x="672001" y="6356378"/>
            <a:ext cx="679721" cy="366183"/>
          </a:xfrm>
          <a:prstGeom prst="rect">
            <a:avLst/>
          </a:prstGeom>
        </p:spPr>
        <p:txBody>
          <a:bodyPr vert="horz" lIns="0" tIns="0" rIns="0" bIns="0" rtlCol="0" anchor="ctr"/>
          <a:lstStyle>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accent6"/>
                </a:solidFill>
                <a:latin typeface="+mj-lt"/>
                <a:ea typeface="ＭＳ Ｐゴシック" charset="0"/>
                <a:cs typeface="ＭＳ Ｐゴシック" charset="0"/>
              </a:defRPr>
            </a:lvl1pPr>
          </a:lstStyle>
          <a:p>
            <a:pPr>
              <a:defRPr/>
            </a:pPr>
            <a:fld id="{E16BA917-7F09-4B8D-AF07-F52890C14046}" type="slidenum">
              <a:rPr lang="en-US" smtClean="0"/>
              <a:pPr>
                <a:defRPr/>
              </a:pPr>
              <a:t>‹#›</a:t>
            </a:fld>
            <a:endParaRPr lang="en-US"/>
          </a:p>
        </p:txBody>
      </p:sp>
      <p:sp>
        <p:nvSpPr>
          <p:cNvPr id="23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
        <p:nvSpPr>
          <p:cNvPr id="2" name="Pladsholder til tekst 1"/>
          <p:cNvSpPr>
            <a:spLocks noGrp="1"/>
          </p:cNvSpPr>
          <p:nvPr>
            <p:ph type="body" idx="1"/>
          </p:nvPr>
        </p:nvSpPr>
        <p:spPr>
          <a:xfrm>
            <a:off x="672003" y="1623484"/>
            <a:ext cx="10848486" cy="4565691"/>
          </a:xfrm>
          <a:prstGeom prst="rect">
            <a:avLst/>
          </a:prstGeom>
        </p:spPr>
        <p:txBody>
          <a:bodyPr vert="horz" lIns="0" tIns="0" rIns="0" bIns="0" rtlCol="0">
            <a:noAutofit/>
          </a:bodyPr>
          <a:lstStyle/>
          <a:p>
            <a:pPr lvl="0"/>
            <a:r>
              <a:rPr lang="en-US"/>
              <a:t>Level 1 bullet</a:t>
            </a:r>
          </a:p>
          <a:p>
            <a:pPr lvl="1"/>
            <a:r>
              <a:rPr lang="en-US"/>
              <a:t>Level 2 bullet</a:t>
            </a:r>
          </a:p>
          <a:p>
            <a:pPr lvl="2"/>
            <a:r>
              <a:rPr lang="en-US"/>
              <a:t>Level 3 bullet</a:t>
            </a:r>
          </a:p>
          <a:p>
            <a:pPr lvl="3"/>
            <a:r>
              <a:rPr lang="en-US"/>
              <a:t>Level 4 bullet</a:t>
            </a:r>
          </a:p>
          <a:p>
            <a:pPr lvl="4"/>
            <a:r>
              <a:rPr lang="en-US"/>
              <a:t>Note</a:t>
            </a:r>
          </a:p>
        </p:txBody>
      </p:sp>
      <p:sp>
        <p:nvSpPr>
          <p:cNvPr id="28" name="Rektangel 27"/>
          <p:cNvSpPr/>
          <p:nvPr userDrawn="1"/>
        </p:nvSpPr>
        <p:spPr>
          <a:xfrm rot="5400000">
            <a:off x="-154907"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ktangel 28"/>
          <p:cNvSpPr/>
          <p:nvPr userDrawn="1"/>
        </p:nvSpPr>
        <p:spPr>
          <a:xfrm>
            <a:off x="-141815"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ktangel 29"/>
          <p:cNvSpPr/>
          <p:nvPr userDrawn="1"/>
        </p:nvSpPr>
        <p:spPr>
          <a:xfrm rot="5400000">
            <a:off x="-154907"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ktangel 30"/>
          <p:cNvSpPr/>
          <p:nvPr userDrawn="1"/>
        </p:nvSpPr>
        <p:spPr>
          <a:xfrm rot="5400000">
            <a:off x="-154907"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ektangel 32"/>
          <p:cNvSpPr/>
          <p:nvPr userDrawn="1"/>
        </p:nvSpPr>
        <p:spPr>
          <a:xfrm rot="5400000">
            <a:off x="-154907"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ktangel 33"/>
          <p:cNvSpPr/>
          <p:nvPr userDrawn="1"/>
        </p:nvSpPr>
        <p:spPr>
          <a:xfrm rot="5400000">
            <a:off x="-154907"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ktangel 34"/>
          <p:cNvSpPr/>
          <p:nvPr userDrawn="1"/>
        </p:nvSpPr>
        <p:spPr>
          <a:xfrm>
            <a:off x="-141815"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 name="Rektangel 237"/>
          <p:cNvSpPr/>
          <p:nvPr userDrawn="1"/>
        </p:nvSpPr>
        <p:spPr>
          <a:xfrm>
            <a:off x="-141815"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ktangel 15"/>
          <p:cNvSpPr/>
          <p:nvPr userDrawn="1"/>
        </p:nvSpPr>
        <p:spPr>
          <a:xfrm>
            <a:off x="1"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ktangel 16"/>
          <p:cNvSpPr/>
          <p:nvPr userDrawn="1"/>
        </p:nvSpPr>
        <p:spPr>
          <a:xfrm>
            <a:off x="234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ktangel 17"/>
          <p:cNvSpPr/>
          <p:nvPr userDrawn="1"/>
        </p:nvSpPr>
        <p:spPr>
          <a:xfrm>
            <a:off x="325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ktangel 18"/>
          <p:cNvSpPr/>
          <p:nvPr userDrawn="1"/>
        </p:nvSpPr>
        <p:spPr>
          <a:xfrm>
            <a:off x="417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ktangel 19"/>
          <p:cNvSpPr/>
          <p:nvPr userDrawn="1"/>
        </p:nvSpPr>
        <p:spPr>
          <a:xfrm>
            <a:off x="693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ktangel 20"/>
          <p:cNvSpPr/>
          <p:nvPr userDrawn="1"/>
        </p:nvSpPr>
        <p:spPr>
          <a:xfrm>
            <a:off x="876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ktangel 21"/>
          <p:cNvSpPr/>
          <p:nvPr userDrawn="1"/>
        </p:nvSpPr>
        <p:spPr>
          <a:xfrm>
            <a:off x="968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ktangel 22"/>
          <p:cNvSpPr/>
          <p:nvPr userDrawn="1"/>
        </p:nvSpPr>
        <p:spPr>
          <a:xfrm>
            <a:off x="142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ktangel 23"/>
          <p:cNvSpPr/>
          <p:nvPr userDrawn="1"/>
        </p:nvSpPr>
        <p:spPr>
          <a:xfrm>
            <a:off x="784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ktangel 24"/>
          <p:cNvSpPr/>
          <p:nvPr userDrawn="1"/>
        </p:nvSpPr>
        <p:spPr>
          <a:xfrm>
            <a:off x="509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ktangel 25"/>
          <p:cNvSpPr/>
          <p:nvPr userDrawn="1"/>
        </p:nvSpPr>
        <p:spPr>
          <a:xfrm>
            <a:off x="1060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ktangel 26"/>
          <p:cNvSpPr/>
          <p:nvPr userDrawn="1"/>
        </p:nvSpPr>
        <p:spPr>
          <a:xfrm>
            <a:off x="601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 name="Rektangel 234"/>
          <p:cNvSpPr/>
          <p:nvPr userDrawn="1"/>
        </p:nvSpPr>
        <p:spPr>
          <a:xfrm>
            <a:off x="11521018"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ktangel 31"/>
          <p:cNvSpPr/>
          <p:nvPr userDrawn="1"/>
        </p:nvSpPr>
        <p:spPr>
          <a:xfrm rot="5400000">
            <a:off x="12179926"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ktangel 35"/>
          <p:cNvSpPr/>
          <p:nvPr userDrawn="1"/>
        </p:nvSpPr>
        <p:spPr>
          <a:xfrm>
            <a:off x="12193018"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ktangel 36"/>
          <p:cNvSpPr/>
          <p:nvPr userDrawn="1"/>
        </p:nvSpPr>
        <p:spPr>
          <a:xfrm rot="5400000">
            <a:off x="12179926"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ktangel 37"/>
          <p:cNvSpPr/>
          <p:nvPr userDrawn="1"/>
        </p:nvSpPr>
        <p:spPr>
          <a:xfrm rot="5400000">
            <a:off x="12179926"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ktangel 38"/>
          <p:cNvSpPr/>
          <p:nvPr userDrawn="1"/>
        </p:nvSpPr>
        <p:spPr>
          <a:xfrm rot="5400000">
            <a:off x="12179926"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ktangel 39"/>
          <p:cNvSpPr/>
          <p:nvPr userDrawn="1"/>
        </p:nvSpPr>
        <p:spPr>
          <a:xfrm rot="5400000">
            <a:off x="12179926"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ktangel 40"/>
          <p:cNvSpPr/>
          <p:nvPr userDrawn="1"/>
        </p:nvSpPr>
        <p:spPr>
          <a:xfrm>
            <a:off x="12193018"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ktangel 41"/>
          <p:cNvSpPr/>
          <p:nvPr userDrawn="1"/>
        </p:nvSpPr>
        <p:spPr>
          <a:xfrm>
            <a:off x="12193018"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ektangel 42"/>
          <p:cNvSpPr/>
          <p:nvPr userDrawn="1"/>
        </p:nvSpPr>
        <p:spPr>
          <a:xfrm>
            <a:off x="1"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ktangel 43"/>
          <p:cNvSpPr/>
          <p:nvPr userDrawn="1"/>
        </p:nvSpPr>
        <p:spPr>
          <a:xfrm>
            <a:off x="234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ktangel 44"/>
          <p:cNvSpPr/>
          <p:nvPr userDrawn="1"/>
        </p:nvSpPr>
        <p:spPr>
          <a:xfrm>
            <a:off x="325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ktangel 45"/>
          <p:cNvSpPr/>
          <p:nvPr userDrawn="1"/>
        </p:nvSpPr>
        <p:spPr>
          <a:xfrm>
            <a:off x="417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ktangel 46"/>
          <p:cNvSpPr/>
          <p:nvPr userDrawn="1"/>
        </p:nvSpPr>
        <p:spPr>
          <a:xfrm>
            <a:off x="693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ktangel 47"/>
          <p:cNvSpPr/>
          <p:nvPr userDrawn="1"/>
        </p:nvSpPr>
        <p:spPr>
          <a:xfrm>
            <a:off x="876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ktangel 48"/>
          <p:cNvSpPr/>
          <p:nvPr userDrawn="1"/>
        </p:nvSpPr>
        <p:spPr>
          <a:xfrm>
            <a:off x="968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ktangel 49"/>
          <p:cNvSpPr/>
          <p:nvPr userDrawn="1"/>
        </p:nvSpPr>
        <p:spPr>
          <a:xfrm>
            <a:off x="142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ktangel 50"/>
          <p:cNvSpPr/>
          <p:nvPr userDrawn="1"/>
        </p:nvSpPr>
        <p:spPr>
          <a:xfrm>
            <a:off x="784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ktangel 51"/>
          <p:cNvSpPr/>
          <p:nvPr userDrawn="1"/>
        </p:nvSpPr>
        <p:spPr>
          <a:xfrm>
            <a:off x="509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ektangel 52"/>
          <p:cNvSpPr/>
          <p:nvPr userDrawn="1"/>
        </p:nvSpPr>
        <p:spPr>
          <a:xfrm>
            <a:off x="1060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ektangel 53"/>
          <p:cNvSpPr/>
          <p:nvPr userDrawn="1"/>
        </p:nvSpPr>
        <p:spPr>
          <a:xfrm>
            <a:off x="601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ktangel 54"/>
          <p:cNvSpPr/>
          <p:nvPr userDrawn="1"/>
        </p:nvSpPr>
        <p:spPr>
          <a:xfrm>
            <a:off x="11521018"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 name="Rectangle 105"/>
          <p:cNvSpPr/>
          <p:nvPr userDrawn="1"/>
        </p:nvSpPr>
        <p:spPr>
          <a:xfrm>
            <a:off x="-1852522" y="1623484"/>
            <a:ext cx="159657" cy="15965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0" name="Rectangle 109"/>
          <p:cNvSpPr/>
          <p:nvPr userDrawn="1"/>
        </p:nvSpPr>
        <p:spPr>
          <a:xfrm>
            <a:off x="-1662933" y="1623484"/>
            <a:ext cx="159657" cy="159657"/>
          </a:xfrm>
          <a:prstGeom prst="rect">
            <a:avLst/>
          </a:prstGeom>
          <a:solidFill>
            <a:srgbClr val="00A0A7"/>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1" name="Rectangle 110"/>
          <p:cNvSpPr/>
          <p:nvPr userDrawn="1"/>
        </p:nvSpPr>
        <p:spPr>
          <a:xfrm>
            <a:off x="-1470611" y="1623484"/>
            <a:ext cx="159657" cy="159657"/>
          </a:xfrm>
          <a:prstGeom prst="rect">
            <a:avLst/>
          </a:prstGeom>
          <a:solidFill>
            <a:srgbClr val="83CDD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2" name="Rectangle 111"/>
          <p:cNvSpPr/>
          <p:nvPr userDrawn="1"/>
        </p:nvSpPr>
        <p:spPr>
          <a:xfrm>
            <a:off x="-1278289" y="1623484"/>
            <a:ext cx="159657" cy="159657"/>
          </a:xfrm>
          <a:prstGeom prst="rect">
            <a:avLst/>
          </a:prstGeom>
          <a:solidFill>
            <a:srgbClr val="3B69A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3" name="Rectangle 112"/>
          <p:cNvSpPr/>
          <p:nvPr userDrawn="1"/>
        </p:nvSpPr>
        <p:spPr>
          <a:xfrm>
            <a:off x="-1085967" y="1623484"/>
            <a:ext cx="159657" cy="159657"/>
          </a:xfrm>
          <a:prstGeom prst="rect">
            <a:avLst/>
          </a:prstGeom>
          <a:solidFill>
            <a:srgbClr val="006D8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4" name="Rectangle 113"/>
          <p:cNvSpPr/>
          <p:nvPr userDrawn="1"/>
        </p:nvSpPr>
        <p:spPr>
          <a:xfrm>
            <a:off x="-893645" y="1623484"/>
            <a:ext cx="159657" cy="159657"/>
          </a:xfrm>
          <a:prstGeom prst="rect">
            <a:avLst/>
          </a:prstGeom>
          <a:solidFill>
            <a:srgbClr val="008A7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5" name="Rectangle 114"/>
          <p:cNvSpPr/>
          <p:nvPr userDrawn="1"/>
        </p:nvSpPr>
        <p:spPr>
          <a:xfrm>
            <a:off x="-704962" y="1623484"/>
            <a:ext cx="159657" cy="159657"/>
          </a:xfrm>
          <a:prstGeom prst="rect">
            <a:avLst/>
          </a:prstGeom>
          <a:solidFill>
            <a:srgbClr val="D8D8D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6" name="Rectangle 115"/>
          <p:cNvSpPr/>
          <p:nvPr userDrawn="1"/>
        </p:nvSpPr>
        <p:spPr>
          <a:xfrm>
            <a:off x="-512640" y="1623484"/>
            <a:ext cx="159657" cy="159657"/>
          </a:xfrm>
          <a:prstGeom prst="rect">
            <a:avLst/>
          </a:prstGeom>
          <a:solidFill>
            <a:srgbClr val="44B8D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7" name="Rectangle 116"/>
          <p:cNvSpPr/>
          <p:nvPr userDrawn="1"/>
        </p:nvSpPr>
        <p:spPr>
          <a:xfrm>
            <a:off x="-320318" y="1623484"/>
            <a:ext cx="159657" cy="159657"/>
          </a:xfrm>
          <a:prstGeom prst="rect">
            <a:avLst/>
          </a:prstGeom>
          <a:solidFill>
            <a:srgbClr val="96989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8" name="Rectangle 117"/>
          <p:cNvSpPr/>
          <p:nvPr userDrawn="1"/>
        </p:nvSpPr>
        <p:spPr>
          <a:xfrm>
            <a:off x="-1278289" y="2415873"/>
            <a:ext cx="159657" cy="159657"/>
          </a:xfrm>
          <a:prstGeom prst="rect">
            <a:avLst/>
          </a:prstGeom>
          <a:solidFill>
            <a:srgbClr val="26354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9" name="Rectangle 118"/>
          <p:cNvSpPr/>
          <p:nvPr userDrawn="1"/>
        </p:nvSpPr>
        <p:spPr>
          <a:xfrm>
            <a:off x="-1085967" y="2415873"/>
            <a:ext cx="159657" cy="159657"/>
          </a:xfrm>
          <a:prstGeom prst="rect">
            <a:avLst/>
          </a:prstGeom>
          <a:solidFill>
            <a:srgbClr val="424D5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0" name="Rectangle 119"/>
          <p:cNvSpPr/>
          <p:nvPr userDrawn="1"/>
        </p:nvSpPr>
        <p:spPr>
          <a:xfrm>
            <a:off x="-893645" y="2415873"/>
            <a:ext cx="159657" cy="159657"/>
          </a:xfrm>
          <a:prstGeom prst="rect">
            <a:avLst/>
          </a:prstGeom>
          <a:solidFill>
            <a:srgbClr val="848A9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1" name="Rectangle 120"/>
          <p:cNvSpPr/>
          <p:nvPr userDrawn="1"/>
        </p:nvSpPr>
        <p:spPr>
          <a:xfrm>
            <a:off x="-704962" y="2415873"/>
            <a:ext cx="159657" cy="159657"/>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2" name="Rectangle 121"/>
          <p:cNvSpPr/>
          <p:nvPr userDrawn="1"/>
        </p:nvSpPr>
        <p:spPr>
          <a:xfrm>
            <a:off x="-512640" y="2415873"/>
            <a:ext cx="159657" cy="159657"/>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3" name="Rectangle 122"/>
          <p:cNvSpPr/>
          <p:nvPr userDrawn="1"/>
        </p:nvSpPr>
        <p:spPr>
          <a:xfrm>
            <a:off x="-320318" y="2415873"/>
            <a:ext cx="159657" cy="159657"/>
          </a:xfrm>
          <a:prstGeom prst="rect">
            <a:avLst/>
          </a:prstGeom>
          <a:solidFill>
            <a:srgbClr val="F3F3F3"/>
          </a:solidFill>
          <a:ln w="3175">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7" name="Rectangle 126"/>
          <p:cNvSpPr/>
          <p:nvPr userDrawn="1"/>
        </p:nvSpPr>
        <p:spPr>
          <a:xfrm>
            <a:off x="-704962" y="3203339"/>
            <a:ext cx="159657" cy="159657"/>
          </a:xfrm>
          <a:prstGeom prst="rect">
            <a:avLst/>
          </a:prstGeom>
          <a:solidFill>
            <a:srgbClr val="00DEE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8" name="Rectangle 127"/>
          <p:cNvSpPr/>
          <p:nvPr userDrawn="1"/>
        </p:nvSpPr>
        <p:spPr>
          <a:xfrm>
            <a:off x="-512640" y="3203339"/>
            <a:ext cx="159657" cy="159657"/>
          </a:xfrm>
          <a:prstGeom prst="rect">
            <a:avLst/>
          </a:prstGeom>
          <a:solidFill>
            <a:srgbClr val="15AAA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9" name="Rectangle 128"/>
          <p:cNvSpPr/>
          <p:nvPr userDrawn="1"/>
        </p:nvSpPr>
        <p:spPr>
          <a:xfrm>
            <a:off x="-320318" y="3203339"/>
            <a:ext cx="159657" cy="159657"/>
          </a:xfrm>
          <a:prstGeom prst="rect">
            <a:avLst/>
          </a:prstGeom>
          <a:solidFill>
            <a:srgbClr val="94F4E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0" name="Rectangle 129"/>
          <p:cNvSpPr/>
          <p:nvPr userDrawn="1"/>
        </p:nvSpPr>
        <p:spPr>
          <a:xfrm>
            <a:off x="-704962" y="3422392"/>
            <a:ext cx="159657" cy="159657"/>
          </a:xfrm>
          <a:prstGeom prst="rect">
            <a:avLst/>
          </a:prstGeom>
          <a:solidFill>
            <a:srgbClr val="1C33D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1" name="Rectangle 130"/>
          <p:cNvSpPr/>
          <p:nvPr userDrawn="1"/>
        </p:nvSpPr>
        <p:spPr>
          <a:xfrm>
            <a:off x="-512640" y="3422392"/>
            <a:ext cx="159657" cy="159657"/>
          </a:xfrm>
          <a:prstGeom prst="rect">
            <a:avLst/>
          </a:prstGeom>
          <a:solidFill>
            <a:srgbClr val="161AB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2" name="Rectangle 131"/>
          <p:cNvSpPr/>
          <p:nvPr userDrawn="1"/>
        </p:nvSpPr>
        <p:spPr>
          <a:xfrm>
            <a:off x="-320318" y="3422392"/>
            <a:ext cx="159657" cy="159657"/>
          </a:xfrm>
          <a:prstGeom prst="rect">
            <a:avLst/>
          </a:prstGeom>
          <a:solidFill>
            <a:srgbClr val="2155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6" name="Pladsholder til tekst 5"/>
          <p:cNvSpPr txBox="1">
            <a:spLocks/>
          </p:cNvSpPr>
          <p:nvPr userDrawn="1"/>
        </p:nvSpPr>
        <p:spPr>
          <a:xfrm>
            <a:off x="-1599663" y="2937870"/>
            <a:ext cx="1509707" cy="246221"/>
          </a:xfrm>
          <a:prstGeom prst="rect">
            <a:avLst/>
          </a:prstGeom>
        </p:spPr>
        <p:txBody>
          <a:bodyPr wrap="square"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a:solidFill>
                  <a:schemeClr val="tx2"/>
                </a:solidFill>
              </a:rPr>
              <a:t>Secondary colors</a:t>
            </a:r>
          </a:p>
        </p:txBody>
      </p:sp>
      <p:sp>
        <p:nvSpPr>
          <p:cNvPr id="137" name="Pladsholder til tekst 5"/>
          <p:cNvSpPr txBox="1">
            <a:spLocks/>
          </p:cNvSpPr>
          <p:nvPr userDrawn="1"/>
        </p:nvSpPr>
        <p:spPr>
          <a:xfrm>
            <a:off x="-1651522" y="2205045"/>
            <a:ext cx="1509707" cy="144000"/>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Primary colors</a:t>
            </a:r>
          </a:p>
        </p:txBody>
      </p:sp>
      <p:sp>
        <p:nvSpPr>
          <p:cNvPr id="138" name="Pladsholder til tekst 5"/>
          <p:cNvSpPr txBox="1">
            <a:spLocks/>
          </p:cNvSpPr>
          <p:nvPr userDrawn="1"/>
        </p:nvSpPr>
        <p:spPr>
          <a:xfrm>
            <a:off x="-1673295" y="1408508"/>
            <a:ext cx="1509707" cy="153888"/>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Main PowerPoint colors</a:t>
            </a:r>
          </a:p>
        </p:txBody>
      </p:sp>
      <p:sp>
        <p:nvSpPr>
          <p:cNvPr id="139"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0"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1"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2"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3"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4"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5"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6"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7"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nvGrpSpPr>
          <p:cNvPr id="88" name="Gruppe 87"/>
          <p:cNvGrpSpPr>
            <a:grpSpLocks noChangeAspect="1"/>
          </p:cNvGrpSpPr>
          <p:nvPr userDrawn="1"/>
        </p:nvGrpSpPr>
        <p:grpSpPr>
          <a:xfrm>
            <a:off x="10343104" y="6422579"/>
            <a:ext cx="1176854" cy="202504"/>
            <a:chOff x="10056795" y="6368350"/>
            <a:chExt cx="1454739" cy="250316"/>
          </a:xfrm>
          <a:solidFill>
            <a:schemeClr val="tx1"/>
          </a:solidFill>
        </p:grpSpPr>
        <p:sp>
          <p:nvSpPr>
            <p:cNvPr id="8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empower - DO NOT DELETE!!!" hidden="1"/>
          <p:cNvSpPr/>
          <p:nvPr userDrawn="1">
            <p:custDataLst>
              <p:tags r:id="rId22"/>
            </p:custDataLst>
          </p:nvPr>
        </p:nvSpPr>
        <p:spPr>
          <a:xfrm>
            <a:off x="0" y="0"/>
            <a:ext cx="0" cy="0"/>
          </a:xfrm>
          <a:prstGeom prst="ellips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5" name="Gruppe 4"/>
          <p:cNvGrpSpPr/>
          <p:nvPr userDrawn="1"/>
        </p:nvGrpSpPr>
        <p:grpSpPr>
          <a:xfrm>
            <a:off x="12334834" y="1623484"/>
            <a:ext cx="1712825" cy="400391"/>
            <a:chOff x="12334834" y="1623484"/>
            <a:chExt cx="1712825" cy="400391"/>
          </a:xfrm>
        </p:grpSpPr>
        <p:sp>
          <p:nvSpPr>
            <p:cNvPr id="94"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5"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6"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7"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8"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9"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0"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1"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2"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nvGrpSpPr>
            <p:cNvPr id="103" name="Gruppe 102"/>
            <p:cNvGrpSpPr/>
            <p:nvPr userDrawn="1"/>
          </p:nvGrpSpPr>
          <p:grpSpPr>
            <a:xfrm>
              <a:off x="12334834" y="1864218"/>
              <a:ext cx="1691861" cy="159657"/>
              <a:chOff x="-1700122" y="1775884"/>
              <a:chExt cx="1691861" cy="159657"/>
            </a:xfrm>
            <a:solidFill>
              <a:srgbClr val="E6E6E6"/>
            </a:solidFill>
          </p:grpSpPr>
          <p:sp>
            <p:nvSpPr>
              <p:cNvPr id="104" name="Rectangle 105"/>
              <p:cNvSpPr/>
              <p:nvPr userDrawn="1"/>
            </p:nvSpPr>
            <p:spPr>
              <a:xfrm>
                <a:off x="-170012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5" name="Rectangle 109"/>
              <p:cNvSpPr/>
              <p:nvPr userDrawn="1"/>
            </p:nvSpPr>
            <p:spPr>
              <a:xfrm>
                <a:off x="-1510533"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7" name="Rectangle 110"/>
              <p:cNvSpPr/>
              <p:nvPr userDrawn="1"/>
            </p:nvSpPr>
            <p:spPr>
              <a:xfrm>
                <a:off x="-1318211"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8" name="Rectangle 111"/>
              <p:cNvSpPr/>
              <p:nvPr userDrawn="1"/>
            </p:nvSpPr>
            <p:spPr>
              <a:xfrm>
                <a:off x="-1125889"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9" name="Rectangle 112"/>
              <p:cNvSpPr/>
              <p:nvPr userDrawn="1"/>
            </p:nvSpPr>
            <p:spPr>
              <a:xfrm>
                <a:off x="-933567"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4" name="Rectangle 113"/>
              <p:cNvSpPr/>
              <p:nvPr userDrawn="1"/>
            </p:nvSpPr>
            <p:spPr>
              <a:xfrm>
                <a:off x="-741245"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5" name="Rectangle 114"/>
              <p:cNvSpPr/>
              <p:nvPr userDrawn="1"/>
            </p:nvSpPr>
            <p:spPr>
              <a:xfrm>
                <a:off x="-55256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6" name="Rectangle 115"/>
              <p:cNvSpPr/>
              <p:nvPr userDrawn="1"/>
            </p:nvSpPr>
            <p:spPr>
              <a:xfrm>
                <a:off x="-360240"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3" name="Rectangle 116"/>
              <p:cNvSpPr/>
              <p:nvPr userDrawn="1"/>
            </p:nvSpPr>
            <p:spPr>
              <a:xfrm>
                <a:off x="-167918"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grpSp>
    </p:spTree>
  </p:cSld>
  <p:clrMap bg1="lt1" tx1="dk1" bg2="lt2" tx2="dk2" accent1="accent1" accent2="accent2" accent3="accent3" accent4="accent4" accent5="accent5" accent6="accent6" hlink="hlink" folHlink="folHlink"/>
  <p:sldLayoutIdLst>
    <p:sldLayoutId id="2147483755" r:id="rId1"/>
    <p:sldLayoutId id="2147483744" r:id="rId2"/>
    <p:sldLayoutId id="2147483727" r:id="rId3"/>
    <p:sldLayoutId id="2147483725" r:id="rId4"/>
    <p:sldLayoutId id="2147483742" r:id="rId5"/>
    <p:sldLayoutId id="2147483747" r:id="rId6"/>
    <p:sldLayoutId id="2147483701"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706" r:id="rId20"/>
  </p:sldLayoutIdLst>
  <p:hf hdr="0" ftr="0" dt="0"/>
  <p:txStyles>
    <p:title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p:titleStyle>
    <p:body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tx1"/>
          </a:solidFill>
          <a:latin typeface="+mj-lt"/>
          <a:ea typeface="Calibri" panose="020F0502020204030204" pitchFamily="34" charset="0"/>
          <a:cs typeface="Calibri" panose="020F0502020204030204" pitchFamily="34" charset="0"/>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tx1"/>
          </a:solidFill>
          <a:latin typeface="+mj-lt"/>
          <a:ea typeface="Calibri" panose="020F0502020204030204" pitchFamily="34" charset="0"/>
          <a:cs typeface="Calibri" panose="020F0502020204030204" pitchFamily="34" charset="0"/>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dirty="0" smtClean="0">
          <a:solidFill>
            <a:schemeClr val="tx1"/>
          </a:solidFill>
          <a:latin typeface="+mj-lt"/>
          <a:ea typeface="Calibri" panose="020F0502020204030204" pitchFamily="34" charset="0"/>
          <a:cs typeface="Calibri" panose="020F0502020204030204" pitchFamily="34" charset="0"/>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accent2"/>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99" userDrawn="1">
          <p15:clr>
            <a:srgbClr val="F26B43"/>
          </p15:clr>
        </p15:guide>
        <p15:guide id="2" pos="7257" userDrawn="1">
          <p15:clr>
            <a:srgbClr val="F26B43"/>
          </p15:clr>
        </p15:guide>
        <p15:guide id="3" pos="423" userDrawn="1">
          <p15:clr>
            <a:srgbClr val="F26B43"/>
          </p15:clr>
        </p15:guide>
        <p15:guide id="4" pos="896" userDrawn="1">
          <p15:clr>
            <a:srgbClr val="A4A3A4"/>
          </p15:clr>
        </p15:guide>
        <p15:guide id="5" pos="1001" userDrawn="1">
          <p15:clr>
            <a:srgbClr val="A4A3A4"/>
          </p15:clr>
        </p15:guide>
        <p15:guide id="6" pos="1475" userDrawn="1">
          <p15:clr>
            <a:srgbClr val="A4A3A4"/>
          </p15:clr>
        </p15:guide>
        <p15:guide id="7" pos="1579" userDrawn="1">
          <p15:clr>
            <a:srgbClr val="A4A3A4"/>
          </p15:clr>
        </p15:guide>
        <p15:guide id="8" pos="2048" userDrawn="1">
          <p15:clr>
            <a:srgbClr val="A4A3A4"/>
          </p15:clr>
        </p15:guide>
        <p15:guide id="9" pos="2156" userDrawn="1">
          <p15:clr>
            <a:srgbClr val="A4A3A4"/>
          </p15:clr>
        </p15:guide>
        <p15:guide id="10" pos="2631" userDrawn="1">
          <p15:clr>
            <a:srgbClr val="A4A3A4"/>
          </p15:clr>
        </p15:guide>
        <p15:guide id="11" pos="2735" userDrawn="1">
          <p15:clr>
            <a:srgbClr val="A4A3A4"/>
          </p15:clr>
        </p15:guide>
        <p15:guide id="12" pos="3209" userDrawn="1">
          <p15:clr>
            <a:srgbClr val="A4A3A4"/>
          </p15:clr>
        </p15:guide>
        <p15:guide id="13" pos="3314" userDrawn="1">
          <p15:clr>
            <a:srgbClr val="A4A3A4"/>
          </p15:clr>
        </p15:guide>
        <p15:guide id="14" pos="3795" userDrawn="1">
          <p15:clr>
            <a:srgbClr val="A4A3A4"/>
          </p15:clr>
        </p15:guide>
        <p15:guide id="15" pos="3892" userDrawn="1">
          <p15:clr>
            <a:srgbClr val="A4A3A4"/>
          </p15:clr>
        </p15:guide>
        <p15:guide id="16" pos="4365" userDrawn="1">
          <p15:clr>
            <a:srgbClr val="A4A3A4"/>
          </p15:clr>
        </p15:guide>
        <p15:guide id="17" pos="4470" userDrawn="1">
          <p15:clr>
            <a:srgbClr val="A4A3A4"/>
          </p15:clr>
        </p15:guide>
        <p15:guide id="18" pos="4944" userDrawn="1">
          <p15:clr>
            <a:srgbClr val="A4A3A4"/>
          </p15:clr>
        </p15:guide>
        <p15:guide id="19" pos="5048" userDrawn="1">
          <p15:clr>
            <a:srgbClr val="A4A3A4"/>
          </p15:clr>
        </p15:guide>
        <p15:guide id="20" pos="5523" userDrawn="1">
          <p15:clr>
            <a:srgbClr val="A4A3A4"/>
          </p15:clr>
        </p15:guide>
        <p15:guide id="21" pos="5627" userDrawn="1">
          <p15:clr>
            <a:srgbClr val="A4A3A4"/>
          </p15:clr>
        </p15:guide>
        <p15:guide id="22" pos="6100" userDrawn="1">
          <p15:clr>
            <a:srgbClr val="A4A3A4"/>
          </p15:clr>
        </p15:guide>
        <p15:guide id="23" pos="6205" userDrawn="1">
          <p15:clr>
            <a:srgbClr val="A4A3A4"/>
          </p15:clr>
        </p15:guide>
        <p15:guide id="24" pos="6677" userDrawn="1">
          <p15:clr>
            <a:srgbClr val="A4A3A4"/>
          </p15:clr>
        </p15:guide>
        <p15:guide id="25" pos="6783" userDrawn="1">
          <p15:clr>
            <a:srgbClr val="A4A3A4"/>
          </p15:clr>
        </p15:guide>
        <p15:guide id="26" orient="horz" pos="423" userDrawn="1">
          <p15:clr>
            <a:srgbClr val="A4A3A4"/>
          </p15:clr>
        </p15:guide>
        <p15:guide id="27" orient="horz" pos="919" userDrawn="1">
          <p15:clr>
            <a:srgbClr val="A4A3A4"/>
          </p15:clr>
        </p15:guide>
        <p15:guide id="28" orient="horz" pos="1021" userDrawn="1">
          <p15:clr>
            <a:srgbClr val="F26B43"/>
          </p15:clr>
        </p15:guide>
        <p15:guide id="29" orient="horz" pos="604" userDrawn="1">
          <p15:clr>
            <a:srgbClr val="A4A3A4"/>
          </p15:clr>
        </p15:guide>
        <p15:guide id="30" orient="horz" pos="1415" userDrawn="1">
          <p15:clr>
            <a:srgbClr val="A4A3A4"/>
          </p15:clr>
        </p15:guide>
        <p15:guide id="31" orient="horz" pos="1520" userDrawn="1">
          <p15:clr>
            <a:srgbClr val="A4A3A4"/>
          </p15:clr>
        </p15:guide>
        <p15:guide id="32" orient="horz" pos="1911" userDrawn="1">
          <p15:clr>
            <a:srgbClr val="A4A3A4"/>
          </p15:clr>
        </p15:guide>
        <p15:guide id="33" orient="horz" pos="2016" userDrawn="1">
          <p15:clr>
            <a:srgbClr val="A4A3A4"/>
          </p15:clr>
        </p15:guide>
        <p15:guide id="34" orient="horz" pos="2408" userDrawn="1">
          <p15:clr>
            <a:srgbClr val="A4A3A4"/>
          </p15:clr>
        </p15:guide>
        <p15:guide id="35" orient="horz" pos="2513" userDrawn="1">
          <p15:clr>
            <a:srgbClr val="A4A3A4"/>
          </p15:clr>
        </p15:guide>
        <p15:guide id="36" orient="horz" pos="2904" userDrawn="1">
          <p15:clr>
            <a:srgbClr val="A4A3A4"/>
          </p15:clr>
        </p15:guide>
        <p15:guide id="37" orient="horz" pos="3009" userDrawn="1">
          <p15:clr>
            <a:srgbClr val="A4A3A4"/>
          </p15:clr>
        </p15:guide>
        <p15:guide id="38" orient="horz" pos="3400" userDrawn="1">
          <p15:clr>
            <a:srgbClr val="A4A3A4"/>
          </p15:clr>
        </p15:guide>
        <p15:guide id="39" orient="horz" pos="3505"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d-okhrimenko/CSharpForTestAutomationMaterials.git" TargetMode="External"/><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FD03D9-3736-4F8E-8DD6-53FCA8540A34}"/>
              </a:ext>
            </a:extLst>
          </p:cNvPr>
          <p:cNvSpPr>
            <a:spLocks noGrp="1"/>
          </p:cNvSpPr>
          <p:nvPr>
            <p:ph type="body" sz="quarter" idx="14"/>
          </p:nvPr>
        </p:nvSpPr>
        <p:spPr/>
        <p:txBody>
          <a:bodyPr/>
          <a:lstStyle/>
          <a:p>
            <a:r>
              <a:rPr lang="en-US">
                <a:cs typeface="Calibri"/>
              </a:rPr>
              <a:t>C# for test automation</a:t>
            </a:r>
            <a:endParaRPr lang="en-US"/>
          </a:p>
        </p:txBody>
      </p:sp>
      <p:sp>
        <p:nvSpPr>
          <p:cNvPr id="3" name="Text Placeholder 2">
            <a:extLst>
              <a:ext uri="{FF2B5EF4-FFF2-40B4-BE49-F238E27FC236}">
                <a16:creationId xmlns:a16="http://schemas.microsoft.com/office/drawing/2014/main" id="{EA5CBAAD-7DBF-4465-9940-43EA34DC9B30}"/>
              </a:ext>
            </a:extLst>
          </p:cNvPr>
          <p:cNvSpPr>
            <a:spLocks noGrp="1"/>
          </p:cNvSpPr>
          <p:nvPr>
            <p:ph type="body" sz="quarter" idx="15"/>
          </p:nvPr>
        </p:nvSpPr>
        <p:spPr/>
        <p:txBody>
          <a:bodyPr/>
          <a:lstStyle/>
          <a:p>
            <a:r>
              <a:rPr lang="en-US"/>
              <a:t>Conditional executions</a:t>
            </a:r>
          </a:p>
        </p:txBody>
      </p:sp>
      <p:sp>
        <p:nvSpPr>
          <p:cNvPr id="4" name="Text Placeholder 3">
            <a:extLst>
              <a:ext uri="{FF2B5EF4-FFF2-40B4-BE49-F238E27FC236}">
                <a16:creationId xmlns:a16="http://schemas.microsoft.com/office/drawing/2014/main" id="{8E7F5F5C-0999-480D-8350-018919C9436E}"/>
              </a:ext>
            </a:extLst>
          </p:cNvPr>
          <p:cNvSpPr>
            <a:spLocks noGrp="1"/>
          </p:cNvSpPr>
          <p:nvPr>
            <p:ph type="body" sz="quarter" idx="16"/>
          </p:nvPr>
        </p:nvSpPr>
        <p:spPr/>
        <p:txBody>
          <a:bodyPr/>
          <a:lstStyle/>
          <a:p>
            <a:endParaRPr lang="en-US"/>
          </a:p>
        </p:txBody>
      </p:sp>
      <p:sp>
        <p:nvSpPr>
          <p:cNvPr id="5" name="Text Placeholder 4">
            <a:extLst>
              <a:ext uri="{FF2B5EF4-FFF2-40B4-BE49-F238E27FC236}">
                <a16:creationId xmlns:a16="http://schemas.microsoft.com/office/drawing/2014/main" id="{3F26BBC0-55E0-4EA1-B967-6CE1D18774D8}"/>
              </a:ext>
            </a:extLst>
          </p:cNvPr>
          <p:cNvSpPr>
            <a:spLocks noGrp="1"/>
          </p:cNvSpPr>
          <p:nvPr>
            <p:ph type="body" sz="quarter" idx="17"/>
          </p:nvPr>
        </p:nvSpPr>
        <p:spPr/>
        <p:txBody>
          <a:bodyPr vert="horz" lIns="0" tIns="0" rIns="0" bIns="0" rtlCol="0" anchor="t">
            <a:noAutofit/>
          </a:bodyPr>
          <a:lstStyle/>
          <a:p>
            <a:r>
              <a:rPr lang="en-US">
                <a:ea typeface="ＭＳ Ｐゴシック"/>
              </a:rPr>
              <a:t>Module 7</a:t>
            </a:r>
            <a:endParaRPr lang="en-US"/>
          </a:p>
        </p:txBody>
      </p:sp>
    </p:spTree>
    <p:extLst>
      <p:ext uri="{BB962C8B-B14F-4D97-AF65-F5344CB8AC3E}">
        <p14:creationId xmlns:p14="http://schemas.microsoft.com/office/powerpoint/2010/main" val="525279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492A8-63A1-45F4-8E7D-0E7F88C1FCBA}"/>
              </a:ext>
            </a:extLst>
          </p:cNvPr>
          <p:cNvSpPr>
            <a:spLocks noGrp="1"/>
          </p:cNvSpPr>
          <p:nvPr>
            <p:ph type="title"/>
          </p:nvPr>
        </p:nvSpPr>
        <p:spPr/>
        <p:txBody>
          <a:bodyPr/>
          <a:lstStyle/>
          <a:p>
            <a:r>
              <a:rPr lang="en-US"/>
              <a:t>Agenda</a:t>
            </a:r>
          </a:p>
        </p:txBody>
      </p:sp>
      <p:sp>
        <p:nvSpPr>
          <p:cNvPr id="3" name="Slide Number Placeholder 2">
            <a:extLst>
              <a:ext uri="{FF2B5EF4-FFF2-40B4-BE49-F238E27FC236}">
                <a16:creationId xmlns:a16="http://schemas.microsoft.com/office/drawing/2014/main" id="{0101D0C3-8F4F-4384-8F2C-FB7CB0574D9D}"/>
              </a:ext>
            </a:extLst>
          </p:cNvPr>
          <p:cNvSpPr>
            <a:spLocks noGrp="1"/>
          </p:cNvSpPr>
          <p:nvPr>
            <p:ph type="sldNum" sz="quarter" idx="11"/>
          </p:nvPr>
        </p:nvSpPr>
        <p:spPr/>
        <p:txBody>
          <a:bodyPr/>
          <a:lstStyle/>
          <a:p>
            <a:fld id="{E16BA917-7F09-4B8D-AF07-F52890C14046}" type="slidenum">
              <a:rPr lang="da-DK" smtClean="0"/>
              <a:pPr/>
              <a:t>2</a:t>
            </a:fld>
            <a:endParaRPr lang="da-DK"/>
          </a:p>
        </p:txBody>
      </p:sp>
      <p:sp>
        <p:nvSpPr>
          <p:cNvPr id="4" name="Text Placeholder 3">
            <a:extLst>
              <a:ext uri="{FF2B5EF4-FFF2-40B4-BE49-F238E27FC236}">
                <a16:creationId xmlns:a16="http://schemas.microsoft.com/office/drawing/2014/main" id="{2A69F279-8777-45EE-ADF8-C7A2C9C8293A}"/>
              </a:ext>
            </a:extLst>
          </p:cNvPr>
          <p:cNvSpPr>
            <a:spLocks noGrp="1"/>
          </p:cNvSpPr>
          <p:nvPr>
            <p:ph type="body" sz="quarter" idx="17"/>
          </p:nvPr>
        </p:nvSpPr>
        <p:spPr/>
        <p:txBody>
          <a:bodyPr/>
          <a:lstStyle/>
          <a:p>
            <a:endParaRPr lang="en-US"/>
          </a:p>
        </p:txBody>
      </p:sp>
      <p:sp>
        <p:nvSpPr>
          <p:cNvPr id="5" name="TextBox 4">
            <a:extLst>
              <a:ext uri="{FF2B5EF4-FFF2-40B4-BE49-F238E27FC236}">
                <a16:creationId xmlns:a16="http://schemas.microsoft.com/office/drawing/2014/main" id="{67E8D471-BA5C-4AAC-A2C9-82DB42DEB307}"/>
              </a:ext>
            </a:extLst>
          </p:cNvPr>
          <p:cNvSpPr txBox="1"/>
          <p:nvPr/>
        </p:nvSpPr>
        <p:spPr>
          <a:xfrm>
            <a:off x="670985" y="1514272"/>
            <a:ext cx="9334252" cy="4441853"/>
          </a:xfrm>
          <a:prstGeom prst="rect">
            <a:avLst/>
          </a:prstGeom>
          <a:noFill/>
        </p:spPr>
        <p:txBody>
          <a:bodyPr wrap="none" lIns="0" tIns="0" rIns="0" bIns="0" rtlCol="0" anchor="t">
            <a:noAutofit/>
          </a:bodyPr>
          <a:lstStyle/>
          <a:p>
            <a:pPr marL="342900" indent="-342900" defTabSz="179388">
              <a:buClr>
                <a:srgbClr val="00DEE6"/>
              </a:buClr>
              <a:buFont typeface="Arial" panose="020B0604020202020204" pitchFamily="34" charset="0"/>
              <a:buAutoNum type="arabicPeriod"/>
            </a:pPr>
            <a:r>
              <a:rPr lang="en-US" sz="1600" dirty="0">
                <a:latin typeface="+mn-lt"/>
                <a:ea typeface="ＭＳ Ｐゴシック"/>
              </a:rPr>
              <a:t>What Are Statements?</a:t>
            </a:r>
          </a:p>
          <a:p>
            <a:pPr marL="342900" indent="-342900" defTabSz="179388">
              <a:buClr>
                <a:srgbClr val="00DEE6"/>
              </a:buClr>
              <a:buFont typeface="Arial" panose="020B0604020202020204" pitchFamily="34" charset="0"/>
              <a:buAutoNum type="arabicPeriod"/>
            </a:pPr>
            <a:r>
              <a:rPr lang="en-US" sz="1600" dirty="0">
                <a:latin typeface="+mn-lt"/>
                <a:ea typeface="ＭＳ Ｐゴシック"/>
              </a:rPr>
              <a:t>Flow-of-Control Statements</a:t>
            </a:r>
          </a:p>
          <a:p>
            <a:pPr marL="342900" indent="-342900" defTabSz="179388">
              <a:buClr>
                <a:srgbClr val="00DEE6"/>
              </a:buClr>
              <a:buFont typeface="Arial" panose="020B0604020202020204" pitchFamily="34" charset="0"/>
              <a:buAutoNum type="arabicPeriod"/>
            </a:pPr>
            <a:r>
              <a:rPr lang="en-US" sz="1600" dirty="0">
                <a:latin typeface="+mn-lt"/>
                <a:ea typeface="ＭＳ Ｐゴシック"/>
              </a:rPr>
              <a:t>The if statement</a:t>
            </a:r>
          </a:p>
          <a:p>
            <a:pPr marL="342900" indent="-342900" defTabSz="179388">
              <a:buClr>
                <a:srgbClr val="00DEE6"/>
              </a:buClr>
              <a:buFont typeface="Arial" panose="020B0604020202020204" pitchFamily="34" charset="0"/>
              <a:buAutoNum type="arabicPeriod"/>
            </a:pPr>
            <a:r>
              <a:rPr lang="en-US" sz="1600" dirty="0">
                <a:latin typeface="+mn-lt"/>
                <a:ea typeface="ＭＳ Ｐゴシック"/>
              </a:rPr>
              <a:t>Switch</a:t>
            </a:r>
          </a:p>
          <a:p>
            <a:pPr marL="342900" indent="-342900" defTabSz="179388">
              <a:buClr>
                <a:srgbClr val="00DEE6"/>
              </a:buClr>
              <a:buFont typeface="Arial" panose="020B0604020202020204" pitchFamily="34" charset="0"/>
              <a:buAutoNum type="arabicPeriod"/>
            </a:pPr>
            <a:r>
              <a:rPr lang="en-US" sz="1600" dirty="0">
                <a:latin typeface="+mn-lt"/>
                <a:ea typeface="ＭＳ Ｐゴシック"/>
              </a:rPr>
              <a:t>Loops. Overview</a:t>
            </a:r>
          </a:p>
          <a:p>
            <a:pPr marL="342900" indent="-342900" defTabSz="179388">
              <a:buClr>
                <a:srgbClr val="00DEE6"/>
              </a:buClr>
              <a:buFont typeface="Arial" panose="020B0604020202020204" pitchFamily="34" charset="0"/>
              <a:buAutoNum type="arabicPeriod"/>
            </a:pPr>
            <a:r>
              <a:rPr lang="en-US" sz="1600" dirty="0">
                <a:latin typeface="+mn-lt"/>
                <a:ea typeface="ＭＳ Ｐゴシック"/>
              </a:rPr>
              <a:t>The While, Do-while loop</a:t>
            </a:r>
          </a:p>
          <a:p>
            <a:pPr marL="342900" indent="-342900" defTabSz="179388">
              <a:buClr>
                <a:srgbClr val="00DEE6"/>
              </a:buClr>
              <a:buFont typeface="Arial" panose="020B0604020202020204" pitchFamily="34" charset="0"/>
              <a:buAutoNum type="arabicPeriod"/>
            </a:pPr>
            <a:r>
              <a:rPr lang="en-US" sz="1600" dirty="0">
                <a:latin typeface="+mn-lt"/>
                <a:ea typeface="ＭＳ Ｐゴシック"/>
              </a:rPr>
              <a:t>The For loop</a:t>
            </a:r>
          </a:p>
          <a:p>
            <a:pPr marL="342900" indent="-342900" defTabSz="179388">
              <a:buClr>
                <a:srgbClr val="00DEE6"/>
              </a:buClr>
              <a:buFont typeface="Arial" panose="020B0604020202020204" pitchFamily="34" charset="0"/>
              <a:buAutoNum type="arabicPeriod"/>
            </a:pPr>
            <a:r>
              <a:rPr lang="en-US" sz="1600" dirty="0">
                <a:latin typeface="+mn-lt"/>
                <a:ea typeface="ＭＳ Ｐゴシック"/>
              </a:rPr>
              <a:t>The For-each loop</a:t>
            </a:r>
          </a:p>
          <a:p>
            <a:pPr marL="342900" indent="-342900" defTabSz="179388">
              <a:buClr>
                <a:srgbClr val="00DEE6"/>
              </a:buClr>
              <a:buFont typeface="Arial" panose="020B0604020202020204" pitchFamily="34" charset="0"/>
              <a:buAutoNum type="arabicPeriod"/>
            </a:pPr>
            <a:r>
              <a:rPr lang="en-US" sz="1600" dirty="0">
                <a:latin typeface="+mn-lt"/>
                <a:ea typeface="ＭＳ Ｐゴシック"/>
              </a:rPr>
              <a:t>Practice 1</a:t>
            </a:r>
          </a:p>
          <a:p>
            <a:pPr marL="342900" indent="-342900" defTabSz="179388">
              <a:buClr>
                <a:srgbClr val="00DEE6"/>
              </a:buClr>
              <a:buFont typeface="Arial" panose="020B0604020202020204" pitchFamily="34" charset="0"/>
              <a:buAutoNum type="arabicPeriod"/>
            </a:pPr>
            <a:r>
              <a:rPr lang="en-US" sz="1600" i="1" dirty="0">
                <a:solidFill>
                  <a:schemeClr val="accent1">
                    <a:lumMod val="50000"/>
                  </a:schemeClr>
                </a:solidFill>
                <a:latin typeface="+mn-lt"/>
                <a:ea typeface="ＭＳ Ｐゴシック"/>
              </a:rPr>
              <a:t>Coffee break </a:t>
            </a:r>
          </a:p>
          <a:p>
            <a:pPr marL="342900" indent="-342900" defTabSz="179388">
              <a:buClr>
                <a:srgbClr val="00DEE6"/>
              </a:buClr>
              <a:buFont typeface="Arial" panose="020B0604020202020204" pitchFamily="34" charset="0"/>
              <a:buAutoNum type="arabicPeriod"/>
            </a:pPr>
            <a:r>
              <a:rPr lang="en-US" sz="1600" dirty="0">
                <a:latin typeface="+mn-lt"/>
                <a:ea typeface="ＭＳ Ｐゴシック"/>
              </a:rPr>
              <a:t>Continue keyword</a:t>
            </a:r>
          </a:p>
          <a:p>
            <a:pPr marL="342900" indent="-342900" defTabSz="179388">
              <a:buClr>
                <a:srgbClr val="00DEE6"/>
              </a:buClr>
              <a:buFont typeface="Arial" panose="020B0604020202020204" pitchFamily="34" charset="0"/>
              <a:buAutoNum type="arabicPeriod"/>
            </a:pPr>
            <a:r>
              <a:rPr lang="en-US" sz="1600" dirty="0">
                <a:latin typeface="+mn-lt"/>
                <a:ea typeface="ＭＳ Ｐゴシック"/>
              </a:rPr>
              <a:t>Practice 2</a:t>
            </a:r>
          </a:p>
          <a:p>
            <a:pPr marL="342900" indent="-342900" defTabSz="179388">
              <a:buClr>
                <a:srgbClr val="00DEE6"/>
              </a:buClr>
              <a:buFont typeface="Arial" panose="020B0604020202020204" pitchFamily="34" charset="0"/>
              <a:buAutoNum type="arabicPeriod"/>
            </a:pPr>
            <a:r>
              <a:rPr lang="en-US" sz="1600" dirty="0">
                <a:latin typeface="+mn-lt"/>
                <a:ea typeface="ＭＳ Ｐゴシック"/>
              </a:rPr>
              <a:t>Break keyword</a:t>
            </a:r>
          </a:p>
          <a:p>
            <a:pPr marL="342900" indent="-342900" defTabSz="179388">
              <a:buClr>
                <a:srgbClr val="00DEE6"/>
              </a:buClr>
              <a:buFont typeface="Arial" panose="020B0604020202020204" pitchFamily="34" charset="0"/>
              <a:buAutoNum type="arabicPeriod"/>
            </a:pPr>
            <a:r>
              <a:rPr lang="en-US" sz="1600" dirty="0">
                <a:latin typeface="+mn-lt"/>
                <a:ea typeface="ＭＳ Ｐゴシック"/>
              </a:rPr>
              <a:t>Practice 3</a:t>
            </a:r>
          </a:p>
          <a:p>
            <a:pPr marL="342900" indent="-342900" defTabSz="179388">
              <a:buClr>
                <a:srgbClr val="00DEE6"/>
              </a:buClr>
              <a:buFont typeface="Arial" panose="020B0604020202020204" pitchFamily="34" charset="0"/>
              <a:buAutoNum type="arabicPeriod"/>
            </a:pPr>
            <a:r>
              <a:rPr lang="en-US" sz="1600" i="1" dirty="0">
                <a:solidFill>
                  <a:schemeClr val="accent1">
                    <a:lumMod val="50000"/>
                  </a:schemeClr>
                </a:solidFill>
                <a:latin typeface="+mn-lt"/>
                <a:ea typeface="ＭＳ Ｐゴシック"/>
              </a:rPr>
              <a:t>Lunch</a:t>
            </a:r>
            <a:endParaRPr lang="en-US" sz="1600" i="1" dirty="0">
              <a:solidFill>
                <a:schemeClr val="accent1">
                  <a:lumMod val="50000"/>
                </a:schemeClr>
              </a:solidFill>
              <a:latin typeface="+mn-lt"/>
            </a:endParaRPr>
          </a:p>
          <a:p>
            <a:pPr marL="342900" indent="-342900" defTabSz="179388">
              <a:buClr>
                <a:srgbClr val="00DEE6"/>
              </a:buClr>
              <a:buAutoNum type="arabicPeriod"/>
            </a:pPr>
            <a:r>
              <a:rPr lang="en-US" sz="1600" dirty="0">
                <a:latin typeface="+mn-lt"/>
                <a:ea typeface="ＭＳ Ｐゴシック"/>
              </a:rPr>
              <a:t>Jump statements</a:t>
            </a:r>
          </a:p>
          <a:p>
            <a:pPr marL="342900" indent="-342900" defTabSz="179388">
              <a:buClr>
                <a:srgbClr val="00DEE6"/>
              </a:buClr>
              <a:buFont typeface="Arial" panose="020B0604020202020204" pitchFamily="34" charset="0"/>
              <a:buAutoNum type="arabicPeriod"/>
            </a:pPr>
            <a:r>
              <a:rPr lang="en-US" sz="1600" dirty="0">
                <a:latin typeface="+mn-lt"/>
                <a:ea typeface="ＭＳ Ｐゴシック"/>
              </a:rPr>
              <a:t>Practice 4</a:t>
            </a:r>
          </a:p>
          <a:p>
            <a:pPr defTabSz="179388">
              <a:buClr>
                <a:srgbClr val="00DEE6"/>
              </a:buClr>
            </a:pPr>
            <a:endParaRPr lang="en-US" sz="1600" i="1" dirty="0">
              <a:solidFill>
                <a:schemeClr val="accent1">
                  <a:lumMod val="50000"/>
                </a:schemeClr>
              </a:solidFill>
              <a:latin typeface="+mn-lt"/>
            </a:endParaRPr>
          </a:p>
          <a:p>
            <a:pPr marL="342900" indent="-342900" defTabSz="179388">
              <a:buClr>
                <a:srgbClr val="00DEE6"/>
              </a:buClr>
              <a:buFont typeface="Arial" panose="020B0604020202020204" pitchFamily="34" charset="0"/>
              <a:buAutoNum type="arabicPeriod"/>
            </a:pPr>
            <a:endParaRPr lang="en-US" sz="1600">
              <a:solidFill>
                <a:srgbClr val="000000"/>
              </a:solidFill>
              <a:latin typeface="+mn-lt"/>
            </a:endParaRPr>
          </a:p>
          <a:p>
            <a:pPr marL="342900" indent="-342900" defTabSz="179388">
              <a:buClr>
                <a:srgbClr val="00DEE6"/>
              </a:buClr>
              <a:buFont typeface="Arial" panose="020B0604020202020204" pitchFamily="34" charset="0"/>
              <a:buAutoNum type="arabicPeriod"/>
            </a:pPr>
            <a:endParaRPr lang="en-US" sz="1600">
              <a:latin typeface="+mn-lt"/>
            </a:endParaRPr>
          </a:p>
        </p:txBody>
      </p:sp>
    </p:spTree>
    <p:extLst>
      <p:ext uri="{BB962C8B-B14F-4D97-AF65-F5344CB8AC3E}">
        <p14:creationId xmlns:p14="http://schemas.microsoft.com/office/powerpoint/2010/main" val="738792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562429" y="668337"/>
            <a:ext cx="10850033" cy="402384"/>
          </a:xfrm>
        </p:spPr>
        <p:txBody>
          <a:bodyPr/>
          <a:lstStyle/>
          <a:p>
            <a:r>
              <a:rPr lang="en-US"/>
              <a:t>What Are Statements?</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562429" y="-390930"/>
            <a:ext cx="10878759" cy="1052738"/>
          </a:xfrm>
        </p:spPr>
        <p:txBody>
          <a:bodyPr/>
          <a:lstStyle/>
          <a:p>
            <a:r>
              <a:rPr lang="en-US" dirty="0">
                <a:ea typeface="ＭＳ Ｐゴシック"/>
              </a:rPr>
              <a:t>StatementS</a:t>
            </a:r>
            <a:endParaRPr lang="da-DK" dirty="0">
              <a:ea typeface="ＭＳ Ｐゴシック"/>
            </a:endParaRP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394138" y="1070721"/>
            <a:ext cx="10945589" cy="5651840"/>
          </a:xfrm>
        </p:spPr>
        <p:txBody>
          <a:bodyPr vert="horz" lIns="0" tIns="0" rIns="0" bIns="0" rtlCol="0" anchor="t">
            <a:normAutofit/>
          </a:bodyPr>
          <a:lstStyle/>
          <a:p>
            <a:pPr marL="0" indent="0">
              <a:spcBef>
                <a:spcPts val="0"/>
              </a:spcBef>
              <a:spcAft>
                <a:spcPts val="600"/>
              </a:spcAft>
              <a:buNone/>
            </a:pPr>
            <a:r>
              <a:rPr lang="en-US" b="0" i="0">
                <a:solidFill>
                  <a:srgbClr val="171717"/>
                </a:solidFill>
                <a:effectLst/>
                <a:latin typeface="Segoe UI"/>
                <a:cs typeface="Calibri"/>
              </a:rPr>
              <a:t>The actions that a program takes are expressed in statements. Common actions include declaring variables, assigning values, calling methods, looping through collections, and branching to one or another block of code</a:t>
            </a:r>
            <a:endParaRPr lang="en-US">
              <a:latin typeface="Segoe UI"/>
              <a:cs typeface="Calibri"/>
            </a:endParaRPr>
          </a:p>
          <a:p>
            <a:pPr marL="379095" lvl="1">
              <a:spcAft>
                <a:spcPts val="600"/>
              </a:spcAft>
            </a:pPr>
            <a:r>
              <a:rPr lang="en-US" b="0" i="0">
                <a:solidFill>
                  <a:schemeClr val="accent2"/>
                </a:solidFill>
                <a:effectLst/>
                <a:latin typeface="Arial"/>
                <a:cs typeface="Calibri"/>
              </a:rPr>
              <a:t>Declaration statements</a:t>
            </a:r>
            <a:r>
              <a:rPr lang="en-US" b="0" i="0">
                <a:solidFill>
                  <a:srgbClr val="000000"/>
                </a:solidFill>
                <a:effectLst/>
                <a:latin typeface="Arial"/>
                <a:cs typeface="Calibri"/>
              </a:rPr>
              <a:t>: Statements that declare types or variable</a:t>
            </a:r>
            <a:r>
              <a:rPr lang="en-US">
                <a:solidFill>
                  <a:srgbClr val="000000"/>
                </a:solidFill>
                <a:latin typeface="Arial"/>
                <a:cs typeface="Calibri"/>
              </a:rPr>
              <a:t> </a:t>
            </a:r>
            <a:endParaRPr lang="en-US" b="0" i="0">
              <a:solidFill>
                <a:srgbClr val="000000"/>
              </a:solidFill>
              <a:effectLst/>
              <a:latin typeface="Arial" panose="020B0604020202020204" pitchFamily="34" charset="0"/>
            </a:endParaRPr>
          </a:p>
          <a:p>
            <a:pPr marL="198120" lvl="1" indent="0">
              <a:spcAft>
                <a:spcPts val="600"/>
              </a:spcAft>
              <a:buNone/>
            </a:pPr>
            <a:r>
              <a:rPr lang="en-US" b="0" i="0">
                <a:solidFill>
                  <a:srgbClr val="008000"/>
                </a:solidFill>
                <a:effectLst/>
                <a:latin typeface="SFMono-Regular"/>
                <a:cs typeface="Calibri"/>
              </a:rPr>
              <a:t>// Variable declaration statements.</a:t>
            </a:r>
            <a:r>
              <a:rPr lang="en-US" b="0" i="0">
                <a:solidFill>
                  <a:srgbClr val="171717"/>
                </a:solidFill>
                <a:effectLst/>
                <a:latin typeface="SFMono-Regular"/>
                <a:cs typeface="Calibri"/>
              </a:rPr>
              <a:t> </a:t>
            </a:r>
            <a:r>
              <a:rPr lang="en-US" b="0" i="0">
                <a:solidFill>
                  <a:srgbClr val="0101FD"/>
                </a:solidFill>
                <a:effectLst/>
                <a:latin typeface="SFMono-Regular"/>
                <a:cs typeface="Calibri"/>
              </a:rPr>
              <a:t>double</a:t>
            </a:r>
            <a:r>
              <a:rPr lang="en-US" b="0" i="0">
                <a:solidFill>
                  <a:srgbClr val="171717"/>
                </a:solidFill>
                <a:effectLst/>
                <a:latin typeface="SFMono-Regular"/>
                <a:cs typeface="Calibri"/>
              </a:rPr>
              <a:t> area; </a:t>
            </a:r>
            <a:r>
              <a:rPr lang="en-US" b="0" i="0">
                <a:solidFill>
                  <a:srgbClr val="0101FD"/>
                </a:solidFill>
                <a:effectLst/>
                <a:latin typeface="SFMono-Regular"/>
                <a:cs typeface="Calibri"/>
              </a:rPr>
              <a:t>double</a:t>
            </a:r>
            <a:r>
              <a:rPr lang="en-US" b="0" i="0">
                <a:solidFill>
                  <a:srgbClr val="171717"/>
                </a:solidFill>
                <a:effectLst/>
                <a:latin typeface="SFMono-Regular"/>
                <a:cs typeface="Calibri"/>
              </a:rPr>
              <a:t> radius = 2;</a:t>
            </a:r>
            <a:endParaRPr lang="en-US" b="0" i="0">
              <a:solidFill>
                <a:srgbClr val="000000"/>
              </a:solidFill>
              <a:effectLst/>
              <a:latin typeface="Arial" panose="020B0604020202020204" pitchFamily="34" charset="0"/>
              <a:cs typeface="Calibri"/>
            </a:endParaRPr>
          </a:p>
          <a:p>
            <a:pPr marL="379095" lvl="1">
              <a:spcAft>
                <a:spcPts val="600"/>
              </a:spcAft>
            </a:pPr>
            <a:r>
              <a:rPr lang="en-US">
                <a:solidFill>
                  <a:schemeClr val="accent2"/>
                </a:solidFill>
                <a:latin typeface="Arial"/>
                <a:cs typeface="Calibri"/>
              </a:rPr>
              <a:t>Expression statements</a:t>
            </a:r>
            <a:r>
              <a:rPr lang="en-US" b="0" i="0">
                <a:solidFill>
                  <a:srgbClr val="000000"/>
                </a:solidFill>
                <a:effectLst/>
                <a:latin typeface="Arial"/>
                <a:cs typeface="Calibri"/>
              </a:rPr>
              <a:t>	: </a:t>
            </a:r>
            <a:r>
              <a:rPr lang="en-US" b="0" i="0">
                <a:solidFill>
                  <a:srgbClr val="171717"/>
                </a:solidFill>
                <a:effectLst/>
                <a:latin typeface="Segoe UI"/>
                <a:cs typeface="Calibri"/>
              </a:rPr>
              <a:t>Expression statements that calculate a value must store the value in a variable.</a:t>
            </a:r>
          </a:p>
          <a:p>
            <a:pPr marL="198120" lvl="1" indent="0">
              <a:spcAft>
                <a:spcPts val="600"/>
              </a:spcAft>
              <a:buNone/>
            </a:pPr>
            <a:r>
              <a:rPr lang="en-US" b="0" i="0">
                <a:solidFill>
                  <a:srgbClr val="008000"/>
                </a:solidFill>
                <a:effectLst/>
                <a:latin typeface="SFMono-Regular"/>
                <a:cs typeface="Calibri"/>
              </a:rPr>
              <a:t>// Expression statement (assignment).</a:t>
            </a:r>
            <a:r>
              <a:rPr lang="en-US" b="0" i="0">
                <a:solidFill>
                  <a:srgbClr val="171717"/>
                </a:solidFill>
                <a:effectLst/>
                <a:latin typeface="SFMono-Regular"/>
                <a:cs typeface="Calibri"/>
              </a:rPr>
              <a:t> area = 3.14 * (radius * radius);</a:t>
            </a:r>
            <a:r>
              <a:rPr lang="en-US">
                <a:solidFill>
                  <a:srgbClr val="171717"/>
                </a:solidFill>
                <a:latin typeface="SFMono-Regular"/>
                <a:cs typeface="Calibri"/>
              </a:rPr>
              <a:t> </a:t>
            </a:r>
            <a:endParaRPr lang="en-US" b="0" i="0">
              <a:solidFill>
                <a:srgbClr val="171717"/>
              </a:solidFill>
              <a:effectLst/>
              <a:latin typeface="SFMono-Regular"/>
            </a:endParaRPr>
          </a:p>
          <a:p>
            <a:pPr marL="198120" lvl="1" indent="0">
              <a:spcAft>
                <a:spcPts val="600"/>
              </a:spcAft>
              <a:buNone/>
            </a:pPr>
            <a:r>
              <a:rPr lang="en-US" b="0" i="0">
                <a:solidFill>
                  <a:srgbClr val="008000"/>
                </a:solidFill>
                <a:effectLst/>
                <a:latin typeface="SFMono-Regular"/>
                <a:cs typeface="Calibri"/>
              </a:rPr>
              <a:t>// Expression statement (method invocation).</a:t>
            </a:r>
            <a:r>
              <a:rPr lang="en-US" b="0" i="0">
                <a:solidFill>
                  <a:srgbClr val="171717"/>
                </a:solidFill>
                <a:effectLst/>
                <a:latin typeface="SFMono-Regular"/>
                <a:cs typeface="Calibri"/>
              </a:rPr>
              <a:t> </a:t>
            </a:r>
            <a:r>
              <a:rPr lang="en-US" b="0" i="0" err="1">
                <a:solidFill>
                  <a:srgbClr val="171717"/>
                </a:solidFill>
                <a:effectLst/>
                <a:latin typeface="SFMono-Regular"/>
                <a:cs typeface="Calibri"/>
              </a:rPr>
              <a:t>System.Console.WriteLine</a:t>
            </a:r>
            <a:r>
              <a:rPr lang="en-US" b="0" i="0">
                <a:solidFill>
                  <a:srgbClr val="171717"/>
                </a:solidFill>
                <a:effectLst/>
                <a:latin typeface="SFMono-Regular"/>
                <a:cs typeface="Calibri"/>
              </a:rPr>
              <a:t>();</a:t>
            </a:r>
            <a:r>
              <a:rPr lang="en-US">
                <a:solidFill>
                  <a:srgbClr val="171717"/>
                </a:solidFill>
                <a:latin typeface="SFMono-Regular"/>
                <a:cs typeface="Calibri"/>
              </a:rPr>
              <a:t> </a:t>
            </a:r>
            <a:endParaRPr lang="en-US" b="0" i="0">
              <a:solidFill>
                <a:srgbClr val="171717"/>
              </a:solidFill>
              <a:effectLst/>
              <a:latin typeface="SFMono-Regular"/>
            </a:endParaRPr>
          </a:p>
          <a:p>
            <a:pPr marL="198120" lvl="1" indent="0">
              <a:spcAft>
                <a:spcPts val="600"/>
              </a:spcAft>
              <a:buNone/>
            </a:pPr>
            <a:r>
              <a:rPr lang="en-US" b="0" i="0">
                <a:solidFill>
                  <a:srgbClr val="008000"/>
                </a:solidFill>
                <a:effectLst/>
                <a:latin typeface="SFMono-Regular"/>
                <a:cs typeface="Calibri"/>
              </a:rPr>
              <a:t>// Expression statement (new object creation</a:t>
            </a:r>
            <a:r>
              <a:rPr lang="en-US" sz="1200" b="0" i="0">
                <a:solidFill>
                  <a:srgbClr val="008000"/>
                </a:solidFill>
                <a:effectLst/>
                <a:latin typeface="SFMono-Regular"/>
                <a:cs typeface="Calibri"/>
              </a:rPr>
              <a:t>).</a:t>
            </a:r>
            <a:r>
              <a:rPr lang="en-US" sz="1200" b="0" i="0">
                <a:solidFill>
                  <a:srgbClr val="171717"/>
                </a:solidFill>
                <a:effectLst/>
                <a:latin typeface="SFMono-Regular"/>
                <a:cs typeface="Calibri"/>
              </a:rPr>
              <a:t> </a:t>
            </a:r>
            <a:r>
              <a:rPr lang="en-US" sz="1200">
                <a:solidFill>
                  <a:srgbClr val="171717"/>
                </a:solidFill>
                <a:latin typeface="SFMono-Regular"/>
                <a:cs typeface="Calibri"/>
              </a:rPr>
              <a:t> List</a:t>
            </a:r>
            <a:r>
              <a:rPr lang="en-US" sz="1200" b="0" i="0">
                <a:solidFill>
                  <a:srgbClr val="171717"/>
                </a:solidFill>
                <a:effectLst/>
                <a:latin typeface="SFMono-Regular"/>
                <a:cs typeface="Calibri"/>
              </a:rPr>
              <a:t>&lt;</a:t>
            </a:r>
            <a:r>
              <a:rPr lang="en-US" sz="1200" b="0" i="0">
                <a:solidFill>
                  <a:srgbClr val="0101FD"/>
                </a:solidFill>
                <a:effectLst/>
                <a:latin typeface="SFMono-Regular"/>
                <a:cs typeface="Calibri"/>
              </a:rPr>
              <a:t>string</a:t>
            </a:r>
            <a:r>
              <a:rPr lang="en-US" sz="1200" b="0" i="0">
                <a:solidFill>
                  <a:srgbClr val="171717"/>
                </a:solidFill>
                <a:effectLst/>
                <a:latin typeface="SFMono-Regular"/>
                <a:cs typeface="Calibri"/>
              </a:rPr>
              <a:t>&gt; strings = </a:t>
            </a:r>
            <a:r>
              <a:rPr lang="en-US" sz="1200" b="0" i="0">
                <a:solidFill>
                  <a:srgbClr val="0101FD"/>
                </a:solidFill>
                <a:effectLst/>
                <a:latin typeface="SFMono-Regular"/>
                <a:cs typeface="Calibri"/>
              </a:rPr>
              <a:t>new </a:t>
            </a:r>
            <a:r>
              <a:rPr lang="en-US" sz="1200" b="0" i="0">
                <a:solidFill>
                  <a:srgbClr val="171717"/>
                </a:solidFill>
                <a:effectLst/>
                <a:latin typeface="SFMono-Regular"/>
                <a:cs typeface="Calibri"/>
              </a:rPr>
              <a:t>List&lt;</a:t>
            </a:r>
            <a:r>
              <a:rPr lang="en-US" sz="1200" b="0" i="0">
                <a:solidFill>
                  <a:srgbClr val="0101FD"/>
                </a:solidFill>
                <a:effectLst/>
                <a:latin typeface="SFMono-Regular"/>
                <a:cs typeface="Calibri"/>
              </a:rPr>
              <a:t>string</a:t>
            </a:r>
            <a:r>
              <a:rPr lang="en-US" sz="1200" b="0" i="0">
                <a:solidFill>
                  <a:srgbClr val="171717"/>
                </a:solidFill>
                <a:effectLst/>
                <a:latin typeface="SFMono-Regular"/>
                <a:cs typeface="Calibri"/>
              </a:rPr>
              <a:t>&gt;();</a:t>
            </a:r>
            <a:endParaRPr lang="en-US" sz="1200" b="0" i="0">
              <a:solidFill>
                <a:srgbClr val="000000"/>
              </a:solidFill>
              <a:effectLst/>
              <a:latin typeface="Arial" panose="020B0604020202020204" pitchFamily="34" charset="0"/>
              <a:cs typeface="Calibri"/>
            </a:endParaRPr>
          </a:p>
          <a:p>
            <a:pPr marL="379095" lvl="1">
              <a:spcAft>
                <a:spcPts val="600"/>
              </a:spcAft>
            </a:pPr>
            <a:r>
              <a:rPr lang="en-US" b="0" i="0">
                <a:solidFill>
                  <a:schemeClr val="accent2"/>
                </a:solidFill>
                <a:effectLst/>
                <a:latin typeface="Arial"/>
                <a:cs typeface="Calibri"/>
              </a:rPr>
              <a:t>Embedded statements</a:t>
            </a:r>
            <a:r>
              <a:rPr lang="en-US" b="0" i="0">
                <a:solidFill>
                  <a:srgbClr val="000000"/>
                </a:solidFill>
                <a:effectLst/>
                <a:latin typeface="Arial"/>
                <a:cs typeface="Calibri"/>
              </a:rPr>
              <a:t>: Statements that perform actions or manage flow of control</a:t>
            </a:r>
          </a:p>
          <a:p>
            <a:pPr marL="198120" lvl="1" indent="0">
              <a:spcAft>
                <a:spcPts val="600"/>
              </a:spcAft>
              <a:buNone/>
            </a:pPr>
            <a:r>
              <a:rPr lang="en-US" b="0" i="0">
                <a:solidFill>
                  <a:srgbClr val="008000"/>
                </a:solidFill>
                <a:effectLst/>
                <a:latin typeface="SFMono-Regular"/>
                <a:cs typeface="Calibri"/>
              </a:rPr>
              <a:t>// Recommended style. Embedded statement in block.</a:t>
            </a:r>
            <a:r>
              <a:rPr lang="en-US">
                <a:solidFill>
                  <a:srgbClr val="171717"/>
                </a:solidFill>
                <a:latin typeface="SFMono-Regular"/>
                <a:cs typeface="Calibri"/>
              </a:rPr>
              <a:t> </a:t>
            </a:r>
            <a:endParaRPr lang="en-US" b="0" i="0">
              <a:solidFill>
                <a:srgbClr val="171717"/>
              </a:solidFill>
              <a:effectLst/>
              <a:latin typeface="SFMono-Regular"/>
            </a:endParaRPr>
          </a:p>
          <a:p>
            <a:pPr marL="198120" lvl="1" indent="0">
              <a:spcAft>
                <a:spcPts val="600"/>
              </a:spcAft>
              <a:buNone/>
            </a:pPr>
            <a:r>
              <a:rPr lang="en-US" b="0" i="0">
                <a:solidFill>
                  <a:srgbClr val="0101FD"/>
                </a:solidFill>
                <a:effectLst/>
                <a:latin typeface="SFMono-Regular"/>
                <a:cs typeface="Calibri"/>
              </a:rPr>
              <a:t>foreach</a:t>
            </a:r>
            <a:r>
              <a:rPr lang="en-US" b="0" i="0">
                <a:solidFill>
                  <a:srgbClr val="171717"/>
                </a:solidFill>
                <a:effectLst/>
                <a:latin typeface="SFMono-Regular"/>
                <a:cs typeface="Calibri"/>
              </a:rPr>
              <a:t> (</a:t>
            </a:r>
            <a:r>
              <a:rPr lang="en-US" b="0" i="0">
                <a:solidFill>
                  <a:srgbClr val="0101FD"/>
                </a:solidFill>
                <a:effectLst/>
                <a:latin typeface="SFMono-Regular"/>
                <a:cs typeface="Calibri"/>
              </a:rPr>
              <a:t>string</a:t>
            </a:r>
            <a:r>
              <a:rPr lang="en-US" b="0" i="0">
                <a:solidFill>
                  <a:srgbClr val="171717"/>
                </a:solidFill>
                <a:effectLst/>
                <a:latin typeface="SFMono-Regular"/>
                <a:cs typeface="Calibri"/>
              </a:rPr>
              <a:t> s </a:t>
            </a:r>
            <a:r>
              <a:rPr lang="en-US" b="0" i="0">
                <a:solidFill>
                  <a:srgbClr val="0101FD"/>
                </a:solidFill>
                <a:effectLst/>
                <a:latin typeface="SFMono-Regular"/>
                <a:cs typeface="Calibri"/>
              </a:rPr>
              <a:t>in</a:t>
            </a:r>
            <a:r>
              <a:rPr lang="en-US">
                <a:solidFill>
                  <a:srgbClr val="171717"/>
                </a:solidFill>
                <a:latin typeface="SFMono-Regular"/>
                <a:cs typeface="Calibri"/>
              </a:rPr>
              <a:t> strings</a:t>
            </a:r>
            <a:r>
              <a:rPr lang="en-US" b="0" i="0">
                <a:solidFill>
                  <a:srgbClr val="171717"/>
                </a:solidFill>
                <a:effectLst/>
                <a:latin typeface="SFMono-Regular"/>
                <a:cs typeface="Calibri"/>
              </a:rPr>
              <a:t>)</a:t>
            </a:r>
          </a:p>
          <a:p>
            <a:pPr marL="198120" lvl="1" indent="0">
              <a:spcAft>
                <a:spcPts val="600"/>
              </a:spcAft>
              <a:buNone/>
            </a:pPr>
            <a:r>
              <a:rPr lang="en-US">
                <a:solidFill>
                  <a:srgbClr val="171717"/>
                </a:solidFill>
                <a:latin typeface="SFMono-Regular"/>
                <a:cs typeface="Calibri"/>
              </a:rPr>
              <a:t> </a:t>
            </a:r>
            <a:r>
              <a:rPr lang="en-US" b="0" i="0">
                <a:solidFill>
                  <a:srgbClr val="171717"/>
                </a:solidFill>
                <a:effectLst/>
                <a:latin typeface="SFMono-Regular"/>
                <a:cs typeface="Calibri"/>
              </a:rPr>
              <a:t>{ </a:t>
            </a:r>
            <a:r>
              <a:rPr lang="en-US" b="0" i="0" err="1">
                <a:solidFill>
                  <a:srgbClr val="171717"/>
                </a:solidFill>
                <a:effectLst/>
                <a:latin typeface="SFMono-Regular"/>
                <a:cs typeface="Calibri"/>
              </a:rPr>
              <a:t>System.Console.WriteLine</a:t>
            </a:r>
            <a:r>
              <a:rPr lang="en-US" b="0" i="0">
                <a:solidFill>
                  <a:srgbClr val="171717"/>
                </a:solidFill>
                <a:effectLst/>
                <a:latin typeface="SFMono-Regular"/>
                <a:cs typeface="Calibri"/>
              </a:rPr>
              <a:t>(s); }</a:t>
            </a:r>
            <a:endParaRPr lang="en-US" b="0" i="0">
              <a:solidFill>
                <a:srgbClr val="000000"/>
              </a:solidFill>
              <a:effectLst/>
              <a:latin typeface="Arial" panose="020B0604020202020204" pitchFamily="34" charset="0"/>
              <a:cs typeface="Calibri"/>
            </a:endParaRPr>
          </a:p>
          <a:p>
            <a:pPr marL="379095" lvl="1">
              <a:spcAft>
                <a:spcPts val="600"/>
              </a:spcAft>
              <a:buSzPct val="100000"/>
            </a:pPr>
            <a:r>
              <a:rPr lang="en-US" b="0" i="0">
                <a:solidFill>
                  <a:schemeClr val="accent2"/>
                </a:solidFill>
                <a:effectLst/>
                <a:latin typeface="Arial"/>
                <a:cs typeface="Calibri"/>
              </a:rPr>
              <a:t>Labeled statements</a:t>
            </a:r>
            <a:r>
              <a:rPr lang="en-US" b="0" i="0">
                <a:solidFill>
                  <a:srgbClr val="000000"/>
                </a:solidFill>
                <a:effectLst/>
                <a:latin typeface="Arial"/>
                <a:cs typeface="Calibri"/>
              </a:rPr>
              <a:t>: Statements to which control can jump</a:t>
            </a:r>
            <a:br>
              <a:rPr lang="en-US" b="0" i="0">
                <a:solidFill>
                  <a:srgbClr val="000000"/>
                </a:solidFill>
                <a:effectLst/>
                <a:latin typeface="Arial"/>
                <a:cs typeface="Calibri"/>
              </a:rPr>
            </a:br>
            <a:br>
              <a:rPr lang="en-US">
                <a:solidFill>
                  <a:srgbClr val="000000"/>
                </a:solidFill>
                <a:latin typeface="Arial"/>
                <a:cs typeface="Calibri"/>
              </a:rPr>
            </a:br>
            <a:br>
              <a:rPr lang="en-US" b="0" i="0">
                <a:effectLst/>
                <a:latin typeface="Arial" panose="020B0604020202020204" pitchFamily="34" charset="0"/>
              </a:rPr>
            </a:br>
            <a:br>
              <a:rPr lang="en-US">
                <a:latin typeface="Arial"/>
                <a:cs typeface="Calibri"/>
              </a:rPr>
            </a:br>
            <a:r>
              <a:rPr lang="en-US">
                <a:solidFill>
                  <a:srgbClr val="000000"/>
                </a:solidFill>
                <a:latin typeface="Arial"/>
                <a:cs typeface="Calibri"/>
              </a:rPr>
              <a:t>         </a:t>
            </a:r>
            <a:endParaRPr lang="en-US" b="0" i="0">
              <a:solidFill>
                <a:srgbClr val="000000"/>
              </a:solidFill>
              <a:effectLst/>
              <a:latin typeface="Arial" panose="020B0604020202020204" pitchFamily="34" charset="0"/>
            </a:endParaRPr>
          </a:p>
          <a:p>
            <a:pPr marL="198438" lvl="1" indent="0">
              <a:spcAft>
                <a:spcPts val="600"/>
              </a:spcAft>
              <a:buNone/>
            </a:pPr>
            <a:endParaRPr lang="da-DK"/>
          </a:p>
        </p:txBody>
      </p:sp>
      <p:pic>
        <p:nvPicPr>
          <p:cNvPr id="9" name="Picture 8" descr="Text&#10;&#10;Description automatically generated">
            <a:extLst>
              <a:ext uri="{FF2B5EF4-FFF2-40B4-BE49-F238E27FC236}">
                <a16:creationId xmlns:a16="http://schemas.microsoft.com/office/drawing/2014/main" id="{DD8EF488-FA11-4378-8F5C-6F19FBB0F6DB}"/>
              </a:ext>
            </a:extLst>
          </p:cNvPr>
          <p:cNvPicPr>
            <a:picLocks noChangeAspect="1"/>
          </p:cNvPicPr>
          <p:nvPr/>
        </p:nvPicPr>
        <p:blipFill>
          <a:blip r:embed="rId3"/>
          <a:stretch>
            <a:fillRect/>
          </a:stretch>
        </p:blipFill>
        <p:spPr>
          <a:xfrm>
            <a:off x="482815" y="5448300"/>
            <a:ext cx="2055433" cy="1211968"/>
          </a:xfrm>
          <a:prstGeom prst="rect">
            <a:avLst/>
          </a:prstGeom>
        </p:spPr>
      </p:pic>
    </p:spTree>
    <p:extLst>
      <p:ext uri="{BB962C8B-B14F-4D97-AF65-F5344CB8AC3E}">
        <p14:creationId xmlns:p14="http://schemas.microsoft.com/office/powerpoint/2010/main" val="416012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US"/>
              <a:t>Flow-of-Control Statements</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r>
              <a:rPr lang="en-US"/>
              <a:t>StatementS</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marL="0" indent="0">
              <a:spcBef>
                <a:spcPts val="0"/>
              </a:spcBef>
              <a:spcAft>
                <a:spcPts val="600"/>
              </a:spcAft>
              <a:buNone/>
            </a:pPr>
            <a:r>
              <a:rPr lang="en-US"/>
              <a:t>C# provides the flow-of-control constructs common to modern programming languages.</a:t>
            </a:r>
          </a:p>
          <a:p>
            <a:pPr lvl="1">
              <a:spcAft>
                <a:spcPts val="600"/>
              </a:spcAft>
            </a:pPr>
            <a:r>
              <a:rPr lang="en-US">
                <a:solidFill>
                  <a:schemeClr val="accent2"/>
                </a:solidFill>
              </a:rPr>
              <a:t>Conditional execution </a:t>
            </a:r>
            <a:r>
              <a:rPr lang="en-US"/>
              <a:t>executes or skips a section of code depending on a condition.</a:t>
            </a:r>
            <a:r>
              <a:rPr lang="ru-RU"/>
              <a:t> </a:t>
            </a:r>
            <a:r>
              <a:rPr lang="en-US"/>
              <a:t>The conditional execution statements are the following:</a:t>
            </a:r>
          </a:p>
          <a:p>
            <a:pPr lvl="2">
              <a:spcAft>
                <a:spcPts val="600"/>
              </a:spcAft>
            </a:pPr>
            <a:r>
              <a:rPr lang="en-US"/>
              <a:t>if, if...else, switch</a:t>
            </a:r>
          </a:p>
          <a:p>
            <a:pPr lvl="1">
              <a:spcAft>
                <a:spcPts val="600"/>
              </a:spcAft>
            </a:pPr>
            <a:r>
              <a:rPr lang="en-US">
                <a:solidFill>
                  <a:schemeClr val="accent2"/>
                </a:solidFill>
              </a:rPr>
              <a:t>Looping statements </a:t>
            </a:r>
            <a:r>
              <a:rPr lang="en-US"/>
              <a:t>repeatedly execute a section of code. The looping statements are</a:t>
            </a:r>
            <a:r>
              <a:rPr lang="ru-RU"/>
              <a:t> </a:t>
            </a:r>
            <a:r>
              <a:rPr lang="en-US"/>
              <a:t>the following:</a:t>
            </a:r>
          </a:p>
          <a:p>
            <a:pPr lvl="2">
              <a:spcAft>
                <a:spcPts val="600"/>
              </a:spcAft>
            </a:pPr>
            <a:r>
              <a:rPr lang="en-US"/>
              <a:t>while,</a:t>
            </a:r>
            <a:r>
              <a:rPr lang="en-GB"/>
              <a:t> </a:t>
            </a:r>
            <a:r>
              <a:rPr lang="en-US"/>
              <a:t>do, for, foreach</a:t>
            </a:r>
          </a:p>
          <a:p>
            <a:pPr lvl="1">
              <a:spcAft>
                <a:spcPts val="600"/>
              </a:spcAft>
            </a:pPr>
            <a:r>
              <a:rPr lang="en-US">
                <a:solidFill>
                  <a:schemeClr val="accent2"/>
                </a:solidFill>
              </a:rPr>
              <a:t>Jump statements </a:t>
            </a:r>
            <a:r>
              <a:rPr lang="en-US"/>
              <a:t>change the flow of control from one section of code to a specific</a:t>
            </a:r>
            <a:r>
              <a:rPr lang="ru-RU"/>
              <a:t> </a:t>
            </a:r>
            <a:r>
              <a:rPr lang="en-US"/>
              <a:t>statement in another section of code. The jump statements are the following:</a:t>
            </a:r>
          </a:p>
          <a:p>
            <a:pPr lvl="2">
              <a:spcAft>
                <a:spcPts val="600"/>
              </a:spcAft>
            </a:pPr>
            <a:r>
              <a:rPr lang="en-US"/>
              <a:t>break, continue, return, </a:t>
            </a:r>
            <a:r>
              <a:rPr lang="en-US" err="1"/>
              <a:t>goto</a:t>
            </a:r>
            <a:r>
              <a:rPr lang="en-US"/>
              <a:t>, throw</a:t>
            </a:r>
            <a:endParaRPr lang="da-DK"/>
          </a:p>
        </p:txBody>
      </p:sp>
    </p:spTree>
    <p:extLst>
      <p:ext uri="{BB962C8B-B14F-4D97-AF65-F5344CB8AC3E}">
        <p14:creationId xmlns:p14="http://schemas.microsoft.com/office/powerpoint/2010/main" val="4270017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BDFD8C-37FC-4B58-A975-2A1E114EDD15}"/>
              </a:ext>
            </a:extLst>
          </p:cNvPr>
          <p:cNvSpPr>
            <a:spLocks noGrp="1"/>
          </p:cNvSpPr>
          <p:nvPr>
            <p:ph type="sldNum" sz="quarter" idx="11"/>
          </p:nvPr>
        </p:nvSpPr>
        <p:spPr/>
        <p:txBody>
          <a:bodyPr/>
          <a:lstStyle/>
          <a:p>
            <a:fld id="{E16BA917-7F09-4B8D-AF07-F52890C14046}" type="slidenum">
              <a:rPr lang="da-DK" smtClean="0"/>
              <a:pPr/>
              <a:t>5</a:t>
            </a:fld>
            <a:endParaRPr lang="da-DK"/>
          </a:p>
        </p:txBody>
      </p:sp>
      <p:sp>
        <p:nvSpPr>
          <p:cNvPr id="4" name="Title 3">
            <a:extLst>
              <a:ext uri="{FF2B5EF4-FFF2-40B4-BE49-F238E27FC236}">
                <a16:creationId xmlns:a16="http://schemas.microsoft.com/office/drawing/2014/main" id="{D03BA1C6-FDD4-491C-B755-9F2EC25216AC}"/>
              </a:ext>
            </a:extLst>
          </p:cNvPr>
          <p:cNvSpPr>
            <a:spLocks noGrp="1"/>
          </p:cNvSpPr>
          <p:nvPr>
            <p:ph type="title"/>
          </p:nvPr>
        </p:nvSpPr>
        <p:spPr/>
        <p:txBody>
          <a:bodyPr/>
          <a:lstStyle/>
          <a:p>
            <a:r>
              <a:rPr lang="en-US"/>
              <a:t>Conditional executions</a:t>
            </a:r>
          </a:p>
        </p:txBody>
      </p:sp>
      <p:pic>
        <p:nvPicPr>
          <p:cNvPr id="7" name="Content Placeholder 6">
            <a:extLst>
              <a:ext uri="{FF2B5EF4-FFF2-40B4-BE49-F238E27FC236}">
                <a16:creationId xmlns:a16="http://schemas.microsoft.com/office/drawing/2014/main" id="{19B77AC3-00D1-4FF9-B952-7A062B92742F}"/>
              </a:ext>
            </a:extLst>
          </p:cNvPr>
          <p:cNvPicPr>
            <a:picLocks noGrp="1" noChangeAspect="1"/>
          </p:cNvPicPr>
          <p:nvPr>
            <p:ph sz="quarter" idx="19"/>
          </p:nvPr>
        </p:nvPicPr>
        <p:blipFill rotWithShape="1">
          <a:blip r:embed="rId3"/>
          <a:srcRect l="36213" t="50469" r="33417"/>
          <a:stretch/>
        </p:blipFill>
        <p:spPr>
          <a:xfrm>
            <a:off x="2541659" y="2910177"/>
            <a:ext cx="2210465" cy="2575908"/>
          </a:xfrm>
        </p:spPr>
      </p:pic>
      <p:sp>
        <p:nvSpPr>
          <p:cNvPr id="5" name="Text Placeholder 2">
            <a:extLst>
              <a:ext uri="{FF2B5EF4-FFF2-40B4-BE49-F238E27FC236}">
                <a16:creationId xmlns:a16="http://schemas.microsoft.com/office/drawing/2014/main" id="{08414A74-3C47-4644-8F1E-458AF6FB6683}"/>
              </a:ext>
            </a:extLst>
          </p:cNvPr>
          <p:cNvSpPr>
            <a:spLocks noGrp="1"/>
          </p:cNvSpPr>
          <p:nvPr>
            <p:ph type="body" sz="quarter" idx="17"/>
          </p:nvPr>
        </p:nvSpPr>
        <p:spPr>
          <a:xfrm>
            <a:off x="670985" y="1056000"/>
            <a:ext cx="10850033" cy="402384"/>
          </a:xfrm>
        </p:spPr>
        <p:txBody>
          <a:bodyPr/>
          <a:lstStyle/>
          <a:p>
            <a:r>
              <a:rPr lang="en-US"/>
              <a:t>The if statement</a:t>
            </a:r>
            <a:endParaRPr lang="da-DK"/>
          </a:p>
        </p:txBody>
      </p:sp>
      <p:sp>
        <p:nvSpPr>
          <p:cNvPr id="3" name="TextBox 2">
            <a:extLst>
              <a:ext uri="{FF2B5EF4-FFF2-40B4-BE49-F238E27FC236}">
                <a16:creationId xmlns:a16="http://schemas.microsoft.com/office/drawing/2014/main" id="{12512DD4-69F9-4815-8529-1127D11B2EE0}"/>
              </a:ext>
            </a:extLst>
          </p:cNvPr>
          <p:cNvSpPr txBox="1"/>
          <p:nvPr/>
        </p:nvSpPr>
        <p:spPr>
          <a:xfrm>
            <a:off x="649139" y="1637966"/>
            <a:ext cx="10499835" cy="4388345"/>
          </a:xfrm>
          <a:prstGeom prst="rect">
            <a:avLst/>
          </a:prstGeom>
          <a:noFill/>
        </p:spPr>
        <p:txBody>
          <a:bodyPr wrap="square" lIns="0" tIns="0" rIns="0" bIns="0" rtlCol="0">
            <a:noAutofit/>
          </a:bodyPr>
          <a:lstStyle/>
          <a:p>
            <a:pPr marL="0" indent="0" defTabSz="179388">
              <a:spcAft>
                <a:spcPts val="600"/>
              </a:spcAft>
              <a:buClr>
                <a:srgbClr val="00DEE6"/>
              </a:buClr>
              <a:buFont typeface="Arial" panose="020B0604020202020204" pitchFamily="34" charset="0"/>
              <a:buNone/>
            </a:pPr>
            <a:r>
              <a:rPr lang="en-GB" sz="1600">
                <a:latin typeface="+mn-lt"/>
              </a:rPr>
              <a:t>The </a:t>
            </a:r>
            <a:r>
              <a:rPr lang="en-GB" sz="1600">
                <a:latin typeface="Consolas" panose="020B0609020204030204" pitchFamily="49" charset="0"/>
              </a:rPr>
              <a:t>if</a:t>
            </a:r>
            <a:r>
              <a:rPr lang="en-GB" sz="1600">
                <a:latin typeface="+mn-lt"/>
              </a:rPr>
              <a:t> statement implements conditional execution. The syntax for the </a:t>
            </a:r>
            <a:r>
              <a:rPr lang="en-GB" sz="1600">
                <a:latin typeface="Consolas" panose="020B0609020204030204" pitchFamily="49" charset="0"/>
              </a:rPr>
              <a:t>if</a:t>
            </a:r>
            <a:r>
              <a:rPr lang="en-GB" sz="1600">
                <a:latin typeface="+mn-lt"/>
              </a:rPr>
              <a:t> statement is shown here:</a:t>
            </a:r>
          </a:p>
          <a:p>
            <a:pPr marL="895335" lvl="1" indent="-285750" defTabSz="179388">
              <a:spcAft>
                <a:spcPts val="600"/>
              </a:spcAft>
              <a:buClr>
                <a:srgbClr val="00DEE6"/>
              </a:buClr>
              <a:buFont typeface="Arial" panose="020B0604020202020204" pitchFamily="34" charset="0"/>
              <a:buChar char="•"/>
            </a:pPr>
            <a:r>
              <a:rPr lang="en-GB" sz="1600">
                <a:latin typeface="Consolas" panose="020B0609020204030204" pitchFamily="49" charset="0"/>
              </a:rPr>
              <a:t>TestExpr</a:t>
            </a:r>
            <a:r>
              <a:rPr lang="en-GB" sz="1600">
                <a:latin typeface="+mn-lt"/>
              </a:rPr>
              <a:t> must evaluate to a value of type bool</a:t>
            </a:r>
          </a:p>
          <a:p>
            <a:pPr marL="895335" lvl="1" indent="-285750" defTabSz="179388">
              <a:spcAft>
                <a:spcPts val="600"/>
              </a:spcAft>
              <a:buClr>
                <a:srgbClr val="00DEE6"/>
              </a:buClr>
              <a:buFont typeface="Arial" panose="020B0604020202020204" pitchFamily="34" charset="0"/>
              <a:buChar char="•"/>
            </a:pPr>
            <a:r>
              <a:rPr lang="en-GB" sz="1600">
                <a:latin typeface="+mn-lt"/>
              </a:rPr>
              <a:t>If </a:t>
            </a:r>
            <a:r>
              <a:rPr lang="en-GB" sz="1600">
                <a:latin typeface="Consolas" panose="020B0609020204030204" pitchFamily="49" charset="0"/>
              </a:rPr>
              <a:t>TestExpr</a:t>
            </a:r>
            <a:r>
              <a:rPr lang="en-GB" sz="1600">
                <a:latin typeface="+mn-lt"/>
              </a:rPr>
              <a:t> evaluates to true, </a:t>
            </a:r>
            <a:r>
              <a:rPr lang="en-GB" sz="1600">
                <a:latin typeface="Consolas" panose="020B0609020204030204" pitchFamily="49" charset="0"/>
              </a:rPr>
              <a:t>Statement</a:t>
            </a:r>
            <a:r>
              <a:rPr lang="en-GB" sz="1600">
                <a:latin typeface="+mn-lt"/>
              </a:rPr>
              <a:t> is executed</a:t>
            </a:r>
          </a:p>
          <a:p>
            <a:pPr marL="895335" lvl="1" indent="-285750" defTabSz="179388">
              <a:spcAft>
                <a:spcPts val="600"/>
              </a:spcAft>
              <a:buClr>
                <a:srgbClr val="00DEE6"/>
              </a:buClr>
              <a:buFont typeface="Arial" panose="020B0604020202020204" pitchFamily="34" charset="0"/>
              <a:buChar char="•"/>
            </a:pPr>
            <a:r>
              <a:rPr lang="en-GB" sz="1600">
                <a:latin typeface="+mn-lt"/>
              </a:rPr>
              <a:t>If it evaluates to false, </a:t>
            </a:r>
            <a:r>
              <a:rPr lang="en-GB" sz="1600">
                <a:latin typeface="Consolas" panose="020B0609020204030204" pitchFamily="49" charset="0"/>
              </a:rPr>
              <a:t>Statement</a:t>
            </a:r>
            <a:r>
              <a:rPr lang="en-GB" sz="1600">
                <a:latin typeface="+mn-lt"/>
              </a:rPr>
              <a:t> is skipped </a:t>
            </a:r>
          </a:p>
          <a:p>
            <a:pPr marL="0" indent="0" defTabSz="179388">
              <a:buClr>
                <a:srgbClr val="00DEE6"/>
              </a:buClr>
              <a:buFont typeface="Arial" panose="020B0604020202020204" pitchFamily="34" charset="0"/>
              <a:buNone/>
            </a:pPr>
            <a:endParaRPr lang="uk-UA" sz="1600">
              <a:latin typeface="+mn-lt"/>
            </a:endParaRPr>
          </a:p>
        </p:txBody>
      </p:sp>
      <p:sp>
        <p:nvSpPr>
          <p:cNvPr id="6" name="TextBox 5">
            <a:extLst>
              <a:ext uri="{FF2B5EF4-FFF2-40B4-BE49-F238E27FC236}">
                <a16:creationId xmlns:a16="http://schemas.microsoft.com/office/drawing/2014/main" id="{D480F345-D8D1-47F4-AE27-927DDB606F15}"/>
              </a:ext>
            </a:extLst>
          </p:cNvPr>
          <p:cNvSpPr txBox="1"/>
          <p:nvPr/>
        </p:nvSpPr>
        <p:spPr>
          <a:xfrm>
            <a:off x="5899056" y="2965837"/>
            <a:ext cx="4876375" cy="2949934"/>
          </a:xfrm>
          <a:prstGeom prst="rect">
            <a:avLst/>
          </a:prstGeom>
          <a:noFill/>
        </p:spPr>
        <p:txBody>
          <a:bodyPr wrap="square" lIns="0" tIns="0" rIns="0" bIns="0" rtlCol="0">
            <a:noAutofit/>
          </a:bodyPr>
          <a:lstStyle/>
          <a:p>
            <a:r>
              <a:rPr lang="en-US" sz="1200">
                <a:solidFill>
                  <a:srgbClr val="008000"/>
                </a:solidFill>
                <a:latin typeface="Consolas" panose="020B0609020204030204" pitchFamily="49" charset="0"/>
              </a:rPr>
              <a:t>// With a simple statement</a:t>
            </a:r>
            <a:endParaRPr lang="en-US" sz="1200">
              <a:solidFill>
                <a:srgbClr val="000000"/>
              </a:solidFill>
              <a:latin typeface="Consolas" panose="020B0609020204030204" pitchFamily="49" charset="0"/>
            </a:endParaRPr>
          </a:p>
          <a:p>
            <a:r>
              <a:rPr lang="en-US" sz="1200">
                <a:solidFill>
                  <a:srgbClr val="0000FF"/>
                </a:solidFill>
                <a:latin typeface="Consolas" panose="020B0609020204030204" pitchFamily="49" charset="0"/>
              </a:rPr>
              <a:t>if</a:t>
            </a:r>
            <a:r>
              <a:rPr lang="en-US" sz="1200">
                <a:solidFill>
                  <a:srgbClr val="000000"/>
                </a:solidFill>
                <a:latin typeface="Consolas" panose="020B0609020204030204" pitchFamily="49" charset="0"/>
              </a:rPr>
              <a:t> (x &lt;= 10)</a:t>
            </a:r>
          </a:p>
          <a:p>
            <a:r>
              <a:rPr lang="en-US" sz="1200">
                <a:solidFill>
                  <a:srgbClr val="000000"/>
                </a:solidFill>
                <a:latin typeface="Consolas" panose="020B0609020204030204" pitchFamily="49" charset="0"/>
              </a:rPr>
              <a:t>	z = x – 1; </a:t>
            </a:r>
            <a:r>
              <a:rPr lang="en-US" sz="1200">
                <a:solidFill>
                  <a:srgbClr val="008000"/>
                </a:solidFill>
                <a:latin typeface="Consolas" panose="020B0609020204030204" pitchFamily="49" charset="0"/>
              </a:rPr>
              <a:t>// Single statement--no curly braces needed</a:t>
            </a:r>
            <a:endParaRPr lang="en-US"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a:t>
            </a:r>
          </a:p>
          <a:p>
            <a:r>
              <a:rPr lang="en-US" sz="1200">
                <a:solidFill>
                  <a:srgbClr val="008000"/>
                </a:solidFill>
                <a:latin typeface="Consolas" panose="020B0609020204030204" pitchFamily="49" charset="0"/>
              </a:rPr>
              <a:t>// With a block</a:t>
            </a:r>
            <a:endParaRPr lang="en-US" sz="1200">
              <a:solidFill>
                <a:srgbClr val="000000"/>
              </a:solidFill>
              <a:latin typeface="Consolas" panose="020B0609020204030204" pitchFamily="49" charset="0"/>
            </a:endParaRPr>
          </a:p>
          <a:p>
            <a:r>
              <a:rPr lang="en-US" sz="1200">
                <a:solidFill>
                  <a:srgbClr val="0000FF"/>
                </a:solidFill>
                <a:latin typeface="Consolas" panose="020B0609020204030204" pitchFamily="49" charset="0"/>
              </a:rPr>
              <a:t>if</a:t>
            </a:r>
            <a:r>
              <a:rPr lang="en-US" sz="1200">
                <a:solidFill>
                  <a:srgbClr val="000000"/>
                </a:solidFill>
                <a:latin typeface="Consolas" panose="020B0609020204030204" pitchFamily="49" charset="0"/>
              </a:rPr>
              <a:t> (x &gt;= 20) {</a:t>
            </a:r>
          </a:p>
          <a:p>
            <a:r>
              <a:rPr lang="en-US" sz="1200">
                <a:solidFill>
                  <a:srgbClr val="000000"/>
                </a:solidFill>
                <a:latin typeface="Consolas" panose="020B0609020204030204" pitchFamily="49" charset="0"/>
              </a:rPr>
              <a:t>	x = x – 5; </a:t>
            </a:r>
            <a:r>
              <a:rPr lang="en-US" sz="1200">
                <a:solidFill>
                  <a:srgbClr val="008000"/>
                </a:solidFill>
                <a:latin typeface="Consolas" panose="020B0609020204030204" pitchFamily="49" charset="0"/>
              </a:rPr>
              <a:t>// Block--curly braces needed</a:t>
            </a:r>
            <a:endParaRPr lang="en-US"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y = x + z;</a:t>
            </a:r>
          </a:p>
          <a:p>
            <a:r>
              <a:rPr lang="en-US" sz="1200">
                <a:solidFill>
                  <a:srgbClr val="000000"/>
                </a:solidFill>
                <a:latin typeface="Consolas" panose="020B0609020204030204" pitchFamily="49" charset="0"/>
              </a:rPr>
              <a:t>}</a:t>
            </a:r>
          </a:p>
          <a:p>
            <a:endParaRPr lang="en-US" sz="1200">
              <a:solidFill>
                <a:srgbClr val="000000"/>
              </a:solidFill>
              <a:latin typeface="Consolas" panose="020B0609020204030204" pitchFamily="49" charset="0"/>
            </a:endParaRPr>
          </a:p>
          <a:p>
            <a:r>
              <a:rPr lang="en-US" sz="1200">
                <a:solidFill>
                  <a:srgbClr val="0000FF"/>
                </a:solidFill>
                <a:latin typeface="Consolas" panose="020B0609020204030204" pitchFamily="49" charset="0"/>
              </a:rPr>
              <a:t>int</a:t>
            </a:r>
            <a:r>
              <a:rPr lang="en-US" sz="1200">
                <a:solidFill>
                  <a:srgbClr val="000000"/>
                </a:solidFill>
                <a:latin typeface="Consolas" panose="020B0609020204030204" pitchFamily="49" charset="0"/>
              </a:rPr>
              <a:t> x = 5;</a:t>
            </a:r>
          </a:p>
          <a:p>
            <a:r>
              <a:rPr lang="en-US" sz="1200">
                <a:solidFill>
                  <a:srgbClr val="0000FF"/>
                </a:solidFill>
                <a:latin typeface="Consolas" panose="020B0609020204030204" pitchFamily="49" charset="0"/>
              </a:rPr>
              <a:t>if</a:t>
            </a:r>
            <a:r>
              <a:rPr lang="en-US" sz="1200">
                <a:solidFill>
                  <a:srgbClr val="000000"/>
                </a:solidFill>
                <a:latin typeface="Consolas" panose="020B0609020204030204" pitchFamily="49" charset="0"/>
              </a:rPr>
              <a:t> (x) </a:t>
            </a:r>
            <a:r>
              <a:rPr lang="en-US" sz="1200">
                <a:solidFill>
                  <a:srgbClr val="008000"/>
                </a:solidFill>
                <a:latin typeface="Consolas" panose="020B0609020204030204" pitchFamily="49" charset="0"/>
              </a:rPr>
              <a:t>// Error: test expression must be a bool, not int</a:t>
            </a:r>
            <a:endParaRPr lang="en-US"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a:t>
            </a:r>
          </a:p>
          <a:p>
            <a:r>
              <a:rPr lang="en-US" sz="1200">
                <a:solidFill>
                  <a:srgbClr val="000000"/>
                </a:solidFill>
                <a:latin typeface="Consolas" panose="020B0609020204030204" pitchFamily="49" charset="0"/>
              </a:rPr>
              <a:t> 	...</a:t>
            </a:r>
          </a:p>
          <a:p>
            <a:r>
              <a:rPr lang="en-US" sz="1200">
                <a:solidFill>
                  <a:srgbClr val="000000"/>
                </a:solidFill>
                <a:latin typeface="Consolas" panose="020B0609020204030204" pitchFamily="49" charset="0"/>
              </a:rPr>
              <a:t>}</a:t>
            </a:r>
            <a:endParaRPr lang="en-US" sz="1100">
              <a:latin typeface="+mn-lt"/>
            </a:endParaRPr>
          </a:p>
        </p:txBody>
      </p:sp>
    </p:spTree>
    <p:extLst>
      <p:ext uri="{BB962C8B-B14F-4D97-AF65-F5344CB8AC3E}">
        <p14:creationId xmlns:p14="http://schemas.microsoft.com/office/powerpoint/2010/main" val="1268684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C68BC6-504D-4E34-9599-A47A248DEEF0}"/>
              </a:ext>
            </a:extLst>
          </p:cNvPr>
          <p:cNvSpPr>
            <a:spLocks noGrp="1"/>
          </p:cNvSpPr>
          <p:nvPr>
            <p:ph type="sldNum" sz="quarter" idx="11"/>
          </p:nvPr>
        </p:nvSpPr>
        <p:spPr/>
        <p:txBody>
          <a:bodyPr/>
          <a:lstStyle/>
          <a:p>
            <a:fld id="{E16BA917-7F09-4B8D-AF07-F52890C14046}" type="slidenum">
              <a:rPr lang="da-DK" smtClean="0"/>
              <a:pPr/>
              <a:t>6</a:t>
            </a:fld>
            <a:endParaRPr lang="da-DK"/>
          </a:p>
        </p:txBody>
      </p:sp>
      <p:sp>
        <p:nvSpPr>
          <p:cNvPr id="4" name="Title 3">
            <a:extLst>
              <a:ext uri="{FF2B5EF4-FFF2-40B4-BE49-F238E27FC236}">
                <a16:creationId xmlns:a16="http://schemas.microsoft.com/office/drawing/2014/main" id="{98742BAE-E512-43A8-805D-B983709BDAED}"/>
              </a:ext>
            </a:extLst>
          </p:cNvPr>
          <p:cNvSpPr>
            <a:spLocks noGrp="1"/>
          </p:cNvSpPr>
          <p:nvPr>
            <p:ph type="title"/>
          </p:nvPr>
        </p:nvSpPr>
        <p:spPr/>
        <p:txBody>
          <a:bodyPr/>
          <a:lstStyle/>
          <a:p>
            <a:r>
              <a:rPr lang="en-US"/>
              <a:t>Conditional executions</a:t>
            </a:r>
            <a:endParaRPr lang="da-DK"/>
          </a:p>
        </p:txBody>
      </p:sp>
      <p:pic>
        <p:nvPicPr>
          <p:cNvPr id="7" name="Content Placeholder 6">
            <a:extLst>
              <a:ext uri="{FF2B5EF4-FFF2-40B4-BE49-F238E27FC236}">
                <a16:creationId xmlns:a16="http://schemas.microsoft.com/office/drawing/2014/main" id="{21560E9F-B762-487E-830D-D8F845A9E1EB}"/>
              </a:ext>
            </a:extLst>
          </p:cNvPr>
          <p:cNvPicPr>
            <a:picLocks noGrp="1" noChangeAspect="1"/>
          </p:cNvPicPr>
          <p:nvPr>
            <p:ph sz="quarter" idx="19"/>
          </p:nvPr>
        </p:nvPicPr>
        <p:blipFill rotWithShape="1">
          <a:blip r:embed="rId2"/>
          <a:srcRect l="31280" t="52709" r="29670" b="5786"/>
          <a:stretch/>
        </p:blipFill>
        <p:spPr>
          <a:xfrm>
            <a:off x="670985" y="2991089"/>
            <a:ext cx="3283889" cy="2419786"/>
          </a:xfrm>
        </p:spPr>
      </p:pic>
      <p:sp>
        <p:nvSpPr>
          <p:cNvPr id="5" name="Text Placeholder 2">
            <a:extLst>
              <a:ext uri="{FF2B5EF4-FFF2-40B4-BE49-F238E27FC236}">
                <a16:creationId xmlns:a16="http://schemas.microsoft.com/office/drawing/2014/main" id="{F2746D16-E31D-4ACA-B7E1-36A3C581A55B}"/>
              </a:ext>
            </a:extLst>
          </p:cNvPr>
          <p:cNvSpPr>
            <a:spLocks noGrp="1"/>
          </p:cNvSpPr>
          <p:nvPr>
            <p:ph type="body" sz="quarter" idx="17"/>
          </p:nvPr>
        </p:nvSpPr>
        <p:spPr>
          <a:xfrm>
            <a:off x="670985" y="1056000"/>
            <a:ext cx="10850033" cy="402384"/>
          </a:xfrm>
        </p:spPr>
        <p:txBody>
          <a:bodyPr/>
          <a:lstStyle/>
          <a:p>
            <a:r>
              <a:rPr lang="en-US"/>
              <a:t>If…else…</a:t>
            </a:r>
            <a:endParaRPr lang="da-DK"/>
          </a:p>
        </p:txBody>
      </p:sp>
      <p:sp>
        <p:nvSpPr>
          <p:cNvPr id="8" name="TextBox 7">
            <a:extLst>
              <a:ext uri="{FF2B5EF4-FFF2-40B4-BE49-F238E27FC236}">
                <a16:creationId xmlns:a16="http://schemas.microsoft.com/office/drawing/2014/main" id="{954BE8CC-AA7A-4D4F-8BE8-FFAC1E14C7FF}"/>
              </a:ext>
            </a:extLst>
          </p:cNvPr>
          <p:cNvSpPr txBox="1"/>
          <p:nvPr/>
        </p:nvSpPr>
        <p:spPr>
          <a:xfrm>
            <a:off x="649139" y="1636872"/>
            <a:ext cx="10670502" cy="1354217"/>
          </a:xfrm>
          <a:prstGeom prst="rect">
            <a:avLst/>
          </a:prstGeom>
          <a:noFill/>
        </p:spPr>
        <p:txBody>
          <a:bodyPr wrap="square">
            <a:spAutoFit/>
          </a:bodyPr>
          <a:lstStyle/>
          <a:p>
            <a:pPr marL="0" indent="0" defTabSz="179388">
              <a:spcAft>
                <a:spcPts val="600"/>
              </a:spcAft>
              <a:buClr>
                <a:srgbClr val="00DEE6"/>
              </a:buClr>
              <a:buFont typeface="Arial" panose="020B0604020202020204" pitchFamily="34" charset="0"/>
              <a:buNone/>
            </a:pPr>
            <a:r>
              <a:rPr lang="en-GB" sz="1800">
                <a:latin typeface="+mn-lt"/>
              </a:rPr>
              <a:t>The </a:t>
            </a:r>
            <a:r>
              <a:rPr lang="en-GB" sz="1800">
                <a:latin typeface="Consolas" panose="020B0609020204030204" pitchFamily="49" charset="0"/>
              </a:rPr>
              <a:t>if…else </a:t>
            </a:r>
            <a:r>
              <a:rPr lang="en-GB" sz="1800">
                <a:latin typeface="+mn-lt"/>
              </a:rPr>
              <a:t>statement implements a two-way branch. The syntax for the </a:t>
            </a:r>
            <a:r>
              <a:rPr lang="en-GB" sz="1800">
                <a:latin typeface="Consolas" panose="020B0609020204030204" pitchFamily="49" charset="0"/>
              </a:rPr>
              <a:t>if…else</a:t>
            </a:r>
            <a:r>
              <a:rPr lang="en-GB" sz="1800">
                <a:latin typeface="+mn-lt"/>
              </a:rPr>
              <a:t> statement is shown here:</a:t>
            </a:r>
          </a:p>
          <a:p>
            <a:pPr marL="285750" indent="-285750" defTabSz="179388">
              <a:spcAft>
                <a:spcPts val="600"/>
              </a:spcAft>
              <a:buClr>
                <a:srgbClr val="00DEE6"/>
              </a:buClr>
              <a:buFont typeface="Arial" panose="020B0604020202020204" pitchFamily="34" charset="0"/>
              <a:buChar char="•"/>
            </a:pPr>
            <a:r>
              <a:rPr lang="en-GB">
                <a:latin typeface="+mn-lt"/>
              </a:rPr>
              <a:t>If</a:t>
            </a:r>
            <a:r>
              <a:rPr lang="en-GB" sz="1800">
                <a:latin typeface="Consolas" panose="020B0609020204030204" pitchFamily="49" charset="0"/>
              </a:rPr>
              <a:t> TestExpr</a:t>
            </a:r>
            <a:r>
              <a:rPr lang="en-GB" sz="1800">
                <a:latin typeface="+mn-lt"/>
              </a:rPr>
              <a:t> evaluates to true, </a:t>
            </a:r>
            <a:r>
              <a:rPr lang="en-GB" sz="1800">
                <a:latin typeface="Consolas" panose="020B0609020204030204" pitchFamily="49" charset="0"/>
              </a:rPr>
              <a:t>Statement1</a:t>
            </a:r>
            <a:r>
              <a:rPr lang="en-GB" sz="1800">
                <a:latin typeface="+mn-lt"/>
              </a:rPr>
              <a:t> is executed</a:t>
            </a:r>
          </a:p>
          <a:p>
            <a:pPr marL="285750" indent="-285750" defTabSz="179388">
              <a:spcAft>
                <a:spcPts val="600"/>
              </a:spcAft>
              <a:buClr>
                <a:srgbClr val="00DEE6"/>
              </a:buClr>
              <a:buFont typeface="Arial" panose="020B0604020202020204" pitchFamily="34" charset="0"/>
              <a:buChar char="•"/>
            </a:pPr>
            <a:r>
              <a:rPr lang="en-GB">
                <a:latin typeface="+mn-lt"/>
              </a:rPr>
              <a:t>Otherwise, </a:t>
            </a:r>
            <a:r>
              <a:rPr lang="en-GB" sz="1800">
                <a:latin typeface="Consolas" panose="020B0609020204030204" pitchFamily="49" charset="0"/>
              </a:rPr>
              <a:t>Statement2</a:t>
            </a:r>
            <a:r>
              <a:rPr lang="en-GB" sz="1800">
                <a:latin typeface="+mn-lt"/>
              </a:rPr>
              <a:t> is executed instead </a:t>
            </a:r>
          </a:p>
        </p:txBody>
      </p:sp>
      <p:sp>
        <p:nvSpPr>
          <p:cNvPr id="3" name="TextBox 2">
            <a:extLst>
              <a:ext uri="{FF2B5EF4-FFF2-40B4-BE49-F238E27FC236}">
                <a16:creationId xmlns:a16="http://schemas.microsoft.com/office/drawing/2014/main" id="{A8E0645B-EE5B-45B4-A69A-5FBF5F75CBA4}"/>
              </a:ext>
            </a:extLst>
          </p:cNvPr>
          <p:cNvSpPr txBox="1"/>
          <p:nvPr/>
        </p:nvSpPr>
        <p:spPr>
          <a:xfrm>
            <a:off x="6516095" y="4259513"/>
            <a:ext cx="2142876" cy="1946512"/>
          </a:xfrm>
          <a:prstGeom prst="rect">
            <a:avLst/>
          </a:prstGeom>
          <a:noFill/>
        </p:spPr>
        <p:txBody>
          <a:bodyPr wrap="square" lIns="0" tIns="0" rIns="0" bIns="0" rtlCol="0">
            <a:noAutofit/>
          </a:bodyPr>
          <a:lstStyle/>
          <a:p>
            <a:r>
              <a:rPr lang="en-US" sz="1600">
                <a:solidFill>
                  <a:srgbClr val="0000FF"/>
                </a:solidFill>
                <a:latin typeface="Consolas" panose="020B0609020204030204" pitchFamily="49" charset="0"/>
              </a:rPr>
              <a:t>if</a:t>
            </a:r>
            <a:r>
              <a:rPr lang="en-US" sz="1600">
                <a:solidFill>
                  <a:srgbClr val="000000"/>
                </a:solidFill>
                <a:latin typeface="Consolas" panose="020B0609020204030204" pitchFamily="49" charset="0"/>
              </a:rPr>
              <a:t> (x &lt; 10) </a:t>
            </a:r>
          </a:p>
          <a:p>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	y = x + 20;</a:t>
            </a:r>
          </a:p>
          <a:p>
            <a:r>
              <a:rPr lang="en-US" sz="1600">
                <a:solidFill>
                  <a:srgbClr val="000000"/>
                </a:solidFill>
                <a:latin typeface="Consolas" panose="020B0609020204030204" pitchFamily="49" charset="0"/>
              </a:rPr>
              <a:t>} </a:t>
            </a:r>
          </a:p>
          <a:p>
            <a:r>
              <a:rPr lang="en-US" sz="1600">
                <a:solidFill>
                  <a:srgbClr val="0000FF"/>
                </a:solidFill>
                <a:latin typeface="Consolas" panose="020B0609020204030204" pitchFamily="49" charset="0"/>
              </a:rPr>
              <a:t>else</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	y = x - 5;</a:t>
            </a:r>
          </a:p>
          <a:p>
            <a:r>
              <a:rPr lang="en-US" sz="1600">
                <a:solidFill>
                  <a:srgbClr val="000000"/>
                </a:solidFill>
                <a:latin typeface="Consolas" panose="020B0609020204030204" pitchFamily="49" charset="0"/>
              </a:rPr>
              <a:t>}</a:t>
            </a:r>
          </a:p>
          <a:p>
            <a:endParaRPr lang="en-US" sz="1100">
              <a:solidFill>
                <a:srgbClr val="000000"/>
              </a:solidFill>
              <a:latin typeface="Consolas" panose="020B0609020204030204" pitchFamily="49" charset="0"/>
            </a:endParaRPr>
          </a:p>
          <a:p>
            <a:endParaRPr lang="en-US" sz="1100">
              <a:latin typeface="+mn-lt"/>
            </a:endParaRPr>
          </a:p>
        </p:txBody>
      </p:sp>
      <p:sp>
        <p:nvSpPr>
          <p:cNvPr id="6" name="Thought Bubble: Cloud 5">
            <a:extLst>
              <a:ext uri="{FF2B5EF4-FFF2-40B4-BE49-F238E27FC236}">
                <a16:creationId xmlns:a16="http://schemas.microsoft.com/office/drawing/2014/main" id="{3C6A3232-9C23-4551-9F40-44CCEAE84AED}"/>
              </a:ext>
            </a:extLst>
          </p:cNvPr>
          <p:cNvSpPr/>
          <p:nvPr/>
        </p:nvSpPr>
        <p:spPr>
          <a:xfrm>
            <a:off x="6997148" y="2313980"/>
            <a:ext cx="3949682" cy="1945533"/>
          </a:xfrm>
          <a:prstGeom prst="cloudCallou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a:p>
            <a:pPr algn="ctr"/>
            <a:r>
              <a:rPr lang="en-US" sz="1600">
                <a:solidFill>
                  <a:schemeClr val="tx1"/>
                </a:solidFill>
              </a:rPr>
              <a:t>Don’t forget to think about ternary operator</a:t>
            </a:r>
          </a:p>
          <a:p>
            <a:pPr algn="ctr"/>
            <a:endParaRPr lang="en-US" sz="1600">
              <a:solidFill>
                <a:schemeClr val="tx1"/>
              </a:solidFill>
            </a:endParaRPr>
          </a:p>
          <a:p>
            <a:pPr algn="ctr"/>
            <a:r>
              <a:rPr lang="es-ES" sz="1600">
                <a:solidFill>
                  <a:srgbClr val="000000"/>
                </a:solidFill>
                <a:latin typeface="Consolas" panose="020B0609020204030204" pitchFamily="49" charset="0"/>
              </a:rPr>
              <a:t>y = x &lt; 10 ? x + 20 : x - 5;</a:t>
            </a:r>
            <a:endParaRPr lang="en-US" sz="1050">
              <a:solidFill>
                <a:srgbClr val="000000"/>
              </a:solidFill>
              <a:latin typeface="Consolas" panose="020B0609020204030204" pitchFamily="49" charset="0"/>
            </a:endParaRPr>
          </a:p>
          <a:p>
            <a:pPr algn="ctr"/>
            <a:endParaRPr lang="en-US" sz="1600" err="1">
              <a:solidFill>
                <a:schemeClr val="tx1"/>
              </a:solidFill>
            </a:endParaRPr>
          </a:p>
        </p:txBody>
      </p:sp>
    </p:spTree>
    <p:extLst>
      <p:ext uri="{BB962C8B-B14F-4D97-AF65-F5344CB8AC3E}">
        <p14:creationId xmlns:p14="http://schemas.microsoft.com/office/powerpoint/2010/main" val="1107923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C68BC6-504D-4E34-9599-A47A248DEEF0}"/>
              </a:ext>
            </a:extLst>
          </p:cNvPr>
          <p:cNvSpPr>
            <a:spLocks noGrp="1"/>
          </p:cNvSpPr>
          <p:nvPr>
            <p:ph type="sldNum" sz="quarter" idx="11"/>
          </p:nvPr>
        </p:nvSpPr>
        <p:spPr/>
        <p:txBody>
          <a:bodyPr/>
          <a:lstStyle/>
          <a:p>
            <a:fld id="{E16BA917-7F09-4B8D-AF07-F52890C14046}" type="slidenum">
              <a:rPr lang="da-DK" smtClean="0"/>
              <a:pPr/>
              <a:t>7</a:t>
            </a:fld>
            <a:endParaRPr lang="da-DK"/>
          </a:p>
        </p:txBody>
      </p:sp>
      <p:sp>
        <p:nvSpPr>
          <p:cNvPr id="4" name="Title 3">
            <a:extLst>
              <a:ext uri="{FF2B5EF4-FFF2-40B4-BE49-F238E27FC236}">
                <a16:creationId xmlns:a16="http://schemas.microsoft.com/office/drawing/2014/main" id="{98742BAE-E512-43A8-805D-B983709BDAED}"/>
              </a:ext>
            </a:extLst>
          </p:cNvPr>
          <p:cNvSpPr>
            <a:spLocks noGrp="1"/>
          </p:cNvSpPr>
          <p:nvPr>
            <p:ph type="title"/>
          </p:nvPr>
        </p:nvSpPr>
        <p:spPr/>
        <p:txBody>
          <a:bodyPr/>
          <a:lstStyle/>
          <a:p>
            <a:r>
              <a:rPr lang="en-US"/>
              <a:t>Conditional executions</a:t>
            </a:r>
            <a:endParaRPr lang="da-DK"/>
          </a:p>
        </p:txBody>
      </p:sp>
      <p:sp>
        <p:nvSpPr>
          <p:cNvPr id="5" name="Text Placeholder 2">
            <a:extLst>
              <a:ext uri="{FF2B5EF4-FFF2-40B4-BE49-F238E27FC236}">
                <a16:creationId xmlns:a16="http://schemas.microsoft.com/office/drawing/2014/main" id="{F2746D16-E31D-4ACA-B7E1-36A3C581A55B}"/>
              </a:ext>
            </a:extLst>
          </p:cNvPr>
          <p:cNvSpPr>
            <a:spLocks noGrp="1"/>
          </p:cNvSpPr>
          <p:nvPr>
            <p:ph type="body" sz="quarter" idx="17"/>
          </p:nvPr>
        </p:nvSpPr>
        <p:spPr>
          <a:xfrm>
            <a:off x="670985" y="1056000"/>
            <a:ext cx="10850033" cy="402384"/>
          </a:xfrm>
        </p:spPr>
        <p:txBody>
          <a:bodyPr/>
          <a:lstStyle/>
          <a:p>
            <a:r>
              <a:rPr lang="en-US"/>
              <a:t>SWITCH</a:t>
            </a:r>
            <a:endParaRPr lang="da-DK"/>
          </a:p>
        </p:txBody>
      </p:sp>
      <p:sp>
        <p:nvSpPr>
          <p:cNvPr id="11" name="Content Placeholder 10">
            <a:extLst>
              <a:ext uri="{FF2B5EF4-FFF2-40B4-BE49-F238E27FC236}">
                <a16:creationId xmlns:a16="http://schemas.microsoft.com/office/drawing/2014/main" id="{9BE88A7E-1FD0-4948-9E81-100C4B451A61}"/>
              </a:ext>
            </a:extLst>
          </p:cNvPr>
          <p:cNvSpPr>
            <a:spLocks noGrp="1"/>
          </p:cNvSpPr>
          <p:nvPr>
            <p:ph sz="quarter" idx="19"/>
          </p:nvPr>
        </p:nvSpPr>
        <p:spPr>
          <a:xfrm>
            <a:off x="670986" y="1622968"/>
            <a:ext cx="10856912" cy="4568825"/>
          </a:xfrm>
        </p:spPr>
        <p:txBody>
          <a:bodyPr/>
          <a:lstStyle/>
          <a:p>
            <a:pPr marL="0" indent="0">
              <a:buNone/>
            </a:pPr>
            <a:r>
              <a:rPr lang="en-US" sz="1800">
                <a:solidFill>
                  <a:schemeClr val="accent2"/>
                </a:solidFill>
                <a:latin typeface="+mn-lt"/>
              </a:rPr>
              <a:t>Switch</a:t>
            </a:r>
            <a:r>
              <a:rPr lang="en-US" sz="1800">
                <a:latin typeface="+mn-lt"/>
              </a:rPr>
              <a:t> is a selection statement that chooses a single switch section to execute from a list of candidates based on a pattern match with the match expression.</a:t>
            </a:r>
          </a:p>
          <a:p>
            <a:pPr marL="0" indent="0">
              <a:buNone/>
            </a:pPr>
            <a:endParaRPr lang="en-US">
              <a:latin typeface="+mn-lt"/>
            </a:endParaRPr>
          </a:p>
          <a:p>
            <a:pPr marL="0" indent="0">
              <a:buNone/>
            </a:pPr>
            <a:endParaRPr lang="en-GB" sz="1800">
              <a:latin typeface="+mn-lt"/>
            </a:endParaRPr>
          </a:p>
          <a:p>
            <a:endParaRPr lang="en-US"/>
          </a:p>
        </p:txBody>
      </p:sp>
      <p:sp>
        <p:nvSpPr>
          <p:cNvPr id="12" name="TextBox 11">
            <a:extLst>
              <a:ext uri="{FF2B5EF4-FFF2-40B4-BE49-F238E27FC236}">
                <a16:creationId xmlns:a16="http://schemas.microsoft.com/office/drawing/2014/main" id="{4B6AA862-D221-41BA-A954-217E3ECE5B0A}"/>
              </a:ext>
            </a:extLst>
          </p:cNvPr>
          <p:cNvSpPr txBox="1"/>
          <p:nvPr/>
        </p:nvSpPr>
        <p:spPr>
          <a:xfrm>
            <a:off x="739472" y="2272044"/>
            <a:ext cx="5430740" cy="2870421"/>
          </a:xfrm>
          <a:prstGeom prst="rect">
            <a:avLst/>
          </a:prstGeom>
          <a:noFill/>
        </p:spPr>
        <p:txBody>
          <a:bodyPr wrap="square" lIns="0" tIns="0" rIns="0" bIns="0" rtlCol="0">
            <a:noAutofit/>
          </a:bodyPr>
          <a:lstStyle/>
          <a:p>
            <a:r>
              <a:rPr lang="en-US" sz="1050">
                <a:solidFill>
                  <a:srgbClr val="0000FF"/>
                </a:solidFill>
                <a:latin typeface="Consolas" panose="020B0609020204030204" pitchFamily="49" charset="0"/>
              </a:rPr>
              <a:t>switch</a:t>
            </a:r>
            <a:r>
              <a:rPr lang="en-US" sz="1050">
                <a:solidFill>
                  <a:srgbClr val="000000"/>
                </a:solidFill>
                <a:latin typeface="Consolas" panose="020B0609020204030204" pitchFamily="49" charset="0"/>
              </a:rPr>
              <a:t> (caseSwitch)</a:t>
            </a:r>
          </a:p>
          <a:p>
            <a:r>
              <a:rPr lang="en-US" sz="1050">
                <a:solidFill>
                  <a:srgbClr val="000000"/>
                </a:solidFill>
                <a:latin typeface="Consolas" panose="020B0609020204030204" pitchFamily="49" charset="0"/>
              </a:rPr>
              <a:t>{</a:t>
            </a:r>
          </a:p>
          <a:p>
            <a:r>
              <a:rPr lang="en-US" sz="1050">
                <a:solidFill>
                  <a:srgbClr val="0000FF"/>
                </a:solidFill>
                <a:latin typeface="Consolas" panose="020B0609020204030204" pitchFamily="49" charset="0"/>
              </a:rPr>
              <a:t>	case</a:t>
            </a:r>
            <a:r>
              <a:rPr lang="en-US" sz="1050">
                <a:solidFill>
                  <a:srgbClr val="000000"/>
                </a:solidFill>
                <a:latin typeface="Consolas" panose="020B0609020204030204" pitchFamily="49" charset="0"/>
              </a:rPr>
              <a:t> 1:</a:t>
            </a:r>
          </a:p>
          <a:p>
            <a:r>
              <a:rPr lang="en-US" sz="1050">
                <a:solidFill>
                  <a:srgbClr val="000000"/>
                </a:solidFill>
                <a:latin typeface="Consolas" panose="020B0609020204030204" pitchFamily="49" charset="0"/>
              </a:rPr>
              <a:t>		Console.WriteLine(</a:t>
            </a:r>
            <a:r>
              <a:rPr lang="en-US" sz="1050">
                <a:solidFill>
                  <a:srgbClr val="A31515"/>
                </a:solidFill>
                <a:latin typeface="Consolas" panose="020B0609020204030204" pitchFamily="49" charset="0"/>
              </a:rPr>
              <a:t>"Case 1"</a:t>
            </a:r>
            <a:r>
              <a:rPr lang="en-US" sz="1050">
                <a:solidFill>
                  <a:srgbClr val="000000"/>
                </a:solidFill>
                <a:latin typeface="Consolas" panose="020B0609020204030204" pitchFamily="49" charset="0"/>
              </a:rPr>
              <a:t>);</a:t>
            </a:r>
          </a:p>
          <a:p>
            <a:r>
              <a:rPr lang="en-US" sz="1050">
                <a:solidFill>
                  <a:srgbClr val="0000FF"/>
                </a:solidFill>
                <a:latin typeface="Consolas" panose="020B0609020204030204" pitchFamily="49" charset="0"/>
              </a:rPr>
              <a:t>		break</a:t>
            </a:r>
            <a:r>
              <a:rPr lang="en-US" sz="1050">
                <a:solidFill>
                  <a:srgbClr val="000000"/>
                </a:solidFill>
                <a:latin typeface="Consolas" panose="020B0609020204030204" pitchFamily="49" charset="0"/>
              </a:rPr>
              <a:t>;</a:t>
            </a:r>
          </a:p>
          <a:p>
            <a:r>
              <a:rPr lang="en-US" sz="1050">
                <a:solidFill>
                  <a:srgbClr val="0000FF"/>
                </a:solidFill>
                <a:latin typeface="Consolas" panose="020B0609020204030204" pitchFamily="49" charset="0"/>
              </a:rPr>
              <a:t>	case</a:t>
            </a:r>
            <a:r>
              <a:rPr lang="en-US" sz="1050">
                <a:solidFill>
                  <a:srgbClr val="000000"/>
                </a:solidFill>
                <a:latin typeface="Consolas" panose="020B0609020204030204" pitchFamily="49" charset="0"/>
              </a:rPr>
              <a:t> 2:</a:t>
            </a:r>
          </a:p>
          <a:p>
            <a:r>
              <a:rPr lang="en-US" sz="1050">
                <a:solidFill>
                  <a:srgbClr val="0000FF"/>
                </a:solidFill>
                <a:latin typeface="Consolas" panose="020B0609020204030204" pitchFamily="49" charset="0"/>
              </a:rPr>
              <a:t>	case</a:t>
            </a:r>
            <a:r>
              <a:rPr lang="en-US" sz="1050">
                <a:solidFill>
                  <a:srgbClr val="000000"/>
                </a:solidFill>
                <a:latin typeface="Consolas" panose="020B0609020204030204" pitchFamily="49" charset="0"/>
              </a:rPr>
              <a:t> 3:</a:t>
            </a:r>
          </a:p>
          <a:p>
            <a:r>
              <a:rPr lang="en-US" sz="1050">
                <a:solidFill>
                  <a:srgbClr val="000000"/>
                </a:solidFill>
                <a:latin typeface="Consolas" panose="020B0609020204030204" pitchFamily="49" charset="0"/>
              </a:rPr>
              <a:t>		Console.WriteLine(</a:t>
            </a:r>
            <a:r>
              <a:rPr lang="en-US" sz="1050">
                <a:solidFill>
                  <a:srgbClr val="A31515"/>
                </a:solidFill>
                <a:latin typeface="Consolas" panose="020B0609020204030204" pitchFamily="49" charset="0"/>
              </a:rPr>
              <a:t>$"Case </a:t>
            </a:r>
            <a:r>
              <a:rPr lang="en-US" sz="1050">
                <a:solidFill>
                  <a:srgbClr val="000000"/>
                </a:solidFill>
                <a:latin typeface="Consolas" panose="020B0609020204030204" pitchFamily="49" charset="0"/>
              </a:rPr>
              <a:t>{caseSwitch}</a:t>
            </a:r>
            <a:r>
              <a:rPr lang="en-US" sz="1050">
                <a:solidFill>
                  <a:srgbClr val="A31515"/>
                </a:solidFill>
                <a:latin typeface="Consolas" panose="020B0609020204030204" pitchFamily="49" charset="0"/>
              </a:rPr>
              <a:t>"</a:t>
            </a:r>
            <a:r>
              <a:rPr lang="en-US" sz="1050">
                <a:solidFill>
                  <a:srgbClr val="000000"/>
                </a:solidFill>
                <a:latin typeface="Consolas" panose="020B0609020204030204" pitchFamily="49" charset="0"/>
              </a:rPr>
              <a:t>);</a:t>
            </a:r>
          </a:p>
          <a:p>
            <a:r>
              <a:rPr lang="en-US" sz="1050">
                <a:solidFill>
                  <a:srgbClr val="0000FF"/>
                </a:solidFill>
                <a:latin typeface="Consolas" panose="020B0609020204030204" pitchFamily="49" charset="0"/>
              </a:rPr>
              <a:t>		break</a:t>
            </a:r>
            <a:r>
              <a:rPr lang="en-US" sz="1050">
                <a:solidFill>
                  <a:srgbClr val="000000"/>
                </a:solidFill>
                <a:latin typeface="Consolas" panose="020B0609020204030204" pitchFamily="49" charset="0"/>
              </a:rPr>
              <a:t>;</a:t>
            </a:r>
          </a:p>
          <a:p>
            <a:r>
              <a:rPr lang="en-US" sz="1050">
                <a:solidFill>
                  <a:srgbClr val="0000FF"/>
                </a:solidFill>
                <a:latin typeface="Consolas" panose="020B0609020204030204" pitchFamily="49" charset="0"/>
              </a:rPr>
              <a:t>	default</a:t>
            </a:r>
            <a:r>
              <a:rPr lang="en-US" sz="1050">
                <a:solidFill>
                  <a:srgbClr val="000000"/>
                </a:solidFill>
                <a:latin typeface="Consolas" panose="020B0609020204030204" pitchFamily="49" charset="0"/>
              </a:rPr>
              <a:t>:</a:t>
            </a:r>
          </a:p>
          <a:p>
            <a:r>
              <a:rPr lang="en-US" sz="1050">
                <a:solidFill>
                  <a:srgbClr val="000000"/>
                </a:solidFill>
                <a:latin typeface="Consolas" panose="020B0609020204030204" pitchFamily="49" charset="0"/>
              </a:rPr>
              <a:t>		Console.WriteLine(</a:t>
            </a:r>
            <a:r>
              <a:rPr lang="en-US" sz="1050">
                <a:solidFill>
                  <a:srgbClr val="A31515"/>
                </a:solidFill>
                <a:latin typeface="Consolas" panose="020B0609020204030204" pitchFamily="49" charset="0"/>
              </a:rPr>
              <a:t>$"An unexpected value (</a:t>
            </a:r>
            <a:r>
              <a:rPr lang="en-US" sz="1050">
                <a:solidFill>
                  <a:srgbClr val="000000"/>
                </a:solidFill>
                <a:latin typeface="Consolas" panose="020B0609020204030204" pitchFamily="49" charset="0"/>
              </a:rPr>
              <a:t>{caseSwitch}</a:t>
            </a:r>
            <a:r>
              <a:rPr lang="en-US" sz="1050">
                <a:solidFill>
                  <a:srgbClr val="A31515"/>
                </a:solidFill>
                <a:latin typeface="Consolas" panose="020B0609020204030204" pitchFamily="49" charset="0"/>
              </a:rPr>
              <a:t>)"</a:t>
            </a:r>
            <a:r>
              <a:rPr lang="en-US" sz="1050">
                <a:solidFill>
                  <a:srgbClr val="000000"/>
                </a:solidFill>
                <a:latin typeface="Consolas" panose="020B0609020204030204" pitchFamily="49" charset="0"/>
              </a:rPr>
              <a:t>);</a:t>
            </a:r>
          </a:p>
          <a:p>
            <a:r>
              <a:rPr lang="en-US" sz="1050">
                <a:solidFill>
                  <a:srgbClr val="0000FF"/>
                </a:solidFill>
                <a:latin typeface="Consolas" panose="020B0609020204030204" pitchFamily="49" charset="0"/>
              </a:rPr>
              <a:t>		break</a:t>
            </a:r>
            <a:r>
              <a:rPr lang="en-US" sz="1050">
                <a:solidFill>
                  <a:srgbClr val="000000"/>
                </a:solidFill>
                <a:latin typeface="Consolas" panose="020B0609020204030204" pitchFamily="49" charset="0"/>
              </a:rPr>
              <a:t>;</a:t>
            </a:r>
          </a:p>
          <a:p>
            <a:r>
              <a:rPr lang="en-US" sz="1050">
                <a:solidFill>
                  <a:srgbClr val="000000"/>
                </a:solidFill>
                <a:latin typeface="Consolas" panose="020B0609020204030204" pitchFamily="49" charset="0"/>
              </a:rPr>
              <a:t>}</a:t>
            </a:r>
            <a:endParaRPr lang="en-US" sz="1000">
              <a:latin typeface="+mn-lt"/>
            </a:endParaRPr>
          </a:p>
        </p:txBody>
      </p:sp>
      <p:sp>
        <p:nvSpPr>
          <p:cNvPr id="13" name="TextBox 12">
            <a:extLst>
              <a:ext uri="{FF2B5EF4-FFF2-40B4-BE49-F238E27FC236}">
                <a16:creationId xmlns:a16="http://schemas.microsoft.com/office/drawing/2014/main" id="{27606434-5ED3-4F85-9203-52E2E4FB8486}"/>
              </a:ext>
            </a:extLst>
          </p:cNvPr>
          <p:cNvSpPr txBox="1"/>
          <p:nvPr/>
        </p:nvSpPr>
        <p:spPr>
          <a:xfrm>
            <a:off x="6775269" y="2998127"/>
            <a:ext cx="4563291" cy="1818506"/>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b="0" i="0">
                <a:solidFill>
                  <a:srgbClr val="171717"/>
                </a:solidFill>
                <a:effectLst/>
                <a:latin typeface="Segoe UI" panose="020B0502040204020203" pitchFamily="34" charset="0"/>
              </a:rPr>
              <a:t>Only one switch section in a switch statement executes.</a:t>
            </a:r>
          </a:p>
          <a:p>
            <a:pPr marL="0" indent="0" defTabSz="179388">
              <a:buClr>
                <a:srgbClr val="00DEE6"/>
              </a:buClr>
              <a:buFont typeface="Arial" panose="020B0604020202020204" pitchFamily="34" charset="0"/>
              <a:buNone/>
            </a:pPr>
            <a:endParaRPr lang="en-US" sz="1600">
              <a:solidFill>
                <a:srgbClr val="171717"/>
              </a:solidFill>
              <a:latin typeface="Segoe UI" panose="020B0502040204020203" pitchFamily="34" charset="0"/>
            </a:endParaRPr>
          </a:p>
          <a:p>
            <a:pPr marL="0" indent="0" defTabSz="179388">
              <a:buClr>
                <a:srgbClr val="00DEE6"/>
              </a:buClr>
              <a:buFont typeface="Arial" panose="020B0604020202020204" pitchFamily="34" charset="0"/>
              <a:buNone/>
            </a:pPr>
            <a:r>
              <a:rPr lang="en-US" sz="1600">
                <a:solidFill>
                  <a:srgbClr val="171717"/>
                </a:solidFill>
                <a:latin typeface="Segoe UI" panose="020B0502040204020203" pitchFamily="34" charset="0"/>
              </a:rPr>
              <a:t>The </a:t>
            </a:r>
            <a:r>
              <a:rPr lang="en-US" sz="1600">
                <a:solidFill>
                  <a:schemeClr val="accent2"/>
                </a:solidFill>
                <a:latin typeface="Segoe UI" panose="020B0502040204020203" pitchFamily="34" charset="0"/>
              </a:rPr>
              <a:t>default</a:t>
            </a:r>
            <a:r>
              <a:rPr lang="en-US" sz="1600">
                <a:solidFill>
                  <a:srgbClr val="171717"/>
                </a:solidFill>
                <a:latin typeface="Segoe UI" panose="020B0502040204020203" pitchFamily="34" charset="0"/>
              </a:rPr>
              <a:t> case specifies the switch section to execute if the match expression doesn't match any other case label.</a:t>
            </a:r>
          </a:p>
        </p:txBody>
      </p:sp>
      <p:sp>
        <p:nvSpPr>
          <p:cNvPr id="14" name="Right Brace 13">
            <a:extLst>
              <a:ext uri="{FF2B5EF4-FFF2-40B4-BE49-F238E27FC236}">
                <a16:creationId xmlns:a16="http://schemas.microsoft.com/office/drawing/2014/main" id="{87AF880D-F006-417A-A0F7-DD0DA4266965}"/>
              </a:ext>
            </a:extLst>
          </p:cNvPr>
          <p:cNvSpPr/>
          <p:nvPr/>
        </p:nvSpPr>
        <p:spPr>
          <a:xfrm>
            <a:off x="5712823" y="2717074"/>
            <a:ext cx="278674" cy="975360"/>
          </a:xfrm>
          <a:prstGeom prst="rightBrac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2483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C68BC6-504D-4E34-9599-A47A248DEEF0}"/>
              </a:ext>
            </a:extLst>
          </p:cNvPr>
          <p:cNvSpPr>
            <a:spLocks noGrp="1"/>
          </p:cNvSpPr>
          <p:nvPr>
            <p:ph type="sldNum" sz="quarter" idx="11"/>
          </p:nvPr>
        </p:nvSpPr>
        <p:spPr/>
        <p:txBody>
          <a:bodyPr/>
          <a:lstStyle/>
          <a:p>
            <a:fld id="{E16BA917-7F09-4B8D-AF07-F52890C14046}" type="slidenum">
              <a:rPr lang="da-DK" smtClean="0"/>
              <a:pPr/>
              <a:t>8</a:t>
            </a:fld>
            <a:endParaRPr lang="da-DK"/>
          </a:p>
        </p:txBody>
      </p:sp>
      <p:sp>
        <p:nvSpPr>
          <p:cNvPr id="4" name="Title 3">
            <a:extLst>
              <a:ext uri="{FF2B5EF4-FFF2-40B4-BE49-F238E27FC236}">
                <a16:creationId xmlns:a16="http://schemas.microsoft.com/office/drawing/2014/main" id="{98742BAE-E512-43A8-805D-B983709BDAED}"/>
              </a:ext>
            </a:extLst>
          </p:cNvPr>
          <p:cNvSpPr>
            <a:spLocks noGrp="1"/>
          </p:cNvSpPr>
          <p:nvPr>
            <p:ph type="title"/>
          </p:nvPr>
        </p:nvSpPr>
        <p:spPr/>
        <p:txBody>
          <a:bodyPr/>
          <a:lstStyle/>
          <a:p>
            <a:r>
              <a:rPr lang="en-US"/>
              <a:t>Conditional executions</a:t>
            </a:r>
            <a:endParaRPr lang="da-DK"/>
          </a:p>
        </p:txBody>
      </p:sp>
      <p:sp>
        <p:nvSpPr>
          <p:cNvPr id="5" name="Text Placeholder 2">
            <a:extLst>
              <a:ext uri="{FF2B5EF4-FFF2-40B4-BE49-F238E27FC236}">
                <a16:creationId xmlns:a16="http://schemas.microsoft.com/office/drawing/2014/main" id="{F2746D16-E31D-4ACA-B7E1-36A3C581A55B}"/>
              </a:ext>
            </a:extLst>
          </p:cNvPr>
          <p:cNvSpPr>
            <a:spLocks noGrp="1"/>
          </p:cNvSpPr>
          <p:nvPr>
            <p:ph type="body" sz="quarter" idx="17"/>
          </p:nvPr>
        </p:nvSpPr>
        <p:spPr>
          <a:xfrm>
            <a:off x="670985" y="1056000"/>
            <a:ext cx="10850033" cy="402384"/>
          </a:xfrm>
        </p:spPr>
        <p:txBody>
          <a:bodyPr/>
          <a:lstStyle/>
          <a:p>
            <a:r>
              <a:rPr lang="en-US"/>
              <a:t>SWITCH - Type pattern</a:t>
            </a:r>
          </a:p>
          <a:p>
            <a:endParaRPr lang="da-DK"/>
          </a:p>
        </p:txBody>
      </p:sp>
      <p:sp>
        <p:nvSpPr>
          <p:cNvPr id="11" name="Content Placeholder 10">
            <a:extLst>
              <a:ext uri="{FF2B5EF4-FFF2-40B4-BE49-F238E27FC236}">
                <a16:creationId xmlns:a16="http://schemas.microsoft.com/office/drawing/2014/main" id="{9BE88A7E-1FD0-4948-9E81-100C4B451A61}"/>
              </a:ext>
            </a:extLst>
          </p:cNvPr>
          <p:cNvSpPr>
            <a:spLocks noGrp="1"/>
          </p:cNvSpPr>
          <p:nvPr>
            <p:ph sz="quarter" idx="19"/>
          </p:nvPr>
        </p:nvSpPr>
        <p:spPr>
          <a:xfrm>
            <a:off x="670986" y="1622968"/>
            <a:ext cx="10856912" cy="4568825"/>
          </a:xfrm>
        </p:spPr>
        <p:txBody>
          <a:bodyPr/>
          <a:lstStyle/>
          <a:p>
            <a:pPr marL="0" indent="0">
              <a:buNone/>
            </a:pPr>
            <a:r>
              <a:rPr lang="en-US">
                <a:latin typeface="+mn-lt"/>
              </a:rPr>
              <a:t>The</a:t>
            </a:r>
            <a:r>
              <a:rPr lang="en-US" sz="1800">
                <a:solidFill>
                  <a:schemeClr val="accent2"/>
                </a:solidFill>
                <a:latin typeface="+mn-lt"/>
              </a:rPr>
              <a:t> </a:t>
            </a:r>
            <a:r>
              <a:rPr lang="en-US">
                <a:latin typeface="+mn-lt"/>
              </a:rPr>
              <a:t>type</a:t>
            </a:r>
            <a:r>
              <a:rPr lang="en-US" sz="1800">
                <a:solidFill>
                  <a:schemeClr val="accent2"/>
                </a:solidFill>
                <a:latin typeface="+mn-lt"/>
              </a:rPr>
              <a:t> </a:t>
            </a:r>
            <a:r>
              <a:rPr lang="en-US">
                <a:latin typeface="+mn-lt"/>
              </a:rPr>
              <a:t>pattern enables concise type evaluation and conversion. </a:t>
            </a:r>
            <a:endParaRPr lang="ru-RU">
              <a:latin typeface="+mn-lt"/>
            </a:endParaRPr>
          </a:p>
          <a:p>
            <a:pPr marL="0" indent="0">
              <a:buNone/>
            </a:pPr>
            <a:r>
              <a:rPr lang="en-US">
                <a:latin typeface="+mn-lt"/>
              </a:rPr>
              <a:t>When used with the switch statement to perform pattern matching, it tests whether an expression can be converted to a specified type and, if it can be, casts it to a variable of that type.</a:t>
            </a:r>
          </a:p>
          <a:p>
            <a:pPr marL="0" indent="0">
              <a:buNone/>
            </a:pPr>
            <a:endParaRPr lang="en-GB" sz="1800">
              <a:latin typeface="+mn-lt"/>
            </a:endParaRPr>
          </a:p>
          <a:p>
            <a:endParaRPr lang="en-US"/>
          </a:p>
        </p:txBody>
      </p:sp>
      <p:sp>
        <p:nvSpPr>
          <p:cNvPr id="12" name="TextBox 11">
            <a:extLst>
              <a:ext uri="{FF2B5EF4-FFF2-40B4-BE49-F238E27FC236}">
                <a16:creationId xmlns:a16="http://schemas.microsoft.com/office/drawing/2014/main" id="{4B6AA862-D221-41BA-A954-217E3ECE5B0A}"/>
              </a:ext>
            </a:extLst>
          </p:cNvPr>
          <p:cNvSpPr txBox="1"/>
          <p:nvPr/>
        </p:nvSpPr>
        <p:spPr>
          <a:xfrm>
            <a:off x="670985" y="2804626"/>
            <a:ext cx="7619575" cy="3917935"/>
          </a:xfrm>
          <a:prstGeom prst="rect">
            <a:avLst/>
          </a:prstGeom>
          <a:noFill/>
        </p:spPr>
        <p:txBody>
          <a:bodyPr wrap="square" lIns="0" tIns="0" rIns="0" bIns="0" rtlCol="0">
            <a:noAutofit/>
          </a:bodyPr>
          <a:lstStyle/>
          <a:p>
            <a:r>
              <a:rPr lang="en-US" sz="1100">
                <a:solidFill>
                  <a:srgbClr val="0000FF"/>
                </a:solidFill>
                <a:latin typeface="Consolas" panose="020B0609020204030204" pitchFamily="49" charset="0"/>
              </a:rPr>
              <a:t>switch</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myObject</a:t>
            </a:r>
            <a:r>
              <a:rPr lang="en-US" sz="1100">
                <a:solidFill>
                  <a:srgbClr val="000000"/>
                </a:solidFill>
                <a:latin typeface="Consolas" panose="020B0609020204030204" pitchFamily="49" charset="0"/>
              </a:rPr>
              <a:t>)</a:t>
            </a:r>
          </a:p>
          <a:p>
            <a:r>
              <a:rPr lang="en-US" sz="1100">
                <a:solidFill>
                  <a:srgbClr val="000000"/>
                </a:solidFill>
                <a:latin typeface="Consolas" panose="020B0609020204030204" pitchFamily="49" charset="0"/>
              </a:rPr>
              <a:t>{</a:t>
            </a:r>
            <a:endParaRPr lang="ru-RU" sz="1100">
              <a:solidFill>
                <a:srgbClr val="000000"/>
              </a:solidFill>
              <a:latin typeface="Consolas" panose="020B0609020204030204" pitchFamily="49" charset="0"/>
            </a:endParaRPr>
          </a:p>
          <a:p>
            <a:r>
              <a:rPr lang="ru-RU"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case</a:t>
            </a:r>
            <a:r>
              <a:rPr lang="en-US" sz="1100">
                <a:solidFill>
                  <a:srgbClr val="000000"/>
                </a:solidFill>
                <a:latin typeface="Consolas" panose="020B0609020204030204" pitchFamily="49" charset="0"/>
              </a:rPr>
              <a:t> Array </a:t>
            </a:r>
            <a:r>
              <a:rPr lang="en-US" sz="1100" err="1">
                <a:solidFill>
                  <a:srgbClr val="000000"/>
                </a:solidFill>
                <a:latin typeface="Consolas" panose="020B0609020204030204" pitchFamily="49" charset="0"/>
              </a:rPr>
              <a:t>arr</a:t>
            </a:r>
            <a:r>
              <a:rPr lang="en-US" sz="1100">
                <a:solidFill>
                  <a:srgbClr val="000000"/>
                </a:solidFill>
                <a:latin typeface="Consolas" panose="020B0609020204030204" pitchFamily="49" charset="0"/>
              </a:rPr>
              <a:t>:</a:t>
            </a:r>
          </a:p>
          <a:p>
            <a:pPr lvl="2"/>
            <a:r>
              <a:rPr lang="en-US" sz="1100" err="1">
                <a:solidFill>
                  <a:srgbClr val="000000"/>
                </a:solidFill>
                <a:latin typeface="Consolas" panose="020B0609020204030204" pitchFamily="49" charset="0"/>
              </a:rPr>
              <a:t>Console.WriteLine</a:t>
            </a:r>
            <a:r>
              <a:rPr lang="en-US" sz="1100">
                <a:solidFill>
                  <a:srgbClr val="000000"/>
                </a:solidFill>
                <a:latin typeface="Consolas" panose="020B0609020204030204" pitchFamily="49" charset="0"/>
              </a:rPr>
              <a:t>(</a:t>
            </a:r>
            <a:r>
              <a:rPr lang="en-US" sz="1100">
                <a:solidFill>
                  <a:srgbClr val="A31515"/>
                </a:solidFill>
                <a:latin typeface="Consolas" panose="020B0609020204030204" pitchFamily="49" charset="0"/>
              </a:rPr>
              <a:t>$"An array with </a:t>
            </a:r>
            <a:r>
              <a:rPr lang="en-US" sz="1100">
                <a:solidFill>
                  <a:srgbClr val="000000"/>
                </a:solidFill>
                <a:latin typeface="Consolas" panose="020B0609020204030204" pitchFamily="49" charset="0"/>
              </a:rPr>
              <a:t>{</a:t>
            </a:r>
            <a:r>
              <a:rPr lang="en-US" sz="1100" err="1">
                <a:solidFill>
                  <a:srgbClr val="000000"/>
                </a:solidFill>
                <a:latin typeface="Consolas" panose="020B0609020204030204" pitchFamily="49" charset="0"/>
              </a:rPr>
              <a:t>arr.Length</a:t>
            </a:r>
            <a:r>
              <a:rPr lang="en-US" sz="1100">
                <a:solidFill>
                  <a:srgbClr val="000000"/>
                </a:solidFill>
                <a:latin typeface="Consolas" panose="020B0609020204030204" pitchFamily="49" charset="0"/>
              </a:rPr>
              <a:t>}</a:t>
            </a:r>
            <a:r>
              <a:rPr lang="en-US" sz="1100">
                <a:solidFill>
                  <a:srgbClr val="A31515"/>
                </a:solidFill>
                <a:latin typeface="Consolas" panose="020B0609020204030204" pitchFamily="49" charset="0"/>
              </a:rPr>
              <a:t> elements."</a:t>
            </a:r>
            <a:r>
              <a:rPr lang="en-US" sz="1100">
                <a:solidFill>
                  <a:srgbClr val="000000"/>
                </a:solidFill>
                <a:latin typeface="Consolas" panose="020B0609020204030204" pitchFamily="49" charset="0"/>
              </a:rPr>
              <a:t>);</a:t>
            </a:r>
          </a:p>
          <a:p>
            <a:pPr lvl="2"/>
            <a:r>
              <a:rPr lang="en-US" sz="1100">
                <a:solidFill>
                  <a:srgbClr val="0000FF"/>
                </a:solidFill>
                <a:latin typeface="Consolas" panose="020B0609020204030204" pitchFamily="49" charset="0"/>
              </a:rPr>
              <a:t>break</a:t>
            </a:r>
            <a:r>
              <a:rPr lang="en-US" sz="1100">
                <a:solidFill>
                  <a:srgbClr val="000000"/>
                </a:solidFill>
                <a:latin typeface="Consolas" panose="020B0609020204030204" pitchFamily="49" charset="0"/>
              </a:rPr>
              <a:t>;</a:t>
            </a:r>
          </a:p>
          <a:p>
            <a:pPr lvl="1"/>
            <a:r>
              <a:rPr lang="en-US" sz="1100">
                <a:solidFill>
                  <a:srgbClr val="0000FF"/>
                </a:solidFill>
                <a:latin typeface="Consolas" panose="020B0609020204030204" pitchFamily="49" charset="0"/>
              </a:rPr>
              <a:t>case</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IEnumerable</a:t>
            </a:r>
            <a:r>
              <a:rPr lang="en-US" sz="1100">
                <a:solidFill>
                  <a:srgbClr val="000000"/>
                </a:solidFill>
                <a:latin typeface="Consolas" panose="020B0609020204030204" pitchFamily="49" charset="0"/>
              </a:rPr>
              <a:t>&lt;</a:t>
            </a:r>
            <a:r>
              <a:rPr lang="en-US" sz="1100">
                <a:solidFill>
                  <a:srgbClr val="0000FF"/>
                </a:solidFill>
                <a:latin typeface="Consolas" panose="020B0609020204030204" pitchFamily="49" charset="0"/>
              </a:rPr>
              <a:t>int</a:t>
            </a:r>
            <a:r>
              <a:rPr lang="en-US" sz="1100">
                <a:solidFill>
                  <a:srgbClr val="000000"/>
                </a:solidFill>
                <a:latin typeface="Consolas" panose="020B0609020204030204" pitchFamily="49" charset="0"/>
              </a:rPr>
              <a:t>&gt; </a:t>
            </a:r>
            <a:r>
              <a:rPr lang="en-US" sz="1100" err="1">
                <a:solidFill>
                  <a:srgbClr val="000000"/>
                </a:solidFill>
                <a:latin typeface="Consolas" panose="020B0609020204030204" pitchFamily="49" charset="0"/>
              </a:rPr>
              <a:t>ieInt</a:t>
            </a:r>
            <a:r>
              <a:rPr lang="en-US" sz="1100">
                <a:solidFill>
                  <a:srgbClr val="000000"/>
                </a:solidFill>
                <a:latin typeface="Consolas" panose="020B0609020204030204" pitchFamily="49" charset="0"/>
              </a:rPr>
              <a:t>:</a:t>
            </a:r>
          </a:p>
          <a:p>
            <a:pPr lvl="1"/>
            <a:r>
              <a:rPr lang="ru-RU"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Console.WriteLine</a:t>
            </a:r>
            <a:r>
              <a:rPr lang="en-US" sz="1100">
                <a:solidFill>
                  <a:srgbClr val="000000"/>
                </a:solidFill>
                <a:latin typeface="Consolas" panose="020B0609020204030204" pitchFamily="49" charset="0"/>
              </a:rPr>
              <a:t>(</a:t>
            </a:r>
            <a:r>
              <a:rPr lang="en-US" sz="1100">
                <a:solidFill>
                  <a:srgbClr val="A31515"/>
                </a:solidFill>
                <a:latin typeface="Consolas" panose="020B0609020204030204" pitchFamily="49" charset="0"/>
              </a:rPr>
              <a:t>$"Average: </a:t>
            </a:r>
            <a:r>
              <a:rPr lang="en-US" sz="1100">
                <a:solidFill>
                  <a:srgbClr val="000000"/>
                </a:solidFill>
                <a:latin typeface="Consolas" panose="020B0609020204030204" pitchFamily="49" charset="0"/>
              </a:rPr>
              <a:t>{</a:t>
            </a:r>
            <a:r>
              <a:rPr lang="en-US" sz="1100" err="1">
                <a:solidFill>
                  <a:srgbClr val="000000"/>
                </a:solidFill>
                <a:latin typeface="Consolas" panose="020B0609020204030204" pitchFamily="49" charset="0"/>
              </a:rPr>
              <a:t>ieInt.Average</a:t>
            </a:r>
            <a:r>
              <a:rPr lang="en-US" sz="1100">
                <a:solidFill>
                  <a:srgbClr val="000000"/>
                </a:solidFill>
                <a:latin typeface="Consolas" panose="020B0609020204030204" pitchFamily="49" charset="0"/>
              </a:rPr>
              <a:t>(s =&gt; s)}</a:t>
            </a:r>
            <a:r>
              <a:rPr lang="en-US" sz="1100">
                <a:solidFill>
                  <a:srgbClr val="A31515"/>
                </a:solidFill>
                <a:latin typeface="Consolas" panose="020B0609020204030204" pitchFamily="49" charset="0"/>
              </a:rPr>
              <a:t>"</a:t>
            </a:r>
            <a:r>
              <a:rPr lang="en-US" sz="1100">
                <a:solidFill>
                  <a:srgbClr val="000000"/>
                </a:solidFill>
                <a:latin typeface="Consolas" panose="020B0609020204030204" pitchFamily="49" charset="0"/>
              </a:rPr>
              <a:t>);</a:t>
            </a:r>
          </a:p>
          <a:p>
            <a:pPr lvl="1"/>
            <a:r>
              <a:rPr lang="ru-RU" sz="1100">
                <a:solidFill>
                  <a:srgbClr val="0000FF"/>
                </a:solidFill>
                <a:latin typeface="Consolas" panose="020B0609020204030204" pitchFamily="49" charset="0"/>
              </a:rPr>
              <a:t>	</a:t>
            </a:r>
            <a:r>
              <a:rPr lang="en-US" sz="1100">
                <a:solidFill>
                  <a:srgbClr val="0000FF"/>
                </a:solidFill>
                <a:latin typeface="Consolas" panose="020B0609020204030204" pitchFamily="49" charset="0"/>
              </a:rPr>
              <a:t>break</a:t>
            </a:r>
            <a:r>
              <a:rPr lang="en-US" sz="1100">
                <a:solidFill>
                  <a:srgbClr val="000000"/>
                </a:solidFill>
                <a:latin typeface="Consolas" panose="020B0609020204030204" pitchFamily="49" charset="0"/>
              </a:rPr>
              <a:t>;</a:t>
            </a:r>
          </a:p>
          <a:p>
            <a:pPr lvl="1"/>
            <a:r>
              <a:rPr lang="en-US" sz="1100">
                <a:solidFill>
                  <a:srgbClr val="0000FF"/>
                </a:solidFill>
                <a:latin typeface="Consolas" panose="020B0609020204030204" pitchFamily="49" charset="0"/>
              </a:rPr>
              <a:t>case</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IList</a:t>
            </a:r>
            <a:r>
              <a:rPr lang="en-US" sz="1100">
                <a:solidFill>
                  <a:srgbClr val="000000"/>
                </a:solidFill>
                <a:latin typeface="Consolas" panose="020B0609020204030204" pitchFamily="49" charset="0"/>
              </a:rPr>
              <a:t> list:</a:t>
            </a:r>
          </a:p>
          <a:p>
            <a:pPr lvl="1"/>
            <a:r>
              <a:rPr lang="ru-RU"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Console.WriteLine</a:t>
            </a:r>
            <a:r>
              <a:rPr lang="en-US" sz="1100">
                <a:solidFill>
                  <a:srgbClr val="000000"/>
                </a:solidFill>
                <a:latin typeface="Consolas" panose="020B0609020204030204" pitchFamily="49" charset="0"/>
              </a:rPr>
              <a:t>(</a:t>
            </a:r>
            <a:r>
              <a:rPr lang="en-US" sz="1100">
                <a:solidFill>
                  <a:srgbClr val="A31515"/>
                </a:solidFill>
                <a:latin typeface="Consolas" panose="020B0609020204030204" pitchFamily="49" charset="0"/>
              </a:rPr>
              <a:t>$"</a:t>
            </a:r>
            <a:r>
              <a:rPr lang="en-US" sz="1100">
                <a:solidFill>
                  <a:srgbClr val="000000"/>
                </a:solidFill>
                <a:latin typeface="Consolas" panose="020B0609020204030204" pitchFamily="49" charset="0"/>
              </a:rPr>
              <a:t>{</a:t>
            </a:r>
            <a:r>
              <a:rPr lang="en-US" sz="1100" err="1">
                <a:solidFill>
                  <a:srgbClr val="000000"/>
                </a:solidFill>
                <a:latin typeface="Consolas" panose="020B0609020204030204" pitchFamily="49" charset="0"/>
              </a:rPr>
              <a:t>list.Count</a:t>
            </a:r>
            <a:r>
              <a:rPr lang="en-US" sz="1100">
                <a:solidFill>
                  <a:srgbClr val="000000"/>
                </a:solidFill>
                <a:latin typeface="Consolas" panose="020B0609020204030204" pitchFamily="49" charset="0"/>
              </a:rPr>
              <a:t>}</a:t>
            </a:r>
            <a:r>
              <a:rPr lang="en-US" sz="1100">
                <a:solidFill>
                  <a:srgbClr val="A31515"/>
                </a:solidFill>
                <a:latin typeface="Consolas" panose="020B0609020204030204" pitchFamily="49" charset="0"/>
              </a:rPr>
              <a:t> items"</a:t>
            </a:r>
            <a:r>
              <a:rPr lang="en-US" sz="1100">
                <a:solidFill>
                  <a:srgbClr val="000000"/>
                </a:solidFill>
                <a:latin typeface="Consolas" panose="020B0609020204030204" pitchFamily="49" charset="0"/>
              </a:rPr>
              <a:t>);</a:t>
            </a:r>
          </a:p>
          <a:p>
            <a:pPr lvl="1"/>
            <a:r>
              <a:rPr lang="ru-RU" sz="1100">
                <a:solidFill>
                  <a:srgbClr val="0000FF"/>
                </a:solidFill>
                <a:latin typeface="Consolas" panose="020B0609020204030204" pitchFamily="49" charset="0"/>
              </a:rPr>
              <a:t>	</a:t>
            </a:r>
            <a:r>
              <a:rPr lang="en-US" sz="1100">
                <a:solidFill>
                  <a:srgbClr val="0000FF"/>
                </a:solidFill>
                <a:latin typeface="Consolas" panose="020B0609020204030204" pitchFamily="49" charset="0"/>
              </a:rPr>
              <a:t>break</a:t>
            </a:r>
            <a:r>
              <a:rPr lang="en-US" sz="1100">
                <a:solidFill>
                  <a:srgbClr val="000000"/>
                </a:solidFill>
                <a:latin typeface="Consolas" panose="020B0609020204030204" pitchFamily="49" charset="0"/>
              </a:rPr>
              <a:t>;</a:t>
            </a:r>
          </a:p>
          <a:p>
            <a:pPr lvl="1"/>
            <a:r>
              <a:rPr lang="en-US" sz="1100">
                <a:solidFill>
                  <a:srgbClr val="0000FF"/>
                </a:solidFill>
                <a:latin typeface="Consolas" panose="020B0609020204030204" pitchFamily="49" charset="0"/>
              </a:rPr>
              <a:t>case</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IEnumerable</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ie</a:t>
            </a:r>
            <a:r>
              <a:rPr lang="en-US" sz="1100">
                <a:solidFill>
                  <a:srgbClr val="000000"/>
                </a:solidFill>
                <a:latin typeface="Consolas" panose="020B0609020204030204" pitchFamily="49" charset="0"/>
              </a:rPr>
              <a:t>:</a:t>
            </a:r>
          </a:p>
          <a:p>
            <a:pPr lvl="1"/>
            <a:r>
              <a:rPr lang="ru-RU" sz="1100">
                <a:solidFill>
                  <a:srgbClr val="0000FF"/>
                </a:solidFill>
                <a:latin typeface="Consolas" panose="020B0609020204030204" pitchFamily="49" charset="0"/>
              </a:rPr>
              <a:t>	</a:t>
            </a:r>
            <a:r>
              <a:rPr lang="en-US" sz="1100">
                <a:solidFill>
                  <a:srgbClr val="0000FF"/>
                </a:solidFill>
                <a:latin typeface="Consolas" panose="020B0609020204030204" pitchFamily="49" charset="0"/>
              </a:rPr>
              <a:t>string</a:t>
            </a:r>
            <a:r>
              <a:rPr lang="en-US" sz="1100">
                <a:solidFill>
                  <a:srgbClr val="000000"/>
                </a:solidFill>
                <a:latin typeface="Consolas" panose="020B0609020204030204" pitchFamily="49" charset="0"/>
              </a:rPr>
              <a:t> result = </a:t>
            </a:r>
            <a:r>
              <a:rPr lang="en-US" sz="1100" err="1">
                <a:solidFill>
                  <a:srgbClr val="000000"/>
                </a:solidFill>
                <a:latin typeface="Consolas" panose="020B0609020204030204" pitchFamily="49" charset="0"/>
              </a:rPr>
              <a:t>ie.Cast</a:t>
            </a:r>
            <a:r>
              <a:rPr lang="en-US" sz="1100">
                <a:solidFill>
                  <a:srgbClr val="000000"/>
                </a:solidFill>
                <a:latin typeface="Consolas" panose="020B0609020204030204" pitchFamily="49" charset="0"/>
              </a:rPr>
              <a:t>&lt;</a:t>
            </a:r>
            <a:r>
              <a:rPr lang="en-US" sz="1100">
                <a:solidFill>
                  <a:srgbClr val="0000FF"/>
                </a:solidFill>
                <a:latin typeface="Consolas" panose="020B0609020204030204" pitchFamily="49" charset="0"/>
              </a:rPr>
              <a:t>object</a:t>
            </a:r>
            <a:r>
              <a:rPr lang="en-US" sz="1100">
                <a:solidFill>
                  <a:srgbClr val="000000"/>
                </a:solidFill>
                <a:latin typeface="Consolas" panose="020B0609020204030204" pitchFamily="49" charset="0"/>
              </a:rPr>
              <a:t>&gt;().Aggregate(</a:t>
            </a:r>
            <a:r>
              <a:rPr lang="en-US" sz="1100">
                <a:solidFill>
                  <a:srgbClr val="A31515"/>
                </a:solidFill>
                <a:latin typeface="Consolas" panose="020B0609020204030204" pitchFamily="49" charset="0"/>
              </a:rPr>
              <a:t>""</a:t>
            </a:r>
            <a:r>
              <a:rPr lang="en-US" sz="1100">
                <a:solidFill>
                  <a:srgbClr val="000000"/>
                </a:solidFill>
                <a:latin typeface="Consolas" panose="020B0609020204030204" pitchFamily="49" charset="0"/>
              </a:rPr>
              <a:t>, (current, e) =&gt; current + </a:t>
            </a:r>
            <a:r>
              <a:rPr lang="en-US" sz="1100">
                <a:solidFill>
                  <a:srgbClr val="A31515"/>
                </a:solidFill>
                <a:latin typeface="Consolas" panose="020B0609020204030204" pitchFamily="49" charset="0"/>
              </a:rPr>
              <a:t>$"</a:t>
            </a:r>
            <a:r>
              <a:rPr lang="en-US" sz="1100">
                <a:solidFill>
                  <a:srgbClr val="000000"/>
                </a:solidFill>
                <a:latin typeface="Consolas" panose="020B0609020204030204" pitchFamily="49" charset="0"/>
              </a:rPr>
              <a:t>{e}</a:t>
            </a:r>
            <a:r>
              <a:rPr lang="en-US" sz="1100">
                <a:solidFill>
                  <a:srgbClr val="A31515"/>
                </a:solidFill>
                <a:latin typeface="Consolas" panose="020B0609020204030204" pitchFamily="49" charset="0"/>
              </a:rPr>
              <a:t> "</a:t>
            </a:r>
            <a:r>
              <a:rPr lang="en-US" sz="1100">
                <a:solidFill>
                  <a:srgbClr val="000000"/>
                </a:solidFill>
                <a:latin typeface="Consolas" panose="020B0609020204030204" pitchFamily="49" charset="0"/>
              </a:rPr>
              <a:t>);</a:t>
            </a:r>
          </a:p>
          <a:p>
            <a:pPr lvl="1"/>
            <a:r>
              <a:rPr lang="ru-RU"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Console.WriteLine</a:t>
            </a:r>
            <a:r>
              <a:rPr lang="en-US" sz="1100">
                <a:solidFill>
                  <a:srgbClr val="000000"/>
                </a:solidFill>
                <a:latin typeface="Consolas" panose="020B0609020204030204" pitchFamily="49" charset="0"/>
              </a:rPr>
              <a:t>(result);</a:t>
            </a:r>
          </a:p>
          <a:p>
            <a:pPr lvl="1"/>
            <a:r>
              <a:rPr lang="ru-RU" sz="1100">
                <a:solidFill>
                  <a:srgbClr val="0000FF"/>
                </a:solidFill>
                <a:latin typeface="Consolas" panose="020B0609020204030204" pitchFamily="49" charset="0"/>
              </a:rPr>
              <a:t>	</a:t>
            </a:r>
            <a:r>
              <a:rPr lang="en-US" sz="1100">
                <a:solidFill>
                  <a:srgbClr val="0000FF"/>
                </a:solidFill>
                <a:latin typeface="Consolas" panose="020B0609020204030204" pitchFamily="49" charset="0"/>
              </a:rPr>
              <a:t>break</a:t>
            </a:r>
            <a:r>
              <a:rPr lang="en-US" sz="1100">
                <a:solidFill>
                  <a:srgbClr val="000000"/>
                </a:solidFill>
                <a:latin typeface="Consolas" panose="020B0609020204030204" pitchFamily="49" charset="0"/>
              </a:rPr>
              <a:t>;</a:t>
            </a:r>
          </a:p>
          <a:p>
            <a:pPr lvl="1"/>
            <a:r>
              <a:rPr lang="en-US" sz="1100">
                <a:solidFill>
                  <a:srgbClr val="0000FF"/>
                </a:solidFill>
                <a:latin typeface="Consolas" panose="020B0609020204030204" pitchFamily="49" charset="0"/>
              </a:rPr>
              <a:t>case</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null</a:t>
            </a:r>
            <a:r>
              <a:rPr lang="en-US" sz="1100">
                <a:solidFill>
                  <a:srgbClr val="000000"/>
                </a:solidFill>
                <a:latin typeface="Consolas" panose="020B0609020204030204" pitchFamily="49" charset="0"/>
              </a:rPr>
              <a:t>:</a:t>
            </a:r>
          </a:p>
          <a:p>
            <a:pPr lvl="1"/>
            <a:r>
              <a:rPr lang="ru-RU" sz="1100">
                <a:solidFill>
                  <a:srgbClr val="008000"/>
                </a:solidFill>
                <a:latin typeface="Consolas" panose="020B0609020204030204" pitchFamily="49" charset="0"/>
              </a:rPr>
              <a:t>	</a:t>
            </a:r>
            <a:r>
              <a:rPr lang="en-US" sz="1100">
                <a:solidFill>
                  <a:srgbClr val="008000"/>
                </a:solidFill>
                <a:latin typeface="Consolas" panose="020B0609020204030204" pitchFamily="49" charset="0"/>
              </a:rPr>
              <a:t>// Do nothing for a null.</a:t>
            </a:r>
            <a:endParaRPr lang="en-US" sz="1100">
              <a:solidFill>
                <a:srgbClr val="000000"/>
              </a:solidFill>
              <a:latin typeface="Consolas" panose="020B0609020204030204" pitchFamily="49" charset="0"/>
            </a:endParaRPr>
          </a:p>
          <a:p>
            <a:pPr lvl="1"/>
            <a:r>
              <a:rPr lang="ru-RU" sz="1100">
                <a:solidFill>
                  <a:srgbClr val="0000FF"/>
                </a:solidFill>
                <a:latin typeface="Consolas" panose="020B0609020204030204" pitchFamily="49" charset="0"/>
              </a:rPr>
              <a:t>	</a:t>
            </a:r>
            <a:r>
              <a:rPr lang="en-US" sz="1100">
                <a:solidFill>
                  <a:srgbClr val="0000FF"/>
                </a:solidFill>
                <a:latin typeface="Consolas" panose="020B0609020204030204" pitchFamily="49" charset="0"/>
              </a:rPr>
              <a:t>break</a:t>
            </a:r>
            <a:r>
              <a:rPr lang="en-US" sz="1100">
                <a:solidFill>
                  <a:srgbClr val="000000"/>
                </a:solidFill>
                <a:latin typeface="Consolas" panose="020B0609020204030204" pitchFamily="49" charset="0"/>
              </a:rPr>
              <a:t>;</a:t>
            </a:r>
          </a:p>
          <a:p>
            <a:pPr lvl="1"/>
            <a:r>
              <a:rPr lang="en-US" sz="1100">
                <a:solidFill>
                  <a:srgbClr val="0000FF"/>
                </a:solidFill>
                <a:latin typeface="Consolas" panose="020B0609020204030204" pitchFamily="49" charset="0"/>
              </a:rPr>
              <a:t>default</a:t>
            </a:r>
            <a:r>
              <a:rPr lang="en-US" sz="1100">
                <a:solidFill>
                  <a:srgbClr val="000000"/>
                </a:solidFill>
                <a:latin typeface="Consolas" panose="020B0609020204030204" pitchFamily="49" charset="0"/>
              </a:rPr>
              <a:t>:</a:t>
            </a:r>
          </a:p>
          <a:p>
            <a:pPr lvl="1"/>
            <a:r>
              <a:rPr lang="ru-RU"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Console.WriteLine</a:t>
            </a:r>
            <a:r>
              <a:rPr lang="en-US" sz="1100">
                <a:solidFill>
                  <a:srgbClr val="000000"/>
                </a:solidFill>
                <a:latin typeface="Consolas" panose="020B0609020204030204" pitchFamily="49" charset="0"/>
              </a:rPr>
              <a:t>(</a:t>
            </a:r>
            <a:r>
              <a:rPr lang="en-US" sz="1100">
                <a:solidFill>
                  <a:srgbClr val="A31515"/>
                </a:solidFill>
                <a:latin typeface="Consolas" panose="020B0609020204030204" pitchFamily="49" charset="0"/>
              </a:rPr>
              <a:t>$"A instance of type </a:t>
            </a:r>
            <a:r>
              <a:rPr lang="en-US" sz="1100">
                <a:solidFill>
                  <a:srgbClr val="000000"/>
                </a:solidFill>
                <a:latin typeface="Consolas" panose="020B0609020204030204" pitchFamily="49" charset="0"/>
              </a:rPr>
              <a:t>{</a:t>
            </a:r>
            <a:r>
              <a:rPr lang="en-US" sz="1100" err="1">
                <a:solidFill>
                  <a:srgbClr val="000000"/>
                </a:solidFill>
                <a:latin typeface="Consolas" panose="020B0609020204030204" pitchFamily="49" charset="0"/>
              </a:rPr>
              <a:t>myObject.GetType</a:t>
            </a:r>
            <a:r>
              <a:rPr lang="en-US" sz="1100">
                <a:solidFill>
                  <a:srgbClr val="000000"/>
                </a:solidFill>
                <a:latin typeface="Consolas" panose="020B0609020204030204" pitchFamily="49" charset="0"/>
              </a:rPr>
              <a:t>().Name}</a:t>
            </a:r>
            <a:r>
              <a:rPr lang="en-US" sz="1100">
                <a:solidFill>
                  <a:srgbClr val="A31515"/>
                </a:solidFill>
                <a:latin typeface="Consolas" panose="020B0609020204030204" pitchFamily="49" charset="0"/>
              </a:rPr>
              <a:t>"</a:t>
            </a:r>
            <a:r>
              <a:rPr lang="en-US" sz="1100">
                <a:solidFill>
                  <a:srgbClr val="000000"/>
                </a:solidFill>
                <a:latin typeface="Consolas" panose="020B0609020204030204" pitchFamily="49" charset="0"/>
              </a:rPr>
              <a:t>);</a:t>
            </a:r>
          </a:p>
          <a:p>
            <a:pPr lvl="1"/>
            <a:r>
              <a:rPr lang="ru-RU" sz="1100">
                <a:solidFill>
                  <a:srgbClr val="0000FF"/>
                </a:solidFill>
                <a:latin typeface="Consolas" panose="020B0609020204030204" pitchFamily="49" charset="0"/>
              </a:rPr>
              <a:t>	</a:t>
            </a:r>
            <a:r>
              <a:rPr lang="en-US" sz="1100">
                <a:solidFill>
                  <a:srgbClr val="0000FF"/>
                </a:solidFill>
                <a:latin typeface="Consolas" panose="020B0609020204030204" pitchFamily="49" charset="0"/>
              </a:rPr>
              <a:t>break</a:t>
            </a:r>
            <a:r>
              <a:rPr lang="en-US" sz="1100">
                <a:solidFill>
                  <a:srgbClr val="000000"/>
                </a:solidFill>
                <a:latin typeface="Consolas" panose="020B0609020204030204" pitchFamily="49" charset="0"/>
              </a:rPr>
              <a:t>;</a:t>
            </a:r>
          </a:p>
          <a:p>
            <a:r>
              <a:rPr lang="en-US" sz="1100">
                <a:solidFill>
                  <a:srgbClr val="000000"/>
                </a:solidFill>
                <a:latin typeface="Consolas" panose="020B0609020204030204" pitchFamily="49" charset="0"/>
              </a:rPr>
              <a:t>}</a:t>
            </a:r>
            <a:endParaRPr lang="en-US" sz="600">
              <a:latin typeface="+mn-lt"/>
            </a:endParaRPr>
          </a:p>
        </p:txBody>
      </p:sp>
    </p:spTree>
    <p:extLst>
      <p:ext uri="{BB962C8B-B14F-4D97-AF65-F5344CB8AC3E}">
        <p14:creationId xmlns:p14="http://schemas.microsoft.com/office/powerpoint/2010/main" val="1066687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238ED7-C3E1-4753-BB97-DCEE3F274801}"/>
              </a:ext>
            </a:extLst>
          </p:cNvPr>
          <p:cNvSpPr>
            <a:spLocks noGrp="1"/>
          </p:cNvSpPr>
          <p:nvPr>
            <p:ph type="sldNum" sz="quarter" idx="11"/>
          </p:nvPr>
        </p:nvSpPr>
        <p:spPr/>
        <p:txBody>
          <a:bodyPr/>
          <a:lstStyle/>
          <a:p>
            <a:fld id="{E16BA917-7F09-4B8D-AF07-F52890C14046}" type="slidenum">
              <a:rPr lang="da-DK" smtClean="0"/>
              <a:pPr/>
              <a:t>9</a:t>
            </a:fld>
            <a:endParaRPr lang="da-DK"/>
          </a:p>
        </p:txBody>
      </p:sp>
      <p:sp>
        <p:nvSpPr>
          <p:cNvPr id="3" name="Text Placeholder 2">
            <a:extLst>
              <a:ext uri="{FF2B5EF4-FFF2-40B4-BE49-F238E27FC236}">
                <a16:creationId xmlns:a16="http://schemas.microsoft.com/office/drawing/2014/main" id="{C4238C83-8568-42F4-9ACB-2874BDD3AACC}"/>
              </a:ext>
            </a:extLst>
          </p:cNvPr>
          <p:cNvSpPr>
            <a:spLocks noGrp="1"/>
          </p:cNvSpPr>
          <p:nvPr>
            <p:ph type="body" sz="quarter" idx="17"/>
          </p:nvPr>
        </p:nvSpPr>
        <p:spPr/>
        <p:txBody>
          <a:bodyPr/>
          <a:lstStyle/>
          <a:p>
            <a:r>
              <a:rPr lang="en-US"/>
              <a:t>definition</a:t>
            </a:r>
            <a:endParaRPr lang="da-DK"/>
          </a:p>
        </p:txBody>
      </p:sp>
      <p:sp>
        <p:nvSpPr>
          <p:cNvPr id="4" name="Title 3">
            <a:extLst>
              <a:ext uri="{FF2B5EF4-FFF2-40B4-BE49-F238E27FC236}">
                <a16:creationId xmlns:a16="http://schemas.microsoft.com/office/drawing/2014/main" id="{8D35A18F-720B-451C-80F8-A370409DE701}"/>
              </a:ext>
            </a:extLst>
          </p:cNvPr>
          <p:cNvSpPr>
            <a:spLocks noGrp="1"/>
          </p:cNvSpPr>
          <p:nvPr>
            <p:ph type="title"/>
          </p:nvPr>
        </p:nvSpPr>
        <p:spPr/>
        <p:txBody>
          <a:bodyPr/>
          <a:lstStyle/>
          <a:p>
            <a:r>
              <a:rPr lang="en-US"/>
              <a:t>Looping statements </a:t>
            </a:r>
            <a:endParaRPr lang="da-DK"/>
          </a:p>
        </p:txBody>
      </p:sp>
      <p:sp>
        <p:nvSpPr>
          <p:cNvPr id="5" name="Content Placeholder 4">
            <a:extLst>
              <a:ext uri="{FF2B5EF4-FFF2-40B4-BE49-F238E27FC236}">
                <a16:creationId xmlns:a16="http://schemas.microsoft.com/office/drawing/2014/main" id="{3AFA6070-10AA-4ADB-868D-13C90D19FCAB}"/>
              </a:ext>
            </a:extLst>
          </p:cNvPr>
          <p:cNvSpPr>
            <a:spLocks noGrp="1"/>
          </p:cNvSpPr>
          <p:nvPr>
            <p:ph sz="quarter" idx="19"/>
          </p:nvPr>
        </p:nvSpPr>
        <p:spPr>
          <a:xfrm>
            <a:off x="672001" y="1620838"/>
            <a:ext cx="10856912" cy="4501288"/>
          </a:xfrm>
        </p:spPr>
        <p:txBody>
          <a:bodyPr/>
          <a:lstStyle/>
          <a:p>
            <a:pPr marL="0" indent="0">
              <a:buNone/>
            </a:pPr>
            <a:r>
              <a:rPr lang="en-US" sz="2400" b="0" i="0">
                <a:solidFill>
                  <a:srgbClr val="202122"/>
                </a:solidFill>
                <a:effectLst/>
                <a:latin typeface="Arial" panose="020B0604020202020204" pitchFamily="34" charset="0"/>
              </a:rPr>
              <a:t>A </a:t>
            </a:r>
            <a:r>
              <a:rPr lang="en-US" sz="2400" b="0" i="0">
                <a:solidFill>
                  <a:schemeClr val="accent2"/>
                </a:solidFill>
                <a:effectLst/>
                <a:latin typeface="Arial" panose="020B0604020202020204" pitchFamily="34" charset="0"/>
              </a:rPr>
              <a:t>loop</a:t>
            </a:r>
            <a:r>
              <a:rPr lang="en-US" sz="2400" b="0" i="0">
                <a:solidFill>
                  <a:srgbClr val="202122"/>
                </a:solidFill>
                <a:effectLst/>
                <a:latin typeface="Arial" panose="020B0604020202020204" pitchFamily="34" charset="0"/>
              </a:rPr>
              <a:t> is a sequence of statements which is specified once but which may be carried out several times in succession.</a:t>
            </a:r>
            <a:endParaRPr lang="ru-RU" sz="2400" b="0" i="0">
              <a:solidFill>
                <a:srgbClr val="202122"/>
              </a:solidFill>
              <a:effectLst/>
              <a:latin typeface="Arial" panose="020B0604020202020204" pitchFamily="34" charset="0"/>
            </a:endParaRPr>
          </a:p>
          <a:p>
            <a:pPr marL="0" indent="0">
              <a:buNone/>
            </a:pPr>
            <a:endParaRPr lang="ru-RU" sz="2400">
              <a:solidFill>
                <a:srgbClr val="202122"/>
              </a:solidFill>
              <a:latin typeface="Arial" panose="020B0604020202020204" pitchFamily="34" charset="0"/>
            </a:endParaRPr>
          </a:p>
          <a:p>
            <a:pPr marL="0" indent="0">
              <a:buNone/>
            </a:pPr>
            <a:endParaRPr lang="da-DK" sz="2400"/>
          </a:p>
        </p:txBody>
      </p:sp>
      <p:graphicFrame>
        <p:nvGraphicFramePr>
          <p:cNvPr id="6" name="Diagram 5">
            <a:extLst>
              <a:ext uri="{FF2B5EF4-FFF2-40B4-BE49-F238E27FC236}">
                <a16:creationId xmlns:a16="http://schemas.microsoft.com/office/drawing/2014/main" id="{44210B5F-07FF-4965-A794-2DE9E4FBACF0}"/>
              </a:ext>
            </a:extLst>
          </p:cNvPr>
          <p:cNvGraphicFramePr/>
          <p:nvPr>
            <p:extLst>
              <p:ext uri="{D42A27DB-BD31-4B8C-83A1-F6EECF244321}">
                <p14:modId xmlns:p14="http://schemas.microsoft.com/office/powerpoint/2010/main" val="1230925286"/>
              </p:ext>
            </p:extLst>
          </p:nvPr>
        </p:nvGraphicFramePr>
        <p:xfrm>
          <a:off x="2579188" y="2378650"/>
          <a:ext cx="7033623" cy="37434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Flowchart: Punched Tape 7">
            <a:extLst>
              <a:ext uri="{FF2B5EF4-FFF2-40B4-BE49-F238E27FC236}">
                <a16:creationId xmlns:a16="http://schemas.microsoft.com/office/drawing/2014/main" id="{114C3CE6-33D6-4A6D-AFAF-D9466AED6392}"/>
              </a:ext>
            </a:extLst>
          </p:cNvPr>
          <p:cNvSpPr/>
          <p:nvPr/>
        </p:nvSpPr>
        <p:spPr>
          <a:xfrm>
            <a:off x="7262948" y="2124440"/>
            <a:ext cx="4264950" cy="1998843"/>
          </a:xfrm>
          <a:prstGeom prst="flowChartPunchedTape">
            <a:avLst/>
          </a:prstGeom>
          <a:solidFill>
            <a:schemeClr val="accent2"/>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bg1"/>
                </a:solidFill>
              </a:rPr>
              <a:t>The for loop is used to iterate a part of the program several times. If the number of iterations is fixed, it is recommended to use for loop.</a:t>
            </a:r>
            <a:endParaRPr lang="en-US" sz="1600" err="1">
              <a:solidFill>
                <a:schemeClr val="bg1"/>
              </a:solidFill>
            </a:endParaRPr>
          </a:p>
        </p:txBody>
      </p:sp>
      <p:sp>
        <p:nvSpPr>
          <p:cNvPr id="10" name="Flowchart: Punched Tape 9">
            <a:extLst>
              <a:ext uri="{FF2B5EF4-FFF2-40B4-BE49-F238E27FC236}">
                <a16:creationId xmlns:a16="http://schemas.microsoft.com/office/drawing/2014/main" id="{8AA789EF-F4D0-458F-A298-6C592F7BDE06}"/>
              </a:ext>
            </a:extLst>
          </p:cNvPr>
          <p:cNvSpPr/>
          <p:nvPr/>
        </p:nvSpPr>
        <p:spPr>
          <a:xfrm>
            <a:off x="757647" y="3346399"/>
            <a:ext cx="4199198" cy="1998842"/>
          </a:xfrm>
          <a:prstGeom prst="flowChartPunchedTape">
            <a:avLst/>
          </a:prstGeom>
          <a:solidFill>
            <a:schemeClr val="accent3"/>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bg1"/>
                </a:solidFill>
              </a:rPr>
              <a:t>The while loop is used to iterate a part of the program several times. If the number of iterations is not fixed, it is recommended to use while loop.</a:t>
            </a:r>
            <a:endParaRPr lang="en-US" sz="1600" err="1">
              <a:solidFill>
                <a:schemeClr val="bg1"/>
              </a:solidFill>
            </a:endParaRPr>
          </a:p>
        </p:txBody>
      </p:sp>
      <p:sp>
        <p:nvSpPr>
          <p:cNvPr id="11" name="Flowchart: Punched Tape 10">
            <a:extLst>
              <a:ext uri="{FF2B5EF4-FFF2-40B4-BE49-F238E27FC236}">
                <a16:creationId xmlns:a16="http://schemas.microsoft.com/office/drawing/2014/main" id="{4AB9860C-2574-417A-B329-367EDE523501}"/>
              </a:ext>
            </a:extLst>
          </p:cNvPr>
          <p:cNvSpPr/>
          <p:nvPr/>
        </p:nvSpPr>
        <p:spPr>
          <a:xfrm>
            <a:off x="7262948" y="4310743"/>
            <a:ext cx="4362995" cy="1998843"/>
          </a:xfrm>
          <a:prstGeom prst="flowChartPunchedTape">
            <a:avLst/>
          </a:prstGeom>
          <a:solidFill>
            <a:schemeClr val="accent4"/>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bg1"/>
                </a:solidFill>
              </a:rPr>
              <a:t>The do-while loop is used to iterate a part of the program several times. Use it if the number of iterations is not fixed and you must have to execute the loop at least once.</a:t>
            </a:r>
            <a:endParaRPr lang="en-US" sz="1600" err="1">
              <a:solidFill>
                <a:schemeClr val="bg1"/>
              </a:solidFill>
            </a:endParaRPr>
          </a:p>
        </p:txBody>
      </p:sp>
    </p:spTree>
    <p:extLst>
      <p:ext uri="{BB962C8B-B14F-4D97-AF65-F5344CB8AC3E}">
        <p14:creationId xmlns:p14="http://schemas.microsoft.com/office/powerpoint/2010/main" val="2275373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86FB49-3A8F-49B9-9DF4-7FE35F6784ED}"/>
              </a:ext>
            </a:extLst>
          </p:cNvPr>
          <p:cNvSpPr>
            <a:spLocks noGrp="1"/>
          </p:cNvSpPr>
          <p:nvPr>
            <p:ph type="sldNum" sz="quarter" idx="11"/>
          </p:nvPr>
        </p:nvSpPr>
        <p:spPr/>
        <p:txBody>
          <a:bodyPr/>
          <a:lstStyle/>
          <a:p>
            <a:fld id="{E16BA917-7F09-4B8D-AF07-F52890C14046}" type="slidenum">
              <a:rPr lang="da-DK" smtClean="0"/>
              <a:pPr/>
              <a:t>10</a:t>
            </a:fld>
            <a:endParaRPr lang="da-DK"/>
          </a:p>
        </p:txBody>
      </p:sp>
      <p:sp>
        <p:nvSpPr>
          <p:cNvPr id="4" name="Title 3">
            <a:extLst>
              <a:ext uri="{FF2B5EF4-FFF2-40B4-BE49-F238E27FC236}">
                <a16:creationId xmlns:a16="http://schemas.microsoft.com/office/drawing/2014/main" id="{70E8708B-CCBA-4AA1-ACDD-C7137D8BC650}"/>
              </a:ext>
            </a:extLst>
          </p:cNvPr>
          <p:cNvSpPr>
            <a:spLocks noGrp="1"/>
          </p:cNvSpPr>
          <p:nvPr>
            <p:ph type="title"/>
          </p:nvPr>
        </p:nvSpPr>
        <p:spPr/>
        <p:txBody>
          <a:bodyPr/>
          <a:lstStyle/>
          <a:p>
            <a:r>
              <a:rPr lang="en-US"/>
              <a:t>Looping statements </a:t>
            </a:r>
            <a:endParaRPr lang="da-DK"/>
          </a:p>
        </p:txBody>
      </p:sp>
      <p:sp>
        <p:nvSpPr>
          <p:cNvPr id="5" name="Text Placeholder 2">
            <a:extLst>
              <a:ext uri="{FF2B5EF4-FFF2-40B4-BE49-F238E27FC236}">
                <a16:creationId xmlns:a16="http://schemas.microsoft.com/office/drawing/2014/main" id="{8312C2AB-BC82-4AEB-9637-F6F3E5F62ED6}"/>
              </a:ext>
            </a:extLst>
          </p:cNvPr>
          <p:cNvSpPr>
            <a:spLocks noGrp="1"/>
          </p:cNvSpPr>
          <p:nvPr>
            <p:ph type="body" sz="quarter" idx="17"/>
          </p:nvPr>
        </p:nvSpPr>
        <p:spPr>
          <a:xfrm>
            <a:off x="670985" y="1056000"/>
            <a:ext cx="10850033" cy="402384"/>
          </a:xfrm>
        </p:spPr>
        <p:txBody>
          <a:bodyPr/>
          <a:lstStyle/>
          <a:p>
            <a:r>
              <a:rPr lang="en-US"/>
              <a:t>THE While, Do-WHILE loop</a:t>
            </a:r>
            <a:endParaRPr lang="da-DK"/>
          </a:p>
        </p:txBody>
      </p:sp>
      <p:sp>
        <p:nvSpPr>
          <p:cNvPr id="8" name="TextBox 7">
            <a:extLst>
              <a:ext uri="{FF2B5EF4-FFF2-40B4-BE49-F238E27FC236}">
                <a16:creationId xmlns:a16="http://schemas.microsoft.com/office/drawing/2014/main" id="{94810CD0-D89A-4793-A16D-E7630EC88FC5}"/>
              </a:ext>
            </a:extLst>
          </p:cNvPr>
          <p:cNvSpPr txBox="1"/>
          <p:nvPr/>
        </p:nvSpPr>
        <p:spPr>
          <a:xfrm>
            <a:off x="670985" y="1637211"/>
            <a:ext cx="5425015" cy="4450080"/>
          </a:xfrm>
          <a:prstGeom prst="rect">
            <a:avLst/>
          </a:prstGeom>
          <a:noFill/>
        </p:spPr>
        <p:txBody>
          <a:bodyPr wrap="square" lIns="0" tIns="0" rIns="0" bIns="0" rtlCol="0">
            <a:noAutofit/>
          </a:bodyPr>
          <a:lstStyle/>
          <a:p>
            <a:r>
              <a:rPr lang="en-US" sz="1400">
                <a:latin typeface="+mn-lt"/>
              </a:rPr>
              <a:t>The </a:t>
            </a:r>
            <a:r>
              <a:rPr lang="en-US" sz="1400">
                <a:solidFill>
                  <a:schemeClr val="accent2"/>
                </a:solidFill>
                <a:latin typeface="Consolas" panose="020B0609020204030204" pitchFamily="49" charset="0"/>
              </a:rPr>
              <a:t>do-while </a:t>
            </a:r>
            <a:r>
              <a:rPr lang="en-US" sz="1400">
                <a:solidFill>
                  <a:schemeClr val="accent2"/>
                </a:solidFill>
                <a:latin typeface="+mn-lt"/>
              </a:rPr>
              <a:t>loop </a:t>
            </a:r>
            <a:r>
              <a:rPr lang="en-US" sz="1400">
                <a:latin typeface="+mn-lt"/>
              </a:rPr>
              <a:t>is a simple loop construct in which the test expression is performed at the bottom of the loop.</a:t>
            </a:r>
            <a:endParaRPr lang="en-US" sz="1400">
              <a:solidFill>
                <a:srgbClr val="0000FF"/>
              </a:solidFill>
              <a:latin typeface="Consolas" panose="020B0609020204030204" pitchFamily="49" charset="0"/>
            </a:endParaRPr>
          </a:p>
          <a:p>
            <a:endParaRPr lang="en-US" sz="1400">
              <a:solidFill>
                <a:srgbClr val="0000FF"/>
              </a:solidFill>
              <a:latin typeface="Consolas" panose="020B0609020204030204" pitchFamily="49" charset="0"/>
            </a:endParaRPr>
          </a:p>
          <a:p>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firstName, lastName;</a:t>
            </a:r>
          </a:p>
          <a:p>
            <a:r>
              <a:rPr lang="en-US" sz="1400">
                <a:solidFill>
                  <a:srgbClr val="0000FF"/>
                </a:solidFill>
                <a:latin typeface="Consolas" panose="020B0609020204030204" pitchFamily="49" charset="0"/>
              </a:rPr>
              <a:t>do</a:t>
            </a:r>
            <a:r>
              <a:rPr lang="en-US" sz="1400">
                <a:solidFill>
                  <a:srgbClr val="000000"/>
                </a:solidFill>
                <a:latin typeface="Consolas" panose="020B0609020204030204" pitchFamily="49" charset="0"/>
              </a:rPr>
              <a:t> {</a:t>
            </a:r>
          </a:p>
          <a:p>
            <a:r>
              <a:rPr lang="en-US" sz="1400">
                <a:solidFill>
                  <a:srgbClr val="000000"/>
                </a:solidFill>
                <a:latin typeface="Consolas" panose="020B0609020204030204" pitchFamily="49" charset="0"/>
              </a:rPr>
              <a:t>	Console.WriteLine(</a:t>
            </a:r>
            <a:r>
              <a:rPr lang="en-US" sz="1400">
                <a:solidFill>
                  <a:srgbClr val="A31515"/>
                </a:solidFill>
                <a:latin typeface="Consolas" panose="020B0609020204030204" pitchFamily="49" charset="0"/>
              </a:rPr>
              <a:t>"What is your first name?"</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firstName = Console.ReadLine();</a:t>
            </a:r>
          </a:p>
          <a:p>
            <a:r>
              <a:rPr lang="en-US" sz="1400">
                <a:solidFill>
                  <a:srgbClr val="000000"/>
                </a:solidFill>
                <a:latin typeface="Consolas" panose="020B0609020204030204" pitchFamily="49" charset="0"/>
              </a:rPr>
              <a:t>	Console.WriteLine(</a:t>
            </a:r>
            <a:r>
              <a:rPr lang="en-US" sz="1400">
                <a:solidFill>
                  <a:srgbClr val="A31515"/>
                </a:solidFill>
                <a:latin typeface="Consolas" panose="020B0609020204030204" pitchFamily="49" charset="0"/>
              </a:rPr>
              <a:t>"What is your last name?"</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lastName = Console.ReadLine();</a:t>
            </a: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while</a:t>
            </a:r>
            <a:r>
              <a:rPr lang="en-US" sz="1400">
                <a:solidFill>
                  <a:srgbClr val="000000"/>
                </a:solidFill>
                <a:latin typeface="Consolas" panose="020B0609020204030204" pitchFamily="49" charset="0"/>
              </a:rPr>
              <a:t> (ValidateInput(firstName, lastName));</a:t>
            </a:r>
            <a:endParaRPr lang="en-US" sz="1200">
              <a:latin typeface="+mn-lt"/>
            </a:endParaRPr>
          </a:p>
        </p:txBody>
      </p:sp>
      <p:sp>
        <p:nvSpPr>
          <p:cNvPr id="10" name="TextBox 9">
            <a:extLst>
              <a:ext uri="{FF2B5EF4-FFF2-40B4-BE49-F238E27FC236}">
                <a16:creationId xmlns:a16="http://schemas.microsoft.com/office/drawing/2014/main" id="{A84A78F2-ECC5-44D7-9AE2-FF72529EC557}"/>
              </a:ext>
            </a:extLst>
          </p:cNvPr>
          <p:cNvSpPr txBox="1"/>
          <p:nvPr/>
        </p:nvSpPr>
        <p:spPr>
          <a:xfrm>
            <a:off x="6318493" y="1637211"/>
            <a:ext cx="5425015" cy="4450080"/>
          </a:xfrm>
          <a:prstGeom prst="rect">
            <a:avLst/>
          </a:prstGeom>
          <a:noFill/>
        </p:spPr>
        <p:txBody>
          <a:bodyPr wrap="square" lIns="0" tIns="0" rIns="0" bIns="0" rtlCol="0">
            <a:noAutofit/>
          </a:bodyPr>
          <a:lstStyle/>
          <a:p>
            <a:r>
              <a:rPr lang="en-US" sz="1400">
                <a:latin typeface="+mn-lt"/>
              </a:rPr>
              <a:t>The </a:t>
            </a:r>
            <a:r>
              <a:rPr lang="en-US" sz="1400">
                <a:solidFill>
                  <a:schemeClr val="accent2"/>
                </a:solidFill>
                <a:latin typeface="Consolas" panose="020B0609020204030204" pitchFamily="49" charset="0"/>
              </a:rPr>
              <a:t>while </a:t>
            </a:r>
            <a:r>
              <a:rPr lang="en-US" sz="1400">
                <a:solidFill>
                  <a:schemeClr val="accent2"/>
                </a:solidFill>
                <a:latin typeface="+mn-lt"/>
              </a:rPr>
              <a:t>loop </a:t>
            </a:r>
            <a:r>
              <a:rPr lang="en-US" sz="1400">
                <a:latin typeface="+mn-lt"/>
              </a:rPr>
              <a:t>is a simple loop construct in which the test expression is performed at the tope of the loop.</a:t>
            </a:r>
            <a:endParaRPr lang="en-US" sz="1400">
              <a:solidFill>
                <a:srgbClr val="0000FF"/>
              </a:solidFill>
              <a:latin typeface="Consolas" panose="020B0609020204030204" pitchFamily="49" charset="0"/>
            </a:endParaRPr>
          </a:p>
          <a:p>
            <a:endParaRPr lang="en-US" sz="1400">
              <a:solidFill>
                <a:srgbClr val="0000FF"/>
              </a:solidFill>
              <a:latin typeface="Consolas" panose="020B0609020204030204" pitchFamily="49" charset="0"/>
            </a:endParaRPr>
          </a:p>
          <a:p>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firstName, lastName;</a:t>
            </a:r>
          </a:p>
          <a:p>
            <a:r>
              <a:rPr lang="en-US" sz="1400">
                <a:solidFill>
                  <a:srgbClr val="0000FF"/>
                </a:solidFill>
                <a:latin typeface="Consolas" panose="020B0609020204030204" pitchFamily="49" charset="0"/>
              </a:rPr>
              <a:t>while</a:t>
            </a:r>
            <a:r>
              <a:rPr lang="en-US" sz="1400">
                <a:solidFill>
                  <a:srgbClr val="000000"/>
                </a:solidFill>
                <a:latin typeface="Consolas" panose="020B0609020204030204" pitchFamily="49" charset="0"/>
              </a:rPr>
              <a:t>(</a:t>
            </a:r>
            <a:r>
              <a:rPr lang="en-US" sz="1400">
                <a:solidFill>
                  <a:srgbClr val="0000FF"/>
                </a:solidFill>
                <a:latin typeface="Consolas" panose="020B0609020204030204" pitchFamily="49" charset="0"/>
              </a:rPr>
              <a:t>true</a:t>
            </a:r>
            <a:r>
              <a:rPr lang="en-US" sz="1400">
                <a:solidFill>
                  <a:srgbClr val="000000"/>
                </a:solidFill>
                <a:latin typeface="Consolas" panose="020B0609020204030204" pitchFamily="49" charset="0"/>
              </a:rPr>
              <a:t>) {</a:t>
            </a:r>
          </a:p>
          <a:p>
            <a:r>
              <a:rPr lang="en-US" sz="1400">
                <a:solidFill>
                  <a:srgbClr val="000000"/>
                </a:solidFill>
                <a:latin typeface="Consolas" panose="020B0609020204030204" pitchFamily="49" charset="0"/>
              </a:rPr>
              <a:t>	Console.WriteLine(</a:t>
            </a:r>
            <a:r>
              <a:rPr lang="en-US" sz="1400">
                <a:solidFill>
                  <a:srgbClr val="A31515"/>
                </a:solidFill>
                <a:latin typeface="Consolas" panose="020B0609020204030204" pitchFamily="49" charset="0"/>
              </a:rPr>
              <a:t>"What is your first name?"</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firstName = Console.ReadLine();</a:t>
            </a:r>
          </a:p>
          <a:p>
            <a:r>
              <a:rPr lang="en-US" sz="1400">
                <a:solidFill>
                  <a:srgbClr val="000000"/>
                </a:solidFill>
                <a:latin typeface="Consolas" panose="020B0609020204030204" pitchFamily="49" charset="0"/>
              </a:rPr>
              <a:t>	Console.WriteLine(</a:t>
            </a:r>
            <a:r>
              <a:rPr lang="en-US" sz="1400">
                <a:solidFill>
                  <a:srgbClr val="A31515"/>
                </a:solidFill>
                <a:latin typeface="Consolas" panose="020B0609020204030204" pitchFamily="49" charset="0"/>
              </a:rPr>
              <a:t>"What is your last name?"</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lastName = Console.ReadLine();</a:t>
            </a:r>
          </a:p>
          <a:p>
            <a:endParaRPr lang="en-US" sz="1400">
              <a:solidFill>
                <a:srgbClr val="000000"/>
              </a:solidFill>
              <a:latin typeface="Consolas" panose="020B0609020204030204" pitchFamily="49" charset="0"/>
            </a:endParaRPr>
          </a:p>
          <a:p>
            <a:r>
              <a:rPr lang="en-US" sz="1400">
                <a:solidFill>
                  <a:srgbClr val="0000FF"/>
                </a:solidFill>
                <a:latin typeface="Consolas" panose="020B0609020204030204" pitchFamily="49" charset="0"/>
              </a:rPr>
              <a:t>	if</a:t>
            </a:r>
            <a:r>
              <a:rPr lang="en-US" sz="1400">
                <a:solidFill>
                  <a:srgbClr val="000000"/>
                </a:solidFill>
                <a:latin typeface="Consolas" panose="020B0609020204030204" pitchFamily="49" charset="0"/>
              </a:rPr>
              <a:t> (ValidateInput(firstName, lastName)) {</a:t>
            </a:r>
          </a:p>
          <a:p>
            <a:r>
              <a:rPr lang="en-US" sz="1400">
                <a:solidFill>
                  <a:srgbClr val="0000FF"/>
                </a:solidFill>
                <a:latin typeface="Consolas" panose="020B0609020204030204" pitchFamily="49" charset="0"/>
              </a:rPr>
              <a:t>		break</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p>
          <a:p>
            <a:r>
              <a:rPr lang="en-US" sz="1400">
                <a:solidFill>
                  <a:srgbClr val="000000"/>
                </a:solidFill>
                <a:latin typeface="Consolas" panose="020B0609020204030204" pitchFamily="49" charset="0"/>
              </a:rPr>
              <a:t>} </a:t>
            </a:r>
            <a:endParaRPr lang="en-US" sz="1050">
              <a:latin typeface="+mn-lt"/>
            </a:endParaRPr>
          </a:p>
        </p:txBody>
      </p:sp>
      <p:sp>
        <p:nvSpPr>
          <p:cNvPr id="12" name="Thought Bubble: Cloud 11">
            <a:extLst>
              <a:ext uri="{FF2B5EF4-FFF2-40B4-BE49-F238E27FC236}">
                <a16:creationId xmlns:a16="http://schemas.microsoft.com/office/drawing/2014/main" id="{78A0C8FC-B9CE-4043-81D1-C709B1F5EB2A}"/>
              </a:ext>
            </a:extLst>
          </p:cNvPr>
          <p:cNvSpPr/>
          <p:nvPr/>
        </p:nvSpPr>
        <p:spPr>
          <a:xfrm>
            <a:off x="1741714" y="3999324"/>
            <a:ext cx="4131793" cy="2087967"/>
          </a:xfrm>
          <a:prstGeom prst="cloudCallou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do-while is perfect for this example because we need to execute the statement at least once</a:t>
            </a:r>
          </a:p>
        </p:txBody>
      </p:sp>
    </p:spTree>
    <p:extLst>
      <p:ext uri="{BB962C8B-B14F-4D97-AF65-F5344CB8AC3E}">
        <p14:creationId xmlns:p14="http://schemas.microsoft.com/office/powerpoint/2010/main" val="3218173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057A5A-48FA-457D-A037-1DD6A207006D}"/>
              </a:ext>
            </a:extLst>
          </p:cNvPr>
          <p:cNvSpPr>
            <a:spLocks noGrp="1"/>
          </p:cNvSpPr>
          <p:nvPr>
            <p:ph type="sldNum" sz="quarter" idx="11"/>
          </p:nvPr>
        </p:nvSpPr>
        <p:spPr/>
        <p:txBody>
          <a:bodyPr/>
          <a:lstStyle/>
          <a:p>
            <a:fld id="{E16BA917-7F09-4B8D-AF07-F52890C14046}" type="slidenum">
              <a:rPr lang="da-DK" smtClean="0"/>
              <a:pPr/>
              <a:t>11</a:t>
            </a:fld>
            <a:endParaRPr lang="da-DK"/>
          </a:p>
        </p:txBody>
      </p:sp>
      <p:sp>
        <p:nvSpPr>
          <p:cNvPr id="4" name="Title 3">
            <a:extLst>
              <a:ext uri="{FF2B5EF4-FFF2-40B4-BE49-F238E27FC236}">
                <a16:creationId xmlns:a16="http://schemas.microsoft.com/office/drawing/2014/main" id="{775477FA-12EA-4001-BF98-D116462BBA4C}"/>
              </a:ext>
            </a:extLst>
          </p:cNvPr>
          <p:cNvSpPr>
            <a:spLocks noGrp="1"/>
          </p:cNvSpPr>
          <p:nvPr>
            <p:ph type="title"/>
          </p:nvPr>
        </p:nvSpPr>
        <p:spPr/>
        <p:txBody>
          <a:bodyPr/>
          <a:lstStyle/>
          <a:p>
            <a:r>
              <a:rPr lang="en-US"/>
              <a:t>Looping statements </a:t>
            </a:r>
            <a:endParaRPr lang="da-DK"/>
          </a:p>
        </p:txBody>
      </p:sp>
      <p:sp>
        <p:nvSpPr>
          <p:cNvPr id="5" name="Text Placeholder 2">
            <a:extLst>
              <a:ext uri="{FF2B5EF4-FFF2-40B4-BE49-F238E27FC236}">
                <a16:creationId xmlns:a16="http://schemas.microsoft.com/office/drawing/2014/main" id="{9DBFBA7C-1A6A-4358-B428-64B9F6307643}"/>
              </a:ext>
            </a:extLst>
          </p:cNvPr>
          <p:cNvSpPr>
            <a:spLocks noGrp="1"/>
          </p:cNvSpPr>
          <p:nvPr>
            <p:ph type="body" sz="quarter" idx="17"/>
          </p:nvPr>
        </p:nvSpPr>
        <p:spPr>
          <a:xfrm>
            <a:off x="670985" y="1056000"/>
            <a:ext cx="10850033" cy="402384"/>
          </a:xfrm>
        </p:spPr>
        <p:txBody>
          <a:bodyPr/>
          <a:lstStyle/>
          <a:p>
            <a:r>
              <a:rPr lang="en-US"/>
              <a:t>The for loop</a:t>
            </a:r>
            <a:endParaRPr lang="da-DK"/>
          </a:p>
        </p:txBody>
      </p:sp>
      <p:sp>
        <p:nvSpPr>
          <p:cNvPr id="3" name="TextBox 2">
            <a:extLst>
              <a:ext uri="{FF2B5EF4-FFF2-40B4-BE49-F238E27FC236}">
                <a16:creationId xmlns:a16="http://schemas.microsoft.com/office/drawing/2014/main" id="{4CD2D430-8320-4DC5-A477-18CAA44EC8C5}"/>
              </a:ext>
            </a:extLst>
          </p:cNvPr>
          <p:cNvSpPr txBox="1"/>
          <p:nvPr/>
        </p:nvSpPr>
        <p:spPr>
          <a:xfrm>
            <a:off x="649138" y="1692100"/>
            <a:ext cx="11127703" cy="3589347"/>
          </a:xfrm>
          <a:prstGeom prst="rect">
            <a:avLst/>
          </a:prstGeom>
          <a:noFill/>
        </p:spPr>
        <p:txBody>
          <a:bodyPr wrap="square" lIns="0" tIns="0" rIns="0" bIns="0" rtlCol="0">
            <a:noAutofit/>
          </a:bodyPr>
          <a:lstStyle/>
          <a:p>
            <a:pPr marL="0" indent="0" defTabSz="179388">
              <a:spcAft>
                <a:spcPts val="600"/>
              </a:spcAft>
              <a:buClr>
                <a:srgbClr val="00DEE6"/>
              </a:buClr>
              <a:buFont typeface="Arial" panose="020B0604020202020204" pitchFamily="34" charset="0"/>
              <a:buNone/>
            </a:pPr>
            <a:r>
              <a:rPr lang="en-US">
                <a:latin typeface="+mn-lt"/>
              </a:rPr>
              <a:t>The </a:t>
            </a:r>
            <a:r>
              <a:rPr lang="en-US">
                <a:solidFill>
                  <a:schemeClr val="accent2"/>
                </a:solidFill>
                <a:latin typeface="Consolas" panose="020B0609020204030204" pitchFamily="49" charset="0"/>
              </a:rPr>
              <a:t>for-loop</a:t>
            </a:r>
            <a:r>
              <a:rPr lang="en-US">
                <a:solidFill>
                  <a:schemeClr val="accent2"/>
                </a:solidFill>
                <a:latin typeface="+mn-lt"/>
              </a:rPr>
              <a:t> </a:t>
            </a:r>
            <a:r>
              <a:rPr lang="en-US">
                <a:latin typeface="+mn-lt"/>
              </a:rPr>
              <a:t>construct executes the body of the loop if the test expression returns true when it is evaluated at the top of the loop. </a:t>
            </a:r>
          </a:p>
          <a:p>
            <a:pPr marL="0" indent="0" defTabSz="179388">
              <a:spcAft>
                <a:spcPts val="600"/>
              </a:spcAft>
              <a:buClr>
                <a:srgbClr val="00DEE6"/>
              </a:buClr>
              <a:buFont typeface="Arial" panose="020B0604020202020204" pitchFamily="34" charset="0"/>
              <a:buNone/>
            </a:pPr>
            <a:endParaRPr lang="en-US">
              <a:latin typeface="+mn-lt"/>
            </a:endParaRPr>
          </a:p>
          <a:p>
            <a:r>
              <a:rPr lang="nn-NO" sz="1400">
                <a:solidFill>
                  <a:srgbClr val="0000FF"/>
                </a:solidFill>
                <a:latin typeface="Consolas" panose="020B0609020204030204" pitchFamily="49" charset="0"/>
              </a:rPr>
              <a:t>for</a:t>
            </a:r>
            <a:r>
              <a:rPr lang="nn-NO" sz="1400">
                <a:solidFill>
                  <a:srgbClr val="000000"/>
                </a:solidFill>
                <a:latin typeface="Consolas" panose="020B0609020204030204" pitchFamily="49" charset="0"/>
              </a:rPr>
              <a:t> (</a:t>
            </a:r>
            <a:r>
              <a:rPr lang="nn-NO" sz="1400">
                <a:solidFill>
                  <a:srgbClr val="0000FF"/>
                </a:solidFill>
                <a:latin typeface="Consolas" panose="020B0609020204030204" pitchFamily="49" charset="0"/>
              </a:rPr>
              <a:t>int</a:t>
            </a:r>
            <a:r>
              <a:rPr lang="nn-NO" sz="1400">
                <a:solidFill>
                  <a:srgbClr val="000000"/>
                </a:solidFill>
                <a:latin typeface="Consolas" panose="020B0609020204030204" pitchFamily="49" charset="0"/>
              </a:rPr>
              <a:t> i = 0; i &lt; 5; i++) {</a:t>
            </a:r>
          </a:p>
          <a:p>
            <a:r>
              <a:rPr lang="en-US" sz="1400">
                <a:solidFill>
                  <a:srgbClr val="000000"/>
                </a:solidFill>
                <a:latin typeface="Consolas" panose="020B0609020204030204" pitchFamily="49" charset="0"/>
              </a:rPr>
              <a:t>    Console.WriteLine(</a:t>
            </a:r>
            <a:r>
              <a:rPr lang="en-US" sz="1400">
                <a:solidFill>
                  <a:srgbClr val="A31515"/>
                </a:solidFill>
                <a:latin typeface="Consolas" panose="020B0609020204030204" pitchFamily="49" charset="0"/>
              </a:rPr>
              <a:t>$"Current iteration: </a:t>
            </a:r>
            <a:r>
              <a:rPr lang="en-US" sz="1400">
                <a:solidFill>
                  <a:srgbClr val="000000"/>
                </a:solidFill>
                <a:latin typeface="Consolas" panose="020B0609020204030204" pitchFamily="49" charset="0"/>
              </a:rPr>
              <a:t>{i}</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a:t>
            </a:r>
            <a:endParaRPr lang="en-US" sz="1400">
              <a:latin typeface="Consolas" panose="020B0609020204030204" pitchFamily="49" charset="0"/>
            </a:endParaRPr>
          </a:p>
          <a:p>
            <a:pPr defTabSz="179388">
              <a:buClr>
                <a:srgbClr val="00DEE6"/>
              </a:buClr>
            </a:pPr>
            <a:endParaRPr lang="en-US" sz="1600">
              <a:latin typeface="+mn-lt"/>
            </a:endParaRPr>
          </a:p>
          <a:p>
            <a:pPr defTabSz="179388">
              <a:buClr>
                <a:srgbClr val="00DEE6"/>
              </a:buClr>
            </a:pPr>
            <a:endParaRPr lang="en-US" sz="1600">
              <a:latin typeface="+mn-lt"/>
            </a:endParaRPr>
          </a:p>
          <a:p>
            <a:r>
              <a:rPr lang="en-US" sz="1600">
                <a:solidFill>
                  <a:schemeClr val="bg1"/>
                </a:solidFill>
                <a:latin typeface="Consolas" panose="020B0609020204030204" pitchFamily="49" charset="0"/>
              </a:rPr>
              <a:t>	</a:t>
            </a:r>
            <a:endParaRPr lang="en-US" sz="1600">
              <a:solidFill>
                <a:schemeClr val="bg1"/>
              </a:solidFill>
              <a:highlight>
                <a:srgbClr val="000000"/>
              </a:highlight>
              <a:latin typeface="Consolas" panose="020B0609020204030204" pitchFamily="49" charset="0"/>
            </a:endParaRPr>
          </a:p>
        </p:txBody>
      </p:sp>
      <p:sp>
        <p:nvSpPr>
          <p:cNvPr id="7" name="Arrow: Down 6">
            <a:extLst>
              <a:ext uri="{FF2B5EF4-FFF2-40B4-BE49-F238E27FC236}">
                <a16:creationId xmlns:a16="http://schemas.microsoft.com/office/drawing/2014/main" id="{4BE4602A-0F87-4211-91AF-96F1CCCDB397}"/>
              </a:ext>
            </a:extLst>
          </p:cNvPr>
          <p:cNvSpPr/>
          <p:nvPr/>
        </p:nvSpPr>
        <p:spPr>
          <a:xfrm>
            <a:off x="2250088" y="3395286"/>
            <a:ext cx="679269" cy="533400"/>
          </a:xfrm>
          <a:prstGeom prst="downArrow">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8" name="TextBox 7">
            <a:extLst>
              <a:ext uri="{FF2B5EF4-FFF2-40B4-BE49-F238E27FC236}">
                <a16:creationId xmlns:a16="http://schemas.microsoft.com/office/drawing/2014/main" id="{07B05C96-EB9B-4AE6-ACB6-E3990210552E}"/>
              </a:ext>
            </a:extLst>
          </p:cNvPr>
          <p:cNvSpPr txBox="1"/>
          <p:nvPr/>
        </p:nvSpPr>
        <p:spPr>
          <a:xfrm>
            <a:off x="1507007" y="4102006"/>
            <a:ext cx="2685093" cy="12035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solidFill>
                  <a:srgbClr val="A31515"/>
                </a:solidFill>
                <a:latin typeface="Consolas" panose="020B0609020204030204" pitchFamily="49" charset="0"/>
              </a:rPr>
              <a:t>Current iteration:</a:t>
            </a:r>
            <a:r>
              <a:rPr lang="ru-RU" sz="1600">
                <a:solidFill>
                  <a:srgbClr val="A31515"/>
                </a:solidFill>
                <a:latin typeface="Consolas" panose="020B0609020204030204" pitchFamily="49" charset="0"/>
              </a:rPr>
              <a:t> 0</a:t>
            </a:r>
          </a:p>
          <a:p>
            <a:pPr defTabSz="179388">
              <a:buClr>
                <a:srgbClr val="00DEE6"/>
              </a:buClr>
            </a:pPr>
            <a:r>
              <a:rPr lang="en-US" sz="1600">
                <a:solidFill>
                  <a:srgbClr val="A31515"/>
                </a:solidFill>
                <a:latin typeface="Consolas" panose="020B0609020204030204" pitchFamily="49" charset="0"/>
              </a:rPr>
              <a:t>Current iteration:</a:t>
            </a:r>
            <a:r>
              <a:rPr lang="ru-RU" sz="1600">
                <a:solidFill>
                  <a:srgbClr val="A31515"/>
                </a:solidFill>
                <a:latin typeface="Consolas" panose="020B0609020204030204" pitchFamily="49" charset="0"/>
              </a:rPr>
              <a:t> 1</a:t>
            </a:r>
          </a:p>
          <a:p>
            <a:pPr defTabSz="179388">
              <a:buClr>
                <a:srgbClr val="00DEE6"/>
              </a:buClr>
            </a:pPr>
            <a:r>
              <a:rPr lang="en-US" sz="1600">
                <a:solidFill>
                  <a:srgbClr val="A31515"/>
                </a:solidFill>
                <a:latin typeface="Consolas" panose="020B0609020204030204" pitchFamily="49" charset="0"/>
              </a:rPr>
              <a:t>Current iteration:</a:t>
            </a:r>
            <a:r>
              <a:rPr lang="ru-RU" sz="1600">
                <a:solidFill>
                  <a:srgbClr val="A31515"/>
                </a:solidFill>
                <a:latin typeface="Consolas" panose="020B0609020204030204" pitchFamily="49" charset="0"/>
              </a:rPr>
              <a:t> 2</a:t>
            </a:r>
          </a:p>
          <a:p>
            <a:pPr defTabSz="179388">
              <a:buClr>
                <a:srgbClr val="00DEE6"/>
              </a:buClr>
            </a:pPr>
            <a:r>
              <a:rPr lang="en-US" sz="1600">
                <a:solidFill>
                  <a:srgbClr val="A31515"/>
                </a:solidFill>
                <a:latin typeface="Consolas" panose="020B0609020204030204" pitchFamily="49" charset="0"/>
              </a:rPr>
              <a:t>Current iteration:</a:t>
            </a:r>
            <a:r>
              <a:rPr lang="ru-RU" sz="1600">
                <a:solidFill>
                  <a:srgbClr val="A31515"/>
                </a:solidFill>
                <a:latin typeface="Consolas" panose="020B0609020204030204" pitchFamily="49" charset="0"/>
              </a:rPr>
              <a:t> 3</a:t>
            </a:r>
          </a:p>
          <a:p>
            <a:pPr defTabSz="179388">
              <a:buClr>
                <a:srgbClr val="00DEE6"/>
              </a:buClr>
            </a:pPr>
            <a:r>
              <a:rPr lang="en-US" sz="1600">
                <a:solidFill>
                  <a:srgbClr val="A31515"/>
                </a:solidFill>
                <a:latin typeface="Consolas" panose="020B0609020204030204" pitchFamily="49" charset="0"/>
              </a:rPr>
              <a:t>Current iteration:</a:t>
            </a:r>
            <a:r>
              <a:rPr lang="ru-RU" sz="1600">
                <a:solidFill>
                  <a:srgbClr val="A31515"/>
                </a:solidFill>
                <a:latin typeface="Consolas" panose="020B0609020204030204" pitchFamily="49" charset="0"/>
              </a:rPr>
              <a:t> 4</a:t>
            </a:r>
            <a:endParaRPr lang="en-US" sz="1600">
              <a:latin typeface="+mn-lt"/>
            </a:endParaRPr>
          </a:p>
          <a:p>
            <a:pPr defTabSz="179388">
              <a:buClr>
                <a:srgbClr val="00DEE6"/>
              </a:buClr>
            </a:pPr>
            <a:endParaRPr lang="en-US" sz="1600">
              <a:latin typeface="+mn-lt"/>
            </a:endParaRPr>
          </a:p>
          <a:p>
            <a:pPr marL="0" indent="0" defTabSz="179388">
              <a:buClr>
                <a:srgbClr val="00DEE6"/>
              </a:buClr>
              <a:buFont typeface="Arial" panose="020B0604020202020204" pitchFamily="34" charset="0"/>
              <a:buNone/>
            </a:pPr>
            <a:endParaRPr lang="en-US" sz="1600" err="1">
              <a:latin typeface="+mn-lt"/>
            </a:endParaRPr>
          </a:p>
        </p:txBody>
      </p:sp>
      <p:sp>
        <p:nvSpPr>
          <p:cNvPr id="11" name="TextBox 10">
            <a:extLst>
              <a:ext uri="{FF2B5EF4-FFF2-40B4-BE49-F238E27FC236}">
                <a16:creationId xmlns:a16="http://schemas.microsoft.com/office/drawing/2014/main" id="{632B2CE8-C8D1-46B0-B1B5-1492F85EF44A}"/>
              </a:ext>
            </a:extLst>
          </p:cNvPr>
          <p:cNvSpPr txBox="1"/>
          <p:nvPr/>
        </p:nvSpPr>
        <p:spPr>
          <a:xfrm>
            <a:off x="5853221" y="3719350"/>
            <a:ext cx="2346612" cy="2893100"/>
          </a:xfrm>
          <a:prstGeom prst="rect">
            <a:avLst/>
          </a:prstGeom>
          <a:noFill/>
        </p:spPr>
        <p:txBody>
          <a:bodyPr wrap="square">
            <a:spAutoFit/>
          </a:bodyPr>
          <a:lstStyle/>
          <a:p>
            <a:r>
              <a:rPr lang="nn-NO" sz="1400">
                <a:solidFill>
                  <a:srgbClr val="0000FF"/>
                </a:solidFill>
                <a:latin typeface="Consolas" panose="020B0609020204030204" pitchFamily="49" charset="0"/>
              </a:rPr>
              <a:t>for</a:t>
            </a:r>
            <a:r>
              <a:rPr lang="nn-NO" sz="1400">
                <a:solidFill>
                  <a:srgbClr val="000000"/>
                </a:solidFill>
                <a:latin typeface="Consolas" panose="020B0609020204030204" pitchFamily="49" charset="0"/>
              </a:rPr>
              <a:t> (; i &lt; 5; i++) {</a:t>
            </a:r>
          </a:p>
          <a:p>
            <a:r>
              <a:rPr lang="en-US" sz="1400">
                <a:solidFill>
                  <a:srgbClr val="000000"/>
                </a:solidFill>
                <a:latin typeface="Consolas" panose="020B0609020204030204" pitchFamily="49" charset="0"/>
              </a:rPr>
              <a:t>    </a:t>
            </a:r>
            <a:r>
              <a:rPr lang="en-GB" sz="1400">
                <a:solidFill>
                  <a:srgbClr val="000000"/>
                </a:solidFill>
                <a:latin typeface="Consolas" panose="020B0609020204030204" pitchFamily="49" charset="0"/>
              </a:rPr>
              <a:t>…</a:t>
            </a:r>
            <a:endParaRPr lang="en-US"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a:t>
            </a:r>
          </a:p>
          <a:p>
            <a:endParaRPr lang="en-US" sz="1400">
              <a:solidFill>
                <a:srgbClr val="000000"/>
              </a:solidFill>
              <a:latin typeface="Consolas" panose="020B0609020204030204" pitchFamily="49" charset="0"/>
            </a:endParaRPr>
          </a:p>
          <a:p>
            <a:r>
              <a:rPr lang="nn-NO" sz="1400">
                <a:solidFill>
                  <a:srgbClr val="0000FF"/>
                </a:solidFill>
                <a:latin typeface="Consolas" panose="020B0609020204030204" pitchFamily="49" charset="0"/>
              </a:rPr>
              <a:t>for</a:t>
            </a:r>
            <a:r>
              <a:rPr lang="nn-NO" sz="1400">
                <a:solidFill>
                  <a:srgbClr val="000000"/>
                </a:solidFill>
                <a:latin typeface="Consolas" panose="020B0609020204030204" pitchFamily="49" charset="0"/>
              </a:rPr>
              <a:t> (;; i++) {</a:t>
            </a:r>
          </a:p>
          <a:p>
            <a:r>
              <a:rPr lang="en-US" sz="1400">
                <a:solidFill>
                  <a:srgbClr val="000000"/>
                </a:solidFill>
                <a:latin typeface="Consolas" panose="020B0609020204030204" pitchFamily="49" charset="0"/>
              </a:rPr>
              <a:t>    </a:t>
            </a:r>
            <a:r>
              <a:rPr lang="en-GB" sz="1400">
                <a:solidFill>
                  <a:srgbClr val="000000"/>
                </a:solidFill>
                <a:latin typeface="Consolas" panose="020B0609020204030204" pitchFamily="49" charset="0"/>
              </a:rPr>
              <a:t>…</a:t>
            </a:r>
            <a:endParaRPr lang="en-US"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a:t>
            </a:r>
            <a:endParaRPr lang="en-US" sz="1400">
              <a:latin typeface="Consolas" panose="020B0609020204030204" pitchFamily="49" charset="0"/>
            </a:endParaRPr>
          </a:p>
          <a:p>
            <a:endParaRPr lang="en-US" sz="1400">
              <a:solidFill>
                <a:srgbClr val="000000"/>
              </a:solidFill>
              <a:latin typeface="Consolas" panose="020B0609020204030204" pitchFamily="49" charset="0"/>
            </a:endParaRPr>
          </a:p>
          <a:p>
            <a:endParaRPr lang="en-US" sz="1400">
              <a:solidFill>
                <a:srgbClr val="000000"/>
              </a:solidFill>
              <a:latin typeface="Consolas" panose="020B0609020204030204" pitchFamily="49" charset="0"/>
            </a:endParaRPr>
          </a:p>
          <a:p>
            <a:r>
              <a:rPr lang="nn-NO" sz="1400">
                <a:solidFill>
                  <a:srgbClr val="0000FF"/>
                </a:solidFill>
                <a:latin typeface="Consolas" panose="020B0609020204030204" pitchFamily="49" charset="0"/>
              </a:rPr>
              <a:t>for</a:t>
            </a:r>
            <a:r>
              <a:rPr lang="nn-NO" sz="1400">
                <a:solidFill>
                  <a:srgbClr val="000000"/>
                </a:solidFill>
                <a:latin typeface="Consolas" panose="020B0609020204030204" pitchFamily="49" charset="0"/>
              </a:rPr>
              <a:t> (;;) {</a:t>
            </a:r>
          </a:p>
          <a:p>
            <a:r>
              <a:rPr lang="en-US" sz="1400">
                <a:solidFill>
                  <a:srgbClr val="000000"/>
                </a:solidFill>
                <a:latin typeface="Consolas" panose="020B0609020204030204" pitchFamily="49" charset="0"/>
              </a:rPr>
              <a:t>    </a:t>
            </a:r>
            <a:r>
              <a:rPr lang="en-GB" sz="1400">
                <a:solidFill>
                  <a:srgbClr val="000000"/>
                </a:solidFill>
                <a:latin typeface="Consolas" panose="020B0609020204030204" pitchFamily="49" charset="0"/>
              </a:rPr>
              <a:t>…</a:t>
            </a:r>
            <a:endParaRPr lang="en-US"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a:t>
            </a:r>
            <a:endParaRPr lang="en-US" sz="1400">
              <a:latin typeface="Consolas" panose="020B0609020204030204" pitchFamily="49" charset="0"/>
            </a:endParaRPr>
          </a:p>
          <a:p>
            <a:endParaRPr lang="en-US" sz="1400">
              <a:latin typeface="Consolas" panose="020B0609020204030204" pitchFamily="49" charset="0"/>
            </a:endParaRPr>
          </a:p>
        </p:txBody>
      </p:sp>
      <p:sp>
        <p:nvSpPr>
          <p:cNvPr id="12" name="Thought Bubble: Cloud 11">
            <a:extLst>
              <a:ext uri="{FF2B5EF4-FFF2-40B4-BE49-F238E27FC236}">
                <a16:creationId xmlns:a16="http://schemas.microsoft.com/office/drawing/2014/main" id="{078F24AB-B7EC-4284-8077-C228BB0DA95D}"/>
              </a:ext>
            </a:extLst>
          </p:cNvPr>
          <p:cNvSpPr/>
          <p:nvPr/>
        </p:nvSpPr>
        <p:spPr>
          <a:xfrm>
            <a:off x="7430856" y="2075187"/>
            <a:ext cx="3638484" cy="2020388"/>
          </a:xfrm>
          <a:prstGeom prst="cloudCallou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tx1"/>
                </a:solidFill>
              </a:rPr>
              <a:t>Initializer, Test expression and Iteration expression are optional</a:t>
            </a:r>
            <a:endParaRPr lang="en-US" sz="1600" err="1">
              <a:solidFill>
                <a:schemeClr val="tx1"/>
              </a:solidFill>
            </a:endParaRPr>
          </a:p>
        </p:txBody>
      </p:sp>
    </p:spTree>
    <p:extLst>
      <p:ext uri="{BB962C8B-B14F-4D97-AF65-F5344CB8AC3E}">
        <p14:creationId xmlns:p14="http://schemas.microsoft.com/office/powerpoint/2010/main" val="3002743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057A5A-48FA-457D-A037-1DD6A207006D}"/>
              </a:ext>
            </a:extLst>
          </p:cNvPr>
          <p:cNvSpPr>
            <a:spLocks noGrp="1"/>
          </p:cNvSpPr>
          <p:nvPr>
            <p:ph type="sldNum" sz="quarter" idx="11"/>
          </p:nvPr>
        </p:nvSpPr>
        <p:spPr/>
        <p:txBody>
          <a:bodyPr/>
          <a:lstStyle/>
          <a:p>
            <a:fld id="{E16BA917-7F09-4B8D-AF07-F52890C14046}" type="slidenum">
              <a:rPr lang="da-DK" smtClean="0"/>
              <a:pPr/>
              <a:t>12</a:t>
            </a:fld>
            <a:endParaRPr lang="da-DK"/>
          </a:p>
        </p:txBody>
      </p:sp>
      <p:sp>
        <p:nvSpPr>
          <p:cNvPr id="4" name="Title 3">
            <a:extLst>
              <a:ext uri="{FF2B5EF4-FFF2-40B4-BE49-F238E27FC236}">
                <a16:creationId xmlns:a16="http://schemas.microsoft.com/office/drawing/2014/main" id="{775477FA-12EA-4001-BF98-D116462BBA4C}"/>
              </a:ext>
            </a:extLst>
          </p:cNvPr>
          <p:cNvSpPr>
            <a:spLocks noGrp="1"/>
          </p:cNvSpPr>
          <p:nvPr>
            <p:ph type="title"/>
          </p:nvPr>
        </p:nvSpPr>
        <p:spPr/>
        <p:txBody>
          <a:bodyPr/>
          <a:lstStyle/>
          <a:p>
            <a:r>
              <a:rPr lang="en-US"/>
              <a:t>Looping statements </a:t>
            </a:r>
            <a:endParaRPr lang="da-DK"/>
          </a:p>
        </p:txBody>
      </p:sp>
      <p:sp>
        <p:nvSpPr>
          <p:cNvPr id="5" name="Text Placeholder 2">
            <a:extLst>
              <a:ext uri="{FF2B5EF4-FFF2-40B4-BE49-F238E27FC236}">
                <a16:creationId xmlns:a16="http://schemas.microsoft.com/office/drawing/2014/main" id="{9DBFBA7C-1A6A-4358-B428-64B9F6307643}"/>
              </a:ext>
            </a:extLst>
          </p:cNvPr>
          <p:cNvSpPr>
            <a:spLocks noGrp="1"/>
          </p:cNvSpPr>
          <p:nvPr>
            <p:ph type="body" sz="quarter" idx="17"/>
          </p:nvPr>
        </p:nvSpPr>
        <p:spPr>
          <a:xfrm>
            <a:off x="670985" y="1056000"/>
            <a:ext cx="10850033" cy="402384"/>
          </a:xfrm>
        </p:spPr>
        <p:txBody>
          <a:bodyPr/>
          <a:lstStyle/>
          <a:p>
            <a:r>
              <a:rPr lang="en-US"/>
              <a:t>The foreach loop</a:t>
            </a:r>
            <a:endParaRPr lang="da-DK"/>
          </a:p>
        </p:txBody>
      </p:sp>
      <p:sp>
        <p:nvSpPr>
          <p:cNvPr id="3" name="TextBox 2">
            <a:extLst>
              <a:ext uri="{FF2B5EF4-FFF2-40B4-BE49-F238E27FC236}">
                <a16:creationId xmlns:a16="http://schemas.microsoft.com/office/drawing/2014/main" id="{4CD2D430-8320-4DC5-A477-18CAA44EC8C5}"/>
              </a:ext>
            </a:extLst>
          </p:cNvPr>
          <p:cNvSpPr txBox="1"/>
          <p:nvPr/>
        </p:nvSpPr>
        <p:spPr>
          <a:xfrm>
            <a:off x="649138" y="1692100"/>
            <a:ext cx="11127703" cy="3589347"/>
          </a:xfrm>
          <a:prstGeom prst="rect">
            <a:avLst/>
          </a:prstGeom>
          <a:noFill/>
        </p:spPr>
        <p:txBody>
          <a:bodyPr wrap="square" lIns="0" tIns="0" rIns="0" bIns="0" rtlCol="0">
            <a:noAutofit/>
          </a:bodyPr>
          <a:lstStyle/>
          <a:p>
            <a:pPr marL="0" indent="0" defTabSz="179388">
              <a:spcAft>
                <a:spcPts val="600"/>
              </a:spcAft>
              <a:buClr>
                <a:srgbClr val="00DEE6"/>
              </a:buClr>
              <a:buFont typeface="Arial" panose="020B0604020202020204" pitchFamily="34" charset="0"/>
              <a:buNone/>
            </a:pPr>
            <a:r>
              <a:rPr lang="en-US">
                <a:latin typeface="+mn-lt"/>
              </a:rPr>
              <a:t>The </a:t>
            </a:r>
            <a:r>
              <a:rPr lang="en-US">
                <a:solidFill>
                  <a:schemeClr val="accent2"/>
                </a:solidFill>
                <a:latin typeface="+mn-lt"/>
              </a:rPr>
              <a:t>foreach</a:t>
            </a:r>
            <a:r>
              <a:rPr lang="en-US">
                <a:latin typeface="+mn-lt"/>
              </a:rPr>
              <a:t> statement executes a statement or a block of statements for each element in an instance of the type that implements the </a:t>
            </a:r>
            <a:r>
              <a:rPr lang="en-US" err="1">
                <a:latin typeface="+mn-lt"/>
              </a:rPr>
              <a:t>System.Collections.IEnumerable</a:t>
            </a:r>
            <a:r>
              <a:rPr lang="en-US">
                <a:latin typeface="+mn-lt"/>
              </a:rPr>
              <a:t> or </a:t>
            </a:r>
            <a:r>
              <a:rPr lang="en-US" err="1">
                <a:latin typeface="+mn-lt"/>
              </a:rPr>
              <a:t>System.Collections.Generic.IEnumerable</a:t>
            </a:r>
            <a:r>
              <a:rPr lang="en-US">
                <a:latin typeface="+mn-lt"/>
              </a:rPr>
              <a:t>&lt;T&gt; interface.</a:t>
            </a:r>
          </a:p>
          <a:p>
            <a:pPr marL="0" indent="0" defTabSz="179388">
              <a:spcAft>
                <a:spcPts val="600"/>
              </a:spcAft>
              <a:buClr>
                <a:srgbClr val="00DEE6"/>
              </a:buClr>
              <a:buFont typeface="Arial" panose="020B0604020202020204" pitchFamily="34" charset="0"/>
              <a:buNone/>
            </a:pPr>
            <a:endParaRPr lang="en-US">
              <a:latin typeface="+mn-lt"/>
            </a:endParaRPr>
          </a:p>
          <a:p>
            <a:r>
              <a:rPr lang="en-US" sz="1400">
                <a:solidFill>
                  <a:srgbClr val="0000FF"/>
                </a:solidFill>
                <a:latin typeface="Consolas" panose="020B0609020204030204" pitchFamily="49" charset="0"/>
              </a:rPr>
              <a:t>var</a:t>
            </a:r>
            <a:r>
              <a:rPr lang="en-US" sz="1400">
                <a:solidFill>
                  <a:srgbClr val="000000"/>
                </a:solidFill>
                <a:latin typeface="Consolas" panose="020B0609020204030204" pitchFamily="49" charset="0"/>
              </a:rPr>
              <a:t> numbers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int</a:t>
            </a:r>
            <a:r>
              <a:rPr lang="en-US" sz="1400">
                <a:solidFill>
                  <a:srgbClr val="000000"/>
                </a:solidFill>
                <a:latin typeface="Consolas" panose="020B0609020204030204" pitchFamily="49" charset="0"/>
              </a:rPr>
              <a:t>[] { 3, 14, 15, 92, 6 };</a:t>
            </a:r>
          </a:p>
          <a:p>
            <a:r>
              <a:rPr lang="en-US" sz="1400">
                <a:solidFill>
                  <a:srgbClr val="0000FF"/>
                </a:solidFill>
                <a:latin typeface="Consolas" panose="020B0609020204030204" pitchFamily="49" charset="0"/>
              </a:rPr>
              <a:t>foreach</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int</a:t>
            </a:r>
            <a:r>
              <a:rPr lang="en-US" sz="1400">
                <a:solidFill>
                  <a:srgbClr val="000000"/>
                </a:solidFill>
                <a:latin typeface="Consolas" panose="020B0609020204030204" pitchFamily="49" charset="0"/>
              </a:rPr>
              <a:t> number </a:t>
            </a:r>
            <a:r>
              <a:rPr lang="en-US" sz="1400">
                <a:solidFill>
                  <a:srgbClr val="0000FF"/>
                </a:solidFill>
                <a:latin typeface="Consolas" panose="020B0609020204030204" pitchFamily="49" charset="0"/>
              </a:rPr>
              <a:t>in</a:t>
            </a:r>
            <a:r>
              <a:rPr lang="en-US" sz="1400">
                <a:solidFill>
                  <a:srgbClr val="000000"/>
                </a:solidFill>
                <a:latin typeface="Consolas" panose="020B0609020204030204" pitchFamily="49" charset="0"/>
              </a:rPr>
              <a:t> numbers)</a:t>
            </a:r>
          </a:p>
          <a:p>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Console.Write</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$“Current number: </a:t>
            </a:r>
            <a:r>
              <a:rPr lang="en-US" sz="1400">
                <a:solidFill>
                  <a:srgbClr val="000000"/>
                </a:solidFill>
                <a:latin typeface="Consolas" panose="020B0609020204030204" pitchFamily="49" charset="0"/>
              </a:rPr>
              <a:t>{number}</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p>
          <a:p>
            <a:r>
              <a:rPr lang="en-US" sz="1400">
                <a:solidFill>
                  <a:srgbClr val="000000"/>
                </a:solidFill>
                <a:latin typeface="Consolas" panose="020B0609020204030204" pitchFamily="49" charset="0"/>
              </a:rPr>
              <a:t>}</a:t>
            </a:r>
            <a:endParaRPr lang="en-US" sz="1200">
              <a:latin typeface="+mn-lt"/>
            </a:endParaRPr>
          </a:p>
          <a:p>
            <a:pPr defTabSz="179388">
              <a:buClr>
                <a:srgbClr val="00DEE6"/>
              </a:buClr>
            </a:pPr>
            <a:endParaRPr lang="en-US" sz="1600">
              <a:latin typeface="+mn-lt"/>
            </a:endParaRPr>
          </a:p>
          <a:p>
            <a:r>
              <a:rPr lang="en-US" sz="1600">
                <a:solidFill>
                  <a:schemeClr val="bg1"/>
                </a:solidFill>
                <a:latin typeface="Consolas" panose="020B0609020204030204" pitchFamily="49" charset="0"/>
              </a:rPr>
              <a:t>	</a:t>
            </a:r>
            <a:endParaRPr lang="en-US" sz="1600">
              <a:solidFill>
                <a:schemeClr val="bg1"/>
              </a:solidFill>
              <a:highlight>
                <a:srgbClr val="000000"/>
              </a:highlight>
              <a:latin typeface="Consolas" panose="020B0609020204030204" pitchFamily="49" charset="0"/>
            </a:endParaRPr>
          </a:p>
        </p:txBody>
      </p:sp>
      <p:sp>
        <p:nvSpPr>
          <p:cNvPr id="7" name="Arrow: Down 6">
            <a:extLst>
              <a:ext uri="{FF2B5EF4-FFF2-40B4-BE49-F238E27FC236}">
                <a16:creationId xmlns:a16="http://schemas.microsoft.com/office/drawing/2014/main" id="{4BE4602A-0F87-4211-91AF-96F1CCCDB397}"/>
              </a:ext>
            </a:extLst>
          </p:cNvPr>
          <p:cNvSpPr/>
          <p:nvPr/>
        </p:nvSpPr>
        <p:spPr>
          <a:xfrm rot="16200000">
            <a:off x="5943023" y="3220072"/>
            <a:ext cx="679269" cy="533400"/>
          </a:xfrm>
          <a:prstGeom prst="downArrow">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8" name="TextBox 7">
            <a:extLst>
              <a:ext uri="{FF2B5EF4-FFF2-40B4-BE49-F238E27FC236}">
                <a16:creationId xmlns:a16="http://schemas.microsoft.com/office/drawing/2014/main" id="{07B05C96-EB9B-4AE6-ACB6-E3990210552E}"/>
              </a:ext>
            </a:extLst>
          </p:cNvPr>
          <p:cNvSpPr txBox="1"/>
          <p:nvPr/>
        </p:nvSpPr>
        <p:spPr>
          <a:xfrm>
            <a:off x="7023064" y="2885023"/>
            <a:ext cx="2685093" cy="12035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solidFill>
                  <a:srgbClr val="A31515"/>
                </a:solidFill>
                <a:latin typeface="Consolas" panose="020B0609020204030204" pitchFamily="49" charset="0"/>
              </a:rPr>
              <a:t>Current number:</a:t>
            </a:r>
            <a:r>
              <a:rPr lang="ru-RU" sz="1600">
                <a:solidFill>
                  <a:srgbClr val="A31515"/>
                </a:solidFill>
                <a:latin typeface="Consolas" panose="020B0609020204030204" pitchFamily="49" charset="0"/>
              </a:rPr>
              <a:t> </a:t>
            </a:r>
            <a:r>
              <a:rPr lang="en-GB" sz="1600">
                <a:solidFill>
                  <a:srgbClr val="A31515"/>
                </a:solidFill>
                <a:latin typeface="Consolas" panose="020B0609020204030204" pitchFamily="49" charset="0"/>
              </a:rPr>
              <a:t>3</a:t>
            </a:r>
            <a:endParaRPr lang="ru-RU" sz="1600">
              <a:solidFill>
                <a:srgbClr val="A31515"/>
              </a:solidFill>
              <a:latin typeface="Consolas" panose="020B0609020204030204" pitchFamily="49" charset="0"/>
            </a:endParaRPr>
          </a:p>
          <a:p>
            <a:pPr defTabSz="179388">
              <a:buClr>
                <a:srgbClr val="00DEE6"/>
              </a:buClr>
            </a:pPr>
            <a:r>
              <a:rPr lang="en-US" sz="1600">
                <a:solidFill>
                  <a:srgbClr val="A31515"/>
                </a:solidFill>
                <a:latin typeface="Consolas" panose="020B0609020204030204" pitchFamily="49" charset="0"/>
              </a:rPr>
              <a:t>Current number:</a:t>
            </a:r>
            <a:r>
              <a:rPr lang="ru-RU" sz="1600">
                <a:solidFill>
                  <a:srgbClr val="A31515"/>
                </a:solidFill>
                <a:latin typeface="Consolas" panose="020B0609020204030204" pitchFamily="49" charset="0"/>
              </a:rPr>
              <a:t> 1</a:t>
            </a:r>
            <a:r>
              <a:rPr lang="en-GB" sz="1600">
                <a:solidFill>
                  <a:srgbClr val="A31515"/>
                </a:solidFill>
                <a:latin typeface="Consolas" panose="020B0609020204030204" pitchFamily="49" charset="0"/>
              </a:rPr>
              <a:t>4</a:t>
            </a:r>
            <a:endParaRPr lang="ru-RU" sz="1600">
              <a:solidFill>
                <a:srgbClr val="A31515"/>
              </a:solidFill>
              <a:latin typeface="Consolas" panose="020B0609020204030204" pitchFamily="49" charset="0"/>
            </a:endParaRPr>
          </a:p>
          <a:p>
            <a:pPr defTabSz="179388">
              <a:buClr>
                <a:srgbClr val="00DEE6"/>
              </a:buClr>
            </a:pPr>
            <a:r>
              <a:rPr lang="en-US" sz="1600">
                <a:solidFill>
                  <a:srgbClr val="A31515"/>
                </a:solidFill>
                <a:latin typeface="Consolas" panose="020B0609020204030204" pitchFamily="49" charset="0"/>
              </a:rPr>
              <a:t>Current number:</a:t>
            </a:r>
            <a:r>
              <a:rPr lang="ru-RU" sz="1600">
                <a:solidFill>
                  <a:srgbClr val="A31515"/>
                </a:solidFill>
                <a:latin typeface="Consolas" panose="020B0609020204030204" pitchFamily="49" charset="0"/>
              </a:rPr>
              <a:t> </a:t>
            </a:r>
            <a:r>
              <a:rPr lang="en-GB" sz="1600">
                <a:solidFill>
                  <a:srgbClr val="A31515"/>
                </a:solidFill>
                <a:latin typeface="Consolas" panose="020B0609020204030204" pitchFamily="49" charset="0"/>
              </a:rPr>
              <a:t>15</a:t>
            </a:r>
            <a:endParaRPr lang="ru-RU" sz="1600">
              <a:solidFill>
                <a:srgbClr val="A31515"/>
              </a:solidFill>
              <a:latin typeface="Consolas" panose="020B0609020204030204" pitchFamily="49" charset="0"/>
            </a:endParaRPr>
          </a:p>
          <a:p>
            <a:pPr defTabSz="179388">
              <a:buClr>
                <a:srgbClr val="00DEE6"/>
              </a:buClr>
            </a:pPr>
            <a:r>
              <a:rPr lang="en-US" sz="1600">
                <a:solidFill>
                  <a:srgbClr val="A31515"/>
                </a:solidFill>
                <a:latin typeface="Consolas" panose="020B0609020204030204" pitchFamily="49" charset="0"/>
              </a:rPr>
              <a:t>Current number:</a:t>
            </a:r>
            <a:r>
              <a:rPr lang="ru-RU" sz="1600">
                <a:solidFill>
                  <a:srgbClr val="A31515"/>
                </a:solidFill>
                <a:latin typeface="Consolas" panose="020B0609020204030204" pitchFamily="49" charset="0"/>
              </a:rPr>
              <a:t> </a:t>
            </a:r>
            <a:r>
              <a:rPr lang="en-GB" sz="1600">
                <a:solidFill>
                  <a:srgbClr val="A31515"/>
                </a:solidFill>
                <a:latin typeface="Consolas" panose="020B0609020204030204" pitchFamily="49" charset="0"/>
              </a:rPr>
              <a:t>92</a:t>
            </a:r>
            <a:endParaRPr lang="ru-RU" sz="1600">
              <a:solidFill>
                <a:srgbClr val="A31515"/>
              </a:solidFill>
              <a:latin typeface="Consolas" panose="020B0609020204030204" pitchFamily="49" charset="0"/>
            </a:endParaRPr>
          </a:p>
          <a:p>
            <a:pPr defTabSz="179388">
              <a:buClr>
                <a:srgbClr val="00DEE6"/>
              </a:buClr>
            </a:pPr>
            <a:r>
              <a:rPr lang="en-US" sz="1600">
                <a:solidFill>
                  <a:srgbClr val="A31515"/>
                </a:solidFill>
                <a:latin typeface="Consolas" panose="020B0609020204030204" pitchFamily="49" charset="0"/>
              </a:rPr>
              <a:t>Current number:</a:t>
            </a:r>
            <a:r>
              <a:rPr lang="ru-RU" sz="1600">
                <a:solidFill>
                  <a:srgbClr val="A31515"/>
                </a:solidFill>
                <a:latin typeface="Consolas" panose="020B0609020204030204" pitchFamily="49" charset="0"/>
              </a:rPr>
              <a:t> </a:t>
            </a:r>
            <a:r>
              <a:rPr lang="en-GB" sz="1600">
                <a:solidFill>
                  <a:srgbClr val="A31515"/>
                </a:solidFill>
                <a:latin typeface="Consolas" panose="020B0609020204030204" pitchFamily="49" charset="0"/>
              </a:rPr>
              <a:t>6</a:t>
            </a:r>
            <a:endParaRPr lang="en-US" sz="1600">
              <a:latin typeface="+mn-lt"/>
            </a:endParaRPr>
          </a:p>
          <a:p>
            <a:pPr defTabSz="179388">
              <a:buClr>
                <a:srgbClr val="00DEE6"/>
              </a:buClr>
            </a:pPr>
            <a:endParaRPr lang="en-US" sz="1600">
              <a:latin typeface="+mn-lt"/>
            </a:endParaRPr>
          </a:p>
          <a:p>
            <a:pPr marL="0" indent="0" defTabSz="179388">
              <a:buClr>
                <a:srgbClr val="00DEE6"/>
              </a:buClr>
              <a:buFont typeface="Arial" panose="020B0604020202020204" pitchFamily="34" charset="0"/>
              <a:buNone/>
            </a:pPr>
            <a:endParaRPr lang="en-US" sz="1600" err="1">
              <a:latin typeface="+mn-lt"/>
            </a:endParaRPr>
          </a:p>
        </p:txBody>
      </p:sp>
    </p:spTree>
    <p:extLst>
      <p:ext uri="{BB962C8B-B14F-4D97-AF65-F5344CB8AC3E}">
        <p14:creationId xmlns:p14="http://schemas.microsoft.com/office/powerpoint/2010/main" val="2809681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3B9BB8-ADDE-41B6-830E-DDDAEBCD1920}"/>
              </a:ext>
            </a:extLst>
          </p:cNvPr>
          <p:cNvSpPr>
            <a:spLocks noGrp="1"/>
          </p:cNvSpPr>
          <p:nvPr>
            <p:ph type="title"/>
          </p:nvPr>
        </p:nvSpPr>
        <p:spPr>
          <a:xfrm>
            <a:off x="649139" y="5393"/>
            <a:ext cx="10878759" cy="1052738"/>
          </a:xfrm>
        </p:spPr>
        <p:txBody>
          <a:bodyPr wrap="square" anchor="b">
            <a:normAutofit/>
          </a:bodyPr>
          <a:lstStyle/>
          <a:p>
            <a:r>
              <a:rPr lang="en-US" b="0" i="0" cap="all">
                <a:effectLst/>
              </a:rPr>
              <a:t>Project for hands on tasks</a:t>
            </a:r>
            <a:endParaRPr lang="en-US"/>
          </a:p>
        </p:txBody>
      </p:sp>
      <p:sp>
        <p:nvSpPr>
          <p:cNvPr id="2" name="Slide Number Placeholder 1">
            <a:extLst>
              <a:ext uri="{FF2B5EF4-FFF2-40B4-BE49-F238E27FC236}">
                <a16:creationId xmlns:a16="http://schemas.microsoft.com/office/drawing/2014/main" id="{6F9A7702-B543-4CBE-B44A-13F3C303255B}"/>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13</a:t>
            </a:fld>
            <a:endParaRPr lang="da-DK"/>
          </a:p>
        </p:txBody>
      </p:sp>
      <p:sp>
        <p:nvSpPr>
          <p:cNvPr id="12" name="Text Placeholder 3">
            <a:extLst>
              <a:ext uri="{FF2B5EF4-FFF2-40B4-BE49-F238E27FC236}">
                <a16:creationId xmlns:a16="http://schemas.microsoft.com/office/drawing/2014/main" id="{9676F2AE-85E3-474D-AA23-7C3D425E0531}"/>
              </a:ext>
            </a:extLst>
          </p:cNvPr>
          <p:cNvSpPr>
            <a:spLocks noGrp="1"/>
          </p:cNvSpPr>
          <p:nvPr>
            <p:ph type="body" sz="quarter" idx="17"/>
          </p:nvPr>
        </p:nvSpPr>
        <p:spPr>
          <a:xfrm>
            <a:off x="670985" y="1056000"/>
            <a:ext cx="10850033" cy="402384"/>
          </a:xfrm>
        </p:spPr>
        <p:txBody>
          <a:bodyPr/>
          <a:lstStyle/>
          <a:p>
            <a:r>
              <a:rPr lang="en-US"/>
              <a:t>Preparation before the first practice </a:t>
            </a:r>
          </a:p>
        </p:txBody>
      </p:sp>
      <p:sp>
        <p:nvSpPr>
          <p:cNvPr id="14" name="Content Placeholder 5">
            <a:extLst>
              <a:ext uri="{FF2B5EF4-FFF2-40B4-BE49-F238E27FC236}">
                <a16:creationId xmlns:a16="http://schemas.microsoft.com/office/drawing/2014/main" id="{77E84008-BDAC-469F-8428-2B9B986F2729}"/>
              </a:ext>
            </a:extLst>
          </p:cNvPr>
          <p:cNvSpPr>
            <a:spLocks noGrp="1"/>
          </p:cNvSpPr>
          <p:nvPr>
            <p:ph sz="quarter" idx="19"/>
          </p:nvPr>
        </p:nvSpPr>
        <p:spPr>
          <a:xfrm>
            <a:off x="6096000" y="1620838"/>
            <a:ext cx="5422900" cy="4568825"/>
          </a:xfrm>
        </p:spPr>
        <p:txBody>
          <a:bodyPr vert="horz" lIns="0" tIns="0" rIns="0" bIns="0" rtlCol="0" anchor="t">
            <a:noAutofit/>
          </a:bodyPr>
          <a:lstStyle/>
          <a:p>
            <a:r>
              <a:rPr lang="en-US" dirty="0">
                <a:cs typeface="Calibri"/>
              </a:rPr>
              <a:t>Clone the following GIT repo:</a:t>
            </a:r>
            <a:br>
              <a:rPr lang="en-US" dirty="0"/>
            </a:br>
            <a:r>
              <a:rPr lang="en-US" dirty="0">
                <a:solidFill>
                  <a:schemeClr val="accent2"/>
                </a:solidFill>
                <a:ea typeface="+mj-lt"/>
                <a:cs typeface="+mj-lt"/>
                <a:hlinkClick r:id="rId3"/>
              </a:rPr>
              <a:t>https://github.com/d-okhrimenko/CSharpForTestAutomationMaterials.git</a:t>
            </a:r>
            <a:br>
              <a:rPr lang="en-US" dirty="0"/>
            </a:br>
            <a:r>
              <a:rPr lang="en-US" dirty="0">
                <a:cs typeface="Calibri"/>
              </a:rPr>
              <a:t>Or make fetch/pull if you have a local copy of this repo from the previous day.</a:t>
            </a:r>
          </a:p>
          <a:p>
            <a:r>
              <a:rPr lang="en-US" dirty="0">
                <a:cs typeface="Calibri"/>
              </a:rPr>
              <a:t>Checkout </a:t>
            </a:r>
            <a:r>
              <a:rPr lang="en-US" b="1" i="1" dirty="0">
                <a:cs typeface="Calibri"/>
              </a:rPr>
              <a:t>mod7_initial</a:t>
            </a:r>
            <a:r>
              <a:rPr lang="en-US" dirty="0">
                <a:cs typeface="Calibri"/>
              </a:rPr>
              <a:t> branch.</a:t>
            </a:r>
          </a:p>
        </p:txBody>
      </p:sp>
      <p:pic>
        <p:nvPicPr>
          <p:cNvPr id="10" name="Content Placeholder 9">
            <a:extLst>
              <a:ext uri="{FF2B5EF4-FFF2-40B4-BE49-F238E27FC236}">
                <a16:creationId xmlns:a16="http://schemas.microsoft.com/office/drawing/2014/main" id="{9F08ED7D-DC62-4AD1-910D-B72796A75CA9}"/>
              </a:ext>
            </a:extLst>
          </p:cNvPr>
          <p:cNvPicPr>
            <a:picLocks noGrp="1" noChangeAspect="1"/>
          </p:cNvPicPr>
          <p:nvPr>
            <p:ph sz="quarter" idx="18"/>
          </p:nvPr>
        </p:nvPicPr>
        <p:blipFill>
          <a:blip r:embed="rId4"/>
          <a:stretch>
            <a:fillRect/>
          </a:stretch>
        </p:blipFill>
        <p:spPr>
          <a:xfrm>
            <a:off x="670985" y="1620838"/>
            <a:ext cx="5317062" cy="3227387"/>
          </a:xfrm>
        </p:spPr>
      </p:pic>
    </p:spTree>
    <p:extLst>
      <p:ext uri="{BB962C8B-B14F-4D97-AF65-F5344CB8AC3E}">
        <p14:creationId xmlns:p14="http://schemas.microsoft.com/office/powerpoint/2010/main" val="746354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14</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1</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statements</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vert="horz" lIns="0" tIns="0" rIns="0" bIns="0" rtlCol="0" anchor="t">
            <a:noAutofit/>
          </a:bodyPr>
          <a:lstStyle/>
          <a:p>
            <a:pPr marL="0" indent="0">
              <a:buNone/>
            </a:pPr>
            <a:r>
              <a:rPr lang="en-GB">
                <a:cs typeface="Calibri"/>
              </a:rPr>
              <a:t>Please</a:t>
            </a:r>
            <a:r>
              <a:rPr lang="da-DK">
                <a:cs typeface="Calibri"/>
              </a:rPr>
              <a:t> </a:t>
            </a:r>
            <a:r>
              <a:rPr lang="en-US">
                <a:cs typeface="Calibri"/>
              </a:rPr>
              <a:t>provide an implementation for finding the minimum and maximum integer in an array.</a:t>
            </a:r>
          </a:p>
          <a:p>
            <a:pPr marL="379095" lvl="1"/>
            <a:r>
              <a:rPr lang="en-US">
                <a:cs typeface="Calibri"/>
              </a:rPr>
              <a:t>The for-loop should be used in the solution</a:t>
            </a:r>
          </a:p>
          <a:p>
            <a:pPr marL="379095" lvl="1"/>
            <a:r>
              <a:rPr lang="en-US">
                <a:cs typeface="Calibri"/>
              </a:rPr>
              <a:t>LINQ, Min, Max methods are prohibited</a:t>
            </a:r>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522247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15</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1 - SOLUTION</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statements</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a:lstStyle/>
          <a:p>
            <a:pPr marL="0" indent="0">
              <a:spcBef>
                <a:spcPts val="0"/>
              </a:spcBef>
              <a:spcAft>
                <a:spcPts val="0"/>
              </a:spcAft>
              <a:buNone/>
            </a:pPr>
            <a:r>
              <a:rPr lang="en-US">
                <a:solidFill>
                  <a:srgbClr val="0000FF"/>
                </a:solidFill>
                <a:latin typeface="Consolas" panose="020B0609020204030204" pitchFamily="49" charset="0"/>
              </a:rPr>
              <a:t>p</a:t>
            </a:r>
            <a:r>
              <a:rPr lang="en-US" sz="1800">
                <a:solidFill>
                  <a:srgbClr val="0000FF"/>
                </a:solidFill>
                <a:latin typeface="Consolas" panose="020B0609020204030204" pitchFamily="49" charset="0"/>
              </a:rPr>
              <a:t>ublic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static</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Tuple</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&gt; </a:t>
            </a:r>
            <a:r>
              <a:rPr lang="en-US" sz="1800" err="1">
                <a:solidFill>
                  <a:srgbClr val="000000"/>
                </a:solidFill>
                <a:latin typeface="Consolas" panose="020B0609020204030204" pitchFamily="49" charset="0"/>
              </a:rPr>
              <a:t>FindMinMax</a:t>
            </a:r>
            <a:r>
              <a:rPr lang="en-US" sz="1800">
                <a:solidFill>
                  <a:srgbClr val="000000"/>
                </a:solidFill>
                <a:latin typeface="Consolas" panose="020B0609020204030204" pitchFamily="49" charset="0"/>
              </a:rPr>
              <a:t>(</a:t>
            </a:r>
            <a:r>
              <a:rPr lang="en-US" sz="1800">
                <a:solidFill>
                  <a:srgbClr val="2B91AF"/>
                </a:solidFill>
                <a:latin typeface="Consolas" panose="020B0609020204030204" pitchFamily="49" charset="0"/>
              </a:rPr>
              <a:t>IEnumerable</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&gt; </a:t>
            </a:r>
            <a:r>
              <a:rPr lang="en-US" sz="1800" err="1">
                <a:solidFill>
                  <a:srgbClr val="000000"/>
                </a:solidFill>
                <a:latin typeface="Consolas" panose="020B0609020204030204" pitchFamily="49" charset="0"/>
              </a:rPr>
              <a:t>inputData</a:t>
            </a: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min = </a:t>
            </a:r>
            <a:r>
              <a:rPr lang="en-US" sz="1800" err="1">
                <a:solidFill>
                  <a:srgbClr val="000000"/>
                </a:solidFill>
                <a:latin typeface="Consolas" panose="020B0609020204030204" pitchFamily="49" charset="0"/>
              </a:rPr>
              <a:t>inputData.First</a:t>
            </a:r>
            <a:r>
              <a:rPr lang="en-US" sz="1800">
                <a:solidFill>
                  <a:srgbClr val="000000"/>
                </a:solidFill>
                <a:latin typeface="Consolas" panose="020B0609020204030204" pitchFamily="49" charset="0"/>
              </a:rPr>
              <a:t>();</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max = min;</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foreach</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value </a:t>
            </a:r>
            <a:r>
              <a:rPr lang="en-US" sz="1800">
                <a:solidFill>
                  <a:srgbClr val="0000FF"/>
                </a:solidFill>
                <a:latin typeface="Consolas" panose="020B0609020204030204" pitchFamily="49" charset="0"/>
              </a:rPr>
              <a:t>in</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inputData</a:t>
            </a: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if</a:t>
            </a:r>
            <a:r>
              <a:rPr lang="en-US" sz="1800">
                <a:solidFill>
                  <a:srgbClr val="000000"/>
                </a:solidFill>
                <a:latin typeface="Consolas" panose="020B0609020204030204" pitchFamily="49" charset="0"/>
              </a:rPr>
              <a:t> (value &lt; min) {</a:t>
            </a:r>
          </a:p>
          <a:p>
            <a:pPr marL="0" indent="0">
              <a:spcBef>
                <a:spcPts val="0"/>
              </a:spcBef>
              <a:spcAft>
                <a:spcPts val="0"/>
              </a:spcAft>
              <a:buNone/>
            </a:pPr>
            <a:r>
              <a:rPr lang="en-US" sz="1800">
                <a:solidFill>
                  <a:srgbClr val="000000"/>
                </a:solidFill>
                <a:latin typeface="Consolas" panose="020B0609020204030204" pitchFamily="49" charset="0"/>
              </a:rPr>
              <a:t>                    min = value;</a:t>
            </a:r>
          </a:p>
          <a:p>
            <a:pPr marL="0" indent="0">
              <a:spcBef>
                <a:spcPts val="0"/>
              </a:spcBef>
              <a:spcAft>
                <a:spcPts val="0"/>
              </a:spcAft>
              <a:buNone/>
            </a:pP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if</a:t>
            </a:r>
            <a:r>
              <a:rPr lang="en-US" sz="1800">
                <a:solidFill>
                  <a:srgbClr val="000000"/>
                </a:solidFill>
                <a:latin typeface="Consolas" panose="020B0609020204030204" pitchFamily="49" charset="0"/>
              </a:rPr>
              <a:t> (value &gt; max) {</a:t>
            </a:r>
          </a:p>
          <a:p>
            <a:pPr marL="0" indent="0">
              <a:spcBef>
                <a:spcPts val="0"/>
              </a:spcBef>
              <a:spcAft>
                <a:spcPts val="0"/>
              </a:spcAft>
              <a:buNone/>
            </a:pPr>
            <a:r>
              <a:rPr lang="en-US" sz="1800">
                <a:solidFill>
                  <a:srgbClr val="000000"/>
                </a:solidFill>
                <a:latin typeface="Consolas" panose="020B0609020204030204" pitchFamily="49" charset="0"/>
              </a:rPr>
              <a:t>                    max = value;</a:t>
            </a:r>
          </a:p>
          <a:p>
            <a:pPr marL="0" indent="0">
              <a:spcBef>
                <a:spcPts val="0"/>
              </a:spcBef>
              <a:spcAft>
                <a:spcPts val="0"/>
              </a:spcAft>
              <a:buNone/>
            </a:pP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return</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Tuple</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&gt;(min, max);</a:t>
            </a:r>
          </a:p>
          <a:p>
            <a:pPr marL="0" indent="0">
              <a:spcBef>
                <a:spcPts val="0"/>
              </a:spcBef>
              <a:spcAft>
                <a:spcPts val="0"/>
              </a:spcAft>
              <a:buNone/>
            </a:pPr>
            <a:r>
              <a:rPr lang="en-US" sz="1800">
                <a:solidFill>
                  <a:srgbClr val="000000"/>
                </a:solidFill>
                <a:latin typeface="Consolas" panose="020B0609020204030204" pitchFamily="49" charset="0"/>
              </a:rPr>
              <a:t>        }</a:t>
            </a:r>
            <a:endParaRPr lang="da-DK"/>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882742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Coffee Break</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16</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5" name="Picture 4">
            <a:extLst>
              <a:ext uri="{FF2B5EF4-FFF2-40B4-BE49-F238E27FC236}">
                <a16:creationId xmlns:a16="http://schemas.microsoft.com/office/drawing/2014/main" id="{65FDD960-1849-49D7-888A-2C7731945A12}"/>
              </a:ext>
            </a:extLst>
          </p:cNvPr>
          <p:cNvPicPr>
            <a:picLocks noChangeAspect="1"/>
          </p:cNvPicPr>
          <p:nvPr/>
        </p:nvPicPr>
        <p:blipFill>
          <a:blip r:embed="rId2"/>
          <a:stretch>
            <a:fillRect/>
          </a:stretch>
        </p:blipFill>
        <p:spPr>
          <a:xfrm>
            <a:off x="1177207" y="1620838"/>
            <a:ext cx="4328961" cy="4568825"/>
          </a:xfrm>
          <a:prstGeom prst="rect">
            <a:avLst/>
          </a:prstGeom>
          <a:noFill/>
        </p:spPr>
      </p:pic>
    </p:spTree>
    <p:extLst>
      <p:ext uri="{BB962C8B-B14F-4D97-AF65-F5344CB8AC3E}">
        <p14:creationId xmlns:p14="http://schemas.microsoft.com/office/powerpoint/2010/main" val="269478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CBD6E4-CB3A-4100-B73A-BAA685C71C18}"/>
              </a:ext>
            </a:extLst>
          </p:cNvPr>
          <p:cNvSpPr>
            <a:spLocks noGrp="1"/>
          </p:cNvSpPr>
          <p:nvPr>
            <p:ph type="sldNum" sz="quarter" idx="11"/>
          </p:nvPr>
        </p:nvSpPr>
        <p:spPr/>
        <p:txBody>
          <a:bodyPr/>
          <a:lstStyle/>
          <a:p>
            <a:fld id="{E16BA917-7F09-4B8D-AF07-F52890C14046}" type="slidenum">
              <a:rPr lang="da-DK" smtClean="0"/>
              <a:pPr/>
              <a:t>17</a:t>
            </a:fld>
            <a:endParaRPr lang="da-DK"/>
          </a:p>
        </p:txBody>
      </p:sp>
      <p:sp>
        <p:nvSpPr>
          <p:cNvPr id="3" name="Text Placeholder 2">
            <a:extLst>
              <a:ext uri="{FF2B5EF4-FFF2-40B4-BE49-F238E27FC236}">
                <a16:creationId xmlns:a16="http://schemas.microsoft.com/office/drawing/2014/main" id="{A4D62349-695F-4C03-99E4-D30F46E35788}"/>
              </a:ext>
            </a:extLst>
          </p:cNvPr>
          <p:cNvSpPr>
            <a:spLocks noGrp="1"/>
          </p:cNvSpPr>
          <p:nvPr>
            <p:ph type="body" sz="quarter" idx="17"/>
          </p:nvPr>
        </p:nvSpPr>
        <p:spPr/>
        <p:txBody>
          <a:bodyPr/>
          <a:lstStyle/>
          <a:p>
            <a:r>
              <a:rPr lang="da-DK"/>
              <a:t>using statement</a:t>
            </a:r>
          </a:p>
        </p:txBody>
      </p:sp>
      <p:sp>
        <p:nvSpPr>
          <p:cNvPr id="4" name="Title 3">
            <a:extLst>
              <a:ext uri="{FF2B5EF4-FFF2-40B4-BE49-F238E27FC236}">
                <a16:creationId xmlns:a16="http://schemas.microsoft.com/office/drawing/2014/main" id="{75AE9BE9-CFDA-40A4-8B18-E5E9CA38F264}"/>
              </a:ext>
            </a:extLst>
          </p:cNvPr>
          <p:cNvSpPr>
            <a:spLocks noGrp="1"/>
          </p:cNvSpPr>
          <p:nvPr>
            <p:ph type="title"/>
          </p:nvPr>
        </p:nvSpPr>
        <p:spPr/>
        <p:txBody>
          <a:bodyPr/>
          <a:lstStyle/>
          <a:p>
            <a:r>
              <a:rPr lang="en-US"/>
              <a:t>Statements</a:t>
            </a:r>
            <a:endParaRPr lang="da-DK"/>
          </a:p>
        </p:txBody>
      </p:sp>
      <p:sp>
        <p:nvSpPr>
          <p:cNvPr id="5" name="Content Placeholder 4">
            <a:extLst>
              <a:ext uri="{FF2B5EF4-FFF2-40B4-BE49-F238E27FC236}">
                <a16:creationId xmlns:a16="http://schemas.microsoft.com/office/drawing/2014/main" id="{98955856-922E-427D-AD05-1583C23F055E}"/>
              </a:ext>
            </a:extLst>
          </p:cNvPr>
          <p:cNvSpPr>
            <a:spLocks noGrp="1"/>
          </p:cNvSpPr>
          <p:nvPr>
            <p:ph sz="quarter" idx="19"/>
          </p:nvPr>
        </p:nvSpPr>
        <p:spPr>
          <a:xfrm>
            <a:off x="672001" y="1620838"/>
            <a:ext cx="10856912" cy="4735539"/>
          </a:xfrm>
        </p:spPr>
        <p:txBody>
          <a:bodyPr/>
          <a:lstStyle/>
          <a:p>
            <a:pPr marL="0" indent="0">
              <a:buNone/>
            </a:pPr>
            <a:r>
              <a:rPr lang="en-US" sz="2000"/>
              <a:t>Provides a convenient syntax that ensures the correct use of IDisposable objects.</a:t>
            </a:r>
          </a:p>
          <a:p>
            <a:pPr marL="0" indent="0">
              <a:buNone/>
            </a:pPr>
            <a:r>
              <a:rPr lang="en-US" sz="2000"/>
              <a:t>IDisposable p</a:t>
            </a:r>
            <a:r>
              <a:rPr lang="en-US" sz="2000" b="0" i="0">
                <a:solidFill>
                  <a:srgbClr val="171717"/>
                </a:solidFill>
                <a:effectLst/>
                <a:latin typeface="Segoe UI" panose="020B0502040204020203" pitchFamily="34" charset="0"/>
              </a:rPr>
              <a:t>rovides a mechanism for releasing unmanaged resources.</a:t>
            </a:r>
            <a:endParaRPr lang="en-US" sz="2000"/>
          </a:p>
          <a:p>
            <a:pPr marL="0" indent="0">
              <a:buNone/>
            </a:pPr>
            <a:endParaRPr lang="en-US" sz="2000"/>
          </a:p>
          <a:p>
            <a:endParaRPr lang="da-DK" sz="1400"/>
          </a:p>
        </p:txBody>
      </p:sp>
      <p:sp>
        <p:nvSpPr>
          <p:cNvPr id="8" name="Arrow: Down 7">
            <a:extLst>
              <a:ext uri="{FF2B5EF4-FFF2-40B4-BE49-F238E27FC236}">
                <a16:creationId xmlns:a16="http://schemas.microsoft.com/office/drawing/2014/main" id="{F29A89EF-AAF2-4469-B490-D58D961ED382}"/>
              </a:ext>
            </a:extLst>
          </p:cNvPr>
          <p:cNvSpPr/>
          <p:nvPr/>
        </p:nvSpPr>
        <p:spPr>
          <a:xfrm rot="16200000">
            <a:off x="5310045" y="4061541"/>
            <a:ext cx="679269" cy="533400"/>
          </a:xfrm>
          <a:prstGeom prst="downArrow">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9" name="TextBox 8">
            <a:extLst>
              <a:ext uri="{FF2B5EF4-FFF2-40B4-BE49-F238E27FC236}">
                <a16:creationId xmlns:a16="http://schemas.microsoft.com/office/drawing/2014/main" id="{2860CF25-1C8F-4758-AF57-211845EA2053}"/>
              </a:ext>
            </a:extLst>
          </p:cNvPr>
          <p:cNvSpPr txBox="1"/>
          <p:nvPr/>
        </p:nvSpPr>
        <p:spPr>
          <a:xfrm>
            <a:off x="6334646" y="3925611"/>
            <a:ext cx="4776001" cy="1663262"/>
          </a:xfrm>
          <a:prstGeom prst="rect">
            <a:avLst/>
          </a:prstGeom>
          <a:noFill/>
        </p:spPr>
        <p:txBody>
          <a:bodyPr wrap="square" lIns="0" tIns="0" rIns="0" bIns="0" rtlCol="0">
            <a:noAutofit/>
          </a:bodyPr>
          <a:lstStyle/>
          <a:p>
            <a:r>
              <a:rPr lang="en-US" sz="1400">
                <a:solidFill>
                  <a:srgbClr val="0000FF"/>
                </a:solidFill>
                <a:latin typeface="Consolas" panose="020B0609020204030204" pitchFamily="49" charset="0"/>
              </a:rPr>
              <a:t>using</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var</a:t>
            </a:r>
            <a:r>
              <a:rPr lang="en-US" sz="1400">
                <a:solidFill>
                  <a:srgbClr val="000000"/>
                </a:solidFill>
                <a:latin typeface="Consolas" panose="020B0609020204030204" pitchFamily="49" charset="0"/>
              </a:rPr>
              <a:t> connection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Connection()) {</a:t>
            </a:r>
          </a:p>
          <a:p>
            <a:r>
              <a:rPr lang="en-US" sz="1400">
                <a:solidFill>
                  <a:srgbClr val="000000"/>
                </a:solidFill>
                <a:latin typeface="Consolas" panose="020B0609020204030204" pitchFamily="49" charset="0"/>
              </a:rPr>
              <a:t>	connection.OpenConnection();</a:t>
            </a:r>
          </a:p>
          <a:p>
            <a:r>
              <a:rPr lang="en-US" sz="1400">
                <a:solidFill>
                  <a:srgbClr val="008000"/>
                </a:solidFill>
                <a:latin typeface="Consolas" panose="020B0609020204030204" pitchFamily="49" charset="0"/>
              </a:rPr>
              <a:t>	// do something with the connection</a:t>
            </a:r>
            <a:endParaRPr lang="en-US"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a:t>
            </a:r>
          </a:p>
          <a:p>
            <a:r>
              <a:rPr lang="en-US" sz="1400">
                <a:solidFill>
                  <a:srgbClr val="008000"/>
                </a:solidFill>
                <a:latin typeface="Consolas" panose="020B0609020204030204" pitchFamily="49" charset="0"/>
              </a:rPr>
              <a:t>//connection disposed</a:t>
            </a:r>
            <a:endParaRPr lang="en-US" sz="1200">
              <a:latin typeface="+mn-lt"/>
            </a:endParaRPr>
          </a:p>
          <a:p>
            <a:pPr marL="0" indent="0" defTabSz="179388">
              <a:buClr>
                <a:srgbClr val="00DEE6"/>
              </a:buClr>
              <a:buFont typeface="Arial" panose="020B0604020202020204" pitchFamily="34" charset="0"/>
              <a:buNone/>
            </a:pPr>
            <a:endParaRPr lang="en-US" sz="1600">
              <a:latin typeface="+mn-lt"/>
            </a:endParaRPr>
          </a:p>
        </p:txBody>
      </p:sp>
      <p:sp>
        <p:nvSpPr>
          <p:cNvPr id="6" name="TextBox 5">
            <a:extLst>
              <a:ext uri="{FF2B5EF4-FFF2-40B4-BE49-F238E27FC236}">
                <a16:creationId xmlns:a16="http://schemas.microsoft.com/office/drawing/2014/main" id="{45C60329-81A1-497D-9992-B0BA71D5FE0C}"/>
              </a:ext>
            </a:extLst>
          </p:cNvPr>
          <p:cNvSpPr txBox="1"/>
          <p:nvPr/>
        </p:nvSpPr>
        <p:spPr>
          <a:xfrm>
            <a:off x="670985" y="2593428"/>
            <a:ext cx="4523753" cy="3665482"/>
          </a:xfrm>
          <a:prstGeom prst="rect">
            <a:avLst/>
          </a:prstGeom>
          <a:noFill/>
        </p:spPr>
        <p:txBody>
          <a:bodyPr wrap="square" lIns="0" tIns="0" rIns="0" bIns="0" rtlCol="0">
            <a:noAutofit/>
          </a:bodyPr>
          <a:lstStyle/>
          <a:p>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interface</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IConnection</a:t>
            </a:r>
            <a:r>
              <a:rPr lang="en-US" sz="1400">
                <a:solidFill>
                  <a:srgbClr val="000000"/>
                </a:solidFill>
                <a:latin typeface="Consolas" panose="020B0609020204030204" pitchFamily="49" charset="0"/>
              </a:rPr>
              <a:t> : </a:t>
            </a:r>
            <a:r>
              <a:rPr lang="en-US" sz="1400">
                <a:solidFill>
                  <a:srgbClr val="2B91AF"/>
                </a:solidFill>
                <a:latin typeface="Consolas" panose="020B0609020204030204" pitchFamily="49" charset="0"/>
              </a:rPr>
              <a:t>IDisposable</a:t>
            </a:r>
            <a:r>
              <a:rPr lang="en-US" sz="1400">
                <a:solidFill>
                  <a:srgbClr val="000000"/>
                </a:solidFill>
                <a:latin typeface="Consolas" panose="020B0609020204030204" pitchFamily="49" charset="0"/>
              </a:rPr>
              <a:t> {</a:t>
            </a: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OpenConnection();</a:t>
            </a: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CloseConnection();</a:t>
            </a:r>
          </a:p>
          <a:p>
            <a:r>
              <a:rPr lang="en-US" sz="1400">
                <a:solidFill>
                  <a:srgbClr val="000000"/>
                </a:solidFill>
                <a:latin typeface="Consolas" panose="020B0609020204030204" pitchFamily="49" charset="0"/>
              </a:rPr>
              <a:t>}</a:t>
            </a:r>
            <a:endParaRPr lang="en-US" sz="1400">
              <a:solidFill>
                <a:srgbClr val="0000FF"/>
              </a:solidFill>
              <a:latin typeface="Consolas" panose="020B0609020204030204" pitchFamily="49" charset="0"/>
            </a:endParaRPr>
          </a:p>
          <a:p>
            <a:endParaRPr lang="en-US" sz="1400">
              <a:solidFill>
                <a:srgbClr val="0000FF"/>
              </a:solidFill>
              <a:latin typeface="Consolas" panose="020B0609020204030204" pitchFamily="49" charset="0"/>
            </a:endParaRPr>
          </a:p>
          <a:p>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class</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Connection</a:t>
            </a:r>
            <a:r>
              <a:rPr lang="en-US" sz="1400">
                <a:solidFill>
                  <a:srgbClr val="000000"/>
                </a:solidFill>
                <a:latin typeface="Consolas" panose="020B0609020204030204" pitchFamily="49" charset="0"/>
              </a:rPr>
              <a:t> : </a:t>
            </a:r>
            <a:r>
              <a:rPr lang="en-US" sz="1400">
                <a:solidFill>
                  <a:srgbClr val="2B91AF"/>
                </a:solidFill>
                <a:latin typeface="Consolas" panose="020B0609020204030204" pitchFamily="49" charset="0"/>
              </a:rPr>
              <a:t>IConnection</a:t>
            </a:r>
            <a:r>
              <a:rPr lang="en-US" sz="1400">
                <a:solidFill>
                  <a:srgbClr val="000000"/>
                </a:solidFill>
                <a:latin typeface="Consolas" panose="020B0609020204030204" pitchFamily="49" charset="0"/>
              </a:rPr>
              <a:t> {</a:t>
            </a: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OpenConnection() {</a:t>
            </a:r>
          </a:p>
          <a:p>
            <a:r>
              <a:rPr lang="en-US" sz="1400">
                <a:solidFill>
                  <a:srgbClr val="000000"/>
                </a:solidFill>
                <a:latin typeface="Consolas" panose="020B0609020204030204" pitchFamily="49" charset="0"/>
              </a:rPr>
              <a:t>            </a:t>
            </a:r>
            <a:r>
              <a:rPr lang="en-US" sz="1400">
                <a:solidFill>
                  <a:srgbClr val="008000"/>
                </a:solidFill>
                <a:latin typeface="Consolas" panose="020B0609020204030204" pitchFamily="49" charset="0"/>
              </a:rPr>
              <a:t>// ... open the connection</a:t>
            </a:r>
            <a:endParaRPr lang="en-US"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p>
          <a:p>
            <a:endParaRPr lang="en-US"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CloseConnection() {</a:t>
            </a:r>
          </a:p>
          <a:p>
            <a:r>
              <a:rPr lang="en-US" sz="1400">
                <a:solidFill>
                  <a:srgbClr val="000000"/>
                </a:solidFill>
                <a:latin typeface="Consolas" panose="020B0609020204030204" pitchFamily="49" charset="0"/>
              </a:rPr>
              <a:t>            </a:t>
            </a:r>
            <a:r>
              <a:rPr lang="en-US" sz="1400">
                <a:solidFill>
                  <a:srgbClr val="008000"/>
                </a:solidFill>
                <a:latin typeface="Consolas" panose="020B0609020204030204" pitchFamily="49" charset="0"/>
              </a:rPr>
              <a:t>// ... close the connection</a:t>
            </a:r>
            <a:endParaRPr lang="en-US"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p>
          <a:p>
            <a:endParaRPr lang="en-US" sz="1400">
              <a:solidFill>
                <a:srgbClr val="000000"/>
              </a:solidFill>
              <a:latin typeface="Consolas" panose="020B0609020204030204" pitchFamily="49" charset="0"/>
            </a:endParaRPr>
          </a:p>
          <a:p>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Dispose() {</a:t>
            </a:r>
          </a:p>
          <a:p>
            <a:r>
              <a:rPr lang="en-US" sz="1400">
                <a:solidFill>
                  <a:srgbClr val="000000"/>
                </a:solidFill>
                <a:latin typeface="Consolas" panose="020B0609020204030204" pitchFamily="49" charset="0"/>
              </a:rPr>
              <a:t>		CloseConnection();</a:t>
            </a:r>
          </a:p>
          <a:p>
            <a:r>
              <a:rPr lang="en-US" sz="1400">
                <a:solidFill>
                  <a:srgbClr val="000000"/>
                </a:solidFill>
                <a:latin typeface="Consolas" panose="020B0609020204030204" pitchFamily="49" charset="0"/>
              </a:rPr>
              <a:t>        }</a:t>
            </a:r>
          </a:p>
          <a:p>
            <a:r>
              <a:rPr lang="en-US" sz="1400">
                <a:solidFill>
                  <a:srgbClr val="000000"/>
                </a:solidFill>
                <a:latin typeface="Consolas" panose="020B0609020204030204" pitchFamily="49" charset="0"/>
              </a:rPr>
              <a:t>}</a:t>
            </a:r>
          </a:p>
          <a:p>
            <a:endParaRPr lang="en-US" sz="1400">
              <a:solidFill>
                <a:srgbClr val="000000"/>
              </a:solidFill>
              <a:latin typeface="Consolas" panose="020B0609020204030204" pitchFamily="49" charset="0"/>
            </a:endParaRPr>
          </a:p>
        </p:txBody>
      </p:sp>
    </p:spTree>
    <p:extLst>
      <p:ext uri="{BB962C8B-B14F-4D97-AF65-F5344CB8AC3E}">
        <p14:creationId xmlns:p14="http://schemas.microsoft.com/office/powerpoint/2010/main" val="2111061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CBD6E4-CB3A-4100-B73A-BAA685C71C18}"/>
              </a:ext>
            </a:extLst>
          </p:cNvPr>
          <p:cNvSpPr>
            <a:spLocks noGrp="1"/>
          </p:cNvSpPr>
          <p:nvPr>
            <p:ph type="sldNum" sz="quarter" idx="11"/>
          </p:nvPr>
        </p:nvSpPr>
        <p:spPr/>
        <p:txBody>
          <a:bodyPr/>
          <a:lstStyle/>
          <a:p>
            <a:fld id="{E16BA917-7F09-4B8D-AF07-F52890C14046}" type="slidenum">
              <a:rPr lang="da-DK" smtClean="0"/>
              <a:pPr/>
              <a:t>18</a:t>
            </a:fld>
            <a:endParaRPr lang="da-DK"/>
          </a:p>
        </p:txBody>
      </p:sp>
      <p:sp>
        <p:nvSpPr>
          <p:cNvPr id="3" name="Text Placeholder 2">
            <a:extLst>
              <a:ext uri="{FF2B5EF4-FFF2-40B4-BE49-F238E27FC236}">
                <a16:creationId xmlns:a16="http://schemas.microsoft.com/office/drawing/2014/main" id="{A4D62349-695F-4C03-99E4-D30F46E35788}"/>
              </a:ext>
            </a:extLst>
          </p:cNvPr>
          <p:cNvSpPr>
            <a:spLocks noGrp="1"/>
          </p:cNvSpPr>
          <p:nvPr>
            <p:ph type="body" sz="quarter" idx="17"/>
          </p:nvPr>
        </p:nvSpPr>
        <p:spPr/>
        <p:txBody>
          <a:bodyPr/>
          <a:lstStyle/>
          <a:p>
            <a:r>
              <a:rPr lang="da-DK"/>
              <a:t>Continue keyword</a:t>
            </a:r>
          </a:p>
        </p:txBody>
      </p:sp>
      <p:sp>
        <p:nvSpPr>
          <p:cNvPr id="4" name="Title 3">
            <a:extLst>
              <a:ext uri="{FF2B5EF4-FFF2-40B4-BE49-F238E27FC236}">
                <a16:creationId xmlns:a16="http://schemas.microsoft.com/office/drawing/2014/main" id="{75AE9BE9-CFDA-40A4-8B18-E5E9CA38F264}"/>
              </a:ext>
            </a:extLst>
          </p:cNvPr>
          <p:cNvSpPr>
            <a:spLocks noGrp="1"/>
          </p:cNvSpPr>
          <p:nvPr>
            <p:ph type="title"/>
          </p:nvPr>
        </p:nvSpPr>
        <p:spPr/>
        <p:txBody>
          <a:bodyPr/>
          <a:lstStyle/>
          <a:p>
            <a:r>
              <a:rPr lang="en-US"/>
              <a:t>Jump Statements</a:t>
            </a:r>
            <a:endParaRPr lang="da-DK"/>
          </a:p>
        </p:txBody>
      </p:sp>
      <p:sp>
        <p:nvSpPr>
          <p:cNvPr id="5" name="Content Placeholder 4">
            <a:extLst>
              <a:ext uri="{FF2B5EF4-FFF2-40B4-BE49-F238E27FC236}">
                <a16:creationId xmlns:a16="http://schemas.microsoft.com/office/drawing/2014/main" id="{98955856-922E-427D-AD05-1583C23F055E}"/>
              </a:ext>
            </a:extLst>
          </p:cNvPr>
          <p:cNvSpPr>
            <a:spLocks noGrp="1"/>
          </p:cNvSpPr>
          <p:nvPr>
            <p:ph sz="quarter" idx="19"/>
          </p:nvPr>
        </p:nvSpPr>
        <p:spPr>
          <a:xfrm>
            <a:off x="672001" y="1620838"/>
            <a:ext cx="10856912" cy="4735539"/>
          </a:xfrm>
        </p:spPr>
        <p:txBody>
          <a:bodyPr/>
          <a:lstStyle/>
          <a:p>
            <a:pPr marL="0" indent="0">
              <a:buNone/>
            </a:pPr>
            <a:r>
              <a:rPr lang="en-US" sz="2000"/>
              <a:t>The </a:t>
            </a:r>
            <a:r>
              <a:rPr lang="en-US" sz="2000">
                <a:solidFill>
                  <a:schemeClr val="accent2"/>
                </a:solidFill>
                <a:latin typeface="Consolas" panose="020B0609020204030204" pitchFamily="49" charset="0"/>
              </a:rPr>
              <a:t>continue</a:t>
            </a:r>
            <a:r>
              <a:rPr lang="en-US" sz="2000"/>
              <a:t> statement passes control to the next iteration of the enclosing </a:t>
            </a:r>
            <a:r>
              <a:rPr lang="en-US" sz="2000">
                <a:solidFill>
                  <a:schemeClr val="accent2"/>
                </a:solidFill>
                <a:latin typeface="Consolas" panose="020B0609020204030204" pitchFamily="49" charset="0"/>
              </a:rPr>
              <a:t>while</a:t>
            </a:r>
            <a:r>
              <a:rPr lang="en-US" sz="2000">
                <a:latin typeface="Consolas" panose="020B0609020204030204" pitchFamily="49" charset="0"/>
              </a:rPr>
              <a:t>, </a:t>
            </a:r>
            <a:r>
              <a:rPr lang="en-US" sz="2000">
                <a:solidFill>
                  <a:schemeClr val="accent2"/>
                </a:solidFill>
                <a:latin typeface="Consolas" panose="020B0609020204030204" pitchFamily="49" charset="0"/>
              </a:rPr>
              <a:t>do</a:t>
            </a:r>
            <a:r>
              <a:rPr lang="en-US" sz="2000">
                <a:latin typeface="Consolas" panose="020B0609020204030204" pitchFamily="49" charset="0"/>
              </a:rPr>
              <a:t>, </a:t>
            </a:r>
            <a:r>
              <a:rPr lang="en-US" sz="2000">
                <a:solidFill>
                  <a:schemeClr val="accent2"/>
                </a:solidFill>
                <a:latin typeface="Consolas" panose="020B0609020204030204" pitchFamily="49" charset="0"/>
              </a:rPr>
              <a:t>for</a:t>
            </a:r>
            <a:r>
              <a:rPr lang="en-US" sz="2000">
                <a:latin typeface="Consolas" panose="020B0609020204030204" pitchFamily="49" charset="0"/>
              </a:rPr>
              <a:t>, or </a:t>
            </a:r>
            <a:r>
              <a:rPr lang="en-US" sz="2000">
                <a:solidFill>
                  <a:schemeClr val="accent2"/>
                </a:solidFill>
                <a:latin typeface="Consolas" panose="020B0609020204030204" pitchFamily="49" charset="0"/>
              </a:rPr>
              <a:t>foreach</a:t>
            </a:r>
            <a:r>
              <a:rPr lang="en-US" sz="2000"/>
              <a:t> statement in which it appears.</a:t>
            </a:r>
          </a:p>
          <a:p>
            <a:pPr marL="0" indent="0">
              <a:buNone/>
            </a:pPr>
            <a:endParaRPr lang="en-US" sz="2000"/>
          </a:p>
          <a:p>
            <a:pPr marL="0" indent="0">
              <a:spcBef>
                <a:spcPts val="0"/>
              </a:spcBef>
              <a:spcAft>
                <a:spcPts val="0"/>
              </a:spcAft>
              <a:buNone/>
            </a:pPr>
            <a:r>
              <a:rPr lang="nn-NO" sz="1800">
                <a:solidFill>
                  <a:srgbClr val="0000FF"/>
                </a:solidFill>
                <a:latin typeface="Consolas" panose="020B0609020204030204" pitchFamily="49" charset="0"/>
              </a:rPr>
              <a:t>for</a:t>
            </a:r>
            <a:r>
              <a:rPr lang="nn-NO" sz="1800">
                <a:solidFill>
                  <a:srgbClr val="000000"/>
                </a:solidFill>
                <a:latin typeface="Consolas" panose="020B0609020204030204" pitchFamily="49" charset="0"/>
              </a:rPr>
              <a:t> (</a:t>
            </a:r>
            <a:r>
              <a:rPr lang="nn-NO" sz="1800">
                <a:solidFill>
                  <a:srgbClr val="0000FF"/>
                </a:solidFill>
                <a:latin typeface="Consolas" panose="020B0609020204030204" pitchFamily="49" charset="0"/>
              </a:rPr>
              <a:t>int</a:t>
            </a:r>
            <a:r>
              <a:rPr lang="nn-NO" sz="1800">
                <a:solidFill>
                  <a:srgbClr val="000000"/>
                </a:solidFill>
                <a:latin typeface="Consolas" panose="020B0609020204030204" pitchFamily="49" charset="0"/>
              </a:rPr>
              <a:t> i = 0; i &lt; 10; i++) {</a:t>
            </a:r>
          </a:p>
          <a:p>
            <a:pPr marL="0" indent="0">
              <a:spcBef>
                <a:spcPts val="0"/>
              </a:spcBef>
              <a:spcAft>
                <a:spcPts val="0"/>
              </a:spcAft>
              <a:buNone/>
            </a:pPr>
            <a:r>
              <a:rPr lang="en-US" sz="1800">
                <a:solidFill>
                  <a:srgbClr val="0000FF"/>
                </a:solidFill>
                <a:latin typeface="Consolas" panose="020B0609020204030204" pitchFamily="49" charset="0"/>
              </a:rPr>
              <a:t>	if</a:t>
            </a:r>
            <a:r>
              <a:rPr lang="en-US" sz="1800">
                <a:solidFill>
                  <a:srgbClr val="000000"/>
                </a:solidFill>
                <a:latin typeface="Consolas" panose="020B0609020204030204" pitchFamily="49" charset="0"/>
              </a:rPr>
              <a:t> (i % 2 == 0) {</a:t>
            </a:r>
          </a:p>
          <a:p>
            <a:pPr marL="0" indent="0">
              <a:spcBef>
                <a:spcPts val="0"/>
              </a:spcBef>
              <a:spcAft>
                <a:spcPts val="0"/>
              </a:spcAft>
              <a:buNone/>
            </a:pPr>
            <a:r>
              <a:rPr lang="en-US" sz="1800">
                <a:solidFill>
                  <a:srgbClr val="0000FF"/>
                </a:solidFill>
                <a:latin typeface="Consolas" panose="020B0609020204030204" pitchFamily="49" charset="0"/>
              </a:rPr>
              <a:t>		continue</a:t>
            </a:r>
            <a:r>
              <a:rPr lang="en-US" sz="1800">
                <a:solidFill>
                  <a:srgbClr val="000000"/>
                </a:solidFill>
                <a:latin typeface="Consolas" panose="020B0609020204030204" pitchFamily="49" charset="0"/>
              </a:rPr>
              <a:t>;</a:t>
            </a:r>
          </a:p>
          <a:p>
            <a:pPr marL="0" indent="0">
              <a:spcBef>
                <a:spcPts val="0"/>
              </a:spcBef>
              <a:spcAft>
                <a:spcPts val="0"/>
              </a:spcAft>
              <a:buNone/>
            </a:pP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Console.WriteLine(</a:t>
            </a:r>
            <a:r>
              <a:rPr lang="en-US" sz="1800">
                <a:solidFill>
                  <a:srgbClr val="A31515"/>
                </a:solidFill>
                <a:latin typeface="Consolas" panose="020B0609020204030204" pitchFamily="49" charset="0"/>
              </a:rPr>
              <a:t>$"Next odd number: </a:t>
            </a:r>
            <a:r>
              <a:rPr lang="en-US" sz="1800">
                <a:solidFill>
                  <a:srgbClr val="000000"/>
                </a:solidFill>
                <a:latin typeface="Consolas" panose="020B0609020204030204" pitchFamily="49" charset="0"/>
              </a:rPr>
              <a:t>{i}</a:t>
            </a:r>
            <a:r>
              <a:rPr lang="en-US" sz="1800">
                <a:solidFill>
                  <a:srgbClr val="A31515"/>
                </a:solidFill>
                <a:latin typeface="Consolas" panose="020B0609020204030204" pitchFamily="49" charset="0"/>
              </a:rPr>
              <a:t>"</a:t>
            </a:r>
            <a:r>
              <a:rPr lang="en-US" sz="1800">
                <a:solidFill>
                  <a:srgbClr val="000000"/>
                </a:solidFill>
                <a:latin typeface="Consolas" panose="020B0609020204030204" pitchFamily="49" charset="0"/>
              </a:rPr>
              <a:t>);</a:t>
            </a:r>
          </a:p>
          <a:p>
            <a:pPr marL="0" indent="0">
              <a:spcBef>
                <a:spcPts val="0"/>
              </a:spcBef>
              <a:spcAft>
                <a:spcPts val="0"/>
              </a:spcAft>
              <a:buNone/>
            </a:pPr>
            <a:r>
              <a:rPr lang="en-US" sz="1800">
                <a:solidFill>
                  <a:srgbClr val="000000"/>
                </a:solidFill>
                <a:latin typeface="Consolas" panose="020B0609020204030204" pitchFamily="49" charset="0"/>
              </a:rPr>
              <a:t>}</a:t>
            </a:r>
            <a:endParaRPr lang="en-US" sz="2000"/>
          </a:p>
          <a:p>
            <a:endParaRPr lang="da-DK" sz="1400"/>
          </a:p>
        </p:txBody>
      </p:sp>
      <p:sp>
        <p:nvSpPr>
          <p:cNvPr id="8" name="Arrow: Down 7">
            <a:extLst>
              <a:ext uri="{FF2B5EF4-FFF2-40B4-BE49-F238E27FC236}">
                <a16:creationId xmlns:a16="http://schemas.microsoft.com/office/drawing/2014/main" id="{F29A89EF-AAF2-4469-B490-D58D961ED382}"/>
              </a:ext>
            </a:extLst>
          </p:cNvPr>
          <p:cNvSpPr/>
          <p:nvPr/>
        </p:nvSpPr>
        <p:spPr>
          <a:xfrm rot="16200000">
            <a:off x="6726710" y="3162298"/>
            <a:ext cx="679269" cy="533400"/>
          </a:xfrm>
          <a:prstGeom prst="downArrow">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9" name="TextBox 8">
            <a:extLst>
              <a:ext uri="{FF2B5EF4-FFF2-40B4-BE49-F238E27FC236}">
                <a16:creationId xmlns:a16="http://schemas.microsoft.com/office/drawing/2014/main" id="{2860CF25-1C8F-4758-AF57-211845EA2053}"/>
              </a:ext>
            </a:extLst>
          </p:cNvPr>
          <p:cNvSpPr txBox="1"/>
          <p:nvPr/>
        </p:nvSpPr>
        <p:spPr>
          <a:xfrm>
            <a:off x="7559464" y="2827249"/>
            <a:ext cx="2685093" cy="12035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solidFill>
                  <a:srgbClr val="A31515"/>
                </a:solidFill>
                <a:latin typeface="Consolas" panose="020B0609020204030204" pitchFamily="49" charset="0"/>
              </a:rPr>
              <a:t>Next odd number:</a:t>
            </a:r>
            <a:r>
              <a:rPr lang="ru-RU" sz="1600">
                <a:solidFill>
                  <a:srgbClr val="A31515"/>
                </a:solidFill>
                <a:latin typeface="Consolas" panose="020B0609020204030204" pitchFamily="49" charset="0"/>
              </a:rPr>
              <a:t> </a:t>
            </a:r>
            <a:r>
              <a:rPr lang="en-GB" sz="1600">
                <a:solidFill>
                  <a:srgbClr val="A31515"/>
                </a:solidFill>
                <a:latin typeface="Consolas" panose="020B0609020204030204" pitchFamily="49" charset="0"/>
              </a:rPr>
              <a:t>1</a:t>
            </a:r>
            <a:endParaRPr lang="ru-RU" sz="1600">
              <a:solidFill>
                <a:srgbClr val="A31515"/>
              </a:solidFill>
              <a:latin typeface="Consolas" panose="020B0609020204030204" pitchFamily="49" charset="0"/>
            </a:endParaRPr>
          </a:p>
          <a:p>
            <a:pPr defTabSz="179388">
              <a:buClr>
                <a:srgbClr val="00DEE6"/>
              </a:buClr>
            </a:pPr>
            <a:r>
              <a:rPr lang="en-US" sz="1600">
                <a:solidFill>
                  <a:srgbClr val="A31515"/>
                </a:solidFill>
                <a:latin typeface="Consolas" panose="020B0609020204030204" pitchFamily="49" charset="0"/>
              </a:rPr>
              <a:t>Next odd number:</a:t>
            </a:r>
            <a:r>
              <a:rPr lang="ru-RU" sz="1600">
                <a:solidFill>
                  <a:srgbClr val="A31515"/>
                </a:solidFill>
                <a:latin typeface="Consolas" panose="020B0609020204030204" pitchFamily="49" charset="0"/>
              </a:rPr>
              <a:t> </a:t>
            </a:r>
            <a:r>
              <a:rPr lang="en-GB" sz="1600">
                <a:solidFill>
                  <a:srgbClr val="A31515"/>
                </a:solidFill>
                <a:latin typeface="Consolas" panose="020B0609020204030204" pitchFamily="49" charset="0"/>
              </a:rPr>
              <a:t>3</a:t>
            </a:r>
            <a:endParaRPr lang="ru-RU" sz="1600">
              <a:solidFill>
                <a:srgbClr val="A31515"/>
              </a:solidFill>
              <a:latin typeface="Consolas" panose="020B0609020204030204" pitchFamily="49" charset="0"/>
            </a:endParaRPr>
          </a:p>
          <a:p>
            <a:pPr defTabSz="179388">
              <a:buClr>
                <a:srgbClr val="00DEE6"/>
              </a:buClr>
            </a:pPr>
            <a:r>
              <a:rPr lang="en-US" sz="1600">
                <a:solidFill>
                  <a:srgbClr val="A31515"/>
                </a:solidFill>
                <a:latin typeface="Consolas" panose="020B0609020204030204" pitchFamily="49" charset="0"/>
              </a:rPr>
              <a:t>Next odd number:</a:t>
            </a:r>
            <a:r>
              <a:rPr lang="ru-RU" sz="1600">
                <a:solidFill>
                  <a:srgbClr val="A31515"/>
                </a:solidFill>
                <a:latin typeface="Consolas" panose="020B0609020204030204" pitchFamily="49" charset="0"/>
              </a:rPr>
              <a:t> </a:t>
            </a:r>
            <a:r>
              <a:rPr lang="en-GB" sz="1600">
                <a:solidFill>
                  <a:srgbClr val="A31515"/>
                </a:solidFill>
                <a:latin typeface="Consolas" panose="020B0609020204030204" pitchFamily="49" charset="0"/>
              </a:rPr>
              <a:t>5</a:t>
            </a:r>
            <a:endParaRPr lang="ru-RU" sz="1600">
              <a:solidFill>
                <a:srgbClr val="A31515"/>
              </a:solidFill>
              <a:latin typeface="Consolas" panose="020B0609020204030204" pitchFamily="49" charset="0"/>
            </a:endParaRPr>
          </a:p>
          <a:p>
            <a:pPr defTabSz="179388">
              <a:buClr>
                <a:srgbClr val="00DEE6"/>
              </a:buClr>
            </a:pPr>
            <a:r>
              <a:rPr lang="en-US" sz="1600">
                <a:solidFill>
                  <a:srgbClr val="A31515"/>
                </a:solidFill>
                <a:latin typeface="Consolas" panose="020B0609020204030204" pitchFamily="49" charset="0"/>
              </a:rPr>
              <a:t>Next odd number:</a:t>
            </a:r>
            <a:r>
              <a:rPr lang="ru-RU" sz="1600">
                <a:solidFill>
                  <a:srgbClr val="A31515"/>
                </a:solidFill>
                <a:latin typeface="Consolas" panose="020B0609020204030204" pitchFamily="49" charset="0"/>
              </a:rPr>
              <a:t> </a:t>
            </a:r>
            <a:r>
              <a:rPr lang="en-GB" sz="1600">
                <a:solidFill>
                  <a:srgbClr val="A31515"/>
                </a:solidFill>
                <a:latin typeface="Consolas" panose="020B0609020204030204" pitchFamily="49" charset="0"/>
              </a:rPr>
              <a:t>7</a:t>
            </a:r>
            <a:endParaRPr lang="ru-RU" sz="1600">
              <a:solidFill>
                <a:srgbClr val="A31515"/>
              </a:solidFill>
              <a:latin typeface="Consolas" panose="020B0609020204030204" pitchFamily="49" charset="0"/>
            </a:endParaRPr>
          </a:p>
          <a:p>
            <a:pPr defTabSz="179388">
              <a:buClr>
                <a:srgbClr val="00DEE6"/>
              </a:buClr>
            </a:pPr>
            <a:r>
              <a:rPr lang="en-US" sz="1600">
                <a:solidFill>
                  <a:srgbClr val="A31515"/>
                </a:solidFill>
                <a:latin typeface="Consolas" panose="020B0609020204030204" pitchFamily="49" charset="0"/>
              </a:rPr>
              <a:t>Next odd number:</a:t>
            </a:r>
            <a:r>
              <a:rPr lang="ru-RU" sz="1600">
                <a:solidFill>
                  <a:srgbClr val="A31515"/>
                </a:solidFill>
                <a:latin typeface="Consolas" panose="020B0609020204030204" pitchFamily="49" charset="0"/>
              </a:rPr>
              <a:t> </a:t>
            </a:r>
            <a:r>
              <a:rPr lang="en-GB" sz="1600">
                <a:solidFill>
                  <a:srgbClr val="A31515"/>
                </a:solidFill>
                <a:latin typeface="Consolas" panose="020B0609020204030204" pitchFamily="49" charset="0"/>
              </a:rPr>
              <a:t>9</a:t>
            </a:r>
            <a:endParaRPr lang="en-US" sz="1600">
              <a:latin typeface="+mn-lt"/>
            </a:endParaRPr>
          </a:p>
          <a:p>
            <a:pPr defTabSz="179388">
              <a:buClr>
                <a:srgbClr val="00DEE6"/>
              </a:buClr>
            </a:pPr>
            <a:endParaRPr lang="en-US" sz="1600">
              <a:latin typeface="+mn-lt"/>
            </a:endParaRPr>
          </a:p>
          <a:p>
            <a:pPr marL="0" indent="0" defTabSz="179388">
              <a:buClr>
                <a:srgbClr val="00DEE6"/>
              </a:buClr>
              <a:buFont typeface="Arial" panose="020B0604020202020204" pitchFamily="34" charset="0"/>
              <a:buNone/>
            </a:pPr>
            <a:endParaRPr lang="en-US" sz="1600" err="1">
              <a:latin typeface="+mn-lt"/>
            </a:endParaRPr>
          </a:p>
        </p:txBody>
      </p:sp>
    </p:spTree>
    <p:extLst>
      <p:ext uri="{BB962C8B-B14F-4D97-AF65-F5344CB8AC3E}">
        <p14:creationId xmlns:p14="http://schemas.microsoft.com/office/powerpoint/2010/main" val="416170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19</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2</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statements</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a:lstStyle/>
          <a:p>
            <a:pPr marL="0" indent="0">
              <a:buNone/>
            </a:pPr>
            <a:r>
              <a:rPr lang="en-US"/>
              <a:t>Please provide an implementation to calculate the sum of odd and even numbers in range of 0 to n (exclusively).</a:t>
            </a:r>
          </a:p>
          <a:p>
            <a:pPr lvl="1"/>
            <a:r>
              <a:rPr lang="en-US"/>
              <a:t>The for-loop should be used in the solution</a:t>
            </a:r>
          </a:p>
          <a:p>
            <a:pPr lvl="1"/>
            <a:r>
              <a:rPr lang="en-US"/>
              <a:t>LINQ is prohibited</a:t>
            </a:r>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780862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20</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2 - SOLUTION</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statements</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a:lstStyle/>
          <a:p>
            <a:pPr marL="0" indent="0">
              <a:spcBef>
                <a:spcPts val="0"/>
              </a:spcBef>
              <a:spcAft>
                <a:spcPts val="0"/>
              </a:spcAft>
              <a:buNone/>
            </a:pPr>
            <a:r>
              <a:rPr lang="en-US" sz="1800">
                <a:solidFill>
                  <a:srgbClr val="0000FF"/>
                </a:solidFill>
                <a:latin typeface="Consolas" panose="020B0609020204030204" pitchFamily="49" charset="0"/>
              </a:rPr>
              <a:t>private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static</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Tuple</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&gt; FindSumOfOddEven(</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n)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oddSum = 0, evenSum = 0;</a:t>
            </a:r>
          </a:p>
          <a:p>
            <a:pPr marL="0" indent="0">
              <a:spcBef>
                <a:spcPts val="0"/>
              </a:spcBef>
              <a:spcAft>
                <a:spcPts val="0"/>
              </a:spcAft>
              <a:buNone/>
            </a:pPr>
            <a:r>
              <a:rPr lang="nn-NO" sz="1800">
                <a:solidFill>
                  <a:srgbClr val="000000"/>
                </a:solidFill>
                <a:latin typeface="Consolas" panose="020B0609020204030204" pitchFamily="49" charset="0"/>
              </a:rPr>
              <a:t>            </a:t>
            </a:r>
            <a:r>
              <a:rPr lang="nn-NO" sz="1800">
                <a:solidFill>
                  <a:srgbClr val="0000FF"/>
                </a:solidFill>
                <a:latin typeface="Consolas" panose="020B0609020204030204" pitchFamily="49" charset="0"/>
              </a:rPr>
              <a:t>for</a:t>
            </a:r>
            <a:r>
              <a:rPr lang="nn-NO" sz="1800">
                <a:solidFill>
                  <a:srgbClr val="000000"/>
                </a:solidFill>
                <a:latin typeface="Consolas" panose="020B0609020204030204" pitchFamily="49" charset="0"/>
              </a:rPr>
              <a:t> (</a:t>
            </a:r>
            <a:r>
              <a:rPr lang="nn-NO" sz="1800">
                <a:solidFill>
                  <a:srgbClr val="0000FF"/>
                </a:solidFill>
                <a:latin typeface="Consolas" panose="020B0609020204030204" pitchFamily="49" charset="0"/>
              </a:rPr>
              <a:t>var</a:t>
            </a:r>
            <a:r>
              <a:rPr lang="nn-NO" sz="1800">
                <a:solidFill>
                  <a:srgbClr val="000000"/>
                </a:solidFill>
                <a:latin typeface="Consolas" panose="020B0609020204030204" pitchFamily="49" charset="0"/>
              </a:rPr>
              <a:t> i = 0; i &lt; n; i++)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if</a:t>
            </a:r>
            <a:r>
              <a:rPr lang="en-US" sz="1800">
                <a:solidFill>
                  <a:srgbClr val="000000"/>
                </a:solidFill>
                <a:latin typeface="Consolas" panose="020B0609020204030204" pitchFamily="49" charset="0"/>
              </a:rPr>
              <a:t> (i % 2 == 0) {</a:t>
            </a:r>
          </a:p>
          <a:p>
            <a:pPr marL="0" indent="0">
              <a:spcBef>
                <a:spcPts val="0"/>
              </a:spcBef>
              <a:spcAft>
                <a:spcPts val="0"/>
              </a:spcAft>
              <a:buNone/>
            </a:pPr>
            <a:r>
              <a:rPr lang="en-US" sz="1800">
                <a:solidFill>
                  <a:srgbClr val="000000"/>
                </a:solidFill>
                <a:latin typeface="Consolas" panose="020B0609020204030204" pitchFamily="49" charset="0"/>
              </a:rPr>
              <a:t>                    evenSum += i;</a:t>
            </a:r>
          </a:p>
          <a:p>
            <a:pPr marL="0" indent="0">
              <a:spcBef>
                <a:spcPts val="0"/>
              </a:spcBef>
              <a:spcAft>
                <a:spcPts val="0"/>
              </a:spcAft>
              <a:buNone/>
            </a:pPr>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else</a:t>
            </a: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oddSum += i;</a:t>
            </a:r>
          </a:p>
          <a:p>
            <a:pPr marL="0" indent="0">
              <a:spcBef>
                <a:spcPts val="0"/>
              </a:spcBef>
              <a:spcAft>
                <a:spcPts val="0"/>
              </a:spcAft>
              <a:buNone/>
            </a:pP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return</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Tuple</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&gt;(oddSum, evenSum);</a:t>
            </a:r>
          </a:p>
          <a:p>
            <a:pPr marL="0" indent="0">
              <a:spcBef>
                <a:spcPts val="0"/>
              </a:spcBef>
              <a:spcAft>
                <a:spcPts val="0"/>
              </a:spcAft>
              <a:buNone/>
            </a:pPr>
            <a:r>
              <a:rPr lang="en-US" sz="1800">
                <a:solidFill>
                  <a:srgbClr val="000000"/>
                </a:solidFill>
                <a:latin typeface="Consolas" panose="020B0609020204030204" pitchFamily="49" charset="0"/>
              </a:rPr>
              <a:t>        }</a:t>
            </a:r>
            <a:endParaRPr lang="da-DK"/>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417961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D91976-4096-4B2B-9B0C-B3AC1CF70E27}"/>
              </a:ext>
            </a:extLst>
          </p:cNvPr>
          <p:cNvSpPr>
            <a:spLocks noGrp="1"/>
          </p:cNvSpPr>
          <p:nvPr>
            <p:ph type="sldNum" sz="quarter" idx="11"/>
          </p:nvPr>
        </p:nvSpPr>
        <p:spPr/>
        <p:txBody>
          <a:bodyPr/>
          <a:lstStyle/>
          <a:p>
            <a:fld id="{E16BA917-7F09-4B8D-AF07-F52890C14046}" type="slidenum">
              <a:rPr lang="da-DK" smtClean="0"/>
              <a:pPr/>
              <a:t>21</a:t>
            </a:fld>
            <a:endParaRPr lang="da-DK"/>
          </a:p>
        </p:txBody>
      </p:sp>
      <p:sp>
        <p:nvSpPr>
          <p:cNvPr id="3" name="Text Placeholder 2">
            <a:extLst>
              <a:ext uri="{FF2B5EF4-FFF2-40B4-BE49-F238E27FC236}">
                <a16:creationId xmlns:a16="http://schemas.microsoft.com/office/drawing/2014/main" id="{90C913F3-6AF3-45E8-912A-0D039DDF01B0}"/>
              </a:ext>
            </a:extLst>
          </p:cNvPr>
          <p:cNvSpPr>
            <a:spLocks noGrp="1"/>
          </p:cNvSpPr>
          <p:nvPr>
            <p:ph type="body" sz="quarter" idx="17"/>
          </p:nvPr>
        </p:nvSpPr>
        <p:spPr/>
        <p:txBody>
          <a:bodyPr/>
          <a:lstStyle/>
          <a:p>
            <a:r>
              <a:rPr lang="da-DK"/>
              <a:t>BREAK keyword</a:t>
            </a:r>
          </a:p>
          <a:p>
            <a:endParaRPr lang="da-DK"/>
          </a:p>
        </p:txBody>
      </p:sp>
      <p:sp>
        <p:nvSpPr>
          <p:cNvPr id="4" name="Title 3">
            <a:extLst>
              <a:ext uri="{FF2B5EF4-FFF2-40B4-BE49-F238E27FC236}">
                <a16:creationId xmlns:a16="http://schemas.microsoft.com/office/drawing/2014/main" id="{5A88102A-80B7-4721-9FF8-7225143A2C93}"/>
              </a:ext>
            </a:extLst>
          </p:cNvPr>
          <p:cNvSpPr>
            <a:spLocks noGrp="1"/>
          </p:cNvSpPr>
          <p:nvPr>
            <p:ph type="title"/>
          </p:nvPr>
        </p:nvSpPr>
        <p:spPr/>
        <p:txBody>
          <a:bodyPr/>
          <a:lstStyle/>
          <a:p>
            <a:r>
              <a:rPr lang="en-US"/>
              <a:t>Jump Statements</a:t>
            </a:r>
            <a:endParaRPr lang="da-DK"/>
          </a:p>
        </p:txBody>
      </p:sp>
      <p:sp>
        <p:nvSpPr>
          <p:cNvPr id="5" name="Content Placeholder 4">
            <a:extLst>
              <a:ext uri="{FF2B5EF4-FFF2-40B4-BE49-F238E27FC236}">
                <a16:creationId xmlns:a16="http://schemas.microsoft.com/office/drawing/2014/main" id="{71CB0FF1-55E9-4F01-8390-4A7CE7A5A5C6}"/>
              </a:ext>
            </a:extLst>
          </p:cNvPr>
          <p:cNvSpPr>
            <a:spLocks noGrp="1"/>
          </p:cNvSpPr>
          <p:nvPr>
            <p:ph sz="quarter" idx="19"/>
          </p:nvPr>
        </p:nvSpPr>
        <p:spPr>
          <a:xfrm>
            <a:off x="672001" y="1620838"/>
            <a:ext cx="10856912" cy="4735539"/>
          </a:xfrm>
        </p:spPr>
        <p:txBody>
          <a:bodyPr/>
          <a:lstStyle/>
          <a:p>
            <a:pPr marL="0" indent="0">
              <a:buNone/>
            </a:pPr>
            <a:r>
              <a:rPr lang="en-US" sz="2000"/>
              <a:t>The </a:t>
            </a:r>
            <a:r>
              <a:rPr lang="en-US" sz="2000">
                <a:solidFill>
                  <a:schemeClr val="accent2"/>
                </a:solidFill>
                <a:latin typeface="Consolas" panose="020B0609020204030204" pitchFamily="49" charset="0"/>
              </a:rPr>
              <a:t>break</a:t>
            </a:r>
            <a:r>
              <a:rPr lang="en-US" sz="2000"/>
              <a:t> statement terminates the closest enclosing loop in which it appears.</a:t>
            </a:r>
          </a:p>
          <a:p>
            <a:pPr marL="0" indent="0">
              <a:buNone/>
            </a:pPr>
            <a:r>
              <a:rPr lang="en-US" sz="2000"/>
              <a:t>Valid for any kind of loop: </a:t>
            </a:r>
            <a:r>
              <a:rPr lang="en-US" sz="2000">
                <a:solidFill>
                  <a:schemeClr val="accent2"/>
                </a:solidFill>
                <a:latin typeface="Consolas" panose="020B0609020204030204" pitchFamily="49" charset="0"/>
              </a:rPr>
              <a:t>for</a:t>
            </a:r>
            <a:r>
              <a:rPr lang="en-US" sz="2000">
                <a:latin typeface="Consolas" panose="020B0609020204030204" pitchFamily="49" charset="0"/>
              </a:rPr>
              <a:t>, </a:t>
            </a:r>
            <a:r>
              <a:rPr lang="en-US" sz="2000">
                <a:solidFill>
                  <a:schemeClr val="accent2"/>
                </a:solidFill>
                <a:latin typeface="Consolas" panose="020B0609020204030204" pitchFamily="49" charset="0"/>
              </a:rPr>
              <a:t>while</a:t>
            </a:r>
            <a:r>
              <a:rPr lang="en-US" sz="2000">
                <a:latin typeface="Consolas" panose="020B0609020204030204" pitchFamily="49" charset="0"/>
              </a:rPr>
              <a:t>, </a:t>
            </a:r>
            <a:r>
              <a:rPr lang="en-US" sz="2000">
                <a:solidFill>
                  <a:schemeClr val="accent2"/>
                </a:solidFill>
                <a:latin typeface="Consolas" panose="020B0609020204030204" pitchFamily="49" charset="0"/>
              </a:rPr>
              <a:t>do-while</a:t>
            </a:r>
            <a:r>
              <a:rPr lang="en-US" sz="2000">
                <a:latin typeface="Consolas" panose="020B0609020204030204" pitchFamily="49" charset="0"/>
              </a:rPr>
              <a:t>, </a:t>
            </a:r>
            <a:r>
              <a:rPr lang="en-US" sz="2000">
                <a:solidFill>
                  <a:schemeClr val="accent2"/>
                </a:solidFill>
                <a:latin typeface="Consolas" panose="020B0609020204030204" pitchFamily="49" charset="0"/>
              </a:rPr>
              <a:t>foreach</a:t>
            </a:r>
            <a:r>
              <a:rPr lang="en-US" sz="2000">
                <a:latin typeface="Consolas" panose="020B0609020204030204" pitchFamily="49" charset="0"/>
              </a:rPr>
              <a:t>…</a:t>
            </a:r>
          </a:p>
          <a:p>
            <a:pPr marL="0" indent="0">
              <a:buNone/>
            </a:pPr>
            <a:endParaRPr lang="en-US" sz="2000">
              <a:latin typeface="Consolas" panose="020B0609020204030204" pitchFamily="49" charset="0"/>
            </a:endParaRPr>
          </a:p>
          <a:p>
            <a:pPr marL="0" indent="0">
              <a:spcBef>
                <a:spcPts val="0"/>
              </a:spcBef>
              <a:spcAft>
                <a:spcPts val="0"/>
              </a:spcAft>
              <a:buNone/>
            </a:pP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count = 0;</a:t>
            </a:r>
          </a:p>
          <a:p>
            <a:pPr marL="0" indent="0">
              <a:spcBef>
                <a:spcPts val="0"/>
              </a:spcBef>
              <a:spcAft>
                <a:spcPts val="0"/>
              </a:spcAft>
              <a:buNone/>
            </a:pPr>
            <a:r>
              <a:rPr lang="en-US" sz="1800">
                <a:solidFill>
                  <a:srgbClr val="0000FF"/>
                </a:solidFill>
                <a:latin typeface="Consolas" panose="020B0609020204030204" pitchFamily="49" charset="0"/>
              </a:rPr>
              <a:t>while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true</a:t>
            </a: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Console.WriteLine(</a:t>
            </a:r>
            <a:r>
              <a:rPr lang="en-US" sz="1800">
                <a:solidFill>
                  <a:srgbClr val="A31515"/>
                </a:solidFill>
                <a:latin typeface="Consolas" panose="020B0609020204030204" pitchFamily="49" charset="0"/>
              </a:rPr>
              <a:t>$"Current iteration: </a:t>
            </a:r>
            <a:r>
              <a:rPr lang="en-US" sz="1800">
                <a:solidFill>
                  <a:srgbClr val="000000"/>
                </a:solidFill>
                <a:latin typeface="Consolas" panose="020B0609020204030204" pitchFamily="49" charset="0"/>
              </a:rPr>
              <a:t>{count}</a:t>
            </a:r>
            <a:r>
              <a:rPr lang="en-US" sz="1800">
                <a:solidFill>
                  <a:srgbClr val="A31515"/>
                </a:solidFill>
                <a:latin typeface="Consolas" panose="020B0609020204030204" pitchFamily="49" charset="0"/>
              </a:rPr>
              <a:t>"</a:t>
            </a:r>
            <a:r>
              <a:rPr lang="en-US" sz="1800">
                <a:solidFill>
                  <a:srgbClr val="000000"/>
                </a:solidFill>
                <a:latin typeface="Consolas" panose="020B0609020204030204" pitchFamily="49" charset="0"/>
              </a:rPr>
              <a:t>);</a:t>
            </a:r>
          </a:p>
          <a:p>
            <a:pPr marL="0" indent="0">
              <a:spcBef>
                <a:spcPts val="0"/>
              </a:spcBef>
              <a:spcAft>
                <a:spcPts val="0"/>
              </a:spcAft>
              <a:buNone/>
            </a:pPr>
            <a:r>
              <a:rPr lang="en-US" sz="1800">
                <a:solidFill>
                  <a:srgbClr val="0000FF"/>
                </a:solidFill>
                <a:latin typeface="Consolas" panose="020B0609020204030204" pitchFamily="49" charset="0"/>
              </a:rPr>
              <a:t>	if</a:t>
            </a:r>
            <a:r>
              <a:rPr lang="en-US" sz="1800">
                <a:solidFill>
                  <a:srgbClr val="000000"/>
                </a:solidFill>
                <a:latin typeface="Consolas" panose="020B0609020204030204" pitchFamily="49" charset="0"/>
              </a:rPr>
              <a:t> (count == 3) {</a:t>
            </a:r>
          </a:p>
          <a:p>
            <a:pPr marL="0" indent="0">
              <a:spcBef>
                <a:spcPts val="0"/>
              </a:spcBef>
              <a:spcAft>
                <a:spcPts val="0"/>
              </a:spcAft>
              <a:buNone/>
            </a:pPr>
            <a:r>
              <a:rPr lang="en-US" sz="1800">
                <a:solidFill>
                  <a:srgbClr val="0000FF"/>
                </a:solidFill>
                <a:latin typeface="Consolas" panose="020B0609020204030204" pitchFamily="49" charset="0"/>
              </a:rPr>
              <a:t>		break</a:t>
            </a:r>
            <a:r>
              <a:rPr lang="en-US" sz="1800">
                <a:solidFill>
                  <a:srgbClr val="000000"/>
                </a:solidFill>
                <a:latin typeface="Consolas" panose="020B0609020204030204" pitchFamily="49" charset="0"/>
              </a:rPr>
              <a:t>;</a:t>
            </a:r>
          </a:p>
          <a:p>
            <a:pPr marL="0" indent="0">
              <a:spcBef>
                <a:spcPts val="0"/>
              </a:spcBef>
              <a:spcAft>
                <a:spcPts val="0"/>
              </a:spcAft>
              <a:buNone/>
            </a:pP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count++;</a:t>
            </a:r>
          </a:p>
          <a:p>
            <a:pPr marL="0" indent="0">
              <a:spcBef>
                <a:spcPts val="0"/>
              </a:spcBef>
              <a:spcAft>
                <a:spcPts val="0"/>
              </a:spcAft>
              <a:buNone/>
            </a:pPr>
            <a:r>
              <a:rPr lang="en-US" sz="1800">
                <a:solidFill>
                  <a:srgbClr val="000000"/>
                </a:solidFill>
                <a:latin typeface="Consolas" panose="020B0609020204030204" pitchFamily="49" charset="0"/>
              </a:rPr>
              <a:t>}</a:t>
            </a:r>
            <a:endParaRPr lang="en-US" sz="2000">
              <a:latin typeface="Consolas" panose="020B0609020204030204" pitchFamily="49" charset="0"/>
            </a:endParaRPr>
          </a:p>
          <a:p>
            <a:endParaRPr lang="da-DK" sz="2800"/>
          </a:p>
        </p:txBody>
      </p:sp>
      <p:sp>
        <p:nvSpPr>
          <p:cNvPr id="8" name="Arrow: Down 7">
            <a:extLst>
              <a:ext uri="{FF2B5EF4-FFF2-40B4-BE49-F238E27FC236}">
                <a16:creationId xmlns:a16="http://schemas.microsoft.com/office/drawing/2014/main" id="{1046FB51-0011-40A9-91EB-B5C7D70B9792}"/>
              </a:ext>
            </a:extLst>
          </p:cNvPr>
          <p:cNvSpPr/>
          <p:nvPr/>
        </p:nvSpPr>
        <p:spPr>
          <a:xfrm rot="16200000">
            <a:off x="7536192" y="3480167"/>
            <a:ext cx="679269" cy="533400"/>
          </a:xfrm>
          <a:prstGeom prst="downArrow">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0" name="TextBox 9">
            <a:extLst>
              <a:ext uri="{FF2B5EF4-FFF2-40B4-BE49-F238E27FC236}">
                <a16:creationId xmlns:a16="http://schemas.microsoft.com/office/drawing/2014/main" id="{7DFF7F8F-0799-4135-ABBF-182DA960E92E}"/>
              </a:ext>
            </a:extLst>
          </p:cNvPr>
          <p:cNvSpPr txBox="1"/>
          <p:nvPr/>
        </p:nvSpPr>
        <p:spPr>
          <a:xfrm>
            <a:off x="8493173" y="3302175"/>
            <a:ext cx="2685093" cy="12035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solidFill>
                  <a:srgbClr val="A31515"/>
                </a:solidFill>
                <a:latin typeface="Consolas" panose="020B0609020204030204" pitchFamily="49" charset="0"/>
              </a:rPr>
              <a:t>Current iteration:</a:t>
            </a:r>
            <a:r>
              <a:rPr lang="ru-RU" sz="1600">
                <a:solidFill>
                  <a:srgbClr val="A31515"/>
                </a:solidFill>
                <a:latin typeface="Consolas" panose="020B0609020204030204" pitchFamily="49" charset="0"/>
              </a:rPr>
              <a:t> 0</a:t>
            </a:r>
          </a:p>
          <a:p>
            <a:pPr defTabSz="179388">
              <a:buClr>
                <a:srgbClr val="00DEE6"/>
              </a:buClr>
            </a:pPr>
            <a:r>
              <a:rPr lang="en-US" sz="1600">
                <a:solidFill>
                  <a:srgbClr val="A31515"/>
                </a:solidFill>
                <a:latin typeface="Consolas" panose="020B0609020204030204" pitchFamily="49" charset="0"/>
              </a:rPr>
              <a:t>Current iteration:</a:t>
            </a:r>
            <a:r>
              <a:rPr lang="ru-RU" sz="1600">
                <a:solidFill>
                  <a:srgbClr val="A31515"/>
                </a:solidFill>
                <a:latin typeface="Consolas" panose="020B0609020204030204" pitchFamily="49" charset="0"/>
              </a:rPr>
              <a:t> 1</a:t>
            </a:r>
          </a:p>
          <a:p>
            <a:pPr defTabSz="179388">
              <a:buClr>
                <a:srgbClr val="00DEE6"/>
              </a:buClr>
            </a:pPr>
            <a:r>
              <a:rPr lang="en-US" sz="1600">
                <a:solidFill>
                  <a:srgbClr val="A31515"/>
                </a:solidFill>
                <a:latin typeface="Consolas" panose="020B0609020204030204" pitchFamily="49" charset="0"/>
              </a:rPr>
              <a:t>Current iteration:</a:t>
            </a:r>
            <a:r>
              <a:rPr lang="ru-RU" sz="1600">
                <a:solidFill>
                  <a:srgbClr val="A31515"/>
                </a:solidFill>
                <a:latin typeface="Consolas" panose="020B0609020204030204" pitchFamily="49" charset="0"/>
              </a:rPr>
              <a:t> 2</a:t>
            </a:r>
          </a:p>
          <a:p>
            <a:pPr defTabSz="179388">
              <a:buClr>
                <a:srgbClr val="00DEE6"/>
              </a:buClr>
            </a:pPr>
            <a:r>
              <a:rPr lang="en-US" sz="1600">
                <a:solidFill>
                  <a:srgbClr val="A31515"/>
                </a:solidFill>
                <a:latin typeface="Consolas" panose="020B0609020204030204" pitchFamily="49" charset="0"/>
              </a:rPr>
              <a:t>Current iteration:</a:t>
            </a:r>
            <a:r>
              <a:rPr lang="ru-RU" sz="1600">
                <a:solidFill>
                  <a:srgbClr val="A31515"/>
                </a:solidFill>
                <a:latin typeface="Consolas" panose="020B0609020204030204" pitchFamily="49" charset="0"/>
              </a:rPr>
              <a:t> 3</a:t>
            </a:r>
            <a:endParaRPr lang="en-US" sz="1600">
              <a:latin typeface="+mn-lt"/>
            </a:endParaRPr>
          </a:p>
          <a:p>
            <a:pPr marL="0" indent="0" defTabSz="179388">
              <a:buClr>
                <a:srgbClr val="00DEE6"/>
              </a:buClr>
              <a:buFont typeface="Arial" panose="020B0604020202020204" pitchFamily="34" charset="0"/>
              <a:buNone/>
            </a:pPr>
            <a:endParaRPr lang="en-US" sz="1600" err="1">
              <a:latin typeface="+mn-lt"/>
            </a:endParaRPr>
          </a:p>
        </p:txBody>
      </p:sp>
    </p:spTree>
    <p:extLst>
      <p:ext uri="{BB962C8B-B14F-4D97-AF65-F5344CB8AC3E}">
        <p14:creationId xmlns:p14="http://schemas.microsoft.com/office/powerpoint/2010/main" val="88062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22</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3</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statements</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a:lstStyle/>
          <a:p>
            <a:pPr marL="0" indent="0">
              <a:buNone/>
            </a:pPr>
            <a:r>
              <a:rPr lang="en-US"/>
              <a:t>Please provide an implementation to find all primes in range of 2 to n (exclusively).</a:t>
            </a:r>
          </a:p>
          <a:p>
            <a:pPr lvl="1"/>
            <a:r>
              <a:rPr lang="en-US"/>
              <a:t>at least one break statement must be used</a:t>
            </a:r>
          </a:p>
          <a:p>
            <a:pPr lvl="1"/>
            <a:r>
              <a:rPr lang="en-US"/>
              <a:t>the output must be sorted in descending order</a:t>
            </a:r>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827665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23</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3 - SOLUTION</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statements</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a:lstStyle/>
          <a:p>
            <a:pPr marL="0" indent="0">
              <a:spcBef>
                <a:spcPts val="0"/>
              </a:spcBef>
              <a:spcAft>
                <a:spcPts val="0"/>
              </a:spcAft>
              <a:buNone/>
            </a:pPr>
            <a:r>
              <a:rPr lang="en-US" sz="1800">
                <a:solidFill>
                  <a:srgbClr val="0000FF"/>
                </a:solidFill>
                <a:latin typeface="Consolas" panose="020B0609020204030204" pitchFamily="49" charset="0"/>
              </a:rPr>
              <a:t>private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static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FindPrimeNumbers</a:t>
            </a:r>
            <a:r>
              <a:rPr lang="en-US" sz="1800">
                <a:solidFill>
                  <a:srgbClr val="000000"/>
                </a:solidFill>
                <a:latin typeface="Consolas" panose="020B0609020204030204" pitchFamily="49" charset="0"/>
              </a:rPr>
              <a: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n)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IList</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&gt; </a:t>
            </a:r>
            <a:r>
              <a:rPr lang="en-US" sz="1800" err="1">
                <a:solidFill>
                  <a:srgbClr val="000000"/>
                </a:solidFill>
                <a:latin typeface="Consolas" panose="020B0609020204030204" pitchFamily="49" charset="0"/>
              </a:rPr>
              <a:t>primeNumbers</a:t>
            </a:r>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List</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&gt;();</a:t>
            </a:r>
          </a:p>
          <a:p>
            <a:pPr marL="0" indent="0">
              <a:spcBef>
                <a:spcPts val="0"/>
              </a:spcBef>
              <a:spcAft>
                <a:spcPts val="0"/>
              </a:spcAft>
              <a:buNone/>
            </a:pPr>
            <a:r>
              <a:rPr lang="nn-NO" sz="1800">
                <a:solidFill>
                  <a:srgbClr val="000000"/>
                </a:solidFill>
                <a:latin typeface="Consolas" panose="020B0609020204030204" pitchFamily="49" charset="0"/>
              </a:rPr>
              <a:t>            </a:t>
            </a:r>
            <a:r>
              <a:rPr lang="nn-NO" sz="1800">
                <a:solidFill>
                  <a:srgbClr val="0000FF"/>
                </a:solidFill>
                <a:latin typeface="Consolas" panose="020B0609020204030204" pitchFamily="49" charset="0"/>
              </a:rPr>
              <a:t>for</a:t>
            </a:r>
            <a:r>
              <a:rPr lang="nn-NO" sz="1800">
                <a:solidFill>
                  <a:srgbClr val="000000"/>
                </a:solidFill>
                <a:latin typeface="Consolas" panose="020B0609020204030204" pitchFamily="49" charset="0"/>
              </a:rPr>
              <a:t> (</a:t>
            </a:r>
            <a:r>
              <a:rPr lang="nn-NO" sz="1800">
                <a:solidFill>
                  <a:srgbClr val="0000FF"/>
                </a:solidFill>
                <a:latin typeface="Consolas" panose="020B0609020204030204" pitchFamily="49" charset="0"/>
              </a:rPr>
              <a:t>var</a:t>
            </a:r>
            <a:r>
              <a:rPr lang="nn-NO" sz="1800">
                <a:solidFill>
                  <a:srgbClr val="000000"/>
                </a:solidFill>
                <a:latin typeface="Consolas" panose="020B0609020204030204" pitchFamily="49" charset="0"/>
              </a:rPr>
              <a:t> i = 2; i &lt; n; i++)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var</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isPrime</a:t>
            </a:r>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true</a:t>
            </a:r>
            <a:r>
              <a:rPr lang="en-US" sz="1800">
                <a:solidFill>
                  <a:srgbClr val="000000"/>
                </a:solidFill>
                <a:latin typeface="Consolas" panose="020B0609020204030204" pitchFamily="49" charset="0"/>
              </a:rPr>
              <a:t>;</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for</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var</a:t>
            </a:r>
            <a:r>
              <a:rPr lang="en-US" sz="1800">
                <a:solidFill>
                  <a:srgbClr val="000000"/>
                </a:solidFill>
                <a:latin typeface="Consolas" panose="020B0609020204030204" pitchFamily="49" charset="0"/>
              </a:rPr>
              <a:t> j = 2; j &lt;= </a:t>
            </a:r>
            <a:r>
              <a:rPr lang="en-US" sz="1800" err="1">
                <a:solidFill>
                  <a:srgbClr val="000000"/>
                </a:solidFill>
                <a:latin typeface="Consolas" panose="020B0609020204030204" pitchFamily="49" charset="0"/>
              </a:rPr>
              <a:t>Math.Sqrt</a:t>
            </a:r>
            <a:r>
              <a:rPr lang="en-US" sz="1800">
                <a:solidFill>
                  <a:srgbClr val="000000"/>
                </a:solidFill>
                <a:latin typeface="Consolas" panose="020B0609020204030204" pitchFamily="49" charset="0"/>
              </a:rPr>
              <a:t>(</a:t>
            </a:r>
            <a:r>
              <a:rPr lang="en-US" sz="1800" err="1">
                <a:solidFill>
                  <a:srgbClr val="000000"/>
                </a:solidFill>
                <a:latin typeface="Consolas" panose="020B0609020204030204" pitchFamily="49" charset="0"/>
              </a:rPr>
              <a:t>i</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j++</a:t>
            </a: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if</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i</a:t>
            </a:r>
            <a:r>
              <a:rPr lang="en-US" sz="1800">
                <a:solidFill>
                  <a:srgbClr val="000000"/>
                </a:solidFill>
                <a:latin typeface="Consolas" panose="020B0609020204030204" pitchFamily="49" charset="0"/>
              </a:rPr>
              <a:t> % j == 0)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isPrime</a:t>
            </a:r>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false</a:t>
            </a:r>
            <a:r>
              <a:rPr lang="en-US" sz="1800">
                <a:solidFill>
                  <a:srgbClr val="000000"/>
                </a:solidFill>
                <a:latin typeface="Consolas" panose="020B0609020204030204" pitchFamily="49" charset="0"/>
              </a:rPr>
              <a:t>;</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break</a:t>
            </a:r>
            <a:r>
              <a:rPr lang="en-US" sz="1800">
                <a:solidFill>
                  <a:srgbClr val="000000"/>
                </a:solidFill>
                <a:latin typeface="Consolas" panose="020B0609020204030204" pitchFamily="49" charset="0"/>
              </a:rPr>
              <a:t>;</a:t>
            </a:r>
          </a:p>
          <a:p>
            <a:pPr marL="0" indent="0">
              <a:spcBef>
                <a:spcPts val="0"/>
              </a:spcBef>
              <a:spcAft>
                <a:spcPts val="0"/>
              </a:spcAft>
              <a:buNone/>
            </a:pP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if</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isPrime</a:t>
            </a: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primeNumbers.Add</a:t>
            </a:r>
            <a:r>
              <a:rPr lang="en-US" sz="1800">
                <a:solidFill>
                  <a:srgbClr val="000000"/>
                </a:solidFill>
                <a:latin typeface="Consolas" panose="020B0609020204030204" pitchFamily="49" charset="0"/>
              </a:rPr>
              <a:t>(</a:t>
            </a:r>
            <a:r>
              <a:rPr lang="en-US" sz="1800" err="1">
                <a:solidFill>
                  <a:srgbClr val="000000"/>
                </a:solidFill>
                <a:latin typeface="Consolas" panose="020B0609020204030204" pitchFamily="49" charset="0"/>
              </a:rPr>
              <a:t>i</a:t>
            </a:r>
            <a:r>
              <a:rPr lang="en-US" sz="1800">
                <a:solidFill>
                  <a:srgbClr val="000000"/>
                </a:solidFill>
                <a:latin typeface="Consolas" panose="020B0609020204030204" pitchFamily="49" charset="0"/>
              </a:rPr>
              <a:t>);</a:t>
            </a:r>
          </a:p>
          <a:p>
            <a:pPr marL="0" indent="0">
              <a:spcBef>
                <a:spcPts val="0"/>
              </a:spcBef>
              <a:spcAft>
                <a:spcPts val="0"/>
              </a:spcAft>
              <a:buNone/>
            </a:pP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return</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primeNumbers.Reverse</a:t>
            </a:r>
            <a:r>
              <a:rPr lang="en-US" sz="1800">
                <a:solidFill>
                  <a:srgbClr val="000000"/>
                </a:solidFill>
                <a:latin typeface="Consolas" panose="020B0609020204030204" pitchFamily="49" charset="0"/>
              </a:rPr>
              <a:t>().</a:t>
            </a:r>
            <a:r>
              <a:rPr lang="en-US" sz="1800" err="1">
                <a:solidFill>
                  <a:srgbClr val="000000"/>
                </a:solidFill>
                <a:latin typeface="Consolas" panose="020B0609020204030204" pitchFamily="49" charset="0"/>
              </a:rPr>
              <a:t>ToArray</a:t>
            </a:r>
            <a:r>
              <a:rPr lang="en-US" sz="1800">
                <a:solidFill>
                  <a:srgbClr val="000000"/>
                </a:solidFill>
                <a:latin typeface="Consolas" panose="020B0609020204030204" pitchFamily="49" charset="0"/>
              </a:rPr>
              <a:t>();</a:t>
            </a:r>
          </a:p>
          <a:p>
            <a:pPr marL="0" indent="0">
              <a:spcBef>
                <a:spcPts val="0"/>
              </a:spcBef>
              <a:spcAft>
                <a:spcPts val="0"/>
              </a:spcAft>
              <a:buNone/>
            </a:pPr>
            <a:r>
              <a:rPr lang="en-US" sz="1800">
                <a:solidFill>
                  <a:srgbClr val="000000"/>
                </a:solidFill>
                <a:latin typeface="Consolas" panose="020B0609020204030204" pitchFamily="49" charset="0"/>
              </a:rPr>
              <a:t>        }</a:t>
            </a:r>
            <a:endParaRPr lang="da-DK"/>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756453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dirty="0">
                <a:ea typeface="ＭＳ Ｐゴシック"/>
              </a:rPr>
              <a:t>LUNCH</a:t>
            </a:r>
            <a:endParaRPr lang="en-US" dirty="0"/>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24</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4" name="Picture 5" descr="Text, whiteboard&#10;&#10;Description automatically generated">
            <a:extLst>
              <a:ext uri="{FF2B5EF4-FFF2-40B4-BE49-F238E27FC236}">
                <a16:creationId xmlns:a16="http://schemas.microsoft.com/office/drawing/2014/main" id="{DEEBAC7B-BE0E-4D39-AA06-094DA5B73733}"/>
              </a:ext>
            </a:extLst>
          </p:cNvPr>
          <p:cNvPicPr>
            <a:picLocks noChangeAspect="1"/>
          </p:cNvPicPr>
          <p:nvPr/>
        </p:nvPicPr>
        <p:blipFill>
          <a:blip r:embed="rId2"/>
          <a:stretch>
            <a:fillRect/>
          </a:stretch>
        </p:blipFill>
        <p:spPr>
          <a:xfrm>
            <a:off x="2592512" y="1360078"/>
            <a:ext cx="7161087" cy="4369011"/>
          </a:xfrm>
          <a:prstGeom prst="rect">
            <a:avLst/>
          </a:prstGeom>
        </p:spPr>
      </p:pic>
    </p:spTree>
    <p:extLst>
      <p:ext uri="{BB962C8B-B14F-4D97-AF65-F5344CB8AC3E}">
        <p14:creationId xmlns:p14="http://schemas.microsoft.com/office/powerpoint/2010/main" val="2526673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D91976-4096-4B2B-9B0C-B3AC1CF70E27}"/>
              </a:ext>
            </a:extLst>
          </p:cNvPr>
          <p:cNvSpPr>
            <a:spLocks noGrp="1"/>
          </p:cNvSpPr>
          <p:nvPr>
            <p:ph type="sldNum" sz="quarter" idx="11"/>
          </p:nvPr>
        </p:nvSpPr>
        <p:spPr/>
        <p:txBody>
          <a:bodyPr/>
          <a:lstStyle/>
          <a:p>
            <a:fld id="{E16BA917-7F09-4B8D-AF07-F52890C14046}" type="slidenum">
              <a:rPr lang="da-DK" smtClean="0"/>
              <a:pPr/>
              <a:t>25</a:t>
            </a:fld>
            <a:endParaRPr lang="da-DK"/>
          </a:p>
        </p:txBody>
      </p:sp>
      <p:sp>
        <p:nvSpPr>
          <p:cNvPr id="3" name="Text Placeholder 2">
            <a:extLst>
              <a:ext uri="{FF2B5EF4-FFF2-40B4-BE49-F238E27FC236}">
                <a16:creationId xmlns:a16="http://schemas.microsoft.com/office/drawing/2014/main" id="{90C913F3-6AF3-45E8-912A-0D039DDF01B0}"/>
              </a:ext>
            </a:extLst>
          </p:cNvPr>
          <p:cNvSpPr>
            <a:spLocks noGrp="1"/>
          </p:cNvSpPr>
          <p:nvPr>
            <p:ph type="body" sz="quarter" idx="17"/>
          </p:nvPr>
        </p:nvSpPr>
        <p:spPr/>
        <p:txBody>
          <a:bodyPr/>
          <a:lstStyle/>
          <a:p>
            <a:r>
              <a:rPr lang="da-DK"/>
              <a:t>RETURN keyword</a:t>
            </a:r>
          </a:p>
          <a:p>
            <a:endParaRPr lang="da-DK"/>
          </a:p>
        </p:txBody>
      </p:sp>
      <p:sp>
        <p:nvSpPr>
          <p:cNvPr id="4" name="Title 3">
            <a:extLst>
              <a:ext uri="{FF2B5EF4-FFF2-40B4-BE49-F238E27FC236}">
                <a16:creationId xmlns:a16="http://schemas.microsoft.com/office/drawing/2014/main" id="{5A88102A-80B7-4721-9FF8-7225143A2C93}"/>
              </a:ext>
            </a:extLst>
          </p:cNvPr>
          <p:cNvSpPr>
            <a:spLocks noGrp="1"/>
          </p:cNvSpPr>
          <p:nvPr>
            <p:ph type="title"/>
          </p:nvPr>
        </p:nvSpPr>
        <p:spPr/>
        <p:txBody>
          <a:bodyPr/>
          <a:lstStyle/>
          <a:p>
            <a:r>
              <a:rPr lang="en-US"/>
              <a:t>Jump Statements</a:t>
            </a:r>
            <a:endParaRPr lang="da-DK"/>
          </a:p>
        </p:txBody>
      </p:sp>
      <p:sp>
        <p:nvSpPr>
          <p:cNvPr id="5" name="Content Placeholder 4">
            <a:extLst>
              <a:ext uri="{FF2B5EF4-FFF2-40B4-BE49-F238E27FC236}">
                <a16:creationId xmlns:a16="http://schemas.microsoft.com/office/drawing/2014/main" id="{71CB0FF1-55E9-4F01-8390-4A7CE7A5A5C6}"/>
              </a:ext>
            </a:extLst>
          </p:cNvPr>
          <p:cNvSpPr>
            <a:spLocks noGrp="1"/>
          </p:cNvSpPr>
          <p:nvPr>
            <p:ph sz="quarter" idx="19"/>
          </p:nvPr>
        </p:nvSpPr>
        <p:spPr>
          <a:xfrm>
            <a:off x="672001" y="1620838"/>
            <a:ext cx="10856912" cy="4735539"/>
          </a:xfrm>
        </p:spPr>
        <p:txBody>
          <a:bodyPr/>
          <a:lstStyle/>
          <a:p>
            <a:pPr marL="0" indent="0">
              <a:buNone/>
            </a:pPr>
            <a:r>
              <a:rPr lang="en-US" sz="2000"/>
              <a:t>The </a:t>
            </a:r>
            <a:r>
              <a:rPr lang="en-US" sz="2000">
                <a:solidFill>
                  <a:schemeClr val="accent2"/>
                </a:solidFill>
              </a:rPr>
              <a:t>return</a:t>
            </a:r>
            <a:r>
              <a:rPr lang="en-US" sz="2000"/>
              <a:t> statement terminates execution of the method in which it appears and returns control to the calling method. It can also return an optional value. If the method is a void type, the return statement can be omitted.</a:t>
            </a:r>
            <a:endParaRPr lang="en-US" sz="2000">
              <a:latin typeface="Consolas" panose="020B0609020204030204" pitchFamily="49" charset="0"/>
            </a:endParaRPr>
          </a:p>
          <a:p>
            <a:pPr marL="0" indent="0">
              <a:spcBef>
                <a:spcPts val="0"/>
              </a:spcBef>
              <a:spcAft>
                <a:spcPts val="0"/>
              </a:spcAft>
              <a:buNone/>
            </a:pPr>
            <a:r>
              <a:rPr lang="en-US" sz="1000">
                <a:solidFill>
                  <a:srgbClr val="0000FF"/>
                </a:solidFill>
                <a:latin typeface="Consolas" panose="020B0609020204030204" pitchFamily="49" charset="0"/>
              </a:rPr>
              <a:t>	</a:t>
            </a:r>
            <a:r>
              <a:rPr lang="en-US" sz="1200">
                <a:solidFill>
                  <a:srgbClr val="0000FF"/>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void</a:t>
            </a:r>
            <a:r>
              <a:rPr lang="en-US" sz="1200">
                <a:solidFill>
                  <a:srgbClr val="000000"/>
                </a:solidFill>
                <a:latin typeface="Consolas" panose="020B0609020204030204" pitchFamily="49" charset="0"/>
              </a:rPr>
              <a:t> Main(</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args)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words = </a:t>
            </a:r>
            <a:r>
              <a:rPr lang="en-US" sz="1200">
                <a:solidFill>
                  <a:srgbClr val="0000FF"/>
                </a:solidFill>
                <a:latin typeface="Consolas" panose="020B0609020204030204" pitchFamily="49" charset="0"/>
              </a:rPr>
              <a:t>new</a:t>
            </a: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A31515"/>
                </a:solidFill>
                <a:latin typeface="Consolas" panose="020B0609020204030204" pitchFamily="49" charset="0"/>
              </a:rPr>
              <a:t>"heart"</a:t>
            </a:r>
            <a:r>
              <a:rPr lang="en-US" sz="1200">
                <a:solidFill>
                  <a:srgbClr val="000000"/>
                </a:solidFill>
                <a:latin typeface="Consolas" panose="020B0609020204030204" pitchFamily="49" charset="0"/>
              </a:rPr>
              <a:t>, </a:t>
            </a:r>
            <a:r>
              <a:rPr lang="en-US" sz="1200">
                <a:solidFill>
                  <a:srgbClr val="A31515"/>
                </a:solidFill>
                <a:latin typeface="Consolas" panose="020B0609020204030204" pitchFamily="49" charset="0"/>
              </a:rPr>
              <a:t>"sun"</a:t>
            </a:r>
            <a:r>
              <a:rPr lang="en-US" sz="1200">
                <a:solidFill>
                  <a:srgbClr val="000000"/>
                </a:solidFill>
                <a:latin typeface="Consolas" panose="020B0609020204030204" pitchFamily="49" charset="0"/>
              </a:rPr>
              <a:t>, </a:t>
            </a:r>
            <a:r>
              <a:rPr lang="en-US" sz="1200">
                <a:solidFill>
                  <a:srgbClr val="A31515"/>
                </a:solidFill>
                <a:latin typeface="Consolas" panose="020B0609020204030204" pitchFamily="49" charset="0"/>
              </a:rPr>
              <a:t>"heat"</a:t>
            </a:r>
            <a:r>
              <a:rPr lang="en-US" sz="1200">
                <a:solidFill>
                  <a:srgbClr val="000000"/>
                </a:solidFill>
                <a:latin typeface="Consolas" panose="020B0609020204030204" pitchFamily="49" charset="0"/>
              </a:rPr>
              <a:t>, </a:t>
            </a:r>
            <a:r>
              <a:rPr lang="en-US" sz="1200">
                <a:solidFill>
                  <a:srgbClr val="A31515"/>
                </a:solidFill>
                <a:latin typeface="Consolas" panose="020B0609020204030204" pitchFamily="49" charset="0"/>
              </a:rPr>
              <a:t>"smoke"</a:t>
            </a:r>
            <a:endParaRPr lang="en-US"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searchValue = </a:t>
            </a:r>
            <a:r>
              <a:rPr lang="en-US" sz="1200">
                <a:solidFill>
                  <a:srgbClr val="A31515"/>
                </a:solidFill>
                <a:latin typeface="Consolas" panose="020B0609020204030204" pitchFamily="49" charset="0"/>
              </a:rPr>
              <a:t>"heat"</a:t>
            </a:r>
            <a:r>
              <a:rPr lang="en-US" sz="1200">
                <a:solidFill>
                  <a:srgbClr val="000000"/>
                </a:solidFill>
                <a:latin typeface="Consolas" panose="020B0609020204030204" pitchFamily="49" charset="0"/>
              </a:rPr>
              <a:t>;</a:t>
            </a:r>
          </a:p>
          <a:p>
            <a:pPr marL="0" indent="0">
              <a:spcBef>
                <a:spcPts val="0"/>
              </a:spcBef>
              <a:spcAft>
                <a:spcPts val="0"/>
              </a:spcAft>
              <a:buNone/>
            </a:pPr>
            <a:r>
              <a:rPr lang="en-US" sz="1200">
                <a:solidFill>
                  <a:srgbClr val="000000"/>
                </a:solidFill>
                <a:latin typeface="Consolas" panose="020B0609020204030204" pitchFamily="49" charset="0"/>
              </a:rPr>
              <a:t>            Console.WriteLine(</a:t>
            </a:r>
            <a:r>
              <a:rPr lang="en-US" sz="1200">
                <a:solidFill>
                  <a:srgbClr val="A31515"/>
                </a:solidFill>
                <a:latin typeface="Consolas" panose="020B0609020204030204" pitchFamily="49" charset="0"/>
              </a:rPr>
              <a:t>$"Searching for: </a:t>
            </a:r>
            <a:r>
              <a:rPr lang="en-US" sz="1200">
                <a:solidFill>
                  <a:srgbClr val="000000"/>
                </a:solidFill>
                <a:latin typeface="Consolas" panose="020B0609020204030204" pitchFamily="49" charset="0"/>
              </a:rPr>
              <a:t>{searchValue}</a:t>
            </a:r>
            <a:r>
              <a:rPr lang="en-US" sz="1200">
                <a:solidFill>
                  <a:srgbClr val="A31515"/>
                </a:solidFill>
                <a:latin typeface="Consolas" panose="020B0609020204030204" pitchFamily="49" charset="0"/>
              </a:rPr>
              <a:t>, found: </a:t>
            </a:r>
            <a:r>
              <a:rPr lang="en-US" sz="1200">
                <a:solidFill>
                  <a:srgbClr val="000000"/>
                </a:solidFill>
                <a:latin typeface="Consolas" panose="020B0609020204030204" pitchFamily="49" charset="0"/>
              </a:rPr>
              <a:t>{FindWord(words, searchValue)}</a:t>
            </a:r>
            <a:r>
              <a:rPr lang="en-US" sz="1200">
                <a:solidFill>
                  <a:srgbClr val="A31515"/>
                </a:solidFill>
                <a:latin typeface="Consolas" panose="020B0609020204030204" pitchFamily="49" charset="0"/>
              </a:rPr>
              <a:t>"</a:t>
            </a:r>
            <a:r>
              <a:rPr lang="en-US" sz="1200">
                <a:solidFill>
                  <a:srgbClr val="000000"/>
                </a:solidFill>
                <a:latin typeface="Consolas" panose="020B0609020204030204" pitchFamily="49" charset="0"/>
              </a:rPr>
              <a:t>);</a:t>
            </a:r>
          </a:p>
          <a:p>
            <a:pPr marL="0" indent="0">
              <a:spcBef>
                <a:spcPts val="0"/>
              </a:spcBef>
              <a:spcAft>
                <a:spcPts val="0"/>
              </a:spcAft>
              <a:buNone/>
            </a:pPr>
            <a:r>
              <a:rPr lang="en-US" sz="1200">
                <a:solidFill>
                  <a:srgbClr val="000000"/>
                </a:solidFill>
                <a:latin typeface="Consolas" panose="020B0609020204030204" pitchFamily="49" charset="0"/>
              </a:rPr>
              <a:t>            Console.ReadKey();</a:t>
            </a:r>
          </a:p>
          <a:p>
            <a:pPr marL="0" indent="0">
              <a:spcBef>
                <a:spcPts val="0"/>
              </a:spcBef>
              <a:spcAft>
                <a:spcPts val="0"/>
              </a:spcAft>
              <a:buNone/>
            </a:pPr>
            <a:r>
              <a:rPr lang="en-US" sz="1200">
                <a:solidFill>
                  <a:srgbClr val="000000"/>
                </a:solidFill>
                <a:latin typeface="Consolas" panose="020B0609020204030204" pitchFamily="49" charset="0"/>
              </a:rPr>
              <a:t>        }</a:t>
            </a:r>
            <a:endParaRPr lang="en-US" sz="1000">
              <a:solidFill>
                <a:srgbClr val="000000"/>
              </a:solidFill>
              <a:latin typeface="Consolas" panose="020B0609020204030204" pitchFamily="49" charset="0"/>
            </a:endParaRP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private</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bool</a:t>
            </a:r>
            <a:r>
              <a:rPr lang="en-US" sz="1200">
                <a:solidFill>
                  <a:srgbClr val="000000"/>
                </a:solidFill>
                <a:latin typeface="Consolas" panose="020B0609020204030204" pitchFamily="49" charset="0"/>
              </a:rPr>
              <a:t> FindWord(</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words, </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word)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foreach</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localWord </a:t>
            </a:r>
            <a:r>
              <a:rPr lang="en-US" sz="1200">
                <a:solidFill>
                  <a:srgbClr val="0000FF"/>
                </a:solidFill>
                <a:latin typeface="Consolas" panose="020B0609020204030204" pitchFamily="49" charset="0"/>
              </a:rPr>
              <a:t>in</a:t>
            </a:r>
            <a:r>
              <a:rPr lang="en-US" sz="1200">
                <a:solidFill>
                  <a:srgbClr val="000000"/>
                </a:solidFill>
                <a:latin typeface="Consolas" panose="020B0609020204030204" pitchFamily="49" charset="0"/>
              </a:rPr>
              <a:t> words)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if</a:t>
            </a:r>
            <a:r>
              <a:rPr lang="en-US" sz="1200">
                <a:solidFill>
                  <a:srgbClr val="000000"/>
                </a:solidFill>
                <a:latin typeface="Consolas" panose="020B0609020204030204" pitchFamily="49" charset="0"/>
              </a:rPr>
              <a:t> (localWord == word)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return</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true</a:t>
            </a:r>
            <a:r>
              <a:rPr lang="en-US" sz="1200">
                <a:solidFill>
                  <a:srgbClr val="000000"/>
                </a:solidFill>
                <a:latin typeface="Consolas" panose="020B0609020204030204" pitchFamily="49" charset="0"/>
              </a:rPr>
              <a:t>;</a:t>
            </a:r>
          </a:p>
          <a:p>
            <a:pPr marL="0" indent="0">
              <a:spcBef>
                <a:spcPts val="0"/>
              </a:spcBef>
              <a:spcAft>
                <a:spcPts val="0"/>
              </a:spcAft>
              <a:buNone/>
            </a:pP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return</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false</a:t>
            </a:r>
            <a:r>
              <a:rPr lang="en-US" sz="1200">
                <a:solidFill>
                  <a:srgbClr val="000000"/>
                </a:solidFill>
                <a:latin typeface="Consolas" panose="020B0609020204030204" pitchFamily="49" charset="0"/>
              </a:rPr>
              <a:t>;</a:t>
            </a:r>
          </a:p>
          <a:p>
            <a:pPr marL="0" indent="0">
              <a:spcBef>
                <a:spcPts val="0"/>
              </a:spcBef>
              <a:spcAft>
                <a:spcPts val="0"/>
              </a:spcAft>
              <a:buNone/>
            </a:pPr>
            <a:r>
              <a:rPr lang="en-US" sz="1200">
                <a:solidFill>
                  <a:srgbClr val="000000"/>
                </a:solidFill>
                <a:latin typeface="Consolas" panose="020B0609020204030204" pitchFamily="49" charset="0"/>
              </a:rPr>
              <a:t>        }</a:t>
            </a:r>
            <a:endParaRPr lang="en-US" sz="1400">
              <a:latin typeface="Consolas" panose="020B0609020204030204" pitchFamily="49" charset="0"/>
            </a:endParaRPr>
          </a:p>
          <a:p>
            <a:endParaRPr lang="da-DK" sz="2800"/>
          </a:p>
        </p:txBody>
      </p:sp>
    </p:spTree>
    <p:extLst>
      <p:ext uri="{BB962C8B-B14F-4D97-AF65-F5344CB8AC3E}">
        <p14:creationId xmlns:p14="http://schemas.microsoft.com/office/powerpoint/2010/main" val="1983926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26</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4</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statements</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a:lstStyle/>
          <a:p>
            <a:pPr marL="0" indent="0">
              <a:buNone/>
            </a:pPr>
            <a:r>
              <a:rPr lang="en-US"/>
              <a:t>Please provide an implementation to check if a number is palindrome or not.</a:t>
            </a:r>
          </a:p>
          <a:p>
            <a:pPr lvl="1"/>
            <a:r>
              <a:rPr lang="en-US"/>
              <a:t>The for-loop should be used in the solution</a:t>
            </a:r>
          </a:p>
          <a:p>
            <a:pPr lvl="1"/>
            <a:r>
              <a:rPr lang="en-US"/>
              <a:t>String class methods are prohibited (Reverse)</a:t>
            </a:r>
          </a:p>
          <a:p>
            <a:pPr marL="0" indent="0">
              <a:buNone/>
            </a:pPr>
            <a:endParaRPr lang="en-US"/>
          </a:p>
          <a:p>
            <a:endParaRPr lang="en-US"/>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3494384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27</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4 - SOLUTION</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statements</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a:lstStyle/>
          <a:p>
            <a:pPr marL="0" indent="0">
              <a:spcBef>
                <a:spcPts val="0"/>
              </a:spcBef>
              <a:spcAft>
                <a:spcPts val="0"/>
              </a:spcAft>
              <a:buNone/>
            </a:pPr>
            <a:r>
              <a:rPr lang="en-US" sz="1800">
                <a:solidFill>
                  <a:srgbClr val="0000FF"/>
                </a:solidFill>
                <a:latin typeface="Consolas" panose="020B0609020204030204" pitchFamily="49" charset="0"/>
              </a:rPr>
              <a:t>public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static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bool</a:t>
            </a:r>
            <a:r>
              <a:rPr lang="en-US" sz="1800">
                <a:solidFill>
                  <a:srgbClr val="000000"/>
                </a:solidFill>
                <a:latin typeface="Consolas" panose="020B0609020204030204" pitchFamily="49" charset="0"/>
              </a:rPr>
              <a:t> PalindromeCheck(</a:t>
            </a:r>
            <a:r>
              <a:rPr lang="en-US" sz="1800">
                <a:solidFill>
                  <a:srgbClr val="0000FF"/>
                </a:solidFill>
                <a:latin typeface="Consolas" panose="020B0609020204030204" pitchFamily="49" charset="0"/>
              </a:rPr>
              <a:t>long</a:t>
            </a:r>
            <a:r>
              <a:rPr lang="en-US" sz="1800">
                <a:solidFill>
                  <a:srgbClr val="000000"/>
                </a:solidFill>
                <a:latin typeface="Consolas" panose="020B0609020204030204" pitchFamily="49" charset="0"/>
              </a:rPr>
              <a:t> number)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var</a:t>
            </a:r>
            <a:r>
              <a:rPr lang="en-US" sz="1800">
                <a:solidFill>
                  <a:srgbClr val="000000"/>
                </a:solidFill>
                <a:latin typeface="Consolas" panose="020B0609020204030204" pitchFamily="49" charset="0"/>
              </a:rPr>
              <a:t> stringValue = </a:t>
            </a:r>
            <a:r>
              <a:rPr lang="en-US" sz="1800">
                <a:solidFill>
                  <a:srgbClr val="2B91AF"/>
                </a:solidFill>
                <a:latin typeface="Consolas" panose="020B0609020204030204" pitchFamily="49" charset="0"/>
              </a:rPr>
              <a:t>Math</a:t>
            </a:r>
            <a:r>
              <a:rPr lang="en-US" sz="1800">
                <a:solidFill>
                  <a:srgbClr val="000000"/>
                </a:solidFill>
                <a:latin typeface="Consolas" panose="020B0609020204030204" pitchFamily="49" charset="0"/>
              </a:rPr>
              <a:t>.Abs(number).ToString();</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length = stringValue.Length;</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if</a:t>
            </a:r>
            <a:r>
              <a:rPr lang="en-US" sz="1800">
                <a:solidFill>
                  <a:srgbClr val="000000"/>
                </a:solidFill>
                <a:latin typeface="Consolas" panose="020B0609020204030204" pitchFamily="49" charset="0"/>
              </a:rPr>
              <a:t> (length == 1)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return</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false</a:t>
            </a:r>
            <a:r>
              <a:rPr lang="en-US" sz="1800">
                <a:solidFill>
                  <a:srgbClr val="000000"/>
                </a:solidFill>
                <a:latin typeface="Consolas" panose="020B0609020204030204" pitchFamily="49" charset="0"/>
              </a:rPr>
              <a:t>;</a:t>
            </a:r>
          </a:p>
          <a:p>
            <a:pPr marL="0" indent="0">
              <a:spcBef>
                <a:spcPts val="0"/>
              </a:spcBef>
              <a:spcAft>
                <a:spcPts val="0"/>
              </a:spcAft>
              <a:buNone/>
            </a:pP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for</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var</a:t>
            </a:r>
            <a:r>
              <a:rPr lang="en-US" sz="1800">
                <a:solidFill>
                  <a:srgbClr val="000000"/>
                </a:solidFill>
                <a:latin typeface="Consolas" panose="020B0609020204030204" pitchFamily="49" charset="0"/>
              </a:rPr>
              <a:t> i = 0; i &lt;= </a:t>
            </a:r>
            <a:r>
              <a:rPr lang="en-US" sz="1800">
                <a:solidFill>
                  <a:srgbClr val="2B91AF"/>
                </a:solidFill>
                <a:latin typeface="Consolas" panose="020B0609020204030204" pitchFamily="49" charset="0"/>
              </a:rPr>
              <a:t>Math</a:t>
            </a:r>
            <a:r>
              <a:rPr lang="en-US" sz="1800">
                <a:solidFill>
                  <a:srgbClr val="000000"/>
                </a:solidFill>
                <a:latin typeface="Consolas" panose="020B0609020204030204" pitchFamily="49" charset="0"/>
              </a:rPr>
              <a:t>.Floor(length / 2.0); i++)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if</a:t>
            </a:r>
            <a:r>
              <a:rPr lang="en-US" sz="1800">
                <a:solidFill>
                  <a:srgbClr val="000000"/>
                </a:solidFill>
                <a:latin typeface="Consolas" panose="020B0609020204030204" pitchFamily="49" charset="0"/>
              </a:rPr>
              <a:t> (stringValue[i] != stringValue[length - i - 1])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return</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false</a:t>
            </a:r>
            <a:r>
              <a:rPr lang="en-US" sz="1800">
                <a:solidFill>
                  <a:srgbClr val="000000"/>
                </a:solidFill>
                <a:latin typeface="Consolas" panose="020B0609020204030204" pitchFamily="49" charset="0"/>
              </a:rPr>
              <a:t>;</a:t>
            </a:r>
          </a:p>
          <a:p>
            <a:pPr marL="0" indent="0">
              <a:spcBef>
                <a:spcPts val="0"/>
              </a:spcBef>
              <a:spcAft>
                <a:spcPts val="0"/>
              </a:spcAft>
              <a:buNone/>
            </a:pP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a:t>
            </a:r>
          </a:p>
          <a:p>
            <a:pPr marL="0" indent="0">
              <a:spcBef>
                <a:spcPts val="0"/>
              </a:spcBef>
              <a:spcAft>
                <a:spcPts val="0"/>
              </a:spcAft>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return</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true</a:t>
            </a:r>
            <a:r>
              <a:rPr lang="en-US" sz="1800">
                <a:solidFill>
                  <a:srgbClr val="000000"/>
                </a:solidFill>
                <a:latin typeface="Consolas" panose="020B0609020204030204" pitchFamily="49" charset="0"/>
              </a:rPr>
              <a:t>;</a:t>
            </a:r>
          </a:p>
          <a:p>
            <a:pPr marL="0" indent="0">
              <a:spcBef>
                <a:spcPts val="0"/>
              </a:spcBef>
              <a:spcAft>
                <a:spcPts val="0"/>
              </a:spcAft>
              <a:buNone/>
            </a:pPr>
            <a:r>
              <a:rPr lang="en-US" sz="1800">
                <a:solidFill>
                  <a:srgbClr val="000000"/>
                </a:solidFill>
                <a:latin typeface="Consolas" panose="020B0609020204030204" pitchFamily="49" charset="0"/>
              </a:rPr>
              <a:t>        }</a:t>
            </a:r>
            <a:endParaRPr lang="da-DK"/>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5373559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28</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5 - OPTIONAL</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statements</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a:lstStyle/>
          <a:p>
            <a:pPr marL="0" indent="0">
              <a:buNone/>
            </a:pPr>
            <a:r>
              <a:rPr lang="en-US"/>
              <a:t>The client accidentally indicated the wrong text format, where all sentences begin with lowercase.</a:t>
            </a:r>
          </a:p>
          <a:p>
            <a:pPr marL="0" indent="0">
              <a:buNone/>
            </a:pPr>
            <a:r>
              <a:rPr lang="en-US"/>
              <a:t>Please provide a valid implementation for a text formatter to help on solving this problem.</a:t>
            </a:r>
          </a:p>
          <a:p>
            <a:pPr lvl="1"/>
            <a:r>
              <a:rPr lang="en-US"/>
              <a:t>All sentences must start with a capital letter.</a:t>
            </a:r>
          </a:p>
          <a:p>
            <a:pPr marL="0" indent="0">
              <a:buNone/>
            </a:pPr>
            <a:r>
              <a:rPr lang="en-US"/>
              <a:t>Input: “</a:t>
            </a:r>
            <a:r>
              <a:rPr lang="en-US" b="0" i="0">
                <a:solidFill>
                  <a:srgbClr val="171717"/>
                </a:solidFill>
                <a:effectLst/>
                <a:highlight>
                  <a:srgbClr val="FFFF00"/>
                </a:highlight>
                <a:latin typeface="Segoe UI" panose="020B0502040204020203" pitchFamily="34" charset="0"/>
              </a:rPr>
              <a:t>i</a:t>
            </a:r>
            <a:r>
              <a:rPr lang="en-US" b="0" i="0">
                <a:solidFill>
                  <a:srgbClr val="171717"/>
                </a:solidFill>
                <a:effectLst/>
                <a:latin typeface="Segoe UI" panose="020B0502040204020203" pitchFamily="34" charset="0"/>
              </a:rPr>
              <a:t>n addition to the run time services, .NET also includes extensive libraries. </a:t>
            </a:r>
            <a:r>
              <a:rPr lang="en-US" b="0" i="0">
                <a:solidFill>
                  <a:srgbClr val="171717"/>
                </a:solidFill>
                <a:effectLst/>
                <a:highlight>
                  <a:srgbClr val="FFFF00"/>
                </a:highlight>
                <a:latin typeface="Segoe UI" panose="020B0502040204020203" pitchFamily="34" charset="0"/>
              </a:rPr>
              <a:t>t</a:t>
            </a:r>
            <a:r>
              <a:rPr lang="en-US" b="0" i="0">
                <a:solidFill>
                  <a:srgbClr val="171717"/>
                </a:solidFill>
                <a:effectLst/>
                <a:latin typeface="Segoe UI" panose="020B0502040204020203" pitchFamily="34" charset="0"/>
              </a:rPr>
              <a:t>hese libraries support many different workloads.</a:t>
            </a:r>
            <a:r>
              <a:rPr lang="en-US"/>
              <a:t>”</a:t>
            </a:r>
          </a:p>
          <a:p>
            <a:pPr marL="0" indent="0">
              <a:buNone/>
            </a:pPr>
            <a:r>
              <a:rPr lang="en-US"/>
              <a:t>Output: “</a:t>
            </a:r>
            <a:r>
              <a:rPr lang="en-US" b="0" i="0">
                <a:solidFill>
                  <a:srgbClr val="171717"/>
                </a:solidFill>
                <a:effectLst/>
                <a:highlight>
                  <a:srgbClr val="FFFF00"/>
                </a:highlight>
                <a:latin typeface="Segoe UI" panose="020B0502040204020203" pitchFamily="34" charset="0"/>
              </a:rPr>
              <a:t>I</a:t>
            </a:r>
            <a:r>
              <a:rPr lang="en-US" b="0" i="0">
                <a:solidFill>
                  <a:srgbClr val="171717"/>
                </a:solidFill>
                <a:effectLst/>
                <a:latin typeface="Segoe UI" panose="020B0502040204020203" pitchFamily="34" charset="0"/>
              </a:rPr>
              <a:t>n addition to the run time services, .NET also includes extensive libraries. </a:t>
            </a:r>
            <a:r>
              <a:rPr lang="en-US" b="0" i="0">
                <a:solidFill>
                  <a:srgbClr val="171717"/>
                </a:solidFill>
                <a:effectLst/>
                <a:highlight>
                  <a:srgbClr val="FFFF00"/>
                </a:highlight>
                <a:latin typeface="Segoe UI" panose="020B0502040204020203" pitchFamily="34" charset="0"/>
              </a:rPr>
              <a:t>T</a:t>
            </a:r>
            <a:r>
              <a:rPr lang="en-US" b="0" i="0">
                <a:solidFill>
                  <a:srgbClr val="171717"/>
                </a:solidFill>
                <a:effectLst/>
                <a:latin typeface="Segoe UI" panose="020B0502040204020203" pitchFamily="34" charset="0"/>
              </a:rPr>
              <a:t>hese libraries support many different workloads.</a:t>
            </a:r>
            <a:r>
              <a:rPr lang="en-US"/>
              <a:t>”</a:t>
            </a:r>
          </a:p>
          <a:p>
            <a:pPr marL="0" indent="0">
              <a:buNone/>
            </a:pPr>
            <a:endParaRPr lang="en-US"/>
          </a:p>
          <a:p>
            <a:endParaRPr lang="en-US"/>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2722201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29</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5 - SOLUTION</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statements</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a:lstStyle/>
          <a:p>
            <a:pPr marL="0" indent="0">
              <a:spcBef>
                <a:spcPts val="0"/>
              </a:spcBef>
              <a:spcAft>
                <a:spcPts val="0"/>
              </a:spcAft>
              <a:buNone/>
            </a:pPr>
            <a:r>
              <a:rPr lang="en-US" sz="1400">
                <a:solidFill>
                  <a:srgbClr val="0000FF"/>
                </a:solidFill>
                <a:latin typeface="Consolas" panose="020B0609020204030204" pitchFamily="49" charset="0"/>
              </a:rPr>
              <a:t>private</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static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TextFormatter(</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source) {</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var</a:t>
            </a:r>
            <a:r>
              <a:rPr lang="en-US" sz="1400">
                <a:solidFill>
                  <a:srgbClr val="000000"/>
                </a:solidFill>
                <a:latin typeface="Consolas" panose="020B0609020204030204" pitchFamily="49" charset="0"/>
              </a:rPr>
              <a:t> stringBuilder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StringBuilder</a:t>
            </a:r>
            <a:r>
              <a:rPr lang="en-US" sz="1400">
                <a:solidFill>
                  <a:srgbClr val="000000"/>
                </a:solidFill>
                <a:latin typeface="Consolas" panose="020B0609020204030204" pitchFamily="49" charset="0"/>
              </a:rPr>
              <a:t>();</a:t>
            </a:r>
          </a:p>
          <a:p>
            <a:pPr marL="0" indent="0">
              <a:spcBef>
                <a:spcPts val="0"/>
              </a:spcBef>
              <a:spcAft>
                <a:spcPts val="0"/>
              </a:spcAft>
              <a:buNone/>
            </a:pPr>
            <a:endParaRPr lang="en-US" sz="1400">
              <a:solidFill>
                <a:srgbClr val="000000"/>
              </a:solidFill>
              <a:latin typeface="Consolas" panose="020B0609020204030204" pitchFamily="49" charset="0"/>
            </a:endParaRP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var</a:t>
            </a:r>
            <a:r>
              <a:rPr lang="en-US" sz="1400">
                <a:solidFill>
                  <a:srgbClr val="000000"/>
                </a:solidFill>
                <a:latin typeface="Consolas" panose="020B0609020204030204" pitchFamily="49" charset="0"/>
              </a:rPr>
              <a:t> startPosition = 0;</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for</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var</a:t>
            </a:r>
            <a:r>
              <a:rPr lang="en-US" sz="1400">
                <a:solidFill>
                  <a:srgbClr val="000000"/>
                </a:solidFill>
                <a:latin typeface="Consolas" panose="020B0609020204030204" pitchFamily="49" charset="0"/>
              </a:rPr>
              <a:t> i = 0; i &lt; source.Length; i++) {</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if</a:t>
            </a:r>
            <a:r>
              <a:rPr lang="en-US" sz="1400">
                <a:solidFill>
                  <a:srgbClr val="000000"/>
                </a:solidFill>
                <a:latin typeface="Consolas" panose="020B0609020204030204" pitchFamily="49" charset="0"/>
              </a:rPr>
              <a:t> (</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.Contains(source[i]) &amp;&amp; (i + 1 == source.Length || source[i + 1] == </a:t>
            </a:r>
            <a:r>
              <a:rPr lang="en-US" sz="1400">
                <a:solidFill>
                  <a:srgbClr val="A31515"/>
                </a:solidFill>
                <a:latin typeface="Consolas" panose="020B0609020204030204" pitchFamily="49" charset="0"/>
              </a:rPr>
              <a:t>' '</a:t>
            </a:r>
            <a:r>
              <a:rPr lang="en-US"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while</a:t>
            </a:r>
            <a:r>
              <a:rPr lang="en-US" sz="1400">
                <a:solidFill>
                  <a:srgbClr val="000000"/>
                </a:solidFill>
                <a:latin typeface="Consolas" panose="020B0609020204030204" pitchFamily="49" charset="0"/>
              </a:rPr>
              <a:t> (startPosition &lt; source.Length &amp;&amp; source[startPosition].Equals(</a:t>
            </a:r>
            <a:r>
              <a:rPr lang="en-US" sz="1400">
                <a:solidFill>
                  <a:srgbClr val="A31515"/>
                </a:solidFill>
                <a:latin typeface="Consolas" panose="020B0609020204030204" pitchFamily="49" charset="0"/>
              </a:rPr>
              <a:t>' '</a:t>
            </a:r>
            <a:r>
              <a:rPr lang="en-US"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00"/>
                </a:solidFill>
                <a:latin typeface="Consolas" panose="020B0609020204030204" pitchFamily="49" charset="0"/>
              </a:rPr>
              <a:t>                        stringBuilder.Append(source[startPosition++]);</a:t>
            </a:r>
          </a:p>
          <a:p>
            <a:pPr marL="0" indent="0">
              <a:spcBef>
                <a:spcPts val="0"/>
              </a:spcBef>
              <a:spcAft>
                <a:spcPts val="0"/>
              </a:spcAft>
              <a:buNone/>
            </a:pPr>
            <a:r>
              <a:rPr lang="en-US" sz="1400">
                <a:solidFill>
                  <a:srgbClr val="000000"/>
                </a:solidFill>
                <a:latin typeface="Consolas" panose="020B0609020204030204" pitchFamily="49" charset="0"/>
              </a:rPr>
              <a:t>                    }</a:t>
            </a:r>
          </a:p>
          <a:p>
            <a:pPr marL="0" indent="0">
              <a:spcBef>
                <a:spcPts val="0"/>
              </a:spcBef>
              <a:spcAft>
                <a:spcPts val="0"/>
              </a:spcAft>
              <a:buNone/>
            </a:pPr>
            <a:endParaRPr lang="en-US" sz="1400">
              <a:solidFill>
                <a:srgbClr val="000000"/>
              </a:solidFill>
              <a:latin typeface="Consolas" panose="020B0609020204030204" pitchFamily="49" charset="0"/>
            </a:endParaRPr>
          </a:p>
          <a:p>
            <a:pPr marL="0" indent="0">
              <a:spcBef>
                <a:spcPts val="0"/>
              </a:spcBef>
              <a:spcAft>
                <a:spcPts val="0"/>
              </a:spcAft>
              <a:buNone/>
            </a:pPr>
            <a:r>
              <a:rPr lang="en-US" sz="1400">
                <a:solidFill>
                  <a:srgbClr val="000000"/>
                </a:solidFill>
                <a:latin typeface="Consolas" panose="020B0609020204030204" pitchFamily="49" charset="0"/>
              </a:rPr>
              <a:t>                    stringBuilder.Append(source.Substring(startPosition, 1).ToUpper());</a:t>
            </a:r>
          </a:p>
          <a:p>
            <a:pPr marL="0" indent="0">
              <a:spcBef>
                <a:spcPts val="0"/>
              </a:spcBef>
              <a:spcAft>
                <a:spcPts val="0"/>
              </a:spcAft>
              <a:buNone/>
            </a:pPr>
            <a:r>
              <a:rPr lang="en-US" sz="1400">
                <a:solidFill>
                  <a:srgbClr val="000000"/>
                </a:solidFill>
                <a:latin typeface="Consolas" panose="020B0609020204030204" pitchFamily="49" charset="0"/>
              </a:rPr>
              <a:t>                    stringBuilder.Append(source.Substring(++startPosition, i - startPosition + 1));</a:t>
            </a:r>
          </a:p>
          <a:p>
            <a:pPr marL="0" indent="0">
              <a:spcBef>
                <a:spcPts val="0"/>
              </a:spcBef>
              <a:spcAft>
                <a:spcPts val="0"/>
              </a:spcAft>
              <a:buNone/>
            </a:pPr>
            <a:r>
              <a:rPr lang="en-US" sz="1400">
                <a:solidFill>
                  <a:srgbClr val="000000"/>
                </a:solidFill>
                <a:latin typeface="Consolas" panose="020B0609020204030204" pitchFamily="49" charset="0"/>
              </a:rPr>
              <a:t>                    startPosition = ++i;</a:t>
            </a:r>
          </a:p>
          <a:p>
            <a:pPr marL="0" indent="0">
              <a:spcBef>
                <a:spcPts val="0"/>
              </a:spcBef>
              <a:spcAft>
                <a:spcPts val="0"/>
              </a:spcAft>
              <a:buNone/>
            </a:pPr>
            <a:r>
              <a:rPr lang="en-US"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return</a:t>
            </a:r>
            <a:r>
              <a:rPr lang="en-US" sz="1400">
                <a:solidFill>
                  <a:srgbClr val="000000"/>
                </a:solidFill>
                <a:latin typeface="Consolas" panose="020B0609020204030204" pitchFamily="49" charset="0"/>
              </a:rPr>
              <a:t> stringBuilder.ToString();</a:t>
            </a:r>
          </a:p>
          <a:p>
            <a:pPr marL="0" indent="0">
              <a:spcBef>
                <a:spcPts val="0"/>
              </a:spcBef>
              <a:spcAft>
                <a:spcPts val="0"/>
              </a:spcAft>
              <a:buNone/>
            </a:pPr>
            <a:r>
              <a:rPr lang="en-US" sz="1400">
                <a:solidFill>
                  <a:srgbClr val="000000"/>
                </a:solidFill>
                <a:latin typeface="Consolas" panose="020B0609020204030204" pitchFamily="49" charset="0"/>
              </a:rPr>
              <a:t>        }</a:t>
            </a:r>
            <a:endParaRPr lang="da-DK" sz="1400"/>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23425655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E56B6-FB05-48D8-BFD6-EDC6AA822BA3}"/>
              </a:ext>
            </a:extLst>
          </p:cNvPr>
          <p:cNvSpPr>
            <a:spLocks noGrp="1"/>
          </p:cNvSpPr>
          <p:nvPr>
            <p:ph type="title"/>
          </p:nvPr>
        </p:nvSpPr>
        <p:spPr/>
        <p:txBody>
          <a:bodyPr/>
          <a:lstStyle/>
          <a:p>
            <a:r>
              <a:rPr lang="en-GB"/>
              <a:t>Homework</a:t>
            </a:r>
            <a:endParaRPr lang="da-DK"/>
          </a:p>
        </p:txBody>
      </p:sp>
      <p:sp>
        <p:nvSpPr>
          <p:cNvPr id="3" name="Slide Number Placeholder 2">
            <a:extLst>
              <a:ext uri="{FF2B5EF4-FFF2-40B4-BE49-F238E27FC236}">
                <a16:creationId xmlns:a16="http://schemas.microsoft.com/office/drawing/2014/main" id="{D08B2B7A-3FC1-46B8-8056-146C34FC66DF}"/>
              </a:ext>
            </a:extLst>
          </p:cNvPr>
          <p:cNvSpPr>
            <a:spLocks noGrp="1"/>
          </p:cNvSpPr>
          <p:nvPr>
            <p:ph type="sldNum" sz="quarter" idx="11"/>
          </p:nvPr>
        </p:nvSpPr>
        <p:spPr/>
        <p:txBody>
          <a:bodyPr/>
          <a:lstStyle/>
          <a:p>
            <a:fld id="{E16BA917-7F09-4B8D-AF07-F52890C14046}" type="slidenum">
              <a:rPr lang="da-DK" smtClean="0"/>
              <a:pPr/>
              <a:t>30</a:t>
            </a:fld>
            <a:endParaRPr lang="da-DK"/>
          </a:p>
        </p:txBody>
      </p:sp>
      <p:sp>
        <p:nvSpPr>
          <p:cNvPr id="4" name="Text Placeholder 3">
            <a:extLst>
              <a:ext uri="{FF2B5EF4-FFF2-40B4-BE49-F238E27FC236}">
                <a16:creationId xmlns:a16="http://schemas.microsoft.com/office/drawing/2014/main" id="{9159DD43-F7EA-4C6A-AF15-791632C0120D}"/>
              </a:ext>
            </a:extLst>
          </p:cNvPr>
          <p:cNvSpPr>
            <a:spLocks noGrp="1"/>
          </p:cNvSpPr>
          <p:nvPr>
            <p:ph type="body" sz="quarter" idx="17"/>
          </p:nvPr>
        </p:nvSpPr>
        <p:spPr/>
        <p:txBody>
          <a:bodyPr/>
          <a:lstStyle/>
          <a:p>
            <a:endParaRPr lang="da-DK"/>
          </a:p>
        </p:txBody>
      </p:sp>
    </p:spTree>
    <p:extLst>
      <p:ext uri="{BB962C8B-B14F-4D97-AF65-F5344CB8AC3E}">
        <p14:creationId xmlns:p14="http://schemas.microsoft.com/office/powerpoint/2010/main" val="24164525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MIO_FALLBACK_LAYOUT" val="7"/>
  <p:tag name="MIO_SHOW_DATE" val="False"/>
  <p:tag name="MIO_SHOW_FOOTER" val="True"/>
  <p:tag name="MIO_SHOW_PAGENUMBER" val="True"/>
  <p:tag name="MIO_AVOID_BLANK_LAYOUT" val="False"/>
  <p:tag name="MIO_NUMBER_OF_VALID_LAYOUTS" val="9"/>
  <p:tag name="MIO_MST_COLOR_1" val="0,0,0,Dark 1"/>
  <p:tag name="MIO_MST_COLOR_2" val="255,255,255,Light 1"/>
  <p:tag name="MIO_MST_COLOR_3" val="38,53,66,Dark 2"/>
  <p:tag name="MIO_MST_COLOR_4" val="255,255,255,Light 2"/>
  <p:tag name="MIO_MST_COLOR_5" val="21,166,173,Accent 1"/>
  <p:tag name="MIO_MST_COLOR_6" val="147,228,249,Accent 2"/>
  <p:tag name="MIO_MST_COLOR_7" val="33,85,205,Accent 3"/>
  <p:tag name="MIO_MST_COLOR_8" val="29,109,127,Accent 4"/>
  <p:tag name="MIO_MST_COLOR_9" val="21,137,114,Accent 5"/>
  <p:tag name="MIO_MST_COLOR_10" val="204,204,204,Accent 6"/>
  <p:tag name="MIO_MST_COLOR_11" val="118,193,226,"/>
  <p:tag name="MIO_MST_COLOR_12" val="132,138,144,"/>
  <p:tag name="MIO_HDS" val="True"/>
  <p:tag name="MIO_EK" val="2277"/>
  <p:tag name="MIO_UPDATE" val="True"/>
  <p:tag name="MIO_VERSION" val="18.03.2016 15:43:41"/>
  <p:tag name="MIO_DBID" val="25C89224-3BD0-4DAE-9699-6AD9CAF4AB96"/>
  <p:tag name="MIO_LASTDOWNLOADED" val="20.03.2016 10:29:32"/>
  <p:tag name="MIO_OBJECTNAME" val="SimCorp New Template"/>
</p:tagLst>
</file>

<file path=ppt/theme/theme1.xml><?xml version="1.0" encoding="utf-8"?>
<a:theme xmlns:a="http://schemas.openxmlformats.org/drawingml/2006/main" name="SIMCORP">
  <a:themeElements>
    <a:clrScheme name="Custom 34">
      <a:dk1>
        <a:sysClr val="windowText" lastClr="000000"/>
      </a:dk1>
      <a:lt1>
        <a:sysClr val="window" lastClr="FFFFFF"/>
      </a:lt1>
      <a:dk2>
        <a:srgbClr val="2D465D"/>
      </a:dk2>
      <a:lt2>
        <a:srgbClr val="FFFFFF"/>
      </a:lt2>
      <a:accent1>
        <a:srgbClr val="15A6AD"/>
      </a:accent1>
      <a:accent2>
        <a:srgbClr val="00C8FF"/>
      </a:accent2>
      <a:accent3>
        <a:srgbClr val="2155CD"/>
      </a:accent3>
      <a:accent4>
        <a:srgbClr val="1D6D7F"/>
      </a:accent4>
      <a:accent5>
        <a:srgbClr val="158972"/>
      </a:accent5>
      <a:accent6>
        <a:srgbClr val="CCCCCC"/>
      </a:accent6>
      <a:hlink>
        <a:srgbClr val="00C8FF"/>
      </a:hlink>
      <a:folHlink>
        <a:srgbClr val="848A9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6"/>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noFill/>
        <a:ln>
          <a:solidFill>
            <a:schemeClr val="accent6"/>
          </a:solidFill>
        </a:ln>
        <a:effectLst/>
      </a:spPr>
      <a:bodyPr/>
      <a:lstStyle/>
      <a:style>
        <a:lnRef idx="1">
          <a:schemeClr val="accent1"/>
        </a:lnRef>
        <a:fillRef idx="3">
          <a:schemeClr val="accent1"/>
        </a:fillRef>
        <a:effectRef idx="2">
          <a:schemeClr val="accent1"/>
        </a:effectRef>
        <a:fontRef idx="minor">
          <a:schemeClr val="lt1"/>
        </a:fontRef>
      </a:style>
    </a:lnDef>
    <a:txDef>
      <a:spPr>
        <a:noFill/>
      </a:spPr>
      <a:bodyPr wrap="square" lIns="0" tIns="0" rIns="0" bIns="0" rtlCol="0">
        <a:noAutofit/>
      </a:bodyPr>
      <a:lstStyle>
        <a:defPPr marL="0" indent="0" defTabSz="179388">
          <a:buClr>
            <a:srgbClr val="00DEE6"/>
          </a:buClr>
          <a:buFont typeface="Arial" panose="020B0604020202020204" pitchFamily="34" charset="0"/>
          <a:buNone/>
          <a:defRPr sz="1600" dirty="0" err="1" smtClean="0">
            <a:latin typeface="+mn-lt"/>
          </a:defRPr>
        </a:defPPr>
      </a:lstStyle>
    </a:txDef>
  </a:objectDefaults>
  <a:extraClrSchemeLst/>
  <a:extLst>
    <a:ext uri="{05A4C25C-085E-4340-85A3-A5531E510DB2}">
      <thm15:themeFamily xmlns:thm15="http://schemas.microsoft.com/office/thememl/2012/main" name="Presentation1" id="{84EF4261-137C-4B0C-B253-9A0F13567E1C}" vid="{17252A44-A3FC-4D20-BE79-7BE3A62508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FDFAC85D82FB4083582974A37F8301" ma:contentTypeVersion="0" ma:contentTypeDescription="Create a new document." ma:contentTypeScope="" ma:versionID="debe7fb8998e20d7e1b89ba93ebbd013">
  <xsd:schema xmlns:xsd="http://www.w3.org/2001/XMLSchema" xmlns:xs="http://www.w3.org/2001/XMLSchema" xmlns:p="http://schemas.microsoft.com/office/2006/metadata/properties" targetNamespace="http://schemas.microsoft.com/office/2006/metadata/properties" ma:root="true" ma:fieldsID="2939e06c25933291f3e5ef817cd6c5c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486F14C-B38A-4C9C-83C7-6E45BA6BC6CF}">
  <ds:schemaRefs>
    <ds:schemaRef ds:uri="http://purl.org/dc/elements/1.1/"/>
    <ds:schemaRef ds:uri="http://purl.org/dc/terms/"/>
    <ds:schemaRef ds:uri="http://schemas.microsoft.com/internal/obd"/>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7F4D99E-48A7-48DB-A691-398FC9FE4E61}">
  <ds:schemaRefs>
    <ds:schemaRef ds:uri="http://schemas.microsoft.com/sharepoint/v3/contenttype/forms"/>
  </ds:schemaRefs>
</ds:datastoreItem>
</file>

<file path=customXml/itemProps3.xml><?xml version="1.0" encoding="utf-8"?>
<ds:datastoreItem xmlns:ds="http://schemas.openxmlformats.org/officeDocument/2006/customXml" ds:itemID="{E5557DA0-4402-4D05-84BC-08963EA8A819}">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36</TotalTime>
  <Words>2960</Words>
  <Application>Microsoft Office PowerPoint</Application>
  <PresentationFormat>Widescreen</PresentationFormat>
  <Paragraphs>448</Paragraphs>
  <Slides>30</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vt:lpstr>
      <vt:lpstr>Arial</vt:lpstr>
      <vt:lpstr>Calibri</vt:lpstr>
      <vt:lpstr>Consolas</vt:lpstr>
      <vt:lpstr>Georgia</vt:lpstr>
      <vt:lpstr>Myriad Pro</vt:lpstr>
      <vt:lpstr>Segoe UI</vt:lpstr>
      <vt:lpstr>SFMono-Regular</vt:lpstr>
      <vt:lpstr>urw-din</vt:lpstr>
      <vt:lpstr>SIMCORP</vt:lpstr>
      <vt:lpstr>PowerPoint Presentation</vt:lpstr>
      <vt:lpstr>Agenda</vt:lpstr>
      <vt:lpstr>StatementS</vt:lpstr>
      <vt:lpstr>StatementS</vt:lpstr>
      <vt:lpstr>Conditional executions</vt:lpstr>
      <vt:lpstr>Conditional executions</vt:lpstr>
      <vt:lpstr>Conditional executions</vt:lpstr>
      <vt:lpstr>Conditional executions</vt:lpstr>
      <vt:lpstr>Looping statements </vt:lpstr>
      <vt:lpstr>Looping statements </vt:lpstr>
      <vt:lpstr>Looping statements </vt:lpstr>
      <vt:lpstr>Looping statements </vt:lpstr>
      <vt:lpstr>Project for hands on tasks</vt:lpstr>
      <vt:lpstr>statements</vt:lpstr>
      <vt:lpstr>statements</vt:lpstr>
      <vt:lpstr>Coffee Break</vt:lpstr>
      <vt:lpstr>Statements</vt:lpstr>
      <vt:lpstr>Jump Statements</vt:lpstr>
      <vt:lpstr>statements</vt:lpstr>
      <vt:lpstr>statements</vt:lpstr>
      <vt:lpstr>Jump Statements</vt:lpstr>
      <vt:lpstr>statements</vt:lpstr>
      <vt:lpstr>statements</vt:lpstr>
      <vt:lpstr>LUNCH</vt:lpstr>
      <vt:lpstr>Jump Statements</vt:lpstr>
      <vt:lpstr>statements</vt:lpstr>
      <vt:lpstr>statements</vt:lpstr>
      <vt:lpstr>statements</vt:lpstr>
      <vt:lpstr>statements</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Oleg Dudnyk</dc:creator>
  <cp:lastModifiedBy>Serhii Harmash</cp:lastModifiedBy>
  <cp:revision>26</cp:revision>
  <dcterms:created xsi:type="dcterms:W3CDTF">2020-08-21T07:47:45Z</dcterms:created>
  <dcterms:modified xsi:type="dcterms:W3CDTF">2022-05-27T16:01:45Z</dcterms:modified>
</cp:coreProperties>
</file>